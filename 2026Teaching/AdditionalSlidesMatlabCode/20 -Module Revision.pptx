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bookmarkIdSeed="3">
  <p:sldMasterIdLst>
    <p:sldMasterId id="2147483648" r:id="rId1"/>
    <p:sldMasterId id="2147483649" r:id="rId2"/>
  </p:sldMasterIdLst>
  <p:notesMasterIdLst>
    <p:notesMasterId r:id="rId115"/>
  </p:notesMasterIdLst>
  <p:handoutMasterIdLst>
    <p:handoutMasterId r:id="rId116"/>
  </p:handoutMasterIdLst>
  <p:sldIdLst>
    <p:sldId id="256" r:id="rId3"/>
    <p:sldId id="262" r:id="rId4"/>
    <p:sldId id="279" r:id="rId5"/>
    <p:sldId id="297" r:id="rId6"/>
    <p:sldId id="447" r:id="rId7"/>
    <p:sldId id="292" r:id="rId8"/>
    <p:sldId id="293" r:id="rId9"/>
    <p:sldId id="295" r:id="rId10"/>
    <p:sldId id="296" r:id="rId11"/>
    <p:sldId id="448" r:id="rId12"/>
    <p:sldId id="658" r:id="rId13"/>
    <p:sldId id="300" r:id="rId14"/>
    <p:sldId id="302" r:id="rId15"/>
    <p:sldId id="661" r:id="rId16"/>
    <p:sldId id="310" r:id="rId17"/>
    <p:sldId id="311" r:id="rId18"/>
    <p:sldId id="314" r:id="rId19"/>
    <p:sldId id="671" r:id="rId20"/>
    <p:sldId id="435" r:id="rId21"/>
    <p:sldId id="436" r:id="rId22"/>
    <p:sldId id="324" r:id="rId23"/>
    <p:sldId id="281" r:id="rId24"/>
    <p:sldId id="370" r:id="rId25"/>
    <p:sldId id="371" r:id="rId26"/>
    <p:sldId id="372" r:id="rId27"/>
    <p:sldId id="373" r:id="rId28"/>
    <p:sldId id="374" r:id="rId29"/>
    <p:sldId id="375" r:id="rId30"/>
    <p:sldId id="376" r:id="rId31"/>
    <p:sldId id="623" r:id="rId32"/>
    <p:sldId id="553" r:id="rId33"/>
    <p:sldId id="367" r:id="rId34"/>
    <p:sldId id="625" r:id="rId35"/>
    <p:sldId id="368" r:id="rId36"/>
    <p:sldId id="604" r:id="rId37"/>
    <p:sldId id="620" r:id="rId38"/>
    <p:sldId id="574" r:id="rId39"/>
    <p:sldId id="576" r:id="rId40"/>
    <p:sldId id="280" r:id="rId41"/>
    <p:sldId id="599" r:id="rId42"/>
    <p:sldId id="807" r:id="rId43"/>
    <p:sldId id="808" r:id="rId44"/>
    <p:sldId id="283" r:id="rId45"/>
    <p:sldId id="344" r:id="rId46"/>
    <p:sldId id="813" r:id="rId47"/>
    <p:sldId id="814" r:id="rId48"/>
    <p:sldId id="349" r:id="rId49"/>
    <p:sldId id="809" r:id="rId50"/>
    <p:sldId id="810" r:id="rId51"/>
    <p:sldId id="811" r:id="rId52"/>
    <p:sldId id="812" r:id="rId53"/>
    <p:sldId id="377" r:id="rId54"/>
    <p:sldId id="378" r:id="rId55"/>
    <p:sldId id="379" r:id="rId56"/>
    <p:sldId id="361" r:id="rId57"/>
    <p:sldId id="362" r:id="rId58"/>
    <p:sldId id="363" r:id="rId59"/>
    <p:sldId id="550" r:id="rId60"/>
    <p:sldId id="381" r:id="rId61"/>
    <p:sldId id="414" r:id="rId62"/>
    <p:sldId id="540" r:id="rId63"/>
    <p:sldId id="541" r:id="rId64"/>
    <p:sldId id="285" r:id="rId65"/>
    <p:sldId id="288" r:id="rId66"/>
    <p:sldId id="815" r:id="rId67"/>
    <p:sldId id="881" r:id="rId68"/>
    <p:sldId id="882" r:id="rId69"/>
    <p:sldId id="869" r:id="rId70"/>
    <p:sldId id="346" r:id="rId71"/>
    <p:sldId id="883" r:id="rId72"/>
    <p:sldId id="301" r:id="rId73"/>
    <p:sldId id="884" r:id="rId74"/>
    <p:sldId id="303" r:id="rId75"/>
    <p:sldId id="304" r:id="rId76"/>
    <p:sldId id="305" r:id="rId77"/>
    <p:sldId id="870" r:id="rId78"/>
    <p:sldId id="871" r:id="rId79"/>
    <p:sldId id="872" r:id="rId80"/>
    <p:sldId id="874" r:id="rId81"/>
    <p:sldId id="885" r:id="rId82"/>
    <p:sldId id="886" r:id="rId83"/>
    <p:sldId id="887" r:id="rId84"/>
    <p:sldId id="307" r:id="rId85"/>
    <p:sldId id="467" r:id="rId86"/>
    <p:sldId id="468" r:id="rId87"/>
    <p:sldId id="439" r:id="rId88"/>
    <p:sldId id="395" r:id="rId89"/>
    <p:sldId id="452" r:id="rId90"/>
    <p:sldId id="488" r:id="rId91"/>
    <p:sldId id="464" r:id="rId92"/>
    <p:sldId id="465" r:id="rId93"/>
    <p:sldId id="489" r:id="rId94"/>
    <p:sldId id="477" r:id="rId95"/>
    <p:sldId id="294" r:id="rId96"/>
    <p:sldId id="888" r:id="rId97"/>
    <p:sldId id="889" r:id="rId98"/>
    <p:sldId id="890" r:id="rId99"/>
    <p:sldId id="258" r:id="rId100"/>
    <p:sldId id="259" r:id="rId101"/>
    <p:sldId id="260" r:id="rId102"/>
    <p:sldId id="261" r:id="rId103"/>
    <p:sldId id="891" r:id="rId104"/>
    <p:sldId id="892" r:id="rId105"/>
    <p:sldId id="306" r:id="rId106"/>
    <p:sldId id="893" r:id="rId107"/>
    <p:sldId id="320" r:id="rId108"/>
    <p:sldId id="322" r:id="rId109"/>
    <p:sldId id="894" r:id="rId110"/>
    <p:sldId id="316" r:id="rId111"/>
    <p:sldId id="835" r:id="rId112"/>
    <p:sldId id="768" r:id="rId113"/>
    <p:sldId id="820" r:id="rId114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" userDrawn="1">
          <p15:clr>
            <a:srgbClr val="A4A3A4"/>
          </p15:clr>
        </p15:guide>
        <p15:guide id="2" pos="24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8D8"/>
    <a:srgbClr val="FFFF99"/>
    <a:srgbClr val="FFFFCC"/>
    <a:srgbClr val="E2EFDA"/>
    <a:srgbClr val="D9E1F2"/>
    <a:srgbClr val="FFCC66"/>
    <a:srgbClr val="800000"/>
    <a:srgbClr val="CCECFF"/>
    <a:srgbClr val="99CCFF"/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EFF3D8-0A6F-4EFB-8162-DAF5D1B32176}" v="23" dt="2023-06-01T10:19:56.1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5679" autoAdjust="0"/>
    <p:restoredTop sz="94611" autoAdjust="0"/>
  </p:normalViewPr>
  <p:slideViewPr>
    <p:cSldViewPr snapToGrid="0">
      <p:cViewPr varScale="1">
        <p:scale>
          <a:sx n="108" d="100"/>
          <a:sy n="108" d="100"/>
        </p:scale>
        <p:origin x="1224" y="78"/>
      </p:cViewPr>
      <p:guideLst>
        <p:guide orient="horz" pos="232"/>
        <p:guide pos="24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5592"/>
    </p:cViewPr>
  </p:sorterViewPr>
  <p:notesViewPr>
    <p:cSldViewPr snapToGrid="0">
      <p:cViewPr varScale="1">
        <p:scale>
          <a:sx n="65" d="100"/>
          <a:sy n="65" d="100"/>
        </p:scale>
        <p:origin x="-109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117" Type="http://schemas.openxmlformats.org/officeDocument/2006/relationships/presProps" Target="presProps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13" Type="http://schemas.openxmlformats.org/officeDocument/2006/relationships/slide" Target="slides/slide111.xml"/><Relationship Id="rId118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microsoft.com/office/2016/11/relationships/changesInfo" Target="changesInfos/changesInfo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16" Type="http://schemas.openxmlformats.org/officeDocument/2006/relationships/handoutMaster" Target="handoutMasters/handout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11" Type="http://schemas.openxmlformats.org/officeDocument/2006/relationships/slide" Target="slides/slide10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14" Type="http://schemas.openxmlformats.org/officeDocument/2006/relationships/slide" Target="slides/slide112.xml"/><Relationship Id="rId119" Type="http://schemas.openxmlformats.org/officeDocument/2006/relationships/theme" Target="theme/theme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tableStyles" Target="tableStyle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remy Foss" userId="09ac0925-c8bb-438c-a205-6311faa2bcaf" providerId="ADAL" clId="{80EFF3D8-0A6F-4EFB-8162-DAF5D1B32176}"/>
    <pc:docChg chg="undo custSel addSld delSld modSld">
      <pc:chgData name="Jeremy Foss" userId="09ac0925-c8bb-438c-a205-6311faa2bcaf" providerId="ADAL" clId="{80EFF3D8-0A6F-4EFB-8162-DAF5D1B32176}" dt="2023-06-01T10:19:56.133" v="37"/>
      <pc:docMkLst>
        <pc:docMk/>
      </pc:docMkLst>
      <pc:sldChg chg="modSp mod">
        <pc:chgData name="Jeremy Foss" userId="09ac0925-c8bb-438c-a205-6311faa2bcaf" providerId="ADAL" clId="{80EFF3D8-0A6F-4EFB-8162-DAF5D1B32176}" dt="2023-06-01T08:54:17.794" v="5" actId="20577"/>
        <pc:sldMkLst>
          <pc:docMk/>
          <pc:sldMk cId="0" sldId="256"/>
        </pc:sldMkLst>
        <pc:spChg chg="mod">
          <ac:chgData name="Jeremy Foss" userId="09ac0925-c8bb-438c-a205-6311faa2bcaf" providerId="ADAL" clId="{80EFF3D8-0A6F-4EFB-8162-DAF5D1B32176}" dt="2023-06-01T08:54:17.794" v="5" actId="20577"/>
          <ac:spMkLst>
            <pc:docMk/>
            <pc:sldMk cId="0" sldId="256"/>
            <ac:spMk id="6147" creationId="{00000000-0000-0000-0000-000000000000}"/>
          </ac:spMkLst>
        </pc:spChg>
      </pc:sldChg>
      <pc:sldChg chg="add">
        <pc:chgData name="Jeremy Foss" userId="09ac0925-c8bb-438c-a205-6311faa2bcaf" providerId="ADAL" clId="{80EFF3D8-0A6F-4EFB-8162-DAF5D1B32176}" dt="2023-06-01T10:16:48.766" v="30"/>
        <pc:sldMkLst>
          <pc:docMk/>
          <pc:sldMk cId="4063547647" sldId="258"/>
        </pc:sldMkLst>
      </pc:sldChg>
      <pc:sldChg chg="add">
        <pc:chgData name="Jeremy Foss" userId="09ac0925-c8bb-438c-a205-6311faa2bcaf" providerId="ADAL" clId="{80EFF3D8-0A6F-4EFB-8162-DAF5D1B32176}" dt="2023-06-01T10:16:48.766" v="30"/>
        <pc:sldMkLst>
          <pc:docMk/>
          <pc:sldMk cId="2809149975" sldId="259"/>
        </pc:sldMkLst>
      </pc:sldChg>
      <pc:sldChg chg="add">
        <pc:chgData name="Jeremy Foss" userId="09ac0925-c8bb-438c-a205-6311faa2bcaf" providerId="ADAL" clId="{80EFF3D8-0A6F-4EFB-8162-DAF5D1B32176}" dt="2023-06-01T10:16:48.766" v="30"/>
        <pc:sldMkLst>
          <pc:docMk/>
          <pc:sldMk cId="258710365" sldId="260"/>
        </pc:sldMkLst>
      </pc:sldChg>
      <pc:sldChg chg="add">
        <pc:chgData name="Jeremy Foss" userId="09ac0925-c8bb-438c-a205-6311faa2bcaf" providerId="ADAL" clId="{80EFF3D8-0A6F-4EFB-8162-DAF5D1B32176}" dt="2023-06-01T10:16:48.766" v="30"/>
        <pc:sldMkLst>
          <pc:docMk/>
          <pc:sldMk cId="3421028685" sldId="261"/>
        </pc:sldMkLst>
      </pc:sldChg>
      <pc:sldChg chg="del">
        <pc:chgData name="Jeremy Foss" userId="09ac0925-c8bb-438c-a205-6311faa2bcaf" providerId="ADAL" clId="{80EFF3D8-0A6F-4EFB-8162-DAF5D1B32176}" dt="2023-06-01T08:54:35.306" v="6" actId="47"/>
        <pc:sldMkLst>
          <pc:docMk/>
          <pc:sldMk cId="3710965101" sldId="274"/>
        </pc:sldMkLst>
      </pc:sldChg>
      <pc:sldChg chg="add">
        <pc:chgData name="Jeremy Foss" userId="09ac0925-c8bb-438c-a205-6311faa2bcaf" providerId="ADAL" clId="{80EFF3D8-0A6F-4EFB-8162-DAF5D1B32176}" dt="2023-06-01T10:19:56.133" v="37"/>
        <pc:sldMkLst>
          <pc:docMk/>
          <pc:sldMk cId="3862987414" sldId="280"/>
        </pc:sldMkLst>
      </pc:sldChg>
      <pc:sldChg chg="add">
        <pc:chgData name="Jeremy Foss" userId="09ac0925-c8bb-438c-a205-6311faa2bcaf" providerId="ADAL" clId="{80EFF3D8-0A6F-4EFB-8162-DAF5D1B32176}" dt="2023-06-01T09:01:19.551" v="15"/>
        <pc:sldMkLst>
          <pc:docMk/>
          <pc:sldMk cId="3692851137" sldId="281"/>
        </pc:sldMkLst>
      </pc:sldChg>
      <pc:sldChg chg="add">
        <pc:chgData name="Jeremy Foss" userId="09ac0925-c8bb-438c-a205-6311faa2bcaf" providerId="ADAL" clId="{80EFF3D8-0A6F-4EFB-8162-DAF5D1B32176}" dt="2023-06-01T09:18:59.237" v="20"/>
        <pc:sldMkLst>
          <pc:docMk/>
          <pc:sldMk cId="774499084" sldId="283"/>
        </pc:sldMkLst>
      </pc:sldChg>
      <pc:sldChg chg="add">
        <pc:chgData name="Jeremy Foss" userId="09ac0925-c8bb-438c-a205-6311faa2bcaf" providerId="ADAL" clId="{80EFF3D8-0A6F-4EFB-8162-DAF5D1B32176}" dt="2023-06-01T10:08:07.759" v="22"/>
        <pc:sldMkLst>
          <pc:docMk/>
          <pc:sldMk cId="3207582913" sldId="285"/>
        </pc:sldMkLst>
      </pc:sldChg>
      <pc:sldChg chg="add del">
        <pc:chgData name="Jeremy Foss" userId="09ac0925-c8bb-438c-a205-6311faa2bcaf" providerId="ADAL" clId="{80EFF3D8-0A6F-4EFB-8162-DAF5D1B32176}" dt="2023-06-01T10:18:25.368" v="31" actId="47"/>
        <pc:sldMkLst>
          <pc:docMk/>
          <pc:sldMk cId="2741223696" sldId="286"/>
        </pc:sldMkLst>
      </pc:sldChg>
      <pc:sldChg chg="add">
        <pc:chgData name="Jeremy Foss" userId="09ac0925-c8bb-438c-a205-6311faa2bcaf" providerId="ADAL" clId="{80EFF3D8-0A6F-4EFB-8162-DAF5D1B32176}" dt="2023-06-01T10:08:07.759" v="22"/>
        <pc:sldMkLst>
          <pc:docMk/>
          <pc:sldMk cId="2294118385" sldId="288"/>
        </pc:sldMkLst>
      </pc:sldChg>
      <pc:sldChg chg="del">
        <pc:chgData name="Jeremy Foss" userId="09ac0925-c8bb-438c-a205-6311faa2bcaf" providerId="ADAL" clId="{80EFF3D8-0A6F-4EFB-8162-DAF5D1B32176}" dt="2023-06-01T08:54:35.306" v="6" actId="47"/>
        <pc:sldMkLst>
          <pc:docMk/>
          <pc:sldMk cId="1927896488" sldId="289"/>
        </pc:sldMkLst>
      </pc:sldChg>
      <pc:sldChg chg="del">
        <pc:chgData name="Jeremy Foss" userId="09ac0925-c8bb-438c-a205-6311faa2bcaf" providerId="ADAL" clId="{80EFF3D8-0A6F-4EFB-8162-DAF5D1B32176}" dt="2023-06-01T08:54:35.306" v="6" actId="47"/>
        <pc:sldMkLst>
          <pc:docMk/>
          <pc:sldMk cId="3858838090" sldId="291"/>
        </pc:sldMkLst>
      </pc:sldChg>
      <pc:sldChg chg="add">
        <pc:chgData name="Jeremy Foss" userId="09ac0925-c8bb-438c-a205-6311faa2bcaf" providerId="ADAL" clId="{80EFF3D8-0A6F-4EFB-8162-DAF5D1B32176}" dt="2023-06-01T08:58:03.863" v="8"/>
        <pc:sldMkLst>
          <pc:docMk/>
          <pc:sldMk cId="1614949707" sldId="292"/>
        </pc:sldMkLst>
      </pc:sldChg>
      <pc:sldChg chg="add">
        <pc:chgData name="Jeremy Foss" userId="09ac0925-c8bb-438c-a205-6311faa2bcaf" providerId="ADAL" clId="{80EFF3D8-0A6F-4EFB-8162-DAF5D1B32176}" dt="2023-06-01T08:58:03.863" v="8"/>
        <pc:sldMkLst>
          <pc:docMk/>
          <pc:sldMk cId="3677138416" sldId="293"/>
        </pc:sldMkLst>
      </pc:sldChg>
      <pc:sldChg chg="add">
        <pc:chgData name="Jeremy Foss" userId="09ac0925-c8bb-438c-a205-6311faa2bcaf" providerId="ADAL" clId="{80EFF3D8-0A6F-4EFB-8162-DAF5D1B32176}" dt="2023-06-01T10:14:56.778" v="26"/>
        <pc:sldMkLst>
          <pc:docMk/>
          <pc:sldMk cId="820121488" sldId="294"/>
        </pc:sldMkLst>
      </pc:sldChg>
      <pc:sldChg chg="add">
        <pc:chgData name="Jeremy Foss" userId="09ac0925-c8bb-438c-a205-6311faa2bcaf" providerId="ADAL" clId="{80EFF3D8-0A6F-4EFB-8162-DAF5D1B32176}" dt="2023-06-01T08:58:03.863" v="8"/>
        <pc:sldMkLst>
          <pc:docMk/>
          <pc:sldMk cId="2952036910" sldId="295"/>
        </pc:sldMkLst>
      </pc:sldChg>
      <pc:sldChg chg="del">
        <pc:chgData name="Jeremy Foss" userId="09ac0925-c8bb-438c-a205-6311faa2bcaf" providerId="ADAL" clId="{80EFF3D8-0A6F-4EFB-8162-DAF5D1B32176}" dt="2023-06-01T08:54:35.306" v="6" actId="47"/>
        <pc:sldMkLst>
          <pc:docMk/>
          <pc:sldMk cId="1037820133" sldId="296"/>
        </pc:sldMkLst>
      </pc:sldChg>
      <pc:sldChg chg="add">
        <pc:chgData name="Jeremy Foss" userId="09ac0925-c8bb-438c-a205-6311faa2bcaf" providerId="ADAL" clId="{80EFF3D8-0A6F-4EFB-8162-DAF5D1B32176}" dt="2023-06-01T08:58:03.863" v="8"/>
        <pc:sldMkLst>
          <pc:docMk/>
          <pc:sldMk cId="4030452714" sldId="296"/>
        </pc:sldMkLst>
      </pc:sldChg>
      <pc:sldChg chg="del">
        <pc:chgData name="Jeremy Foss" userId="09ac0925-c8bb-438c-a205-6311faa2bcaf" providerId="ADAL" clId="{80EFF3D8-0A6F-4EFB-8162-DAF5D1B32176}" dt="2023-06-01T08:54:35.306" v="6" actId="47"/>
        <pc:sldMkLst>
          <pc:docMk/>
          <pc:sldMk cId="1009862460" sldId="298"/>
        </pc:sldMkLst>
      </pc:sldChg>
      <pc:sldChg chg="del">
        <pc:chgData name="Jeremy Foss" userId="09ac0925-c8bb-438c-a205-6311faa2bcaf" providerId="ADAL" clId="{80EFF3D8-0A6F-4EFB-8162-DAF5D1B32176}" dt="2023-06-01T08:54:35.306" v="6" actId="47"/>
        <pc:sldMkLst>
          <pc:docMk/>
          <pc:sldMk cId="3496961081" sldId="299"/>
        </pc:sldMkLst>
      </pc:sldChg>
      <pc:sldChg chg="add">
        <pc:chgData name="Jeremy Foss" userId="09ac0925-c8bb-438c-a205-6311faa2bcaf" providerId="ADAL" clId="{80EFF3D8-0A6F-4EFB-8162-DAF5D1B32176}" dt="2023-06-01T08:58:03.863" v="8"/>
        <pc:sldMkLst>
          <pc:docMk/>
          <pc:sldMk cId="702155222" sldId="300"/>
        </pc:sldMkLst>
      </pc:sldChg>
      <pc:sldChg chg="del">
        <pc:chgData name="Jeremy Foss" userId="09ac0925-c8bb-438c-a205-6311faa2bcaf" providerId="ADAL" clId="{80EFF3D8-0A6F-4EFB-8162-DAF5D1B32176}" dt="2023-06-01T08:54:35.306" v="6" actId="47"/>
        <pc:sldMkLst>
          <pc:docMk/>
          <pc:sldMk cId="2802110187" sldId="300"/>
        </pc:sldMkLst>
      </pc:sldChg>
      <pc:sldChg chg="add">
        <pc:chgData name="Jeremy Foss" userId="09ac0925-c8bb-438c-a205-6311faa2bcaf" providerId="ADAL" clId="{80EFF3D8-0A6F-4EFB-8162-DAF5D1B32176}" dt="2023-06-01T10:12:21.353" v="23"/>
        <pc:sldMkLst>
          <pc:docMk/>
          <pc:sldMk cId="993619060" sldId="301"/>
        </pc:sldMkLst>
      </pc:sldChg>
      <pc:sldChg chg="del">
        <pc:chgData name="Jeremy Foss" userId="09ac0925-c8bb-438c-a205-6311faa2bcaf" providerId="ADAL" clId="{80EFF3D8-0A6F-4EFB-8162-DAF5D1B32176}" dt="2023-06-01T08:54:35.306" v="6" actId="47"/>
        <pc:sldMkLst>
          <pc:docMk/>
          <pc:sldMk cId="2102565158" sldId="301"/>
        </pc:sldMkLst>
      </pc:sldChg>
      <pc:sldChg chg="del">
        <pc:chgData name="Jeremy Foss" userId="09ac0925-c8bb-438c-a205-6311faa2bcaf" providerId="ADAL" clId="{80EFF3D8-0A6F-4EFB-8162-DAF5D1B32176}" dt="2023-06-01T08:54:35.306" v="6" actId="47"/>
        <pc:sldMkLst>
          <pc:docMk/>
          <pc:sldMk cId="237842668" sldId="302"/>
        </pc:sldMkLst>
      </pc:sldChg>
      <pc:sldChg chg="add">
        <pc:chgData name="Jeremy Foss" userId="09ac0925-c8bb-438c-a205-6311faa2bcaf" providerId="ADAL" clId="{80EFF3D8-0A6F-4EFB-8162-DAF5D1B32176}" dt="2023-06-01T08:58:03.863" v="8"/>
        <pc:sldMkLst>
          <pc:docMk/>
          <pc:sldMk cId="953235898" sldId="302"/>
        </pc:sldMkLst>
      </pc:sldChg>
      <pc:sldChg chg="del">
        <pc:chgData name="Jeremy Foss" userId="09ac0925-c8bb-438c-a205-6311faa2bcaf" providerId="ADAL" clId="{80EFF3D8-0A6F-4EFB-8162-DAF5D1B32176}" dt="2023-06-01T08:54:35.306" v="6" actId="47"/>
        <pc:sldMkLst>
          <pc:docMk/>
          <pc:sldMk cId="1022210098" sldId="303"/>
        </pc:sldMkLst>
      </pc:sldChg>
      <pc:sldChg chg="add">
        <pc:chgData name="Jeremy Foss" userId="09ac0925-c8bb-438c-a205-6311faa2bcaf" providerId="ADAL" clId="{80EFF3D8-0A6F-4EFB-8162-DAF5D1B32176}" dt="2023-06-01T10:12:21.353" v="23"/>
        <pc:sldMkLst>
          <pc:docMk/>
          <pc:sldMk cId="2290658946" sldId="303"/>
        </pc:sldMkLst>
      </pc:sldChg>
      <pc:sldChg chg="del">
        <pc:chgData name="Jeremy Foss" userId="09ac0925-c8bb-438c-a205-6311faa2bcaf" providerId="ADAL" clId="{80EFF3D8-0A6F-4EFB-8162-DAF5D1B32176}" dt="2023-06-01T08:54:35.306" v="6" actId="47"/>
        <pc:sldMkLst>
          <pc:docMk/>
          <pc:sldMk cId="248198742" sldId="304"/>
        </pc:sldMkLst>
      </pc:sldChg>
      <pc:sldChg chg="add">
        <pc:chgData name="Jeremy Foss" userId="09ac0925-c8bb-438c-a205-6311faa2bcaf" providerId="ADAL" clId="{80EFF3D8-0A6F-4EFB-8162-DAF5D1B32176}" dt="2023-06-01T10:12:21.353" v="23"/>
        <pc:sldMkLst>
          <pc:docMk/>
          <pc:sldMk cId="634217796" sldId="304"/>
        </pc:sldMkLst>
      </pc:sldChg>
      <pc:sldChg chg="add">
        <pc:chgData name="Jeremy Foss" userId="09ac0925-c8bb-438c-a205-6311faa2bcaf" providerId="ADAL" clId="{80EFF3D8-0A6F-4EFB-8162-DAF5D1B32176}" dt="2023-06-01T10:12:21.353" v="23"/>
        <pc:sldMkLst>
          <pc:docMk/>
          <pc:sldMk cId="2771308240" sldId="305"/>
        </pc:sldMkLst>
      </pc:sldChg>
      <pc:sldChg chg="del">
        <pc:chgData name="Jeremy Foss" userId="09ac0925-c8bb-438c-a205-6311faa2bcaf" providerId="ADAL" clId="{80EFF3D8-0A6F-4EFB-8162-DAF5D1B32176}" dt="2023-06-01T08:54:35.306" v="6" actId="47"/>
        <pc:sldMkLst>
          <pc:docMk/>
          <pc:sldMk cId="3941389723" sldId="305"/>
        </pc:sldMkLst>
      </pc:sldChg>
      <pc:sldChg chg="add">
        <pc:chgData name="Jeremy Foss" userId="09ac0925-c8bb-438c-a205-6311faa2bcaf" providerId="ADAL" clId="{80EFF3D8-0A6F-4EFB-8162-DAF5D1B32176}" dt="2023-06-01T10:16:48.766" v="30"/>
        <pc:sldMkLst>
          <pc:docMk/>
          <pc:sldMk cId="706089187" sldId="306"/>
        </pc:sldMkLst>
      </pc:sldChg>
      <pc:sldChg chg="add">
        <pc:chgData name="Jeremy Foss" userId="09ac0925-c8bb-438c-a205-6311faa2bcaf" providerId="ADAL" clId="{80EFF3D8-0A6F-4EFB-8162-DAF5D1B32176}" dt="2023-06-01T10:13:58.394" v="25"/>
        <pc:sldMkLst>
          <pc:docMk/>
          <pc:sldMk cId="3874220383" sldId="307"/>
        </pc:sldMkLst>
      </pc:sldChg>
      <pc:sldChg chg="add del">
        <pc:chgData name="Jeremy Foss" userId="09ac0925-c8bb-438c-a205-6311faa2bcaf" providerId="ADAL" clId="{80EFF3D8-0A6F-4EFB-8162-DAF5D1B32176}" dt="2023-06-01T10:19:09.660" v="34" actId="47"/>
        <pc:sldMkLst>
          <pc:docMk/>
          <pc:sldMk cId="2261324747" sldId="310"/>
        </pc:sldMkLst>
      </pc:sldChg>
      <pc:sldChg chg="add">
        <pc:chgData name="Jeremy Foss" userId="09ac0925-c8bb-438c-a205-6311faa2bcaf" providerId="ADAL" clId="{80EFF3D8-0A6F-4EFB-8162-DAF5D1B32176}" dt="2023-06-01T08:59:22.106" v="9"/>
        <pc:sldMkLst>
          <pc:docMk/>
          <pc:sldMk cId="1676612562" sldId="311"/>
        </pc:sldMkLst>
      </pc:sldChg>
      <pc:sldChg chg="add">
        <pc:chgData name="Jeremy Foss" userId="09ac0925-c8bb-438c-a205-6311faa2bcaf" providerId="ADAL" clId="{80EFF3D8-0A6F-4EFB-8162-DAF5D1B32176}" dt="2023-06-01T08:59:22.106" v="9"/>
        <pc:sldMkLst>
          <pc:docMk/>
          <pc:sldMk cId="3004118839" sldId="314"/>
        </pc:sldMkLst>
      </pc:sldChg>
      <pc:sldChg chg="add">
        <pc:chgData name="Jeremy Foss" userId="09ac0925-c8bb-438c-a205-6311faa2bcaf" providerId="ADAL" clId="{80EFF3D8-0A6F-4EFB-8162-DAF5D1B32176}" dt="2023-06-01T10:18:38.799" v="32"/>
        <pc:sldMkLst>
          <pc:docMk/>
          <pc:sldMk cId="2107674196" sldId="316"/>
        </pc:sldMkLst>
      </pc:sldChg>
      <pc:sldChg chg="add">
        <pc:chgData name="Jeremy Foss" userId="09ac0925-c8bb-438c-a205-6311faa2bcaf" providerId="ADAL" clId="{80EFF3D8-0A6F-4EFB-8162-DAF5D1B32176}" dt="2023-06-01T10:18:38.799" v="32"/>
        <pc:sldMkLst>
          <pc:docMk/>
          <pc:sldMk cId="1310796929" sldId="320"/>
        </pc:sldMkLst>
      </pc:sldChg>
      <pc:sldChg chg="add">
        <pc:chgData name="Jeremy Foss" userId="09ac0925-c8bb-438c-a205-6311faa2bcaf" providerId="ADAL" clId="{80EFF3D8-0A6F-4EFB-8162-DAF5D1B32176}" dt="2023-06-01T10:18:38.799" v="32"/>
        <pc:sldMkLst>
          <pc:docMk/>
          <pc:sldMk cId="3749228451" sldId="322"/>
        </pc:sldMkLst>
      </pc:sldChg>
      <pc:sldChg chg="add del">
        <pc:chgData name="Jeremy Foss" userId="09ac0925-c8bb-438c-a205-6311faa2bcaf" providerId="ADAL" clId="{80EFF3D8-0A6F-4EFB-8162-DAF5D1B32176}" dt="2023-06-01T09:00:57.287" v="12"/>
        <pc:sldMkLst>
          <pc:docMk/>
          <pc:sldMk cId="3623020128" sldId="324"/>
        </pc:sldMkLst>
      </pc:sldChg>
      <pc:sldChg chg="add">
        <pc:chgData name="Jeremy Foss" userId="09ac0925-c8bb-438c-a205-6311faa2bcaf" providerId="ADAL" clId="{80EFF3D8-0A6F-4EFB-8162-DAF5D1B32176}" dt="2023-06-01T09:18:48.786" v="19"/>
        <pc:sldMkLst>
          <pc:docMk/>
          <pc:sldMk cId="2772527936" sldId="344"/>
        </pc:sldMkLst>
      </pc:sldChg>
      <pc:sldChg chg="add">
        <pc:chgData name="Jeremy Foss" userId="09ac0925-c8bb-438c-a205-6311faa2bcaf" providerId="ADAL" clId="{80EFF3D8-0A6F-4EFB-8162-DAF5D1B32176}" dt="2023-06-01T10:12:21.353" v="23"/>
        <pc:sldMkLst>
          <pc:docMk/>
          <pc:sldMk cId="2945070597" sldId="346"/>
        </pc:sldMkLst>
      </pc:sldChg>
      <pc:sldChg chg="add del">
        <pc:chgData name="Jeremy Foss" userId="09ac0925-c8bb-438c-a205-6311faa2bcaf" providerId="ADAL" clId="{80EFF3D8-0A6F-4EFB-8162-DAF5D1B32176}" dt="2023-06-01T10:12:26.400" v="24" actId="47"/>
        <pc:sldMkLst>
          <pc:docMk/>
          <pc:sldMk cId="1713760327" sldId="347"/>
        </pc:sldMkLst>
      </pc:sldChg>
      <pc:sldChg chg="add">
        <pc:chgData name="Jeremy Foss" userId="09ac0925-c8bb-438c-a205-6311faa2bcaf" providerId="ADAL" clId="{80EFF3D8-0A6F-4EFB-8162-DAF5D1B32176}" dt="2023-06-01T09:18:48.786" v="19"/>
        <pc:sldMkLst>
          <pc:docMk/>
          <pc:sldMk cId="1566809971" sldId="349"/>
        </pc:sldMkLst>
      </pc:sldChg>
      <pc:sldChg chg="add">
        <pc:chgData name="Jeremy Foss" userId="09ac0925-c8bb-438c-a205-6311faa2bcaf" providerId="ADAL" clId="{80EFF3D8-0A6F-4EFB-8162-DAF5D1B32176}" dt="2023-06-01T10:06:34.267" v="21"/>
        <pc:sldMkLst>
          <pc:docMk/>
          <pc:sldMk cId="239459167" sldId="361"/>
        </pc:sldMkLst>
      </pc:sldChg>
      <pc:sldChg chg="add">
        <pc:chgData name="Jeremy Foss" userId="09ac0925-c8bb-438c-a205-6311faa2bcaf" providerId="ADAL" clId="{80EFF3D8-0A6F-4EFB-8162-DAF5D1B32176}" dt="2023-06-01T10:06:34.267" v="21"/>
        <pc:sldMkLst>
          <pc:docMk/>
          <pc:sldMk cId="1060475838" sldId="362"/>
        </pc:sldMkLst>
      </pc:sldChg>
      <pc:sldChg chg="add">
        <pc:chgData name="Jeremy Foss" userId="09ac0925-c8bb-438c-a205-6311faa2bcaf" providerId="ADAL" clId="{80EFF3D8-0A6F-4EFB-8162-DAF5D1B32176}" dt="2023-06-01T10:06:34.267" v="21"/>
        <pc:sldMkLst>
          <pc:docMk/>
          <pc:sldMk cId="2088189703" sldId="363"/>
        </pc:sldMkLst>
      </pc:sldChg>
      <pc:sldChg chg="add">
        <pc:chgData name="Jeremy Foss" userId="09ac0925-c8bb-438c-a205-6311faa2bcaf" providerId="ADAL" clId="{80EFF3D8-0A6F-4EFB-8162-DAF5D1B32176}" dt="2023-06-01T09:08:17.751" v="17"/>
        <pc:sldMkLst>
          <pc:docMk/>
          <pc:sldMk cId="3592286908" sldId="367"/>
        </pc:sldMkLst>
      </pc:sldChg>
      <pc:sldChg chg="add">
        <pc:chgData name="Jeremy Foss" userId="09ac0925-c8bb-438c-a205-6311faa2bcaf" providerId="ADAL" clId="{80EFF3D8-0A6F-4EFB-8162-DAF5D1B32176}" dt="2023-06-01T09:08:17.751" v="17"/>
        <pc:sldMkLst>
          <pc:docMk/>
          <pc:sldMk cId="566255487" sldId="368"/>
        </pc:sldMkLst>
      </pc:sldChg>
      <pc:sldChg chg="add">
        <pc:chgData name="Jeremy Foss" userId="09ac0925-c8bb-438c-a205-6311faa2bcaf" providerId="ADAL" clId="{80EFF3D8-0A6F-4EFB-8162-DAF5D1B32176}" dt="2023-06-01T09:06:21.243" v="16"/>
        <pc:sldMkLst>
          <pc:docMk/>
          <pc:sldMk cId="3766792144" sldId="370"/>
        </pc:sldMkLst>
      </pc:sldChg>
      <pc:sldChg chg="add">
        <pc:chgData name="Jeremy Foss" userId="09ac0925-c8bb-438c-a205-6311faa2bcaf" providerId="ADAL" clId="{80EFF3D8-0A6F-4EFB-8162-DAF5D1B32176}" dt="2023-06-01T09:06:21.243" v="16"/>
        <pc:sldMkLst>
          <pc:docMk/>
          <pc:sldMk cId="3124407669" sldId="371"/>
        </pc:sldMkLst>
      </pc:sldChg>
      <pc:sldChg chg="add">
        <pc:chgData name="Jeremy Foss" userId="09ac0925-c8bb-438c-a205-6311faa2bcaf" providerId="ADAL" clId="{80EFF3D8-0A6F-4EFB-8162-DAF5D1B32176}" dt="2023-06-01T09:06:21.243" v="16"/>
        <pc:sldMkLst>
          <pc:docMk/>
          <pc:sldMk cId="2957156250" sldId="372"/>
        </pc:sldMkLst>
      </pc:sldChg>
      <pc:sldChg chg="add">
        <pc:chgData name="Jeremy Foss" userId="09ac0925-c8bb-438c-a205-6311faa2bcaf" providerId="ADAL" clId="{80EFF3D8-0A6F-4EFB-8162-DAF5D1B32176}" dt="2023-06-01T09:06:21.243" v="16"/>
        <pc:sldMkLst>
          <pc:docMk/>
          <pc:sldMk cId="3889743531" sldId="373"/>
        </pc:sldMkLst>
      </pc:sldChg>
      <pc:sldChg chg="add">
        <pc:chgData name="Jeremy Foss" userId="09ac0925-c8bb-438c-a205-6311faa2bcaf" providerId="ADAL" clId="{80EFF3D8-0A6F-4EFB-8162-DAF5D1B32176}" dt="2023-06-01T09:06:21.243" v="16"/>
        <pc:sldMkLst>
          <pc:docMk/>
          <pc:sldMk cId="2748671503" sldId="374"/>
        </pc:sldMkLst>
      </pc:sldChg>
      <pc:sldChg chg="add">
        <pc:chgData name="Jeremy Foss" userId="09ac0925-c8bb-438c-a205-6311faa2bcaf" providerId="ADAL" clId="{80EFF3D8-0A6F-4EFB-8162-DAF5D1B32176}" dt="2023-06-01T09:06:21.243" v="16"/>
        <pc:sldMkLst>
          <pc:docMk/>
          <pc:sldMk cId="3792643224" sldId="375"/>
        </pc:sldMkLst>
      </pc:sldChg>
      <pc:sldChg chg="add">
        <pc:chgData name="Jeremy Foss" userId="09ac0925-c8bb-438c-a205-6311faa2bcaf" providerId="ADAL" clId="{80EFF3D8-0A6F-4EFB-8162-DAF5D1B32176}" dt="2023-06-01T09:06:21.243" v="16"/>
        <pc:sldMkLst>
          <pc:docMk/>
          <pc:sldMk cId="3840885176" sldId="376"/>
        </pc:sldMkLst>
      </pc:sldChg>
      <pc:sldChg chg="add">
        <pc:chgData name="Jeremy Foss" userId="09ac0925-c8bb-438c-a205-6311faa2bcaf" providerId="ADAL" clId="{80EFF3D8-0A6F-4EFB-8162-DAF5D1B32176}" dt="2023-06-01T09:10:17.126" v="18"/>
        <pc:sldMkLst>
          <pc:docMk/>
          <pc:sldMk cId="2162052086" sldId="377"/>
        </pc:sldMkLst>
      </pc:sldChg>
      <pc:sldChg chg="add">
        <pc:chgData name="Jeremy Foss" userId="09ac0925-c8bb-438c-a205-6311faa2bcaf" providerId="ADAL" clId="{80EFF3D8-0A6F-4EFB-8162-DAF5D1B32176}" dt="2023-06-01T09:10:17.126" v="18"/>
        <pc:sldMkLst>
          <pc:docMk/>
          <pc:sldMk cId="2978586150" sldId="378"/>
        </pc:sldMkLst>
      </pc:sldChg>
      <pc:sldChg chg="add">
        <pc:chgData name="Jeremy Foss" userId="09ac0925-c8bb-438c-a205-6311faa2bcaf" providerId="ADAL" clId="{80EFF3D8-0A6F-4EFB-8162-DAF5D1B32176}" dt="2023-06-01T09:10:17.126" v="18"/>
        <pc:sldMkLst>
          <pc:docMk/>
          <pc:sldMk cId="54636858" sldId="379"/>
        </pc:sldMkLst>
      </pc:sldChg>
      <pc:sldChg chg="add">
        <pc:chgData name="Jeremy Foss" userId="09ac0925-c8bb-438c-a205-6311faa2bcaf" providerId="ADAL" clId="{80EFF3D8-0A6F-4EFB-8162-DAF5D1B32176}" dt="2023-06-01T10:06:34.267" v="21"/>
        <pc:sldMkLst>
          <pc:docMk/>
          <pc:sldMk cId="594734631" sldId="381"/>
        </pc:sldMkLst>
      </pc:sldChg>
      <pc:sldChg chg="add">
        <pc:chgData name="Jeremy Foss" userId="09ac0925-c8bb-438c-a205-6311faa2bcaf" providerId="ADAL" clId="{80EFF3D8-0A6F-4EFB-8162-DAF5D1B32176}" dt="2023-06-01T10:13:58.394" v="25"/>
        <pc:sldMkLst>
          <pc:docMk/>
          <pc:sldMk cId="0" sldId="395"/>
        </pc:sldMkLst>
      </pc:sldChg>
      <pc:sldChg chg="add">
        <pc:chgData name="Jeremy Foss" userId="09ac0925-c8bb-438c-a205-6311faa2bcaf" providerId="ADAL" clId="{80EFF3D8-0A6F-4EFB-8162-DAF5D1B32176}" dt="2023-06-01T10:06:34.267" v="21"/>
        <pc:sldMkLst>
          <pc:docMk/>
          <pc:sldMk cId="2295327622" sldId="414"/>
        </pc:sldMkLst>
      </pc:sldChg>
      <pc:sldChg chg="add del">
        <pc:chgData name="Jeremy Foss" userId="09ac0925-c8bb-438c-a205-6311faa2bcaf" providerId="ADAL" clId="{80EFF3D8-0A6F-4EFB-8162-DAF5D1B32176}" dt="2023-06-01T09:00:57.287" v="12"/>
        <pc:sldMkLst>
          <pc:docMk/>
          <pc:sldMk cId="3010681830" sldId="435"/>
        </pc:sldMkLst>
      </pc:sldChg>
      <pc:sldChg chg="add del">
        <pc:chgData name="Jeremy Foss" userId="09ac0925-c8bb-438c-a205-6311faa2bcaf" providerId="ADAL" clId="{80EFF3D8-0A6F-4EFB-8162-DAF5D1B32176}" dt="2023-06-01T09:00:57.287" v="12"/>
        <pc:sldMkLst>
          <pc:docMk/>
          <pc:sldMk cId="2045153570" sldId="436"/>
        </pc:sldMkLst>
      </pc:sldChg>
      <pc:sldChg chg="add">
        <pc:chgData name="Jeremy Foss" userId="09ac0925-c8bb-438c-a205-6311faa2bcaf" providerId="ADAL" clId="{80EFF3D8-0A6F-4EFB-8162-DAF5D1B32176}" dt="2023-06-01T10:13:58.394" v="25"/>
        <pc:sldMkLst>
          <pc:docMk/>
          <pc:sldMk cId="0" sldId="439"/>
        </pc:sldMkLst>
      </pc:sldChg>
      <pc:sldChg chg="add">
        <pc:chgData name="Jeremy Foss" userId="09ac0925-c8bb-438c-a205-6311faa2bcaf" providerId="ADAL" clId="{80EFF3D8-0A6F-4EFB-8162-DAF5D1B32176}" dt="2023-06-01T08:56:39.480" v="7"/>
        <pc:sldMkLst>
          <pc:docMk/>
          <pc:sldMk cId="1531936741" sldId="447"/>
        </pc:sldMkLst>
      </pc:sldChg>
      <pc:sldChg chg="add">
        <pc:chgData name="Jeremy Foss" userId="09ac0925-c8bb-438c-a205-6311faa2bcaf" providerId="ADAL" clId="{80EFF3D8-0A6F-4EFB-8162-DAF5D1B32176}" dt="2023-06-01T08:58:03.863" v="8"/>
        <pc:sldMkLst>
          <pc:docMk/>
          <pc:sldMk cId="1321747631" sldId="448"/>
        </pc:sldMkLst>
      </pc:sldChg>
      <pc:sldChg chg="add">
        <pc:chgData name="Jeremy Foss" userId="09ac0925-c8bb-438c-a205-6311faa2bcaf" providerId="ADAL" clId="{80EFF3D8-0A6F-4EFB-8162-DAF5D1B32176}" dt="2023-06-01T10:13:58.394" v="25"/>
        <pc:sldMkLst>
          <pc:docMk/>
          <pc:sldMk cId="941856288" sldId="452"/>
        </pc:sldMkLst>
      </pc:sldChg>
      <pc:sldChg chg="add">
        <pc:chgData name="Jeremy Foss" userId="09ac0925-c8bb-438c-a205-6311faa2bcaf" providerId="ADAL" clId="{80EFF3D8-0A6F-4EFB-8162-DAF5D1B32176}" dt="2023-06-01T10:13:58.394" v="25"/>
        <pc:sldMkLst>
          <pc:docMk/>
          <pc:sldMk cId="3474851702" sldId="464"/>
        </pc:sldMkLst>
      </pc:sldChg>
      <pc:sldChg chg="add">
        <pc:chgData name="Jeremy Foss" userId="09ac0925-c8bb-438c-a205-6311faa2bcaf" providerId="ADAL" clId="{80EFF3D8-0A6F-4EFB-8162-DAF5D1B32176}" dt="2023-06-01T10:13:58.394" v="25"/>
        <pc:sldMkLst>
          <pc:docMk/>
          <pc:sldMk cId="3683685084" sldId="465"/>
        </pc:sldMkLst>
      </pc:sldChg>
      <pc:sldChg chg="add">
        <pc:chgData name="Jeremy Foss" userId="09ac0925-c8bb-438c-a205-6311faa2bcaf" providerId="ADAL" clId="{80EFF3D8-0A6F-4EFB-8162-DAF5D1B32176}" dt="2023-06-01T10:13:58.394" v="25"/>
        <pc:sldMkLst>
          <pc:docMk/>
          <pc:sldMk cId="0" sldId="467"/>
        </pc:sldMkLst>
      </pc:sldChg>
      <pc:sldChg chg="add">
        <pc:chgData name="Jeremy Foss" userId="09ac0925-c8bb-438c-a205-6311faa2bcaf" providerId="ADAL" clId="{80EFF3D8-0A6F-4EFB-8162-DAF5D1B32176}" dt="2023-06-01T10:13:58.394" v="25"/>
        <pc:sldMkLst>
          <pc:docMk/>
          <pc:sldMk cId="18853603" sldId="468"/>
        </pc:sldMkLst>
      </pc:sldChg>
      <pc:sldChg chg="add">
        <pc:chgData name="Jeremy Foss" userId="09ac0925-c8bb-438c-a205-6311faa2bcaf" providerId="ADAL" clId="{80EFF3D8-0A6F-4EFB-8162-DAF5D1B32176}" dt="2023-06-01T10:13:58.394" v="25"/>
        <pc:sldMkLst>
          <pc:docMk/>
          <pc:sldMk cId="2186277700" sldId="477"/>
        </pc:sldMkLst>
      </pc:sldChg>
      <pc:sldChg chg="add">
        <pc:chgData name="Jeremy Foss" userId="09ac0925-c8bb-438c-a205-6311faa2bcaf" providerId="ADAL" clId="{80EFF3D8-0A6F-4EFB-8162-DAF5D1B32176}" dt="2023-06-01T10:13:58.394" v="25"/>
        <pc:sldMkLst>
          <pc:docMk/>
          <pc:sldMk cId="2785368986" sldId="488"/>
        </pc:sldMkLst>
      </pc:sldChg>
      <pc:sldChg chg="add">
        <pc:chgData name="Jeremy Foss" userId="09ac0925-c8bb-438c-a205-6311faa2bcaf" providerId="ADAL" clId="{80EFF3D8-0A6F-4EFB-8162-DAF5D1B32176}" dt="2023-06-01T10:13:58.394" v="25"/>
        <pc:sldMkLst>
          <pc:docMk/>
          <pc:sldMk cId="1904015905" sldId="489"/>
        </pc:sldMkLst>
      </pc:sldChg>
      <pc:sldChg chg="add">
        <pc:chgData name="Jeremy Foss" userId="09ac0925-c8bb-438c-a205-6311faa2bcaf" providerId="ADAL" clId="{80EFF3D8-0A6F-4EFB-8162-DAF5D1B32176}" dt="2023-06-01T10:06:34.267" v="21"/>
        <pc:sldMkLst>
          <pc:docMk/>
          <pc:sldMk cId="3388882794" sldId="540"/>
        </pc:sldMkLst>
      </pc:sldChg>
      <pc:sldChg chg="add">
        <pc:chgData name="Jeremy Foss" userId="09ac0925-c8bb-438c-a205-6311faa2bcaf" providerId="ADAL" clId="{80EFF3D8-0A6F-4EFB-8162-DAF5D1B32176}" dt="2023-06-01T10:06:34.267" v="21"/>
        <pc:sldMkLst>
          <pc:docMk/>
          <pc:sldMk cId="2254518164" sldId="541"/>
        </pc:sldMkLst>
      </pc:sldChg>
      <pc:sldChg chg="add">
        <pc:chgData name="Jeremy Foss" userId="09ac0925-c8bb-438c-a205-6311faa2bcaf" providerId="ADAL" clId="{80EFF3D8-0A6F-4EFB-8162-DAF5D1B32176}" dt="2023-06-01T10:06:34.267" v="21"/>
        <pc:sldMkLst>
          <pc:docMk/>
          <pc:sldMk cId="4176967447" sldId="550"/>
        </pc:sldMkLst>
      </pc:sldChg>
      <pc:sldChg chg="add">
        <pc:chgData name="Jeremy Foss" userId="09ac0925-c8bb-438c-a205-6311faa2bcaf" providerId="ADAL" clId="{80EFF3D8-0A6F-4EFB-8162-DAF5D1B32176}" dt="2023-06-01T09:08:17.751" v="17"/>
        <pc:sldMkLst>
          <pc:docMk/>
          <pc:sldMk cId="807134439" sldId="553"/>
        </pc:sldMkLst>
      </pc:sldChg>
      <pc:sldChg chg="add">
        <pc:chgData name="Jeremy Foss" userId="09ac0925-c8bb-438c-a205-6311faa2bcaf" providerId="ADAL" clId="{80EFF3D8-0A6F-4EFB-8162-DAF5D1B32176}" dt="2023-06-01T09:08:17.751" v="17"/>
        <pc:sldMkLst>
          <pc:docMk/>
          <pc:sldMk cId="2912269473" sldId="574"/>
        </pc:sldMkLst>
      </pc:sldChg>
      <pc:sldChg chg="add">
        <pc:chgData name="Jeremy Foss" userId="09ac0925-c8bb-438c-a205-6311faa2bcaf" providerId="ADAL" clId="{80EFF3D8-0A6F-4EFB-8162-DAF5D1B32176}" dt="2023-06-01T09:08:17.751" v="17"/>
        <pc:sldMkLst>
          <pc:docMk/>
          <pc:sldMk cId="3958934233" sldId="576"/>
        </pc:sldMkLst>
      </pc:sldChg>
      <pc:sldChg chg="add">
        <pc:chgData name="Jeremy Foss" userId="09ac0925-c8bb-438c-a205-6311faa2bcaf" providerId="ADAL" clId="{80EFF3D8-0A6F-4EFB-8162-DAF5D1B32176}" dt="2023-06-01T09:10:17.126" v="18"/>
        <pc:sldMkLst>
          <pc:docMk/>
          <pc:sldMk cId="3048499744" sldId="599"/>
        </pc:sldMkLst>
      </pc:sldChg>
      <pc:sldChg chg="add">
        <pc:chgData name="Jeremy Foss" userId="09ac0925-c8bb-438c-a205-6311faa2bcaf" providerId="ADAL" clId="{80EFF3D8-0A6F-4EFB-8162-DAF5D1B32176}" dt="2023-06-01T09:08:17.751" v="17"/>
        <pc:sldMkLst>
          <pc:docMk/>
          <pc:sldMk cId="461012216" sldId="604"/>
        </pc:sldMkLst>
      </pc:sldChg>
      <pc:sldChg chg="add">
        <pc:chgData name="Jeremy Foss" userId="09ac0925-c8bb-438c-a205-6311faa2bcaf" providerId="ADAL" clId="{80EFF3D8-0A6F-4EFB-8162-DAF5D1B32176}" dt="2023-06-01T09:08:17.751" v="17"/>
        <pc:sldMkLst>
          <pc:docMk/>
          <pc:sldMk cId="2621066428" sldId="620"/>
        </pc:sldMkLst>
      </pc:sldChg>
      <pc:sldChg chg="add">
        <pc:chgData name="Jeremy Foss" userId="09ac0925-c8bb-438c-a205-6311faa2bcaf" providerId="ADAL" clId="{80EFF3D8-0A6F-4EFB-8162-DAF5D1B32176}" dt="2023-06-01T09:06:21.243" v="16"/>
        <pc:sldMkLst>
          <pc:docMk/>
          <pc:sldMk cId="1559732150" sldId="623"/>
        </pc:sldMkLst>
      </pc:sldChg>
      <pc:sldChg chg="add">
        <pc:chgData name="Jeremy Foss" userId="09ac0925-c8bb-438c-a205-6311faa2bcaf" providerId="ADAL" clId="{80EFF3D8-0A6F-4EFB-8162-DAF5D1B32176}" dt="2023-06-01T09:08:17.751" v="17"/>
        <pc:sldMkLst>
          <pc:docMk/>
          <pc:sldMk cId="2228227140" sldId="625"/>
        </pc:sldMkLst>
      </pc:sldChg>
      <pc:sldChg chg="add">
        <pc:chgData name="Jeremy Foss" userId="09ac0925-c8bb-438c-a205-6311faa2bcaf" providerId="ADAL" clId="{80EFF3D8-0A6F-4EFB-8162-DAF5D1B32176}" dt="2023-06-01T08:58:03.863" v="8"/>
        <pc:sldMkLst>
          <pc:docMk/>
          <pc:sldMk cId="3330491516" sldId="658"/>
        </pc:sldMkLst>
      </pc:sldChg>
      <pc:sldChg chg="add">
        <pc:chgData name="Jeremy Foss" userId="09ac0925-c8bb-438c-a205-6311faa2bcaf" providerId="ADAL" clId="{80EFF3D8-0A6F-4EFB-8162-DAF5D1B32176}" dt="2023-06-01T08:58:03.863" v="8"/>
        <pc:sldMkLst>
          <pc:docMk/>
          <pc:sldMk cId="3966869730" sldId="661"/>
        </pc:sldMkLst>
      </pc:sldChg>
      <pc:sldChg chg="add del">
        <pc:chgData name="Jeremy Foss" userId="09ac0925-c8bb-438c-a205-6311faa2bcaf" providerId="ADAL" clId="{80EFF3D8-0A6F-4EFB-8162-DAF5D1B32176}" dt="2023-06-01T10:19:15.620" v="35" actId="47"/>
        <pc:sldMkLst>
          <pc:docMk/>
          <pc:sldMk cId="3353869438" sldId="662"/>
        </pc:sldMkLst>
      </pc:sldChg>
      <pc:sldChg chg="add del">
        <pc:chgData name="Jeremy Foss" userId="09ac0925-c8bb-438c-a205-6311faa2bcaf" providerId="ADAL" clId="{80EFF3D8-0A6F-4EFB-8162-DAF5D1B32176}" dt="2023-06-01T10:19:15.620" v="35" actId="47"/>
        <pc:sldMkLst>
          <pc:docMk/>
          <pc:sldMk cId="1175440010" sldId="663"/>
        </pc:sldMkLst>
      </pc:sldChg>
      <pc:sldChg chg="add del">
        <pc:chgData name="Jeremy Foss" userId="09ac0925-c8bb-438c-a205-6311faa2bcaf" providerId="ADAL" clId="{80EFF3D8-0A6F-4EFB-8162-DAF5D1B32176}" dt="2023-06-01T10:19:15.620" v="35" actId="47"/>
        <pc:sldMkLst>
          <pc:docMk/>
          <pc:sldMk cId="3251735293" sldId="664"/>
        </pc:sldMkLst>
      </pc:sldChg>
      <pc:sldChg chg="add del">
        <pc:chgData name="Jeremy Foss" userId="09ac0925-c8bb-438c-a205-6311faa2bcaf" providerId="ADAL" clId="{80EFF3D8-0A6F-4EFB-8162-DAF5D1B32176}" dt="2023-06-01T10:19:15.620" v="35" actId="47"/>
        <pc:sldMkLst>
          <pc:docMk/>
          <pc:sldMk cId="1180271881" sldId="665"/>
        </pc:sldMkLst>
      </pc:sldChg>
      <pc:sldChg chg="add del">
        <pc:chgData name="Jeremy Foss" userId="09ac0925-c8bb-438c-a205-6311faa2bcaf" providerId="ADAL" clId="{80EFF3D8-0A6F-4EFB-8162-DAF5D1B32176}" dt="2023-06-01T10:19:15.620" v="35" actId="47"/>
        <pc:sldMkLst>
          <pc:docMk/>
          <pc:sldMk cId="801293352" sldId="666"/>
        </pc:sldMkLst>
      </pc:sldChg>
      <pc:sldChg chg="add del">
        <pc:chgData name="Jeremy Foss" userId="09ac0925-c8bb-438c-a205-6311faa2bcaf" providerId="ADAL" clId="{80EFF3D8-0A6F-4EFB-8162-DAF5D1B32176}" dt="2023-06-01T10:19:15.620" v="35" actId="47"/>
        <pc:sldMkLst>
          <pc:docMk/>
          <pc:sldMk cId="747865863" sldId="667"/>
        </pc:sldMkLst>
      </pc:sldChg>
      <pc:sldChg chg="add del">
        <pc:chgData name="Jeremy Foss" userId="09ac0925-c8bb-438c-a205-6311faa2bcaf" providerId="ADAL" clId="{80EFF3D8-0A6F-4EFB-8162-DAF5D1B32176}" dt="2023-06-01T10:19:15.620" v="35" actId="47"/>
        <pc:sldMkLst>
          <pc:docMk/>
          <pc:sldMk cId="2313558614" sldId="668"/>
        </pc:sldMkLst>
      </pc:sldChg>
      <pc:sldChg chg="add del">
        <pc:chgData name="Jeremy Foss" userId="09ac0925-c8bb-438c-a205-6311faa2bcaf" providerId="ADAL" clId="{80EFF3D8-0A6F-4EFB-8162-DAF5D1B32176}" dt="2023-06-01T10:19:15.620" v="35" actId="47"/>
        <pc:sldMkLst>
          <pc:docMk/>
          <pc:sldMk cId="1104150626" sldId="669"/>
        </pc:sldMkLst>
      </pc:sldChg>
      <pc:sldChg chg="add del">
        <pc:chgData name="Jeremy Foss" userId="09ac0925-c8bb-438c-a205-6311faa2bcaf" providerId="ADAL" clId="{80EFF3D8-0A6F-4EFB-8162-DAF5D1B32176}" dt="2023-06-01T10:19:15.620" v="35" actId="47"/>
        <pc:sldMkLst>
          <pc:docMk/>
          <pc:sldMk cId="1884155213" sldId="670"/>
        </pc:sldMkLst>
      </pc:sldChg>
      <pc:sldChg chg="add">
        <pc:chgData name="Jeremy Foss" userId="09ac0925-c8bb-438c-a205-6311faa2bcaf" providerId="ADAL" clId="{80EFF3D8-0A6F-4EFB-8162-DAF5D1B32176}" dt="2023-06-01T08:59:22.106" v="9"/>
        <pc:sldMkLst>
          <pc:docMk/>
          <pc:sldMk cId="1542438973" sldId="671"/>
        </pc:sldMkLst>
      </pc:sldChg>
      <pc:sldChg chg="add del">
        <pc:chgData name="Jeremy Foss" userId="09ac0925-c8bb-438c-a205-6311faa2bcaf" providerId="ADAL" clId="{80EFF3D8-0A6F-4EFB-8162-DAF5D1B32176}" dt="2023-06-01T10:19:35.372" v="36" actId="47"/>
        <pc:sldMkLst>
          <pc:docMk/>
          <pc:sldMk cId="0" sldId="672"/>
        </pc:sldMkLst>
      </pc:sldChg>
      <pc:sldChg chg="add del">
        <pc:chgData name="Jeremy Foss" userId="09ac0925-c8bb-438c-a205-6311faa2bcaf" providerId="ADAL" clId="{80EFF3D8-0A6F-4EFB-8162-DAF5D1B32176}" dt="2023-06-01T09:01:10.775" v="14"/>
        <pc:sldMkLst>
          <pc:docMk/>
          <pc:sldMk cId="1172479007" sldId="672"/>
        </pc:sldMkLst>
      </pc:sldChg>
      <pc:sldChg chg="add del">
        <pc:chgData name="Jeremy Foss" userId="09ac0925-c8bb-438c-a205-6311faa2bcaf" providerId="ADAL" clId="{80EFF3D8-0A6F-4EFB-8162-DAF5D1B32176}" dt="2023-06-01T09:00:23.811" v="11"/>
        <pc:sldMkLst>
          <pc:docMk/>
          <pc:sldMk cId="2702835207" sldId="672"/>
        </pc:sldMkLst>
      </pc:sldChg>
      <pc:sldChg chg="add del">
        <pc:chgData name="Jeremy Foss" userId="09ac0925-c8bb-438c-a205-6311faa2bcaf" providerId="ADAL" clId="{80EFF3D8-0A6F-4EFB-8162-DAF5D1B32176}" dt="2023-06-01T09:00:23.811" v="11"/>
        <pc:sldMkLst>
          <pc:docMk/>
          <pc:sldMk cId="1011411429" sldId="673"/>
        </pc:sldMkLst>
      </pc:sldChg>
      <pc:sldChg chg="add del">
        <pc:chgData name="Jeremy Foss" userId="09ac0925-c8bb-438c-a205-6311faa2bcaf" providerId="ADAL" clId="{80EFF3D8-0A6F-4EFB-8162-DAF5D1B32176}" dt="2023-06-01T09:01:10.775" v="14"/>
        <pc:sldMkLst>
          <pc:docMk/>
          <pc:sldMk cId="1632265379" sldId="673"/>
        </pc:sldMkLst>
      </pc:sldChg>
      <pc:sldChg chg="add del">
        <pc:chgData name="Jeremy Foss" userId="09ac0925-c8bb-438c-a205-6311faa2bcaf" providerId="ADAL" clId="{80EFF3D8-0A6F-4EFB-8162-DAF5D1B32176}" dt="2023-06-01T09:01:10.775" v="14"/>
        <pc:sldMkLst>
          <pc:docMk/>
          <pc:sldMk cId="1370433659" sldId="674"/>
        </pc:sldMkLst>
      </pc:sldChg>
      <pc:sldChg chg="add del">
        <pc:chgData name="Jeremy Foss" userId="09ac0925-c8bb-438c-a205-6311faa2bcaf" providerId="ADAL" clId="{80EFF3D8-0A6F-4EFB-8162-DAF5D1B32176}" dt="2023-06-01T09:00:23.811" v="11"/>
        <pc:sldMkLst>
          <pc:docMk/>
          <pc:sldMk cId="1957867176" sldId="674"/>
        </pc:sldMkLst>
      </pc:sldChg>
      <pc:sldChg chg="add del">
        <pc:chgData name="Jeremy Foss" userId="09ac0925-c8bb-438c-a205-6311faa2bcaf" providerId="ADAL" clId="{80EFF3D8-0A6F-4EFB-8162-DAF5D1B32176}" dt="2023-06-01T09:00:23.811" v="11"/>
        <pc:sldMkLst>
          <pc:docMk/>
          <pc:sldMk cId="35562821" sldId="675"/>
        </pc:sldMkLst>
      </pc:sldChg>
      <pc:sldChg chg="add del">
        <pc:chgData name="Jeremy Foss" userId="09ac0925-c8bb-438c-a205-6311faa2bcaf" providerId="ADAL" clId="{80EFF3D8-0A6F-4EFB-8162-DAF5D1B32176}" dt="2023-06-01T09:00:23.811" v="11"/>
        <pc:sldMkLst>
          <pc:docMk/>
          <pc:sldMk cId="3522848268" sldId="676"/>
        </pc:sldMkLst>
      </pc:sldChg>
      <pc:sldChg chg="add del">
        <pc:chgData name="Jeremy Foss" userId="09ac0925-c8bb-438c-a205-6311faa2bcaf" providerId="ADAL" clId="{80EFF3D8-0A6F-4EFB-8162-DAF5D1B32176}" dt="2023-06-01T09:00:23.811" v="11"/>
        <pc:sldMkLst>
          <pc:docMk/>
          <pc:sldMk cId="1133282543" sldId="677"/>
        </pc:sldMkLst>
      </pc:sldChg>
      <pc:sldChg chg="add del">
        <pc:chgData name="Jeremy Foss" userId="09ac0925-c8bb-438c-a205-6311faa2bcaf" providerId="ADAL" clId="{80EFF3D8-0A6F-4EFB-8162-DAF5D1B32176}" dt="2023-06-01T09:00:23.811" v="11"/>
        <pc:sldMkLst>
          <pc:docMk/>
          <pc:sldMk cId="3952020312" sldId="678"/>
        </pc:sldMkLst>
      </pc:sldChg>
      <pc:sldChg chg="add del">
        <pc:chgData name="Jeremy Foss" userId="09ac0925-c8bb-438c-a205-6311faa2bcaf" providerId="ADAL" clId="{80EFF3D8-0A6F-4EFB-8162-DAF5D1B32176}" dt="2023-06-01T09:00:23.811" v="11"/>
        <pc:sldMkLst>
          <pc:docMk/>
          <pc:sldMk cId="2095003277" sldId="679"/>
        </pc:sldMkLst>
      </pc:sldChg>
      <pc:sldChg chg="add del">
        <pc:chgData name="Jeremy Foss" userId="09ac0925-c8bb-438c-a205-6311faa2bcaf" providerId="ADAL" clId="{80EFF3D8-0A6F-4EFB-8162-DAF5D1B32176}" dt="2023-06-01T09:00:23.811" v="11"/>
        <pc:sldMkLst>
          <pc:docMk/>
          <pc:sldMk cId="3903028311" sldId="680"/>
        </pc:sldMkLst>
      </pc:sldChg>
      <pc:sldChg chg="add del">
        <pc:chgData name="Jeremy Foss" userId="09ac0925-c8bb-438c-a205-6311faa2bcaf" providerId="ADAL" clId="{80EFF3D8-0A6F-4EFB-8162-DAF5D1B32176}" dt="2023-06-01T09:00:23.811" v="11"/>
        <pc:sldMkLst>
          <pc:docMk/>
          <pc:sldMk cId="645009360" sldId="681"/>
        </pc:sldMkLst>
      </pc:sldChg>
      <pc:sldChg chg="add del">
        <pc:chgData name="Jeremy Foss" userId="09ac0925-c8bb-438c-a205-6311faa2bcaf" providerId="ADAL" clId="{80EFF3D8-0A6F-4EFB-8162-DAF5D1B32176}" dt="2023-06-01T09:00:23.811" v="11"/>
        <pc:sldMkLst>
          <pc:docMk/>
          <pc:sldMk cId="3053312828" sldId="682"/>
        </pc:sldMkLst>
      </pc:sldChg>
      <pc:sldChg chg="add del">
        <pc:chgData name="Jeremy Foss" userId="09ac0925-c8bb-438c-a205-6311faa2bcaf" providerId="ADAL" clId="{80EFF3D8-0A6F-4EFB-8162-DAF5D1B32176}" dt="2023-06-01T09:00:23.811" v="11"/>
        <pc:sldMkLst>
          <pc:docMk/>
          <pc:sldMk cId="2638542001" sldId="683"/>
        </pc:sldMkLst>
      </pc:sldChg>
      <pc:sldChg chg="add del">
        <pc:chgData name="Jeremy Foss" userId="09ac0925-c8bb-438c-a205-6311faa2bcaf" providerId="ADAL" clId="{80EFF3D8-0A6F-4EFB-8162-DAF5D1B32176}" dt="2023-06-01T09:00:23.811" v="11"/>
        <pc:sldMkLst>
          <pc:docMk/>
          <pc:sldMk cId="4281696008" sldId="684"/>
        </pc:sldMkLst>
      </pc:sldChg>
      <pc:sldChg chg="add">
        <pc:chgData name="Jeremy Foss" userId="09ac0925-c8bb-438c-a205-6311faa2bcaf" providerId="ADAL" clId="{80EFF3D8-0A6F-4EFB-8162-DAF5D1B32176}" dt="2023-06-01T10:18:38.799" v="32"/>
        <pc:sldMkLst>
          <pc:docMk/>
          <pc:sldMk cId="878200210" sldId="768"/>
        </pc:sldMkLst>
      </pc:sldChg>
      <pc:sldChg chg="add">
        <pc:chgData name="Jeremy Foss" userId="09ac0925-c8bb-438c-a205-6311faa2bcaf" providerId="ADAL" clId="{80EFF3D8-0A6F-4EFB-8162-DAF5D1B32176}" dt="2023-06-01T09:10:17.126" v="18"/>
        <pc:sldMkLst>
          <pc:docMk/>
          <pc:sldMk cId="1906852280" sldId="807"/>
        </pc:sldMkLst>
      </pc:sldChg>
      <pc:sldChg chg="add">
        <pc:chgData name="Jeremy Foss" userId="09ac0925-c8bb-438c-a205-6311faa2bcaf" providerId="ADAL" clId="{80EFF3D8-0A6F-4EFB-8162-DAF5D1B32176}" dt="2023-06-01T09:10:17.126" v="18"/>
        <pc:sldMkLst>
          <pc:docMk/>
          <pc:sldMk cId="914894685" sldId="808"/>
        </pc:sldMkLst>
      </pc:sldChg>
      <pc:sldChg chg="add">
        <pc:chgData name="Jeremy Foss" userId="09ac0925-c8bb-438c-a205-6311faa2bcaf" providerId="ADAL" clId="{80EFF3D8-0A6F-4EFB-8162-DAF5D1B32176}" dt="2023-06-01T09:10:17.126" v="18"/>
        <pc:sldMkLst>
          <pc:docMk/>
          <pc:sldMk cId="2267765298" sldId="809"/>
        </pc:sldMkLst>
      </pc:sldChg>
      <pc:sldChg chg="add">
        <pc:chgData name="Jeremy Foss" userId="09ac0925-c8bb-438c-a205-6311faa2bcaf" providerId="ADAL" clId="{80EFF3D8-0A6F-4EFB-8162-DAF5D1B32176}" dt="2023-06-01T09:10:17.126" v="18"/>
        <pc:sldMkLst>
          <pc:docMk/>
          <pc:sldMk cId="303227752" sldId="810"/>
        </pc:sldMkLst>
      </pc:sldChg>
      <pc:sldChg chg="add">
        <pc:chgData name="Jeremy Foss" userId="09ac0925-c8bb-438c-a205-6311faa2bcaf" providerId="ADAL" clId="{80EFF3D8-0A6F-4EFB-8162-DAF5D1B32176}" dt="2023-06-01T09:10:17.126" v="18"/>
        <pc:sldMkLst>
          <pc:docMk/>
          <pc:sldMk cId="3640040962" sldId="811"/>
        </pc:sldMkLst>
      </pc:sldChg>
      <pc:sldChg chg="add">
        <pc:chgData name="Jeremy Foss" userId="09ac0925-c8bb-438c-a205-6311faa2bcaf" providerId="ADAL" clId="{80EFF3D8-0A6F-4EFB-8162-DAF5D1B32176}" dt="2023-06-01T09:10:17.126" v="18"/>
        <pc:sldMkLst>
          <pc:docMk/>
          <pc:sldMk cId="1534066952" sldId="812"/>
        </pc:sldMkLst>
      </pc:sldChg>
      <pc:sldChg chg="add">
        <pc:chgData name="Jeremy Foss" userId="09ac0925-c8bb-438c-a205-6311faa2bcaf" providerId="ADAL" clId="{80EFF3D8-0A6F-4EFB-8162-DAF5D1B32176}" dt="2023-06-01T09:18:48.786" v="19"/>
        <pc:sldMkLst>
          <pc:docMk/>
          <pc:sldMk cId="1657470214" sldId="813"/>
        </pc:sldMkLst>
      </pc:sldChg>
      <pc:sldChg chg="add">
        <pc:chgData name="Jeremy Foss" userId="09ac0925-c8bb-438c-a205-6311faa2bcaf" providerId="ADAL" clId="{80EFF3D8-0A6F-4EFB-8162-DAF5D1B32176}" dt="2023-06-01T09:18:48.786" v="19"/>
        <pc:sldMkLst>
          <pc:docMk/>
          <pc:sldMk cId="1915467423" sldId="814"/>
        </pc:sldMkLst>
      </pc:sldChg>
      <pc:sldChg chg="add">
        <pc:chgData name="Jeremy Foss" userId="09ac0925-c8bb-438c-a205-6311faa2bcaf" providerId="ADAL" clId="{80EFF3D8-0A6F-4EFB-8162-DAF5D1B32176}" dt="2023-06-01T10:08:07.759" v="22"/>
        <pc:sldMkLst>
          <pc:docMk/>
          <pc:sldMk cId="3495564193" sldId="815"/>
        </pc:sldMkLst>
      </pc:sldChg>
      <pc:sldChg chg="add">
        <pc:chgData name="Jeremy Foss" userId="09ac0925-c8bb-438c-a205-6311faa2bcaf" providerId="ADAL" clId="{80EFF3D8-0A6F-4EFB-8162-DAF5D1B32176}" dt="2023-06-01T10:18:38.799" v="32"/>
        <pc:sldMkLst>
          <pc:docMk/>
          <pc:sldMk cId="4221183784" sldId="820"/>
        </pc:sldMkLst>
      </pc:sldChg>
      <pc:sldChg chg="add">
        <pc:chgData name="Jeremy Foss" userId="09ac0925-c8bb-438c-a205-6311faa2bcaf" providerId="ADAL" clId="{80EFF3D8-0A6F-4EFB-8162-DAF5D1B32176}" dt="2023-06-01T10:18:38.799" v="32"/>
        <pc:sldMkLst>
          <pc:docMk/>
          <pc:sldMk cId="2829411462" sldId="835"/>
        </pc:sldMkLst>
      </pc:sldChg>
      <pc:sldChg chg="add">
        <pc:chgData name="Jeremy Foss" userId="09ac0925-c8bb-438c-a205-6311faa2bcaf" providerId="ADAL" clId="{80EFF3D8-0A6F-4EFB-8162-DAF5D1B32176}" dt="2023-06-01T10:12:21.353" v="23"/>
        <pc:sldMkLst>
          <pc:docMk/>
          <pc:sldMk cId="116896425" sldId="869"/>
        </pc:sldMkLst>
      </pc:sldChg>
      <pc:sldChg chg="add">
        <pc:chgData name="Jeremy Foss" userId="09ac0925-c8bb-438c-a205-6311faa2bcaf" providerId="ADAL" clId="{80EFF3D8-0A6F-4EFB-8162-DAF5D1B32176}" dt="2023-06-01T10:12:21.353" v="23"/>
        <pc:sldMkLst>
          <pc:docMk/>
          <pc:sldMk cId="2651291535" sldId="870"/>
        </pc:sldMkLst>
      </pc:sldChg>
      <pc:sldChg chg="add">
        <pc:chgData name="Jeremy Foss" userId="09ac0925-c8bb-438c-a205-6311faa2bcaf" providerId="ADAL" clId="{80EFF3D8-0A6F-4EFB-8162-DAF5D1B32176}" dt="2023-06-01T10:12:21.353" v="23"/>
        <pc:sldMkLst>
          <pc:docMk/>
          <pc:sldMk cId="1496341237" sldId="871"/>
        </pc:sldMkLst>
      </pc:sldChg>
      <pc:sldChg chg="add">
        <pc:chgData name="Jeremy Foss" userId="09ac0925-c8bb-438c-a205-6311faa2bcaf" providerId="ADAL" clId="{80EFF3D8-0A6F-4EFB-8162-DAF5D1B32176}" dt="2023-06-01T10:12:21.353" v="23"/>
        <pc:sldMkLst>
          <pc:docMk/>
          <pc:sldMk cId="3155275732" sldId="872"/>
        </pc:sldMkLst>
      </pc:sldChg>
      <pc:sldChg chg="add">
        <pc:chgData name="Jeremy Foss" userId="09ac0925-c8bb-438c-a205-6311faa2bcaf" providerId="ADAL" clId="{80EFF3D8-0A6F-4EFB-8162-DAF5D1B32176}" dt="2023-06-01T10:12:21.353" v="23"/>
        <pc:sldMkLst>
          <pc:docMk/>
          <pc:sldMk cId="245758960" sldId="874"/>
        </pc:sldMkLst>
      </pc:sldChg>
      <pc:sldChg chg="add">
        <pc:chgData name="Jeremy Foss" userId="09ac0925-c8bb-438c-a205-6311faa2bcaf" providerId="ADAL" clId="{80EFF3D8-0A6F-4EFB-8162-DAF5D1B32176}" dt="2023-06-01T10:08:07.759" v="22"/>
        <pc:sldMkLst>
          <pc:docMk/>
          <pc:sldMk cId="4147782657" sldId="881"/>
        </pc:sldMkLst>
      </pc:sldChg>
      <pc:sldChg chg="add">
        <pc:chgData name="Jeremy Foss" userId="09ac0925-c8bb-438c-a205-6311faa2bcaf" providerId="ADAL" clId="{80EFF3D8-0A6F-4EFB-8162-DAF5D1B32176}" dt="2023-06-01T10:08:07.759" v="22"/>
        <pc:sldMkLst>
          <pc:docMk/>
          <pc:sldMk cId="210226179" sldId="882"/>
        </pc:sldMkLst>
      </pc:sldChg>
      <pc:sldChg chg="add">
        <pc:chgData name="Jeremy Foss" userId="09ac0925-c8bb-438c-a205-6311faa2bcaf" providerId="ADAL" clId="{80EFF3D8-0A6F-4EFB-8162-DAF5D1B32176}" dt="2023-06-01T10:12:21.353" v="23"/>
        <pc:sldMkLst>
          <pc:docMk/>
          <pc:sldMk cId="1173903542" sldId="883"/>
        </pc:sldMkLst>
      </pc:sldChg>
      <pc:sldChg chg="add">
        <pc:chgData name="Jeremy Foss" userId="09ac0925-c8bb-438c-a205-6311faa2bcaf" providerId="ADAL" clId="{80EFF3D8-0A6F-4EFB-8162-DAF5D1B32176}" dt="2023-06-01T10:12:21.353" v="23"/>
        <pc:sldMkLst>
          <pc:docMk/>
          <pc:sldMk cId="1721077532" sldId="884"/>
        </pc:sldMkLst>
      </pc:sldChg>
      <pc:sldChg chg="add">
        <pc:chgData name="Jeremy Foss" userId="09ac0925-c8bb-438c-a205-6311faa2bcaf" providerId="ADAL" clId="{80EFF3D8-0A6F-4EFB-8162-DAF5D1B32176}" dt="2023-06-01T10:13:58.394" v="25"/>
        <pc:sldMkLst>
          <pc:docMk/>
          <pc:sldMk cId="1496811651" sldId="885"/>
        </pc:sldMkLst>
      </pc:sldChg>
      <pc:sldChg chg="add">
        <pc:chgData name="Jeremy Foss" userId="09ac0925-c8bb-438c-a205-6311faa2bcaf" providerId="ADAL" clId="{80EFF3D8-0A6F-4EFB-8162-DAF5D1B32176}" dt="2023-06-01T10:13:58.394" v="25"/>
        <pc:sldMkLst>
          <pc:docMk/>
          <pc:sldMk cId="0" sldId="886"/>
        </pc:sldMkLst>
      </pc:sldChg>
      <pc:sldChg chg="add">
        <pc:chgData name="Jeremy Foss" userId="09ac0925-c8bb-438c-a205-6311faa2bcaf" providerId="ADAL" clId="{80EFF3D8-0A6F-4EFB-8162-DAF5D1B32176}" dt="2023-06-01T10:13:58.394" v="25"/>
        <pc:sldMkLst>
          <pc:docMk/>
          <pc:sldMk cId="4214497038" sldId="887"/>
        </pc:sldMkLst>
      </pc:sldChg>
      <pc:sldChg chg="add">
        <pc:chgData name="Jeremy Foss" userId="09ac0925-c8bb-438c-a205-6311faa2bcaf" providerId="ADAL" clId="{80EFF3D8-0A6F-4EFB-8162-DAF5D1B32176}" dt="2023-06-01T10:14:56.778" v="26"/>
        <pc:sldMkLst>
          <pc:docMk/>
          <pc:sldMk cId="54409373" sldId="888"/>
        </pc:sldMkLst>
      </pc:sldChg>
      <pc:sldChg chg="add">
        <pc:chgData name="Jeremy Foss" userId="09ac0925-c8bb-438c-a205-6311faa2bcaf" providerId="ADAL" clId="{80EFF3D8-0A6F-4EFB-8162-DAF5D1B32176}" dt="2023-06-01T10:14:56.778" v="26"/>
        <pc:sldMkLst>
          <pc:docMk/>
          <pc:sldMk cId="304973651" sldId="889"/>
        </pc:sldMkLst>
      </pc:sldChg>
      <pc:sldChg chg="add">
        <pc:chgData name="Jeremy Foss" userId="09ac0925-c8bb-438c-a205-6311faa2bcaf" providerId="ADAL" clId="{80EFF3D8-0A6F-4EFB-8162-DAF5D1B32176}" dt="2023-06-01T10:14:56.778" v="26"/>
        <pc:sldMkLst>
          <pc:docMk/>
          <pc:sldMk cId="2060388385" sldId="890"/>
        </pc:sldMkLst>
      </pc:sldChg>
      <pc:sldChg chg="add">
        <pc:chgData name="Jeremy Foss" userId="09ac0925-c8bb-438c-a205-6311faa2bcaf" providerId="ADAL" clId="{80EFF3D8-0A6F-4EFB-8162-DAF5D1B32176}" dt="2023-06-01T10:16:48.766" v="30"/>
        <pc:sldMkLst>
          <pc:docMk/>
          <pc:sldMk cId="3263367455" sldId="891"/>
        </pc:sldMkLst>
      </pc:sldChg>
      <pc:sldChg chg="add del">
        <pc:chgData name="Jeremy Foss" userId="09ac0925-c8bb-438c-a205-6311faa2bcaf" providerId="ADAL" clId="{80EFF3D8-0A6F-4EFB-8162-DAF5D1B32176}" dt="2023-06-01T10:16:06.968" v="28" actId="47"/>
        <pc:sldMkLst>
          <pc:docMk/>
          <pc:sldMk cId="3886178115" sldId="891"/>
        </pc:sldMkLst>
      </pc:sldChg>
      <pc:sldChg chg="add">
        <pc:chgData name="Jeremy Foss" userId="09ac0925-c8bb-438c-a205-6311faa2bcaf" providerId="ADAL" clId="{80EFF3D8-0A6F-4EFB-8162-DAF5D1B32176}" dt="2023-06-01T10:16:48.766" v="30"/>
        <pc:sldMkLst>
          <pc:docMk/>
          <pc:sldMk cId="75958037" sldId="892"/>
        </pc:sldMkLst>
      </pc:sldChg>
      <pc:sldChg chg="add del">
        <pc:chgData name="Jeremy Foss" userId="09ac0925-c8bb-438c-a205-6311faa2bcaf" providerId="ADAL" clId="{80EFF3D8-0A6F-4EFB-8162-DAF5D1B32176}" dt="2023-06-01T10:16:12.219" v="29" actId="47"/>
        <pc:sldMkLst>
          <pc:docMk/>
          <pc:sldMk cId="3612833720" sldId="892"/>
        </pc:sldMkLst>
      </pc:sldChg>
      <pc:sldChg chg="add">
        <pc:chgData name="Jeremy Foss" userId="09ac0925-c8bb-438c-a205-6311faa2bcaf" providerId="ADAL" clId="{80EFF3D8-0A6F-4EFB-8162-DAF5D1B32176}" dt="2023-06-01T10:16:48.766" v="30"/>
        <pc:sldMkLst>
          <pc:docMk/>
          <pc:sldMk cId="2266044155" sldId="893"/>
        </pc:sldMkLst>
      </pc:sldChg>
      <pc:sldChg chg="add del">
        <pc:chgData name="Jeremy Foss" userId="09ac0925-c8bb-438c-a205-6311faa2bcaf" providerId="ADAL" clId="{80EFF3D8-0A6F-4EFB-8162-DAF5D1B32176}" dt="2023-06-01T10:16:12.219" v="29" actId="47"/>
        <pc:sldMkLst>
          <pc:docMk/>
          <pc:sldMk cId="4274359513" sldId="893"/>
        </pc:sldMkLst>
      </pc:sldChg>
      <pc:sldChg chg="add">
        <pc:chgData name="Jeremy Foss" userId="09ac0925-c8bb-438c-a205-6311faa2bcaf" providerId="ADAL" clId="{80EFF3D8-0A6F-4EFB-8162-DAF5D1B32176}" dt="2023-06-01T10:18:38.799" v="32"/>
        <pc:sldMkLst>
          <pc:docMk/>
          <pc:sldMk cId="489779574" sldId="894"/>
        </pc:sldMkLst>
      </pc:sldChg>
      <pc:sldChg chg="add del">
        <pc:chgData name="Jeremy Foss" userId="09ac0925-c8bb-438c-a205-6311faa2bcaf" providerId="ADAL" clId="{80EFF3D8-0A6F-4EFB-8162-DAF5D1B32176}" dt="2023-06-01T10:16:12.219" v="29" actId="47"/>
        <pc:sldMkLst>
          <pc:docMk/>
          <pc:sldMk cId="2362439727" sldId="894"/>
        </pc:sldMkLst>
      </pc:sldChg>
      <pc:sldChg chg="add del">
        <pc:chgData name="Jeremy Foss" userId="09ac0925-c8bb-438c-a205-6311faa2bcaf" providerId="ADAL" clId="{80EFF3D8-0A6F-4EFB-8162-DAF5D1B32176}" dt="2023-06-01T10:16:12.219" v="29" actId="47"/>
        <pc:sldMkLst>
          <pc:docMk/>
          <pc:sldMk cId="4070197505" sldId="89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4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5FCF019E-1375-4D69-90D7-05D62CCBD7E5}" type="datetimeFigureOut">
              <a:rPr lang="en-US"/>
              <a:pPr>
                <a:defRPr/>
              </a:pPr>
              <a:t>6/1/2023</a:t>
            </a:fld>
            <a:endParaRPr lang="en-US"/>
          </a:p>
        </p:txBody>
      </p:sp>
      <p:sp>
        <p:nvSpPr>
          <p:cNvPr id="696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4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4" y="8685214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D0E66841-25FA-4912-8AB9-E1C40B0866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0822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1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09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1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1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1" y="8686801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3FA0F4D4-A3A6-48C1-B1F1-4280E9CA502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18174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Lucida Sans Unicode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Lucida Sans Unicode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Lucida Sans Unicode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Lucida Sans Unicode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Lucida Sans Unicode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532FAAA-12F3-4BC2-A6AB-5F2151B69C26}" type="slidenum">
              <a:rPr lang="en-GB" smtClean="0"/>
              <a:pPr/>
              <a:t>1</a:t>
            </a:fld>
            <a:endParaRPr lang="en-GB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7868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14E4394-A0F0-4647-9906-3F180AADE6BA}" type="slidenum">
              <a:rPr lang="en-GB" smtClean="0"/>
              <a:pPr/>
              <a:t>47</a:t>
            </a:fld>
            <a:endParaRPr lang="en-GB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895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28458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40238B-0726-474E-B974-88CBDE8C0C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F416D4-773B-48A2-8963-76985CBDF9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FCD34A-EAD6-4A2B-83C8-A41A7A6369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F2F47E-1FAC-4F39-B0C2-6BDEE08DC1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FF5F79-2FCA-49FD-9F46-111551135F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55E2EB-362B-43CF-A641-DDD1325436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6EFDB2-3113-4A37-B07C-D041BB6DF6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A4BBE9-EDC8-4FC6-8E4A-9557837D9B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77EF81-6B76-4DEC-98FB-1D4D8A5EAB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FB5DE6-76C7-4CED-BEDC-D3B153CD27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464A3C-67AD-4626-8890-8B49EF23BC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 rot="10800000" flipH="1">
            <a:off x="0" y="0"/>
            <a:ext cx="9144000" cy="457200"/>
          </a:xfrm>
          <a:prstGeom prst="rect">
            <a:avLst/>
          </a:prstGeom>
          <a:gradFill rotWithShape="0">
            <a:gsLst>
              <a:gs pos="0">
                <a:srgbClr val="CCCCFF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27" name="Rectangle 8"/>
          <p:cNvSpPr>
            <a:spLocks noChangeArrowheads="1"/>
          </p:cNvSpPr>
          <p:nvPr/>
        </p:nvSpPr>
        <p:spPr bwMode="auto">
          <a:xfrm>
            <a:off x="0" y="6400800"/>
            <a:ext cx="9144000" cy="4572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CCCC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28" name="Rectangle 9"/>
          <p:cNvSpPr>
            <a:spLocks noChangeArrowheads="1"/>
          </p:cNvSpPr>
          <p:nvPr/>
        </p:nvSpPr>
        <p:spPr bwMode="auto">
          <a:xfrm>
            <a:off x="2387600" y="6591300"/>
            <a:ext cx="4392613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en-GB" sz="1200" dirty="0">
                <a:solidFill>
                  <a:srgbClr val="000066"/>
                </a:solidFill>
              </a:rPr>
              <a:t> Broadcast Technology UG1</a:t>
            </a:r>
          </a:p>
        </p:txBody>
      </p:sp>
      <p:sp>
        <p:nvSpPr>
          <p:cNvPr id="1029" name="Rectangle 10"/>
          <p:cNvSpPr>
            <a:spLocks noChangeArrowheads="1"/>
          </p:cNvSpPr>
          <p:nvPr/>
        </p:nvSpPr>
        <p:spPr bwMode="auto">
          <a:xfrm>
            <a:off x="0" y="6591300"/>
            <a:ext cx="289560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GB" sz="1200">
                <a:solidFill>
                  <a:srgbClr val="000066"/>
                </a:solidFill>
              </a:rPr>
              <a:t>jeremy.foss@bcu.ac.uk</a:t>
            </a:r>
          </a:p>
        </p:txBody>
      </p:sp>
      <p:sp>
        <p:nvSpPr>
          <p:cNvPr id="1030" name="Rectangle 11"/>
          <p:cNvSpPr>
            <a:spLocks noChangeArrowheads="1"/>
          </p:cNvSpPr>
          <p:nvPr/>
        </p:nvSpPr>
        <p:spPr bwMode="auto">
          <a:xfrm>
            <a:off x="5868988" y="6591300"/>
            <a:ext cx="289560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endParaRPr lang="en-US" sz="1200">
              <a:solidFill>
                <a:srgbClr val="000066"/>
              </a:solidFill>
            </a:endParaRPr>
          </a:p>
        </p:txBody>
      </p:sp>
      <p:sp>
        <p:nvSpPr>
          <p:cNvPr id="1031" name="Rectangle 13"/>
          <p:cNvSpPr>
            <a:spLocks noChangeArrowheads="1"/>
          </p:cNvSpPr>
          <p:nvPr/>
        </p:nvSpPr>
        <p:spPr bwMode="auto">
          <a:xfrm>
            <a:off x="0" y="0"/>
            <a:ext cx="3492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200" b="1">
              <a:solidFill>
                <a:srgbClr val="000066"/>
              </a:solidFill>
            </a:endParaRPr>
          </a:p>
          <a:p>
            <a:pPr>
              <a:defRPr/>
            </a:pPr>
            <a:endParaRPr lang="en-GB" sz="1200">
              <a:solidFill>
                <a:srgbClr val="000066"/>
              </a:solidFill>
            </a:endParaRPr>
          </a:p>
        </p:txBody>
      </p:sp>
      <p:sp>
        <p:nvSpPr>
          <p:cNvPr id="1032" name="Rectangle 15"/>
          <p:cNvSpPr>
            <a:spLocks noChangeArrowheads="1"/>
          </p:cNvSpPr>
          <p:nvPr userDrawn="1"/>
        </p:nvSpPr>
        <p:spPr bwMode="auto">
          <a:xfrm>
            <a:off x="6248400" y="6591300"/>
            <a:ext cx="289560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r>
              <a:rPr lang="en-GB" sz="1200">
                <a:solidFill>
                  <a:srgbClr val="000066"/>
                </a:solidFill>
              </a:rPr>
              <a:t>Jerry Foss, CEng, MIET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73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28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28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28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216144C6-4CBB-464E-8B86-D02262D719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gi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dn.com/design/test-and-measurement/4389368/Eye-Diagram-Basics-Reading-and-applying-eye-diagrams" TargetMode="External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t-andrews.ac.uk/~www_pa/Scots_Guide/RadCom/part19/page3.html" TargetMode="External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gif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3.gif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gif"/><Relationship Id="rId2" Type="http://schemas.openxmlformats.org/officeDocument/2006/relationships/hyperlink" Target="http://www.cambridgeincolour.com/tutorials/gamma-correction.htm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gif"/><Relationship Id="rId2" Type="http://schemas.openxmlformats.org/officeDocument/2006/relationships/hyperlink" Target="http://www.cambridgeincolour.com/tutorials/gamma-correction.htm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e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8.png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hyperlink" Target="http://www.cisco.com/c/en/us/solutions/service-provider/distribution/index.html" TargetMode="Externa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nellgroup.com/documents/brochures/automation-and-media-management/Momentum.pdf" TargetMode="External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jpeg"/><Relationship Id="rId2" Type="http://schemas.openxmlformats.org/officeDocument/2006/relationships/image" Target="../media/image8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7.jpeg"/><Relationship Id="rId4" Type="http://schemas.openxmlformats.org/officeDocument/2006/relationships/image" Target="../media/image86.gif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jpe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mpte.org/sites/default/files/section-files/GVExpo2018%20SMPTE%2004%20-%20Scalable%20Facilities%20with%20ST%202110%20-%20Mailhot.pdf" TargetMode="External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gif"/><Relationship Id="rId3" Type="http://schemas.openxmlformats.org/officeDocument/2006/relationships/image" Target="../media/image97.gif"/><Relationship Id="rId7" Type="http://schemas.openxmlformats.org/officeDocument/2006/relationships/image" Target="../media/image100.png"/><Relationship Id="rId2" Type="http://schemas.openxmlformats.org/officeDocument/2006/relationships/image" Target="../media/image96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99.png"/><Relationship Id="rId4" Type="http://schemas.openxmlformats.org/officeDocument/2006/relationships/image" Target="../media/image98.jpeg"/></Relationships>
</file>

<file path=ppt/slides/_rels/slide9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13" Type="http://schemas.openxmlformats.org/officeDocument/2006/relationships/oleObject" Target="../embeddings/oleObject11.bin"/><Relationship Id="rId18" Type="http://schemas.openxmlformats.org/officeDocument/2006/relationships/oleObject" Target="../embeddings/oleObject15.bin"/><Relationship Id="rId3" Type="http://schemas.openxmlformats.org/officeDocument/2006/relationships/image" Target="../media/image102.png"/><Relationship Id="rId7" Type="http://schemas.openxmlformats.org/officeDocument/2006/relationships/oleObject" Target="../embeddings/oleObject5.bin"/><Relationship Id="rId12" Type="http://schemas.openxmlformats.org/officeDocument/2006/relationships/oleObject" Target="../embeddings/oleObject10.bin"/><Relationship Id="rId17" Type="http://schemas.openxmlformats.org/officeDocument/2006/relationships/oleObject" Target="../embeddings/oleObject14.bin"/><Relationship Id="rId2" Type="http://schemas.openxmlformats.org/officeDocument/2006/relationships/oleObject" Target="../embeddings/oleObject2.bin"/><Relationship Id="rId16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.bin"/><Relationship Id="rId11" Type="http://schemas.openxmlformats.org/officeDocument/2006/relationships/oleObject" Target="../embeddings/oleObject9.bin"/><Relationship Id="rId5" Type="http://schemas.openxmlformats.org/officeDocument/2006/relationships/image" Target="../media/image103.png"/><Relationship Id="rId15" Type="http://schemas.openxmlformats.org/officeDocument/2006/relationships/oleObject" Target="../embeddings/oleObject13.bin"/><Relationship Id="rId10" Type="http://schemas.openxmlformats.org/officeDocument/2006/relationships/oleObject" Target="../embeddings/oleObject8.bin"/><Relationship Id="rId19" Type="http://schemas.openxmlformats.org/officeDocument/2006/relationships/image" Target="../media/image105.gif"/><Relationship Id="rId4" Type="http://schemas.openxmlformats.org/officeDocument/2006/relationships/oleObject" Target="../embeddings/oleObject3.bin"/><Relationship Id="rId9" Type="http://schemas.openxmlformats.org/officeDocument/2006/relationships/oleObject" Target="../embeddings/oleObject7.bin"/><Relationship Id="rId14" Type="http://schemas.openxmlformats.org/officeDocument/2006/relationships/oleObject" Target="../embeddings/oleObject12.bin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13" Type="http://schemas.openxmlformats.org/officeDocument/2006/relationships/oleObject" Target="../embeddings/oleObject24.bin"/><Relationship Id="rId18" Type="http://schemas.openxmlformats.org/officeDocument/2006/relationships/oleObject" Target="../embeddings/oleObject28.bin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12" Type="http://schemas.openxmlformats.org/officeDocument/2006/relationships/oleObject" Target="../embeddings/oleObject23.bin"/><Relationship Id="rId17" Type="http://schemas.openxmlformats.org/officeDocument/2006/relationships/image" Target="../media/image104.png"/><Relationship Id="rId2" Type="http://schemas.openxmlformats.org/officeDocument/2006/relationships/image" Target="../media/image106.png"/><Relationship Id="rId16" Type="http://schemas.openxmlformats.org/officeDocument/2006/relationships/oleObject" Target="../embeddings/oleObject27.bin"/><Relationship Id="rId20" Type="http://schemas.openxmlformats.org/officeDocument/2006/relationships/image" Target="../media/image105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11" Type="http://schemas.openxmlformats.org/officeDocument/2006/relationships/oleObject" Target="../embeddings/oleObject22.bin"/><Relationship Id="rId5" Type="http://schemas.openxmlformats.org/officeDocument/2006/relationships/oleObject" Target="../embeddings/oleObject17.bin"/><Relationship Id="rId15" Type="http://schemas.openxmlformats.org/officeDocument/2006/relationships/oleObject" Target="../embeddings/oleObject26.bin"/><Relationship Id="rId10" Type="http://schemas.openxmlformats.org/officeDocument/2006/relationships/oleObject" Target="../embeddings/oleObject21.bin"/><Relationship Id="rId19" Type="http://schemas.openxmlformats.org/officeDocument/2006/relationships/oleObject" Target="../embeddings/oleObject29.bin"/><Relationship Id="rId4" Type="http://schemas.openxmlformats.org/officeDocument/2006/relationships/image" Target="../media/image102.png"/><Relationship Id="rId9" Type="http://schemas.openxmlformats.org/officeDocument/2006/relationships/oleObject" Target="../embeddings/oleObject20.bin"/><Relationship Id="rId14" Type="http://schemas.openxmlformats.org/officeDocument/2006/relationships/oleObject" Target="../embeddings/oleObject25.bin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.bin"/><Relationship Id="rId13" Type="http://schemas.openxmlformats.org/officeDocument/2006/relationships/oleObject" Target="../embeddings/oleObject39.bin"/><Relationship Id="rId18" Type="http://schemas.openxmlformats.org/officeDocument/2006/relationships/image" Target="../media/image105.gif"/><Relationship Id="rId3" Type="http://schemas.openxmlformats.org/officeDocument/2006/relationships/image" Target="../media/image102.png"/><Relationship Id="rId7" Type="http://schemas.openxmlformats.org/officeDocument/2006/relationships/oleObject" Target="../embeddings/oleObject33.bin"/><Relationship Id="rId12" Type="http://schemas.openxmlformats.org/officeDocument/2006/relationships/oleObject" Target="../embeddings/oleObject38.bin"/><Relationship Id="rId17" Type="http://schemas.openxmlformats.org/officeDocument/2006/relationships/oleObject" Target="../embeddings/oleObject42.bin"/><Relationship Id="rId2" Type="http://schemas.openxmlformats.org/officeDocument/2006/relationships/oleObject" Target="../embeddings/oleObject30.bin"/><Relationship Id="rId16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2.bin"/><Relationship Id="rId11" Type="http://schemas.openxmlformats.org/officeDocument/2006/relationships/oleObject" Target="../embeddings/oleObject37.bin"/><Relationship Id="rId5" Type="http://schemas.openxmlformats.org/officeDocument/2006/relationships/image" Target="../media/image103.png"/><Relationship Id="rId15" Type="http://schemas.openxmlformats.org/officeDocument/2006/relationships/oleObject" Target="../embeddings/oleObject41.bin"/><Relationship Id="rId10" Type="http://schemas.openxmlformats.org/officeDocument/2006/relationships/oleObject" Target="../embeddings/oleObject36.bin"/><Relationship Id="rId19" Type="http://schemas.openxmlformats.org/officeDocument/2006/relationships/image" Target="../media/image107.png"/><Relationship Id="rId4" Type="http://schemas.openxmlformats.org/officeDocument/2006/relationships/oleObject" Target="../embeddings/oleObject31.bin"/><Relationship Id="rId9" Type="http://schemas.openxmlformats.org/officeDocument/2006/relationships/oleObject" Target="../embeddings/oleObject35.bin"/><Relationship Id="rId14" Type="http://schemas.openxmlformats.org/officeDocument/2006/relationships/oleObject" Target="../embeddings/oleObject40.bin"/></Relationships>
</file>

<file path=ppt/slides/_rels/slide10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.bin"/><Relationship Id="rId13" Type="http://schemas.openxmlformats.org/officeDocument/2006/relationships/oleObject" Target="../embeddings/oleObject52.bin"/><Relationship Id="rId18" Type="http://schemas.openxmlformats.org/officeDocument/2006/relationships/oleObject" Target="../embeddings/oleObject56.bin"/><Relationship Id="rId3" Type="http://schemas.openxmlformats.org/officeDocument/2006/relationships/image" Target="../media/image102.png"/><Relationship Id="rId7" Type="http://schemas.openxmlformats.org/officeDocument/2006/relationships/oleObject" Target="../embeddings/oleObject46.bin"/><Relationship Id="rId12" Type="http://schemas.openxmlformats.org/officeDocument/2006/relationships/oleObject" Target="../embeddings/oleObject51.bin"/><Relationship Id="rId17" Type="http://schemas.openxmlformats.org/officeDocument/2006/relationships/oleObject" Target="../embeddings/oleObject55.bin"/><Relationship Id="rId2" Type="http://schemas.openxmlformats.org/officeDocument/2006/relationships/oleObject" Target="../embeddings/oleObject43.bin"/><Relationship Id="rId16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5.bin"/><Relationship Id="rId11" Type="http://schemas.openxmlformats.org/officeDocument/2006/relationships/oleObject" Target="../embeddings/oleObject50.bin"/><Relationship Id="rId5" Type="http://schemas.openxmlformats.org/officeDocument/2006/relationships/image" Target="../media/image103.png"/><Relationship Id="rId15" Type="http://schemas.openxmlformats.org/officeDocument/2006/relationships/oleObject" Target="../embeddings/oleObject54.bin"/><Relationship Id="rId10" Type="http://schemas.openxmlformats.org/officeDocument/2006/relationships/oleObject" Target="../embeddings/oleObject49.bin"/><Relationship Id="rId19" Type="http://schemas.openxmlformats.org/officeDocument/2006/relationships/image" Target="../media/image105.gif"/><Relationship Id="rId4" Type="http://schemas.openxmlformats.org/officeDocument/2006/relationships/oleObject" Target="../embeddings/oleObject44.bin"/><Relationship Id="rId9" Type="http://schemas.openxmlformats.org/officeDocument/2006/relationships/oleObject" Target="../embeddings/oleObject48.bin"/><Relationship Id="rId14" Type="http://schemas.openxmlformats.org/officeDocument/2006/relationships/oleObject" Target="../embeddings/oleObject53.bin"/></Relationships>
</file>

<file path=ppt/slides/_rels/slide10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1.bin"/><Relationship Id="rId13" Type="http://schemas.openxmlformats.org/officeDocument/2006/relationships/oleObject" Target="../embeddings/oleObject66.bin"/><Relationship Id="rId18" Type="http://schemas.openxmlformats.org/officeDocument/2006/relationships/image" Target="../media/image104.png"/><Relationship Id="rId3" Type="http://schemas.openxmlformats.org/officeDocument/2006/relationships/image" Target="../media/image102.png"/><Relationship Id="rId7" Type="http://schemas.openxmlformats.org/officeDocument/2006/relationships/oleObject" Target="../embeddings/oleObject60.bin"/><Relationship Id="rId12" Type="http://schemas.openxmlformats.org/officeDocument/2006/relationships/oleObject" Target="../embeddings/oleObject65.bin"/><Relationship Id="rId17" Type="http://schemas.openxmlformats.org/officeDocument/2006/relationships/oleObject" Target="../embeddings/oleObject70.bin"/><Relationship Id="rId2" Type="http://schemas.openxmlformats.org/officeDocument/2006/relationships/oleObject" Target="../embeddings/oleObject57.bin"/><Relationship Id="rId16" Type="http://schemas.openxmlformats.org/officeDocument/2006/relationships/oleObject" Target="../embeddings/oleObject6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9.bin"/><Relationship Id="rId11" Type="http://schemas.openxmlformats.org/officeDocument/2006/relationships/oleObject" Target="../embeddings/oleObject64.bin"/><Relationship Id="rId5" Type="http://schemas.openxmlformats.org/officeDocument/2006/relationships/image" Target="../media/image103.png"/><Relationship Id="rId15" Type="http://schemas.openxmlformats.org/officeDocument/2006/relationships/oleObject" Target="../embeddings/oleObject68.bin"/><Relationship Id="rId10" Type="http://schemas.openxmlformats.org/officeDocument/2006/relationships/oleObject" Target="../embeddings/oleObject63.bin"/><Relationship Id="rId19" Type="http://schemas.openxmlformats.org/officeDocument/2006/relationships/image" Target="../media/image105.gif"/><Relationship Id="rId4" Type="http://schemas.openxmlformats.org/officeDocument/2006/relationships/oleObject" Target="../embeddings/oleObject58.bin"/><Relationship Id="rId9" Type="http://schemas.openxmlformats.org/officeDocument/2006/relationships/oleObject" Target="../embeddings/oleObject62.bin"/><Relationship Id="rId14" Type="http://schemas.openxmlformats.org/officeDocument/2006/relationships/oleObject" Target="../embeddings/oleObject67.bin"/></Relationships>
</file>

<file path=ppt/slides/_rels/slide10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5.bin"/><Relationship Id="rId13" Type="http://schemas.openxmlformats.org/officeDocument/2006/relationships/oleObject" Target="../embeddings/oleObject80.bin"/><Relationship Id="rId18" Type="http://schemas.openxmlformats.org/officeDocument/2006/relationships/oleObject" Target="../embeddings/oleObject84.bin"/><Relationship Id="rId3" Type="http://schemas.openxmlformats.org/officeDocument/2006/relationships/image" Target="../media/image102.png"/><Relationship Id="rId7" Type="http://schemas.openxmlformats.org/officeDocument/2006/relationships/oleObject" Target="../embeddings/oleObject74.bin"/><Relationship Id="rId12" Type="http://schemas.openxmlformats.org/officeDocument/2006/relationships/oleObject" Target="../embeddings/oleObject79.bin"/><Relationship Id="rId17" Type="http://schemas.openxmlformats.org/officeDocument/2006/relationships/oleObject" Target="../embeddings/oleObject83.bin"/><Relationship Id="rId2" Type="http://schemas.openxmlformats.org/officeDocument/2006/relationships/oleObject" Target="../embeddings/oleObject71.bin"/><Relationship Id="rId16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3.bin"/><Relationship Id="rId11" Type="http://schemas.openxmlformats.org/officeDocument/2006/relationships/oleObject" Target="../embeddings/oleObject78.bin"/><Relationship Id="rId5" Type="http://schemas.openxmlformats.org/officeDocument/2006/relationships/image" Target="../media/image103.png"/><Relationship Id="rId15" Type="http://schemas.openxmlformats.org/officeDocument/2006/relationships/oleObject" Target="../embeddings/oleObject82.bin"/><Relationship Id="rId10" Type="http://schemas.openxmlformats.org/officeDocument/2006/relationships/oleObject" Target="../embeddings/oleObject77.bin"/><Relationship Id="rId19" Type="http://schemas.openxmlformats.org/officeDocument/2006/relationships/image" Target="../media/image105.gif"/><Relationship Id="rId4" Type="http://schemas.openxmlformats.org/officeDocument/2006/relationships/oleObject" Target="../embeddings/oleObject72.bin"/><Relationship Id="rId9" Type="http://schemas.openxmlformats.org/officeDocument/2006/relationships/oleObject" Target="../embeddings/oleObject76.bin"/><Relationship Id="rId14" Type="http://schemas.openxmlformats.org/officeDocument/2006/relationships/oleObject" Target="../embeddings/oleObject81.bin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9.bin"/><Relationship Id="rId13" Type="http://schemas.openxmlformats.org/officeDocument/2006/relationships/oleObject" Target="../embeddings/oleObject94.bin"/><Relationship Id="rId18" Type="http://schemas.openxmlformats.org/officeDocument/2006/relationships/oleObject" Target="../embeddings/oleObject98.bin"/><Relationship Id="rId3" Type="http://schemas.openxmlformats.org/officeDocument/2006/relationships/image" Target="../media/image102.png"/><Relationship Id="rId7" Type="http://schemas.openxmlformats.org/officeDocument/2006/relationships/oleObject" Target="../embeddings/oleObject88.bin"/><Relationship Id="rId12" Type="http://schemas.openxmlformats.org/officeDocument/2006/relationships/oleObject" Target="../embeddings/oleObject93.bin"/><Relationship Id="rId17" Type="http://schemas.openxmlformats.org/officeDocument/2006/relationships/oleObject" Target="../embeddings/oleObject97.bin"/><Relationship Id="rId2" Type="http://schemas.openxmlformats.org/officeDocument/2006/relationships/oleObject" Target="../embeddings/oleObject85.bin"/><Relationship Id="rId16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7.bin"/><Relationship Id="rId11" Type="http://schemas.openxmlformats.org/officeDocument/2006/relationships/oleObject" Target="../embeddings/oleObject92.bin"/><Relationship Id="rId5" Type="http://schemas.openxmlformats.org/officeDocument/2006/relationships/image" Target="../media/image103.png"/><Relationship Id="rId15" Type="http://schemas.openxmlformats.org/officeDocument/2006/relationships/oleObject" Target="../embeddings/oleObject96.bin"/><Relationship Id="rId10" Type="http://schemas.openxmlformats.org/officeDocument/2006/relationships/oleObject" Target="../embeddings/oleObject91.bin"/><Relationship Id="rId19" Type="http://schemas.openxmlformats.org/officeDocument/2006/relationships/image" Target="../media/image105.gif"/><Relationship Id="rId4" Type="http://schemas.openxmlformats.org/officeDocument/2006/relationships/oleObject" Target="../embeddings/oleObject86.bin"/><Relationship Id="rId9" Type="http://schemas.openxmlformats.org/officeDocument/2006/relationships/oleObject" Target="../embeddings/oleObject90.bin"/><Relationship Id="rId14" Type="http://schemas.openxmlformats.org/officeDocument/2006/relationships/oleObject" Target="../embeddings/oleObject95.bin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hyperlink" Target="http://www.streamingmedia.com/Articles/ReadArticle.aspx?ArticleID=79041" TargetMode="External"/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>
            <a:spLocks noChangeArrowheads="1"/>
          </p:cNvSpPr>
          <p:nvPr/>
        </p:nvSpPr>
        <p:spPr bwMode="auto">
          <a:xfrm>
            <a:off x="0" y="1809750"/>
            <a:ext cx="9144000" cy="3262313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rgbClr val="FFCC99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sz="2400"/>
          </a:p>
        </p:txBody>
      </p:sp>
      <p:sp>
        <p:nvSpPr>
          <p:cNvPr id="6147" name="Text Box 9"/>
          <p:cNvSpPr txBox="1">
            <a:spLocks noChangeArrowheads="1"/>
          </p:cNvSpPr>
          <p:nvPr/>
        </p:nvSpPr>
        <p:spPr bwMode="auto">
          <a:xfrm>
            <a:off x="612775" y="2058988"/>
            <a:ext cx="8561388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2400" dirty="0"/>
              <a:t>Broadcast Technology UG1</a:t>
            </a:r>
          </a:p>
          <a:p>
            <a:endParaRPr lang="en-GB" sz="2800" b="1" dirty="0"/>
          </a:p>
          <a:p>
            <a:r>
              <a:rPr lang="en-GB" sz="3200"/>
              <a:t>Review</a:t>
            </a:r>
            <a:endParaRPr lang="en-GB" sz="3200" dirty="0"/>
          </a:p>
          <a:p>
            <a:endParaRPr lang="en-GB" sz="3200" dirty="0"/>
          </a:p>
          <a:p>
            <a:r>
              <a:rPr lang="en-GB" sz="2800" dirty="0"/>
              <a:t>Jerry Foss</a:t>
            </a:r>
          </a:p>
          <a:p>
            <a:r>
              <a:rPr lang="en-GB" dirty="0"/>
              <a:t>jeremy.foss@bcu.ac.uk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5757" y="438638"/>
            <a:ext cx="7936935" cy="40472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b="1" dirty="0">
                <a:solidFill>
                  <a:srgbClr val="444444"/>
                </a:solidFill>
              </a:rPr>
              <a:t>Learning Outcomes</a:t>
            </a:r>
          </a:p>
          <a:p>
            <a:pPr>
              <a:lnSpc>
                <a:spcPct val="150000"/>
              </a:lnSpc>
            </a:pPr>
            <a:endParaRPr lang="en-GB" sz="1400" b="1">
              <a:solidFill>
                <a:srgbClr val="444444"/>
              </a:solidFill>
            </a:endParaRPr>
          </a:p>
          <a:p>
            <a:pPr marL="361950" indent="-361950" defTabSz="361950">
              <a:lnSpc>
                <a:spcPct val="150000"/>
              </a:lnSpc>
              <a:tabLst>
                <a:tab pos="361950" algn="l"/>
              </a:tabLst>
            </a:pPr>
            <a:endParaRPr lang="en-GB" sz="1400" b="1">
              <a:solidFill>
                <a:srgbClr val="444444"/>
              </a:solidFill>
            </a:endParaRPr>
          </a:p>
          <a:p>
            <a:pPr marL="361950" indent="-361950" defTabSz="361950">
              <a:lnSpc>
                <a:spcPct val="150000"/>
              </a:lnSpc>
              <a:tabLst>
                <a:tab pos="361950" algn="l"/>
              </a:tabLst>
            </a:pPr>
            <a:endParaRPr lang="en-GB" sz="1400" b="1">
              <a:solidFill>
                <a:srgbClr val="444444"/>
              </a:solidFill>
            </a:endParaRPr>
          </a:p>
          <a:p>
            <a:pPr marL="361950" indent="-361950" defTabSz="361950">
              <a:lnSpc>
                <a:spcPct val="150000"/>
              </a:lnSpc>
              <a:tabLst>
                <a:tab pos="361950" algn="l"/>
              </a:tabLst>
            </a:pPr>
            <a:r>
              <a:rPr lang="en-GB">
                <a:solidFill>
                  <a:srgbClr val="444444"/>
                </a:solidFill>
              </a:rPr>
              <a:t>1</a:t>
            </a:r>
            <a:r>
              <a:rPr lang="en-GB" dirty="0">
                <a:solidFill>
                  <a:srgbClr val="444444"/>
                </a:solidFill>
              </a:rPr>
              <a:t>.	Differentiate between TV audio and video standards and apply for studio applications</a:t>
            </a:r>
          </a:p>
          <a:p>
            <a:pPr marL="361950" indent="-361950" defTabSz="361950">
              <a:lnSpc>
                <a:spcPct val="150000"/>
              </a:lnSpc>
              <a:tabLst>
                <a:tab pos="361950" algn="l"/>
              </a:tabLst>
            </a:pPr>
            <a:r>
              <a:rPr lang="en-GB" dirty="0">
                <a:solidFill>
                  <a:srgbClr val="444444"/>
                </a:solidFill>
              </a:rPr>
              <a:t>2.	Evaluate and select data interconnects for audio and video</a:t>
            </a:r>
          </a:p>
          <a:p>
            <a:pPr marL="361950" indent="-361950" defTabSz="361950">
              <a:lnSpc>
                <a:spcPct val="150000"/>
              </a:lnSpc>
              <a:tabLst>
                <a:tab pos="361950" algn="l"/>
              </a:tabLst>
            </a:pPr>
            <a:r>
              <a:rPr lang="en-GB" dirty="0">
                <a:solidFill>
                  <a:srgbClr val="444444"/>
                </a:solidFill>
              </a:rPr>
              <a:t>3.	Select and apply test procedures for audio and video signals</a:t>
            </a:r>
          </a:p>
          <a:p>
            <a:pPr marL="361950" indent="-361950" defTabSz="361950">
              <a:lnSpc>
                <a:spcPct val="150000"/>
              </a:lnSpc>
              <a:tabLst>
                <a:tab pos="361950" algn="l"/>
              </a:tabLst>
            </a:pPr>
            <a:r>
              <a:rPr lang="en-GB" dirty="0">
                <a:solidFill>
                  <a:srgbClr val="444444"/>
                </a:solidFill>
              </a:rPr>
              <a:t>4.	Compare and contrast network transmission standards worldwide, current and legacy, and evaluate for application to broadcast developments</a:t>
            </a:r>
          </a:p>
          <a:p>
            <a:endParaRPr lang="en-GB" sz="1400" b="1" dirty="0">
              <a:solidFill>
                <a:srgbClr val="44444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9727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85F62C0-2C8A-4201-BC4F-DDB07F26FC52}"/>
              </a:ext>
            </a:extLst>
          </p:cNvPr>
          <p:cNvSpPr/>
          <p:nvPr/>
        </p:nvSpPr>
        <p:spPr>
          <a:xfrm>
            <a:off x="395288" y="368300"/>
            <a:ext cx="819253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/>
              <a:t>SCHEDULE </a:t>
            </a:r>
            <a:r>
              <a:rPr lang="en-GB" sz="2400"/>
              <a:t>(Planned)</a:t>
            </a:r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F64838F-CD6B-EA70-F096-700A7FE25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969718"/>
            <a:ext cx="6781800" cy="53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62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9D75A4-D13F-BDD4-2E67-5842F3F8EBFB}"/>
              </a:ext>
            </a:extLst>
          </p:cNvPr>
          <p:cNvSpPr/>
          <p:nvPr/>
        </p:nvSpPr>
        <p:spPr>
          <a:xfrm>
            <a:off x="395288" y="368300"/>
            <a:ext cx="819253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/>
              <a:t>ASSESSMENT</a:t>
            </a:r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89D7F6-2DBA-F410-C700-6FF0A9808B4C}"/>
              </a:ext>
            </a:extLst>
          </p:cNvPr>
          <p:cNvSpPr txBox="1"/>
          <p:nvPr/>
        </p:nvSpPr>
        <p:spPr>
          <a:xfrm>
            <a:off x="395287" y="900303"/>
            <a:ext cx="8309097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/>
              <a:t>The assessment for this module will be one exam</a:t>
            </a:r>
          </a:p>
          <a:p>
            <a:r>
              <a:rPr lang="en-GB"/>
              <a:t>(i.e. an exam which accounts for 100% of the final module mark)</a:t>
            </a:r>
          </a:p>
          <a:p>
            <a:endParaRPr lang="en-GB"/>
          </a:p>
          <a:p>
            <a:r>
              <a:rPr lang="en-GB" b="1"/>
              <a:t>Exam date: Wednesday 14</a:t>
            </a:r>
            <a:r>
              <a:rPr lang="en-GB" b="1" baseline="30000"/>
              <a:t>th</a:t>
            </a:r>
            <a:r>
              <a:rPr lang="en-GB" b="1"/>
              <a:t> June (morning) </a:t>
            </a:r>
          </a:p>
          <a:p>
            <a:r>
              <a:rPr lang="en-GB"/>
              <a:t>.. online (exam monitoring software)</a:t>
            </a:r>
          </a:p>
          <a:p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/>
              <a:t>You are required to answer FOUR of the SIX questions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/>
              <a:t>Questions will have a number of parts (typically 3, 4 or 5)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/>
              <a:t>Marks breakdown is shown in brackets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Each question carries 25 marks; total marks for the paper = 100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r>
              <a:rPr lang="en-GB" b="1"/>
              <a:t>Pass Mark: 40%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/>
              <a:t>Note that marks are allocated for method, in addition to the final answer.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/>
              <a:t>Therefore method and full calculations should be shown in your solutions to analytical questions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/>
              <a:t>Calculators may be used provided they are in accordance with Faculty guidelines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r>
              <a:rPr lang="en-GB" b="1"/>
              <a:t>Reassessment</a:t>
            </a:r>
          </a:p>
          <a:p>
            <a:r>
              <a:rPr lang="en-GB" i="1"/>
              <a:t>Date - tbc</a:t>
            </a:r>
          </a:p>
          <a:p>
            <a:r>
              <a:rPr lang="en-GB"/>
              <a:t>(same format as the original assessment)</a:t>
            </a:r>
          </a:p>
        </p:txBody>
      </p:sp>
    </p:spTree>
    <p:extLst>
      <p:ext uri="{BB962C8B-B14F-4D97-AF65-F5344CB8AC3E}">
        <p14:creationId xmlns:p14="http://schemas.microsoft.com/office/powerpoint/2010/main" val="797712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-2154" y="114778"/>
            <a:ext cx="9144000" cy="660480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5763" y="333375"/>
            <a:ext cx="4347713" cy="417123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GB" sz="2400" b="1" dirty="0">
                <a:solidFill>
                  <a:srgbClr val="FFFF00"/>
                </a:solidFill>
              </a:rPr>
              <a:t>Information Transmission, Signal Encoding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5763" y="937671"/>
            <a:ext cx="1857105" cy="338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Information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7688" y="1877951"/>
            <a:ext cx="1865732" cy="3385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Source Coding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72210" y="2757845"/>
            <a:ext cx="1865732" cy="3385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Channel Coding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18200" y="3657603"/>
            <a:ext cx="1865732" cy="3385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Modulation</a:t>
            </a:r>
          </a:p>
        </p:txBody>
      </p:sp>
      <p:sp>
        <p:nvSpPr>
          <p:cNvPr id="11" name="Left-Right Arrow 10"/>
          <p:cNvSpPr/>
          <p:nvPr/>
        </p:nvSpPr>
        <p:spPr>
          <a:xfrm>
            <a:off x="2940675" y="4162786"/>
            <a:ext cx="3963908" cy="1700094"/>
          </a:xfrm>
          <a:prstGeom prst="leftRightArrow">
            <a:avLst>
              <a:gd name="adj1" fmla="val 66957"/>
              <a:gd name="adj2" fmla="val 44442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 anchor="ctr"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4972" y="4874658"/>
            <a:ext cx="2260735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chemeClr val="bg1">
                    <a:lumMod val="95000"/>
                  </a:schemeClr>
                </a:solidFill>
                <a:latin typeface="Jokerman" pitchFamily="82" charset="0"/>
              </a:rPr>
              <a:t>Interference</a:t>
            </a:r>
          </a:p>
        </p:txBody>
      </p:sp>
      <p:sp>
        <p:nvSpPr>
          <p:cNvPr id="13" name="TextBox 12"/>
          <p:cNvSpPr txBox="1"/>
          <p:nvPr/>
        </p:nvSpPr>
        <p:spPr>
          <a:xfrm rot="1201976">
            <a:off x="4374713" y="4861695"/>
            <a:ext cx="1639019" cy="51545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prstTxWarp prst="textDeflateBottom">
              <a:avLst>
                <a:gd name="adj" fmla="val 27778"/>
              </a:avLst>
            </a:prstTxWarp>
            <a:spAutoFit/>
          </a:bodyPr>
          <a:lstStyle/>
          <a:p>
            <a:pPr algn="ctr"/>
            <a:r>
              <a:rPr lang="en-GB" sz="600">
                <a:solidFill>
                  <a:schemeClr val="tx1">
                    <a:lumMod val="65000"/>
                    <a:lumOff val="35000"/>
                  </a:schemeClr>
                </a:solidFill>
              </a:rPr>
              <a:t>Phase Distortion</a:t>
            </a:r>
            <a:endParaRPr lang="en-GB" sz="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 rot="21138891">
            <a:off x="3664185" y="4950145"/>
            <a:ext cx="2219414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prstTxWarp prst="textFadeRight">
              <a:avLst>
                <a:gd name="adj" fmla="val 47451"/>
              </a:avLst>
            </a:prstTxWarp>
            <a:spAutoFit/>
          </a:bodyPr>
          <a:lstStyle/>
          <a:p>
            <a:pPr algn="ctr"/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Attenuation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5129" y="3594609"/>
            <a:ext cx="1865732" cy="3385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Demodulation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0790" y="2654327"/>
            <a:ext cx="2012380" cy="3385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Channel Decoding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8321" y="920418"/>
            <a:ext cx="1857105" cy="338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In</a:t>
            </a:r>
            <a:r>
              <a:rPr lang="en-GB" sz="1400" dirty="0"/>
              <a:t>f</a:t>
            </a:r>
            <a:r>
              <a:rPr lang="en-GB" sz="1600" dirty="0"/>
              <a:t>ormation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1726" y="1791686"/>
            <a:ext cx="1865732" cy="3385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Source Decoding</a:t>
            </a:r>
          </a:p>
        </p:txBody>
      </p:sp>
      <p:sp>
        <p:nvSpPr>
          <p:cNvPr id="20" name="Down Arrow 19"/>
          <p:cNvSpPr/>
          <p:nvPr/>
        </p:nvSpPr>
        <p:spPr>
          <a:xfrm rot="19897828">
            <a:off x="1140503" y="1327783"/>
            <a:ext cx="441798" cy="461232"/>
          </a:xfrm>
          <a:prstGeom prst="down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1" name="Down Arrow 20"/>
          <p:cNvSpPr/>
          <p:nvPr/>
        </p:nvSpPr>
        <p:spPr>
          <a:xfrm rot="19721716">
            <a:off x="1502812" y="2276689"/>
            <a:ext cx="441798" cy="461232"/>
          </a:xfrm>
          <a:prstGeom prst="down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2" name="Down Arrow 21"/>
          <p:cNvSpPr/>
          <p:nvPr/>
        </p:nvSpPr>
        <p:spPr>
          <a:xfrm rot="19357593">
            <a:off x="2349203" y="3188482"/>
            <a:ext cx="441798" cy="461232"/>
          </a:xfrm>
          <a:prstGeom prst="down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3" name="Down Arrow 22"/>
          <p:cNvSpPr/>
          <p:nvPr/>
        </p:nvSpPr>
        <p:spPr>
          <a:xfrm rot="18821757">
            <a:off x="3143437" y="4048315"/>
            <a:ext cx="441798" cy="461232"/>
          </a:xfrm>
          <a:prstGeom prst="down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4" name="Down Arrow 23"/>
          <p:cNvSpPr/>
          <p:nvPr/>
        </p:nvSpPr>
        <p:spPr>
          <a:xfrm rot="13504202">
            <a:off x="6117946" y="3993347"/>
            <a:ext cx="441798" cy="461232"/>
          </a:xfrm>
          <a:prstGeom prst="down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5" name="Down Arrow 24"/>
          <p:cNvSpPr/>
          <p:nvPr/>
        </p:nvSpPr>
        <p:spPr>
          <a:xfrm rot="12329093">
            <a:off x="6661408" y="3009938"/>
            <a:ext cx="441798" cy="461232"/>
          </a:xfrm>
          <a:prstGeom prst="down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6" name="Down Arrow 25"/>
          <p:cNvSpPr/>
          <p:nvPr/>
        </p:nvSpPr>
        <p:spPr>
          <a:xfrm rot="12028605">
            <a:off x="6946081" y="2138668"/>
            <a:ext cx="441798" cy="461232"/>
          </a:xfrm>
          <a:prstGeom prst="down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7" name="Down Arrow 26"/>
          <p:cNvSpPr/>
          <p:nvPr/>
        </p:nvSpPr>
        <p:spPr>
          <a:xfrm rot="11747874">
            <a:off x="7325645" y="1276026"/>
            <a:ext cx="441798" cy="461232"/>
          </a:xfrm>
          <a:prstGeom prst="down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098940" y="3104107"/>
            <a:ext cx="13715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bit errors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1916" y="4413664"/>
            <a:ext cx="2219414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/>
              <a:t>Transmission Link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90384" y="1154866"/>
            <a:ext cx="258072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" indent="-85725"/>
            <a:r>
              <a:rPr lang="en-GB" sz="1400" i="1" dirty="0">
                <a:solidFill>
                  <a:srgbClr val="FFFF00"/>
                </a:solidFill>
              </a:rPr>
              <a:t>Source Information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400" dirty="0">
                <a:solidFill>
                  <a:srgbClr val="FFFF00"/>
                </a:solidFill>
              </a:rPr>
              <a:t>coded data in as small space as possible (compressed, etc)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31216" y="3913649"/>
            <a:ext cx="21274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indent="-180975">
              <a:buFont typeface="Arial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</a:rPr>
              <a:t>signal received – reverse processes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69160" y="5887202"/>
            <a:ext cx="471786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indent="-180975">
              <a:buFont typeface="Arial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</a:rPr>
              <a:t>transmission is subject to noise interference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  <a:cs typeface="Lucida Sans Unicode" pitchFamily="34" charset="0"/>
              </a:rPr>
              <a:t>aim – to approach the Shannon Limit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660" y="2851898"/>
            <a:ext cx="2506293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" indent="-85725"/>
            <a:r>
              <a:rPr lang="en-GB" sz="1400" i="1" dirty="0">
                <a:solidFill>
                  <a:schemeClr val="bg1"/>
                </a:solidFill>
              </a:rPr>
              <a:t>Channel coding</a:t>
            </a:r>
          </a:p>
          <a:p>
            <a:pPr marL="182563" indent="-182563">
              <a:buFont typeface="Arial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  <a:latin typeface="Lucida Sans Unicode" pitchFamily="34" charset="0"/>
                <a:cs typeface="Lucida Sans Unicode" pitchFamily="34" charset="0"/>
              </a:rPr>
              <a:t>appropriate error protection method</a:t>
            </a:r>
          </a:p>
          <a:p>
            <a:pPr marL="182563" indent="-182563"/>
            <a:r>
              <a:rPr lang="en-GB" sz="1400" dirty="0">
                <a:solidFill>
                  <a:schemeClr val="bg1"/>
                </a:solidFill>
                <a:latin typeface="Lucida Sans Unicode" pitchFamily="34" charset="0"/>
                <a:cs typeface="Lucida Sans Unicode" pitchFamily="34" charset="0"/>
              </a:rPr>
              <a:t>	... depends on channel characteristics</a:t>
            </a:r>
          </a:p>
          <a:p>
            <a:pPr marL="182563" indent="-182563"/>
            <a:endParaRPr lang="en-GB" sz="1400" dirty="0">
              <a:solidFill>
                <a:schemeClr val="bg1"/>
              </a:solidFill>
              <a:latin typeface="Lucida Sans Unicode" pitchFamily="34" charset="0"/>
              <a:cs typeface="Lucida Sans Unicode" pitchFamily="34" charset="0"/>
            </a:endParaRPr>
          </a:p>
          <a:p>
            <a:pPr marL="182563" indent="-182563">
              <a:buFont typeface="Arial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</a:rPr>
              <a:t>modulation on to carrier</a:t>
            </a:r>
          </a:p>
        </p:txBody>
      </p:sp>
      <p:sp>
        <p:nvSpPr>
          <p:cNvPr id="41" name="Rectangle 40"/>
          <p:cNvSpPr/>
          <p:nvPr/>
        </p:nvSpPr>
        <p:spPr>
          <a:xfrm flipV="1">
            <a:off x="0" y="6525344"/>
            <a:ext cx="9144000" cy="332656"/>
          </a:xfrm>
          <a:prstGeom prst="rect">
            <a:avLst/>
          </a:prstGeom>
          <a:gradFill>
            <a:gsLst>
              <a:gs pos="0">
                <a:schemeClr val="tx1"/>
              </a:gs>
              <a:gs pos="65000">
                <a:srgbClr val="25A0AD"/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5400000" scaled="0"/>
          </a:gradFill>
        </p:spPr>
        <p:txBody>
          <a:bodyPr wrap="square" rtlCol="0" anchor="ctr"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0" y="9525"/>
            <a:ext cx="9144000" cy="323850"/>
          </a:xfrm>
          <a:prstGeom prst="rect">
            <a:avLst/>
          </a:prstGeom>
          <a:gradFill>
            <a:gsLst>
              <a:gs pos="0">
                <a:schemeClr val="tx1"/>
              </a:gs>
              <a:gs pos="65000">
                <a:srgbClr val="25A0AD"/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5400000" scaled="0"/>
          </a:gradFill>
        </p:spPr>
        <p:txBody>
          <a:bodyPr wrap="square" rtlCol="0" anchor="ctr"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0" y="6581001"/>
            <a:ext cx="18918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Lucida Sans Unicode" pitchFamily="34" charset="0"/>
                <a:cs typeface="Lucida Sans Unicode" pitchFamily="34" charset="0"/>
              </a:rPr>
              <a:t>jeremy.foss@bcu.ac.uk</a:t>
            </a:r>
          </a:p>
        </p:txBody>
      </p:sp>
      <p:sp>
        <p:nvSpPr>
          <p:cNvPr id="45" name="Rectangle 44"/>
          <p:cNvSpPr/>
          <p:nvPr/>
        </p:nvSpPr>
        <p:spPr>
          <a:xfrm flipV="1">
            <a:off x="8172400" y="6597351"/>
            <a:ext cx="971598" cy="260646"/>
          </a:xfrm>
          <a:prstGeom prst="rect">
            <a:avLst/>
          </a:prstGeom>
          <a:gradFill>
            <a:gsLst>
              <a:gs pos="0">
                <a:schemeClr val="tx1">
                  <a:alpha val="56000"/>
                </a:schemeClr>
              </a:gs>
              <a:gs pos="13000">
                <a:srgbClr val="25A0AD"/>
              </a:gs>
              <a:gs pos="100000">
                <a:schemeClr val="bg1"/>
              </a:gs>
            </a:gsLst>
            <a:lin ang="5400000" scaled="0"/>
          </a:grad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400" y="6580645"/>
            <a:ext cx="971600" cy="269368"/>
          </a:xfrm>
          <a:prstGeom prst="rect">
            <a:avLst/>
          </a:prstGeom>
        </p:spPr>
      </p:pic>
      <p:cxnSp>
        <p:nvCxnSpPr>
          <p:cNvPr id="37" name="Straight Arrow Connector 36"/>
          <p:cNvCxnSpPr/>
          <p:nvPr/>
        </p:nvCxnSpPr>
        <p:spPr>
          <a:xfrm flipH="1">
            <a:off x="2577709" y="1490647"/>
            <a:ext cx="336430" cy="310551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894923" y="4749523"/>
            <a:ext cx="2260735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400">
                <a:solidFill>
                  <a:schemeClr val="bg1">
                    <a:lumMod val="50000"/>
                  </a:schemeClr>
                </a:solidFill>
                <a:latin typeface="Gadugi" panose="020B0502040204020203" pitchFamily="34" charset="0"/>
              </a:rPr>
              <a:t>Crosstalk</a:t>
            </a:r>
            <a:endParaRPr lang="en-GB" sz="2400" dirty="0">
              <a:solidFill>
                <a:schemeClr val="bg1">
                  <a:lumMod val="50000"/>
                </a:schemeClr>
              </a:solidFill>
              <a:latin typeface="Gadugi" panose="020B0502040204020203" pitchFamily="3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842652" y="4699750"/>
            <a:ext cx="2260735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400">
                <a:solidFill>
                  <a:schemeClr val="bg1"/>
                </a:solidFill>
                <a:latin typeface="High Tower Text" panose="02040502050506030303" pitchFamily="18" charset="0"/>
              </a:rPr>
              <a:t>Crosstalk</a:t>
            </a:r>
            <a:endParaRPr lang="en-GB" sz="2400" dirty="0">
              <a:solidFill>
                <a:schemeClr val="bg1"/>
              </a:solidFill>
              <a:latin typeface="High Tower Text" panose="02040502050506030303" pitchFamily="18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5B69CC1-715D-447D-9632-FC5B15F24AF7}"/>
              </a:ext>
            </a:extLst>
          </p:cNvPr>
          <p:cNvSpPr txBox="1"/>
          <p:nvPr/>
        </p:nvSpPr>
        <p:spPr>
          <a:xfrm>
            <a:off x="4517789" y="5010469"/>
            <a:ext cx="966920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4000">
                <a:latin typeface="IrisUPC" panose="020B0502040204020203" pitchFamily="34" charset="-34"/>
                <a:cs typeface="IrisUPC" panose="020B0502040204020203" pitchFamily="34" charset="-34"/>
              </a:rPr>
              <a:t>jitter</a:t>
            </a:r>
            <a:endParaRPr lang="en-GB" sz="4000" dirty="0">
              <a:latin typeface="IrisUPC" panose="020B0502040204020203" pitchFamily="34" charset="-34"/>
              <a:cs typeface="IrisUPC" panose="020B0502040204020203" pitchFamily="34" charset="-34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18FC120-682A-4878-B391-8A75C6E92074}"/>
              </a:ext>
            </a:extLst>
          </p:cNvPr>
          <p:cNvSpPr txBox="1"/>
          <p:nvPr/>
        </p:nvSpPr>
        <p:spPr>
          <a:xfrm>
            <a:off x="3924629" y="3871841"/>
            <a:ext cx="2260735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400" b="1">
                <a:solidFill>
                  <a:schemeClr val="bg1">
                    <a:lumMod val="95000"/>
                  </a:schemeClr>
                </a:solidFill>
                <a:latin typeface="Juice ITC" panose="04040403040A02020202" pitchFamily="82" charset="0"/>
              </a:rPr>
              <a:t>NOISE</a:t>
            </a:r>
            <a:endParaRPr lang="en-GB" sz="2400" b="1" dirty="0">
              <a:solidFill>
                <a:schemeClr val="bg1">
                  <a:lumMod val="95000"/>
                </a:schemeClr>
              </a:solidFill>
              <a:latin typeface="Juice ITC" panose="04040403040A02020202" pitchFamily="82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8DA5E2A-982D-42BA-B01A-5B5E13DAFAEA}"/>
              </a:ext>
            </a:extLst>
          </p:cNvPr>
          <p:cNvSpPr txBox="1"/>
          <p:nvPr/>
        </p:nvSpPr>
        <p:spPr>
          <a:xfrm>
            <a:off x="6068912" y="5547060"/>
            <a:ext cx="2260735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400">
                <a:solidFill>
                  <a:schemeClr val="bg1">
                    <a:lumMod val="95000"/>
                  </a:schemeClr>
                </a:solidFill>
                <a:latin typeface="Mistral" panose="03090702030407020403" pitchFamily="66" charset="0"/>
              </a:rPr>
              <a:t>NOISE</a:t>
            </a:r>
            <a:endParaRPr lang="en-GB" sz="2400" dirty="0">
              <a:solidFill>
                <a:schemeClr val="bg1">
                  <a:lumMod val="95000"/>
                </a:schemeClr>
              </a:solidFill>
              <a:latin typeface="Mistral" panose="03090702030407020403" pitchFamily="66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EC4ACF6-8025-4BA7-9AC0-75858C042EAC}"/>
              </a:ext>
            </a:extLst>
          </p:cNvPr>
          <p:cNvSpPr txBox="1"/>
          <p:nvPr/>
        </p:nvSpPr>
        <p:spPr>
          <a:xfrm>
            <a:off x="1414310" y="5526447"/>
            <a:ext cx="2260735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400">
                <a:solidFill>
                  <a:schemeClr val="bg1">
                    <a:lumMod val="95000"/>
                  </a:schemeClr>
                </a:solidFill>
                <a:latin typeface="Modern Love Grunge" panose="020B0604020202020204" pitchFamily="82" charset="0"/>
              </a:rPr>
              <a:t>NOISE</a:t>
            </a:r>
            <a:endParaRPr lang="en-GB" sz="2400" dirty="0">
              <a:solidFill>
                <a:schemeClr val="bg1">
                  <a:lumMod val="95000"/>
                </a:schemeClr>
              </a:solidFill>
              <a:latin typeface="Modern Love Grunge" panose="020B0604020202020204" pitchFamily="82" charset="0"/>
            </a:endParaRPr>
          </a:p>
        </p:txBody>
      </p:sp>
      <p:sp>
        <p:nvSpPr>
          <p:cNvPr id="5" name="Arrow: Curved Up 4">
            <a:extLst>
              <a:ext uri="{FF2B5EF4-FFF2-40B4-BE49-F238E27FC236}">
                <a16:creationId xmlns:a16="http://schemas.microsoft.com/office/drawing/2014/main" id="{0BB5E9E6-86B0-4954-A054-8CBDAAD168CA}"/>
              </a:ext>
            </a:extLst>
          </p:cNvPr>
          <p:cNvSpPr/>
          <p:nvPr/>
        </p:nvSpPr>
        <p:spPr>
          <a:xfrm>
            <a:off x="6338845" y="5131260"/>
            <a:ext cx="884398" cy="338237"/>
          </a:xfrm>
          <a:prstGeom prst="curvedUpArrow">
            <a:avLst/>
          </a:prstGeom>
          <a:solidFill>
            <a:srgbClr val="92D050"/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52" name="Arrow: Curved Up 51">
            <a:extLst>
              <a:ext uri="{FF2B5EF4-FFF2-40B4-BE49-F238E27FC236}">
                <a16:creationId xmlns:a16="http://schemas.microsoft.com/office/drawing/2014/main" id="{90764815-D07B-4E27-ACE1-BCC1014C3C5A}"/>
              </a:ext>
            </a:extLst>
          </p:cNvPr>
          <p:cNvSpPr/>
          <p:nvPr/>
        </p:nvSpPr>
        <p:spPr>
          <a:xfrm flipH="1" flipV="1">
            <a:off x="6268918" y="4474101"/>
            <a:ext cx="894883" cy="338554"/>
          </a:xfrm>
          <a:prstGeom prst="curvedUpArrow">
            <a:avLst/>
          </a:prstGeom>
          <a:solidFill>
            <a:srgbClr val="92D050"/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14" name="Lightning Bolt 13">
            <a:extLst>
              <a:ext uri="{FF2B5EF4-FFF2-40B4-BE49-F238E27FC236}">
                <a16:creationId xmlns:a16="http://schemas.microsoft.com/office/drawing/2014/main" id="{30DCCEC6-E6BD-4E13-8053-9E34B1847193}"/>
              </a:ext>
            </a:extLst>
          </p:cNvPr>
          <p:cNvSpPr/>
          <p:nvPr/>
        </p:nvSpPr>
        <p:spPr>
          <a:xfrm rot="18594353">
            <a:off x="2969623" y="5323769"/>
            <a:ext cx="780794" cy="448852"/>
          </a:xfrm>
          <a:prstGeom prst="lightningBol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53" name="Lightning Bolt 52">
            <a:extLst>
              <a:ext uri="{FF2B5EF4-FFF2-40B4-BE49-F238E27FC236}">
                <a16:creationId xmlns:a16="http://schemas.microsoft.com/office/drawing/2014/main" id="{AE89B5F6-0B19-4ABA-ABED-3A112BF68798}"/>
              </a:ext>
            </a:extLst>
          </p:cNvPr>
          <p:cNvSpPr/>
          <p:nvPr/>
        </p:nvSpPr>
        <p:spPr>
          <a:xfrm rot="3421618">
            <a:off x="4433219" y="4338433"/>
            <a:ext cx="808896" cy="362775"/>
          </a:xfrm>
          <a:prstGeom prst="lightningBol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54" name="Lightning Bolt 53">
            <a:extLst>
              <a:ext uri="{FF2B5EF4-FFF2-40B4-BE49-F238E27FC236}">
                <a16:creationId xmlns:a16="http://schemas.microsoft.com/office/drawing/2014/main" id="{2BB37C49-F8E1-4DF2-8B7F-C60C00FBA85B}"/>
              </a:ext>
            </a:extLst>
          </p:cNvPr>
          <p:cNvSpPr/>
          <p:nvPr/>
        </p:nvSpPr>
        <p:spPr>
          <a:xfrm rot="10513570">
            <a:off x="5978108" y="5333445"/>
            <a:ext cx="874171" cy="439664"/>
          </a:xfrm>
          <a:prstGeom prst="lightningBol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55" name="Lightning Bolt 54">
            <a:extLst>
              <a:ext uri="{FF2B5EF4-FFF2-40B4-BE49-F238E27FC236}">
                <a16:creationId xmlns:a16="http://schemas.microsoft.com/office/drawing/2014/main" id="{604137B0-16E8-4668-A4B6-480D8FDA3F6C}"/>
              </a:ext>
            </a:extLst>
          </p:cNvPr>
          <p:cNvSpPr/>
          <p:nvPr/>
        </p:nvSpPr>
        <p:spPr>
          <a:xfrm rot="18594353">
            <a:off x="2661543" y="4732272"/>
            <a:ext cx="884029" cy="631686"/>
          </a:xfrm>
          <a:prstGeom prst="lightningBol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0070C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1936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3700" y="1713782"/>
            <a:ext cx="8178842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b="1" dirty="0">
                <a:latin typeface="Lucida Sans Unicode" pitchFamily="34" charset="0"/>
                <a:cs typeface="Lucida Sans Unicode" pitchFamily="34" charset="0"/>
              </a:rPr>
              <a:t>Transmission</a:t>
            </a:r>
          </a:p>
          <a:p>
            <a:r>
              <a:rPr lang="en-GB" sz="9600" b="1" dirty="0">
                <a:latin typeface="Lucida Sans Unicode" pitchFamily="34" charset="0"/>
                <a:cs typeface="Lucida Sans Unicode" pitchFamily="34" charset="0"/>
              </a:rPr>
              <a:t>Media</a:t>
            </a:r>
          </a:p>
        </p:txBody>
      </p:sp>
    </p:spTree>
    <p:extLst>
      <p:ext uri="{BB962C8B-B14F-4D97-AF65-F5344CB8AC3E}">
        <p14:creationId xmlns:p14="http://schemas.microsoft.com/office/powerpoint/2010/main" val="1614949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288" y="1116674"/>
            <a:ext cx="6558171" cy="42216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indent="-180975">
              <a:lnSpc>
                <a:spcPts val="2300"/>
              </a:lnSpc>
              <a:buFont typeface="Arial" pitchFamily="34" charset="0"/>
              <a:buChar char="•"/>
            </a:pPr>
            <a:r>
              <a:rPr lang="en-GB" sz="1600" dirty="0">
                <a:latin typeface="Lucida Sans Unicode" pitchFamily="34" charset="0"/>
              </a:rPr>
              <a:t>Types of Transmission Media</a:t>
            </a:r>
          </a:p>
          <a:p>
            <a:pPr marL="180975" indent="-180975">
              <a:lnSpc>
                <a:spcPts val="2300"/>
              </a:lnSpc>
              <a:buFont typeface="Arial" pitchFamily="34" charset="0"/>
              <a:buChar char="•"/>
            </a:pPr>
            <a:r>
              <a:rPr lang="en-GB" sz="1600" dirty="0">
                <a:latin typeface="Lucida Sans Unicode" pitchFamily="34" charset="0"/>
              </a:rPr>
              <a:t>Multiplexing - FDM, TDM, Statistical</a:t>
            </a:r>
          </a:p>
          <a:p>
            <a:pPr lvl="1">
              <a:lnSpc>
                <a:spcPts val="2300"/>
              </a:lnSpc>
            </a:pPr>
            <a:r>
              <a:rPr lang="en-GB" sz="1600" i="1" dirty="0">
                <a:latin typeface="Lucida Sans Unicode" pitchFamily="34" charset="0"/>
              </a:rPr>
              <a:t>* introduction only – will be covered in depth later on </a:t>
            </a:r>
          </a:p>
          <a:p>
            <a:pPr marL="180975" indent="-180975">
              <a:lnSpc>
                <a:spcPts val="2300"/>
              </a:lnSpc>
              <a:buFont typeface="Arial" pitchFamily="34" charset="0"/>
              <a:buChar char="•"/>
            </a:pPr>
            <a:r>
              <a:rPr lang="en-GB" sz="1600" dirty="0">
                <a:latin typeface="Lucida Sans Unicode" pitchFamily="34" charset="0"/>
              </a:rPr>
              <a:t>Cables</a:t>
            </a:r>
          </a:p>
          <a:p>
            <a:pPr marL="638175" lvl="1" indent="-180975">
              <a:lnSpc>
                <a:spcPts val="2300"/>
              </a:lnSpc>
              <a:buFont typeface="Arial" pitchFamily="34" charset="0"/>
              <a:buChar char="•"/>
            </a:pPr>
            <a:r>
              <a:rPr lang="en-GB" sz="1600" dirty="0">
                <a:latin typeface="Lucida Sans Unicode" pitchFamily="34" charset="0"/>
              </a:rPr>
              <a:t>Twisted Pair</a:t>
            </a:r>
          </a:p>
          <a:p>
            <a:pPr marL="638175" lvl="1" indent="-180975">
              <a:lnSpc>
                <a:spcPts val="2300"/>
              </a:lnSpc>
              <a:buFont typeface="Arial" pitchFamily="34" charset="0"/>
              <a:buChar char="•"/>
            </a:pPr>
            <a:r>
              <a:rPr lang="en-GB" sz="1600" dirty="0">
                <a:latin typeface="Lucida Sans Unicode" pitchFamily="34" charset="0"/>
              </a:rPr>
              <a:t>Coaxial</a:t>
            </a:r>
          </a:p>
          <a:p>
            <a:pPr marL="180975" indent="-180975">
              <a:lnSpc>
                <a:spcPts val="2300"/>
              </a:lnSpc>
              <a:buFont typeface="Arial" pitchFamily="34" charset="0"/>
              <a:buChar char="•"/>
            </a:pPr>
            <a:r>
              <a:rPr lang="en-GB" sz="1600" dirty="0">
                <a:latin typeface="Lucida Sans Unicode" pitchFamily="34" charset="0"/>
              </a:rPr>
              <a:t>Fibre Optic</a:t>
            </a:r>
          </a:p>
          <a:p>
            <a:pPr marL="638175" lvl="1" indent="-180975">
              <a:lnSpc>
                <a:spcPts val="2300"/>
              </a:lnSpc>
              <a:buFont typeface="Arial" pitchFamily="34" charset="0"/>
              <a:buChar char="•"/>
            </a:pPr>
            <a:r>
              <a:rPr lang="en-GB" sz="1600" dirty="0">
                <a:latin typeface="Lucida Sans Unicode" pitchFamily="34" charset="0"/>
              </a:rPr>
              <a:t>Wave Division Multiplexing</a:t>
            </a:r>
          </a:p>
          <a:p>
            <a:pPr marL="180975" indent="-180975">
              <a:lnSpc>
                <a:spcPts val="2300"/>
              </a:lnSpc>
              <a:buFont typeface="Arial" pitchFamily="34" charset="0"/>
              <a:buChar char="•"/>
            </a:pPr>
            <a:r>
              <a:rPr lang="en-GB" sz="1600" dirty="0">
                <a:latin typeface="Lucida Sans Unicode" pitchFamily="34" charset="0"/>
              </a:rPr>
              <a:t>Radio</a:t>
            </a:r>
          </a:p>
          <a:p>
            <a:pPr marL="638175" lvl="1" indent="-180975">
              <a:lnSpc>
                <a:spcPts val="2300"/>
              </a:lnSpc>
              <a:buFont typeface="Arial" pitchFamily="34" charset="0"/>
              <a:buChar char="•"/>
            </a:pPr>
            <a:r>
              <a:rPr lang="en-GB" sz="1600" dirty="0">
                <a:latin typeface="Lucida Sans Unicode" pitchFamily="34" charset="0"/>
              </a:rPr>
              <a:t>Spectrum</a:t>
            </a:r>
          </a:p>
          <a:p>
            <a:pPr marL="638175" lvl="1" indent="-180975">
              <a:lnSpc>
                <a:spcPts val="2300"/>
              </a:lnSpc>
              <a:buFont typeface="Arial" pitchFamily="34" charset="0"/>
              <a:buChar char="•"/>
            </a:pPr>
            <a:r>
              <a:rPr lang="en-GB" sz="1600" dirty="0">
                <a:latin typeface="Lucida Sans Unicode" pitchFamily="34" charset="0"/>
              </a:rPr>
              <a:t>Transmitter</a:t>
            </a:r>
          </a:p>
          <a:p>
            <a:pPr marL="638175" lvl="1" indent="-180975">
              <a:lnSpc>
                <a:spcPts val="2300"/>
              </a:lnSpc>
              <a:buFont typeface="Arial" pitchFamily="34" charset="0"/>
              <a:buChar char="•"/>
            </a:pPr>
            <a:r>
              <a:rPr lang="en-GB" sz="1600" dirty="0">
                <a:latin typeface="Lucida Sans Unicode" pitchFamily="34" charset="0"/>
              </a:rPr>
              <a:t>EM Wave, Radio Waves</a:t>
            </a:r>
          </a:p>
          <a:p>
            <a:pPr marL="638175" lvl="1" indent="-180975">
              <a:lnSpc>
                <a:spcPts val="2300"/>
              </a:lnSpc>
              <a:buFont typeface="Arial" pitchFamily="34" charset="0"/>
              <a:buChar char="•"/>
            </a:pPr>
            <a:r>
              <a:rPr lang="en-GB" sz="1600" dirty="0">
                <a:latin typeface="Lucida Sans Unicode" pitchFamily="34" charset="0"/>
              </a:rPr>
              <a:t>Propagation through lower and upper atmosphere</a:t>
            </a:r>
          </a:p>
          <a:p>
            <a:pPr marL="638175" lvl="1" indent="-180975">
              <a:lnSpc>
                <a:spcPts val="2300"/>
              </a:lnSpc>
              <a:buFont typeface="Arial" pitchFamily="34" charset="0"/>
              <a:buChar char="•"/>
            </a:pPr>
            <a:r>
              <a:rPr lang="en-GB" sz="1600" dirty="0">
                <a:latin typeface="Lucida Sans Unicode" pitchFamily="34" charset="0"/>
              </a:rPr>
              <a:t>Broadcast Transmitter Technologies (valves)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395288" y="331788"/>
            <a:ext cx="31726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>
                <a:latin typeface="Lucida Sans Unicode" pitchFamily="34" charset="0"/>
              </a:rPr>
              <a:t>Transmission Media</a:t>
            </a:r>
          </a:p>
        </p:txBody>
      </p:sp>
    </p:spTree>
    <p:extLst>
      <p:ext uri="{BB962C8B-B14F-4D97-AF65-F5344CB8AC3E}">
        <p14:creationId xmlns:p14="http://schemas.microsoft.com/office/powerpoint/2010/main" val="3677138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"/>
          <p:cNvSpPr>
            <a:spLocks noChangeArrowheads="1"/>
          </p:cNvSpPr>
          <p:nvPr/>
        </p:nvSpPr>
        <p:spPr bwMode="auto">
          <a:xfrm>
            <a:off x="395288" y="331788"/>
            <a:ext cx="29337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sz="2400" b="1" dirty="0">
                <a:latin typeface="Lucida Sans Unicode" pitchFamily="34" charset="0"/>
              </a:rPr>
              <a:t>Twisted Pair Cable</a:t>
            </a: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331788"/>
            <a:ext cx="3352800" cy="273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4" name="Rectangle 4"/>
          <p:cNvSpPr>
            <a:spLocks noChangeArrowheads="1"/>
          </p:cNvSpPr>
          <p:nvPr/>
        </p:nvSpPr>
        <p:spPr bwMode="auto">
          <a:xfrm>
            <a:off x="395288" y="809625"/>
            <a:ext cx="5240337" cy="2157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180975" indent="-180975">
              <a:lnSpc>
                <a:spcPts val="2300"/>
              </a:lnSpc>
              <a:buFont typeface="Arial" charset="0"/>
              <a:buChar char="•"/>
            </a:pPr>
            <a:r>
              <a:rPr lang="en-GB" sz="1600" dirty="0">
                <a:latin typeface="Lucida Sans Unicode" pitchFamily="34" charset="0"/>
              </a:rPr>
              <a:t>Two insulated copper wires that are twisted together (which results in cancellation of induced interference; cancellation of radiated interference, hence reduces radiation)</a:t>
            </a:r>
          </a:p>
          <a:p>
            <a:pPr marL="180975" indent="-180975">
              <a:lnSpc>
                <a:spcPts val="2300"/>
              </a:lnSpc>
              <a:buFont typeface="Arial" charset="0"/>
              <a:buChar char="•"/>
            </a:pPr>
            <a:r>
              <a:rPr lang="en-GB" sz="1600" dirty="0">
                <a:latin typeface="Lucida Sans Unicode" pitchFamily="34" charset="0"/>
              </a:rPr>
              <a:t>The individual pairs can be shielded (STP) or unshielded (UTP)</a:t>
            </a:r>
          </a:p>
          <a:p>
            <a:pPr marL="180975" indent="-180975">
              <a:lnSpc>
                <a:spcPts val="2300"/>
              </a:lnSpc>
              <a:buFont typeface="Arial" charset="0"/>
              <a:buChar char="•"/>
            </a:pPr>
            <a:r>
              <a:rPr lang="en-GB" sz="1600" dirty="0">
                <a:latin typeface="Lucida Sans Unicode" pitchFamily="34" charset="0"/>
              </a:rPr>
              <a:t>The cable can also be shielded (S/STP)</a:t>
            </a:r>
          </a:p>
        </p:txBody>
      </p:sp>
      <p:sp>
        <p:nvSpPr>
          <p:cNvPr id="10245" name="Rectangle 6"/>
          <p:cNvSpPr>
            <a:spLocks noChangeArrowheads="1"/>
          </p:cNvSpPr>
          <p:nvPr/>
        </p:nvSpPr>
        <p:spPr bwMode="auto">
          <a:xfrm>
            <a:off x="395288" y="3023956"/>
            <a:ext cx="8386762" cy="348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ts val="2300"/>
              </a:lnSpc>
            </a:pPr>
            <a:r>
              <a:rPr lang="en-GB" sz="1600" b="1" dirty="0">
                <a:latin typeface="Lucida Sans Unicode" pitchFamily="34" charset="0"/>
              </a:rPr>
              <a:t>Categories (CAT ...)</a:t>
            </a:r>
          </a:p>
          <a:p>
            <a:pPr lvl="1">
              <a:lnSpc>
                <a:spcPts val="2300"/>
              </a:lnSpc>
              <a:tabLst>
                <a:tab pos="990600" algn="l"/>
              </a:tabLst>
            </a:pPr>
            <a:r>
              <a:rPr lang="en-GB" sz="1600" dirty="0">
                <a:latin typeface="Lucida Sans Unicode" pitchFamily="34" charset="0"/>
              </a:rPr>
              <a:t>1 	- primarily for voice</a:t>
            </a:r>
          </a:p>
          <a:p>
            <a:pPr lvl="1">
              <a:lnSpc>
                <a:spcPts val="2300"/>
              </a:lnSpc>
              <a:tabLst>
                <a:tab pos="990600" algn="l"/>
              </a:tabLst>
            </a:pPr>
            <a:r>
              <a:rPr lang="en-GB" sz="1600" dirty="0">
                <a:latin typeface="Lucida Sans Unicode" pitchFamily="34" charset="0"/>
              </a:rPr>
              <a:t>2 	- 4Mbps</a:t>
            </a:r>
          </a:p>
          <a:p>
            <a:pPr lvl="1">
              <a:lnSpc>
                <a:spcPts val="2300"/>
              </a:lnSpc>
              <a:tabLst>
                <a:tab pos="990600" algn="l"/>
              </a:tabLst>
            </a:pPr>
            <a:r>
              <a:rPr lang="en-GB" sz="1600" dirty="0">
                <a:latin typeface="Lucida Sans Unicode" pitchFamily="34" charset="0"/>
              </a:rPr>
              <a:t>3 	- 16MHz bandwidth; 10Mb/s</a:t>
            </a:r>
          </a:p>
          <a:p>
            <a:pPr lvl="1">
              <a:lnSpc>
                <a:spcPts val="2300"/>
              </a:lnSpc>
              <a:tabLst>
                <a:tab pos="990600" algn="l"/>
              </a:tabLst>
            </a:pPr>
            <a:r>
              <a:rPr lang="en-GB" sz="1600" dirty="0">
                <a:latin typeface="Lucida Sans Unicode" pitchFamily="34" charset="0"/>
              </a:rPr>
              <a:t>4 	- 20MHz bandwidth; 16Mb/s</a:t>
            </a:r>
          </a:p>
          <a:p>
            <a:pPr lvl="1">
              <a:lnSpc>
                <a:spcPts val="2300"/>
              </a:lnSpc>
              <a:tabLst>
                <a:tab pos="990600" algn="l"/>
              </a:tabLst>
            </a:pPr>
            <a:r>
              <a:rPr lang="en-GB" sz="1600" dirty="0">
                <a:latin typeface="Lucida Sans Unicode" pitchFamily="34" charset="0"/>
              </a:rPr>
              <a:t>5	- 100MHz bandwidth; 100Mb/s (4 pairs/cable)</a:t>
            </a:r>
          </a:p>
          <a:p>
            <a:pPr lvl="1">
              <a:lnSpc>
                <a:spcPts val="2300"/>
              </a:lnSpc>
              <a:buAutoNum type="arabicPlain" startAt="6"/>
              <a:tabLst>
                <a:tab pos="990600" algn="l"/>
              </a:tabLst>
            </a:pPr>
            <a:r>
              <a:rPr lang="en-GB" sz="1600" dirty="0">
                <a:latin typeface="Lucida Sans Unicode" pitchFamily="34" charset="0"/>
              </a:rPr>
              <a:t> 	- 400MHz bandwidth; 1Gb/s (4 pairs/cable)</a:t>
            </a:r>
          </a:p>
          <a:p>
            <a:pPr lvl="1">
              <a:lnSpc>
                <a:spcPts val="2300"/>
              </a:lnSpc>
              <a:buAutoNum type="arabicPlain" startAt="6"/>
              <a:tabLst>
                <a:tab pos="990600" algn="l"/>
              </a:tabLst>
            </a:pPr>
            <a:r>
              <a:rPr lang="en-GB" sz="1600" dirty="0">
                <a:latin typeface="Lucida Sans Unicode" pitchFamily="34" charset="0"/>
              </a:rPr>
              <a:t> 	- 600MHz bandwidth (1GHz for Augmented); 10Gb/s</a:t>
            </a:r>
          </a:p>
          <a:p>
            <a:pPr lvl="1">
              <a:lnSpc>
                <a:spcPts val="2300"/>
              </a:lnSpc>
              <a:buAutoNum type="arabicPlain" startAt="6"/>
              <a:tabLst>
                <a:tab pos="990600" algn="l"/>
              </a:tabLst>
            </a:pPr>
            <a:r>
              <a:rPr lang="en-GB" sz="1600" dirty="0">
                <a:latin typeface="Lucida Sans Unicode" pitchFamily="34" charset="0"/>
              </a:rPr>
              <a:t> 	- 1.2GHz bandwidth </a:t>
            </a:r>
          </a:p>
          <a:p>
            <a:pPr lvl="1"/>
            <a:endParaRPr lang="en-GB" sz="1600" dirty="0">
              <a:latin typeface="Lucida Sans Unicode" pitchFamily="34" charset="0"/>
            </a:endParaRPr>
          </a:p>
          <a:p>
            <a:r>
              <a:rPr lang="en-GB" sz="1600" dirty="0">
                <a:latin typeface="Lucida Sans Unicode" pitchFamily="34" charset="0"/>
              </a:rPr>
              <a:t>Common Uses:</a:t>
            </a:r>
          </a:p>
          <a:p>
            <a:pPr lvl="1"/>
            <a:r>
              <a:rPr lang="en-GB" sz="1600" dirty="0">
                <a:latin typeface="Lucida Sans Unicode" pitchFamily="34" charset="0"/>
              </a:rPr>
              <a:t>Voice Telephony,  various Digital Subscriber Line (</a:t>
            </a:r>
            <a:r>
              <a:rPr lang="en-GB" sz="1600" dirty="0" err="1">
                <a:latin typeface="Lucida Sans Unicode" pitchFamily="34" charset="0"/>
              </a:rPr>
              <a:t>xDSL</a:t>
            </a:r>
            <a:r>
              <a:rPr lang="en-GB" sz="1600" dirty="0">
                <a:latin typeface="Lucida Sans Unicode" pitchFamily="34" charset="0"/>
              </a:rPr>
              <a:t>), LANs</a:t>
            </a:r>
          </a:p>
        </p:txBody>
      </p:sp>
      <p:pic>
        <p:nvPicPr>
          <p:cNvPr id="25604" name="Picture 4" descr="http://www.nanhua.info/upfiles/CAT7.jpg"/>
          <p:cNvPicPr>
            <a:picLocks noChangeAspect="1" noChangeArrowheads="1"/>
          </p:cNvPicPr>
          <p:nvPr/>
        </p:nvPicPr>
        <p:blipFill>
          <a:blip r:embed="rId3" cstate="print"/>
          <a:srcRect t="26354" b="27526"/>
          <a:stretch>
            <a:fillRect/>
          </a:stretch>
        </p:blipFill>
        <p:spPr bwMode="auto">
          <a:xfrm>
            <a:off x="5061857" y="2843935"/>
            <a:ext cx="4082143" cy="1575175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6912260" y="4239090"/>
            <a:ext cx="19352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Lucida Sans Unicode" pitchFamily="34" charset="0"/>
              </a:rPr>
              <a:t>CAT 7 – Screen Shielded Twisted Pair (SSTP) </a:t>
            </a:r>
          </a:p>
          <a:p>
            <a:endParaRPr lang="en-GB" sz="1400" dirty="0">
              <a:latin typeface="Lucida Sans Unicod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2036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331788"/>
            <a:ext cx="3352800" cy="273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7" name="Rectangle 2"/>
          <p:cNvSpPr>
            <a:spLocks noChangeArrowheads="1"/>
          </p:cNvSpPr>
          <p:nvPr/>
        </p:nvSpPr>
        <p:spPr bwMode="auto">
          <a:xfrm>
            <a:off x="395288" y="331788"/>
            <a:ext cx="29337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sz="2400" b="1" dirty="0">
                <a:latin typeface="Lucida Sans Unicode" pitchFamily="34" charset="0"/>
              </a:rPr>
              <a:t>Twisted Pair Cable</a:t>
            </a:r>
          </a:p>
        </p:txBody>
      </p:sp>
      <p:sp>
        <p:nvSpPr>
          <p:cNvPr id="11268" name="Rectangle 3"/>
          <p:cNvSpPr>
            <a:spLocks noChangeArrowheads="1"/>
          </p:cNvSpPr>
          <p:nvPr/>
        </p:nvSpPr>
        <p:spPr bwMode="auto">
          <a:xfrm>
            <a:off x="395288" y="989013"/>
            <a:ext cx="5070475" cy="38779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180975" indent="-180975">
              <a:lnSpc>
                <a:spcPct val="150000"/>
              </a:lnSpc>
            </a:pPr>
            <a:r>
              <a:rPr lang="en-GB" sz="1600" b="1" dirty="0">
                <a:latin typeface="Lucida Sans Unicode" pitchFamily="34" charset="0"/>
              </a:rPr>
              <a:t>Advantages:</a:t>
            </a:r>
          </a:p>
          <a:p>
            <a:pPr marL="180975" lvl="1" indent="-180975">
              <a:lnSpc>
                <a:spcPct val="150000"/>
              </a:lnSpc>
              <a:buFont typeface="Arial" charset="0"/>
              <a:buChar char="•"/>
            </a:pPr>
            <a:r>
              <a:rPr lang="en-GB" sz="1600" dirty="0">
                <a:latin typeface="Lucida Sans Unicode" pitchFamily="34" charset="0"/>
              </a:rPr>
              <a:t>High availability</a:t>
            </a:r>
          </a:p>
          <a:p>
            <a:pPr marL="180975" lvl="1" indent="-180975">
              <a:lnSpc>
                <a:spcPct val="150000"/>
              </a:lnSpc>
              <a:buFont typeface="Arial" charset="0"/>
              <a:buChar char="•"/>
            </a:pPr>
            <a:r>
              <a:rPr lang="en-GB" sz="1600" dirty="0">
                <a:latin typeface="Lucida Sans Unicode" pitchFamily="34" charset="0"/>
              </a:rPr>
              <a:t>Low installation cost</a:t>
            </a:r>
          </a:p>
          <a:p>
            <a:pPr marL="180975" indent="-180975">
              <a:lnSpc>
                <a:spcPct val="150000"/>
              </a:lnSpc>
            </a:pPr>
            <a:endParaRPr lang="en-GB" sz="1600" dirty="0">
              <a:latin typeface="Lucida Sans Unicode" pitchFamily="34" charset="0"/>
            </a:endParaRPr>
          </a:p>
          <a:p>
            <a:pPr marL="180975" indent="-180975">
              <a:lnSpc>
                <a:spcPct val="150000"/>
              </a:lnSpc>
            </a:pPr>
            <a:r>
              <a:rPr lang="en-GB" sz="1600" b="1" dirty="0">
                <a:latin typeface="Lucida Sans Unicode" pitchFamily="34" charset="0"/>
              </a:rPr>
              <a:t>Disadvantages:</a:t>
            </a:r>
          </a:p>
          <a:p>
            <a:pPr marL="180975" lvl="1" indent="-180975">
              <a:lnSpc>
                <a:spcPct val="150000"/>
              </a:lnSpc>
              <a:buFont typeface="Arial" charset="0"/>
              <a:buChar char="•"/>
            </a:pPr>
            <a:r>
              <a:rPr lang="en-GB" sz="1600" dirty="0">
                <a:latin typeface="Lucida Sans Unicode" pitchFamily="34" charset="0"/>
              </a:rPr>
              <a:t>Usable frequency spectrum is small</a:t>
            </a:r>
          </a:p>
          <a:p>
            <a:pPr marL="180975" lvl="1" indent="-180975">
              <a:lnSpc>
                <a:spcPct val="150000"/>
              </a:lnSpc>
              <a:buFont typeface="Arial" charset="0"/>
              <a:buChar char="•"/>
            </a:pPr>
            <a:r>
              <a:rPr lang="en-GB" sz="1600" dirty="0">
                <a:latin typeface="Lucida Sans Unicode" pitchFamily="34" charset="0"/>
              </a:rPr>
              <a:t>Limited data rates</a:t>
            </a:r>
          </a:p>
          <a:p>
            <a:pPr marL="180975" lvl="1" indent="-180975">
              <a:lnSpc>
                <a:spcPct val="150000"/>
              </a:lnSpc>
              <a:buFont typeface="Arial" charset="0"/>
              <a:buChar char="•"/>
            </a:pPr>
            <a:r>
              <a:rPr lang="en-GB" sz="1600" dirty="0">
                <a:latin typeface="Lucida Sans Unicode" pitchFamily="34" charset="0"/>
              </a:rPr>
              <a:t>Limited range</a:t>
            </a:r>
          </a:p>
          <a:p>
            <a:pPr marL="180975" lvl="1" indent="-180975">
              <a:lnSpc>
                <a:spcPct val="150000"/>
              </a:lnSpc>
              <a:buFont typeface="Arial" charset="0"/>
              <a:buChar char="•"/>
            </a:pPr>
            <a:r>
              <a:rPr lang="en-GB" sz="1600" dirty="0">
                <a:latin typeface="Lucida Sans Unicode" pitchFamily="34" charset="0"/>
              </a:rPr>
              <a:t>High </a:t>
            </a:r>
            <a:r>
              <a:rPr lang="en-GB" sz="1600" dirty="0" err="1">
                <a:latin typeface="Lucida Sans Unicode" pitchFamily="34" charset="0"/>
              </a:rPr>
              <a:t>suceptibility</a:t>
            </a:r>
            <a:r>
              <a:rPr lang="en-GB" sz="1600" dirty="0">
                <a:latin typeface="Lucida Sans Unicode" pitchFamily="34" charset="0"/>
              </a:rPr>
              <a:t> to electromagnetic and radio frequency interference</a:t>
            </a:r>
          </a:p>
        </p:txBody>
      </p:sp>
      <p:sp>
        <p:nvSpPr>
          <p:cNvPr id="11269" name="Rectangle 4"/>
          <p:cNvSpPr>
            <a:spLocks noChangeArrowheads="1"/>
          </p:cNvSpPr>
          <p:nvPr/>
        </p:nvSpPr>
        <p:spPr bwMode="auto">
          <a:xfrm>
            <a:off x="4551363" y="6273800"/>
            <a:ext cx="459263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GB" sz="1200" i="1" dirty="0">
                <a:latin typeface="Lucida Sans Unicode" pitchFamily="34" charset="0"/>
              </a:rPr>
              <a:t>ref – </a:t>
            </a:r>
            <a:r>
              <a:rPr lang="en-GB" sz="1200" i="1" dirty="0" err="1">
                <a:latin typeface="Lucida Sans Unicode" pitchFamily="34" charset="0"/>
              </a:rPr>
              <a:t>Prof.</a:t>
            </a:r>
            <a:r>
              <a:rPr lang="en-GB" sz="1200" i="1" dirty="0">
                <a:latin typeface="Lucida Sans Unicode" pitchFamily="34" charset="0"/>
              </a:rPr>
              <a:t> David Bernstein,  James Madison University</a:t>
            </a:r>
          </a:p>
        </p:txBody>
      </p:sp>
    </p:spTree>
    <p:extLst>
      <p:ext uri="{BB962C8B-B14F-4D97-AF65-F5344CB8AC3E}">
        <p14:creationId xmlns:p14="http://schemas.microsoft.com/office/powerpoint/2010/main" val="4030452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331788"/>
            <a:ext cx="3352800" cy="273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Rectangle 1"/>
          <p:cNvSpPr>
            <a:spLocks noChangeArrowheads="1"/>
          </p:cNvSpPr>
          <p:nvPr/>
        </p:nvSpPr>
        <p:spPr bwMode="auto">
          <a:xfrm>
            <a:off x="395288" y="842735"/>
            <a:ext cx="5178425" cy="2923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174625" indent="-174625"/>
            <a:r>
              <a:rPr lang="en-GB" sz="1600" b="1" dirty="0">
                <a:latin typeface="Lucida Sans Unicode" pitchFamily="34" charset="0"/>
              </a:rPr>
              <a:t>In balanced pair operation - </a:t>
            </a:r>
          </a:p>
          <a:p>
            <a:r>
              <a:rPr lang="en-GB" sz="1600" i="1" dirty="0">
                <a:latin typeface="Lucida Sans Unicode" pitchFamily="34" charset="0"/>
              </a:rPr>
              <a:t>Differential mode transmission -</a:t>
            </a:r>
          </a:p>
          <a:p>
            <a:pPr marL="174625" indent="-174625">
              <a:buFont typeface="Arial" charset="0"/>
              <a:buChar char="•"/>
            </a:pPr>
            <a:r>
              <a:rPr lang="en-GB" sz="1600" u="sng" dirty="0">
                <a:latin typeface="Lucida Sans Unicode" pitchFamily="34" charset="0"/>
              </a:rPr>
              <a:t>differential</a:t>
            </a:r>
            <a:r>
              <a:rPr lang="en-GB" sz="1600" dirty="0">
                <a:latin typeface="Lucida Sans Unicode" pitchFamily="34" charset="0"/>
              </a:rPr>
              <a:t> signals; receiver detects the </a:t>
            </a:r>
            <a:r>
              <a:rPr lang="en-GB" sz="1600" u="sng" dirty="0">
                <a:latin typeface="Lucida Sans Unicode" pitchFamily="34" charset="0"/>
              </a:rPr>
              <a:t>difference</a:t>
            </a:r>
            <a:r>
              <a:rPr lang="en-GB" sz="1600" dirty="0">
                <a:latin typeface="Lucida Sans Unicode" pitchFamily="34" charset="0"/>
              </a:rPr>
              <a:t> between the two </a:t>
            </a:r>
          </a:p>
          <a:p>
            <a:pPr marL="174625" indent="-174625">
              <a:buFont typeface="Arial" charset="0"/>
              <a:buChar char="•"/>
            </a:pPr>
            <a:r>
              <a:rPr lang="en-GB" sz="1600" dirty="0">
                <a:latin typeface="Lucida Sans Unicode" pitchFamily="34" charset="0"/>
              </a:rPr>
              <a:t>noise signals tend to couple to both wires equally</a:t>
            </a:r>
          </a:p>
          <a:p>
            <a:pPr marL="174625" indent="-174625"/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	∴ </a:t>
            </a:r>
            <a:r>
              <a:rPr lang="en-GB" sz="1600" dirty="0">
                <a:latin typeface="Lucida Sans Unicode" pitchFamily="34" charset="0"/>
              </a:rPr>
              <a:t>noise produces a common signal in each conductor </a:t>
            </a:r>
          </a:p>
          <a:p>
            <a:pPr marL="174625" indent="-174625"/>
            <a:r>
              <a:rPr lang="en-GB" sz="1600" dirty="0">
                <a:latin typeface="Lucida Sans Unicode" pitchFamily="34" charset="0"/>
              </a:rPr>
              <a:t>	- which is cancelled at the receiver </a:t>
            </a:r>
          </a:p>
          <a:p>
            <a:endParaRPr lang="en-GB" sz="1600" dirty="0">
              <a:latin typeface="Lucida Sans Unicode" pitchFamily="34" charset="0"/>
            </a:endParaRPr>
          </a:p>
          <a:p>
            <a:r>
              <a:rPr lang="en-GB" sz="1200" dirty="0">
                <a:latin typeface="Lucida Sans Unicode" pitchFamily="34" charset="0"/>
              </a:rPr>
              <a:t>(not effective when the noise source is close to the signal wires; closer wire will couple with the noise more strongly) </a:t>
            </a:r>
          </a:p>
        </p:txBody>
      </p:sp>
      <p:sp>
        <p:nvSpPr>
          <p:cNvPr id="12292" name="Rectangle 2"/>
          <p:cNvSpPr>
            <a:spLocks noChangeArrowheads="1"/>
          </p:cNvSpPr>
          <p:nvPr/>
        </p:nvSpPr>
        <p:spPr bwMode="auto">
          <a:xfrm>
            <a:off x="395288" y="331788"/>
            <a:ext cx="29337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sz="2400" b="1" dirty="0">
                <a:latin typeface="Lucida Sans Unicode" pitchFamily="34" charset="0"/>
              </a:rPr>
              <a:t>Twisted Pair Cable</a:t>
            </a:r>
          </a:p>
        </p:txBody>
      </p:sp>
      <p:sp>
        <p:nvSpPr>
          <p:cNvPr id="12294" name="Rectangle 5"/>
          <p:cNvSpPr>
            <a:spLocks noChangeArrowheads="1"/>
          </p:cNvSpPr>
          <p:nvPr/>
        </p:nvSpPr>
        <p:spPr bwMode="auto">
          <a:xfrm>
            <a:off x="6070600" y="3146425"/>
            <a:ext cx="284956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174625" indent="-174625"/>
            <a:r>
              <a:rPr lang="en-GB" sz="1600" dirty="0">
                <a:latin typeface="Lucida Sans Unicode" pitchFamily="34" charset="0"/>
              </a:rPr>
              <a:t>Twist rate </a:t>
            </a:r>
          </a:p>
          <a:p>
            <a:pPr marL="174625" indent="-174625">
              <a:buFont typeface="Arial" charset="0"/>
              <a:buChar char="•"/>
            </a:pPr>
            <a:r>
              <a:rPr lang="en-GB" sz="1600" dirty="0">
                <a:latin typeface="Lucida Sans Unicode" pitchFamily="34" charset="0"/>
              </a:rPr>
              <a:t>more twists the better (usually) </a:t>
            </a: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287" y="4464407"/>
            <a:ext cx="5804120" cy="16098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06272" y="4338734"/>
            <a:ext cx="2919917" cy="2071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ctangle 9"/>
          <p:cNvSpPr/>
          <p:nvPr/>
        </p:nvSpPr>
        <p:spPr>
          <a:xfrm>
            <a:off x="395288" y="6253038"/>
            <a:ext cx="5109773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100" dirty="0">
                <a:latin typeface="Lucida Sans Unicode" pitchFamily="34" charset="0"/>
              </a:rPr>
              <a:t>http://www.extron.com/company/article.aspx?id=utptechnology</a:t>
            </a:r>
          </a:p>
        </p:txBody>
      </p:sp>
    </p:spTree>
    <p:extLst>
      <p:ext uri="{BB962C8B-B14F-4D97-AF65-F5344CB8AC3E}">
        <p14:creationId xmlns:p14="http://schemas.microsoft.com/office/powerpoint/2010/main" val="13217476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386535" y="873296"/>
            <a:ext cx="7872412" cy="27853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9388" indent="-179388">
              <a:buFontTx/>
              <a:buChar char="•"/>
            </a:pPr>
            <a:r>
              <a:rPr lang="en-US" sz="1600" b="1" dirty="0"/>
              <a:t>Frequency dependent attenuation and dispersion</a:t>
            </a:r>
          </a:p>
          <a:p>
            <a:pPr marL="179388" indent="-179388"/>
            <a:r>
              <a:rPr lang="en-US" sz="1600" dirty="0"/>
              <a:t>	… </a:t>
            </a:r>
            <a:r>
              <a:rPr lang="en-US" sz="1600" dirty="0" err="1"/>
              <a:t>Intersymbol</a:t>
            </a:r>
            <a:r>
              <a:rPr lang="en-US" sz="1600" dirty="0"/>
              <a:t> Interference (ISI)</a:t>
            </a:r>
          </a:p>
          <a:p>
            <a:pPr marL="179388" indent="-179388"/>
            <a:endParaRPr lang="en-US" sz="1000" dirty="0"/>
          </a:p>
          <a:p>
            <a:pPr marL="179388" indent="-179388">
              <a:buFontTx/>
              <a:buChar char="•"/>
            </a:pPr>
            <a:r>
              <a:rPr lang="en-US" sz="1600" b="1" dirty="0"/>
              <a:t>Coupling between wires in same and adjacent binders</a:t>
            </a:r>
          </a:p>
          <a:p>
            <a:pPr marL="179388" indent="-179388"/>
            <a:r>
              <a:rPr lang="en-US" sz="1600" dirty="0"/>
              <a:t>	… crosstalk 	- near-end cross-talk = NEXT</a:t>
            </a:r>
          </a:p>
          <a:p>
            <a:pPr marL="179388" indent="-179388"/>
            <a:r>
              <a:rPr lang="en-US" sz="1600" dirty="0"/>
              <a:t>		 	- far-end cross-talk = FEXT</a:t>
            </a:r>
          </a:p>
          <a:p>
            <a:pPr marL="179388" indent="-179388">
              <a:buFontTx/>
              <a:buChar char="•"/>
            </a:pPr>
            <a:endParaRPr lang="en-US" sz="1050" b="1" dirty="0"/>
          </a:p>
          <a:p>
            <a:pPr marL="179388" indent="-179388">
              <a:buFontTx/>
              <a:buChar char="•"/>
            </a:pPr>
            <a:r>
              <a:rPr lang="en-US" sz="1600" b="1" dirty="0"/>
              <a:t>Bridged taps and gauge transitions</a:t>
            </a:r>
          </a:p>
          <a:p>
            <a:pPr marL="179388" indent="-179388"/>
            <a:r>
              <a:rPr lang="en-US" sz="1600" dirty="0"/>
              <a:t>	… reflections : pulse distortion (ISI)</a:t>
            </a:r>
          </a:p>
          <a:p>
            <a:pPr marL="179388" indent="-179388">
              <a:buFontTx/>
              <a:buChar char="•"/>
            </a:pPr>
            <a:endParaRPr lang="en-US" sz="1050" b="1" dirty="0"/>
          </a:p>
          <a:p>
            <a:pPr marL="179388" indent="-179388">
              <a:buFontTx/>
              <a:buChar char="•"/>
            </a:pPr>
            <a:r>
              <a:rPr lang="en-US" sz="1600" b="1" dirty="0"/>
              <a:t>Impulsive noise : high bursts of short duration </a:t>
            </a:r>
            <a:r>
              <a:rPr lang="en-US" sz="1600" dirty="0"/>
              <a:t>(10 ms - 1 ms)</a:t>
            </a:r>
          </a:p>
          <a:p>
            <a:pPr marL="179388" indent="-179388"/>
            <a:endParaRPr lang="en-US" sz="1600" dirty="0"/>
          </a:p>
        </p:txBody>
      </p:sp>
      <p:sp>
        <p:nvSpPr>
          <p:cNvPr id="3" name="Rectangle 22"/>
          <p:cNvSpPr>
            <a:spLocks noChangeArrowheads="1"/>
          </p:cNvSpPr>
          <p:nvPr/>
        </p:nvSpPr>
        <p:spPr bwMode="auto">
          <a:xfrm>
            <a:off x="403718" y="334464"/>
            <a:ext cx="7742187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b="1" dirty="0"/>
              <a:t>Signal Issues on Twisted Pairs at High Frequencies</a:t>
            </a:r>
          </a:p>
        </p:txBody>
      </p:sp>
      <p:pic>
        <p:nvPicPr>
          <p:cNvPr id="4" name="Picture 2" descr="http://www.sortius-is-a-geek.com/wp-content/uploads/2013/03/nc2000_08c02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80520" y="3393576"/>
            <a:ext cx="4144795" cy="2796896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368793" y="3528591"/>
            <a:ext cx="4266722" cy="24391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9388" indent="-179388">
              <a:buFontTx/>
              <a:buChar char="•"/>
            </a:pPr>
            <a:r>
              <a:rPr lang="en-US" sz="1600" b="1" dirty="0"/>
              <a:t>Impedance mismatch between hybrid and line impedance</a:t>
            </a:r>
          </a:p>
          <a:p>
            <a:pPr marL="179388" indent="-179388"/>
            <a:r>
              <a:rPr lang="en-US" sz="1600" dirty="0"/>
              <a:t>	… reflections (echo)</a:t>
            </a:r>
          </a:p>
          <a:p>
            <a:pPr marL="179388" indent="-179388"/>
            <a:endParaRPr lang="en-US" sz="1050" dirty="0"/>
          </a:p>
          <a:p>
            <a:pPr marL="179388" indent="-179388">
              <a:buFontTx/>
              <a:buChar char="•"/>
            </a:pPr>
            <a:r>
              <a:rPr lang="en-US" sz="1600" b="1" dirty="0"/>
              <a:t>RFI interference: AM broadcast &amp; amateur radio</a:t>
            </a:r>
          </a:p>
          <a:p>
            <a:pPr marL="179388" indent="-179388"/>
            <a:r>
              <a:rPr lang="en-US" sz="1600" dirty="0"/>
              <a:t>	… ingress &amp; egress</a:t>
            </a:r>
          </a:p>
          <a:p>
            <a:pPr marL="179388" indent="-179388"/>
            <a:endParaRPr lang="en-US" sz="1000" dirty="0"/>
          </a:p>
          <a:p>
            <a:pPr marL="179388" indent="-179388"/>
            <a:r>
              <a:rPr lang="en-US" sz="1600" dirty="0"/>
              <a:t>All these require a highly adaptive transceiver (at each end)</a:t>
            </a:r>
          </a:p>
        </p:txBody>
      </p:sp>
    </p:spTree>
    <p:extLst>
      <p:ext uri="{BB962C8B-B14F-4D97-AF65-F5344CB8AC3E}">
        <p14:creationId xmlns:p14="http://schemas.microsoft.com/office/powerpoint/2010/main" val="33304915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"/>
          <p:cNvSpPr>
            <a:spLocks noChangeArrowheads="1"/>
          </p:cNvSpPr>
          <p:nvPr/>
        </p:nvSpPr>
        <p:spPr bwMode="auto">
          <a:xfrm>
            <a:off x="395288" y="331788"/>
            <a:ext cx="22320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sz="2400" b="1" dirty="0">
                <a:latin typeface="Lucida Sans Unicode" pitchFamily="34" charset="0"/>
              </a:rPr>
              <a:t>Coaxial Cable</a:t>
            </a:r>
          </a:p>
        </p:txBody>
      </p:sp>
      <p:sp>
        <p:nvSpPr>
          <p:cNvPr id="13316" name="Rectangle 3"/>
          <p:cNvSpPr>
            <a:spLocks noChangeArrowheads="1"/>
          </p:cNvSpPr>
          <p:nvPr/>
        </p:nvSpPr>
        <p:spPr bwMode="auto">
          <a:xfrm>
            <a:off x="395288" y="3700444"/>
            <a:ext cx="403675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GB" sz="1400" dirty="0">
                <a:latin typeface="Lucida Sans Unicode" pitchFamily="34" charset="0"/>
              </a:rPr>
              <a:t>A (thick) copper wire surrounded by an insulator and an outer conductor</a:t>
            </a:r>
          </a:p>
        </p:txBody>
      </p:sp>
      <p:sp>
        <p:nvSpPr>
          <p:cNvPr id="13317" name="TextBox 5"/>
          <p:cNvSpPr txBox="1">
            <a:spLocks noChangeArrowheads="1"/>
          </p:cNvSpPr>
          <p:nvPr/>
        </p:nvSpPr>
        <p:spPr bwMode="auto">
          <a:xfrm>
            <a:off x="4977065" y="502912"/>
            <a:ext cx="3827462" cy="363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80975" indent="-180975"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180975" indent="-180975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lnSpc>
                <a:spcPts val="2300"/>
              </a:lnSpc>
            </a:pPr>
            <a:r>
              <a:rPr lang="en-GB" b="1" dirty="0"/>
              <a:t>Common Types:</a:t>
            </a:r>
          </a:p>
          <a:p>
            <a:pPr lvl="1">
              <a:lnSpc>
                <a:spcPts val="2300"/>
              </a:lnSpc>
              <a:buFont typeface="Arial" charset="0"/>
              <a:buChar char="•"/>
            </a:pPr>
            <a:r>
              <a:rPr lang="en-GB" dirty="0"/>
              <a:t>RG-6 - 1.00mm core, 75 </a:t>
            </a:r>
            <a:r>
              <a:rPr lang="el-GR" dirty="0"/>
              <a:t>Ω</a:t>
            </a:r>
          </a:p>
          <a:p>
            <a:pPr lvl="1">
              <a:lnSpc>
                <a:spcPts val="2300"/>
              </a:lnSpc>
              <a:buFont typeface="Arial" charset="0"/>
              <a:buChar char="•"/>
            </a:pPr>
            <a:r>
              <a:rPr lang="en-GB" dirty="0"/>
              <a:t>RG-59 - 0.81mm core, 75 </a:t>
            </a:r>
            <a:r>
              <a:rPr lang="el-GR" dirty="0"/>
              <a:t>Ω</a:t>
            </a:r>
          </a:p>
          <a:p>
            <a:pPr lvl="1">
              <a:lnSpc>
                <a:spcPts val="2300"/>
              </a:lnSpc>
              <a:buFont typeface="Arial" charset="0"/>
              <a:buChar char="•"/>
            </a:pPr>
            <a:r>
              <a:rPr lang="en-GB" dirty="0"/>
              <a:t>RG-58 - 0.90mm core, 50 </a:t>
            </a:r>
            <a:r>
              <a:rPr lang="el-GR" dirty="0"/>
              <a:t>Ω</a:t>
            </a:r>
          </a:p>
          <a:p>
            <a:pPr lvl="1">
              <a:lnSpc>
                <a:spcPts val="2300"/>
              </a:lnSpc>
              <a:buFont typeface="Arial" charset="0"/>
              <a:buChar char="•"/>
            </a:pPr>
            <a:r>
              <a:rPr lang="en-GB" dirty="0"/>
              <a:t>RG-8 - 2.17mm core, 50 </a:t>
            </a:r>
            <a:r>
              <a:rPr lang="el-GR" dirty="0"/>
              <a:t>Ω</a:t>
            </a:r>
            <a:endParaRPr lang="en-GB" dirty="0"/>
          </a:p>
          <a:p>
            <a:pPr lvl="1">
              <a:lnSpc>
                <a:spcPts val="2300"/>
              </a:lnSpc>
              <a:buFont typeface="Arial" charset="0"/>
              <a:buChar char="•"/>
            </a:pPr>
            <a:endParaRPr lang="el-GR" dirty="0"/>
          </a:p>
          <a:p>
            <a:pPr>
              <a:lnSpc>
                <a:spcPts val="2300"/>
              </a:lnSpc>
            </a:pPr>
            <a:r>
              <a:rPr lang="en-GB" b="1" dirty="0"/>
              <a:t>Common Uses:</a:t>
            </a:r>
          </a:p>
          <a:p>
            <a:pPr lvl="1">
              <a:lnSpc>
                <a:spcPts val="2300"/>
              </a:lnSpc>
              <a:buFont typeface="Arial" charset="0"/>
              <a:buChar char="•"/>
            </a:pPr>
            <a:r>
              <a:rPr lang="en-GB" dirty="0"/>
              <a:t>Applications for RF signals</a:t>
            </a:r>
          </a:p>
          <a:p>
            <a:pPr lvl="1">
              <a:lnSpc>
                <a:spcPts val="2300"/>
              </a:lnSpc>
              <a:buFont typeface="Arial" charset="0"/>
              <a:buChar char="•"/>
            </a:pPr>
            <a:r>
              <a:rPr lang="en-GB" dirty="0"/>
              <a:t>Cable TV (Old: RG-59; New: RG-6)</a:t>
            </a:r>
          </a:p>
          <a:p>
            <a:pPr lvl="1">
              <a:lnSpc>
                <a:spcPts val="2300"/>
              </a:lnSpc>
              <a:buFont typeface="Arial" charset="0"/>
              <a:buChar char="•"/>
            </a:pPr>
            <a:r>
              <a:rPr lang="en-GB" dirty="0"/>
              <a:t>Ethernet (RG-58: 10Base2; RG-8: 10Base5)</a:t>
            </a:r>
          </a:p>
          <a:p>
            <a:pPr lvl="1">
              <a:lnSpc>
                <a:spcPts val="2300"/>
              </a:lnSpc>
              <a:buFont typeface="Arial" charset="0"/>
              <a:buChar char="•"/>
            </a:pPr>
            <a:r>
              <a:rPr lang="en-GB" dirty="0"/>
              <a:t>connecting radio transmitter feeds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393700" y="4388761"/>
            <a:ext cx="8263520" cy="2157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180975" indent="-180975">
              <a:lnSpc>
                <a:spcPts val="2300"/>
              </a:lnSpc>
            </a:pPr>
            <a:r>
              <a:rPr lang="en-GB" sz="1600" b="1" dirty="0">
                <a:latin typeface="Lucida Sans Unicode" pitchFamily="34" charset="0"/>
              </a:rPr>
              <a:t>Advantages:</a:t>
            </a:r>
          </a:p>
          <a:p>
            <a:pPr marL="180975" lvl="1" indent="-180975">
              <a:lnSpc>
                <a:spcPts val="2300"/>
              </a:lnSpc>
              <a:buFont typeface="Arial" charset="0"/>
              <a:buChar char="•"/>
            </a:pPr>
            <a:r>
              <a:rPr lang="en-GB" sz="1600" dirty="0">
                <a:latin typeface="Lucida Sans Unicode" pitchFamily="34" charset="0"/>
              </a:rPr>
              <a:t>High capacity (370-1000 times more than twisted pair)</a:t>
            </a:r>
          </a:p>
          <a:p>
            <a:pPr marL="180975" lvl="1" indent="-180975">
              <a:lnSpc>
                <a:spcPts val="2300"/>
              </a:lnSpc>
              <a:buFont typeface="Arial" charset="0"/>
              <a:buChar char="•"/>
            </a:pPr>
            <a:r>
              <a:rPr lang="en-GB" sz="1600" dirty="0">
                <a:latin typeface="Lucida Sans Unicode" pitchFamily="34" charset="0"/>
              </a:rPr>
              <a:t>Low susceptibility to noise and crosstalk (because of shielding)</a:t>
            </a:r>
          </a:p>
          <a:p>
            <a:pPr marL="180975" lvl="1" indent="-180975">
              <a:lnSpc>
                <a:spcPts val="2300"/>
              </a:lnSpc>
              <a:buFont typeface="Arial" charset="0"/>
              <a:buChar char="•"/>
            </a:pPr>
            <a:endParaRPr lang="en-GB" sz="1600" dirty="0">
              <a:latin typeface="Lucida Sans Unicode" pitchFamily="34" charset="0"/>
            </a:endParaRPr>
          </a:p>
          <a:p>
            <a:pPr marL="180975" indent="-180975">
              <a:lnSpc>
                <a:spcPts val="2300"/>
              </a:lnSpc>
            </a:pPr>
            <a:r>
              <a:rPr lang="en-GB" sz="1600" b="1" dirty="0">
                <a:latin typeface="Lucida Sans Unicode" pitchFamily="34" charset="0"/>
              </a:rPr>
              <a:t>Disadvantages:</a:t>
            </a:r>
          </a:p>
          <a:p>
            <a:pPr marL="180975" lvl="1" indent="-180975">
              <a:lnSpc>
                <a:spcPts val="2300"/>
              </a:lnSpc>
              <a:buFont typeface="Arial" charset="0"/>
              <a:buChar char="•"/>
            </a:pPr>
            <a:r>
              <a:rPr lang="en-GB" sz="1600" dirty="0">
                <a:latin typeface="Lucida Sans Unicode" pitchFamily="34" charset="0"/>
              </a:rPr>
              <a:t>Noise on the return path</a:t>
            </a:r>
          </a:p>
          <a:p>
            <a:pPr marL="180975" lvl="1" indent="-180975">
              <a:lnSpc>
                <a:spcPts val="2300"/>
              </a:lnSpc>
              <a:buFont typeface="Arial" charset="0"/>
              <a:buChar char="•"/>
            </a:pPr>
            <a:r>
              <a:rPr lang="en-GB" sz="1600" dirty="0">
                <a:latin typeface="Lucida Sans Unicode" pitchFamily="34" charset="0"/>
              </a:rPr>
              <a:t>High installation cost</a:t>
            </a:r>
          </a:p>
        </p:txBody>
      </p:sp>
      <p:pic>
        <p:nvPicPr>
          <p:cNvPr id="8" name="Picture 7" descr="https://users.cs.jmu.edu/bernstdh/web/common/lectures/images/coaxial-cable.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700" y="872381"/>
            <a:ext cx="3900487" cy="2706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021552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95288" y="331788"/>
            <a:ext cx="22320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sz="2400" b="1" dirty="0">
                <a:latin typeface="Lucida Sans Unicode" pitchFamily="34" charset="0"/>
              </a:rPr>
              <a:t>Coaxial Cable</a:t>
            </a:r>
          </a:p>
        </p:txBody>
      </p:sp>
      <p:pic>
        <p:nvPicPr>
          <p:cNvPr id="3379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28436" y="1646173"/>
            <a:ext cx="3754307" cy="21403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5197151" y="512763"/>
            <a:ext cx="36039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Lucida Sans Unicode" pitchFamily="34" charset="0"/>
              </a:rPr>
              <a:t>All cables have electrical properties - they are not just short-circuits between equipment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5288" y="4139682"/>
            <a:ext cx="827246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Lucida Sans Unicode" pitchFamily="34" charset="0"/>
              </a:rPr>
              <a:t>Electrical properties of any cable pair: </a:t>
            </a:r>
          </a:p>
          <a:p>
            <a:pPr marL="630238" indent="-265113"/>
            <a:r>
              <a:rPr lang="en-GB" sz="1600" dirty="0">
                <a:latin typeface="Lucida Sans Unicode" pitchFamily="34" charset="0"/>
              </a:rPr>
              <a:t>R: </a:t>
            </a:r>
            <a:r>
              <a:rPr lang="en-GB" sz="1600" u="sng" dirty="0">
                <a:latin typeface="Lucida Sans Unicode" pitchFamily="34" charset="0"/>
              </a:rPr>
              <a:t>resistance</a:t>
            </a:r>
            <a:r>
              <a:rPr lang="en-GB" sz="1600" dirty="0">
                <a:latin typeface="Lucida Sans Unicode" pitchFamily="34" charset="0"/>
              </a:rPr>
              <a:t> along the cable</a:t>
            </a:r>
          </a:p>
          <a:p>
            <a:pPr marL="630238" indent="-265113"/>
            <a:r>
              <a:rPr lang="en-GB" sz="1600" dirty="0">
                <a:latin typeface="Lucida Sans Unicode" pitchFamily="34" charset="0"/>
              </a:rPr>
              <a:t>L: signals cause </a:t>
            </a:r>
            <a:r>
              <a:rPr lang="en-GB" sz="1600" u="sng" dirty="0">
                <a:latin typeface="Lucida Sans Unicode" pitchFamily="34" charset="0"/>
              </a:rPr>
              <a:t>inductance</a:t>
            </a:r>
            <a:r>
              <a:rPr lang="en-GB" sz="1600" dirty="0">
                <a:latin typeface="Lucida Sans Unicode" pitchFamily="34" charset="0"/>
              </a:rPr>
              <a:t> along the length of the cable</a:t>
            </a:r>
          </a:p>
          <a:p>
            <a:pPr marL="630238" indent="-265113"/>
            <a:r>
              <a:rPr lang="en-GB" sz="1600" dirty="0">
                <a:latin typeface="Lucida Sans Unicode" pitchFamily="34" charset="0"/>
              </a:rPr>
              <a:t>G: </a:t>
            </a:r>
            <a:r>
              <a:rPr lang="en-GB" sz="1600" u="sng" dirty="0">
                <a:latin typeface="Lucida Sans Unicode" pitchFamily="34" charset="0"/>
              </a:rPr>
              <a:t>conductance</a:t>
            </a:r>
            <a:r>
              <a:rPr lang="en-GB" sz="1600" dirty="0">
                <a:latin typeface="Lucida Sans Unicode" pitchFamily="34" charset="0"/>
              </a:rPr>
              <a:t> - a certain amount of leakage, similar to a high resistance between the conductors</a:t>
            </a:r>
          </a:p>
          <a:p>
            <a:pPr marL="630238" indent="-265113"/>
            <a:r>
              <a:rPr lang="en-GB" sz="1600" dirty="0">
                <a:latin typeface="Lucida Sans Unicode" pitchFamily="34" charset="0"/>
              </a:rPr>
              <a:t>C: </a:t>
            </a:r>
            <a:r>
              <a:rPr lang="en-GB" sz="1600" u="sng" dirty="0">
                <a:latin typeface="Lucida Sans Unicode" pitchFamily="34" charset="0"/>
              </a:rPr>
              <a:t>capacitance</a:t>
            </a:r>
            <a:r>
              <a:rPr lang="en-GB" sz="1600" dirty="0">
                <a:latin typeface="Lucida Sans Unicode" pitchFamily="34" charset="0"/>
              </a:rPr>
              <a:t> between the two conductors</a:t>
            </a:r>
          </a:p>
          <a:p>
            <a:endParaRPr lang="en-GB" sz="1600" dirty="0">
              <a:latin typeface="Lucida Sans Unicode" pitchFamily="34" charset="0"/>
            </a:endParaRPr>
          </a:p>
          <a:p>
            <a:r>
              <a:rPr lang="en-GB" sz="1600" dirty="0">
                <a:latin typeface="Lucida Sans Unicode" pitchFamily="34" charset="0"/>
              </a:rPr>
              <a:t>Coax cable is designed to control these parameters</a:t>
            </a:r>
          </a:p>
        </p:txBody>
      </p:sp>
      <p:pic>
        <p:nvPicPr>
          <p:cNvPr id="8" name="Picture 7" descr="https://users.cs.jmu.edu/bernstdh/web/common/lectures/images/coaxial-cable.gi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700" y="872381"/>
            <a:ext cx="3900487" cy="2706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532358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95288" y="331788"/>
            <a:ext cx="22320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sz="2400" b="1" dirty="0">
                <a:latin typeface="Lucida Sans Unicode" pitchFamily="34" charset="0"/>
              </a:rPr>
              <a:t>Coaxial Cable</a:t>
            </a: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28436" y="1646173"/>
            <a:ext cx="3754307" cy="21403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5197151" y="512763"/>
            <a:ext cx="36039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Lucida Sans Unicode" pitchFamily="34" charset="0"/>
              </a:rPr>
              <a:t>All cables have electrical properties - they are not just short-circuits between equipment</a:t>
            </a:r>
          </a:p>
        </p:txBody>
      </p:sp>
      <p:pic>
        <p:nvPicPr>
          <p:cNvPr id="6" name="Picture 5" descr="https://users.cs.jmu.edu/bernstdh/web/common/lectures/images/coaxial-cable.gi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700" y="872381"/>
            <a:ext cx="3900487" cy="2706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5" name="Group 14"/>
          <p:cNvGrpSpPr/>
          <p:nvPr/>
        </p:nvGrpSpPr>
        <p:grpSpPr>
          <a:xfrm>
            <a:off x="479354" y="4779150"/>
            <a:ext cx="8321746" cy="927747"/>
            <a:chOff x="476545" y="4644133"/>
            <a:chExt cx="8321746" cy="927747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6545" y="4644135"/>
              <a:ext cx="1619532" cy="927745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17547" y="4644135"/>
              <a:ext cx="1619532" cy="927745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58549" y="4644134"/>
              <a:ext cx="1619532" cy="927745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99551" y="4644134"/>
              <a:ext cx="1619532" cy="927745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37757" y="4644134"/>
              <a:ext cx="1619532" cy="927745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78759" y="4644133"/>
              <a:ext cx="1619532" cy="927745"/>
            </a:xfrm>
            <a:prstGeom prst="rect">
              <a:avLst/>
            </a:prstGeom>
          </p:spPr>
        </p:pic>
      </p:grpSp>
      <p:sp>
        <p:nvSpPr>
          <p:cNvPr id="16" name="TextBox 15"/>
          <p:cNvSpPr txBox="1"/>
          <p:nvPr/>
        </p:nvSpPr>
        <p:spPr>
          <a:xfrm>
            <a:off x="413974" y="4363651"/>
            <a:ext cx="71737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>
                <a:latin typeface="Lucida Sans Unicode" pitchFamily="34" charset="0"/>
              </a:rPr>
              <a:t>All cables are effectively a (mathematically) complex circuit of distributed impedance sections</a:t>
            </a:r>
            <a:endParaRPr lang="en-GB" sz="1200" dirty="0">
              <a:latin typeface="Lucida Sans Unicod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68697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288" y="862013"/>
            <a:ext cx="8472487" cy="18494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ts val="2300"/>
              </a:lnSpc>
              <a:defRPr/>
            </a:pPr>
            <a:r>
              <a:rPr lang="en-GB" sz="1600" b="1" dirty="0">
                <a:latin typeface="Lucida Sans Unicode" pitchFamily="34" charset="0"/>
              </a:rPr>
              <a:t>Total Internal Reflection</a:t>
            </a:r>
          </a:p>
          <a:p>
            <a:pPr marL="180975" indent="-180975">
              <a:lnSpc>
                <a:spcPts val="2300"/>
              </a:lnSpc>
              <a:buFont typeface="Arial" pitchFamily="34" charset="0"/>
              <a:buChar char="•"/>
              <a:defRPr/>
            </a:pPr>
            <a:r>
              <a:rPr lang="en-GB" sz="1600" dirty="0">
                <a:latin typeface="Lucida Sans Unicode" pitchFamily="34" charset="0"/>
              </a:rPr>
              <a:t>Light passing from one medium (m</a:t>
            </a:r>
            <a:r>
              <a:rPr lang="en-GB" sz="1600" baseline="-25000" dirty="0">
                <a:latin typeface="Lucida Sans Unicode" pitchFamily="34" charset="0"/>
              </a:rPr>
              <a:t>1</a:t>
            </a:r>
            <a:r>
              <a:rPr lang="en-GB" sz="1600" dirty="0">
                <a:latin typeface="Lucida Sans Unicode" pitchFamily="34" charset="0"/>
              </a:rPr>
              <a:t>) to another (m</a:t>
            </a:r>
            <a:r>
              <a:rPr lang="en-GB" sz="1600" baseline="-25000" dirty="0">
                <a:latin typeface="Lucida Sans Unicode" pitchFamily="34" charset="0"/>
              </a:rPr>
              <a:t>2</a:t>
            </a:r>
            <a:r>
              <a:rPr lang="en-GB" sz="1600" dirty="0">
                <a:latin typeface="Lucida Sans Unicode" pitchFamily="34" charset="0"/>
              </a:rPr>
              <a:t>) with lower index of refraction (</a:t>
            </a:r>
            <a:r>
              <a:rPr lang="en-GB" sz="1600" dirty="0" err="1">
                <a:latin typeface="Lucida Sans Unicode" pitchFamily="34" charset="0"/>
              </a:rPr>
              <a:t>r</a:t>
            </a:r>
            <a:r>
              <a:rPr lang="en-GB" sz="1200" dirty="0" err="1">
                <a:latin typeface="Lucida Sans Unicode" pitchFamily="34" charset="0"/>
              </a:rPr>
              <a:t>i</a:t>
            </a:r>
            <a:r>
              <a:rPr lang="en-GB" sz="1600" dirty="0">
                <a:latin typeface="Lucida Sans Unicode" pitchFamily="34" charset="0"/>
              </a:rPr>
              <a:t>) bends away from the normal line</a:t>
            </a:r>
          </a:p>
          <a:p>
            <a:pPr marL="180975" indent="-180975">
              <a:lnSpc>
                <a:spcPts val="2300"/>
              </a:lnSpc>
              <a:buFont typeface="Arial" pitchFamily="34" charset="0"/>
              <a:buChar char="•"/>
              <a:defRPr/>
            </a:pPr>
            <a:r>
              <a:rPr lang="en-GB" sz="1600" dirty="0">
                <a:latin typeface="Lucida Sans Unicode" pitchFamily="34" charset="0"/>
              </a:rPr>
              <a:t>At the </a:t>
            </a:r>
            <a:r>
              <a:rPr lang="en-GB" sz="1600" b="1" dirty="0">
                <a:latin typeface="Lucida Sans Unicode" pitchFamily="34" charset="0"/>
              </a:rPr>
              <a:t>critical angle</a:t>
            </a:r>
            <a:r>
              <a:rPr lang="en-GB" sz="1600" dirty="0">
                <a:latin typeface="Lucida Sans Unicode" pitchFamily="34" charset="0"/>
              </a:rPr>
              <a:t>, defined by sin ( θ ) = n</a:t>
            </a:r>
            <a:r>
              <a:rPr lang="en-GB" sz="1600" baseline="-25000" dirty="0">
                <a:latin typeface="Lucida Sans Unicode" pitchFamily="34" charset="0"/>
              </a:rPr>
              <a:t>1 </a:t>
            </a:r>
            <a:r>
              <a:rPr lang="en-GB" sz="1600" dirty="0">
                <a:latin typeface="Lucida Sans Unicode" pitchFamily="34" charset="0"/>
              </a:rPr>
              <a:t>. n</a:t>
            </a:r>
            <a:r>
              <a:rPr lang="en-GB" sz="1600" baseline="-25000" dirty="0">
                <a:latin typeface="Lucida Sans Unicode" pitchFamily="34" charset="0"/>
              </a:rPr>
              <a:t>2</a:t>
            </a:r>
            <a:r>
              <a:rPr lang="en-GB" sz="1600" dirty="0">
                <a:latin typeface="Lucida Sans Unicode" pitchFamily="34" charset="0"/>
              </a:rPr>
              <a:t>, the refracted light will not go into the second medium but will travel along the border</a:t>
            </a:r>
          </a:p>
          <a:p>
            <a:pPr>
              <a:lnSpc>
                <a:spcPts val="2300"/>
              </a:lnSpc>
              <a:defRPr/>
            </a:pPr>
            <a:endParaRPr lang="en-GB" sz="1600" dirty="0">
              <a:latin typeface="Lucida Sans Unicode" pitchFamily="34" charset="0"/>
            </a:endParaRPr>
          </a:p>
        </p:txBody>
      </p:sp>
      <p:sp>
        <p:nvSpPr>
          <p:cNvPr id="17411" name="Rectangle 2"/>
          <p:cNvSpPr>
            <a:spLocks noChangeArrowheads="1"/>
          </p:cNvSpPr>
          <p:nvPr/>
        </p:nvSpPr>
        <p:spPr bwMode="auto">
          <a:xfrm>
            <a:off x="395288" y="331788"/>
            <a:ext cx="27606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sz="2400" b="1" dirty="0">
                <a:latin typeface="Lucida Sans Unicode" pitchFamily="34" charset="0"/>
              </a:rPr>
              <a:t>Fibre Optic Cable</a:t>
            </a:r>
          </a:p>
        </p:txBody>
      </p:sp>
      <p:pic>
        <p:nvPicPr>
          <p:cNvPr id="17412" name="Picture 2" descr="Total Internal Reflecti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3485" y="2849892"/>
            <a:ext cx="4441825" cy="355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613247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5288" y="915988"/>
            <a:ext cx="3051587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Tx/>
              <a:buChar char="-"/>
              <a:defRPr/>
            </a:pPr>
            <a:endParaRPr lang="en-GB" sz="1600" dirty="0">
              <a:latin typeface="Lucida Sans Unicode" pitchFamily="34" charset="0"/>
            </a:endParaRPr>
          </a:p>
          <a:p>
            <a:pPr>
              <a:defRPr/>
            </a:pPr>
            <a:r>
              <a:rPr lang="en-GB" sz="1600" dirty="0">
                <a:latin typeface="Lucida Sans Unicode" pitchFamily="34" charset="0"/>
              </a:rPr>
              <a:t>Three types of fibre optic cable commonly used: </a:t>
            </a:r>
          </a:p>
          <a:p>
            <a:pPr>
              <a:defRPr/>
            </a:pPr>
            <a:endParaRPr lang="en-GB" sz="1600" dirty="0">
              <a:latin typeface="Lucida Sans Unicode" pitchFamily="34" charset="0"/>
            </a:endParaRPr>
          </a:p>
          <a:p>
            <a:pPr>
              <a:defRPr/>
            </a:pPr>
            <a:r>
              <a:rPr lang="en-GB" sz="1600" b="1">
                <a:latin typeface="Lucida Sans Unicode" pitchFamily="34" charset="0"/>
              </a:rPr>
              <a:t>Multimode - MMF</a:t>
            </a:r>
            <a:endParaRPr lang="en-GB" sz="1600" b="1" dirty="0">
              <a:latin typeface="Lucida Sans Unicode" pitchFamily="34" charset="0"/>
            </a:endParaRPr>
          </a:p>
          <a:p>
            <a:pPr marL="180975" indent="-180975">
              <a:buFont typeface="Arial" pitchFamily="34" charset="0"/>
              <a:buChar char="•"/>
              <a:defRPr/>
            </a:pPr>
            <a:r>
              <a:rPr lang="en-GB" sz="1600">
                <a:latin typeface="Lucida Sans Unicode" pitchFamily="34" charset="0"/>
              </a:rPr>
              <a:t>many rays (modes)</a:t>
            </a:r>
          </a:p>
          <a:p>
            <a:pPr marL="180975" indent="-180975">
              <a:buFont typeface="Arial" pitchFamily="34" charset="0"/>
              <a:buChar char="•"/>
              <a:defRPr/>
            </a:pPr>
            <a:r>
              <a:rPr lang="en-GB"/>
              <a:t>core = 62.5 microns</a:t>
            </a:r>
          </a:p>
          <a:p>
            <a:pPr lvl="1">
              <a:defRPr/>
            </a:pPr>
            <a:r>
              <a:rPr lang="en-GB">
                <a:latin typeface="Lucida Sans Unicode" pitchFamily="34" charset="0"/>
              </a:rPr>
              <a:t>(some 50 microns)</a:t>
            </a:r>
          </a:p>
          <a:p>
            <a:pPr marL="180975" indent="-180975">
              <a:buFont typeface="Arial" pitchFamily="34" charset="0"/>
              <a:buChar char="•"/>
              <a:defRPr/>
            </a:pPr>
            <a:r>
              <a:rPr lang="en-GB"/>
              <a:t>LED and laser sources 850, 1300nm</a:t>
            </a:r>
          </a:p>
          <a:p>
            <a:pPr marL="180975" indent="-180975">
              <a:buFont typeface="Arial" pitchFamily="34" charset="0"/>
              <a:buChar char="•"/>
              <a:defRPr/>
            </a:pPr>
            <a:r>
              <a:rPr lang="en-GB"/>
              <a:t>LANs</a:t>
            </a:r>
          </a:p>
          <a:p>
            <a:pPr marL="180975" indent="-180975">
              <a:buFont typeface="Arial" pitchFamily="34" charset="0"/>
              <a:buChar char="•"/>
              <a:defRPr/>
            </a:pPr>
            <a:r>
              <a:rPr lang="en-GB"/>
              <a:t>graded index ~2GHz b/w</a:t>
            </a:r>
          </a:p>
          <a:p>
            <a:pPr defTabSz="447675">
              <a:defRPr/>
            </a:pPr>
            <a:r>
              <a:rPr lang="en-GB"/>
              <a:t>	step index is rare</a:t>
            </a:r>
          </a:p>
          <a:p>
            <a:pPr marL="180975" indent="-180975">
              <a:buFont typeface="Arial" pitchFamily="34" charset="0"/>
              <a:buChar char="•"/>
              <a:defRPr/>
            </a:pPr>
            <a:endParaRPr lang="en-GB" sz="1600" dirty="0">
              <a:latin typeface="Lucida Sans Unicode" pitchFamily="34" charset="0"/>
            </a:endParaRPr>
          </a:p>
          <a:p>
            <a:pPr>
              <a:defRPr/>
            </a:pPr>
            <a:r>
              <a:rPr lang="en-GB" b="1"/>
              <a:t>S</a:t>
            </a:r>
            <a:r>
              <a:rPr lang="en-GB" sz="1600" b="1">
                <a:latin typeface="Lucida Sans Unicode" pitchFamily="34" charset="0"/>
              </a:rPr>
              <a:t>ingle mode - SMF</a:t>
            </a:r>
            <a:endParaRPr lang="en-GB" sz="1600" b="1" dirty="0">
              <a:latin typeface="Lucida Sans Unicode" pitchFamily="34" charset="0"/>
            </a:endParaRPr>
          </a:p>
          <a:p>
            <a:pPr marL="180975" indent="-180975">
              <a:buFont typeface="Arial" pitchFamily="34" charset="0"/>
              <a:buChar char="•"/>
              <a:defRPr/>
            </a:pPr>
            <a:r>
              <a:rPr lang="en-GB" sz="1600">
                <a:latin typeface="Lucida Sans Unicode" pitchFamily="34" charset="0"/>
              </a:rPr>
              <a:t>single ray (mode)</a:t>
            </a:r>
          </a:p>
          <a:p>
            <a:pPr marL="180975" indent="-180975">
              <a:buFont typeface="Arial" pitchFamily="34" charset="0"/>
              <a:buChar char="•"/>
              <a:defRPr/>
            </a:pPr>
            <a:r>
              <a:rPr lang="en-GB"/>
              <a:t>core = 9 microns</a:t>
            </a:r>
          </a:p>
          <a:p>
            <a:pPr marL="180975" indent="-180975">
              <a:buFont typeface="Arial" pitchFamily="34" charset="0"/>
              <a:buChar char="•"/>
              <a:defRPr/>
            </a:pPr>
            <a:r>
              <a:rPr lang="en-GB" sz="1600">
                <a:latin typeface="Lucida Sans Unicode" pitchFamily="34" charset="0"/>
              </a:rPr>
              <a:t>telephony</a:t>
            </a:r>
            <a:r>
              <a:rPr lang="en-GB"/>
              <a:t>, CATV</a:t>
            </a:r>
          </a:p>
          <a:p>
            <a:pPr marL="180975" indent="-180975">
              <a:buFont typeface="Arial" pitchFamily="34" charset="0"/>
              <a:buChar char="•"/>
              <a:defRPr/>
            </a:pPr>
            <a:r>
              <a:rPr lang="en-GB" sz="1600">
                <a:latin typeface="Lucida Sans Unicode" pitchFamily="34" charset="0"/>
              </a:rPr>
              <a:t>laser @ 1300, 1550 nm</a:t>
            </a:r>
          </a:p>
          <a:p>
            <a:pPr marL="180975" indent="-180975">
              <a:buFont typeface="Arial" pitchFamily="34" charset="0"/>
              <a:buChar char="•"/>
              <a:defRPr/>
            </a:pPr>
            <a:r>
              <a:rPr lang="en-GB"/>
              <a:t>b/w ~ 100THz</a:t>
            </a:r>
            <a:endParaRPr lang="en-GB" sz="1600">
              <a:latin typeface="Lucida Sans Unicode" pitchFamily="34" charset="0"/>
            </a:endParaRPr>
          </a:p>
          <a:p>
            <a:pPr>
              <a:defRPr/>
            </a:pPr>
            <a:endParaRPr lang="en-GB" sz="1600" dirty="0">
              <a:latin typeface="Lucida Sans Unicode" pitchFamily="34" charset="0"/>
            </a:endParaRPr>
          </a:p>
        </p:txBody>
      </p:sp>
      <p:sp>
        <p:nvSpPr>
          <p:cNvPr id="18435" name="Rectangle 2"/>
          <p:cNvSpPr>
            <a:spLocks noChangeArrowheads="1"/>
          </p:cNvSpPr>
          <p:nvPr/>
        </p:nvSpPr>
        <p:spPr bwMode="auto">
          <a:xfrm>
            <a:off x="395288" y="331788"/>
            <a:ext cx="27606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sz="2400" b="1" dirty="0">
                <a:latin typeface="Lucida Sans Unicode" pitchFamily="34" charset="0"/>
              </a:rPr>
              <a:t>Fibre Optic Cable</a:t>
            </a:r>
          </a:p>
        </p:txBody>
      </p:sp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8800" y="1231887"/>
            <a:ext cx="5405200" cy="5032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Left Brace 6"/>
          <p:cNvSpPr/>
          <p:nvPr/>
        </p:nvSpPr>
        <p:spPr>
          <a:xfrm>
            <a:off x="3356865" y="1366902"/>
            <a:ext cx="315035" cy="2700300"/>
          </a:xfrm>
          <a:prstGeom prst="leftBrace">
            <a:avLst>
              <a:gd name="adj1" fmla="val 41255"/>
              <a:gd name="adj2" fmla="val 51411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Left Brace 7"/>
          <p:cNvSpPr/>
          <p:nvPr/>
        </p:nvSpPr>
        <p:spPr>
          <a:xfrm>
            <a:off x="3356865" y="4607262"/>
            <a:ext cx="315035" cy="1350150"/>
          </a:xfrm>
          <a:prstGeom prst="leftBrace">
            <a:avLst>
              <a:gd name="adj1" fmla="val 41255"/>
              <a:gd name="adj2" fmla="val 45061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66125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138" name="Picture 2" descr="fiber type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288" y="1988840"/>
            <a:ext cx="3328265" cy="3490057"/>
          </a:xfrm>
          <a:prstGeom prst="rect">
            <a:avLst/>
          </a:prstGeom>
          <a:noFill/>
        </p:spPr>
      </p:pic>
      <p:sp>
        <p:nvSpPr>
          <p:cNvPr id="3" name="Rectangle 2"/>
          <p:cNvSpPr/>
          <p:nvPr/>
        </p:nvSpPr>
        <p:spPr>
          <a:xfrm>
            <a:off x="395288" y="998730"/>
            <a:ext cx="318660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Summary of Modes and dispersion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700" y="331788"/>
            <a:ext cx="19816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/>
              <a:t>Fibre Optics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391980" y="638690"/>
            <a:ext cx="4572000" cy="49244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180975" indent="-180975"/>
            <a:r>
              <a:rPr lang="en-GB" sz="1600" dirty="0"/>
              <a:t>Most fibres 125um outside diameter </a:t>
            </a:r>
          </a:p>
          <a:p>
            <a:pPr marL="180975" indent="-180975">
              <a:buFont typeface="Arial" pitchFamily="34" charset="0"/>
              <a:buChar char="•"/>
            </a:pPr>
            <a:endParaRPr lang="en-GB" sz="1600" dirty="0"/>
          </a:p>
          <a:p>
            <a:pPr marL="180975" indent="-180975"/>
            <a:r>
              <a:rPr lang="en-GB" sz="1600" dirty="0"/>
              <a:t>MMF 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600" dirty="0"/>
              <a:t>larger core: 50 or  62.5um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600" dirty="0"/>
              <a:t>wavelengths: 850 and 1300 nm </a:t>
            </a:r>
          </a:p>
          <a:p>
            <a:pPr marL="180975" indent="-180975">
              <a:buFont typeface="Arial" pitchFamily="34" charset="0"/>
              <a:buChar char="•"/>
            </a:pPr>
            <a:endParaRPr lang="en-GB" sz="1600" dirty="0"/>
          </a:p>
          <a:p>
            <a:pPr marL="180975" indent="-180975"/>
            <a:r>
              <a:rPr lang="en-GB" sz="1600" dirty="0"/>
              <a:t>SMF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600" dirty="0"/>
              <a:t>smaller core ~9um</a:t>
            </a:r>
          </a:p>
          <a:p>
            <a:pPr marL="180975" indent="-180975">
              <a:buFont typeface="Arial" pitchFamily="34" charset="0"/>
              <a:buChar char="•"/>
            </a:pPr>
            <a:endParaRPr lang="en-GB" sz="1600" dirty="0"/>
          </a:p>
          <a:p>
            <a:pPr marL="180975" indent="-180975"/>
            <a:r>
              <a:rPr lang="en-GB" sz="1600" dirty="0"/>
              <a:t>Plastic Optical Fibre (POF) 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600" dirty="0"/>
              <a:t>large core ~1mm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600" dirty="0"/>
              <a:t>usually step index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600" dirty="0"/>
              <a:t>short, low speed </a:t>
            </a:r>
          </a:p>
          <a:p>
            <a:pPr marL="180975" indent="-180975">
              <a:buFont typeface="Arial" pitchFamily="34" charset="0"/>
              <a:buChar char="•"/>
            </a:pPr>
            <a:endParaRPr lang="en-GB" sz="1600" dirty="0"/>
          </a:p>
          <a:p>
            <a:pPr marL="180975" indent="-180975"/>
            <a:r>
              <a:rPr lang="en-GB" sz="1600" dirty="0"/>
              <a:t>PCS, HCS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600" dirty="0"/>
              <a:t>PCS plastic clad silica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600" dirty="0"/>
              <a:t>HCS hard clad silica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600" dirty="0"/>
              <a:t>smaller glass core ~200um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600" dirty="0"/>
              <a:t>thin plastic cladding</a:t>
            </a:r>
          </a:p>
        </p:txBody>
      </p:sp>
    </p:spTree>
    <p:extLst>
      <p:ext uri="{BB962C8B-B14F-4D97-AF65-F5344CB8AC3E}">
        <p14:creationId xmlns:p14="http://schemas.microsoft.com/office/powerpoint/2010/main" val="30041188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Switched, Routed Ethernet Networ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173" y="824639"/>
            <a:ext cx="7745262" cy="5421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395288" y="341011"/>
            <a:ext cx="24336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>
                <a:solidFill>
                  <a:srgbClr val="333333"/>
                </a:solidFill>
              </a:rPr>
              <a:t>Fibre Networks</a:t>
            </a:r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15424389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52237" name="Rectangle 13"/>
          <p:cNvSpPr>
            <a:spLocks noChangeArrowheads="1"/>
          </p:cNvSpPr>
          <p:nvPr/>
        </p:nvSpPr>
        <p:spPr bwMode="auto">
          <a:xfrm>
            <a:off x="0" y="3244334"/>
            <a:ext cx="184731" cy="369332"/>
          </a:xfrm>
          <a:prstGeom prst="rect">
            <a:avLst/>
          </a:prstGeom>
          <a:solidFill>
            <a:schemeClr val="tx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 dirty="0">
              <a:latin typeface="Lucida Sans Unicode" pitchFamily="34" charset="0"/>
            </a:endParaRPr>
          </a:p>
        </p:txBody>
      </p:sp>
      <p:pic>
        <p:nvPicPr>
          <p:cNvPr id="52232" name="Picture 8" descr="OC0811004_ElectroWaves"/>
          <p:cNvPicPr>
            <a:picLocks noChangeAspect="1" noChangeArrowheads="1"/>
          </p:cNvPicPr>
          <p:nvPr/>
        </p:nvPicPr>
        <p:blipFill>
          <a:blip r:embed="rId2" cstate="print"/>
          <a:srcRect b="15929"/>
          <a:stretch>
            <a:fillRect/>
          </a:stretch>
        </p:blipFill>
        <p:spPr bwMode="auto">
          <a:xfrm>
            <a:off x="395288" y="1503077"/>
            <a:ext cx="4762500" cy="4003871"/>
          </a:xfrm>
          <a:prstGeom prst="rect">
            <a:avLst/>
          </a:prstGeom>
          <a:noFill/>
        </p:spPr>
      </p:pic>
      <p:sp>
        <p:nvSpPr>
          <p:cNvPr id="52234" name="Rectangle 10"/>
          <p:cNvSpPr>
            <a:spLocks noChangeArrowheads="1"/>
          </p:cNvSpPr>
          <p:nvPr/>
        </p:nvSpPr>
        <p:spPr bwMode="auto">
          <a:xfrm>
            <a:off x="6054725" y="5634245"/>
            <a:ext cx="3089275" cy="83099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sz="1200" dirty="0">
                <a:solidFill>
                  <a:srgbClr val="FFFF00"/>
                </a:solidFill>
                <a:latin typeface="Lucida Sans Unicode" pitchFamily="34" charset="0"/>
              </a:rPr>
              <a:t>(left) http://learn.uci.edu/oo/getOCWPage.php?course=OC0811004&amp;lesson=005&amp;topic=002&amp;page=21</a:t>
            </a:r>
          </a:p>
        </p:txBody>
      </p:sp>
      <p:sp>
        <p:nvSpPr>
          <p:cNvPr id="52235" name="Rectangle 9"/>
          <p:cNvSpPr>
            <a:spLocks noChangeArrowheads="1"/>
          </p:cNvSpPr>
          <p:nvPr/>
        </p:nvSpPr>
        <p:spPr bwMode="auto">
          <a:xfrm>
            <a:off x="395288" y="333623"/>
            <a:ext cx="340360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>
                <a:solidFill>
                  <a:srgbClr val="FFFF00"/>
                </a:solidFill>
                <a:latin typeface="Lucida Sans Unicode" pitchFamily="34" charset="0"/>
              </a:rPr>
              <a:t>Electromagnetic Wave</a:t>
            </a:r>
          </a:p>
        </p:txBody>
      </p:sp>
      <p:sp>
        <p:nvSpPr>
          <p:cNvPr id="52236" name="Rectangle 8"/>
          <p:cNvSpPr>
            <a:spLocks noChangeArrowheads="1"/>
          </p:cNvSpPr>
          <p:nvPr/>
        </p:nvSpPr>
        <p:spPr bwMode="auto">
          <a:xfrm>
            <a:off x="5165725" y="1347502"/>
            <a:ext cx="3762375" cy="22383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4625" indent="-174625">
              <a:lnSpc>
                <a:spcPct val="110000"/>
              </a:lnSpc>
              <a:buFontTx/>
              <a:buChar char="•"/>
            </a:pPr>
            <a:r>
              <a:rPr lang="en-GB" sz="1600" dirty="0">
                <a:solidFill>
                  <a:srgbClr val="FFFF00"/>
                </a:solidFill>
                <a:latin typeface="Lucida Sans Unicode" pitchFamily="34" charset="0"/>
              </a:rPr>
              <a:t>alternating electrical current produces an electric and magnetic field that are also alternating</a:t>
            </a:r>
          </a:p>
          <a:p>
            <a:pPr marL="174625" indent="-174625">
              <a:lnSpc>
                <a:spcPct val="110000"/>
              </a:lnSpc>
              <a:buFontTx/>
              <a:buChar char="•"/>
            </a:pPr>
            <a:r>
              <a:rPr lang="en-GB" sz="1600" dirty="0">
                <a:solidFill>
                  <a:srgbClr val="FFFF00"/>
                </a:solidFill>
                <a:latin typeface="Lucida Sans Unicode" pitchFamily="34" charset="0"/>
              </a:rPr>
              <a:t>the wave of the electric field and the wave of the magnetic field are propagated perpendicularly to the direction of propagation and to each other</a:t>
            </a:r>
          </a:p>
        </p:txBody>
      </p:sp>
    </p:spTree>
    <p:extLst>
      <p:ext uri="{BB962C8B-B14F-4D97-AF65-F5344CB8AC3E}">
        <p14:creationId xmlns:p14="http://schemas.microsoft.com/office/powerpoint/2010/main" val="30106818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395288" y="333623"/>
            <a:ext cx="340360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>
                <a:latin typeface="Lucida Sans Unicode" pitchFamily="34" charset="0"/>
              </a:rPr>
              <a:t>Electromagnetic Wave</a:t>
            </a:r>
          </a:p>
        </p:txBody>
      </p:sp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790823"/>
            <a:ext cx="6867525" cy="4972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8" name="Straight Arrow Connector 7"/>
          <p:cNvCxnSpPr/>
          <p:nvPr/>
        </p:nvCxnSpPr>
        <p:spPr bwMode="auto">
          <a:xfrm flipV="1">
            <a:off x="2291137" y="1756881"/>
            <a:ext cx="4191856" cy="265073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20451535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3"/>
          <p:cNvSpPr txBox="1">
            <a:spLocks noChangeArrowheads="1"/>
          </p:cNvSpPr>
          <p:nvPr/>
        </p:nvSpPr>
        <p:spPr bwMode="auto">
          <a:xfrm>
            <a:off x="428625" y="323655"/>
            <a:ext cx="3743325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>
                <a:latin typeface="Lucida Sans Unicode" pitchFamily="34" charset="0"/>
              </a:rPr>
              <a:t>Radio Wave Propagation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395288" y="892175"/>
            <a:ext cx="7737475" cy="28019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tabLst>
                <a:tab pos="358775" algn="l"/>
              </a:tabLst>
              <a:defRPr/>
            </a:pPr>
            <a:r>
              <a:rPr lang="en-GB" sz="1600" b="1" dirty="0">
                <a:latin typeface="Lucida Sans Unicode" pitchFamily="34" charset="0"/>
              </a:rPr>
              <a:t>Reflection </a:t>
            </a:r>
          </a:p>
          <a:p>
            <a:pPr marL="180975" indent="-180975">
              <a:buFont typeface="Arial" pitchFamily="34" charset="0"/>
              <a:buChar char="•"/>
              <a:tabLst>
                <a:tab pos="358775" algn="l"/>
              </a:tabLst>
              <a:defRPr/>
            </a:pPr>
            <a:r>
              <a:rPr lang="en-GB" sz="1600" dirty="0">
                <a:latin typeface="Lucida Sans Unicode" pitchFamily="34" charset="0"/>
              </a:rPr>
              <a:t>similar to light</a:t>
            </a:r>
          </a:p>
          <a:p>
            <a:pPr marL="180975" indent="-180975">
              <a:buFontTx/>
              <a:buChar char="•"/>
              <a:tabLst>
                <a:tab pos="358775" algn="l"/>
              </a:tabLst>
              <a:defRPr/>
            </a:pPr>
            <a:endParaRPr lang="en-GB" sz="1600" dirty="0">
              <a:latin typeface="Lucida Sans Unicode" pitchFamily="34" charset="0"/>
            </a:endParaRPr>
          </a:p>
          <a:p>
            <a:pPr marL="180975" indent="-180975">
              <a:tabLst>
                <a:tab pos="358775" algn="l"/>
              </a:tabLst>
              <a:defRPr/>
            </a:pPr>
            <a:r>
              <a:rPr lang="en-GB" sz="1600" u="sng" dirty="0">
                <a:latin typeface="Lucida Sans Unicode" pitchFamily="34" charset="0"/>
              </a:rPr>
              <a:t>for long wavelengths</a:t>
            </a:r>
            <a:r>
              <a:rPr lang="en-GB" sz="1600" dirty="0">
                <a:latin typeface="Lucida Sans Unicode" pitchFamily="34" charset="0"/>
              </a:rPr>
              <a:t> (80m+)</a:t>
            </a:r>
          </a:p>
          <a:p>
            <a:pPr marL="180975" indent="-180975">
              <a:buFont typeface="Arial" pitchFamily="34" charset="0"/>
              <a:buChar char="•"/>
              <a:tabLst>
                <a:tab pos="358775" algn="l"/>
              </a:tabLst>
              <a:defRPr/>
            </a:pPr>
            <a:r>
              <a:rPr lang="en-GB" sz="1600" dirty="0">
                <a:latin typeface="Lucida Sans Unicode" pitchFamily="34" charset="0"/>
              </a:rPr>
              <a:t>small obstacles (cars, trees) have little effect</a:t>
            </a:r>
          </a:p>
          <a:p>
            <a:pPr marL="627063" lvl="1" indent="-169863">
              <a:buFont typeface="Arial" pitchFamily="34" charset="0"/>
              <a:buChar char="•"/>
              <a:tabLst>
                <a:tab pos="358775" algn="l"/>
              </a:tabLst>
              <a:defRPr/>
            </a:pPr>
            <a:r>
              <a:rPr lang="en-GB" sz="1600" dirty="0">
                <a:latin typeface="Lucida Sans Unicode" pitchFamily="34" charset="0"/>
              </a:rPr>
              <a:t>objects small compared to the wavelength, can't reflect the energy</a:t>
            </a:r>
          </a:p>
          <a:p>
            <a:pPr marL="627063" lvl="1" indent="-169863">
              <a:buFont typeface="Arial" pitchFamily="34" charset="0"/>
              <a:buChar char="•"/>
              <a:tabLst>
                <a:tab pos="358775" algn="l"/>
              </a:tabLst>
              <a:defRPr/>
            </a:pPr>
            <a:r>
              <a:rPr lang="en-GB" sz="1600" dirty="0">
                <a:latin typeface="Lucida Sans Unicode" pitchFamily="34" charset="0"/>
              </a:rPr>
              <a:t>long waves are reflected by the ground ... but also penetrate </a:t>
            </a:r>
          </a:p>
          <a:p>
            <a:pPr lvl="1">
              <a:buFontTx/>
              <a:buChar char="•"/>
              <a:tabLst>
                <a:tab pos="358775" algn="l"/>
              </a:tabLst>
              <a:defRPr/>
            </a:pPr>
            <a:endParaRPr lang="en-GB" sz="1600" dirty="0">
              <a:latin typeface="Lucida Sans Unicode" pitchFamily="34" charset="0"/>
            </a:endParaRPr>
          </a:p>
          <a:p>
            <a:pPr>
              <a:tabLst>
                <a:tab pos="358775" algn="l"/>
              </a:tabLst>
              <a:defRPr/>
            </a:pPr>
            <a:r>
              <a:rPr lang="en-GB" sz="1600" u="sng" dirty="0">
                <a:latin typeface="Lucida Sans Unicode" pitchFamily="34" charset="0"/>
              </a:rPr>
              <a:t>short wavelengths </a:t>
            </a:r>
            <a:r>
              <a:rPr lang="en-GB" sz="1600" dirty="0">
                <a:latin typeface="Lucida Sans Unicode" pitchFamily="34" charset="0"/>
              </a:rPr>
              <a:t>- V/UHF waves (2m - 70cm) </a:t>
            </a:r>
          </a:p>
          <a:p>
            <a:pPr marL="180975" indent="-180975">
              <a:buFont typeface="Arial" pitchFamily="34" charset="0"/>
              <a:buChar char="•"/>
              <a:tabLst>
                <a:tab pos="358775" algn="l"/>
              </a:tabLst>
              <a:defRPr/>
            </a:pPr>
            <a:r>
              <a:rPr lang="en-GB" sz="1600" dirty="0">
                <a:latin typeface="Lucida Sans Unicode" pitchFamily="34" charset="0"/>
              </a:rPr>
              <a:t>very sensitive to small obstacles</a:t>
            </a:r>
          </a:p>
          <a:p>
            <a:pPr marL="180975" indent="-180975">
              <a:buFont typeface="Arial" pitchFamily="34" charset="0"/>
              <a:buChar char="•"/>
              <a:tabLst>
                <a:tab pos="358775" algn="l"/>
              </a:tabLst>
              <a:defRPr/>
            </a:pPr>
            <a:r>
              <a:rPr lang="en-GB" sz="1600" dirty="0">
                <a:latin typeface="Lucida Sans Unicode" pitchFamily="34" charset="0"/>
              </a:rPr>
              <a:t>metal objects can be used as reflectors </a:t>
            </a:r>
          </a:p>
        </p:txBody>
      </p:sp>
      <p:pic>
        <p:nvPicPr>
          <p:cNvPr id="3482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27525" y="3590925"/>
            <a:ext cx="4816475" cy="28289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439738" y="4508500"/>
            <a:ext cx="3975768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1400" dirty="0">
                <a:latin typeface="Lucida Sans Unicode" pitchFamily="34" charset="0"/>
              </a:rPr>
              <a:t>Reflections</a:t>
            </a:r>
          </a:p>
          <a:p>
            <a:pPr marL="180975" indent="-180975">
              <a:buFont typeface="Arial" pitchFamily="34" charset="0"/>
              <a:buChar char="•"/>
              <a:defRPr/>
            </a:pPr>
            <a:r>
              <a:rPr lang="en-GB" sz="1400" dirty="0">
                <a:latin typeface="Lucida Sans Unicode" pitchFamily="34" charset="0"/>
              </a:rPr>
              <a:t>e.g. </a:t>
            </a:r>
            <a:r>
              <a:rPr lang="en-GB" sz="1400" dirty="0" err="1">
                <a:latin typeface="Lucida Sans Unicode" pitchFamily="34" charset="0"/>
              </a:rPr>
              <a:t>wi-fi</a:t>
            </a:r>
            <a:r>
              <a:rPr lang="en-GB" sz="1400" dirty="0">
                <a:latin typeface="Lucida Sans Unicode" pitchFamily="34" charset="0"/>
              </a:rPr>
              <a:t> in metal framed buildings</a:t>
            </a:r>
          </a:p>
          <a:p>
            <a:pPr marL="180975" indent="-180975">
              <a:buFont typeface="Arial" pitchFamily="34" charset="0"/>
              <a:buChar char="•"/>
              <a:defRPr/>
            </a:pPr>
            <a:r>
              <a:rPr lang="en-GB" sz="1400" dirty="0">
                <a:latin typeface="Lucida Sans Unicode" pitchFamily="34" charset="0"/>
              </a:rPr>
              <a:t>radio waves reflect and interact</a:t>
            </a:r>
          </a:p>
          <a:p>
            <a:pPr marL="180975" indent="-180975">
              <a:buFont typeface="Arial" pitchFamily="34" charset="0"/>
              <a:buChar char="•"/>
              <a:defRPr/>
            </a:pPr>
            <a:r>
              <a:rPr lang="en-GB" sz="1400" dirty="0">
                <a:latin typeface="Lucida Sans Unicode" pitchFamily="34" charset="0"/>
              </a:rPr>
              <a:t>could cause stronger or weaker reception</a:t>
            </a:r>
            <a:endParaRPr lang="en-US" sz="1400" dirty="0">
              <a:latin typeface="Lucida Sans Unicod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30201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 bwMode="auto">
          <a:xfrm>
            <a:off x="0" y="0"/>
            <a:ext cx="9144000" cy="6858001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pic>
        <p:nvPicPr>
          <p:cNvPr id="4" name="Picture 2" descr="maxresdefault.jpg (1280×720)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3" r="3572" b="2062"/>
          <a:stretch/>
        </p:blipFill>
        <p:spPr bwMode="auto">
          <a:xfrm>
            <a:off x="0" y="933061"/>
            <a:ext cx="9150162" cy="5131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28511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18029" y="870310"/>
            <a:ext cx="7619394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 b="1" dirty="0"/>
              <a:t>Pulse Transmission,</a:t>
            </a:r>
          </a:p>
          <a:p>
            <a:r>
              <a:rPr lang="en-GB" sz="6000" b="1" dirty="0"/>
              <a:t>Interference (ISI)</a:t>
            </a:r>
          </a:p>
          <a:p>
            <a:r>
              <a:rPr lang="en-GB" sz="6000" b="1" dirty="0"/>
              <a:t>Eye Diagrams</a:t>
            </a:r>
          </a:p>
        </p:txBody>
      </p:sp>
      <p:sp>
        <p:nvSpPr>
          <p:cNvPr id="4" name="Right Arrow 2"/>
          <p:cNvSpPr/>
          <p:nvPr/>
        </p:nvSpPr>
        <p:spPr>
          <a:xfrm>
            <a:off x="4175027" y="4506995"/>
            <a:ext cx="595222" cy="439947"/>
          </a:xfrm>
          <a:prstGeom prst="rightArrow">
            <a:avLst>
              <a:gd name="adj1" fmla="val 50000"/>
              <a:gd name="adj2" fmla="val 69608"/>
            </a:avLst>
          </a:prstGeom>
          <a:solidFill>
            <a:srgbClr val="92D050"/>
          </a:solidFill>
          <a:ln>
            <a:solidFill>
              <a:schemeClr val="accent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5288" y="5084900"/>
            <a:ext cx="824065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/>
              <a:t>Original generated signal   →   transmission system      →      received signal  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617493" y="4432063"/>
            <a:ext cx="2232211" cy="528918"/>
            <a:chOff x="617493" y="4432063"/>
            <a:chExt cx="2232211" cy="528918"/>
          </a:xfrm>
        </p:grpSpPr>
        <p:cxnSp>
          <p:nvCxnSpPr>
            <p:cNvPr id="6" name="Straight Connector 5"/>
            <p:cNvCxnSpPr/>
            <p:nvPr/>
          </p:nvCxnSpPr>
          <p:spPr>
            <a:xfrm flipV="1">
              <a:off x="617493" y="4956288"/>
              <a:ext cx="455390" cy="0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V="1">
              <a:off x="1483533" y="4956288"/>
              <a:ext cx="455390" cy="0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V="1">
              <a:off x="1072883" y="4432063"/>
              <a:ext cx="410650" cy="3973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V="1">
              <a:off x="1938924" y="4436035"/>
              <a:ext cx="455390" cy="1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1072883" y="4440729"/>
              <a:ext cx="0" cy="520252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1483533" y="4436036"/>
              <a:ext cx="0" cy="520252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1938924" y="4440729"/>
              <a:ext cx="0" cy="520252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2394314" y="4440729"/>
              <a:ext cx="0" cy="520252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2394314" y="4956287"/>
              <a:ext cx="455390" cy="0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Freeform 33"/>
          <p:cNvSpPr/>
          <p:nvPr/>
        </p:nvSpPr>
        <p:spPr>
          <a:xfrm>
            <a:off x="5984981" y="4443297"/>
            <a:ext cx="2181044" cy="537713"/>
          </a:xfrm>
          <a:custGeom>
            <a:avLst/>
            <a:gdLst>
              <a:gd name="connsiteX0" fmla="*/ 0 w 2181044"/>
              <a:gd name="connsiteY0" fmla="*/ 467264 h 537713"/>
              <a:gd name="connsiteX1" fmla="*/ 319177 w 2181044"/>
              <a:gd name="connsiteY1" fmla="*/ 467264 h 537713"/>
              <a:gd name="connsiteX2" fmla="*/ 388188 w 2181044"/>
              <a:gd name="connsiteY2" fmla="*/ 277483 h 537713"/>
              <a:gd name="connsiteX3" fmla="*/ 431320 w 2181044"/>
              <a:gd name="connsiteY3" fmla="*/ 104955 h 537713"/>
              <a:gd name="connsiteX4" fmla="*/ 500332 w 2181044"/>
              <a:gd name="connsiteY4" fmla="*/ 18691 h 537713"/>
              <a:gd name="connsiteX5" fmla="*/ 707366 w 2181044"/>
              <a:gd name="connsiteY5" fmla="*/ 18691 h 537713"/>
              <a:gd name="connsiteX6" fmla="*/ 785003 w 2181044"/>
              <a:gd name="connsiteY6" fmla="*/ 53196 h 537713"/>
              <a:gd name="connsiteX7" fmla="*/ 845388 w 2181044"/>
              <a:gd name="connsiteY7" fmla="*/ 199845 h 537713"/>
              <a:gd name="connsiteX8" fmla="*/ 862641 w 2181044"/>
              <a:gd name="connsiteY8" fmla="*/ 467264 h 537713"/>
              <a:gd name="connsiteX9" fmla="*/ 940279 w 2181044"/>
              <a:gd name="connsiteY9" fmla="*/ 501770 h 537713"/>
              <a:gd name="connsiteX10" fmla="*/ 1121433 w 2181044"/>
              <a:gd name="connsiteY10" fmla="*/ 510396 h 537713"/>
              <a:gd name="connsiteX11" fmla="*/ 1207698 w 2181044"/>
              <a:gd name="connsiteY11" fmla="*/ 510396 h 537713"/>
              <a:gd name="connsiteX12" fmla="*/ 1250830 w 2181044"/>
              <a:gd name="connsiteY12" fmla="*/ 346494 h 537713"/>
              <a:gd name="connsiteX13" fmla="*/ 1285335 w 2181044"/>
              <a:gd name="connsiteY13" fmla="*/ 242977 h 537713"/>
              <a:gd name="connsiteX14" fmla="*/ 1337094 w 2181044"/>
              <a:gd name="connsiteY14" fmla="*/ 87702 h 537713"/>
              <a:gd name="connsiteX15" fmla="*/ 1397479 w 2181044"/>
              <a:gd name="connsiteY15" fmla="*/ 10064 h 537713"/>
              <a:gd name="connsiteX16" fmla="*/ 1587260 w 2181044"/>
              <a:gd name="connsiteY16" fmla="*/ 27317 h 537713"/>
              <a:gd name="connsiteX17" fmla="*/ 1664898 w 2181044"/>
              <a:gd name="connsiteY17" fmla="*/ 53196 h 537713"/>
              <a:gd name="connsiteX18" fmla="*/ 1733909 w 2181044"/>
              <a:gd name="connsiteY18" fmla="*/ 225725 h 537713"/>
              <a:gd name="connsiteX19" fmla="*/ 1751162 w 2181044"/>
              <a:gd name="connsiteY19" fmla="*/ 363747 h 537713"/>
              <a:gd name="connsiteX20" fmla="*/ 1785667 w 2181044"/>
              <a:gd name="connsiteY20" fmla="*/ 510396 h 537713"/>
              <a:gd name="connsiteX21" fmla="*/ 1846052 w 2181044"/>
              <a:gd name="connsiteY21" fmla="*/ 519023 h 537713"/>
              <a:gd name="connsiteX22" fmla="*/ 2009954 w 2181044"/>
              <a:gd name="connsiteY22" fmla="*/ 519023 h 537713"/>
              <a:gd name="connsiteX23" fmla="*/ 2156603 w 2181044"/>
              <a:gd name="connsiteY23" fmla="*/ 475891 h 537713"/>
              <a:gd name="connsiteX24" fmla="*/ 2156603 w 2181044"/>
              <a:gd name="connsiteY24" fmla="*/ 467264 h 53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181044" h="537713">
                <a:moveTo>
                  <a:pt x="0" y="467264"/>
                </a:moveTo>
                <a:cubicBezTo>
                  <a:pt x="127239" y="483079"/>
                  <a:pt x="254479" y="498894"/>
                  <a:pt x="319177" y="467264"/>
                </a:cubicBezTo>
                <a:cubicBezTo>
                  <a:pt x="383875" y="435634"/>
                  <a:pt x="369498" y="337868"/>
                  <a:pt x="388188" y="277483"/>
                </a:cubicBezTo>
                <a:cubicBezTo>
                  <a:pt x="406878" y="217098"/>
                  <a:pt x="412629" y="148087"/>
                  <a:pt x="431320" y="104955"/>
                </a:cubicBezTo>
                <a:cubicBezTo>
                  <a:pt x="450011" y="61823"/>
                  <a:pt x="454324" y="33068"/>
                  <a:pt x="500332" y="18691"/>
                </a:cubicBezTo>
                <a:cubicBezTo>
                  <a:pt x="546340" y="4314"/>
                  <a:pt x="659921" y="12940"/>
                  <a:pt x="707366" y="18691"/>
                </a:cubicBezTo>
                <a:cubicBezTo>
                  <a:pt x="754811" y="24442"/>
                  <a:pt x="761999" y="23004"/>
                  <a:pt x="785003" y="53196"/>
                </a:cubicBezTo>
                <a:cubicBezTo>
                  <a:pt x="808007" y="83388"/>
                  <a:pt x="832448" y="130834"/>
                  <a:pt x="845388" y="199845"/>
                </a:cubicBezTo>
                <a:cubicBezTo>
                  <a:pt x="858328" y="268856"/>
                  <a:pt x="846826" y="416943"/>
                  <a:pt x="862641" y="467264"/>
                </a:cubicBezTo>
                <a:cubicBezTo>
                  <a:pt x="878456" y="517585"/>
                  <a:pt x="897147" y="494581"/>
                  <a:pt x="940279" y="501770"/>
                </a:cubicBezTo>
                <a:cubicBezTo>
                  <a:pt x="983411" y="508959"/>
                  <a:pt x="1076863" y="508958"/>
                  <a:pt x="1121433" y="510396"/>
                </a:cubicBezTo>
                <a:cubicBezTo>
                  <a:pt x="1166003" y="511834"/>
                  <a:pt x="1186132" y="537713"/>
                  <a:pt x="1207698" y="510396"/>
                </a:cubicBezTo>
                <a:cubicBezTo>
                  <a:pt x="1229264" y="483079"/>
                  <a:pt x="1237890" y="391064"/>
                  <a:pt x="1250830" y="346494"/>
                </a:cubicBezTo>
                <a:cubicBezTo>
                  <a:pt x="1263770" y="301924"/>
                  <a:pt x="1285335" y="242977"/>
                  <a:pt x="1285335" y="242977"/>
                </a:cubicBezTo>
                <a:cubicBezTo>
                  <a:pt x="1299712" y="199845"/>
                  <a:pt x="1318403" y="126521"/>
                  <a:pt x="1337094" y="87702"/>
                </a:cubicBezTo>
                <a:cubicBezTo>
                  <a:pt x="1355785" y="48883"/>
                  <a:pt x="1355785" y="20128"/>
                  <a:pt x="1397479" y="10064"/>
                </a:cubicBezTo>
                <a:cubicBezTo>
                  <a:pt x="1439173" y="0"/>
                  <a:pt x="1542690" y="20128"/>
                  <a:pt x="1587260" y="27317"/>
                </a:cubicBezTo>
                <a:cubicBezTo>
                  <a:pt x="1631830" y="34506"/>
                  <a:pt x="1640457" y="20128"/>
                  <a:pt x="1664898" y="53196"/>
                </a:cubicBezTo>
                <a:cubicBezTo>
                  <a:pt x="1689340" y="86264"/>
                  <a:pt x="1719532" y="173967"/>
                  <a:pt x="1733909" y="225725"/>
                </a:cubicBezTo>
                <a:cubicBezTo>
                  <a:pt x="1748286" y="277483"/>
                  <a:pt x="1742536" y="316302"/>
                  <a:pt x="1751162" y="363747"/>
                </a:cubicBezTo>
                <a:cubicBezTo>
                  <a:pt x="1759788" y="411192"/>
                  <a:pt x="1769852" y="484517"/>
                  <a:pt x="1785667" y="510396"/>
                </a:cubicBezTo>
                <a:cubicBezTo>
                  <a:pt x="1801482" y="536275"/>
                  <a:pt x="1808671" y="517585"/>
                  <a:pt x="1846052" y="519023"/>
                </a:cubicBezTo>
                <a:cubicBezTo>
                  <a:pt x="1883433" y="520461"/>
                  <a:pt x="1958196" y="526212"/>
                  <a:pt x="2009954" y="519023"/>
                </a:cubicBezTo>
                <a:cubicBezTo>
                  <a:pt x="2061712" y="511834"/>
                  <a:pt x="2132162" y="484517"/>
                  <a:pt x="2156603" y="475891"/>
                </a:cubicBezTo>
                <a:cubicBezTo>
                  <a:pt x="2181044" y="467265"/>
                  <a:pt x="2168823" y="467264"/>
                  <a:pt x="2156603" y="467264"/>
                </a:cubicBezTo>
              </a:path>
            </a:pathLst>
          </a:custGeom>
          <a:noFill/>
          <a:ln w="57150">
            <a:solidFill>
              <a:srgbClr val="33CC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67921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/>
          <p:cNvGrpSpPr/>
          <p:nvPr/>
        </p:nvGrpSpPr>
        <p:grpSpPr>
          <a:xfrm>
            <a:off x="608264" y="1304244"/>
            <a:ext cx="7707750" cy="542875"/>
            <a:chOff x="660626" y="4421767"/>
            <a:chExt cx="7707750" cy="542875"/>
          </a:xfrm>
        </p:grpSpPr>
        <p:cxnSp>
          <p:nvCxnSpPr>
            <p:cNvPr id="46" name="Straight Connector 45"/>
            <p:cNvCxnSpPr/>
            <p:nvPr/>
          </p:nvCxnSpPr>
          <p:spPr>
            <a:xfrm flipV="1">
              <a:off x="660626" y="4959949"/>
              <a:ext cx="45539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flipV="1">
              <a:off x="1526666" y="4959949"/>
              <a:ext cx="45539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flipV="1">
              <a:off x="1116016" y="4435724"/>
              <a:ext cx="410650" cy="3973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flipV="1">
              <a:off x="1982057" y="4439696"/>
              <a:ext cx="455390" cy="1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>
              <a:off x="1116016" y="4444390"/>
              <a:ext cx="0" cy="520252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>
              <a:off x="1526666" y="4439697"/>
              <a:ext cx="0" cy="520252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>
              <a:off x="1982057" y="4444390"/>
              <a:ext cx="0" cy="520252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>
              <a:off x="3330340" y="4435724"/>
              <a:ext cx="0" cy="520252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 flipV="1">
              <a:off x="2892837" y="4955976"/>
              <a:ext cx="45539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>
              <a:off x="2892837" y="4444390"/>
              <a:ext cx="0" cy="520252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 flipV="1">
              <a:off x="2437447" y="4444390"/>
              <a:ext cx="45539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>
              <a:off x="3803617" y="4444390"/>
              <a:ext cx="0" cy="520252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 flipV="1">
              <a:off x="3348227" y="4444390"/>
              <a:ext cx="45539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 flipV="1">
              <a:off x="3803617" y="4947509"/>
              <a:ext cx="45539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 flipV="1">
              <a:off x="4259007" y="4942019"/>
              <a:ext cx="45539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>
              <a:off x="4714397" y="4421767"/>
              <a:ext cx="0" cy="520252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>
              <a:off x="5637263" y="4444390"/>
              <a:ext cx="0" cy="520252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 flipV="1">
              <a:off x="4726483" y="4438899"/>
              <a:ext cx="45539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 flipV="1">
              <a:off x="5181873" y="4433409"/>
              <a:ext cx="45539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 flipV="1">
              <a:off x="5637263" y="4938895"/>
              <a:ext cx="45539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>
              <a:off x="6092653" y="4444390"/>
              <a:ext cx="0" cy="520252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 flipV="1">
              <a:off x="6092653" y="4444390"/>
              <a:ext cx="45539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>
              <a:off x="6548043" y="4444390"/>
              <a:ext cx="0" cy="520252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 flipV="1">
              <a:off x="6546816" y="4944385"/>
              <a:ext cx="45539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 flipV="1">
              <a:off x="7002206" y="4938895"/>
              <a:ext cx="45539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 flipV="1">
              <a:off x="7457596" y="4924790"/>
              <a:ext cx="45539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7912986" y="4435923"/>
              <a:ext cx="0" cy="520252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 flipV="1">
              <a:off x="7912986" y="4421767"/>
              <a:ext cx="45539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Freeform: Shape 73"/>
          <p:cNvSpPr/>
          <p:nvPr/>
        </p:nvSpPr>
        <p:spPr>
          <a:xfrm>
            <a:off x="544486" y="3983705"/>
            <a:ext cx="8017934" cy="593532"/>
          </a:xfrm>
          <a:custGeom>
            <a:avLst/>
            <a:gdLst>
              <a:gd name="connsiteX0" fmla="*/ 0 w 8017934"/>
              <a:gd name="connsiteY0" fmla="*/ 559665 h 601998"/>
              <a:gd name="connsiteX1" fmla="*/ 491067 w 8017934"/>
              <a:gd name="connsiteY1" fmla="*/ 551198 h 601998"/>
              <a:gd name="connsiteX2" fmla="*/ 508000 w 8017934"/>
              <a:gd name="connsiteY2" fmla="*/ 525798 h 601998"/>
              <a:gd name="connsiteX3" fmla="*/ 533400 w 8017934"/>
              <a:gd name="connsiteY3" fmla="*/ 508865 h 601998"/>
              <a:gd name="connsiteX4" fmla="*/ 567267 w 8017934"/>
              <a:gd name="connsiteY4" fmla="*/ 474998 h 601998"/>
              <a:gd name="connsiteX5" fmla="*/ 575734 w 8017934"/>
              <a:gd name="connsiteY5" fmla="*/ 449598 h 601998"/>
              <a:gd name="connsiteX6" fmla="*/ 584200 w 8017934"/>
              <a:gd name="connsiteY6" fmla="*/ 407265 h 601998"/>
              <a:gd name="connsiteX7" fmla="*/ 601134 w 8017934"/>
              <a:gd name="connsiteY7" fmla="*/ 381865 h 601998"/>
              <a:gd name="connsiteX8" fmla="*/ 618067 w 8017934"/>
              <a:gd name="connsiteY8" fmla="*/ 305665 h 601998"/>
              <a:gd name="connsiteX9" fmla="*/ 626534 w 8017934"/>
              <a:gd name="connsiteY9" fmla="*/ 280265 h 601998"/>
              <a:gd name="connsiteX10" fmla="*/ 643467 w 8017934"/>
              <a:gd name="connsiteY10" fmla="*/ 246398 h 601998"/>
              <a:gd name="connsiteX11" fmla="*/ 660400 w 8017934"/>
              <a:gd name="connsiteY11" fmla="*/ 187132 h 601998"/>
              <a:gd name="connsiteX12" fmla="*/ 677334 w 8017934"/>
              <a:gd name="connsiteY12" fmla="*/ 170198 h 601998"/>
              <a:gd name="connsiteX13" fmla="*/ 702734 w 8017934"/>
              <a:gd name="connsiteY13" fmla="*/ 110932 h 601998"/>
              <a:gd name="connsiteX14" fmla="*/ 795867 w 8017934"/>
              <a:gd name="connsiteY14" fmla="*/ 68598 h 601998"/>
              <a:gd name="connsiteX15" fmla="*/ 922867 w 8017934"/>
              <a:gd name="connsiteY15" fmla="*/ 85532 h 601998"/>
              <a:gd name="connsiteX16" fmla="*/ 948267 w 8017934"/>
              <a:gd name="connsiteY16" fmla="*/ 93998 h 601998"/>
              <a:gd name="connsiteX17" fmla="*/ 965200 w 8017934"/>
              <a:gd name="connsiteY17" fmla="*/ 144798 h 601998"/>
              <a:gd name="connsiteX18" fmla="*/ 982134 w 8017934"/>
              <a:gd name="connsiteY18" fmla="*/ 220998 h 601998"/>
              <a:gd name="connsiteX19" fmla="*/ 990600 w 8017934"/>
              <a:gd name="connsiteY19" fmla="*/ 246398 h 601998"/>
              <a:gd name="connsiteX20" fmla="*/ 1007534 w 8017934"/>
              <a:gd name="connsiteY20" fmla="*/ 314132 h 601998"/>
              <a:gd name="connsiteX21" fmla="*/ 1041400 w 8017934"/>
              <a:gd name="connsiteY21" fmla="*/ 364932 h 601998"/>
              <a:gd name="connsiteX22" fmla="*/ 1058334 w 8017934"/>
              <a:gd name="connsiteY22" fmla="*/ 534265 h 601998"/>
              <a:gd name="connsiteX23" fmla="*/ 1083734 w 8017934"/>
              <a:gd name="connsiteY23" fmla="*/ 551198 h 601998"/>
              <a:gd name="connsiteX24" fmla="*/ 1227667 w 8017934"/>
              <a:gd name="connsiteY24" fmla="*/ 559665 h 601998"/>
              <a:gd name="connsiteX25" fmla="*/ 1405467 w 8017934"/>
              <a:gd name="connsiteY25" fmla="*/ 542732 h 601998"/>
              <a:gd name="connsiteX26" fmla="*/ 1439334 w 8017934"/>
              <a:gd name="connsiteY26" fmla="*/ 534265 h 601998"/>
              <a:gd name="connsiteX27" fmla="*/ 1464734 w 8017934"/>
              <a:gd name="connsiteY27" fmla="*/ 517332 h 601998"/>
              <a:gd name="connsiteX28" fmla="*/ 1481667 w 8017934"/>
              <a:gd name="connsiteY28" fmla="*/ 491932 h 601998"/>
              <a:gd name="connsiteX29" fmla="*/ 1490134 w 8017934"/>
              <a:gd name="connsiteY29" fmla="*/ 373398 h 601998"/>
              <a:gd name="connsiteX30" fmla="*/ 1498600 w 8017934"/>
              <a:gd name="connsiteY30" fmla="*/ 339532 h 601998"/>
              <a:gd name="connsiteX31" fmla="*/ 1515534 w 8017934"/>
              <a:gd name="connsiteY31" fmla="*/ 322598 h 601998"/>
              <a:gd name="connsiteX32" fmla="*/ 1524000 w 8017934"/>
              <a:gd name="connsiteY32" fmla="*/ 288732 h 601998"/>
              <a:gd name="connsiteX33" fmla="*/ 1532467 w 8017934"/>
              <a:gd name="connsiteY33" fmla="*/ 263332 h 601998"/>
              <a:gd name="connsiteX34" fmla="*/ 1540934 w 8017934"/>
              <a:gd name="connsiteY34" fmla="*/ 220998 h 601998"/>
              <a:gd name="connsiteX35" fmla="*/ 1557867 w 8017934"/>
              <a:gd name="connsiteY35" fmla="*/ 187132 h 601998"/>
              <a:gd name="connsiteX36" fmla="*/ 1574800 w 8017934"/>
              <a:gd name="connsiteY36" fmla="*/ 127865 h 601998"/>
              <a:gd name="connsiteX37" fmla="*/ 1608667 w 8017934"/>
              <a:gd name="connsiteY37" fmla="*/ 93998 h 601998"/>
              <a:gd name="connsiteX38" fmla="*/ 1634067 w 8017934"/>
              <a:gd name="connsiteY38" fmla="*/ 77065 h 601998"/>
              <a:gd name="connsiteX39" fmla="*/ 1667934 w 8017934"/>
              <a:gd name="connsiteY39" fmla="*/ 68598 h 601998"/>
              <a:gd name="connsiteX40" fmla="*/ 1693334 w 8017934"/>
              <a:gd name="connsiteY40" fmla="*/ 60132 h 601998"/>
              <a:gd name="connsiteX41" fmla="*/ 1718734 w 8017934"/>
              <a:gd name="connsiteY41" fmla="*/ 68598 h 601998"/>
              <a:gd name="connsiteX42" fmla="*/ 1761067 w 8017934"/>
              <a:gd name="connsiteY42" fmla="*/ 85532 h 601998"/>
              <a:gd name="connsiteX43" fmla="*/ 1811867 w 8017934"/>
              <a:gd name="connsiteY43" fmla="*/ 93998 h 601998"/>
              <a:gd name="connsiteX44" fmla="*/ 2192867 w 8017934"/>
              <a:gd name="connsiteY44" fmla="*/ 93998 h 601998"/>
              <a:gd name="connsiteX45" fmla="*/ 2311400 w 8017934"/>
              <a:gd name="connsiteY45" fmla="*/ 102465 h 601998"/>
              <a:gd name="connsiteX46" fmla="*/ 2345267 w 8017934"/>
              <a:gd name="connsiteY46" fmla="*/ 170198 h 601998"/>
              <a:gd name="connsiteX47" fmla="*/ 2345267 w 8017934"/>
              <a:gd name="connsiteY47" fmla="*/ 170198 h 601998"/>
              <a:gd name="connsiteX48" fmla="*/ 2379134 w 8017934"/>
              <a:gd name="connsiteY48" fmla="*/ 246398 h 601998"/>
              <a:gd name="connsiteX49" fmla="*/ 2404534 w 8017934"/>
              <a:gd name="connsiteY49" fmla="*/ 297198 h 601998"/>
              <a:gd name="connsiteX50" fmla="*/ 2421467 w 8017934"/>
              <a:gd name="connsiteY50" fmla="*/ 356465 h 601998"/>
              <a:gd name="connsiteX51" fmla="*/ 2438400 w 8017934"/>
              <a:gd name="connsiteY51" fmla="*/ 390332 h 601998"/>
              <a:gd name="connsiteX52" fmla="*/ 2455334 w 8017934"/>
              <a:gd name="connsiteY52" fmla="*/ 441132 h 601998"/>
              <a:gd name="connsiteX53" fmla="*/ 2463800 w 8017934"/>
              <a:gd name="connsiteY53" fmla="*/ 466532 h 601998"/>
              <a:gd name="connsiteX54" fmla="*/ 2480734 w 8017934"/>
              <a:gd name="connsiteY54" fmla="*/ 483465 h 601998"/>
              <a:gd name="connsiteX55" fmla="*/ 2523067 w 8017934"/>
              <a:gd name="connsiteY55" fmla="*/ 559665 h 601998"/>
              <a:gd name="connsiteX56" fmla="*/ 2582334 w 8017934"/>
              <a:gd name="connsiteY56" fmla="*/ 568132 h 601998"/>
              <a:gd name="connsiteX57" fmla="*/ 2599267 w 8017934"/>
              <a:gd name="connsiteY57" fmla="*/ 525798 h 601998"/>
              <a:gd name="connsiteX58" fmla="*/ 2616200 w 8017934"/>
              <a:gd name="connsiteY58" fmla="*/ 500398 h 601998"/>
              <a:gd name="connsiteX59" fmla="*/ 2658534 w 8017934"/>
              <a:gd name="connsiteY59" fmla="*/ 508865 h 601998"/>
              <a:gd name="connsiteX60" fmla="*/ 2751667 w 8017934"/>
              <a:gd name="connsiteY60" fmla="*/ 534265 h 601998"/>
              <a:gd name="connsiteX61" fmla="*/ 2777067 w 8017934"/>
              <a:gd name="connsiteY61" fmla="*/ 551198 h 601998"/>
              <a:gd name="connsiteX62" fmla="*/ 2802467 w 8017934"/>
              <a:gd name="connsiteY62" fmla="*/ 500398 h 601998"/>
              <a:gd name="connsiteX63" fmla="*/ 2844800 w 8017934"/>
              <a:gd name="connsiteY63" fmla="*/ 483465 h 601998"/>
              <a:gd name="connsiteX64" fmla="*/ 2861734 w 8017934"/>
              <a:gd name="connsiteY64" fmla="*/ 424198 h 601998"/>
              <a:gd name="connsiteX65" fmla="*/ 2887134 w 8017934"/>
              <a:gd name="connsiteY65" fmla="*/ 263332 h 601998"/>
              <a:gd name="connsiteX66" fmla="*/ 2895600 w 8017934"/>
              <a:gd name="connsiteY66" fmla="*/ 195598 h 601998"/>
              <a:gd name="connsiteX67" fmla="*/ 2929467 w 8017934"/>
              <a:gd name="connsiteY67" fmla="*/ 119398 h 601998"/>
              <a:gd name="connsiteX68" fmla="*/ 2963334 w 8017934"/>
              <a:gd name="connsiteY68" fmla="*/ 102465 h 601998"/>
              <a:gd name="connsiteX69" fmla="*/ 3183467 w 8017934"/>
              <a:gd name="connsiteY69" fmla="*/ 77065 h 601998"/>
              <a:gd name="connsiteX70" fmla="*/ 3293534 w 8017934"/>
              <a:gd name="connsiteY70" fmla="*/ 93998 h 601998"/>
              <a:gd name="connsiteX71" fmla="*/ 3302000 w 8017934"/>
              <a:gd name="connsiteY71" fmla="*/ 127865 h 601998"/>
              <a:gd name="connsiteX72" fmla="*/ 3318934 w 8017934"/>
              <a:gd name="connsiteY72" fmla="*/ 204065 h 601998"/>
              <a:gd name="connsiteX73" fmla="*/ 3335867 w 8017934"/>
              <a:gd name="connsiteY73" fmla="*/ 229465 h 601998"/>
              <a:gd name="connsiteX74" fmla="*/ 3352800 w 8017934"/>
              <a:gd name="connsiteY74" fmla="*/ 288732 h 601998"/>
              <a:gd name="connsiteX75" fmla="*/ 3369734 w 8017934"/>
              <a:gd name="connsiteY75" fmla="*/ 322598 h 601998"/>
              <a:gd name="connsiteX76" fmla="*/ 3386667 w 8017934"/>
              <a:gd name="connsiteY76" fmla="*/ 373398 h 601998"/>
              <a:gd name="connsiteX77" fmla="*/ 3395134 w 8017934"/>
              <a:gd name="connsiteY77" fmla="*/ 398798 h 601998"/>
              <a:gd name="connsiteX78" fmla="*/ 3412067 w 8017934"/>
              <a:gd name="connsiteY78" fmla="*/ 415732 h 601998"/>
              <a:gd name="connsiteX79" fmla="*/ 3437467 w 8017934"/>
              <a:gd name="connsiteY79" fmla="*/ 500398 h 601998"/>
              <a:gd name="connsiteX80" fmla="*/ 3454400 w 8017934"/>
              <a:gd name="connsiteY80" fmla="*/ 525798 h 601998"/>
              <a:gd name="connsiteX81" fmla="*/ 3462867 w 8017934"/>
              <a:gd name="connsiteY81" fmla="*/ 551198 h 601998"/>
              <a:gd name="connsiteX82" fmla="*/ 3505200 w 8017934"/>
              <a:gd name="connsiteY82" fmla="*/ 593532 h 601998"/>
              <a:gd name="connsiteX83" fmla="*/ 3784600 w 8017934"/>
              <a:gd name="connsiteY83" fmla="*/ 601998 h 601998"/>
              <a:gd name="connsiteX84" fmla="*/ 3683000 w 8017934"/>
              <a:gd name="connsiteY84" fmla="*/ 576598 h 601998"/>
              <a:gd name="connsiteX85" fmla="*/ 3708400 w 8017934"/>
              <a:gd name="connsiteY85" fmla="*/ 568132 h 601998"/>
              <a:gd name="connsiteX86" fmla="*/ 3683000 w 8017934"/>
              <a:gd name="connsiteY86" fmla="*/ 559665 h 601998"/>
              <a:gd name="connsiteX87" fmla="*/ 3666067 w 8017934"/>
              <a:gd name="connsiteY87" fmla="*/ 534265 h 601998"/>
              <a:gd name="connsiteX88" fmla="*/ 3691467 w 8017934"/>
              <a:gd name="connsiteY88" fmla="*/ 517332 h 601998"/>
              <a:gd name="connsiteX89" fmla="*/ 3810000 w 8017934"/>
              <a:gd name="connsiteY89" fmla="*/ 525798 h 601998"/>
              <a:gd name="connsiteX90" fmla="*/ 4004734 w 8017934"/>
              <a:gd name="connsiteY90" fmla="*/ 551198 h 601998"/>
              <a:gd name="connsiteX91" fmla="*/ 4174067 w 8017934"/>
              <a:gd name="connsiteY91" fmla="*/ 542732 h 601998"/>
              <a:gd name="connsiteX92" fmla="*/ 4191000 w 8017934"/>
              <a:gd name="connsiteY92" fmla="*/ 525798 h 601998"/>
              <a:gd name="connsiteX93" fmla="*/ 4199467 w 8017934"/>
              <a:gd name="connsiteY93" fmla="*/ 500398 h 601998"/>
              <a:gd name="connsiteX94" fmla="*/ 4216400 w 8017934"/>
              <a:gd name="connsiteY94" fmla="*/ 466532 h 601998"/>
              <a:gd name="connsiteX95" fmla="*/ 4216400 w 8017934"/>
              <a:gd name="connsiteY95" fmla="*/ 178665 h 601998"/>
              <a:gd name="connsiteX96" fmla="*/ 4224867 w 8017934"/>
              <a:gd name="connsiteY96" fmla="*/ 153265 h 601998"/>
              <a:gd name="connsiteX97" fmla="*/ 4258734 w 8017934"/>
              <a:gd name="connsiteY97" fmla="*/ 127865 h 601998"/>
              <a:gd name="connsiteX98" fmla="*/ 5164667 w 8017934"/>
              <a:gd name="connsiteY98" fmla="*/ 339532 h 601998"/>
              <a:gd name="connsiteX99" fmla="*/ 5190067 w 8017934"/>
              <a:gd name="connsiteY99" fmla="*/ 390332 h 601998"/>
              <a:gd name="connsiteX100" fmla="*/ 5207000 w 8017934"/>
              <a:gd name="connsiteY100" fmla="*/ 441132 h 601998"/>
              <a:gd name="connsiteX101" fmla="*/ 5274734 w 8017934"/>
              <a:gd name="connsiteY101" fmla="*/ 483465 h 601998"/>
              <a:gd name="connsiteX102" fmla="*/ 5317067 w 8017934"/>
              <a:gd name="connsiteY102" fmla="*/ 525798 h 601998"/>
              <a:gd name="connsiteX103" fmla="*/ 5308600 w 8017934"/>
              <a:gd name="connsiteY103" fmla="*/ 517332 h 601998"/>
              <a:gd name="connsiteX104" fmla="*/ 5266267 w 8017934"/>
              <a:gd name="connsiteY104" fmla="*/ 542732 h 601998"/>
              <a:gd name="connsiteX105" fmla="*/ 5283200 w 8017934"/>
              <a:gd name="connsiteY105" fmla="*/ 517332 h 601998"/>
              <a:gd name="connsiteX106" fmla="*/ 5342467 w 8017934"/>
              <a:gd name="connsiteY106" fmla="*/ 500398 h 601998"/>
              <a:gd name="connsiteX107" fmla="*/ 5401734 w 8017934"/>
              <a:gd name="connsiteY107" fmla="*/ 483465 h 601998"/>
              <a:gd name="connsiteX108" fmla="*/ 5435600 w 8017934"/>
              <a:gd name="connsiteY108" fmla="*/ 466532 h 601998"/>
              <a:gd name="connsiteX109" fmla="*/ 5537200 w 8017934"/>
              <a:gd name="connsiteY109" fmla="*/ 458065 h 601998"/>
              <a:gd name="connsiteX110" fmla="*/ 5562600 w 8017934"/>
              <a:gd name="connsiteY110" fmla="*/ 407265 h 601998"/>
              <a:gd name="connsiteX111" fmla="*/ 5579534 w 8017934"/>
              <a:gd name="connsiteY111" fmla="*/ 373398 h 601998"/>
              <a:gd name="connsiteX112" fmla="*/ 5613400 w 8017934"/>
              <a:gd name="connsiteY112" fmla="*/ 314132 h 601998"/>
              <a:gd name="connsiteX113" fmla="*/ 5621867 w 8017934"/>
              <a:gd name="connsiteY113" fmla="*/ 280265 h 601998"/>
              <a:gd name="connsiteX114" fmla="*/ 5630334 w 8017934"/>
              <a:gd name="connsiteY114" fmla="*/ 170198 h 601998"/>
              <a:gd name="connsiteX115" fmla="*/ 5638800 w 8017934"/>
              <a:gd name="connsiteY115" fmla="*/ 136332 h 601998"/>
              <a:gd name="connsiteX116" fmla="*/ 5689600 w 8017934"/>
              <a:gd name="connsiteY116" fmla="*/ 93998 h 601998"/>
              <a:gd name="connsiteX117" fmla="*/ 5731934 w 8017934"/>
              <a:gd name="connsiteY117" fmla="*/ 85532 h 601998"/>
              <a:gd name="connsiteX118" fmla="*/ 5892800 w 8017934"/>
              <a:gd name="connsiteY118" fmla="*/ 93998 h 601998"/>
              <a:gd name="connsiteX119" fmla="*/ 5918200 w 8017934"/>
              <a:gd name="connsiteY119" fmla="*/ 110932 h 601998"/>
              <a:gd name="connsiteX120" fmla="*/ 5960534 w 8017934"/>
              <a:gd name="connsiteY120" fmla="*/ 153265 h 601998"/>
              <a:gd name="connsiteX121" fmla="*/ 6019800 w 8017934"/>
              <a:gd name="connsiteY121" fmla="*/ 187132 h 601998"/>
              <a:gd name="connsiteX122" fmla="*/ 6028267 w 8017934"/>
              <a:gd name="connsiteY122" fmla="*/ 220998 h 601998"/>
              <a:gd name="connsiteX123" fmla="*/ 6062134 w 8017934"/>
              <a:gd name="connsiteY123" fmla="*/ 263332 h 601998"/>
              <a:gd name="connsiteX124" fmla="*/ 6079067 w 8017934"/>
              <a:gd name="connsiteY124" fmla="*/ 288732 h 601998"/>
              <a:gd name="connsiteX125" fmla="*/ 6104467 w 8017934"/>
              <a:gd name="connsiteY125" fmla="*/ 314132 h 601998"/>
              <a:gd name="connsiteX126" fmla="*/ 6138334 w 8017934"/>
              <a:gd name="connsiteY126" fmla="*/ 364932 h 601998"/>
              <a:gd name="connsiteX127" fmla="*/ 6155267 w 8017934"/>
              <a:gd name="connsiteY127" fmla="*/ 458065 h 601998"/>
              <a:gd name="connsiteX128" fmla="*/ 6180667 w 8017934"/>
              <a:gd name="connsiteY128" fmla="*/ 474998 h 601998"/>
              <a:gd name="connsiteX129" fmla="*/ 6197600 w 8017934"/>
              <a:gd name="connsiteY129" fmla="*/ 517332 h 601998"/>
              <a:gd name="connsiteX130" fmla="*/ 6214534 w 8017934"/>
              <a:gd name="connsiteY130" fmla="*/ 534265 h 601998"/>
              <a:gd name="connsiteX131" fmla="*/ 6409267 w 8017934"/>
              <a:gd name="connsiteY131" fmla="*/ 576598 h 601998"/>
              <a:gd name="connsiteX132" fmla="*/ 6443134 w 8017934"/>
              <a:gd name="connsiteY132" fmla="*/ 551198 h 601998"/>
              <a:gd name="connsiteX133" fmla="*/ 6468534 w 8017934"/>
              <a:gd name="connsiteY133" fmla="*/ 441132 h 601998"/>
              <a:gd name="connsiteX134" fmla="*/ 6519334 w 8017934"/>
              <a:gd name="connsiteY134" fmla="*/ 466532 h 601998"/>
              <a:gd name="connsiteX135" fmla="*/ 7035800 w 8017934"/>
              <a:gd name="connsiteY135" fmla="*/ 491932 h 601998"/>
              <a:gd name="connsiteX136" fmla="*/ 7171267 w 8017934"/>
              <a:gd name="connsiteY136" fmla="*/ 525798 h 601998"/>
              <a:gd name="connsiteX137" fmla="*/ 7239000 w 8017934"/>
              <a:gd name="connsiteY137" fmla="*/ 542732 h 601998"/>
              <a:gd name="connsiteX138" fmla="*/ 7416800 w 8017934"/>
              <a:gd name="connsiteY138" fmla="*/ 508865 h 601998"/>
              <a:gd name="connsiteX139" fmla="*/ 7425267 w 8017934"/>
              <a:gd name="connsiteY139" fmla="*/ 466532 h 601998"/>
              <a:gd name="connsiteX140" fmla="*/ 7433734 w 8017934"/>
              <a:gd name="connsiteY140" fmla="*/ 373398 h 601998"/>
              <a:gd name="connsiteX141" fmla="*/ 7450667 w 8017934"/>
              <a:gd name="connsiteY141" fmla="*/ 347998 h 601998"/>
              <a:gd name="connsiteX142" fmla="*/ 7459134 w 8017934"/>
              <a:gd name="connsiteY142" fmla="*/ 305665 h 601998"/>
              <a:gd name="connsiteX143" fmla="*/ 7467600 w 8017934"/>
              <a:gd name="connsiteY143" fmla="*/ 280265 h 601998"/>
              <a:gd name="connsiteX144" fmla="*/ 7476067 w 8017934"/>
              <a:gd name="connsiteY144" fmla="*/ 246398 h 601998"/>
              <a:gd name="connsiteX145" fmla="*/ 7526867 w 8017934"/>
              <a:gd name="connsiteY145" fmla="*/ 229465 h 601998"/>
              <a:gd name="connsiteX146" fmla="*/ 7569200 w 8017934"/>
              <a:gd name="connsiteY146" fmla="*/ 187132 h 601998"/>
              <a:gd name="connsiteX147" fmla="*/ 7611534 w 8017934"/>
              <a:gd name="connsiteY147" fmla="*/ 153265 h 601998"/>
              <a:gd name="connsiteX148" fmla="*/ 7645400 w 8017934"/>
              <a:gd name="connsiteY148" fmla="*/ 127865 h 601998"/>
              <a:gd name="connsiteX149" fmla="*/ 7653867 w 8017934"/>
              <a:gd name="connsiteY149" fmla="*/ 102465 h 601998"/>
              <a:gd name="connsiteX150" fmla="*/ 7730067 w 8017934"/>
              <a:gd name="connsiteY150" fmla="*/ 68598 h 601998"/>
              <a:gd name="connsiteX151" fmla="*/ 7823200 w 8017934"/>
              <a:gd name="connsiteY151" fmla="*/ 43198 h 601998"/>
              <a:gd name="connsiteX152" fmla="*/ 7907867 w 8017934"/>
              <a:gd name="connsiteY152" fmla="*/ 9332 h 601998"/>
              <a:gd name="connsiteX153" fmla="*/ 7941734 w 8017934"/>
              <a:gd name="connsiteY153" fmla="*/ 865 h 601998"/>
              <a:gd name="connsiteX154" fmla="*/ 8017934 w 8017934"/>
              <a:gd name="connsiteY154" fmla="*/ 865 h 601998"/>
              <a:gd name="connsiteX0" fmla="*/ 0 w 8017934"/>
              <a:gd name="connsiteY0" fmla="*/ 559665 h 601998"/>
              <a:gd name="connsiteX1" fmla="*/ 491067 w 8017934"/>
              <a:gd name="connsiteY1" fmla="*/ 551198 h 601998"/>
              <a:gd name="connsiteX2" fmla="*/ 508000 w 8017934"/>
              <a:gd name="connsiteY2" fmla="*/ 525798 h 601998"/>
              <a:gd name="connsiteX3" fmla="*/ 533400 w 8017934"/>
              <a:gd name="connsiteY3" fmla="*/ 508865 h 601998"/>
              <a:gd name="connsiteX4" fmla="*/ 567267 w 8017934"/>
              <a:gd name="connsiteY4" fmla="*/ 474998 h 601998"/>
              <a:gd name="connsiteX5" fmla="*/ 575734 w 8017934"/>
              <a:gd name="connsiteY5" fmla="*/ 449598 h 601998"/>
              <a:gd name="connsiteX6" fmla="*/ 584200 w 8017934"/>
              <a:gd name="connsiteY6" fmla="*/ 407265 h 601998"/>
              <a:gd name="connsiteX7" fmla="*/ 601134 w 8017934"/>
              <a:gd name="connsiteY7" fmla="*/ 381865 h 601998"/>
              <a:gd name="connsiteX8" fmla="*/ 618067 w 8017934"/>
              <a:gd name="connsiteY8" fmla="*/ 305665 h 601998"/>
              <a:gd name="connsiteX9" fmla="*/ 626534 w 8017934"/>
              <a:gd name="connsiteY9" fmla="*/ 280265 h 601998"/>
              <a:gd name="connsiteX10" fmla="*/ 643467 w 8017934"/>
              <a:gd name="connsiteY10" fmla="*/ 246398 h 601998"/>
              <a:gd name="connsiteX11" fmla="*/ 660400 w 8017934"/>
              <a:gd name="connsiteY11" fmla="*/ 187132 h 601998"/>
              <a:gd name="connsiteX12" fmla="*/ 677334 w 8017934"/>
              <a:gd name="connsiteY12" fmla="*/ 170198 h 601998"/>
              <a:gd name="connsiteX13" fmla="*/ 702734 w 8017934"/>
              <a:gd name="connsiteY13" fmla="*/ 110932 h 601998"/>
              <a:gd name="connsiteX14" fmla="*/ 795867 w 8017934"/>
              <a:gd name="connsiteY14" fmla="*/ 68598 h 601998"/>
              <a:gd name="connsiteX15" fmla="*/ 922867 w 8017934"/>
              <a:gd name="connsiteY15" fmla="*/ 85532 h 601998"/>
              <a:gd name="connsiteX16" fmla="*/ 948267 w 8017934"/>
              <a:gd name="connsiteY16" fmla="*/ 93998 h 601998"/>
              <a:gd name="connsiteX17" fmla="*/ 965200 w 8017934"/>
              <a:gd name="connsiteY17" fmla="*/ 144798 h 601998"/>
              <a:gd name="connsiteX18" fmla="*/ 982134 w 8017934"/>
              <a:gd name="connsiteY18" fmla="*/ 220998 h 601998"/>
              <a:gd name="connsiteX19" fmla="*/ 990600 w 8017934"/>
              <a:gd name="connsiteY19" fmla="*/ 246398 h 601998"/>
              <a:gd name="connsiteX20" fmla="*/ 1007534 w 8017934"/>
              <a:gd name="connsiteY20" fmla="*/ 314132 h 601998"/>
              <a:gd name="connsiteX21" fmla="*/ 1041400 w 8017934"/>
              <a:gd name="connsiteY21" fmla="*/ 364932 h 601998"/>
              <a:gd name="connsiteX22" fmla="*/ 1058334 w 8017934"/>
              <a:gd name="connsiteY22" fmla="*/ 534265 h 601998"/>
              <a:gd name="connsiteX23" fmla="*/ 1083734 w 8017934"/>
              <a:gd name="connsiteY23" fmla="*/ 551198 h 601998"/>
              <a:gd name="connsiteX24" fmla="*/ 1227667 w 8017934"/>
              <a:gd name="connsiteY24" fmla="*/ 559665 h 601998"/>
              <a:gd name="connsiteX25" fmla="*/ 1405467 w 8017934"/>
              <a:gd name="connsiteY25" fmla="*/ 542732 h 601998"/>
              <a:gd name="connsiteX26" fmla="*/ 1439334 w 8017934"/>
              <a:gd name="connsiteY26" fmla="*/ 534265 h 601998"/>
              <a:gd name="connsiteX27" fmla="*/ 1464734 w 8017934"/>
              <a:gd name="connsiteY27" fmla="*/ 517332 h 601998"/>
              <a:gd name="connsiteX28" fmla="*/ 1481667 w 8017934"/>
              <a:gd name="connsiteY28" fmla="*/ 491932 h 601998"/>
              <a:gd name="connsiteX29" fmla="*/ 1490134 w 8017934"/>
              <a:gd name="connsiteY29" fmla="*/ 373398 h 601998"/>
              <a:gd name="connsiteX30" fmla="*/ 1498600 w 8017934"/>
              <a:gd name="connsiteY30" fmla="*/ 339532 h 601998"/>
              <a:gd name="connsiteX31" fmla="*/ 1515534 w 8017934"/>
              <a:gd name="connsiteY31" fmla="*/ 322598 h 601998"/>
              <a:gd name="connsiteX32" fmla="*/ 1524000 w 8017934"/>
              <a:gd name="connsiteY32" fmla="*/ 288732 h 601998"/>
              <a:gd name="connsiteX33" fmla="*/ 1532467 w 8017934"/>
              <a:gd name="connsiteY33" fmla="*/ 263332 h 601998"/>
              <a:gd name="connsiteX34" fmla="*/ 1540934 w 8017934"/>
              <a:gd name="connsiteY34" fmla="*/ 220998 h 601998"/>
              <a:gd name="connsiteX35" fmla="*/ 1557867 w 8017934"/>
              <a:gd name="connsiteY35" fmla="*/ 187132 h 601998"/>
              <a:gd name="connsiteX36" fmla="*/ 1574800 w 8017934"/>
              <a:gd name="connsiteY36" fmla="*/ 127865 h 601998"/>
              <a:gd name="connsiteX37" fmla="*/ 1608667 w 8017934"/>
              <a:gd name="connsiteY37" fmla="*/ 93998 h 601998"/>
              <a:gd name="connsiteX38" fmla="*/ 1634067 w 8017934"/>
              <a:gd name="connsiteY38" fmla="*/ 77065 h 601998"/>
              <a:gd name="connsiteX39" fmla="*/ 1667934 w 8017934"/>
              <a:gd name="connsiteY39" fmla="*/ 68598 h 601998"/>
              <a:gd name="connsiteX40" fmla="*/ 1693334 w 8017934"/>
              <a:gd name="connsiteY40" fmla="*/ 60132 h 601998"/>
              <a:gd name="connsiteX41" fmla="*/ 1718734 w 8017934"/>
              <a:gd name="connsiteY41" fmla="*/ 68598 h 601998"/>
              <a:gd name="connsiteX42" fmla="*/ 1761067 w 8017934"/>
              <a:gd name="connsiteY42" fmla="*/ 85532 h 601998"/>
              <a:gd name="connsiteX43" fmla="*/ 1811867 w 8017934"/>
              <a:gd name="connsiteY43" fmla="*/ 93998 h 601998"/>
              <a:gd name="connsiteX44" fmla="*/ 2192867 w 8017934"/>
              <a:gd name="connsiteY44" fmla="*/ 93998 h 601998"/>
              <a:gd name="connsiteX45" fmla="*/ 2311400 w 8017934"/>
              <a:gd name="connsiteY45" fmla="*/ 102465 h 601998"/>
              <a:gd name="connsiteX46" fmla="*/ 2345267 w 8017934"/>
              <a:gd name="connsiteY46" fmla="*/ 170198 h 601998"/>
              <a:gd name="connsiteX47" fmla="*/ 2345267 w 8017934"/>
              <a:gd name="connsiteY47" fmla="*/ 170198 h 601998"/>
              <a:gd name="connsiteX48" fmla="*/ 2379134 w 8017934"/>
              <a:gd name="connsiteY48" fmla="*/ 246398 h 601998"/>
              <a:gd name="connsiteX49" fmla="*/ 2404534 w 8017934"/>
              <a:gd name="connsiteY49" fmla="*/ 297198 h 601998"/>
              <a:gd name="connsiteX50" fmla="*/ 2421467 w 8017934"/>
              <a:gd name="connsiteY50" fmla="*/ 356465 h 601998"/>
              <a:gd name="connsiteX51" fmla="*/ 2438400 w 8017934"/>
              <a:gd name="connsiteY51" fmla="*/ 390332 h 601998"/>
              <a:gd name="connsiteX52" fmla="*/ 2455334 w 8017934"/>
              <a:gd name="connsiteY52" fmla="*/ 441132 h 601998"/>
              <a:gd name="connsiteX53" fmla="*/ 2463800 w 8017934"/>
              <a:gd name="connsiteY53" fmla="*/ 466532 h 601998"/>
              <a:gd name="connsiteX54" fmla="*/ 2480734 w 8017934"/>
              <a:gd name="connsiteY54" fmla="*/ 483465 h 601998"/>
              <a:gd name="connsiteX55" fmla="*/ 2523067 w 8017934"/>
              <a:gd name="connsiteY55" fmla="*/ 559665 h 601998"/>
              <a:gd name="connsiteX56" fmla="*/ 2582334 w 8017934"/>
              <a:gd name="connsiteY56" fmla="*/ 568132 h 601998"/>
              <a:gd name="connsiteX57" fmla="*/ 2599267 w 8017934"/>
              <a:gd name="connsiteY57" fmla="*/ 525798 h 601998"/>
              <a:gd name="connsiteX58" fmla="*/ 2616200 w 8017934"/>
              <a:gd name="connsiteY58" fmla="*/ 500398 h 601998"/>
              <a:gd name="connsiteX59" fmla="*/ 2658534 w 8017934"/>
              <a:gd name="connsiteY59" fmla="*/ 508865 h 601998"/>
              <a:gd name="connsiteX60" fmla="*/ 2751667 w 8017934"/>
              <a:gd name="connsiteY60" fmla="*/ 534265 h 601998"/>
              <a:gd name="connsiteX61" fmla="*/ 2777067 w 8017934"/>
              <a:gd name="connsiteY61" fmla="*/ 551198 h 601998"/>
              <a:gd name="connsiteX62" fmla="*/ 2802467 w 8017934"/>
              <a:gd name="connsiteY62" fmla="*/ 500398 h 601998"/>
              <a:gd name="connsiteX63" fmla="*/ 2844800 w 8017934"/>
              <a:gd name="connsiteY63" fmla="*/ 483465 h 601998"/>
              <a:gd name="connsiteX64" fmla="*/ 2861734 w 8017934"/>
              <a:gd name="connsiteY64" fmla="*/ 424198 h 601998"/>
              <a:gd name="connsiteX65" fmla="*/ 2887134 w 8017934"/>
              <a:gd name="connsiteY65" fmla="*/ 263332 h 601998"/>
              <a:gd name="connsiteX66" fmla="*/ 2895600 w 8017934"/>
              <a:gd name="connsiteY66" fmla="*/ 195598 h 601998"/>
              <a:gd name="connsiteX67" fmla="*/ 2929467 w 8017934"/>
              <a:gd name="connsiteY67" fmla="*/ 119398 h 601998"/>
              <a:gd name="connsiteX68" fmla="*/ 2963334 w 8017934"/>
              <a:gd name="connsiteY68" fmla="*/ 102465 h 601998"/>
              <a:gd name="connsiteX69" fmla="*/ 3183467 w 8017934"/>
              <a:gd name="connsiteY69" fmla="*/ 77065 h 601998"/>
              <a:gd name="connsiteX70" fmla="*/ 3293534 w 8017934"/>
              <a:gd name="connsiteY70" fmla="*/ 93998 h 601998"/>
              <a:gd name="connsiteX71" fmla="*/ 3302000 w 8017934"/>
              <a:gd name="connsiteY71" fmla="*/ 127865 h 601998"/>
              <a:gd name="connsiteX72" fmla="*/ 3318934 w 8017934"/>
              <a:gd name="connsiteY72" fmla="*/ 204065 h 601998"/>
              <a:gd name="connsiteX73" fmla="*/ 3335867 w 8017934"/>
              <a:gd name="connsiteY73" fmla="*/ 229465 h 601998"/>
              <a:gd name="connsiteX74" fmla="*/ 3352800 w 8017934"/>
              <a:gd name="connsiteY74" fmla="*/ 288732 h 601998"/>
              <a:gd name="connsiteX75" fmla="*/ 3369734 w 8017934"/>
              <a:gd name="connsiteY75" fmla="*/ 322598 h 601998"/>
              <a:gd name="connsiteX76" fmla="*/ 3386667 w 8017934"/>
              <a:gd name="connsiteY76" fmla="*/ 373398 h 601998"/>
              <a:gd name="connsiteX77" fmla="*/ 3395134 w 8017934"/>
              <a:gd name="connsiteY77" fmla="*/ 398798 h 601998"/>
              <a:gd name="connsiteX78" fmla="*/ 3412067 w 8017934"/>
              <a:gd name="connsiteY78" fmla="*/ 415732 h 601998"/>
              <a:gd name="connsiteX79" fmla="*/ 3437467 w 8017934"/>
              <a:gd name="connsiteY79" fmla="*/ 500398 h 601998"/>
              <a:gd name="connsiteX80" fmla="*/ 3454400 w 8017934"/>
              <a:gd name="connsiteY80" fmla="*/ 525798 h 601998"/>
              <a:gd name="connsiteX81" fmla="*/ 3462867 w 8017934"/>
              <a:gd name="connsiteY81" fmla="*/ 551198 h 601998"/>
              <a:gd name="connsiteX82" fmla="*/ 3505200 w 8017934"/>
              <a:gd name="connsiteY82" fmla="*/ 593532 h 601998"/>
              <a:gd name="connsiteX83" fmla="*/ 3784600 w 8017934"/>
              <a:gd name="connsiteY83" fmla="*/ 601998 h 601998"/>
              <a:gd name="connsiteX84" fmla="*/ 3683000 w 8017934"/>
              <a:gd name="connsiteY84" fmla="*/ 576598 h 601998"/>
              <a:gd name="connsiteX85" fmla="*/ 3708400 w 8017934"/>
              <a:gd name="connsiteY85" fmla="*/ 568132 h 601998"/>
              <a:gd name="connsiteX86" fmla="*/ 3683000 w 8017934"/>
              <a:gd name="connsiteY86" fmla="*/ 559665 h 601998"/>
              <a:gd name="connsiteX87" fmla="*/ 3666067 w 8017934"/>
              <a:gd name="connsiteY87" fmla="*/ 534265 h 601998"/>
              <a:gd name="connsiteX88" fmla="*/ 3691467 w 8017934"/>
              <a:gd name="connsiteY88" fmla="*/ 517332 h 601998"/>
              <a:gd name="connsiteX89" fmla="*/ 3810000 w 8017934"/>
              <a:gd name="connsiteY89" fmla="*/ 525798 h 601998"/>
              <a:gd name="connsiteX90" fmla="*/ 4004734 w 8017934"/>
              <a:gd name="connsiteY90" fmla="*/ 551198 h 601998"/>
              <a:gd name="connsiteX91" fmla="*/ 4174067 w 8017934"/>
              <a:gd name="connsiteY91" fmla="*/ 542732 h 601998"/>
              <a:gd name="connsiteX92" fmla="*/ 4191000 w 8017934"/>
              <a:gd name="connsiteY92" fmla="*/ 525798 h 601998"/>
              <a:gd name="connsiteX93" fmla="*/ 4199467 w 8017934"/>
              <a:gd name="connsiteY93" fmla="*/ 500398 h 601998"/>
              <a:gd name="connsiteX94" fmla="*/ 4216400 w 8017934"/>
              <a:gd name="connsiteY94" fmla="*/ 466532 h 601998"/>
              <a:gd name="connsiteX95" fmla="*/ 4216400 w 8017934"/>
              <a:gd name="connsiteY95" fmla="*/ 178665 h 601998"/>
              <a:gd name="connsiteX96" fmla="*/ 4224867 w 8017934"/>
              <a:gd name="connsiteY96" fmla="*/ 153265 h 601998"/>
              <a:gd name="connsiteX97" fmla="*/ 4258734 w 8017934"/>
              <a:gd name="connsiteY97" fmla="*/ 127865 h 601998"/>
              <a:gd name="connsiteX98" fmla="*/ 5164667 w 8017934"/>
              <a:gd name="connsiteY98" fmla="*/ 339532 h 601998"/>
              <a:gd name="connsiteX99" fmla="*/ 5190067 w 8017934"/>
              <a:gd name="connsiteY99" fmla="*/ 390332 h 601998"/>
              <a:gd name="connsiteX100" fmla="*/ 5207000 w 8017934"/>
              <a:gd name="connsiteY100" fmla="*/ 441132 h 601998"/>
              <a:gd name="connsiteX101" fmla="*/ 5274734 w 8017934"/>
              <a:gd name="connsiteY101" fmla="*/ 483465 h 601998"/>
              <a:gd name="connsiteX102" fmla="*/ 5317067 w 8017934"/>
              <a:gd name="connsiteY102" fmla="*/ 525798 h 601998"/>
              <a:gd name="connsiteX103" fmla="*/ 5308600 w 8017934"/>
              <a:gd name="connsiteY103" fmla="*/ 517332 h 601998"/>
              <a:gd name="connsiteX104" fmla="*/ 5266267 w 8017934"/>
              <a:gd name="connsiteY104" fmla="*/ 542732 h 601998"/>
              <a:gd name="connsiteX105" fmla="*/ 5283200 w 8017934"/>
              <a:gd name="connsiteY105" fmla="*/ 517332 h 601998"/>
              <a:gd name="connsiteX106" fmla="*/ 5342467 w 8017934"/>
              <a:gd name="connsiteY106" fmla="*/ 500398 h 601998"/>
              <a:gd name="connsiteX107" fmla="*/ 5401734 w 8017934"/>
              <a:gd name="connsiteY107" fmla="*/ 483465 h 601998"/>
              <a:gd name="connsiteX108" fmla="*/ 5435600 w 8017934"/>
              <a:gd name="connsiteY108" fmla="*/ 466532 h 601998"/>
              <a:gd name="connsiteX109" fmla="*/ 5537200 w 8017934"/>
              <a:gd name="connsiteY109" fmla="*/ 458065 h 601998"/>
              <a:gd name="connsiteX110" fmla="*/ 5562600 w 8017934"/>
              <a:gd name="connsiteY110" fmla="*/ 407265 h 601998"/>
              <a:gd name="connsiteX111" fmla="*/ 5579534 w 8017934"/>
              <a:gd name="connsiteY111" fmla="*/ 373398 h 601998"/>
              <a:gd name="connsiteX112" fmla="*/ 5613400 w 8017934"/>
              <a:gd name="connsiteY112" fmla="*/ 314132 h 601998"/>
              <a:gd name="connsiteX113" fmla="*/ 5621867 w 8017934"/>
              <a:gd name="connsiteY113" fmla="*/ 280265 h 601998"/>
              <a:gd name="connsiteX114" fmla="*/ 5630334 w 8017934"/>
              <a:gd name="connsiteY114" fmla="*/ 170198 h 601998"/>
              <a:gd name="connsiteX115" fmla="*/ 5638800 w 8017934"/>
              <a:gd name="connsiteY115" fmla="*/ 136332 h 601998"/>
              <a:gd name="connsiteX116" fmla="*/ 5689600 w 8017934"/>
              <a:gd name="connsiteY116" fmla="*/ 93998 h 601998"/>
              <a:gd name="connsiteX117" fmla="*/ 5731934 w 8017934"/>
              <a:gd name="connsiteY117" fmla="*/ 85532 h 601998"/>
              <a:gd name="connsiteX118" fmla="*/ 5892800 w 8017934"/>
              <a:gd name="connsiteY118" fmla="*/ 93998 h 601998"/>
              <a:gd name="connsiteX119" fmla="*/ 5918200 w 8017934"/>
              <a:gd name="connsiteY119" fmla="*/ 110932 h 601998"/>
              <a:gd name="connsiteX120" fmla="*/ 5960534 w 8017934"/>
              <a:gd name="connsiteY120" fmla="*/ 153265 h 601998"/>
              <a:gd name="connsiteX121" fmla="*/ 6019800 w 8017934"/>
              <a:gd name="connsiteY121" fmla="*/ 187132 h 601998"/>
              <a:gd name="connsiteX122" fmla="*/ 6028267 w 8017934"/>
              <a:gd name="connsiteY122" fmla="*/ 220998 h 601998"/>
              <a:gd name="connsiteX123" fmla="*/ 6062134 w 8017934"/>
              <a:gd name="connsiteY123" fmla="*/ 263332 h 601998"/>
              <a:gd name="connsiteX124" fmla="*/ 6079067 w 8017934"/>
              <a:gd name="connsiteY124" fmla="*/ 288732 h 601998"/>
              <a:gd name="connsiteX125" fmla="*/ 6104467 w 8017934"/>
              <a:gd name="connsiteY125" fmla="*/ 314132 h 601998"/>
              <a:gd name="connsiteX126" fmla="*/ 6138334 w 8017934"/>
              <a:gd name="connsiteY126" fmla="*/ 364932 h 601998"/>
              <a:gd name="connsiteX127" fmla="*/ 6155267 w 8017934"/>
              <a:gd name="connsiteY127" fmla="*/ 458065 h 601998"/>
              <a:gd name="connsiteX128" fmla="*/ 6180667 w 8017934"/>
              <a:gd name="connsiteY128" fmla="*/ 474998 h 601998"/>
              <a:gd name="connsiteX129" fmla="*/ 6197600 w 8017934"/>
              <a:gd name="connsiteY129" fmla="*/ 517332 h 601998"/>
              <a:gd name="connsiteX130" fmla="*/ 6214534 w 8017934"/>
              <a:gd name="connsiteY130" fmla="*/ 534265 h 601998"/>
              <a:gd name="connsiteX131" fmla="*/ 6409267 w 8017934"/>
              <a:gd name="connsiteY131" fmla="*/ 576598 h 601998"/>
              <a:gd name="connsiteX132" fmla="*/ 6443134 w 8017934"/>
              <a:gd name="connsiteY132" fmla="*/ 551198 h 601998"/>
              <a:gd name="connsiteX133" fmla="*/ 6468534 w 8017934"/>
              <a:gd name="connsiteY133" fmla="*/ 441132 h 601998"/>
              <a:gd name="connsiteX134" fmla="*/ 6519334 w 8017934"/>
              <a:gd name="connsiteY134" fmla="*/ 466532 h 601998"/>
              <a:gd name="connsiteX135" fmla="*/ 7035800 w 8017934"/>
              <a:gd name="connsiteY135" fmla="*/ 491932 h 601998"/>
              <a:gd name="connsiteX136" fmla="*/ 7171267 w 8017934"/>
              <a:gd name="connsiteY136" fmla="*/ 525798 h 601998"/>
              <a:gd name="connsiteX137" fmla="*/ 7239000 w 8017934"/>
              <a:gd name="connsiteY137" fmla="*/ 542732 h 601998"/>
              <a:gd name="connsiteX138" fmla="*/ 7416800 w 8017934"/>
              <a:gd name="connsiteY138" fmla="*/ 508865 h 601998"/>
              <a:gd name="connsiteX139" fmla="*/ 7425267 w 8017934"/>
              <a:gd name="connsiteY139" fmla="*/ 466532 h 601998"/>
              <a:gd name="connsiteX140" fmla="*/ 7433734 w 8017934"/>
              <a:gd name="connsiteY140" fmla="*/ 373398 h 601998"/>
              <a:gd name="connsiteX141" fmla="*/ 7450667 w 8017934"/>
              <a:gd name="connsiteY141" fmla="*/ 347998 h 601998"/>
              <a:gd name="connsiteX142" fmla="*/ 7459134 w 8017934"/>
              <a:gd name="connsiteY142" fmla="*/ 305665 h 601998"/>
              <a:gd name="connsiteX143" fmla="*/ 7467600 w 8017934"/>
              <a:gd name="connsiteY143" fmla="*/ 280265 h 601998"/>
              <a:gd name="connsiteX144" fmla="*/ 7476067 w 8017934"/>
              <a:gd name="connsiteY144" fmla="*/ 246398 h 601998"/>
              <a:gd name="connsiteX145" fmla="*/ 7526867 w 8017934"/>
              <a:gd name="connsiteY145" fmla="*/ 229465 h 601998"/>
              <a:gd name="connsiteX146" fmla="*/ 7569200 w 8017934"/>
              <a:gd name="connsiteY146" fmla="*/ 187132 h 601998"/>
              <a:gd name="connsiteX147" fmla="*/ 7611534 w 8017934"/>
              <a:gd name="connsiteY147" fmla="*/ 153265 h 601998"/>
              <a:gd name="connsiteX148" fmla="*/ 7645400 w 8017934"/>
              <a:gd name="connsiteY148" fmla="*/ 127865 h 601998"/>
              <a:gd name="connsiteX149" fmla="*/ 7653867 w 8017934"/>
              <a:gd name="connsiteY149" fmla="*/ 102465 h 601998"/>
              <a:gd name="connsiteX150" fmla="*/ 7730067 w 8017934"/>
              <a:gd name="connsiteY150" fmla="*/ 68598 h 601998"/>
              <a:gd name="connsiteX151" fmla="*/ 7823200 w 8017934"/>
              <a:gd name="connsiteY151" fmla="*/ 43198 h 601998"/>
              <a:gd name="connsiteX152" fmla="*/ 7907867 w 8017934"/>
              <a:gd name="connsiteY152" fmla="*/ 9332 h 601998"/>
              <a:gd name="connsiteX153" fmla="*/ 7941734 w 8017934"/>
              <a:gd name="connsiteY153" fmla="*/ 865 h 601998"/>
              <a:gd name="connsiteX154" fmla="*/ 8017934 w 8017934"/>
              <a:gd name="connsiteY154" fmla="*/ 865 h 601998"/>
              <a:gd name="connsiteX0" fmla="*/ 0 w 8017934"/>
              <a:gd name="connsiteY0" fmla="*/ 559665 h 601998"/>
              <a:gd name="connsiteX1" fmla="*/ 491067 w 8017934"/>
              <a:gd name="connsiteY1" fmla="*/ 551198 h 601998"/>
              <a:gd name="connsiteX2" fmla="*/ 508000 w 8017934"/>
              <a:gd name="connsiteY2" fmla="*/ 525798 h 601998"/>
              <a:gd name="connsiteX3" fmla="*/ 533400 w 8017934"/>
              <a:gd name="connsiteY3" fmla="*/ 508865 h 601998"/>
              <a:gd name="connsiteX4" fmla="*/ 567267 w 8017934"/>
              <a:gd name="connsiteY4" fmla="*/ 474998 h 601998"/>
              <a:gd name="connsiteX5" fmla="*/ 575734 w 8017934"/>
              <a:gd name="connsiteY5" fmla="*/ 449598 h 601998"/>
              <a:gd name="connsiteX6" fmla="*/ 584200 w 8017934"/>
              <a:gd name="connsiteY6" fmla="*/ 407265 h 601998"/>
              <a:gd name="connsiteX7" fmla="*/ 601134 w 8017934"/>
              <a:gd name="connsiteY7" fmla="*/ 381865 h 601998"/>
              <a:gd name="connsiteX8" fmla="*/ 618067 w 8017934"/>
              <a:gd name="connsiteY8" fmla="*/ 305665 h 601998"/>
              <a:gd name="connsiteX9" fmla="*/ 626534 w 8017934"/>
              <a:gd name="connsiteY9" fmla="*/ 280265 h 601998"/>
              <a:gd name="connsiteX10" fmla="*/ 643467 w 8017934"/>
              <a:gd name="connsiteY10" fmla="*/ 246398 h 601998"/>
              <a:gd name="connsiteX11" fmla="*/ 660400 w 8017934"/>
              <a:gd name="connsiteY11" fmla="*/ 187132 h 601998"/>
              <a:gd name="connsiteX12" fmla="*/ 677334 w 8017934"/>
              <a:gd name="connsiteY12" fmla="*/ 170198 h 601998"/>
              <a:gd name="connsiteX13" fmla="*/ 702734 w 8017934"/>
              <a:gd name="connsiteY13" fmla="*/ 110932 h 601998"/>
              <a:gd name="connsiteX14" fmla="*/ 795867 w 8017934"/>
              <a:gd name="connsiteY14" fmla="*/ 68598 h 601998"/>
              <a:gd name="connsiteX15" fmla="*/ 922867 w 8017934"/>
              <a:gd name="connsiteY15" fmla="*/ 85532 h 601998"/>
              <a:gd name="connsiteX16" fmla="*/ 948267 w 8017934"/>
              <a:gd name="connsiteY16" fmla="*/ 93998 h 601998"/>
              <a:gd name="connsiteX17" fmla="*/ 965200 w 8017934"/>
              <a:gd name="connsiteY17" fmla="*/ 144798 h 601998"/>
              <a:gd name="connsiteX18" fmla="*/ 982134 w 8017934"/>
              <a:gd name="connsiteY18" fmla="*/ 220998 h 601998"/>
              <a:gd name="connsiteX19" fmla="*/ 990600 w 8017934"/>
              <a:gd name="connsiteY19" fmla="*/ 246398 h 601998"/>
              <a:gd name="connsiteX20" fmla="*/ 1007534 w 8017934"/>
              <a:gd name="connsiteY20" fmla="*/ 314132 h 601998"/>
              <a:gd name="connsiteX21" fmla="*/ 1041400 w 8017934"/>
              <a:gd name="connsiteY21" fmla="*/ 364932 h 601998"/>
              <a:gd name="connsiteX22" fmla="*/ 1058334 w 8017934"/>
              <a:gd name="connsiteY22" fmla="*/ 534265 h 601998"/>
              <a:gd name="connsiteX23" fmla="*/ 1083734 w 8017934"/>
              <a:gd name="connsiteY23" fmla="*/ 551198 h 601998"/>
              <a:gd name="connsiteX24" fmla="*/ 1227667 w 8017934"/>
              <a:gd name="connsiteY24" fmla="*/ 559665 h 601998"/>
              <a:gd name="connsiteX25" fmla="*/ 1405467 w 8017934"/>
              <a:gd name="connsiteY25" fmla="*/ 542732 h 601998"/>
              <a:gd name="connsiteX26" fmla="*/ 1439334 w 8017934"/>
              <a:gd name="connsiteY26" fmla="*/ 534265 h 601998"/>
              <a:gd name="connsiteX27" fmla="*/ 1464734 w 8017934"/>
              <a:gd name="connsiteY27" fmla="*/ 517332 h 601998"/>
              <a:gd name="connsiteX28" fmla="*/ 1481667 w 8017934"/>
              <a:gd name="connsiteY28" fmla="*/ 491932 h 601998"/>
              <a:gd name="connsiteX29" fmla="*/ 1490134 w 8017934"/>
              <a:gd name="connsiteY29" fmla="*/ 373398 h 601998"/>
              <a:gd name="connsiteX30" fmla="*/ 1498600 w 8017934"/>
              <a:gd name="connsiteY30" fmla="*/ 339532 h 601998"/>
              <a:gd name="connsiteX31" fmla="*/ 1515534 w 8017934"/>
              <a:gd name="connsiteY31" fmla="*/ 322598 h 601998"/>
              <a:gd name="connsiteX32" fmla="*/ 1524000 w 8017934"/>
              <a:gd name="connsiteY32" fmla="*/ 288732 h 601998"/>
              <a:gd name="connsiteX33" fmla="*/ 1532467 w 8017934"/>
              <a:gd name="connsiteY33" fmla="*/ 263332 h 601998"/>
              <a:gd name="connsiteX34" fmla="*/ 1540934 w 8017934"/>
              <a:gd name="connsiteY34" fmla="*/ 220998 h 601998"/>
              <a:gd name="connsiteX35" fmla="*/ 1557867 w 8017934"/>
              <a:gd name="connsiteY35" fmla="*/ 187132 h 601998"/>
              <a:gd name="connsiteX36" fmla="*/ 1574800 w 8017934"/>
              <a:gd name="connsiteY36" fmla="*/ 127865 h 601998"/>
              <a:gd name="connsiteX37" fmla="*/ 1608667 w 8017934"/>
              <a:gd name="connsiteY37" fmla="*/ 93998 h 601998"/>
              <a:gd name="connsiteX38" fmla="*/ 1634067 w 8017934"/>
              <a:gd name="connsiteY38" fmla="*/ 77065 h 601998"/>
              <a:gd name="connsiteX39" fmla="*/ 1667934 w 8017934"/>
              <a:gd name="connsiteY39" fmla="*/ 68598 h 601998"/>
              <a:gd name="connsiteX40" fmla="*/ 1693334 w 8017934"/>
              <a:gd name="connsiteY40" fmla="*/ 60132 h 601998"/>
              <a:gd name="connsiteX41" fmla="*/ 1718734 w 8017934"/>
              <a:gd name="connsiteY41" fmla="*/ 68598 h 601998"/>
              <a:gd name="connsiteX42" fmla="*/ 1761067 w 8017934"/>
              <a:gd name="connsiteY42" fmla="*/ 85532 h 601998"/>
              <a:gd name="connsiteX43" fmla="*/ 1811867 w 8017934"/>
              <a:gd name="connsiteY43" fmla="*/ 93998 h 601998"/>
              <a:gd name="connsiteX44" fmla="*/ 2192867 w 8017934"/>
              <a:gd name="connsiteY44" fmla="*/ 93998 h 601998"/>
              <a:gd name="connsiteX45" fmla="*/ 2311400 w 8017934"/>
              <a:gd name="connsiteY45" fmla="*/ 102465 h 601998"/>
              <a:gd name="connsiteX46" fmla="*/ 2345267 w 8017934"/>
              <a:gd name="connsiteY46" fmla="*/ 170198 h 601998"/>
              <a:gd name="connsiteX47" fmla="*/ 2345267 w 8017934"/>
              <a:gd name="connsiteY47" fmla="*/ 170198 h 601998"/>
              <a:gd name="connsiteX48" fmla="*/ 2379134 w 8017934"/>
              <a:gd name="connsiteY48" fmla="*/ 246398 h 601998"/>
              <a:gd name="connsiteX49" fmla="*/ 2404534 w 8017934"/>
              <a:gd name="connsiteY49" fmla="*/ 297198 h 601998"/>
              <a:gd name="connsiteX50" fmla="*/ 2421467 w 8017934"/>
              <a:gd name="connsiteY50" fmla="*/ 356465 h 601998"/>
              <a:gd name="connsiteX51" fmla="*/ 2438400 w 8017934"/>
              <a:gd name="connsiteY51" fmla="*/ 390332 h 601998"/>
              <a:gd name="connsiteX52" fmla="*/ 2455334 w 8017934"/>
              <a:gd name="connsiteY52" fmla="*/ 441132 h 601998"/>
              <a:gd name="connsiteX53" fmla="*/ 2463800 w 8017934"/>
              <a:gd name="connsiteY53" fmla="*/ 466532 h 601998"/>
              <a:gd name="connsiteX54" fmla="*/ 2480734 w 8017934"/>
              <a:gd name="connsiteY54" fmla="*/ 483465 h 601998"/>
              <a:gd name="connsiteX55" fmla="*/ 2523067 w 8017934"/>
              <a:gd name="connsiteY55" fmla="*/ 559665 h 601998"/>
              <a:gd name="connsiteX56" fmla="*/ 2582334 w 8017934"/>
              <a:gd name="connsiteY56" fmla="*/ 568132 h 601998"/>
              <a:gd name="connsiteX57" fmla="*/ 2599267 w 8017934"/>
              <a:gd name="connsiteY57" fmla="*/ 525798 h 601998"/>
              <a:gd name="connsiteX58" fmla="*/ 2616200 w 8017934"/>
              <a:gd name="connsiteY58" fmla="*/ 500398 h 601998"/>
              <a:gd name="connsiteX59" fmla="*/ 2658534 w 8017934"/>
              <a:gd name="connsiteY59" fmla="*/ 508865 h 601998"/>
              <a:gd name="connsiteX60" fmla="*/ 2751667 w 8017934"/>
              <a:gd name="connsiteY60" fmla="*/ 534265 h 601998"/>
              <a:gd name="connsiteX61" fmla="*/ 2777067 w 8017934"/>
              <a:gd name="connsiteY61" fmla="*/ 551198 h 601998"/>
              <a:gd name="connsiteX62" fmla="*/ 2802467 w 8017934"/>
              <a:gd name="connsiteY62" fmla="*/ 500398 h 601998"/>
              <a:gd name="connsiteX63" fmla="*/ 2844800 w 8017934"/>
              <a:gd name="connsiteY63" fmla="*/ 483465 h 601998"/>
              <a:gd name="connsiteX64" fmla="*/ 2861734 w 8017934"/>
              <a:gd name="connsiteY64" fmla="*/ 424198 h 601998"/>
              <a:gd name="connsiteX65" fmla="*/ 2887134 w 8017934"/>
              <a:gd name="connsiteY65" fmla="*/ 263332 h 601998"/>
              <a:gd name="connsiteX66" fmla="*/ 2895600 w 8017934"/>
              <a:gd name="connsiteY66" fmla="*/ 195598 h 601998"/>
              <a:gd name="connsiteX67" fmla="*/ 2929467 w 8017934"/>
              <a:gd name="connsiteY67" fmla="*/ 119398 h 601998"/>
              <a:gd name="connsiteX68" fmla="*/ 2963334 w 8017934"/>
              <a:gd name="connsiteY68" fmla="*/ 102465 h 601998"/>
              <a:gd name="connsiteX69" fmla="*/ 3183467 w 8017934"/>
              <a:gd name="connsiteY69" fmla="*/ 77065 h 601998"/>
              <a:gd name="connsiteX70" fmla="*/ 3293534 w 8017934"/>
              <a:gd name="connsiteY70" fmla="*/ 93998 h 601998"/>
              <a:gd name="connsiteX71" fmla="*/ 3302000 w 8017934"/>
              <a:gd name="connsiteY71" fmla="*/ 127865 h 601998"/>
              <a:gd name="connsiteX72" fmla="*/ 3318934 w 8017934"/>
              <a:gd name="connsiteY72" fmla="*/ 204065 h 601998"/>
              <a:gd name="connsiteX73" fmla="*/ 3335867 w 8017934"/>
              <a:gd name="connsiteY73" fmla="*/ 229465 h 601998"/>
              <a:gd name="connsiteX74" fmla="*/ 3352800 w 8017934"/>
              <a:gd name="connsiteY74" fmla="*/ 288732 h 601998"/>
              <a:gd name="connsiteX75" fmla="*/ 3369734 w 8017934"/>
              <a:gd name="connsiteY75" fmla="*/ 322598 h 601998"/>
              <a:gd name="connsiteX76" fmla="*/ 3386667 w 8017934"/>
              <a:gd name="connsiteY76" fmla="*/ 373398 h 601998"/>
              <a:gd name="connsiteX77" fmla="*/ 3395134 w 8017934"/>
              <a:gd name="connsiteY77" fmla="*/ 398798 h 601998"/>
              <a:gd name="connsiteX78" fmla="*/ 3412067 w 8017934"/>
              <a:gd name="connsiteY78" fmla="*/ 415732 h 601998"/>
              <a:gd name="connsiteX79" fmla="*/ 3437467 w 8017934"/>
              <a:gd name="connsiteY79" fmla="*/ 500398 h 601998"/>
              <a:gd name="connsiteX80" fmla="*/ 3454400 w 8017934"/>
              <a:gd name="connsiteY80" fmla="*/ 525798 h 601998"/>
              <a:gd name="connsiteX81" fmla="*/ 3462867 w 8017934"/>
              <a:gd name="connsiteY81" fmla="*/ 551198 h 601998"/>
              <a:gd name="connsiteX82" fmla="*/ 3505200 w 8017934"/>
              <a:gd name="connsiteY82" fmla="*/ 593532 h 601998"/>
              <a:gd name="connsiteX83" fmla="*/ 3784600 w 8017934"/>
              <a:gd name="connsiteY83" fmla="*/ 601998 h 601998"/>
              <a:gd name="connsiteX84" fmla="*/ 3683000 w 8017934"/>
              <a:gd name="connsiteY84" fmla="*/ 576598 h 601998"/>
              <a:gd name="connsiteX85" fmla="*/ 3708400 w 8017934"/>
              <a:gd name="connsiteY85" fmla="*/ 568132 h 601998"/>
              <a:gd name="connsiteX86" fmla="*/ 3683000 w 8017934"/>
              <a:gd name="connsiteY86" fmla="*/ 559665 h 601998"/>
              <a:gd name="connsiteX87" fmla="*/ 3666067 w 8017934"/>
              <a:gd name="connsiteY87" fmla="*/ 534265 h 601998"/>
              <a:gd name="connsiteX88" fmla="*/ 3810000 w 8017934"/>
              <a:gd name="connsiteY88" fmla="*/ 525798 h 601998"/>
              <a:gd name="connsiteX89" fmla="*/ 4004734 w 8017934"/>
              <a:gd name="connsiteY89" fmla="*/ 551198 h 601998"/>
              <a:gd name="connsiteX90" fmla="*/ 4174067 w 8017934"/>
              <a:gd name="connsiteY90" fmla="*/ 542732 h 601998"/>
              <a:gd name="connsiteX91" fmla="*/ 4191000 w 8017934"/>
              <a:gd name="connsiteY91" fmla="*/ 525798 h 601998"/>
              <a:gd name="connsiteX92" fmla="*/ 4199467 w 8017934"/>
              <a:gd name="connsiteY92" fmla="*/ 500398 h 601998"/>
              <a:gd name="connsiteX93" fmla="*/ 4216400 w 8017934"/>
              <a:gd name="connsiteY93" fmla="*/ 466532 h 601998"/>
              <a:gd name="connsiteX94" fmla="*/ 4216400 w 8017934"/>
              <a:gd name="connsiteY94" fmla="*/ 178665 h 601998"/>
              <a:gd name="connsiteX95" fmla="*/ 4224867 w 8017934"/>
              <a:gd name="connsiteY95" fmla="*/ 153265 h 601998"/>
              <a:gd name="connsiteX96" fmla="*/ 4258734 w 8017934"/>
              <a:gd name="connsiteY96" fmla="*/ 127865 h 601998"/>
              <a:gd name="connsiteX97" fmla="*/ 5164667 w 8017934"/>
              <a:gd name="connsiteY97" fmla="*/ 339532 h 601998"/>
              <a:gd name="connsiteX98" fmla="*/ 5190067 w 8017934"/>
              <a:gd name="connsiteY98" fmla="*/ 390332 h 601998"/>
              <a:gd name="connsiteX99" fmla="*/ 5207000 w 8017934"/>
              <a:gd name="connsiteY99" fmla="*/ 441132 h 601998"/>
              <a:gd name="connsiteX100" fmla="*/ 5274734 w 8017934"/>
              <a:gd name="connsiteY100" fmla="*/ 483465 h 601998"/>
              <a:gd name="connsiteX101" fmla="*/ 5317067 w 8017934"/>
              <a:gd name="connsiteY101" fmla="*/ 525798 h 601998"/>
              <a:gd name="connsiteX102" fmla="*/ 5308600 w 8017934"/>
              <a:gd name="connsiteY102" fmla="*/ 517332 h 601998"/>
              <a:gd name="connsiteX103" fmla="*/ 5266267 w 8017934"/>
              <a:gd name="connsiteY103" fmla="*/ 542732 h 601998"/>
              <a:gd name="connsiteX104" fmla="*/ 5283200 w 8017934"/>
              <a:gd name="connsiteY104" fmla="*/ 517332 h 601998"/>
              <a:gd name="connsiteX105" fmla="*/ 5342467 w 8017934"/>
              <a:gd name="connsiteY105" fmla="*/ 500398 h 601998"/>
              <a:gd name="connsiteX106" fmla="*/ 5401734 w 8017934"/>
              <a:gd name="connsiteY106" fmla="*/ 483465 h 601998"/>
              <a:gd name="connsiteX107" fmla="*/ 5435600 w 8017934"/>
              <a:gd name="connsiteY107" fmla="*/ 466532 h 601998"/>
              <a:gd name="connsiteX108" fmla="*/ 5537200 w 8017934"/>
              <a:gd name="connsiteY108" fmla="*/ 458065 h 601998"/>
              <a:gd name="connsiteX109" fmla="*/ 5562600 w 8017934"/>
              <a:gd name="connsiteY109" fmla="*/ 407265 h 601998"/>
              <a:gd name="connsiteX110" fmla="*/ 5579534 w 8017934"/>
              <a:gd name="connsiteY110" fmla="*/ 373398 h 601998"/>
              <a:gd name="connsiteX111" fmla="*/ 5613400 w 8017934"/>
              <a:gd name="connsiteY111" fmla="*/ 314132 h 601998"/>
              <a:gd name="connsiteX112" fmla="*/ 5621867 w 8017934"/>
              <a:gd name="connsiteY112" fmla="*/ 280265 h 601998"/>
              <a:gd name="connsiteX113" fmla="*/ 5630334 w 8017934"/>
              <a:gd name="connsiteY113" fmla="*/ 170198 h 601998"/>
              <a:gd name="connsiteX114" fmla="*/ 5638800 w 8017934"/>
              <a:gd name="connsiteY114" fmla="*/ 136332 h 601998"/>
              <a:gd name="connsiteX115" fmla="*/ 5689600 w 8017934"/>
              <a:gd name="connsiteY115" fmla="*/ 93998 h 601998"/>
              <a:gd name="connsiteX116" fmla="*/ 5731934 w 8017934"/>
              <a:gd name="connsiteY116" fmla="*/ 85532 h 601998"/>
              <a:gd name="connsiteX117" fmla="*/ 5892800 w 8017934"/>
              <a:gd name="connsiteY117" fmla="*/ 93998 h 601998"/>
              <a:gd name="connsiteX118" fmla="*/ 5918200 w 8017934"/>
              <a:gd name="connsiteY118" fmla="*/ 110932 h 601998"/>
              <a:gd name="connsiteX119" fmla="*/ 5960534 w 8017934"/>
              <a:gd name="connsiteY119" fmla="*/ 153265 h 601998"/>
              <a:gd name="connsiteX120" fmla="*/ 6019800 w 8017934"/>
              <a:gd name="connsiteY120" fmla="*/ 187132 h 601998"/>
              <a:gd name="connsiteX121" fmla="*/ 6028267 w 8017934"/>
              <a:gd name="connsiteY121" fmla="*/ 220998 h 601998"/>
              <a:gd name="connsiteX122" fmla="*/ 6062134 w 8017934"/>
              <a:gd name="connsiteY122" fmla="*/ 263332 h 601998"/>
              <a:gd name="connsiteX123" fmla="*/ 6079067 w 8017934"/>
              <a:gd name="connsiteY123" fmla="*/ 288732 h 601998"/>
              <a:gd name="connsiteX124" fmla="*/ 6104467 w 8017934"/>
              <a:gd name="connsiteY124" fmla="*/ 314132 h 601998"/>
              <a:gd name="connsiteX125" fmla="*/ 6138334 w 8017934"/>
              <a:gd name="connsiteY125" fmla="*/ 364932 h 601998"/>
              <a:gd name="connsiteX126" fmla="*/ 6155267 w 8017934"/>
              <a:gd name="connsiteY126" fmla="*/ 458065 h 601998"/>
              <a:gd name="connsiteX127" fmla="*/ 6180667 w 8017934"/>
              <a:gd name="connsiteY127" fmla="*/ 474998 h 601998"/>
              <a:gd name="connsiteX128" fmla="*/ 6197600 w 8017934"/>
              <a:gd name="connsiteY128" fmla="*/ 517332 h 601998"/>
              <a:gd name="connsiteX129" fmla="*/ 6214534 w 8017934"/>
              <a:gd name="connsiteY129" fmla="*/ 534265 h 601998"/>
              <a:gd name="connsiteX130" fmla="*/ 6409267 w 8017934"/>
              <a:gd name="connsiteY130" fmla="*/ 576598 h 601998"/>
              <a:gd name="connsiteX131" fmla="*/ 6443134 w 8017934"/>
              <a:gd name="connsiteY131" fmla="*/ 551198 h 601998"/>
              <a:gd name="connsiteX132" fmla="*/ 6468534 w 8017934"/>
              <a:gd name="connsiteY132" fmla="*/ 441132 h 601998"/>
              <a:gd name="connsiteX133" fmla="*/ 6519334 w 8017934"/>
              <a:gd name="connsiteY133" fmla="*/ 466532 h 601998"/>
              <a:gd name="connsiteX134" fmla="*/ 7035800 w 8017934"/>
              <a:gd name="connsiteY134" fmla="*/ 491932 h 601998"/>
              <a:gd name="connsiteX135" fmla="*/ 7171267 w 8017934"/>
              <a:gd name="connsiteY135" fmla="*/ 525798 h 601998"/>
              <a:gd name="connsiteX136" fmla="*/ 7239000 w 8017934"/>
              <a:gd name="connsiteY136" fmla="*/ 542732 h 601998"/>
              <a:gd name="connsiteX137" fmla="*/ 7416800 w 8017934"/>
              <a:gd name="connsiteY137" fmla="*/ 508865 h 601998"/>
              <a:gd name="connsiteX138" fmla="*/ 7425267 w 8017934"/>
              <a:gd name="connsiteY138" fmla="*/ 466532 h 601998"/>
              <a:gd name="connsiteX139" fmla="*/ 7433734 w 8017934"/>
              <a:gd name="connsiteY139" fmla="*/ 373398 h 601998"/>
              <a:gd name="connsiteX140" fmla="*/ 7450667 w 8017934"/>
              <a:gd name="connsiteY140" fmla="*/ 347998 h 601998"/>
              <a:gd name="connsiteX141" fmla="*/ 7459134 w 8017934"/>
              <a:gd name="connsiteY141" fmla="*/ 305665 h 601998"/>
              <a:gd name="connsiteX142" fmla="*/ 7467600 w 8017934"/>
              <a:gd name="connsiteY142" fmla="*/ 280265 h 601998"/>
              <a:gd name="connsiteX143" fmla="*/ 7476067 w 8017934"/>
              <a:gd name="connsiteY143" fmla="*/ 246398 h 601998"/>
              <a:gd name="connsiteX144" fmla="*/ 7526867 w 8017934"/>
              <a:gd name="connsiteY144" fmla="*/ 229465 h 601998"/>
              <a:gd name="connsiteX145" fmla="*/ 7569200 w 8017934"/>
              <a:gd name="connsiteY145" fmla="*/ 187132 h 601998"/>
              <a:gd name="connsiteX146" fmla="*/ 7611534 w 8017934"/>
              <a:gd name="connsiteY146" fmla="*/ 153265 h 601998"/>
              <a:gd name="connsiteX147" fmla="*/ 7645400 w 8017934"/>
              <a:gd name="connsiteY147" fmla="*/ 127865 h 601998"/>
              <a:gd name="connsiteX148" fmla="*/ 7653867 w 8017934"/>
              <a:gd name="connsiteY148" fmla="*/ 102465 h 601998"/>
              <a:gd name="connsiteX149" fmla="*/ 7730067 w 8017934"/>
              <a:gd name="connsiteY149" fmla="*/ 68598 h 601998"/>
              <a:gd name="connsiteX150" fmla="*/ 7823200 w 8017934"/>
              <a:gd name="connsiteY150" fmla="*/ 43198 h 601998"/>
              <a:gd name="connsiteX151" fmla="*/ 7907867 w 8017934"/>
              <a:gd name="connsiteY151" fmla="*/ 9332 h 601998"/>
              <a:gd name="connsiteX152" fmla="*/ 7941734 w 8017934"/>
              <a:gd name="connsiteY152" fmla="*/ 865 h 601998"/>
              <a:gd name="connsiteX153" fmla="*/ 8017934 w 8017934"/>
              <a:gd name="connsiteY153" fmla="*/ 865 h 601998"/>
              <a:gd name="connsiteX0" fmla="*/ 0 w 8017934"/>
              <a:gd name="connsiteY0" fmla="*/ 559665 h 593532"/>
              <a:gd name="connsiteX1" fmla="*/ 491067 w 8017934"/>
              <a:gd name="connsiteY1" fmla="*/ 551198 h 593532"/>
              <a:gd name="connsiteX2" fmla="*/ 508000 w 8017934"/>
              <a:gd name="connsiteY2" fmla="*/ 525798 h 593532"/>
              <a:gd name="connsiteX3" fmla="*/ 533400 w 8017934"/>
              <a:gd name="connsiteY3" fmla="*/ 508865 h 593532"/>
              <a:gd name="connsiteX4" fmla="*/ 567267 w 8017934"/>
              <a:gd name="connsiteY4" fmla="*/ 474998 h 593532"/>
              <a:gd name="connsiteX5" fmla="*/ 575734 w 8017934"/>
              <a:gd name="connsiteY5" fmla="*/ 449598 h 593532"/>
              <a:gd name="connsiteX6" fmla="*/ 584200 w 8017934"/>
              <a:gd name="connsiteY6" fmla="*/ 407265 h 593532"/>
              <a:gd name="connsiteX7" fmla="*/ 601134 w 8017934"/>
              <a:gd name="connsiteY7" fmla="*/ 381865 h 593532"/>
              <a:gd name="connsiteX8" fmla="*/ 618067 w 8017934"/>
              <a:gd name="connsiteY8" fmla="*/ 305665 h 593532"/>
              <a:gd name="connsiteX9" fmla="*/ 626534 w 8017934"/>
              <a:gd name="connsiteY9" fmla="*/ 280265 h 593532"/>
              <a:gd name="connsiteX10" fmla="*/ 643467 w 8017934"/>
              <a:gd name="connsiteY10" fmla="*/ 246398 h 593532"/>
              <a:gd name="connsiteX11" fmla="*/ 660400 w 8017934"/>
              <a:gd name="connsiteY11" fmla="*/ 187132 h 593532"/>
              <a:gd name="connsiteX12" fmla="*/ 677334 w 8017934"/>
              <a:gd name="connsiteY12" fmla="*/ 170198 h 593532"/>
              <a:gd name="connsiteX13" fmla="*/ 702734 w 8017934"/>
              <a:gd name="connsiteY13" fmla="*/ 110932 h 593532"/>
              <a:gd name="connsiteX14" fmla="*/ 795867 w 8017934"/>
              <a:gd name="connsiteY14" fmla="*/ 68598 h 593532"/>
              <a:gd name="connsiteX15" fmla="*/ 922867 w 8017934"/>
              <a:gd name="connsiteY15" fmla="*/ 85532 h 593532"/>
              <a:gd name="connsiteX16" fmla="*/ 948267 w 8017934"/>
              <a:gd name="connsiteY16" fmla="*/ 93998 h 593532"/>
              <a:gd name="connsiteX17" fmla="*/ 965200 w 8017934"/>
              <a:gd name="connsiteY17" fmla="*/ 144798 h 593532"/>
              <a:gd name="connsiteX18" fmla="*/ 982134 w 8017934"/>
              <a:gd name="connsiteY18" fmla="*/ 220998 h 593532"/>
              <a:gd name="connsiteX19" fmla="*/ 990600 w 8017934"/>
              <a:gd name="connsiteY19" fmla="*/ 246398 h 593532"/>
              <a:gd name="connsiteX20" fmla="*/ 1007534 w 8017934"/>
              <a:gd name="connsiteY20" fmla="*/ 314132 h 593532"/>
              <a:gd name="connsiteX21" fmla="*/ 1041400 w 8017934"/>
              <a:gd name="connsiteY21" fmla="*/ 364932 h 593532"/>
              <a:gd name="connsiteX22" fmla="*/ 1058334 w 8017934"/>
              <a:gd name="connsiteY22" fmla="*/ 534265 h 593532"/>
              <a:gd name="connsiteX23" fmla="*/ 1083734 w 8017934"/>
              <a:gd name="connsiteY23" fmla="*/ 551198 h 593532"/>
              <a:gd name="connsiteX24" fmla="*/ 1227667 w 8017934"/>
              <a:gd name="connsiteY24" fmla="*/ 559665 h 593532"/>
              <a:gd name="connsiteX25" fmla="*/ 1405467 w 8017934"/>
              <a:gd name="connsiteY25" fmla="*/ 542732 h 593532"/>
              <a:gd name="connsiteX26" fmla="*/ 1439334 w 8017934"/>
              <a:gd name="connsiteY26" fmla="*/ 534265 h 593532"/>
              <a:gd name="connsiteX27" fmla="*/ 1464734 w 8017934"/>
              <a:gd name="connsiteY27" fmla="*/ 517332 h 593532"/>
              <a:gd name="connsiteX28" fmla="*/ 1481667 w 8017934"/>
              <a:gd name="connsiteY28" fmla="*/ 491932 h 593532"/>
              <a:gd name="connsiteX29" fmla="*/ 1490134 w 8017934"/>
              <a:gd name="connsiteY29" fmla="*/ 373398 h 593532"/>
              <a:gd name="connsiteX30" fmla="*/ 1498600 w 8017934"/>
              <a:gd name="connsiteY30" fmla="*/ 339532 h 593532"/>
              <a:gd name="connsiteX31" fmla="*/ 1515534 w 8017934"/>
              <a:gd name="connsiteY31" fmla="*/ 322598 h 593532"/>
              <a:gd name="connsiteX32" fmla="*/ 1524000 w 8017934"/>
              <a:gd name="connsiteY32" fmla="*/ 288732 h 593532"/>
              <a:gd name="connsiteX33" fmla="*/ 1532467 w 8017934"/>
              <a:gd name="connsiteY33" fmla="*/ 263332 h 593532"/>
              <a:gd name="connsiteX34" fmla="*/ 1540934 w 8017934"/>
              <a:gd name="connsiteY34" fmla="*/ 220998 h 593532"/>
              <a:gd name="connsiteX35" fmla="*/ 1557867 w 8017934"/>
              <a:gd name="connsiteY35" fmla="*/ 187132 h 593532"/>
              <a:gd name="connsiteX36" fmla="*/ 1574800 w 8017934"/>
              <a:gd name="connsiteY36" fmla="*/ 127865 h 593532"/>
              <a:gd name="connsiteX37" fmla="*/ 1608667 w 8017934"/>
              <a:gd name="connsiteY37" fmla="*/ 93998 h 593532"/>
              <a:gd name="connsiteX38" fmla="*/ 1634067 w 8017934"/>
              <a:gd name="connsiteY38" fmla="*/ 77065 h 593532"/>
              <a:gd name="connsiteX39" fmla="*/ 1667934 w 8017934"/>
              <a:gd name="connsiteY39" fmla="*/ 68598 h 593532"/>
              <a:gd name="connsiteX40" fmla="*/ 1693334 w 8017934"/>
              <a:gd name="connsiteY40" fmla="*/ 60132 h 593532"/>
              <a:gd name="connsiteX41" fmla="*/ 1718734 w 8017934"/>
              <a:gd name="connsiteY41" fmla="*/ 68598 h 593532"/>
              <a:gd name="connsiteX42" fmla="*/ 1761067 w 8017934"/>
              <a:gd name="connsiteY42" fmla="*/ 85532 h 593532"/>
              <a:gd name="connsiteX43" fmla="*/ 1811867 w 8017934"/>
              <a:gd name="connsiteY43" fmla="*/ 93998 h 593532"/>
              <a:gd name="connsiteX44" fmla="*/ 2192867 w 8017934"/>
              <a:gd name="connsiteY44" fmla="*/ 93998 h 593532"/>
              <a:gd name="connsiteX45" fmla="*/ 2311400 w 8017934"/>
              <a:gd name="connsiteY45" fmla="*/ 102465 h 593532"/>
              <a:gd name="connsiteX46" fmla="*/ 2345267 w 8017934"/>
              <a:gd name="connsiteY46" fmla="*/ 170198 h 593532"/>
              <a:gd name="connsiteX47" fmla="*/ 2345267 w 8017934"/>
              <a:gd name="connsiteY47" fmla="*/ 170198 h 593532"/>
              <a:gd name="connsiteX48" fmla="*/ 2379134 w 8017934"/>
              <a:gd name="connsiteY48" fmla="*/ 246398 h 593532"/>
              <a:gd name="connsiteX49" fmla="*/ 2404534 w 8017934"/>
              <a:gd name="connsiteY49" fmla="*/ 297198 h 593532"/>
              <a:gd name="connsiteX50" fmla="*/ 2421467 w 8017934"/>
              <a:gd name="connsiteY50" fmla="*/ 356465 h 593532"/>
              <a:gd name="connsiteX51" fmla="*/ 2438400 w 8017934"/>
              <a:gd name="connsiteY51" fmla="*/ 390332 h 593532"/>
              <a:gd name="connsiteX52" fmla="*/ 2455334 w 8017934"/>
              <a:gd name="connsiteY52" fmla="*/ 441132 h 593532"/>
              <a:gd name="connsiteX53" fmla="*/ 2463800 w 8017934"/>
              <a:gd name="connsiteY53" fmla="*/ 466532 h 593532"/>
              <a:gd name="connsiteX54" fmla="*/ 2480734 w 8017934"/>
              <a:gd name="connsiteY54" fmla="*/ 483465 h 593532"/>
              <a:gd name="connsiteX55" fmla="*/ 2523067 w 8017934"/>
              <a:gd name="connsiteY55" fmla="*/ 559665 h 593532"/>
              <a:gd name="connsiteX56" fmla="*/ 2582334 w 8017934"/>
              <a:gd name="connsiteY56" fmla="*/ 568132 h 593532"/>
              <a:gd name="connsiteX57" fmla="*/ 2599267 w 8017934"/>
              <a:gd name="connsiteY57" fmla="*/ 525798 h 593532"/>
              <a:gd name="connsiteX58" fmla="*/ 2616200 w 8017934"/>
              <a:gd name="connsiteY58" fmla="*/ 500398 h 593532"/>
              <a:gd name="connsiteX59" fmla="*/ 2658534 w 8017934"/>
              <a:gd name="connsiteY59" fmla="*/ 508865 h 593532"/>
              <a:gd name="connsiteX60" fmla="*/ 2751667 w 8017934"/>
              <a:gd name="connsiteY60" fmla="*/ 534265 h 593532"/>
              <a:gd name="connsiteX61" fmla="*/ 2777067 w 8017934"/>
              <a:gd name="connsiteY61" fmla="*/ 551198 h 593532"/>
              <a:gd name="connsiteX62" fmla="*/ 2802467 w 8017934"/>
              <a:gd name="connsiteY62" fmla="*/ 500398 h 593532"/>
              <a:gd name="connsiteX63" fmla="*/ 2844800 w 8017934"/>
              <a:gd name="connsiteY63" fmla="*/ 483465 h 593532"/>
              <a:gd name="connsiteX64" fmla="*/ 2861734 w 8017934"/>
              <a:gd name="connsiteY64" fmla="*/ 424198 h 593532"/>
              <a:gd name="connsiteX65" fmla="*/ 2887134 w 8017934"/>
              <a:gd name="connsiteY65" fmla="*/ 263332 h 593532"/>
              <a:gd name="connsiteX66" fmla="*/ 2895600 w 8017934"/>
              <a:gd name="connsiteY66" fmla="*/ 195598 h 593532"/>
              <a:gd name="connsiteX67" fmla="*/ 2929467 w 8017934"/>
              <a:gd name="connsiteY67" fmla="*/ 119398 h 593532"/>
              <a:gd name="connsiteX68" fmla="*/ 2963334 w 8017934"/>
              <a:gd name="connsiteY68" fmla="*/ 102465 h 593532"/>
              <a:gd name="connsiteX69" fmla="*/ 3183467 w 8017934"/>
              <a:gd name="connsiteY69" fmla="*/ 77065 h 593532"/>
              <a:gd name="connsiteX70" fmla="*/ 3293534 w 8017934"/>
              <a:gd name="connsiteY70" fmla="*/ 93998 h 593532"/>
              <a:gd name="connsiteX71" fmla="*/ 3302000 w 8017934"/>
              <a:gd name="connsiteY71" fmla="*/ 127865 h 593532"/>
              <a:gd name="connsiteX72" fmla="*/ 3318934 w 8017934"/>
              <a:gd name="connsiteY72" fmla="*/ 204065 h 593532"/>
              <a:gd name="connsiteX73" fmla="*/ 3335867 w 8017934"/>
              <a:gd name="connsiteY73" fmla="*/ 229465 h 593532"/>
              <a:gd name="connsiteX74" fmla="*/ 3352800 w 8017934"/>
              <a:gd name="connsiteY74" fmla="*/ 288732 h 593532"/>
              <a:gd name="connsiteX75" fmla="*/ 3369734 w 8017934"/>
              <a:gd name="connsiteY75" fmla="*/ 322598 h 593532"/>
              <a:gd name="connsiteX76" fmla="*/ 3386667 w 8017934"/>
              <a:gd name="connsiteY76" fmla="*/ 373398 h 593532"/>
              <a:gd name="connsiteX77" fmla="*/ 3395134 w 8017934"/>
              <a:gd name="connsiteY77" fmla="*/ 398798 h 593532"/>
              <a:gd name="connsiteX78" fmla="*/ 3412067 w 8017934"/>
              <a:gd name="connsiteY78" fmla="*/ 415732 h 593532"/>
              <a:gd name="connsiteX79" fmla="*/ 3437467 w 8017934"/>
              <a:gd name="connsiteY79" fmla="*/ 500398 h 593532"/>
              <a:gd name="connsiteX80" fmla="*/ 3454400 w 8017934"/>
              <a:gd name="connsiteY80" fmla="*/ 525798 h 593532"/>
              <a:gd name="connsiteX81" fmla="*/ 3462867 w 8017934"/>
              <a:gd name="connsiteY81" fmla="*/ 551198 h 593532"/>
              <a:gd name="connsiteX82" fmla="*/ 3505200 w 8017934"/>
              <a:gd name="connsiteY82" fmla="*/ 593532 h 593532"/>
              <a:gd name="connsiteX83" fmla="*/ 3683000 w 8017934"/>
              <a:gd name="connsiteY83" fmla="*/ 576598 h 593532"/>
              <a:gd name="connsiteX84" fmla="*/ 3708400 w 8017934"/>
              <a:gd name="connsiteY84" fmla="*/ 568132 h 593532"/>
              <a:gd name="connsiteX85" fmla="*/ 3683000 w 8017934"/>
              <a:gd name="connsiteY85" fmla="*/ 559665 h 593532"/>
              <a:gd name="connsiteX86" fmla="*/ 3666067 w 8017934"/>
              <a:gd name="connsiteY86" fmla="*/ 534265 h 593532"/>
              <a:gd name="connsiteX87" fmla="*/ 3810000 w 8017934"/>
              <a:gd name="connsiteY87" fmla="*/ 525798 h 593532"/>
              <a:gd name="connsiteX88" fmla="*/ 4004734 w 8017934"/>
              <a:gd name="connsiteY88" fmla="*/ 551198 h 593532"/>
              <a:gd name="connsiteX89" fmla="*/ 4174067 w 8017934"/>
              <a:gd name="connsiteY89" fmla="*/ 542732 h 593532"/>
              <a:gd name="connsiteX90" fmla="*/ 4191000 w 8017934"/>
              <a:gd name="connsiteY90" fmla="*/ 525798 h 593532"/>
              <a:gd name="connsiteX91" fmla="*/ 4199467 w 8017934"/>
              <a:gd name="connsiteY91" fmla="*/ 500398 h 593532"/>
              <a:gd name="connsiteX92" fmla="*/ 4216400 w 8017934"/>
              <a:gd name="connsiteY92" fmla="*/ 466532 h 593532"/>
              <a:gd name="connsiteX93" fmla="*/ 4216400 w 8017934"/>
              <a:gd name="connsiteY93" fmla="*/ 178665 h 593532"/>
              <a:gd name="connsiteX94" fmla="*/ 4224867 w 8017934"/>
              <a:gd name="connsiteY94" fmla="*/ 153265 h 593532"/>
              <a:gd name="connsiteX95" fmla="*/ 4258734 w 8017934"/>
              <a:gd name="connsiteY95" fmla="*/ 127865 h 593532"/>
              <a:gd name="connsiteX96" fmla="*/ 5164667 w 8017934"/>
              <a:gd name="connsiteY96" fmla="*/ 339532 h 593532"/>
              <a:gd name="connsiteX97" fmla="*/ 5190067 w 8017934"/>
              <a:gd name="connsiteY97" fmla="*/ 390332 h 593532"/>
              <a:gd name="connsiteX98" fmla="*/ 5207000 w 8017934"/>
              <a:gd name="connsiteY98" fmla="*/ 441132 h 593532"/>
              <a:gd name="connsiteX99" fmla="*/ 5274734 w 8017934"/>
              <a:gd name="connsiteY99" fmla="*/ 483465 h 593532"/>
              <a:gd name="connsiteX100" fmla="*/ 5317067 w 8017934"/>
              <a:gd name="connsiteY100" fmla="*/ 525798 h 593532"/>
              <a:gd name="connsiteX101" fmla="*/ 5308600 w 8017934"/>
              <a:gd name="connsiteY101" fmla="*/ 517332 h 593532"/>
              <a:gd name="connsiteX102" fmla="*/ 5266267 w 8017934"/>
              <a:gd name="connsiteY102" fmla="*/ 542732 h 593532"/>
              <a:gd name="connsiteX103" fmla="*/ 5283200 w 8017934"/>
              <a:gd name="connsiteY103" fmla="*/ 517332 h 593532"/>
              <a:gd name="connsiteX104" fmla="*/ 5342467 w 8017934"/>
              <a:gd name="connsiteY104" fmla="*/ 500398 h 593532"/>
              <a:gd name="connsiteX105" fmla="*/ 5401734 w 8017934"/>
              <a:gd name="connsiteY105" fmla="*/ 483465 h 593532"/>
              <a:gd name="connsiteX106" fmla="*/ 5435600 w 8017934"/>
              <a:gd name="connsiteY106" fmla="*/ 466532 h 593532"/>
              <a:gd name="connsiteX107" fmla="*/ 5537200 w 8017934"/>
              <a:gd name="connsiteY107" fmla="*/ 458065 h 593532"/>
              <a:gd name="connsiteX108" fmla="*/ 5562600 w 8017934"/>
              <a:gd name="connsiteY108" fmla="*/ 407265 h 593532"/>
              <a:gd name="connsiteX109" fmla="*/ 5579534 w 8017934"/>
              <a:gd name="connsiteY109" fmla="*/ 373398 h 593532"/>
              <a:gd name="connsiteX110" fmla="*/ 5613400 w 8017934"/>
              <a:gd name="connsiteY110" fmla="*/ 314132 h 593532"/>
              <a:gd name="connsiteX111" fmla="*/ 5621867 w 8017934"/>
              <a:gd name="connsiteY111" fmla="*/ 280265 h 593532"/>
              <a:gd name="connsiteX112" fmla="*/ 5630334 w 8017934"/>
              <a:gd name="connsiteY112" fmla="*/ 170198 h 593532"/>
              <a:gd name="connsiteX113" fmla="*/ 5638800 w 8017934"/>
              <a:gd name="connsiteY113" fmla="*/ 136332 h 593532"/>
              <a:gd name="connsiteX114" fmla="*/ 5689600 w 8017934"/>
              <a:gd name="connsiteY114" fmla="*/ 93998 h 593532"/>
              <a:gd name="connsiteX115" fmla="*/ 5731934 w 8017934"/>
              <a:gd name="connsiteY115" fmla="*/ 85532 h 593532"/>
              <a:gd name="connsiteX116" fmla="*/ 5892800 w 8017934"/>
              <a:gd name="connsiteY116" fmla="*/ 93998 h 593532"/>
              <a:gd name="connsiteX117" fmla="*/ 5918200 w 8017934"/>
              <a:gd name="connsiteY117" fmla="*/ 110932 h 593532"/>
              <a:gd name="connsiteX118" fmla="*/ 5960534 w 8017934"/>
              <a:gd name="connsiteY118" fmla="*/ 153265 h 593532"/>
              <a:gd name="connsiteX119" fmla="*/ 6019800 w 8017934"/>
              <a:gd name="connsiteY119" fmla="*/ 187132 h 593532"/>
              <a:gd name="connsiteX120" fmla="*/ 6028267 w 8017934"/>
              <a:gd name="connsiteY120" fmla="*/ 220998 h 593532"/>
              <a:gd name="connsiteX121" fmla="*/ 6062134 w 8017934"/>
              <a:gd name="connsiteY121" fmla="*/ 263332 h 593532"/>
              <a:gd name="connsiteX122" fmla="*/ 6079067 w 8017934"/>
              <a:gd name="connsiteY122" fmla="*/ 288732 h 593532"/>
              <a:gd name="connsiteX123" fmla="*/ 6104467 w 8017934"/>
              <a:gd name="connsiteY123" fmla="*/ 314132 h 593532"/>
              <a:gd name="connsiteX124" fmla="*/ 6138334 w 8017934"/>
              <a:gd name="connsiteY124" fmla="*/ 364932 h 593532"/>
              <a:gd name="connsiteX125" fmla="*/ 6155267 w 8017934"/>
              <a:gd name="connsiteY125" fmla="*/ 458065 h 593532"/>
              <a:gd name="connsiteX126" fmla="*/ 6180667 w 8017934"/>
              <a:gd name="connsiteY126" fmla="*/ 474998 h 593532"/>
              <a:gd name="connsiteX127" fmla="*/ 6197600 w 8017934"/>
              <a:gd name="connsiteY127" fmla="*/ 517332 h 593532"/>
              <a:gd name="connsiteX128" fmla="*/ 6214534 w 8017934"/>
              <a:gd name="connsiteY128" fmla="*/ 534265 h 593532"/>
              <a:gd name="connsiteX129" fmla="*/ 6409267 w 8017934"/>
              <a:gd name="connsiteY129" fmla="*/ 576598 h 593532"/>
              <a:gd name="connsiteX130" fmla="*/ 6443134 w 8017934"/>
              <a:gd name="connsiteY130" fmla="*/ 551198 h 593532"/>
              <a:gd name="connsiteX131" fmla="*/ 6468534 w 8017934"/>
              <a:gd name="connsiteY131" fmla="*/ 441132 h 593532"/>
              <a:gd name="connsiteX132" fmla="*/ 6519334 w 8017934"/>
              <a:gd name="connsiteY132" fmla="*/ 466532 h 593532"/>
              <a:gd name="connsiteX133" fmla="*/ 7035800 w 8017934"/>
              <a:gd name="connsiteY133" fmla="*/ 491932 h 593532"/>
              <a:gd name="connsiteX134" fmla="*/ 7171267 w 8017934"/>
              <a:gd name="connsiteY134" fmla="*/ 525798 h 593532"/>
              <a:gd name="connsiteX135" fmla="*/ 7239000 w 8017934"/>
              <a:gd name="connsiteY135" fmla="*/ 542732 h 593532"/>
              <a:gd name="connsiteX136" fmla="*/ 7416800 w 8017934"/>
              <a:gd name="connsiteY136" fmla="*/ 508865 h 593532"/>
              <a:gd name="connsiteX137" fmla="*/ 7425267 w 8017934"/>
              <a:gd name="connsiteY137" fmla="*/ 466532 h 593532"/>
              <a:gd name="connsiteX138" fmla="*/ 7433734 w 8017934"/>
              <a:gd name="connsiteY138" fmla="*/ 373398 h 593532"/>
              <a:gd name="connsiteX139" fmla="*/ 7450667 w 8017934"/>
              <a:gd name="connsiteY139" fmla="*/ 347998 h 593532"/>
              <a:gd name="connsiteX140" fmla="*/ 7459134 w 8017934"/>
              <a:gd name="connsiteY140" fmla="*/ 305665 h 593532"/>
              <a:gd name="connsiteX141" fmla="*/ 7467600 w 8017934"/>
              <a:gd name="connsiteY141" fmla="*/ 280265 h 593532"/>
              <a:gd name="connsiteX142" fmla="*/ 7476067 w 8017934"/>
              <a:gd name="connsiteY142" fmla="*/ 246398 h 593532"/>
              <a:gd name="connsiteX143" fmla="*/ 7526867 w 8017934"/>
              <a:gd name="connsiteY143" fmla="*/ 229465 h 593532"/>
              <a:gd name="connsiteX144" fmla="*/ 7569200 w 8017934"/>
              <a:gd name="connsiteY144" fmla="*/ 187132 h 593532"/>
              <a:gd name="connsiteX145" fmla="*/ 7611534 w 8017934"/>
              <a:gd name="connsiteY145" fmla="*/ 153265 h 593532"/>
              <a:gd name="connsiteX146" fmla="*/ 7645400 w 8017934"/>
              <a:gd name="connsiteY146" fmla="*/ 127865 h 593532"/>
              <a:gd name="connsiteX147" fmla="*/ 7653867 w 8017934"/>
              <a:gd name="connsiteY147" fmla="*/ 102465 h 593532"/>
              <a:gd name="connsiteX148" fmla="*/ 7730067 w 8017934"/>
              <a:gd name="connsiteY148" fmla="*/ 68598 h 593532"/>
              <a:gd name="connsiteX149" fmla="*/ 7823200 w 8017934"/>
              <a:gd name="connsiteY149" fmla="*/ 43198 h 593532"/>
              <a:gd name="connsiteX150" fmla="*/ 7907867 w 8017934"/>
              <a:gd name="connsiteY150" fmla="*/ 9332 h 593532"/>
              <a:gd name="connsiteX151" fmla="*/ 7941734 w 8017934"/>
              <a:gd name="connsiteY151" fmla="*/ 865 h 593532"/>
              <a:gd name="connsiteX152" fmla="*/ 8017934 w 8017934"/>
              <a:gd name="connsiteY152" fmla="*/ 865 h 593532"/>
              <a:gd name="connsiteX0" fmla="*/ 0 w 8017934"/>
              <a:gd name="connsiteY0" fmla="*/ 559665 h 593532"/>
              <a:gd name="connsiteX1" fmla="*/ 491067 w 8017934"/>
              <a:gd name="connsiteY1" fmla="*/ 551198 h 593532"/>
              <a:gd name="connsiteX2" fmla="*/ 508000 w 8017934"/>
              <a:gd name="connsiteY2" fmla="*/ 525798 h 593532"/>
              <a:gd name="connsiteX3" fmla="*/ 533400 w 8017934"/>
              <a:gd name="connsiteY3" fmla="*/ 508865 h 593532"/>
              <a:gd name="connsiteX4" fmla="*/ 567267 w 8017934"/>
              <a:gd name="connsiteY4" fmla="*/ 474998 h 593532"/>
              <a:gd name="connsiteX5" fmla="*/ 575734 w 8017934"/>
              <a:gd name="connsiteY5" fmla="*/ 449598 h 593532"/>
              <a:gd name="connsiteX6" fmla="*/ 584200 w 8017934"/>
              <a:gd name="connsiteY6" fmla="*/ 407265 h 593532"/>
              <a:gd name="connsiteX7" fmla="*/ 601134 w 8017934"/>
              <a:gd name="connsiteY7" fmla="*/ 381865 h 593532"/>
              <a:gd name="connsiteX8" fmla="*/ 618067 w 8017934"/>
              <a:gd name="connsiteY8" fmla="*/ 305665 h 593532"/>
              <a:gd name="connsiteX9" fmla="*/ 626534 w 8017934"/>
              <a:gd name="connsiteY9" fmla="*/ 280265 h 593532"/>
              <a:gd name="connsiteX10" fmla="*/ 643467 w 8017934"/>
              <a:gd name="connsiteY10" fmla="*/ 246398 h 593532"/>
              <a:gd name="connsiteX11" fmla="*/ 660400 w 8017934"/>
              <a:gd name="connsiteY11" fmla="*/ 187132 h 593532"/>
              <a:gd name="connsiteX12" fmla="*/ 677334 w 8017934"/>
              <a:gd name="connsiteY12" fmla="*/ 170198 h 593532"/>
              <a:gd name="connsiteX13" fmla="*/ 702734 w 8017934"/>
              <a:gd name="connsiteY13" fmla="*/ 110932 h 593532"/>
              <a:gd name="connsiteX14" fmla="*/ 795867 w 8017934"/>
              <a:gd name="connsiteY14" fmla="*/ 68598 h 593532"/>
              <a:gd name="connsiteX15" fmla="*/ 922867 w 8017934"/>
              <a:gd name="connsiteY15" fmla="*/ 85532 h 593532"/>
              <a:gd name="connsiteX16" fmla="*/ 948267 w 8017934"/>
              <a:gd name="connsiteY16" fmla="*/ 93998 h 593532"/>
              <a:gd name="connsiteX17" fmla="*/ 965200 w 8017934"/>
              <a:gd name="connsiteY17" fmla="*/ 144798 h 593532"/>
              <a:gd name="connsiteX18" fmla="*/ 982134 w 8017934"/>
              <a:gd name="connsiteY18" fmla="*/ 220998 h 593532"/>
              <a:gd name="connsiteX19" fmla="*/ 990600 w 8017934"/>
              <a:gd name="connsiteY19" fmla="*/ 246398 h 593532"/>
              <a:gd name="connsiteX20" fmla="*/ 1007534 w 8017934"/>
              <a:gd name="connsiteY20" fmla="*/ 314132 h 593532"/>
              <a:gd name="connsiteX21" fmla="*/ 1041400 w 8017934"/>
              <a:gd name="connsiteY21" fmla="*/ 364932 h 593532"/>
              <a:gd name="connsiteX22" fmla="*/ 1058334 w 8017934"/>
              <a:gd name="connsiteY22" fmla="*/ 534265 h 593532"/>
              <a:gd name="connsiteX23" fmla="*/ 1083734 w 8017934"/>
              <a:gd name="connsiteY23" fmla="*/ 551198 h 593532"/>
              <a:gd name="connsiteX24" fmla="*/ 1227667 w 8017934"/>
              <a:gd name="connsiteY24" fmla="*/ 559665 h 593532"/>
              <a:gd name="connsiteX25" fmla="*/ 1405467 w 8017934"/>
              <a:gd name="connsiteY25" fmla="*/ 542732 h 593532"/>
              <a:gd name="connsiteX26" fmla="*/ 1439334 w 8017934"/>
              <a:gd name="connsiteY26" fmla="*/ 534265 h 593532"/>
              <a:gd name="connsiteX27" fmla="*/ 1464734 w 8017934"/>
              <a:gd name="connsiteY27" fmla="*/ 517332 h 593532"/>
              <a:gd name="connsiteX28" fmla="*/ 1481667 w 8017934"/>
              <a:gd name="connsiteY28" fmla="*/ 491932 h 593532"/>
              <a:gd name="connsiteX29" fmla="*/ 1490134 w 8017934"/>
              <a:gd name="connsiteY29" fmla="*/ 373398 h 593532"/>
              <a:gd name="connsiteX30" fmla="*/ 1498600 w 8017934"/>
              <a:gd name="connsiteY30" fmla="*/ 339532 h 593532"/>
              <a:gd name="connsiteX31" fmla="*/ 1515534 w 8017934"/>
              <a:gd name="connsiteY31" fmla="*/ 322598 h 593532"/>
              <a:gd name="connsiteX32" fmla="*/ 1524000 w 8017934"/>
              <a:gd name="connsiteY32" fmla="*/ 288732 h 593532"/>
              <a:gd name="connsiteX33" fmla="*/ 1532467 w 8017934"/>
              <a:gd name="connsiteY33" fmla="*/ 263332 h 593532"/>
              <a:gd name="connsiteX34" fmla="*/ 1540934 w 8017934"/>
              <a:gd name="connsiteY34" fmla="*/ 220998 h 593532"/>
              <a:gd name="connsiteX35" fmla="*/ 1557867 w 8017934"/>
              <a:gd name="connsiteY35" fmla="*/ 187132 h 593532"/>
              <a:gd name="connsiteX36" fmla="*/ 1574800 w 8017934"/>
              <a:gd name="connsiteY36" fmla="*/ 127865 h 593532"/>
              <a:gd name="connsiteX37" fmla="*/ 1608667 w 8017934"/>
              <a:gd name="connsiteY37" fmla="*/ 93998 h 593532"/>
              <a:gd name="connsiteX38" fmla="*/ 1634067 w 8017934"/>
              <a:gd name="connsiteY38" fmla="*/ 77065 h 593532"/>
              <a:gd name="connsiteX39" fmla="*/ 1667934 w 8017934"/>
              <a:gd name="connsiteY39" fmla="*/ 68598 h 593532"/>
              <a:gd name="connsiteX40" fmla="*/ 1693334 w 8017934"/>
              <a:gd name="connsiteY40" fmla="*/ 60132 h 593532"/>
              <a:gd name="connsiteX41" fmla="*/ 1718734 w 8017934"/>
              <a:gd name="connsiteY41" fmla="*/ 68598 h 593532"/>
              <a:gd name="connsiteX42" fmla="*/ 1761067 w 8017934"/>
              <a:gd name="connsiteY42" fmla="*/ 85532 h 593532"/>
              <a:gd name="connsiteX43" fmla="*/ 1811867 w 8017934"/>
              <a:gd name="connsiteY43" fmla="*/ 93998 h 593532"/>
              <a:gd name="connsiteX44" fmla="*/ 2192867 w 8017934"/>
              <a:gd name="connsiteY44" fmla="*/ 93998 h 593532"/>
              <a:gd name="connsiteX45" fmla="*/ 2311400 w 8017934"/>
              <a:gd name="connsiteY45" fmla="*/ 102465 h 593532"/>
              <a:gd name="connsiteX46" fmla="*/ 2345267 w 8017934"/>
              <a:gd name="connsiteY46" fmla="*/ 170198 h 593532"/>
              <a:gd name="connsiteX47" fmla="*/ 2345267 w 8017934"/>
              <a:gd name="connsiteY47" fmla="*/ 170198 h 593532"/>
              <a:gd name="connsiteX48" fmla="*/ 2379134 w 8017934"/>
              <a:gd name="connsiteY48" fmla="*/ 246398 h 593532"/>
              <a:gd name="connsiteX49" fmla="*/ 2404534 w 8017934"/>
              <a:gd name="connsiteY49" fmla="*/ 297198 h 593532"/>
              <a:gd name="connsiteX50" fmla="*/ 2421467 w 8017934"/>
              <a:gd name="connsiteY50" fmla="*/ 356465 h 593532"/>
              <a:gd name="connsiteX51" fmla="*/ 2438400 w 8017934"/>
              <a:gd name="connsiteY51" fmla="*/ 390332 h 593532"/>
              <a:gd name="connsiteX52" fmla="*/ 2455334 w 8017934"/>
              <a:gd name="connsiteY52" fmla="*/ 441132 h 593532"/>
              <a:gd name="connsiteX53" fmla="*/ 2463800 w 8017934"/>
              <a:gd name="connsiteY53" fmla="*/ 466532 h 593532"/>
              <a:gd name="connsiteX54" fmla="*/ 2480734 w 8017934"/>
              <a:gd name="connsiteY54" fmla="*/ 483465 h 593532"/>
              <a:gd name="connsiteX55" fmla="*/ 2523067 w 8017934"/>
              <a:gd name="connsiteY55" fmla="*/ 559665 h 593532"/>
              <a:gd name="connsiteX56" fmla="*/ 2582334 w 8017934"/>
              <a:gd name="connsiteY56" fmla="*/ 568132 h 593532"/>
              <a:gd name="connsiteX57" fmla="*/ 2599267 w 8017934"/>
              <a:gd name="connsiteY57" fmla="*/ 525798 h 593532"/>
              <a:gd name="connsiteX58" fmla="*/ 2616200 w 8017934"/>
              <a:gd name="connsiteY58" fmla="*/ 500398 h 593532"/>
              <a:gd name="connsiteX59" fmla="*/ 2658534 w 8017934"/>
              <a:gd name="connsiteY59" fmla="*/ 508865 h 593532"/>
              <a:gd name="connsiteX60" fmla="*/ 2751667 w 8017934"/>
              <a:gd name="connsiteY60" fmla="*/ 534265 h 593532"/>
              <a:gd name="connsiteX61" fmla="*/ 2777067 w 8017934"/>
              <a:gd name="connsiteY61" fmla="*/ 551198 h 593532"/>
              <a:gd name="connsiteX62" fmla="*/ 2802467 w 8017934"/>
              <a:gd name="connsiteY62" fmla="*/ 500398 h 593532"/>
              <a:gd name="connsiteX63" fmla="*/ 2844800 w 8017934"/>
              <a:gd name="connsiteY63" fmla="*/ 483465 h 593532"/>
              <a:gd name="connsiteX64" fmla="*/ 2861734 w 8017934"/>
              <a:gd name="connsiteY64" fmla="*/ 424198 h 593532"/>
              <a:gd name="connsiteX65" fmla="*/ 2887134 w 8017934"/>
              <a:gd name="connsiteY65" fmla="*/ 263332 h 593532"/>
              <a:gd name="connsiteX66" fmla="*/ 2895600 w 8017934"/>
              <a:gd name="connsiteY66" fmla="*/ 195598 h 593532"/>
              <a:gd name="connsiteX67" fmla="*/ 2929467 w 8017934"/>
              <a:gd name="connsiteY67" fmla="*/ 119398 h 593532"/>
              <a:gd name="connsiteX68" fmla="*/ 2963334 w 8017934"/>
              <a:gd name="connsiteY68" fmla="*/ 102465 h 593532"/>
              <a:gd name="connsiteX69" fmla="*/ 3183467 w 8017934"/>
              <a:gd name="connsiteY69" fmla="*/ 77065 h 593532"/>
              <a:gd name="connsiteX70" fmla="*/ 3293534 w 8017934"/>
              <a:gd name="connsiteY70" fmla="*/ 93998 h 593532"/>
              <a:gd name="connsiteX71" fmla="*/ 3302000 w 8017934"/>
              <a:gd name="connsiteY71" fmla="*/ 127865 h 593532"/>
              <a:gd name="connsiteX72" fmla="*/ 3318934 w 8017934"/>
              <a:gd name="connsiteY72" fmla="*/ 204065 h 593532"/>
              <a:gd name="connsiteX73" fmla="*/ 3335867 w 8017934"/>
              <a:gd name="connsiteY73" fmla="*/ 229465 h 593532"/>
              <a:gd name="connsiteX74" fmla="*/ 3352800 w 8017934"/>
              <a:gd name="connsiteY74" fmla="*/ 288732 h 593532"/>
              <a:gd name="connsiteX75" fmla="*/ 3369734 w 8017934"/>
              <a:gd name="connsiteY75" fmla="*/ 322598 h 593532"/>
              <a:gd name="connsiteX76" fmla="*/ 3386667 w 8017934"/>
              <a:gd name="connsiteY76" fmla="*/ 373398 h 593532"/>
              <a:gd name="connsiteX77" fmla="*/ 3395134 w 8017934"/>
              <a:gd name="connsiteY77" fmla="*/ 398798 h 593532"/>
              <a:gd name="connsiteX78" fmla="*/ 3412067 w 8017934"/>
              <a:gd name="connsiteY78" fmla="*/ 415732 h 593532"/>
              <a:gd name="connsiteX79" fmla="*/ 3437467 w 8017934"/>
              <a:gd name="connsiteY79" fmla="*/ 500398 h 593532"/>
              <a:gd name="connsiteX80" fmla="*/ 3454400 w 8017934"/>
              <a:gd name="connsiteY80" fmla="*/ 525798 h 593532"/>
              <a:gd name="connsiteX81" fmla="*/ 3462867 w 8017934"/>
              <a:gd name="connsiteY81" fmla="*/ 551198 h 593532"/>
              <a:gd name="connsiteX82" fmla="*/ 3505200 w 8017934"/>
              <a:gd name="connsiteY82" fmla="*/ 593532 h 593532"/>
              <a:gd name="connsiteX83" fmla="*/ 3683000 w 8017934"/>
              <a:gd name="connsiteY83" fmla="*/ 576598 h 593532"/>
              <a:gd name="connsiteX84" fmla="*/ 3708400 w 8017934"/>
              <a:gd name="connsiteY84" fmla="*/ 568132 h 593532"/>
              <a:gd name="connsiteX85" fmla="*/ 3683000 w 8017934"/>
              <a:gd name="connsiteY85" fmla="*/ 559665 h 593532"/>
              <a:gd name="connsiteX86" fmla="*/ 3810000 w 8017934"/>
              <a:gd name="connsiteY86" fmla="*/ 525798 h 593532"/>
              <a:gd name="connsiteX87" fmla="*/ 4004734 w 8017934"/>
              <a:gd name="connsiteY87" fmla="*/ 551198 h 593532"/>
              <a:gd name="connsiteX88" fmla="*/ 4174067 w 8017934"/>
              <a:gd name="connsiteY88" fmla="*/ 542732 h 593532"/>
              <a:gd name="connsiteX89" fmla="*/ 4191000 w 8017934"/>
              <a:gd name="connsiteY89" fmla="*/ 525798 h 593532"/>
              <a:gd name="connsiteX90" fmla="*/ 4199467 w 8017934"/>
              <a:gd name="connsiteY90" fmla="*/ 500398 h 593532"/>
              <a:gd name="connsiteX91" fmla="*/ 4216400 w 8017934"/>
              <a:gd name="connsiteY91" fmla="*/ 466532 h 593532"/>
              <a:gd name="connsiteX92" fmla="*/ 4216400 w 8017934"/>
              <a:gd name="connsiteY92" fmla="*/ 178665 h 593532"/>
              <a:gd name="connsiteX93" fmla="*/ 4224867 w 8017934"/>
              <a:gd name="connsiteY93" fmla="*/ 153265 h 593532"/>
              <a:gd name="connsiteX94" fmla="*/ 4258734 w 8017934"/>
              <a:gd name="connsiteY94" fmla="*/ 127865 h 593532"/>
              <a:gd name="connsiteX95" fmla="*/ 5164667 w 8017934"/>
              <a:gd name="connsiteY95" fmla="*/ 339532 h 593532"/>
              <a:gd name="connsiteX96" fmla="*/ 5190067 w 8017934"/>
              <a:gd name="connsiteY96" fmla="*/ 390332 h 593532"/>
              <a:gd name="connsiteX97" fmla="*/ 5207000 w 8017934"/>
              <a:gd name="connsiteY97" fmla="*/ 441132 h 593532"/>
              <a:gd name="connsiteX98" fmla="*/ 5274734 w 8017934"/>
              <a:gd name="connsiteY98" fmla="*/ 483465 h 593532"/>
              <a:gd name="connsiteX99" fmla="*/ 5317067 w 8017934"/>
              <a:gd name="connsiteY99" fmla="*/ 525798 h 593532"/>
              <a:gd name="connsiteX100" fmla="*/ 5308600 w 8017934"/>
              <a:gd name="connsiteY100" fmla="*/ 517332 h 593532"/>
              <a:gd name="connsiteX101" fmla="*/ 5266267 w 8017934"/>
              <a:gd name="connsiteY101" fmla="*/ 542732 h 593532"/>
              <a:gd name="connsiteX102" fmla="*/ 5283200 w 8017934"/>
              <a:gd name="connsiteY102" fmla="*/ 517332 h 593532"/>
              <a:gd name="connsiteX103" fmla="*/ 5342467 w 8017934"/>
              <a:gd name="connsiteY103" fmla="*/ 500398 h 593532"/>
              <a:gd name="connsiteX104" fmla="*/ 5401734 w 8017934"/>
              <a:gd name="connsiteY104" fmla="*/ 483465 h 593532"/>
              <a:gd name="connsiteX105" fmla="*/ 5435600 w 8017934"/>
              <a:gd name="connsiteY105" fmla="*/ 466532 h 593532"/>
              <a:gd name="connsiteX106" fmla="*/ 5537200 w 8017934"/>
              <a:gd name="connsiteY106" fmla="*/ 458065 h 593532"/>
              <a:gd name="connsiteX107" fmla="*/ 5562600 w 8017934"/>
              <a:gd name="connsiteY107" fmla="*/ 407265 h 593532"/>
              <a:gd name="connsiteX108" fmla="*/ 5579534 w 8017934"/>
              <a:gd name="connsiteY108" fmla="*/ 373398 h 593532"/>
              <a:gd name="connsiteX109" fmla="*/ 5613400 w 8017934"/>
              <a:gd name="connsiteY109" fmla="*/ 314132 h 593532"/>
              <a:gd name="connsiteX110" fmla="*/ 5621867 w 8017934"/>
              <a:gd name="connsiteY110" fmla="*/ 280265 h 593532"/>
              <a:gd name="connsiteX111" fmla="*/ 5630334 w 8017934"/>
              <a:gd name="connsiteY111" fmla="*/ 170198 h 593532"/>
              <a:gd name="connsiteX112" fmla="*/ 5638800 w 8017934"/>
              <a:gd name="connsiteY112" fmla="*/ 136332 h 593532"/>
              <a:gd name="connsiteX113" fmla="*/ 5689600 w 8017934"/>
              <a:gd name="connsiteY113" fmla="*/ 93998 h 593532"/>
              <a:gd name="connsiteX114" fmla="*/ 5731934 w 8017934"/>
              <a:gd name="connsiteY114" fmla="*/ 85532 h 593532"/>
              <a:gd name="connsiteX115" fmla="*/ 5892800 w 8017934"/>
              <a:gd name="connsiteY115" fmla="*/ 93998 h 593532"/>
              <a:gd name="connsiteX116" fmla="*/ 5918200 w 8017934"/>
              <a:gd name="connsiteY116" fmla="*/ 110932 h 593532"/>
              <a:gd name="connsiteX117" fmla="*/ 5960534 w 8017934"/>
              <a:gd name="connsiteY117" fmla="*/ 153265 h 593532"/>
              <a:gd name="connsiteX118" fmla="*/ 6019800 w 8017934"/>
              <a:gd name="connsiteY118" fmla="*/ 187132 h 593532"/>
              <a:gd name="connsiteX119" fmla="*/ 6028267 w 8017934"/>
              <a:gd name="connsiteY119" fmla="*/ 220998 h 593532"/>
              <a:gd name="connsiteX120" fmla="*/ 6062134 w 8017934"/>
              <a:gd name="connsiteY120" fmla="*/ 263332 h 593532"/>
              <a:gd name="connsiteX121" fmla="*/ 6079067 w 8017934"/>
              <a:gd name="connsiteY121" fmla="*/ 288732 h 593532"/>
              <a:gd name="connsiteX122" fmla="*/ 6104467 w 8017934"/>
              <a:gd name="connsiteY122" fmla="*/ 314132 h 593532"/>
              <a:gd name="connsiteX123" fmla="*/ 6138334 w 8017934"/>
              <a:gd name="connsiteY123" fmla="*/ 364932 h 593532"/>
              <a:gd name="connsiteX124" fmla="*/ 6155267 w 8017934"/>
              <a:gd name="connsiteY124" fmla="*/ 458065 h 593532"/>
              <a:gd name="connsiteX125" fmla="*/ 6180667 w 8017934"/>
              <a:gd name="connsiteY125" fmla="*/ 474998 h 593532"/>
              <a:gd name="connsiteX126" fmla="*/ 6197600 w 8017934"/>
              <a:gd name="connsiteY126" fmla="*/ 517332 h 593532"/>
              <a:gd name="connsiteX127" fmla="*/ 6214534 w 8017934"/>
              <a:gd name="connsiteY127" fmla="*/ 534265 h 593532"/>
              <a:gd name="connsiteX128" fmla="*/ 6409267 w 8017934"/>
              <a:gd name="connsiteY128" fmla="*/ 576598 h 593532"/>
              <a:gd name="connsiteX129" fmla="*/ 6443134 w 8017934"/>
              <a:gd name="connsiteY129" fmla="*/ 551198 h 593532"/>
              <a:gd name="connsiteX130" fmla="*/ 6468534 w 8017934"/>
              <a:gd name="connsiteY130" fmla="*/ 441132 h 593532"/>
              <a:gd name="connsiteX131" fmla="*/ 6519334 w 8017934"/>
              <a:gd name="connsiteY131" fmla="*/ 466532 h 593532"/>
              <a:gd name="connsiteX132" fmla="*/ 7035800 w 8017934"/>
              <a:gd name="connsiteY132" fmla="*/ 491932 h 593532"/>
              <a:gd name="connsiteX133" fmla="*/ 7171267 w 8017934"/>
              <a:gd name="connsiteY133" fmla="*/ 525798 h 593532"/>
              <a:gd name="connsiteX134" fmla="*/ 7239000 w 8017934"/>
              <a:gd name="connsiteY134" fmla="*/ 542732 h 593532"/>
              <a:gd name="connsiteX135" fmla="*/ 7416800 w 8017934"/>
              <a:gd name="connsiteY135" fmla="*/ 508865 h 593532"/>
              <a:gd name="connsiteX136" fmla="*/ 7425267 w 8017934"/>
              <a:gd name="connsiteY136" fmla="*/ 466532 h 593532"/>
              <a:gd name="connsiteX137" fmla="*/ 7433734 w 8017934"/>
              <a:gd name="connsiteY137" fmla="*/ 373398 h 593532"/>
              <a:gd name="connsiteX138" fmla="*/ 7450667 w 8017934"/>
              <a:gd name="connsiteY138" fmla="*/ 347998 h 593532"/>
              <a:gd name="connsiteX139" fmla="*/ 7459134 w 8017934"/>
              <a:gd name="connsiteY139" fmla="*/ 305665 h 593532"/>
              <a:gd name="connsiteX140" fmla="*/ 7467600 w 8017934"/>
              <a:gd name="connsiteY140" fmla="*/ 280265 h 593532"/>
              <a:gd name="connsiteX141" fmla="*/ 7476067 w 8017934"/>
              <a:gd name="connsiteY141" fmla="*/ 246398 h 593532"/>
              <a:gd name="connsiteX142" fmla="*/ 7526867 w 8017934"/>
              <a:gd name="connsiteY142" fmla="*/ 229465 h 593532"/>
              <a:gd name="connsiteX143" fmla="*/ 7569200 w 8017934"/>
              <a:gd name="connsiteY143" fmla="*/ 187132 h 593532"/>
              <a:gd name="connsiteX144" fmla="*/ 7611534 w 8017934"/>
              <a:gd name="connsiteY144" fmla="*/ 153265 h 593532"/>
              <a:gd name="connsiteX145" fmla="*/ 7645400 w 8017934"/>
              <a:gd name="connsiteY145" fmla="*/ 127865 h 593532"/>
              <a:gd name="connsiteX146" fmla="*/ 7653867 w 8017934"/>
              <a:gd name="connsiteY146" fmla="*/ 102465 h 593532"/>
              <a:gd name="connsiteX147" fmla="*/ 7730067 w 8017934"/>
              <a:gd name="connsiteY147" fmla="*/ 68598 h 593532"/>
              <a:gd name="connsiteX148" fmla="*/ 7823200 w 8017934"/>
              <a:gd name="connsiteY148" fmla="*/ 43198 h 593532"/>
              <a:gd name="connsiteX149" fmla="*/ 7907867 w 8017934"/>
              <a:gd name="connsiteY149" fmla="*/ 9332 h 593532"/>
              <a:gd name="connsiteX150" fmla="*/ 7941734 w 8017934"/>
              <a:gd name="connsiteY150" fmla="*/ 865 h 593532"/>
              <a:gd name="connsiteX151" fmla="*/ 8017934 w 8017934"/>
              <a:gd name="connsiteY151" fmla="*/ 865 h 593532"/>
              <a:gd name="connsiteX0" fmla="*/ 0 w 8017934"/>
              <a:gd name="connsiteY0" fmla="*/ 559665 h 593532"/>
              <a:gd name="connsiteX1" fmla="*/ 491067 w 8017934"/>
              <a:gd name="connsiteY1" fmla="*/ 551198 h 593532"/>
              <a:gd name="connsiteX2" fmla="*/ 508000 w 8017934"/>
              <a:gd name="connsiteY2" fmla="*/ 525798 h 593532"/>
              <a:gd name="connsiteX3" fmla="*/ 533400 w 8017934"/>
              <a:gd name="connsiteY3" fmla="*/ 508865 h 593532"/>
              <a:gd name="connsiteX4" fmla="*/ 567267 w 8017934"/>
              <a:gd name="connsiteY4" fmla="*/ 474998 h 593532"/>
              <a:gd name="connsiteX5" fmla="*/ 575734 w 8017934"/>
              <a:gd name="connsiteY5" fmla="*/ 449598 h 593532"/>
              <a:gd name="connsiteX6" fmla="*/ 584200 w 8017934"/>
              <a:gd name="connsiteY6" fmla="*/ 407265 h 593532"/>
              <a:gd name="connsiteX7" fmla="*/ 601134 w 8017934"/>
              <a:gd name="connsiteY7" fmla="*/ 381865 h 593532"/>
              <a:gd name="connsiteX8" fmla="*/ 618067 w 8017934"/>
              <a:gd name="connsiteY8" fmla="*/ 305665 h 593532"/>
              <a:gd name="connsiteX9" fmla="*/ 626534 w 8017934"/>
              <a:gd name="connsiteY9" fmla="*/ 280265 h 593532"/>
              <a:gd name="connsiteX10" fmla="*/ 643467 w 8017934"/>
              <a:gd name="connsiteY10" fmla="*/ 246398 h 593532"/>
              <a:gd name="connsiteX11" fmla="*/ 660400 w 8017934"/>
              <a:gd name="connsiteY11" fmla="*/ 187132 h 593532"/>
              <a:gd name="connsiteX12" fmla="*/ 677334 w 8017934"/>
              <a:gd name="connsiteY12" fmla="*/ 170198 h 593532"/>
              <a:gd name="connsiteX13" fmla="*/ 702734 w 8017934"/>
              <a:gd name="connsiteY13" fmla="*/ 110932 h 593532"/>
              <a:gd name="connsiteX14" fmla="*/ 795867 w 8017934"/>
              <a:gd name="connsiteY14" fmla="*/ 68598 h 593532"/>
              <a:gd name="connsiteX15" fmla="*/ 922867 w 8017934"/>
              <a:gd name="connsiteY15" fmla="*/ 85532 h 593532"/>
              <a:gd name="connsiteX16" fmla="*/ 948267 w 8017934"/>
              <a:gd name="connsiteY16" fmla="*/ 93998 h 593532"/>
              <a:gd name="connsiteX17" fmla="*/ 965200 w 8017934"/>
              <a:gd name="connsiteY17" fmla="*/ 144798 h 593532"/>
              <a:gd name="connsiteX18" fmla="*/ 982134 w 8017934"/>
              <a:gd name="connsiteY18" fmla="*/ 220998 h 593532"/>
              <a:gd name="connsiteX19" fmla="*/ 990600 w 8017934"/>
              <a:gd name="connsiteY19" fmla="*/ 246398 h 593532"/>
              <a:gd name="connsiteX20" fmla="*/ 1007534 w 8017934"/>
              <a:gd name="connsiteY20" fmla="*/ 314132 h 593532"/>
              <a:gd name="connsiteX21" fmla="*/ 1041400 w 8017934"/>
              <a:gd name="connsiteY21" fmla="*/ 364932 h 593532"/>
              <a:gd name="connsiteX22" fmla="*/ 1058334 w 8017934"/>
              <a:gd name="connsiteY22" fmla="*/ 534265 h 593532"/>
              <a:gd name="connsiteX23" fmla="*/ 1083734 w 8017934"/>
              <a:gd name="connsiteY23" fmla="*/ 551198 h 593532"/>
              <a:gd name="connsiteX24" fmla="*/ 1227667 w 8017934"/>
              <a:gd name="connsiteY24" fmla="*/ 559665 h 593532"/>
              <a:gd name="connsiteX25" fmla="*/ 1405467 w 8017934"/>
              <a:gd name="connsiteY25" fmla="*/ 542732 h 593532"/>
              <a:gd name="connsiteX26" fmla="*/ 1439334 w 8017934"/>
              <a:gd name="connsiteY26" fmla="*/ 534265 h 593532"/>
              <a:gd name="connsiteX27" fmla="*/ 1464734 w 8017934"/>
              <a:gd name="connsiteY27" fmla="*/ 517332 h 593532"/>
              <a:gd name="connsiteX28" fmla="*/ 1481667 w 8017934"/>
              <a:gd name="connsiteY28" fmla="*/ 491932 h 593532"/>
              <a:gd name="connsiteX29" fmla="*/ 1490134 w 8017934"/>
              <a:gd name="connsiteY29" fmla="*/ 373398 h 593532"/>
              <a:gd name="connsiteX30" fmla="*/ 1498600 w 8017934"/>
              <a:gd name="connsiteY30" fmla="*/ 339532 h 593532"/>
              <a:gd name="connsiteX31" fmla="*/ 1515534 w 8017934"/>
              <a:gd name="connsiteY31" fmla="*/ 322598 h 593532"/>
              <a:gd name="connsiteX32" fmla="*/ 1524000 w 8017934"/>
              <a:gd name="connsiteY32" fmla="*/ 288732 h 593532"/>
              <a:gd name="connsiteX33" fmla="*/ 1532467 w 8017934"/>
              <a:gd name="connsiteY33" fmla="*/ 263332 h 593532"/>
              <a:gd name="connsiteX34" fmla="*/ 1540934 w 8017934"/>
              <a:gd name="connsiteY34" fmla="*/ 220998 h 593532"/>
              <a:gd name="connsiteX35" fmla="*/ 1557867 w 8017934"/>
              <a:gd name="connsiteY35" fmla="*/ 187132 h 593532"/>
              <a:gd name="connsiteX36" fmla="*/ 1574800 w 8017934"/>
              <a:gd name="connsiteY36" fmla="*/ 127865 h 593532"/>
              <a:gd name="connsiteX37" fmla="*/ 1608667 w 8017934"/>
              <a:gd name="connsiteY37" fmla="*/ 93998 h 593532"/>
              <a:gd name="connsiteX38" fmla="*/ 1634067 w 8017934"/>
              <a:gd name="connsiteY38" fmla="*/ 77065 h 593532"/>
              <a:gd name="connsiteX39" fmla="*/ 1667934 w 8017934"/>
              <a:gd name="connsiteY39" fmla="*/ 68598 h 593532"/>
              <a:gd name="connsiteX40" fmla="*/ 1693334 w 8017934"/>
              <a:gd name="connsiteY40" fmla="*/ 60132 h 593532"/>
              <a:gd name="connsiteX41" fmla="*/ 1718734 w 8017934"/>
              <a:gd name="connsiteY41" fmla="*/ 68598 h 593532"/>
              <a:gd name="connsiteX42" fmla="*/ 1761067 w 8017934"/>
              <a:gd name="connsiteY42" fmla="*/ 85532 h 593532"/>
              <a:gd name="connsiteX43" fmla="*/ 1811867 w 8017934"/>
              <a:gd name="connsiteY43" fmla="*/ 93998 h 593532"/>
              <a:gd name="connsiteX44" fmla="*/ 2192867 w 8017934"/>
              <a:gd name="connsiteY44" fmla="*/ 93998 h 593532"/>
              <a:gd name="connsiteX45" fmla="*/ 2311400 w 8017934"/>
              <a:gd name="connsiteY45" fmla="*/ 102465 h 593532"/>
              <a:gd name="connsiteX46" fmla="*/ 2345267 w 8017934"/>
              <a:gd name="connsiteY46" fmla="*/ 170198 h 593532"/>
              <a:gd name="connsiteX47" fmla="*/ 2345267 w 8017934"/>
              <a:gd name="connsiteY47" fmla="*/ 170198 h 593532"/>
              <a:gd name="connsiteX48" fmla="*/ 2379134 w 8017934"/>
              <a:gd name="connsiteY48" fmla="*/ 246398 h 593532"/>
              <a:gd name="connsiteX49" fmla="*/ 2404534 w 8017934"/>
              <a:gd name="connsiteY49" fmla="*/ 297198 h 593532"/>
              <a:gd name="connsiteX50" fmla="*/ 2421467 w 8017934"/>
              <a:gd name="connsiteY50" fmla="*/ 356465 h 593532"/>
              <a:gd name="connsiteX51" fmla="*/ 2438400 w 8017934"/>
              <a:gd name="connsiteY51" fmla="*/ 390332 h 593532"/>
              <a:gd name="connsiteX52" fmla="*/ 2455334 w 8017934"/>
              <a:gd name="connsiteY52" fmla="*/ 441132 h 593532"/>
              <a:gd name="connsiteX53" fmla="*/ 2463800 w 8017934"/>
              <a:gd name="connsiteY53" fmla="*/ 466532 h 593532"/>
              <a:gd name="connsiteX54" fmla="*/ 2480734 w 8017934"/>
              <a:gd name="connsiteY54" fmla="*/ 483465 h 593532"/>
              <a:gd name="connsiteX55" fmla="*/ 2523067 w 8017934"/>
              <a:gd name="connsiteY55" fmla="*/ 559665 h 593532"/>
              <a:gd name="connsiteX56" fmla="*/ 2582334 w 8017934"/>
              <a:gd name="connsiteY56" fmla="*/ 568132 h 593532"/>
              <a:gd name="connsiteX57" fmla="*/ 2599267 w 8017934"/>
              <a:gd name="connsiteY57" fmla="*/ 525798 h 593532"/>
              <a:gd name="connsiteX58" fmla="*/ 2616200 w 8017934"/>
              <a:gd name="connsiteY58" fmla="*/ 500398 h 593532"/>
              <a:gd name="connsiteX59" fmla="*/ 2658534 w 8017934"/>
              <a:gd name="connsiteY59" fmla="*/ 508865 h 593532"/>
              <a:gd name="connsiteX60" fmla="*/ 2751667 w 8017934"/>
              <a:gd name="connsiteY60" fmla="*/ 534265 h 593532"/>
              <a:gd name="connsiteX61" fmla="*/ 2777067 w 8017934"/>
              <a:gd name="connsiteY61" fmla="*/ 551198 h 593532"/>
              <a:gd name="connsiteX62" fmla="*/ 2802467 w 8017934"/>
              <a:gd name="connsiteY62" fmla="*/ 500398 h 593532"/>
              <a:gd name="connsiteX63" fmla="*/ 2844800 w 8017934"/>
              <a:gd name="connsiteY63" fmla="*/ 483465 h 593532"/>
              <a:gd name="connsiteX64" fmla="*/ 2861734 w 8017934"/>
              <a:gd name="connsiteY64" fmla="*/ 424198 h 593532"/>
              <a:gd name="connsiteX65" fmla="*/ 2887134 w 8017934"/>
              <a:gd name="connsiteY65" fmla="*/ 263332 h 593532"/>
              <a:gd name="connsiteX66" fmla="*/ 2895600 w 8017934"/>
              <a:gd name="connsiteY66" fmla="*/ 195598 h 593532"/>
              <a:gd name="connsiteX67" fmla="*/ 2929467 w 8017934"/>
              <a:gd name="connsiteY67" fmla="*/ 119398 h 593532"/>
              <a:gd name="connsiteX68" fmla="*/ 2963334 w 8017934"/>
              <a:gd name="connsiteY68" fmla="*/ 102465 h 593532"/>
              <a:gd name="connsiteX69" fmla="*/ 3183467 w 8017934"/>
              <a:gd name="connsiteY69" fmla="*/ 77065 h 593532"/>
              <a:gd name="connsiteX70" fmla="*/ 3293534 w 8017934"/>
              <a:gd name="connsiteY70" fmla="*/ 93998 h 593532"/>
              <a:gd name="connsiteX71" fmla="*/ 3302000 w 8017934"/>
              <a:gd name="connsiteY71" fmla="*/ 127865 h 593532"/>
              <a:gd name="connsiteX72" fmla="*/ 3318934 w 8017934"/>
              <a:gd name="connsiteY72" fmla="*/ 204065 h 593532"/>
              <a:gd name="connsiteX73" fmla="*/ 3335867 w 8017934"/>
              <a:gd name="connsiteY73" fmla="*/ 229465 h 593532"/>
              <a:gd name="connsiteX74" fmla="*/ 3352800 w 8017934"/>
              <a:gd name="connsiteY74" fmla="*/ 288732 h 593532"/>
              <a:gd name="connsiteX75" fmla="*/ 3369734 w 8017934"/>
              <a:gd name="connsiteY75" fmla="*/ 322598 h 593532"/>
              <a:gd name="connsiteX76" fmla="*/ 3386667 w 8017934"/>
              <a:gd name="connsiteY76" fmla="*/ 373398 h 593532"/>
              <a:gd name="connsiteX77" fmla="*/ 3395134 w 8017934"/>
              <a:gd name="connsiteY77" fmla="*/ 398798 h 593532"/>
              <a:gd name="connsiteX78" fmla="*/ 3412067 w 8017934"/>
              <a:gd name="connsiteY78" fmla="*/ 415732 h 593532"/>
              <a:gd name="connsiteX79" fmla="*/ 3437467 w 8017934"/>
              <a:gd name="connsiteY79" fmla="*/ 500398 h 593532"/>
              <a:gd name="connsiteX80" fmla="*/ 3454400 w 8017934"/>
              <a:gd name="connsiteY80" fmla="*/ 525798 h 593532"/>
              <a:gd name="connsiteX81" fmla="*/ 3462867 w 8017934"/>
              <a:gd name="connsiteY81" fmla="*/ 551198 h 593532"/>
              <a:gd name="connsiteX82" fmla="*/ 3505200 w 8017934"/>
              <a:gd name="connsiteY82" fmla="*/ 593532 h 593532"/>
              <a:gd name="connsiteX83" fmla="*/ 3683000 w 8017934"/>
              <a:gd name="connsiteY83" fmla="*/ 576598 h 593532"/>
              <a:gd name="connsiteX84" fmla="*/ 3708400 w 8017934"/>
              <a:gd name="connsiteY84" fmla="*/ 568132 h 593532"/>
              <a:gd name="connsiteX85" fmla="*/ 3683000 w 8017934"/>
              <a:gd name="connsiteY85" fmla="*/ 559665 h 593532"/>
              <a:gd name="connsiteX86" fmla="*/ 3810000 w 8017934"/>
              <a:gd name="connsiteY86" fmla="*/ 525798 h 593532"/>
              <a:gd name="connsiteX87" fmla="*/ 4004734 w 8017934"/>
              <a:gd name="connsiteY87" fmla="*/ 551198 h 593532"/>
              <a:gd name="connsiteX88" fmla="*/ 4174067 w 8017934"/>
              <a:gd name="connsiteY88" fmla="*/ 542732 h 593532"/>
              <a:gd name="connsiteX89" fmla="*/ 4191000 w 8017934"/>
              <a:gd name="connsiteY89" fmla="*/ 525798 h 593532"/>
              <a:gd name="connsiteX90" fmla="*/ 4199467 w 8017934"/>
              <a:gd name="connsiteY90" fmla="*/ 500398 h 593532"/>
              <a:gd name="connsiteX91" fmla="*/ 4216400 w 8017934"/>
              <a:gd name="connsiteY91" fmla="*/ 466532 h 593532"/>
              <a:gd name="connsiteX92" fmla="*/ 4216400 w 8017934"/>
              <a:gd name="connsiteY92" fmla="*/ 178665 h 593532"/>
              <a:gd name="connsiteX93" fmla="*/ 4224867 w 8017934"/>
              <a:gd name="connsiteY93" fmla="*/ 153265 h 593532"/>
              <a:gd name="connsiteX94" fmla="*/ 4258734 w 8017934"/>
              <a:gd name="connsiteY94" fmla="*/ 127865 h 593532"/>
              <a:gd name="connsiteX95" fmla="*/ 5164667 w 8017934"/>
              <a:gd name="connsiteY95" fmla="*/ 339532 h 593532"/>
              <a:gd name="connsiteX96" fmla="*/ 5190067 w 8017934"/>
              <a:gd name="connsiteY96" fmla="*/ 390332 h 593532"/>
              <a:gd name="connsiteX97" fmla="*/ 5207000 w 8017934"/>
              <a:gd name="connsiteY97" fmla="*/ 441132 h 593532"/>
              <a:gd name="connsiteX98" fmla="*/ 5274734 w 8017934"/>
              <a:gd name="connsiteY98" fmla="*/ 483465 h 593532"/>
              <a:gd name="connsiteX99" fmla="*/ 5317067 w 8017934"/>
              <a:gd name="connsiteY99" fmla="*/ 525798 h 593532"/>
              <a:gd name="connsiteX100" fmla="*/ 5308600 w 8017934"/>
              <a:gd name="connsiteY100" fmla="*/ 517332 h 593532"/>
              <a:gd name="connsiteX101" fmla="*/ 5266267 w 8017934"/>
              <a:gd name="connsiteY101" fmla="*/ 542732 h 593532"/>
              <a:gd name="connsiteX102" fmla="*/ 5342467 w 8017934"/>
              <a:gd name="connsiteY102" fmla="*/ 500398 h 593532"/>
              <a:gd name="connsiteX103" fmla="*/ 5401734 w 8017934"/>
              <a:gd name="connsiteY103" fmla="*/ 483465 h 593532"/>
              <a:gd name="connsiteX104" fmla="*/ 5435600 w 8017934"/>
              <a:gd name="connsiteY104" fmla="*/ 466532 h 593532"/>
              <a:gd name="connsiteX105" fmla="*/ 5537200 w 8017934"/>
              <a:gd name="connsiteY105" fmla="*/ 458065 h 593532"/>
              <a:gd name="connsiteX106" fmla="*/ 5562600 w 8017934"/>
              <a:gd name="connsiteY106" fmla="*/ 407265 h 593532"/>
              <a:gd name="connsiteX107" fmla="*/ 5579534 w 8017934"/>
              <a:gd name="connsiteY107" fmla="*/ 373398 h 593532"/>
              <a:gd name="connsiteX108" fmla="*/ 5613400 w 8017934"/>
              <a:gd name="connsiteY108" fmla="*/ 314132 h 593532"/>
              <a:gd name="connsiteX109" fmla="*/ 5621867 w 8017934"/>
              <a:gd name="connsiteY109" fmla="*/ 280265 h 593532"/>
              <a:gd name="connsiteX110" fmla="*/ 5630334 w 8017934"/>
              <a:gd name="connsiteY110" fmla="*/ 170198 h 593532"/>
              <a:gd name="connsiteX111" fmla="*/ 5638800 w 8017934"/>
              <a:gd name="connsiteY111" fmla="*/ 136332 h 593532"/>
              <a:gd name="connsiteX112" fmla="*/ 5689600 w 8017934"/>
              <a:gd name="connsiteY112" fmla="*/ 93998 h 593532"/>
              <a:gd name="connsiteX113" fmla="*/ 5731934 w 8017934"/>
              <a:gd name="connsiteY113" fmla="*/ 85532 h 593532"/>
              <a:gd name="connsiteX114" fmla="*/ 5892800 w 8017934"/>
              <a:gd name="connsiteY114" fmla="*/ 93998 h 593532"/>
              <a:gd name="connsiteX115" fmla="*/ 5918200 w 8017934"/>
              <a:gd name="connsiteY115" fmla="*/ 110932 h 593532"/>
              <a:gd name="connsiteX116" fmla="*/ 5960534 w 8017934"/>
              <a:gd name="connsiteY116" fmla="*/ 153265 h 593532"/>
              <a:gd name="connsiteX117" fmla="*/ 6019800 w 8017934"/>
              <a:gd name="connsiteY117" fmla="*/ 187132 h 593532"/>
              <a:gd name="connsiteX118" fmla="*/ 6028267 w 8017934"/>
              <a:gd name="connsiteY118" fmla="*/ 220998 h 593532"/>
              <a:gd name="connsiteX119" fmla="*/ 6062134 w 8017934"/>
              <a:gd name="connsiteY119" fmla="*/ 263332 h 593532"/>
              <a:gd name="connsiteX120" fmla="*/ 6079067 w 8017934"/>
              <a:gd name="connsiteY120" fmla="*/ 288732 h 593532"/>
              <a:gd name="connsiteX121" fmla="*/ 6104467 w 8017934"/>
              <a:gd name="connsiteY121" fmla="*/ 314132 h 593532"/>
              <a:gd name="connsiteX122" fmla="*/ 6138334 w 8017934"/>
              <a:gd name="connsiteY122" fmla="*/ 364932 h 593532"/>
              <a:gd name="connsiteX123" fmla="*/ 6155267 w 8017934"/>
              <a:gd name="connsiteY123" fmla="*/ 458065 h 593532"/>
              <a:gd name="connsiteX124" fmla="*/ 6180667 w 8017934"/>
              <a:gd name="connsiteY124" fmla="*/ 474998 h 593532"/>
              <a:gd name="connsiteX125" fmla="*/ 6197600 w 8017934"/>
              <a:gd name="connsiteY125" fmla="*/ 517332 h 593532"/>
              <a:gd name="connsiteX126" fmla="*/ 6214534 w 8017934"/>
              <a:gd name="connsiteY126" fmla="*/ 534265 h 593532"/>
              <a:gd name="connsiteX127" fmla="*/ 6409267 w 8017934"/>
              <a:gd name="connsiteY127" fmla="*/ 576598 h 593532"/>
              <a:gd name="connsiteX128" fmla="*/ 6443134 w 8017934"/>
              <a:gd name="connsiteY128" fmla="*/ 551198 h 593532"/>
              <a:gd name="connsiteX129" fmla="*/ 6468534 w 8017934"/>
              <a:gd name="connsiteY129" fmla="*/ 441132 h 593532"/>
              <a:gd name="connsiteX130" fmla="*/ 6519334 w 8017934"/>
              <a:gd name="connsiteY130" fmla="*/ 466532 h 593532"/>
              <a:gd name="connsiteX131" fmla="*/ 7035800 w 8017934"/>
              <a:gd name="connsiteY131" fmla="*/ 491932 h 593532"/>
              <a:gd name="connsiteX132" fmla="*/ 7171267 w 8017934"/>
              <a:gd name="connsiteY132" fmla="*/ 525798 h 593532"/>
              <a:gd name="connsiteX133" fmla="*/ 7239000 w 8017934"/>
              <a:gd name="connsiteY133" fmla="*/ 542732 h 593532"/>
              <a:gd name="connsiteX134" fmla="*/ 7416800 w 8017934"/>
              <a:gd name="connsiteY134" fmla="*/ 508865 h 593532"/>
              <a:gd name="connsiteX135" fmla="*/ 7425267 w 8017934"/>
              <a:gd name="connsiteY135" fmla="*/ 466532 h 593532"/>
              <a:gd name="connsiteX136" fmla="*/ 7433734 w 8017934"/>
              <a:gd name="connsiteY136" fmla="*/ 373398 h 593532"/>
              <a:gd name="connsiteX137" fmla="*/ 7450667 w 8017934"/>
              <a:gd name="connsiteY137" fmla="*/ 347998 h 593532"/>
              <a:gd name="connsiteX138" fmla="*/ 7459134 w 8017934"/>
              <a:gd name="connsiteY138" fmla="*/ 305665 h 593532"/>
              <a:gd name="connsiteX139" fmla="*/ 7467600 w 8017934"/>
              <a:gd name="connsiteY139" fmla="*/ 280265 h 593532"/>
              <a:gd name="connsiteX140" fmla="*/ 7476067 w 8017934"/>
              <a:gd name="connsiteY140" fmla="*/ 246398 h 593532"/>
              <a:gd name="connsiteX141" fmla="*/ 7526867 w 8017934"/>
              <a:gd name="connsiteY141" fmla="*/ 229465 h 593532"/>
              <a:gd name="connsiteX142" fmla="*/ 7569200 w 8017934"/>
              <a:gd name="connsiteY142" fmla="*/ 187132 h 593532"/>
              <a:gd name="connsiteX143" fmla="*/ 7611534 w 8017934"/>
              <a:gd name="connsiteY143" fmla="*/ 153265 h 593532"/>
              <a:gd name="connsiteX144" fmla="*/ 7645400 w 8017934"/>
              <a:gd name="connsiteY144" fmla="*/ 127865 h 593532"/>
              <a:gd name="connsiteX145" fmla="*/ 7653867 w 8017934"/>
              <a:gd name="connsiteY145" fmla="*/ 102465 h 593532"/>
              <a:gd name="connsiteX146" fmla="*/ 7730067 w 8017934"/>
              <a:gd name="connsiteY146" fmla="*/ 68598 h 593532"/>
              <a:gd name="connsiteX147" fmla="*/ 7823200 w 8017934"/>
              <a:gd name="connsiteY147" fmla="*/ 43198 h 593532"/>
              <a:gd name="connsiteX148" fmla="*/ 7907867 w 8017934"/>
              <a:gd name="connsiteY148" fmla="*/ 9332 h 593532"/>
              <a:gd name="connsiteX149" fmla="*/ 7941734 w 8017934"/>
              <a:gd name="connsiteY149" fmla="*/ 865 h 593532"/>
              <a:gd name="connsiteX150" fmla="*/ 8017934 w 8017934"/>
              <a:gd name="connsiteY150" fmla="*/ 865 h 593532"/>
              <a:gd name="connsiteX0" fmla="*/ 0 w 8017934"/>
              <a:gd name="connsiteY0" fmla="*/ 559665 h 593532"/>
              <a:gd name="connsiteX1" fmla="*/ 491067 w 8017934"/>
              <a:gd name="connsiteY1" fmla="*/ 551198 h 593532"/>
              <a:gd name="connsiteX2" fmla="*/ 508000 w 8017934"/>
              <a:gd name="connsiteY2" fmla="*/ 525798 h 593532"/>
              <a:gd name="connsiteX3" fmla="*/ 533400 w 8017934"/>
              <a:gd name="connsiteY3" fmla="*/ 508865 h 593532"/>
              <a:gd name="connsiteX4" fmla="*/ 567267 w 8017934"/>
              <a:gd name="connsiteY4" fmla="*/ 474998 h 593532"/>
              <a:gd name="connsiteX5" fmla="*/ 575734 w 8017934"/>
              <a:gd name="connsiteY5" fmla="*/ 449598 h 593532"/>
              <a:gd name="connsiteX6" fmla="*/ 584200 w 8017934"/>
              <a:gd name="connsiteY6" fmla="*/ 407265 h 593532"/>
              <a:gd name="connsiteX7" fmla="*/ 601134 w 8017934"/>
              <a:gd name="connsiteY7" fmla="*/ 381865 h 593532"/>
              <a:gd name="connsiteX8" fmla="*/ 618067 w 8017934"/>
              <a:gd name="connsiteY8" fmla="*/ 305665 h 593532"/>
              <a:gd name="connsiteX9" fmla="*/ 626534 w 8017934"/>
              <a:gd name="connsiteY9" fmla="*/ 280265 h 593532"/>
              <a:gd name="connsiteX10" fmla="*/ 643467 w 8017934"/>
              <a:gd name="connsiteY10" fmla="*/ 246398 h 593532"/>
              <a:gd name="connsiteX11" fmla="*/ 660400 w 8017934"/>
              <a:gd name="connsiteY11" fmla="*/ 187132 h 593532"/>
              <a:gd name="connsiteX12" fmla="*/ 677334 w 8017934"/>
              <a:gd name="connsiteY12" fmla="*/ 170198 h 593532"/>
              <a:gd name="connsiteX13" fmla="*/ 702734 w 8017934"/>
              <a:gd name="connsiteY13" fmla="*/ 110932 h 593532"/>
              <a:gd name="connsiteX14" fmla="*/ 795867 w 8017934"/>
              <a:gd name="connsiteY14" fmla="*/ 68598 h 593532"/>
              <a:gd name="connsiteX15" fmla="*/ 922867 w 8017934"/>
              <a:gd name="connsiteY15" fmla="*/ 85532 h 593532"/>
              <a:gd name="connsiteX16" fmla="*/ 948267 w 8017934"/>
              <a:gd name="connsiteY16" fmla="*/ 93998 h 593532"/>
              <a:gd name="connsiteX17" fmla="*/ 965200 w 8017934"/>
              <a:gd name="connsiteY17" fmla="*/ 144798 h 593532"/>
              <a:gd name="connsiteX18" fmla="*/ 982134 w 8017934"/>
              <a:gd name="connsiteY18" fmla="*/ 220998 h 593532"/>
              <a:gd name="connsiteX19" fmla="*/ 990600 w 8017934"/>
              <a:gd name="connsiteY19" fmla="*/ 246398 h 593532"/>
              <a:gd name="connsiteX20" fmla="*/ 1007534 w 8017934"/>
              <a:gd name="connsiteY20" fmla="*/ 314132 h 593532"/>
              <a:gd name="connsiteX21" fmla="*/ 1041400 w 8017934"/>
              <a:gd name="connsiteY21" fmla="*/ 364932 h 593532"/>
              <a:gd name="connsiteX22" fmla="*/ 1058334 w 8017934"/>
              <a:gd name="connsiteY22" fmla="*/ 534265 h 593532"/>
              <a:gd name="connsiteX23" fmla="*/ 1083734 w 8017934"/>
              <a:gd name="connsiteY23" fmla="*/ 551198 h 593532"/>
              <a:gd name="connsiteX24" fmla="*/ 1227667 w 8017934"/>
              <a:gd name="connsiteY24" fmla="*/ 559665 h 593532"/>
              <a:gd name="connsiteX25" fmla="*/ 1405467 w 8017934"/>
              <a:gd name="connsiteY25" fmla="*/ 542732 h 593532"/>
              <a:gd name="connsiteX26" fmla="*/ 1439334 w 8017934"/>
              <a:gd name="connsiteY26" fmla="*/ 534265 h 593532"/>
              <a:gd name="connsiteX27" fmla="*/ 1464734 w 8017934"/>
              <a:gd name="connsiteY27" fmla="*/ 517332 h 593532"/>
              <a:gd name="connsiteX28" fmla="*/ 1481667 w 8017934"/>
              <a:gd name="connsiteY28" fmla="*/ 491932 h 593532"/>
              <a:gd name="connsiteX29" fmla="*/ 1490134 w 8017934"/>
              <a:gd name="connsiteY29" fmla="*/ 373398 h 593532"/>
              <a:gd name="connsiteX30" fmla="*/ 1498600 w 8017934"/>
              <a:gd name="connsiteY30" fmla="*/ 339532 h 593532"/>
              <a:gd name="connsiteX31" fmla="*/ 1515534 w 8017934"/>
              <a:gd name="connsiteY31" fmla="*/ 322598 h 593532"/>
              <a:gd name="connsiteX32" fmla="*/ 1524000 w 8017934"/>
              <a:gd name="connsiteY32" fmla="*/ 288732 h 593532"/>
              <a:gd name="connsiteX33" fmla="*/ 1532467 w 8017934"/>
              <a:gd name="connsiteY33" fmla="*/ 263332 h 593532"/>
              <a:gd name="connsiteX34" fmla="*/ 1540934 w 8017934"/>
              <a:gd name="connsiteY34" fmla="*/ 220998 h 593532"/>
              <a:gd name="connsiteX35" fmla="*/ 1557867 w 8017934"/>
              <a:gd name="connsiteY35" fmla="*/ 187132 h 593532"/>
              <a:gd name="connsiteX36" fmla="*/ 1574800 w 8017934"/>
              <a:gd name="connsiteY36" fmla="*/ 127865 h 593532"/>
              <a:gd name="connsiteX37" fmla="*/ 1608667 w 8017934"/>
              <a:gd name="connsiteY37" fmla="*/ 93998 h 593532"/>
              <a:gd name="connsiteX38" fmla="*/ 1634067 w 8017934"/>
              <a:gd name="connsiteY38" fmla="*/ 77065 h 593532"/>
              <a:gd name="connsiteX39" fmla="*/ 1667934 w 8017934"/>
              <a:gd name="connsiteY39" fmla="*/ 68598 h 593532"/>
              <a:gd name="connsiteX40" fmla="*/ 1693334 w 8017934"/>
              <a:gd name="connsiteY40" fmla="*/ 60132 h 593532"/>
              <a:gd name="connsiteX41" fmla="*/ 1718734 w 8017934"/>
              <a:gd name="connsiteY41" fmla="*/ 68598 h 593532"/>
              <a:gd name="connsiteX42" fmla="*/ 1761067 w 8017934"/>
              <a:gd name="connsiteY42" fmla="*/ 85532 h 593532"/>
              <a:gd name="connsiteX43" fmla="*/ 1811867 w 8017934"/>
              <a:gd name="connsiteY43" fmla="*/ 93998 h 593532"/>
              <a:gd name="connsiteX44" fmla="*/ 2192867 w 8017934"/>
              <a:gd name="connsiteY44" fmla="*/ 93998 h 593532"/>
              <a:gd name="connsiteX45" fmla="*/ 2311400 w 8017934"/>
              <a:gd name="connsiteY45" fmla="*/ 102465 h 593532"/>
              <a:gd name="connsiteX46" fmla="*/ 2345267 w 8017934"/>
              <a:gd name="connsiteY46" fmla="*/ 170198 h 593532"/>
              <a:gd name="connsiteX47" fmla="*/ 2345267 w 8017934"/>
              <a:gd name="connsiteY47" fmla="*/ 170198 h 593532"/>
              <a:gd name="connsiteX48" fmla="*/ 2379134 w 8017934"/>
              <a:gd name="connsiteY48" fmla="*/ 246398 h 593532"/>
              <a:gd name="connsiteX49" fmla="*/ 2404534 w 8017934"/>
              <a:gd name="connsiteY49" fmla="*/ 297198 h 593532"/>
              <a:gd name="connsiteX50" fmla="*/ 2421467 w 8017934"/>
              <a:gd name="connsiteY50" fmla="*/ 356465 h 593532"/>
              <a:gd name="connsiteX51" fmla="*/ 2438400 w 8017934"/>
              <a:gd name="connsiteY51" fmla="*/ 390332 h 593532"/>
              <a:gd name="connsiteX52" fmla="*/ 2455334 w 8017934"/>
              <a:gd name="connsiteY52" fmla="*/ 441132 h 593532"/>
              <a:gd name="connsiteX53" fmla="*/ 2463800 w 8017934"/>
              <a:gd name="connsiteY53" fmla="*/ 466532 h 593532"/>
              <a:gd name="connsiteX54" fmla="*/ 2480734 w 8017934"/>
              <a:gd name="connsiteY54" fmla="*/ 483465 h 593532"/>
              <a:gd name="connsiteX55" fmla="*/ 2523067 w 8017934"/>
              <a:gd name="connsiteY55" fmla="*/ 559665 h 593532"/>
              <a:gd name="connsiteX56" fmla="*/ 2582334 w 8017934"/>
              <a:gd name="connsiteY56" fmla="*/ 568132 h 593532"/>
              <a:gd name="connsiteX57" fmla="*/ 2599267 w 8017934"/>
              <a:gd name="connsiteY57" fmla="*/ 525798 h 593532"/>
              <a:gd name="connsiteX58" fmla="*/ 2616200 w 8017934"/>
              <a:gd name="connsiteY58" fmla="*/ 500398 h 593532"/>
              <a:gd name="connsiteX59" fmla="*/ 2658534 w 8017934"/>
              <a:gd name="connsiteY59" fmla="*/ 508865 h 593532"/>
              <a:gd name="connsiteX60" fmla="*/ 2751667 w 8017934"/>
              <a:gd name="connsiteY60" fmla="*/ 534265 h 593532"/>
              <a:gd name="connsiteX61" fmla="*/ 2777067 w 8017934"/>
              <a:gd name="connsiteY61" fmla="*/ 551198 h 593532"/>
              <a:gd name="connsiteX62" fmla="*/ 2802467 w 8017934"/>
              <a:gd name="connsiteY62" fmla="*/ 500398 h 593532"/>
              <a:gd name="connsiteX63" fmla="*/ 2844800 w 8017934"/>
              <a:gd name="connsiteY63" fmla="*/ 483465 h 593532"/>
              <a:gd name="connsiteX64" fmla="*/ 2861734 w 8017934"/>
              <a:gd name="connsiteY64" fmla="*/ 424198 h 593532"/>
              <a:gd name="connsiteX65" fmla="*/ 2887134 w 8017934"/>
              <a:gd name="connsiteY65" fmla="*/ 263332 h 593532"/>
              <a:gd name="connsiteX66" fmla="*/ 2895600 w 8017934"/>
              <a:gd name="connsiteY66" fmla="*/ 195598 h 593532"/>
              <a:gd name="connsiteX67" fmla="*/ 2929467 w 8017934"/>
              <a:gd name="connsiteY67" fmla="*/ 119398 h 593532"/>
              <a:gd name="connsiteX68" fmla="*/ 2963334 w 8017934"/>
              <a:gd name="connsiteY68" fmla="*/ 102465 h 593532"/>
              <a:gd name="connsiteX69" fmla="*/ 3183467 w 8017934"/>
              <a:gd name="connsiteY69" fmla="*/ 77065 h 593532"/>
              <a:gd name="connsiteX70" fmla="*/ 3293534 w 8017934"/>
              <a:gd name="connsiteY70" fmla="*/ 93998 h 593532"/>
              <a:gd name="connsiteX71" fmla="*/ 3302000 w 8017934"/>
              <a:gd name="connsiteY71" fmla="*/ 127865 h 593532"/>
              <a:gd name="connsiteX72" fmla="*/ 3318934 w 8017934"/>
              <a:gd name="connsiteY72" fmla="*/ 204065 h 593532"/>
              <a:gd name="connsiteX73" fmla="*/ 3335867 w 8017934"/>
              <a:gd name="connsiteY73" fmla="*/ 229465 h 593532"/>
              <a:gd name="connsiteX74" fmla="*/ 3352800 w 8017934"/>
              <a:gd name="connsiteY74" fmla="*/ 288732 h 593532"/>
              <a:gd name="connsiteX75" fmla="*/ 3369734 w 8017934"/>
              <a:gd name="connsiteY75" fmla="*/ 322598 h 593532"/>
              <a:gd name="connsiteX76" fmla="*/ 3386667 w 8017934"/>
              <a:gd name="connsiteY76" fmla="*/ 373398 h 593532"/>
              <a:gd name="connsiteX77" fmla="*/ 3395134 w 8017934"/>
              <a:gd name="connsiteY77" fmla="*/ 398798 h 593532"/>
              <a:gd name="connsiteX78" fmla="*/ 3412067 w 8017934"/>
              <a:gd name="connsiteY78" fmla="*/ 415732 h 593532"/>
              <a:gd name="connsiteX79" fmla="*/ 3437467 w 8017934"/>
              <a:gd name="connsiteY79" fmla="*/ 500398 h 593532"/>
              <a:gd name="connsiteX80" fmla="*/ 3454400 w 8017934"/>
              <a:gd name="connsiteY80" fmla="*/ 525798 h 593532"/>
              <a:gd name="connsiteX81" fmla="*/ 3462867 w 8017934"/>
              <a:gd name="connsiteY81" fmla="*/ 551198 h 593532"/>
              <a:gd name="connsiteX82" fmla="*/ 3505200 w 8017934"/>
              <a:gd name="connsiteY82" fmla="*/ 593532 h 593532"/>
              <a:gd name="connsiteX83" fmla="*/ 3683000 w 8017934"/>
              <a:gd name="connsiteY83" fmla="*/ 576598 h 593532"/>
              <a:gd name="connsiteX84" fmla="*/ 3708400 w 8017934"/>
              <a:gd name="connsiteY84" fmla="*/ 568132 h 593532"/>
              <a:gd name="connsiteX85" fmla="*/ 3683000 w 8017934"/>
              <a:gd name="connsiteY85" fmla="*/ 559665 h 593532"/>
              <a:gd name="connsiteX86" fmla="*/ 3810000 w 8017934"/>
              <a:gd name="connsiteY86" fmla="*/ 525798 h 593532"/>
              <a:gd name="connsiteX87" fmla="*/ 4004734 w 8017934"/>
              <a:gd name="connsiteY87" fmla="*/ 551198 h 593532"/>
              <a:gd name="connsiteX88" fmla="*/ 4174067 w 8017934"/>
              <a:gd name="connsiteY88" fmla="*/ 542732 h 593532"/>
              <a:gd name="connsiteX89" fmla="*/ 4191000 w 8017934"/>
              <a:gd name="connsiteY89" fmla="*/ 525798 h 593532"/>
              <a:gd name="connsiteX90" fmla="*/ 4199467 w 8017934"/>
              <a:gd name="connsiteY90" fmla="*/ 500398 h 593532"/>
              <a:gd name="connsiteX91" fmla="*/ 4216400 w 8017934"/>
              <a:gd name="connsiteY91" fmla="*/ 466532 h 593532"/>
              <a:gd name="connsiteX92" fmla="*/ 4216400 w 8017934"/>
              <a:gd name="connsiteY92" fmla="*/ 178665 h 593532"/>
              <a:gd name="connsiteX93" fmla="*/ 4224867 w 8017934"/>
              <a:gd name="connsiteY93" fmla="*/ 153265 h 593532"/>
              <a:gd name="connsiteX94" fmla="*/ 4258734 w 8017934"/>
              <a:gd name="connsiteY94" fmla="*/ 127865 h 593532"/>
              <a:gd name="connsiteX95" fmla="*/ 5164667 w 8017934"/>
              <a:gd name="connsiteY95" fmla="*/ 339532 h 593532"/>
              <a:gd name="connsiteX96" fmla="*/ 5190067 w 8017934"/>
              <a:gd name="connsiteY96" fmla="*/ 390332 h 593532"/>
              <a:gd name="connsiteX97" fmla="*/ 5207000 w 8017934"/>
              <a:gd name="connsiteY97" fmla="*/ 441132 h 593532"/>
              <a:gd name="connsiteX98" fmla="*/ 5274734 w 8017934"/>
              <a:gd name="connsiteY98" fmla="*/ 483465 h 593532"/>
              <a:gd name="connsiteX99" fmla="*/ 5317067 w 8017934"/>
              <a:gd name="connsiteY99" fmla="*/ 525798 h 593532"/>
              <a:gd name="connsiteX100" fmla="*/ 5308600 w 8017934"/>
              <a:gd name="connsiteY100" fmla="*/ 517332 h 593532"/>
              <a:gd name="connsiteX101" fmla="*/ 5342467 w 8017934"/>
              <a:gd name="connsiteY101" fmla="*/ 500398 h 593532"/>
              <a:gd name="connsiteX102" fmla="*/ 5401734 w 8017934"/>
              <a:gd name="connsiteY102" fmla="*/ 483465 h 593532"/>
              <a:gd name="connsiteX103" fmla="*/ 5435600 w 8017934"/>
              <a:gd name="connsiteY103" fmla="*/ 466532 h 593532"/>
              <a:gd name="connsiteX104" fmla="*/ 5537200 w 8017934"/>
              <a:gd name="connsiteY104" fmla="*/ 458065 h 593532"/>
              <a:gd name="connsiteX105" fmla="*/ 5562600 w 8017934"/>
              <a:gd name="connsiteY105" fmla="*/ 407265 h 593532"/>
              <a:gd name="connsiteX106" fmla="*/ 5579534 w 8017934"/>
              <a:gd name="connsiteY106" fmla="*/ 373398 h 593532"/>
              <a:gd name="connsiteX107" fmla="*/ 5613400 w 8017934"/>
              <a:gd name="connsiteY107" fmla="*/ 314132 h 593532"/>
              <a:gd name="connsiteX108" fmla="*/ 5621867 w 8017934"/>
              <a:gd name="connsiteY108" fmla="*/ 280265 h 593532"/>
              <a:gd name="connsiteX109" fmla="*/ 5630334 w 8017934"/>
              <a:gd name="connsiteY109" fmla="*/ 170198 h 593532"/>
              <a:gd name="connsiteX110" fmla="*/ 5638800 w 8017934"/>
              <a:gd name="connsiteY110" fmla="*/ 136332 h 593532"/>
              <a:gd name="connsiteX111" fmla="*/ 5689600 w 8017934"/>
              <a:gd name="connsiteY111" fmla="*/ 93998 h 593532"/>
              <a:gd name="connsiteX112" fmla="*/ 5731934 w 8017934"/>
              <a:gd name="connsiteY112" fmla="*/ 85532 h 593532"/>
              <a:gd name="connsiteX113" fmla="*/ 5892800 w 8017934"/>
              <a:gd name="connsiteY113" fmla="*/ 93998 h 593532"/>
              <a:gd name="connsiteX114" fmla="*/ 5918200 w 8017934"/>
              <a:gd name="connsiteY114" fmla="*/ 110932 h 593532"/>
              <a:gd name="connsiteX115" fmla="*/ 5960534 w 8017934"/>
              <a:gd name="connsiteY115" fmla="*/ 153265 h 593532"/>
              <a:gd name="connsiteX116" fmla="*/ 6019800 w 8017934"/>
              <a:gd name="connsiteY116" fmla="*/ 187132 h 593532"/>
              <a:gd name="connsiteX117" fmla="*/ 6028267 w 8017934"/>
              <a:gd name="connsiteY117" fmla="*/ 220998 h 593532"/>
              <a:gd name="connsiteX118" fmla="*/ 6062134 w 8017934"/>
              <a:gd name="connsiteY118" fmla="*/ 263332 h 593532"/>
              <a:gd name="connsiteX119" fmla="*/ 6079067 w 8017934"/>
              <a:gd name="connsiteY119" fmla="*/ 288732 h 593532"/>
              <a:gd name="connsiteX120" fmla="*/ 6104467 w 8017934"/>
              <a:gd name="connsiteY120" fmla="*/ 314132 h 593532"/>
              <a:gd name="connsiteX121" fmla="*/ 6138334 w 8017934"/>
              <a:gd name="connsiteY121" fmla="*/ 364932 h 593532"/>
              <a:gd name="connsiteX122" fmla="*/ 6155267 w 8017934"/>
              <a:gd name="connsiteY122" fmla="*/ 458065 h 593532"/>
              <a:gd name="connsiteX123" fmla="*/ 6180667 w 8017934"/>
              <a:gd name="connsiteY123" fmla="*/ 474998 h 593532"/>
              <a:gd name="connsiteX124" fmla="*/ 6197600 w 8017934"/>
              <a:gd name="connsiteY124" fmla="*/ 517332 h 593532"/>
              <a:gd name="connsiteX125" fmla="*/ 6214534 w 8017934"/>
              <a:gd name="connsiteY125" fmla="*/ 534265 h 593532"/>
              <a:gd name="connsiteX126" fmla="*/ 6409267 w 8017934"/>
              <a:gd name="connsiteY126" fmla="*/ 576598 h 593532"/>
              <a:gd name="connsiteX127" fmla="*/ 6443134 w 8017934"/>
              <a:gd name="connsiteY127" fmla="*/ 551198 h 593532"/>
              <a:gd name="connsiteX128" fmla="*/ 6468534 w 8017934"/>
              <a:gd name="connsiteY128" fmla="*/ 441132 h 593532"/>
              <a:gd name="connsiteX129" fmla="*/ 6519334 w 8017934"/>
              <a:gd name="connsiteY129" fmla="*/ 466532 h 593532"/>
              <a:gd name="connsiteX130" fmla="*/ 7035800 w 8017934"/>
              <a:gd name="connsiteY130" fmla="*/ 491932 h 593532"/>
              <a:gd name="connsiteX131" fmla="*/ 7171267 w 8017934"/>
              <a:gd name="connsiteY131" fmla="*/ 525798 h 593532"/>
              <a:gd name="connsiteX132" fmla="*/ 7239000 w 8017934"/>
              <a:gd name="connsiteY132" fmla="*/ 542732 h 593532"/>
              <a:gd name="connsiteX133" fmla="*/ 7416800 w 8017934"/>
              <a:gd name="connsiteY133" fmla="*/ 508865 h 593532"/>
              <a:gd name="connsiteX134" fmla="*/ 7425267 w 8017934"/>
              <a:gd name="connsiteY134" fmla="*/ 466532 h 593532"/>
              <a:gd name="connsiteX135" fmla="*/ 7433734 w 8017934"/>
              <a:gd name="connsiteY135" fmla="*/ 373398 h 593532"/>
              <a:gd name="connsiteX136" fmla="*/ 7450667 w 8017934"/>
              <a:gd name="connsiteY136" fmla="*/ 347998 h 593532"/>
              <a:gd name="connsiteX137" fmla="*/ 7459134 w 8017934"/>
              <a:gd name="connsiteY137" fmla="*/ 305665 h 593532"/>
              <a:gd name="connsiteX138" fmla="*/ 7467600 w 8017934"/>
              <a:gd name="connsiteY138" fmla="*/ 280265 h 593532"/>
              <a:gd name="connsiteX139" fmla="*/ 7476067 w 8017934"/>
              <a:gd name="connsiteY139" fmla="*/ 246398 h 593532"/>
              <a:gd name="connsiteX140" fmla="*/ 7526867 w 8017934"/>
              <a:gd name="connsiteY140" fmla="*/ 229465 h 593532"/>
              <a:gd name="connsiteX141" fmla="*/ 7569200 w 8017934"/>
              <a:gd name="connsiteY141" fmla="*/ 187132 h 593532"/>
              <a:gd name="connsiteX142" fmla="*/ 7611534 w 8017934"/>
              <a:gd name="connsiteY142" fmla="*/ 153265 h 593532"/>
              <a:gd name="connsiteX143" fmla="*/ 7645400 w 8017934"/>
              <a:gd name="connsiteY143" fmla="*/ 127865 h 593532"/>
              <a:gd name="connsiteX144" fmla="*/ 7653867 w 8017934"/>
              <a:gd name="connsiteY144" fmla="*/ 102465 h 593532"/>
              <a:gd name="connsiteX145" fmla="*/ 7730067 w 8017934"/>
              <a:gd name="connsiteY145" fmla="*/ 68598 h 593532"/>
              <a:gd name="connsiteX146" fmla="*/ 7823200 w 8017934"/>
              <a:gd name="connsiteY146" fmla="*/ 43198 h 593532"/>
              <a:gd name="connsiteX147" fmla="*/ 7907867 w 8017934"/>
              <a:gd name="connsiteY147" fmla="*/ 9332 h 593532"/>
              <a:gd name="connsiteX148" fmla="*/ 7941734 w 8017934"/>
              <a:gd name="connsiteY148" fmla="*/ 865 h 593532"/>
              <a:gd name="connsiteX149" fmla="*/ 8017934 w 8017934"/>
              <a:gd name="connsiteY149" fmla="*/ 865 h 593532"/>
              <a:gd name="connsiteX0" fmla="*/ 0 w 8017934"/>
              <a:gd name="connsiteY0" fmla="*/ 559665 h 593532"/>
              <a:gd name="connsiteX1" fmla="*/ 491067 w 8017934"/>
              <a:gd name="connsiteY1" fmla="*/ 551198 h 593532"/>
              <a:gd name="connsiteX2" fmla="*/ 508000 w 8017934"/>
              <a:gd name="connsiteY2" fmla="*/ 525798 h 593532"/>
              <a:gd name="connsiteX3" fmla="*/ 533400 w 8017934"/>
              <a:gd name="connsiteY3" fmla="*/ 508865 h 593532"/>
              <a:gd name="connsiteX4" fmla="*/ 567267 w 8017934"/>
              <a:gd name="connsiteY4" fmla="*/ 474998 h 593532"/>
              <a:gd name="connsiteX5" fmla="*/ 575734 w 8017934"/>
              <a:gd name="connsiteY5" fmla="*/ 449598 h 593532"/>
              <a:gd name="connsiteX6" fmla="*/ 584200 w 8017934"/>
              <a:gd name="connsiteY6" fmla="*/ 407265 h 593532"/>
              <a:gd name="connsiteX7" fmla="*/ 601134 w 8017934"/>
              <a:gd name="connsiteY7" fmla="*/ 381865 h 593532"/>
              <a:gd name="connsiteX8" fmla="*/ 618067 w 8017934"/>
              <a:gd name="connsiteY8" fmla="*/ 305665 h 593532"/>
              <a:gd name="connsiteX9" fmla="*/ 626534 w 8017934"/>
              <a:gd name="connsiteY9" fmla="*/ 280265 h 593532"/>
              <a:gd name="connsiteX10" fmla="*/ 643467 w 8017934"/>
              <a:gd name="connsiteY10" fmla="*/ 246398 h 593532"/>
              <a:gd name="connsiteX11" fmla="*/ 660400 w 8017934"/>
              <a:gd name="connsiteY11" fmla="*/ 187132 h 593532"/>
              <a:gd name="connsiteX12" fmla="*/ 677334 w 8017934"/>
              <a:gd name="connsiteY12" fmla="*/ 170198 h 593532"/>
              <a:gd name="connsiteX13" fmla="*/ 702734 w 8017934"/>
              <a:gd name="connsiteY13" fmla="*/ 110932 h 593532"/>
              <a:gd name="connsiteX14" fmla="*/ 795867 w 8017934"/>
              <a:gd name="connsiteY14" fmla="*/ 68598 h 593532"/>
              <a:gd name="connsiteX15" fmla="*/ 922867 w 8017934"/>
              <a:gd name="connsiteY15" fmla="*/ 85532 h 593532"/>
              <a:gd name="connsiteX16" fmla="*/ 948267 w 8017934"/>
              <a:gd name="connsiteY16" fmla="*/ 93998 h 593532"/>
              <a:gd name="connsiteX17" fmla="*/ 965200 w 8017934"/>
              <a:gd name="connsiteY17" fmla="*/ 144798 h 593532"/>
              <a:gd name="connsiteX18" fmla="*/ 982134 w 8017934"/>
              <a:gd name="connsiteY18" fmla="*/ 220998 h 593532"/>
              <a:gd name="connsiteX19" fmla="*/ 990600 w 8017934"/>
              <a:gd name="connsiteY19" fmla="*/ 246398 h 593532"/>
              <a:gd name="connsiteX20" fmla="*/ 1007534 w 8017934"/>
              <a:gd name="connsiteY20" fmla="*/ 314132 h 593532"/>
              <a:gd name="connsiteX21" fmla="*/ 1041400 w 8017934"/>
              <a:gd name="connsiteY21" fmla="*/ 364932 h 593532"/>
              <a:gd name="connsiteX22" fmla="*/ 1058334 w 8017934"/>
              <a:gd name="connsiteY22" fmla="*/ 534265 h 593532"/>
              <a:gd name="connsiteX23" fmla="*/ 1083734 w 8017934"/>
              <a:gd name="connsiteY23" fmla="*/ 551198 h 593532"/>
              <a:gd name="connsiteX24" fmla="*/ 1227667 w 8017934"/>
              <a:gd name="connsiteY24" fmla="*/ 559665 h 593532"/>
              <a:gd name="connsiteX25" fmla="*/ 1405467 w 8017934"/>
              <a:gd name="connsiteY25" fmla="*/ 542732 h 593532"/>
              <a:gd name="connsiteX26" fmla="*/ 1439334 w 8017934"/>
              <a:gd name="connsiteY26" fmla="*/ 534265 h 593532"/>
              <a:gd name="connsiteX27" fmla="*/ 1464734 w 8017934"/>
              <a:gd name="connsiteY27" fmla="*/ 517332 h 593532"/>
              <a:gd name="connsiteX28" fmla="*/ 1481667 w 8017934"/>
              <a:gd name="connsiteY28" fmla="*/ 491932 h 593532"/>
              <a:gd name="connsiteX29" fmla="*/ 1490134 w 8017934"/>
              <a:gd name="connsiteY29" fmla="*/ 373398 h 593532"/>
              <a:gd name="connsiteX30" fmla="*/ 1498600 w 8017934"/>
              <a:gd name="connsiteY30" fmla="*/ 339532 h 593532"/>
              <a:gd name="connsiteX31" fmla="*/ 1515534 w 8017934"/>
              <a:gd name="connsiteY31" fmla="*/ 322598 h 593532"/>
              <a:gd name="connsiteX32" fmla="*/ 1524000 w 8017934"/>
              <a:gd name="connsiteY32" fmla="*/ 288732 h 593532"/>
              <a:gd name="connsiteX33" fmla="*/ 1532467 w 8017934"/>
              <a:gd name="connsiteY33" fmla="*/ 263332 h 593532"/>
              <a:gd name="connsiteX34" fmla="*/ 1540934 w 8017934"/>
              <a:gd name="connsiteY34" fmla="*/ 220998 h 593532"/>
              <a:gd name="connsiteX35" fmla="*/ 1557867 w 8017934"/>
              <a:gd name="connsiteY35" fmla="*/ 187132 h 593532"/>
              <a:gd name="connsiteX36" fmla="*/ 1574800 w 8017934"/>
              <a:gd name="connsiteY36" fmla="*/ 127865 h 593532"/>
              <a:gd name="connsiteX37" fmla="*/ 1608667 w 8017934"/>
              <a:gd name="connsiteY37" fmla="*/ 93998 h 593532"/>
              <a:gd name="connsiteX38" fmla="*/ 1634067 w 8017934"/>
              <a:gd name="connsiteY38" fmla="*/ 77065 h 593532"/>
              <a:gd name="connsiteX39" fmla="*/ 1667934 w 8017934"/>
              <a:gd name="connsiteY39" fmla="*/ 68598 h 593532"/>
              <a:gd name="connsiteX40" fmla="*/ 1693334 w 8017934"/>
              <a:gd name="connsiteY40" fmla="*/ 60132 h 593532"/>
              <a:gd name="connsiteX41" fmla="*/ 1718734 w 8017934"/>
              <a:gd name="connsiteY41" fmla="*/ 68598 h 593532"/>
              <a:gd name="connsiteX42" fmla="*/ 1761067 w 8017934"/>
              <a:gd name="connsiteY42" fmla="*/ 85532 h 593532"/>
              <a:gd name="connsiteX43" fmla="*/ 1811867 w 8017934"/>
              <a:gd name="connsiteY43" fmla="*/ 93998 h 593532"/>
              <a:gd name="connsiteX44" fmla="*/ 2192867 w 8017934"/>
              <a:gd name="connsiteY44" fmla="*/ 93998 h 593532"/>
              <a:gd name="connsiteX45" fmla="*/ 2311400 w 8017934"/>
              <a:gd name="connsiteY45" fmla="*/ 102465 h 593532"/>
              <a:gd name="connsiteX46" fmla="*/ 2345267 w 8017934"/>
              <a:gd name="connsiteY46" fmla="*/ 170198 h 593532"/>
              <a:gd name="connsiteX47" fmla="*/ 2345267 w 8017934"/>
              <a:gd name="connsiteY47" fmla="*/ 170198 h 593532"/>
              <a:gd name="connsiteX48" fmla="*/ 2379134 w 8017934"/>
              <a:gd name="connsiteY48" fmla="*/ 246398 h 593532"/>
              <a:gd name="connsiteX49" fmla="*/ 2404534 w 8017934"/>
              <a:gd name="connsiteY49" fmla="*/ 297198 h 593532"/>
              <a:gd name="connsiteX50" fmla="*/ 2421467 w 8017934"/>
              <a:gd name="connsiteY50" fmla="*/ 356465 h 593532"/>
              <a:gd name="connsiteX51" fmla="*/ 2438400 w 8017934"/>
              <a:gd name="connsiteY51" fmla="*/ 390332 h 593532"/>
              <a:gd name="connsiteX52" fmla="*/ 2455334 w 8017934"/>
              <a:gd name="connsiteY52" fmla="*/ 441132 h 593532"/>
              <a:gd name="connsiteX53" fmla="*/ 2463800 w 8017934"/>
              <a:gd name="connsiteY53" fmla="*/ 466532 h 593532"/>
              <a:gd name="connsiteX54" fmla="*/ 2480734 w 8017934"/>
              <a:gd name="connsiteY54" fmla="*/ 483465 h 593532"/>
              <a:gd name="connsiteX55" fmla="*/ 2523067 w 8017934"/>
              <a:gd name="connsiteY55" fmla="*/ 559665 h 593532"/>
              <a:gd name="connsiteX56" fmla="*/ 2582334 w 8017934"/>
              <a:gd name="connsiteY56" fmla="*/ 568132 h 593532"/>
              <a:gd name="connsiteX57" fmla="*/ 2599267 w 8017934"/>
              <a:gd name="connsiteY57" fmla="*/ 525798 h 593532"/>
              <a:gd name="connsiteX58" fmla="*/ 2616200 w 8017934"/>
              <a:gd name="connsiteY58" fmla="*/ 500398 h 593532"/>
              <a:gd name="connsiteX59" fmla="*/ 2658534 w 8017934"/>
              <a:gd name="connsiteY59" fmla="*/ 508865 h 593532"/>
              <a:gd name="connsiteX60" fmla="*/ 2751667 w 8017934"/>
              <a:gd name="connsiteY60" fmla="*/ 534265 h 593532"/>
              <a:gd name="connsiteX61" fmla="*/ 2777067 w 8017934"/>
              <a:gd name="connsiteY61" fmla="*/ 551198 h 593532"/>
              <a:gd name="connsiteX62" fmla="*/ 2802467 w 8017934"/>
              <a:gd name="connsiteY62" fmla="*/ 500398 h 593532"/>
              <a:gd name="connsiteX63" fmla="*/ 2844800 w 8017934"/>
              <a:gd name="connsiteY63" fmla="*/ 483465 h 593532"/>
              <a:gd name="connsiteX64" fmla="*/ 2861734 w 8017934"/>
              <a:gd name="connsiteY64" fmla="*/ 424198 h 593532"/>
              <a:gd name="connsiteX65" fmla="*/ 2887134 w 8017934"/>
              <a:gd name="connsiteY65" fmla="*/ 263332 h 593532"/>
              <a:gd name="connsiteX66" fmla="*/ 2895600 w 8017934"/>
              <a:gd name="connsiteY66" fmla="*/ 195598 h 593532"/>
              <a:gd name="connsiteX67" fmla="*/ 2929467 w 8017934"/>
              <a:gd name="connsiteY67" fmla="*/ 119398 h 593532"/>
              <a:gd name="connsiteX68" fmla="*/ 2963334 w 8017934"/>
              <a:gd name="connsiteY68" fmla="*/ 102465 h 593532"/>
              <a:gd name="connsiteX69" fmla="*/ 3183467 w 8017934"/>
              <a:gd name="connsiteY69" fmla="*/ 77065 h 593532"/>
              <a:gd name="connsiteX70" fmla="*/ 3293534 w 8017934"/>
              <a:gd name="connsiteY70" fmla="*/ 93998 h 593532"/>
              <a:gd name="connsiteX71" fmla="*/ 3302000 w 8017934"/>
              <a:gd name="connsiteY71" fmla="*/ 127865 h 593532"/>
              <a:gd name="connsiteX72" fmla="*/ 3318934 w 8017934"/>
              <a:gd name="connsiteY72" fmla="*/ 204065 h 593532"/>
              <a:gd name="connsiteX73" fmla="*/ 3335867 w 8017934"/>
              <a:gd name="connsiteY73" fmla="*/ 229465 h 593532"/>
              <a:gd name="connsiteX74" fmla="*/ 3352800 w 8017934"/>
              <a:gd name="connsiteY74" fmla="*/ 288732 h 593532"/>
              <a:gd name="connsiteX75" fmla="*/ 3369734 w 8017934"/>
              <a:gd name="connsiteY75" fmla="*/ 322598 h 593532"/>
              <a:gd name="connsiteX76" fmla="*/ 3386667 w 8017934"/>
              <a:gd name="connsiteY76" fmla="*/ 373398 h 593532"/>
              <a:gd name="connsiteX77" fmla="*/ 3395134 w 8017934"/>
              <a:gd name="connsiteY77" fmla="*/ 398798 h 593532"/>
              <a:gd name="connsiteX78" fmla="*/ 3412067 w 8017934"/>
              <a:gd name="connsiteY78" fmla="*/ 415732 h 593532"/>
              <a:gd name="connsiteX79" fmla="*/ 3437467 w 8017934"/>
              <a:gd name="connsiteY79" fmla="*/ 500398 h 593532"/>
              <a:gd name="connsiteX80" fmla="*/ 3454400 w 8017934"/>
              <a:gd name="connsiteY80" fmla="*/ 525798 h 593532"/>
              <a:gd name="connsiteX81" fmla="*/ 3462867 w 8017934"/>
              <a:gd name="connsiteY81" fmla="*/ 551198 h 593532"/>
              <a:gd name="connsiteX82" fmla="*/ 3505200 w 8017934"/>
              <a:gd name="connsiteY82" fmla="*/ 593532 h 593532"/>
              <a:gd name="connsiteX83" fmla="*/ 3683000 w 8017934"/>
              <a:gd name="connsiteY83" fmla="*/ 576598 h 593532"/>
              <a:gd name="connsiteX84" fmla="*/ 3708400 w 8017934"/>
              <a:gd name="connsiteY84" fmla="*/ 568132 h 593532"/>
              <a:gd name="connsiteX85" fmla="*/ 3683000 w 8017934"/>
              <a:gd name="connsiteY85" fmla="*/ 559665 h 593532"/>
              <a:gd name="connsiteX86" fmla="*/ 3810000 w 8017934"/>
              <a:gd name="connsiteY86" fmla="*/ 525798 h 593532"/>
              <a:gd name="connsiteX87" fmla="*/ 4004734 w 8017934"/>
              <a:gd name="connsiteY87" fmla="*/ 551198 h 593532"/>
              <a:gd name="connsiteX88" fmla="*/ 4174067 w 8017934"/>
              <a:gd name="connsiteY88" fmla="*/ 542732 h 593532"/>
              <a:gd name="connsiteX89" fmla="*/ 4191000 w 8017934"/>
              <a:gd name="connsiteY89" fmla="*/ 525798 h 593532"/>
              <a:gd name="connsiteX90" fmla="*/ 4199467 w 8017934"/>
              <a:gd name="connsiteY90" fmla="*/ 500398 h 593532"/>
              <a:gd name="connsiteX91" fmla="*/ 4216400 w 8017934"/>
              <a:gd name="connsiteY91" fmla="*/ 466532 h 593532"/>
              <a:gd name="connsiteX92" fmla="*/ 4216400 w 8017934"/>
              <a:gd name="connsiteY92" fmla="*/ 178665 h 593532"/>
              <a:gd name="connsiteX93" fmla="*/ 4224867 w 8017934"/>
              <a:gd name="connsiteY93" fmla="*/ 153265 h 593532"/>
              <a:gd name="connsiteX94" fmla="*/ 4258734 w 8017934"/>
              <a:gd name="connsiteY94" fmla="*/ 127865 h 593532"/>
              <a:gd name="connsiteX95" fmla="*/ 5164667 w 8017934"/>
              <a:gd name="connsiteY95" fmla="*/ 339532 h 593532"/>
              <a:gd name="connsiteX96" fmla="*/ 5190067 w 8017934"/>
              <a:gd name="connsiteY96" fmla="*/ 390332 h 593532"/>
              <a:gd name="connsiteX97" fmla="*/ 5207000 w 8017934"/>
              <a:gd name="connsiteY97" fmla="*/ 441132 h 593532"/>
              <a:gd name="connsiteX98" fmla="*/ 5274734 w 8017934"/>
              <a:gd name="connsiteY98" fmla="*/ 483465 h 593532"/>
              <a:gd name="connsiteX99" fmla="*/ 5317067 w 8017934"/>
              <a:gd name="connsiteY99" fmla="*/ 525798 h 593532"/>
              <a:gd name="connsiteX100" fmla="*/ 5308600 w 8017934"/>
              <a:gd name="connsiteY100" fmla="*/ 517332 h 593532"/>
              <a:gd name="connsiteX101" fmla="*/ 5342467 w 8017934"/>
              <a:gd name="connsiteY101" fmla="*/ 500398 h 593532"/>
              <a:gd name="connsiteX102" fmla="*/ 5401734 w 8017934"/>
              <a:gd name="connsiteY102" fmla="*/ 483465 h 593532"/>
              <a:gd name="connsiteX103" fmla="*/ 5435600 w 8017934"/>
              <a:gd name="connsiteY103" fmla="*/ 466532 h 593532"/>
              <a:gd name="connsiteX104" fmla="*/ 5537200 w 8017934"/>
              <a:gd name="connsiteY104" fmla="*/ 458065 h 593532"/>
              <a:gd name="connsiteX105" fmla="*/ 5562600 w 8017934"/>
              <a:gd name="connsiteY105" fmla="*/ 407265 h 593532"/>
              <a:gd name="connsiteX106" fmla="*/ 5579534 w 8017934"/>
              <a:gd name="connsiteY106" fmla="*/ 373398 h 593532"/>
              <a:gd name="connsiteX107" fmla="*/ 5613400 w 8017934"/>
              <a:gd name="connsiteY107" fmla="*/ 314132 h 593532"/>
              <a:gd name="connsiteX108" fmla="*/ 5621867 w 8017934"/>
              <a:gd name="connsiteY108" fmla="*/ 280265 h 593532"/>
              <a:gd name="connsiteX109" fmla="*/ 5630334 w 8017934"/>
              <a:gd name="connsiteY109" fmla="*/ 170198 h 593532"/>
              <a:gd name="connsiteX110" fmla="*/ 5638800 w 8017934"/>
              <a:gd name="connsiteY110" fmla="*/ 136332 h 593532"/>
              <a:gd name="connsiteX111" fmla="*/ 5689600 w 8017934"/>
              <a:gd name="connsiteY111" fmla="*/ 93998 h 593532"/>
              <a:gd name="connsiteX112" fmla="*/ 5731934 w 8017934"/>
              <a:gd name="connsiteY112" fmla="*/ 85532 h 593532"/>
              <a:gd name="connsiteX113" fmla="*/ 5892800 w 8017934"/>
              <a:gd name="connsiteY113" fmla="*/ 93998 h 593532"/>
              <a:gd name="connsiteX114" fmla="*/ 5918200 w 8017934"/>
              <a:gd name="connsiteY114" fmla="*/ 110932 h 593532"/>
              <a:gd name="connsiteX115" fmla="*/ 5960534 w 8017934"/>
              <a:gd name="connsiteY115" fmla="*/ 153265 h 593532"/>
              <a:gd name="connsiteX116" fmla="*/ 6019800 w 8017934"/>
              <a:gd name="connsiteY116" fmla="*/ 187132 h 593532"/>
              <a:gd name="connsiteX117" fmla="*/ 6028267 w 8017934"/>
              <a:gd name="connsiteY117" fmla="*/ 220998 h 593532"/>
              <a:gd name="connsiteX118" fmla="*/ 6062134 w 8017934"/>
              <a:gd name="connsiteY118" fmla="*/ 263332 h 593532"/>
              <a:gd name="connsiteX119" fmla="*/ 6079067 w 8017934"/>
              <a:gd name="connsiteY119" fmla="*/ 288732 h 593532"/>
              <a:gd name="connsiteX120" fmla="*/ 6104467 w 8017934"/>
              <a:gd name="connsiteY120" fmla="*/ 314132 h 593532"/>
              <a:gd name="connsiteX121" fmla="*/ 6138334 w 8017934"/>
              <a:gd name="connsiteY121" fmla="*/ 364932 h 593532"/>
              <a:gd name="connsiteX122" fmla="*/ 6155267 w 8017934"/>
              <a:gd name="connsiteY122" fmla="*/ 458065 h 593532"/>
              <a:gd name="connsiteX123" fmla="*/ 6180667 w 8017934"/>
              <a:gd name="connsiteY123" fmla="*/ 474998 h 593532"/>
              <a:gd name="connsiteX124" fmla="*/ 6197600 w 8017934"/>
              <a:gd name="connsiteY124" fmla="*/ 517332 h 593532"/>
              <a:gd name="connsiteX125" fmla="*/ 6214534 w 8017934"/>
              <a:gd name="connsiteY125" fmla="*/ 534265 h 593532"/>
              <a:gd name="connsiteX126" fmla="*/ 6409267 w 8017934"/>
              <a:gd name="connsiteY126" fmla="*/ 576598 h 593532"/>
              <a:gd name="connsiteX127" fmla="*/ 6443134 w 8017934"/>
              <a:gd name="connsiteY127" fmla="*/ 551198 h 593532"/>
              <a:gd name="connsiteX128" fmla="*/ 6468534 w 8017934"/>
              <a:gd name="connsiteY128" fmla="*/ 441132 h 593532"/>
              <a:gd name="connsiteX129" fmla="*/ 7035800 w 8017934"/>
              <a:gd name="connsiteY129" fmla="*/ 491932 h 593532"/>
              <a:gd name="connsiteX130" fmla="*/ 7171267 w 8017934"/>
              <a:gd name="connsiteY130" fmla="*/ 525798 h 593532"/>
              <a:gd name="connsiteX131" fmla="*/ 7239000 w 8017934"/>
              <a:gd name="connsiteY131" fmla="*/ 542732 h 593532"/>
              <a:gd name="connsiteX132" fmla="*/ 7416800 w 8017934"/>
              <a:gd name="connsiteY132" fmla="*/ 508865 h 593532"/>
              <a:gd name="connsiteX133" fmla="*/ 7425267 w 8017934"/>
              <a:gd name="connsiteY133" fmla="*/ 466532 h 593532"/>
              <a:gd name="connsiteX134" fmla="*/ 7433734 w 8017934"/>
              <a:gd name="connsiteY134" fmla="*/ 373398 h 593532"/>
              <a:gd name="connsiteX135" fmla="*/ 7450667 w 8017934"/>
              <a:gd name="connsiteY135" fmla="*/ 347998 h 593532"/>
              <a:gd name="connsiteX136" fmla="*/ 7459134 w 8017934"/>
              <a:gd name="connsiteY136" fmla="*/ 305665 h 593532"/>
              <a:gd name="connsiteX137" fmla="*/ 7467600 w 8017934"/>
              <a:gd name="connsiteY137" fmla="*/ 280265 h 593532"/>
              <a:gd name="connsiteX138" fmla="*/ 7476067 w 8017934"/>
              <a:gd name="connsiteY138" fmla="*/ 246398 h 593532"/>
              <a:gd name="connsiteX139" fmla="*/ 7526867 w 8017934"/>
              <a:gd name="connsiteY139" fmla="*/ 229465 h 593532"/>
              <a:gd name="connsiteX140" fmla="*/ 7569200 w 8017934"/>
              <a:gd name="connsiteY140" fmla="*/ 187132 h 593532"/>
              <a:gd name="connsiteX141" fmla="*/ 7611534 w 8017934"/>
              <a:gd name="connsiteY141" fmla="*/ 153265 h 593532"/>
              <a:gd name="connsiteX142" fmla="*/ 7645400 w 8017934"/>
              <a:gd name="connsiteY142" fmla="*/ 127865 h 593532"/>
              <a:gd name="connsiteX143" fmla="*/ 7653867 w 8017934"/>
              <a:gd name="connsiteY143" fmla="*/ 102465 h 593532"/>
              <a:gd name="connsiteX144" fmla="*/ 7730067 w 8017934"/>
              <a:gd name="connsiteY144" fmla="*/ 68598 h 593532"/>
              <a:gd name="connsiteX145" fmla="*/ 7823200 w 8017934"/>
              <a:gd name="connsiteY145" fmla="*/ 43198 h 593532"/>
              <a:gd name="connsiteX146" fmla="*/ 7907867 w 8017934"/>
              <a:gd name="connsiteY146" fmla="*/ 9332 h 593532"/>
              <a:gd name="connsiteX147" fmla="*/ 7941734 w 8017934"/>
              <a:gd name="connsiteY147" fmla="*/ 865 h 593532"/>
              <a:gd name="connsiteX148" fmla="*/ 8017934 w 8017934"/>
              <a:gd name="connsiteY148" fmla="*/ 865 h 593532"/>
              <a:gd name="connsiteX0" fmla="*/ 0 w 8017934"/>
              <a:gd name="connsiteY0" fmla="*/ 559665 h 593532"/>
              <a:gd name="connsiteX1" fmla="*/ 491067 w 8017934"/>
              <a:gd name="connsiteY1" fmla="*/ 551198 h 593532"/>
              <a:gd name="connsiteX2" fmla="*/ 508000 w 8017934"/>
              <a:gd name="connsiteY2" fmla="*/ 525798 h 593532"/>
              <a:gd name="connsiteX3" fmla="*/ 533400 w 8017934"/>
              <a:gd name="connsiteY3" fmla="*/ 508865 h 593532"/>
              <a:gd name="connsiteX4" fmla="*/ 567267 w 8017934"/>
              <a:gd name="connsiteY4" fmla="*/ 474998 h 593532"/>
              <a:gd name="connsiteX5" fmla="*/ 575734 w 8017934"/>
              <a:gd name="connsiteY5" fmla="*/ 449598 h 593532"/>
              <a:gd name="connsiteX6" fmla="*/ 584200 w 8017934"/>
              <a:gd name="connsiteY6" fmla="*/ 407265 h 593532"/>
              <a:gd name="connsiteX7" fmla="*/ 601134 w 8017934"/>
              <a:gd name="connsiteY7" fmla="*/ 381865 h 593532"/>
              <a:gd name="connsiteX8" fmla="*/ 618067 w 8017934"/>
              <a:gd name="connsiteY8" fmla="*/ 305665 h 593532"/>
              <a:gd name="connsiteX9" fmla="*/ 626534 w 8017934"/>
              <a:gd name="connsiteY9" fmla="*/ 280265 h 593532"/>
              <a:gd name="connsiteX10" fmla="*/ 643467 w 8017934"/>
              <a:gd name="connsiteY10" fmla="*/ 246398 h 593532"/>
              <a:gd name="connsiteX11" fmla="*/ 660400 w 8017934"/>
              <a:gd name="connsiteY11" fmla="*/ 187132 h 593532"/>
              <a:gd name="connsiteX12" fmla="*/ 677334 w 8017934"/>
              <a:gd name="connsiteY12" fmla="*/ 170198 h 593532"/>
              <a:gd name="connsiteX13" fmla="*/ 702734 w 8017934"/>
              <a:gd name="connsiteY13" fmla="*/ 110932 h 593532"/>
              <a:gd name="connsiteX14" fmla="*/ 795867 w 8017934"/>
              <a:gd name="connsiteY14" fmla="*/ 68598 h 593532"/>
              <a:gd name="connsiteX15" fmla="*/ 922867 w 8017934"/>
              <a:gd name="connsiteY15" fmla="*/ 85532 h 593532"/>
              <a:gd name="connsiteX16" fmla="*/ 948267 w 8017934"/>
              <a:gd name="connsiteY16" fmla="*/ 93998 h 593532"/>
              <a:gd name="connsiteX17" fmla="*/ 965200 w 8017934"/>
              <a:gd name="connsiteY17" fmla="*/ 144798 h 593532"/>
              <a:gd name="connsiteX18" fmla="*/ 982134 w 8017934"/>
              <a:gd name="connsiteY18" fmla="*/ 220998 h 593532"/>
              <a:gd name="connsiteX19" fmla="*/ 990600 w 8017934"/>
              <a:gd name="connsiteY19" fmla="*/ 246398 h 593532"/>
              <a:gd name="connsiteX20" fmla="*/ 1007534 w 8017934"/>
              <a:gd name="connsiteY20" fmla="*/ 314132 h 593532"/>
              <a:gd name="connsiteX21" fmla="*/ 1041400 w 8017934"/>
              <a:gd name="connsiteY21" fmla="*/ 364932 h 593532"/>
              <a:gd name="connsiteX22" fmla="*/ 1058334 w 8017934"/>
              <a:gd name="connsiteY22" fmla="*/ 534265 h 593532"/>
              <a:gd name="connsiteX23" fmla="*/ 1083734 w 8017934"/>
              <a:gd name="connsiteY23" fmla="*/ 551198 h 593532"/>
              <a:gd name="connsiteX24" fmla="*/ 1227667 w 8017934"/>
              <a:gd name="connsiteY24" fmla="*/ 559665 h 593532"/>
              <a:gd name="connsiteX25" fmla="*/ 1405467 w 8017934"/>
              <a:gd name="connsiteY25" fmla="*/ 542732 h 593532"/>
              <a:gd name="connsiteX26" fmla="*/ 1439334 w 8017934"/>
              <a:gd name="connsiteY26" fmla="*/ 534265 h 593532"/>
              <a:gd name="connsiteX27" fmla="*/ 1464734 w 8017934"/>
              <a:gd name="connsiteY27" fmla="*/ 517332 h 593532"/>
              <a:gd name="connsiteX28" fmla="*/ 1481667 w 8017934"/>
              <a:gd name="connsiteY28" fmla="*/ 491932 h 593532"/>
              <a:gd name="connsiteX29" fmla="*/ 1490134 w 8017934"/>
              <a:gd name="connsiteY29" fmla="*/ 373398 h 593532"/>
              <a:gd name="connsiteX30" fmla="*/ 1498600 w 8017934"/>
              <a:gd name="connsiteY30" fmla="*/ 339532 h 593532"/>
              <a:gd name="connsiteX31" fmla="*/ 1515534 w 8017934"/>
              <a:gd name="connsiteY31" fmla="*/ 322598 h 593532"/>
              <a:gd name="connsiteX32" fmla="*/ 1524000 w 8017934"/>
              <a:gd name="connsiteY32" fmla="*/ 288732 h 593532"/>
              <a:gd name="connsiteX33" fmla="*/ 1532467 w 8017934"/>
              <a:gd name="connsiteY33" fmla="*/ 263332 h 593532"/>
              <a:gd name="connsiteX34" fmla="*/ 1540934 w 8017934"/>
              <a:gd name="connsiteY34" fmla="*/ 220998 h 593532"/>
              <a:gd name="connsiteX35" fmla="*/ 1557867 w 8017934"/>
              <a:gd name="connsiteY35" fmla="*/ 187132 h 593532"/>
              <a:gd name="connsiteX36" fmla="*/ 1574800 w 8017934"/>
              <a:gd name="connsiteY36" fmla="*/ 127865 h 593532"/>
              <a:gd name="connsiteX37" fmla="*/ 1608667 w 8017934"/>
              <a:gd name="connsiteY37" fmla="*/ 93998 h 593532"/>
              <a:gd name="connsiteX38" fmla="*/ 1634067 w 8017934"/>
              <a:gd name="connsiteY38" fmla="*/ 77065 h 593532"/>
              <a:gd name="connsiteX39" fmla="*/ 1667934 w 8017934"/>
              <a:gd name="connsiteY39" fmla="*/ 68598 h 593532"/>
              <a:gd name="connsiteX40" fmla="*/ 1693334 w 8017934"/>
              <a:gd name="connsiteY40" fmla="*/ 60132 h 593532"/>
              <a:gd name="connsiteX41" fmla="*/ 1718734 w 8017934"/>
              <a:gd name="connsiteY41" fmla="*/ 68598 h 593532"/>
              <a:gd name="connsiteX42" fmla="*/ 1761067 w 8017934"/>
              <a:gd name="connsiteY42" fmla="*/ 85532 h 593532"/>
              <a:gd name="connsiteX43" fmla="*/ 1811867 w 8017934"/>
              <a:gd name="connsiteY43" fmla="*/ 93998 h 593532"/>
              <a:gd name="connsiteX44" fmla="*/ 2192867 w 8017934"/>
              <a:gd name="connsiteY44" fmla="*/ 93998 h 593532"/>
              <a:gd name="connsiteX45" fmla="*/ 2311400 w 8017934"/>
              <a:gd name="connsiteY45" fmla="*/ 102465 h 593532"/>
              <a:gd name="connsiteX46" fmla="*/ 2345267 w 8017934"/>
              <a:gd name="connsiteY46" fmla="*/ 170198 h 593532"/>
              <a:gd name="connsiteX47" fmla="*/ 2345267 w 8017934"/>
              <a:gd name="connsiteY47" fmla="*/ 170198 h 593532"/>
              <a:gd name="connsiteX48" fmla="*/ 2379134 w 8017934"/>
              <a:gd name="connsiteY48" fmla="*/ 246398 h 593532"/>
              <a:gd name="connsiteX49" fmla="*/ 2404534 w 8017934"/>
              <a:gd name="connsiteY49" fmla="*/ 297198 h 593532"/>
              <a:gd name="connsiteX50" fmla="*/ 2421467 w 8017934"/>
              <a:gd name="connsiteY50" fmla="*/ 356465 h 593532"/>
              <a:gd name="connsiteX51" fmla="*/ 2438400 w 8017934"/>
              <a:gd name="connsiteY51" fmla="*/ 390332 h 593532"/>
              <a:gd name="connsiteX52" fmla="*/ 2455334 w 8017934"/>
              <a:gd name="connsiteY52" fmla="*/ 441132 h 593532"/>
              <a:gd name="connsiteX53" fmla="*/ 2463800 w 8017934"/>
              <a:gd name="connsiteY53" fmla="*/ 466532 h 593532"/>
              <a:gd name="connsiteX54" fmla="*/ 2480734 w 8017934"/>
              <a:gd name="connsiteY54" fmla="*/ 483465 h 593532"/>
              <a:gd name="connsiteX55" fmla="*/ 2523067 w 8017934"/>
              <a:gd name="connsiteY55" fmla="*/ 559665 h 593532"/>
              <a:gd name="connsiteX56" fmla="*/ 2582334 w 8017934"/>
              <a:gd name="connsiteY56" fmla="*/ 568132 h 593532"/>
              <a:gd name="connsiteX57" fmla="*/ 2599267 w 8017934"/>
              <a:gd name="connsiteY57" fmla="*/ 525798 h 593532"/>
              <a:gd name="connsiteX58" fmla="*/ 2616200 w 8017934"/>
              <a:gd name="connsiteY58" fmla="*/ 500398 h 593532"/>
              <a:gd name="connsiteX59" fmla="*/ 2658534 w 8017934"/>
              <a:gd name="connsiteY59" fmla="*/ 508865 h 593532"/>
              <a:gd name="connsiteX60" fmla="*/ 2751667 w 8017934"/>
              <a:gd name="connsiteY60" fmla="*/ 534265 h 593532"/>
              <a:gd name="connsiteX61" fmla="*/ 2777067 w 8017934"/>
              <a:gd name="connsiteY61" fmla="*/ 551198 h 593532"/>
              <a:gd name="connsiteX62" fmla="*/ 2802467 w 8017934"/>
              <a:gd name="connsiteY62" fmla="*/ 500398 h 593532"/>
              <a:gd name="connsiteX63" fmla="*/ 2844800 w 8017934"/>
              <a:gd name="connsiteY63" fmla="*/ 483465 h 593532"/>
              <a:gd name="connsiteX64" fmla="*/ 2861734 w 8017934"/>
              <a:gd name="connsiteY64" fmla="*/ 424198 h 593532"/>
              <a:gd name="connsiteX65" fmla="*/ 2887134 w 8017934"/>
              <a:gd name="connsiteY65" fmla="*/ 263332 h 593532"/>
              <a:gd name="connsiteX66" fmla="*/ 2895600 w 8017934"/>
              <a:gd name="connsiteY66" fmla="*/ 195598 h 593532"/>
              <a:gd name="connsiteX67" fmla="*/ 2929467 w 8017934"/>
              <a:gd name="connsiteY67" fmla="*/ 119398 h 593532"/>
              <a:gd name="connsiteX68" fmla="*/ 2963334 w 8017934"/>
              <a:gd name="connsiteY68" fmla="*/ 102465 h 593532"/>
              <a:gd name="connsiteX69" fmla="*/ 3183467 w 8017934"/>
              <a:gd name="connsiteY69" fmla="*/ 77065 h 593532"/>
              <a:gd name="connsiteX70" fmla="*/ 3293534 w 8017934"/>
              <a:gd name="connsiteY70" fmla="*/ 93998 h 593532"/>
              <a:gd name="connsiteX71" fmla="*/ 3302000 w 8017934"/>
              <a:gd name="connsiteY71" fmla="*/ 127865 h 593532"/>
              <a:gd name="connsiteX72" fmla="*/ 3318934 w 8017934"/>
              <a:gd name="connsiteY72" fmla="*/ 204065 h 593532"/>
              <a:gd name="connsiteX73" fmla="*/ 3335867 w 8017934"/>
              <a:gd name="connsiteY73" fmla="*/ 229465 h 593532"/>
              <a:gd name="connsiteX74" fmla="*/ 3352800 w 8017934"/>
              <a:gd name="connsiteY74" fmla="*/ 288732 h 593532"/>
              <a:gd name="connsiteX75" fmla="*/ 3369734 w 8017934"/>
              <a:gd name="connsiteY75" fmla="*/ 322598 h 593532"/>
              <a:gd name="connsiteX76" fmla="*/ 3386667 w 8017934"/>
              <a:gd name="connsiteY76" fmla="*/ 373398 h 593532"/>
              <a:gd name="connsiteX77" fmla="*/ 3395134 w 8017934"/>
              <a:gd name="connsiteY77" fmla="*/ 398798 h 593532"/>
              <a:gd name="connsiteX78" fmla="*/ 3412067 w 8017934"/>
              <a:gd name="connsiteY78" fmla="*/ 415732 h 593532"/>
              <a:gd name="connsiteX79" fmla="*/ 3437467 w 8017934"/>
              <a:gd name="connsiteY79" fmla="*/ 500398 h 593532"/>
              <a:gd name="connsiteX80" fmla="*/ 3454400 w 8017934"/>
              <a:gd name="connsiteY80" fmla="*/ 525798 h 593532"/>
              <a:gd name="connsiteX81" fmla="*/ 3462867 w 8017934"/>
              <a:gd name="connsiteY81" fmla="*/ 551198 h 593532"/>
              <a:gd name="connsiteX82" fmla="*/ 3505200 w 8017934"/>
              <a:gd name="connsiteY82" fmla="*/ 593532 h 593532"/>
              <a:gd name="connsiteX83" fmla="*/ 3683000 w 8017934"/>
              <a:gd name="connsiteY83" fmla="*/ 576598 h 593532"/>
              <a:gd name="connsiteX84" fmla="*/ 3708400 w 8017934"/>
              <a:gd name="connsiteY84" fmla="*/ 568132 h 593532"/>
              <a:gd name="connsiteX85" fmla="*/ 3683000 w 8017934"/>
              <a:gd name="connsiteY85" fmla="*/ 559665 h 593532"/>
              <a:gd name="connsiteX86" fmla="*/ 3810000 w 8017934"/>
              <a:gd name="connsiteY86" fmla="*/ 525798 h 593532"/>
              <a:gd name="connsiteX87" fmla="*/ 4004734 w 8017934"/>
              <a:gd name="connsiteY87" fmla="*/ 551198 h 593532"/>
              <a:gd name="connsiteX88" fmla="*/ 4174067 w 8017934"/>
              <a:gd name="connsiteY88" fmla="*/ 542732 h 593532"/>
              <a:gd name="connsiteX89" fmla="*/ 4191000 w 8017934"/>
              <a:gd name="connsiteY89" fmla="*/ 525798 h 593532"/>
              <a:gd name="connsiteX90" fmla="*/ 4199467 w 8017934"/>
              <a:gd name="connsiteY90" fmla="*/ 500398 h 593532"/>
              <a:gd name="connsiteX91" fmla="*/ 4216400 w 8017934"/>
              <a:gd name="connsiteY91" fmla="*/ 466532 h 593532"/>
              <a:gd name="connsiteX92" fmla="*/ 4216400 w 8017934"/>
              <a:gd name="connsiteY92" fmla="*/ 178665 h 593532"/>
              <a:gd name="connsiteX93" fmla="*/ 4224867 w 8017934"/>
              <a:gd name="connsiteY93" fmla="*/ 153265 h 593532"/>
              <a:gd name="connsiteX94" fmla="*/ 4258734 w 8017934"/>
              <a:gd name="connsiteY94" fmla="*/ 127865 h 593532"/>
              <a:gd name="connsiteX95" fmla="*/ 5164667 w 8017934"/>
              <a:gd name="connsiteY95" fmla="*/ 339532 h 593532"/>
              <a:gd name="connsiteX96" fmla="*/ 5190067 w 8017934"/>
              <a:gd name="connsiteY96" fmla="*/ 390332 h 593532"/>
              <a:gd name="connsiteX97" fmla="*/ 5207000 w 8017934"/>
              <a:gd name="connsiteY97" fmla="*/ 441132 h 593532"/>
              <a:gd name="connsiteX98" fmla="*/ 5274734 w 8017934"/>
              <a:gd name="connsiteY98" fmla="*/ 483465 h 593532"/>
              <a:gd name="connsiteX99" fmla="*/ 5317067 w 8017934"/>
              <a:gd name="connsiteY99" fmla="*/ 525798 h 593532"/>
              <a:gd name="connsiteX100" fmla="*/ 5308600 w 8017934"/>
              <a:gd name="connsiteY100" fmla="*/ 517332 h 593532"/>
              <a:gd name="connsiteX101" fmla="*/ 5342467 w 8017934"/>
              <a:gd name="connsiteY101" fmla="*/ 500398 h 593532"/>
              <a:gd name="connsiteX102" fmla="*/ 5401734 w 8017934"/>
              <a:gd name="connsiteY102" fmla="*/ 483465 h 593532"/>
              <a:gd name="connsiteX103" fmla="*/ 5435600 w 8017934"/>
              <a:gd name="connsiteY103" fmla="*/ 466532 h 593532"/>
              <a:gd name="connsiteX104" fmla="*/ 5537200 w 8017934"/>
              <a:gd name="connsiteY104" fmla="*/ 458065 h 593532"/>
              <a:gd name="connsiteX105" fmla="*/ 5562600 w 8017934"/>
              <a:gd name="connsiteY105" fmla="*/ 407265 h 593532"/>
              <a:gd name="connsiteX106" fmla="*/ 5579534 w 8017934"/>
              <a:gd name="connsiteY106" fmla="*/ 373398 h 593532"/>
              <a:gd name="connsiteX107" fmla="*/ 5613400 w 8017934"/>
              <a:gd name="connsiteY107" fmla="*/ 314132 h 593532"/>
              <a:gd name="connsiteX108" fmla="*/ 5621867 w 8017934"/>
              <a:gd name="connsiteY108" fmla="*/ 280265 h 593532"/>
              <a:gd name="connsiteX109" fmla="*/ 5630334 w 8017934"/>
              <a:gd name="connsiteY109" fmla="*/ 170198 h 593532"/>
              <a:gd name="connsiteX110" fmla="*/ 5638800 w 8017934"/>
              <a:gd name="connsiteY110" fmla="*/ 136332 h 593532"/>
              <a:gd name="connsiteX111" fmla="*/ 5689600 w 8017934"/>
              <a:gd name="connsiteY111" fmla="*/ 93998 h 593532"/>
              <a:gd name="connsiteX112" fmla="*/ 5731934 w 8017934"/>
              <a:gd name="connsiteY112" fmla="*/ 85532 h 593532"/>
              <a:gd name="connsiteX113" fmla="*/ 5892800 w 8017934"/>
              <a:gd name="connsiteY113" fmla="*/ 93998 h 593532"/>
              <a:gd name="connsiteX114" fmla="*/ 5918200 w 8017934"/>
              <a:gd name="connsiteY114" fmla="*/ 110932 h 593532"/>
              <a:gd name="connsiteX115" fmla="*/ 5960534 w 8017934"/>
              <a:gd name="connsiteY115" fmla="*/ 153265 h 593532"/>
              <a:gd name="connsiteX116" fmla="*/ 6019800 w 8017934"/>
              <a:gd name="connsiteY116" fmla="*/ 187132 h 593532"/>
              <a:gd name="connsiteX117" fmla="*/ 6028267 w 8017934"/>
              <a:gd name="connsiteY117" fmla="*/ 220998 h 593532"/>
              <a:gd name="connsiteX118" fmla="*/ 6062134 w 8017934"/>
              <a:gd name="connsiteY118" fmla="*/ 263332 h 593532"/>
              <a:gd name="connsiteX119" fmla="*/ 6079067 w 8017934"/>
              <a:gd name="connsiteY119" fmla="*/ 288732 h 593532"/>
              <a:gd name="connsiteX120" fmla="*/ 6104467 w 8017934"/>
              <a:gd name="connsiteY120" fmla="*/ 314132 h 593532"/>
              <a:gd name="connsiteX121" fmla="*/ 6138334 w 8017934"/>
              <a:gd name="connsiteY121" fmla="*/ 364932 h 593532"/>
              <a:gd name="connsiteX122" fmla="*/ 6155267 w 8017934"/>
              <a:gd name="connsiteY122" fmla="*/ 458065 h 593532"/>
              <a:gd name="connsiteX123" fmla="*/ 6180667 w 8017934"/>
              <a:gd name="connsiteY123" fmla="*/ 474998 h 593532"/>
              <a:gd name="connsiteX124" fmla="*/ 6197600 w 8017934"/>
              <a:gd name="connsiteY124" fmla="*/ 517332 h 593532"/>
              <a:gd name="connsiteX125" fmla="*/ 6214534 w 8017934"/>
              <a:gd name="connsiteY125" fmla="*/ 534265 h 593532"/>
              <a:gd name="connsiteX126" fmla="*/ 6409267 w 8017934"/>
              <a:gd name="connsiteY126" fmla="*/ 576598 h 593532"/>
              <a:gd name="connsiteX127" fmla="*/ 6443134 w 8017934"/>
              <a:gd name="connsiteY127" fmla="*/ 551198 h 593532"/>
              <a:gd name="connsiteX128" fmla="*/ 7035800 w 8017934"/>
              <a:gd name="connsiteY128" fmla="*/ 491932 h 593532"/>
              <a:gd name="connsiteX129" fmla="*/ 7171267 w 8017934"/>
              <a:gd name="connsiteY129" fmla="*/ 525798 h 593532"/>
              <a:gd name="connsiteX130" fmla="*/ 7239000 w 8017934"/>
              <a:gd name="connsiteY130" fmla="*/ 542732 h 593532"/>
              <a:gd name="connsiteX131" fmla="*/ 7416800 w 8017934"/>
              <a:gd name="connsiteY131" fmla="*/ 508865 h 593532"/>
              <a:gd name="connsiteX132" fmla="*/ 7425267 w 8017934"/>
              <a:gd name="connsiteY132" fmla="*/ 466532 h 593532"/>
              <a:gd name="connsiteX133" fmla="*/ 7433734 w 8017934"/>
              <a:gd name="connsiteY133" fmla="*/ 373398 h 593532"/>
              <a:gd name="connsiteX134" fmla="*/ 7450667 w 8017934"/>
              <a:gd name="connsiteY134" fmla="*/ 347998 h 593532"/>
              <a:gd name="connsiteX135" fmla="*/ 7459134 w 8017934"/>
              <a:gd name="connsiteY135" fmla="*/ 305665 h 593532"/>
              <a:gd name="connsiteX136" fmla="*/ 7467600 w 8017934"/>
              <a:gd name="connsiteY136" fmla="*/ 280265 h 593532"/>
              <a:gd name="connsiteX137" fmla="*/ 7476067 w 8017934"/>
              <a:gd name="connsiteY137" fmla="*/ 246398 h 593532"/>
              <a:gd name="connsiteX138" fmla="*/ 7526867 w 8017934"/>
              <a:gd name="connsiteY138" fmla="*/ 229465 h 593532"/>
              <a:gd name="connsiteX139" fmla="*/ 7569200 w 8017934"/>
              <a:gd name="connsiteY139" fmla="*/ 187132 h 593532"/>
              <a:gd name="connsiteX140" fmla="*/ 7611534 w 8017934"/>
              <a:gd name="connsiteY140" fmla="*/ 153265 h 593532"/>
              <a:gd name="connsiteX141" fmla="*/ 7645400 w 8017934"/>
              <a:gd name="connsiteY141" fmla="*/ 127865 h 593532"/>
              <a:gd name="connsiteX142" fmla="*/ 7653867 w 8017934"/>
              <a:gd name="connsiteY142" fmla="*/ 102465 h 593532"/>
              <a:gd name="connsiteX143" fmla="*/ 7730067 w 8017934"/>
              <a:gd name="connsiteY143" fmla="*/ 68598 h 593532"/>
              <a:gd name="connsiteX144" fmla="*/ 7823200 w 8017934"/>
              <a:gd name="connsiteY144" fmla="*/ 43198 h 593532"/>
              <a:gd name="connsiteX145" fmla="*/ 7907867 w 8017934"/>
              <a:gd name="connsiteY145" fmla="*/ 9332 h 593532"/>
              <a:gd name="connsiteX146" fmla="*/ 7941734 w 8017934"/>
              <a:gd name="connsiteY146" fmla="*/ 865 h 593532"/>
              <a:gd name="connsiteX147" fmla="*/ 8017934 w 8017934"/>
              <a:gd name="connsiteY147" fmla="*/ 865 h 593532"/>
              <a:gd name="connsiteX0" fmla="*/ 0 w 8017934"/>
              <a:gd name="connsiteY0" fmla="*/ 559665 h 593532"/>
              <a:gd name="connsiteX1" fmla="*/ 491067 w 8017934"/>
              <a:gd name="connsiteY1" fmla="*/ 551198 h 593532"/>
              <a:gd name="connsiteX2" fmla="*/ 508000 w 8017934"/>
              <a:gd name="connsiteY2" fmla="*/ 525798 h 593532"/>
              <a:gd name="connsiteX3" fmla="*/ 533400 w 8017934"/>
              <a:gd name="connsiteY3" fmla="*/ 508865 h 593532"/>
              <a:gd name="connsiteX4" fmla="*/ 567267 w 8017934"/>
              <a:gd name="connsiteY4" fmla="*/ 474998 h 593532"/>
              <a:gd name="connsiteX5" fmla="*/ 575734 w 8017934"/>
              <a:gd name="connsiteY5" fmla="*/ 449598 h 593532"/>
              <a:gd name="connsiteX6" fmla="*/ 584200 w 8017934"/>
              <a:gd name="connsiteY6" fmla="*/ 407265 h 593532"/>
              <a:gd name="connsiteX7" fmla="*/ 601134 w 8017934"/>
              <a:gd name="connsiteY7" fmla="*/ 381865 h 593532"/>
              <a:gd name="connsiteX8" fmla="*/ 618067 w 8017934"/>
              <a:gd name="connsiteY8" fmla="*/ 305665 h 593532"/>
              <a:gd name="connsiteX9" fmla="*/ 626534 w 8017934"/>
              <a:gd name="connsiteY9" fmla="*/ 280265 h 593532"/>
              <a:gd name="connsiteX10" fmla="*/ 643467 w 8017934"/>
              <a:gd name="connsiteY10" fmla="*/ 246398 h 593532"/>
              <a:gd name="connsiteX11" fmla="*/ 660400 w 8017934"/>
              <a:gd name="connsiteY11" fmla="*/ 187132 h 593532"/>
              <a:gd name="connsiteX12" fmla="*/ 677334 w 8017934"/>
              <a:gd name="connsiteY12" fmla="*/ 170198 h 593532"/>
              <a:gd name="connsiteX13" fmla="*/ 702734 w 8017934"/>
              <a:gd name="connsiteY13" fmla="*/ 110932 h 593532"/>
              <a:gd name="connsiteX14" fmla="*/ 795867 w 8017934"/>
              <a:gd name="connsiteY14" fmla="*/ 68598 h 593532"/>
              <a:gd name="connsiteX15" fmla="*/ 922867 w 8017934"/>
              <a:gd name="connsiteY15" fmla="*/ 85532 h 593532"/>
              <a:gd name="connsiteX16" fmla="*/ 948267 w 8017934"/>
              <a:gd name="connsiteY16" fmla="*/ 93998 h 593532"/>
              <a:gd name="connsiteX17" fmla="*/ 965200 w 8017934"/>
              <a:gd name="connsiteY17" fmla="*/ 144798 h 593532"/>
              <a:gd name="connsiteX18" fmla="*/ 982134 w 8017934"/>
              <a:gd name="connsiteY18" fmla="*/ 220998 h 593532"/>
              <a:gd name="connsiteX19" fmla="*/ 990600 w 8017934"/>
              <a:gd name="connsiteY19" fmla="*/ 246398 h 593532"/>
              <a:gd name="connsiteX20" fmla="*/ 1007534 w 8017934"/>
              <a:gd name="connsiteY20" fmla="*/ 314132 h 593532"/>
              <a:gd name="connsiteX21" fmla="*/ 1041400 w 8017934"/>
              <a:gd name="connsiteY21" fmla="*/ 364932 h 593532"/>
              <a:gd name="connsiteX22" fmla="*/ 1058334 w 8017934"/>
              <a:gd name="connsiteY22" fmla="*/ 534265 h 593532"/>
              <a:gd name="connsiteX23" fmla="*/ 1083734 w 8017934"/>
              <a:gd name="connsiteY23" fmla="*/ 551198 h 593532"/>
              <a:gd name="connsiteX24" fmla="*/ 1227667 w 8017934"/>
              <a:gd name="connsiteY24" fmla="*/ 559665 h 593532"/>
              <a:gd name="connsiteX25" fmla="*/ 1405467 w 8017934"/>
              <a:gd name="connsiteY25" fmla="*/ 542732 h 593532"/>
              <a:gd name="connsiteX26" fmla="*/ 1439334 w 8017934"/>
              <a:gd name="connsiteY26" fmla="*/ 534265 h 593532"/>
              <a:gd name="connsiteX27" fmla="*/ 1464734 w 8017934"/>
              <a:gd name="connsiteY27" fmla="*/ 517332 h 593532"/>
              <a:gd name="connsiteX28" fmla="*/ 1481667 w 8017934"/>
              <a:gd name="connsiteY28" fmla="*/ 491932 h 593532"/>
              <a:gd name="connsiteX29" fmla="*/ 1490134 w 8017934"/>
              <a:gd name="connsiteY29" fmla="*/ 373398 h 593532"/>
              <a:gd name="connsiteX30" fmla="*/ 1498600 w 8017934"/>
              <a:gd name="connsiteY30" fmla="*/ 339532 h 593532"/>
              <a:gd name="connsiteX31" fmla="*/ 1515534 w 8017934"/>
              <a:gd name="connsiteY31" fmla="*/ 322598 h 593532"/>
              <a:gd name="connsiteX32" fmla="*/ 1524000 w 8017934"/>
              <a:gd name="connsiteY32" fmla="*/ 288732 h 593532"/>
              <a:gd name="connsiteX33" fmla="*/ 1532467 w 8017934"/>
              <a:gd name="connsiteY33" fmla="*/ 263332 h 593532"/>
              <a:gd name="connsiteX34" fmla="*/ 1540934 w 8017934"/>
              <a:gd name="connsiteY34" fmla="*/ 220998 h 593532"/>
              <a:gd name="connsiteX35" fmla="*/ 1557867 w 8017934"/>
              <a:gd name="connsiteY35" fmla="*/ 187132 h 593532"/>
              <a:gd name="connsiteX36" fmla="*/ 1574800 w 8017934"/>
              <a:gd name="connsiteY36" fmla="*/ 127865 h 593532"/>
              <a:gd name="connsiteX37" fmla="*/ 1608667 w 8017934"/>
              <a:gd name="connsiteY37" fmla="*/ 93998 h 593532"/>
              <a:gd name="connsiteX38" fmla="*/ 1634067 w 8017934"/>
              <a:gd name="connsiteY38" fmla="*/ 77065 h 593532"/>
              <a:gd name="connsiteX39" fmla="*/ 1667934 w 8017934"/>
              <a:gd name="connsiteY39" fmla="*/ 68598 h 593532"/>
              <a:gd name="connsiteX40" fmla="*/ 1693334 w 8017934"/>
              <a:gd name="connsiteY40" fmla="*/ 60132 h 593532"/>
              <a:gd name="connsiteX41" fmla="*/ 1718734 w 8017934"/>
              <a:gd name="connsiteY41" fmla="*/ 68598 h 593532"/>
              <a:gd name="connsiteX42" fmla="*/ 1761067 w 8017934"/>
              <a:gd name="connsiteY42" fmla="*/ 85532 h 593532"/>
              <a:gd name="connsiteX43" fmla="*/ 1811867 w 8017934"/>
              <a:gd name="connsiteY43" fmla="*/ 93998 h 593532"/>
              <a:gd name="connsiteX44" fmla="*/ 2192867 w 8017934"/>
              <a:gd name="connsiteY44" fmla="*/ 93998 h 593532"/>
              <a:gd name="connsiteX45" fmla="*/ 2311400 w 8017934"/>
              <a:gd name="connsiteY45" fmla="*/ 102465 h 593532"/>
              <a:gd name="connsiteX46" fmla="*/ 2345267 w 8017934"/>
              <a:gd name="connsiteY46" fmla="*/ 170198 h 593532"/>
              <a:gd name="connsiteX47" fmla="*/ 2345267 w 8017934"/>
              <a:gd name="connsiteY47" fmla="*/ 170198 h 593532"/>
              <a:gd name="connsiteX48" fmla="*/ 2379134 w 8017934"/>
              <a:gd name="connsiteY48" fmla="*/ 246398 h 593532"/>
              <a:gd name="connsiteX49" fmla="*/ 2404534 w 8017934"/>
              <a:gd name="connsiteY49" fmla="*/ 297198 h 593532"/>
              <a:gd name="connsiteX50" fmla="*/ 2421467 w 8017934"/>
              <a:gd name="connsiteY50" fmla="*/ 356465 h 593532"/>
              <a:gd name="connsiteX51" fmla="*/ 2438400 w 8017934"/>
              <a:gd name="connsiteY51" fmla="*/ 390332 h 593532"/>
              <a:gd name="connsiteX52" fmla="*/ 2455334 w 8017934"/>
              <a:gd name="connsiteY52" fmla="*/ 441132 h 593532"/>
              <a:gd name="connsiteX53" fmla="*/ 2463800 w 8017934"/>
              <a:gd name="connsiteY53" fmla="*/ 466532 h 593532"/>
              <a:gd name="connsiteX54" fmla="*/ 2480734 w 8017934"/>
              <a:gd name="connsiteY54" fmla="*/ 483465 h 593532"/>
              <a:gd name="connsiteX55" fmla="*/ 2523067 w 8017934"/>
              <a:gd name="connsiteY55" fmla="*/ 559665 h 593532"/>
              <a:gd name="connsiteX56" fmla="*/ 2582334 w 8017934"/>
              <a:gd name="connsiteY56" fmla="*/ 568132 h 593532"/>
              <a:gd name="connsiteX57" fmla="*/ 2599267 w 8017934"/>
              <a:gd name="connsiteY57" fmla="*/ 525798 h 593532"/>
              <a:gd name="connsiteX58" fmla="*/ 2616200 w 8017934"/>
              <a:gd name="connsiteY58" fmla="*/ 500398 h 593532"/>
              <a:gd name="connsiteX59" fmla="*/ 2658534 w 8017934"/>
              <a:gd name="connsiteY59" fmla="*/ 508865 h 593532"/>
              <a:gd name="connsiteX60" fmla="*/ 2751667 w 8017934"/>
              <a:gd name="connsiteY60" fmla="*/ 534265 h 593532"/>
              <a:gd name="connsiteX61" fmla="*/ 2777067 w 8017934"/>
              <a:gd name="connsiteY61" fmla="*/ 551198 h 593532"/>
              <a:gd name="connsiteX62" fmla="*/ 2802467 w 8017934"/>
              <a:gd name="connsiteY62" fmla="*/ 500398 h 593532"/>
              <a:gd name="connsiteX63" fmla="*/ 2844800 w 8017934"/>
              <a:gd name="connsiteY63" fmla="*/ 483465 h 593532"/>
              <a:gd name="connsiteX64" fmla="*/ 2861734 w 8017934"/>
              <a:gd name="connsiteY64" fmla="*/ 424198 h 593532"/>
              <a:gd name="connsiteX65" fmla="*/ 2887134 w 8017934"/>
              <a:gd name="connsiteY65" fmla="*/ 263332 h 593532"/>
              <a:gd name="connsiteX66" fmla="*/ 2895600 w 8017934"/>
              <a:gd name="connsiteY66" fmla="*/ 195598 h 593532"/>
              <a:gd name="connsiteX67" fmla="*/ 2929467 w 8017934"/>
              <a:gd name="connsiteY67" fmla="*/ 119398 h 593532"/>
              <a:gd name="connsiteX68" fmla="*/ 2963334 w 8017934"/>
              <a:gd name="connsiteY68" fmla="*/ 102465 h 593532"/>
              <a:gd name="connsiteX69" fmla="*/ 3183467 w 8017934"/>
              <a:gd name="connsiteY69" fmla="*/ 77065 h 593532"/>
              <a:gd name="connsiteX70" fmla="*/ 3293534 w 8017934"/>
              <a:gd name="connsiteY70" fmla="*/ 93998 h 593532"/>
              <a:gd name="connsiteX71" fmla="*/ 3302000 w 8017934"/>
              <a:gd name="connsiteY71" fmla="*/ 127865 h 593532"/>
              <a:gd name="connsiteX72" fmla="*/ 3318934 w 8017934"/>
              <a:gd name="connsiteY72" fmla="*/ 204065 h 593532"/>
              <a:gd name="connsiteX73" fmla="*/ 3335867 w 8017934"/>
              <a:gd name="connsiteY73" fmla="*/ 229465 h 593532"/>
              <a:gd name="connsiteX74" fmla="*/ 3352800 w 8017934"/>
              <a:gd name="connsiteY74" fmla="*/ 288732 h 593532"/>
              <a:gd name="connsiteX75" fmla="*/ 3369734 w 8017934"/>
              <a:gd name="connsiteY75" fmla="*/ 322598 h 593532"/>
              <a:gd name="connsiteX76" fmla="*/ 3386667 w 8017934"/>
              <a:gd name="connsiteY76" fmla="*/ 373398 h 593532"/>
              <a:gd name="connsiteX77" fmla="*/ 3395134 w 8017934"/>
              <a:gd name="connsiteY77" fmla="*/ 398798 h 593532"/>
              <a:gd name="connsiteX78" fmla="*/ 3412067 w 8017934"/>
              <a:gd name="connsiteY78" fmla="*/ 415732 h 593532"/>
              <a:gd name="connsiteX79" fmla="*/ 3437467 w 8017934"/>
              <a:gd name="connsiteY79" fmla="*/ 500398 h 593532"/>
              <a:gd name="connsiteX80" fmla="*/ 3454400 w 8017934"/>
              <a:gd name="connsiteY80" fmla="*/ 525798 h 593532"/>
              <a:gd name="connsiteX81" fmla="*/ 3462867 w 8017934"/>
              <a:gd name="connsiteY81" fmla="*/ 551198 h 593532"/>
              <a:gd name="connsiteX82" fmla="*/ 3505200 w 8017934"/>
              <a:gd name="connsiteY82" fmla="*/ 593532 h 593532"/>
              <a:gd name="connsiteX83" fmla="*/ 3683000 w 8017934"/>
              <a:gd name="connsiteY83" fmla="*/ 576598 h 593532"/>
              <a:gd name="connsiteX84" fmla="*/ 3708400 w 8017934"/>
              <a:gd name="connsiteY84" fmla="*/ 568132 h 593532"/>
              <a:gd name="connsiteX85" fmla="*/ 3683000 w 8017934"/>
              <a:gd name="connsiteY85" fmla="*/ 559665 h 593532"/>
              <a:gd name="connsiteX86" fmla="*/ 3810000 w 8017934"/>
              <a:gd name="connsiteY86" fmla="*/ 525798 h 593532"/>
              <a:gd name="connsiteX87" fmla="*/ 4004734 w 8017934"/>
              <a:gd name="connsiteY87" fmla="*/ 551198 h 593532"/>
              <a:gd name="connsiteX88" fmla="*/ 4174067 w 8017934"/>
              <a:gd name="connsiteY88" fmla="*/ 542732 h 593532"/>
              <a:gd name="connsiteX89" fmla="*/ 4191000 w 8017934"/>
              <a:gd name="connsiteY89" fmla="*/ 525798 h 593532"/>
              <a:gd name="connsiteX90" fmla="*/ 4199467 w 8017934"/>
              <a:gd name="connsiteY90" fmla="*/ 500398 h 593532"/>
              <a:gd name="connsiteX91" fmla="*/ 4216400 w 8017934"/>
              <a:gd name="connsiteY91" fmla="*/ 466532 h 593532"/>
              <a:gd name="connsiteX92" fmla="*/ 4216400 w 8017934"/>
              <a:gd name="connsiteY92" fmla="*/ 178665 h 593532"/>
              <a:gd name="connsiteX93" fmla="*/ 4224867 w 8017934"/>
              <a:gd name="connsiteY93" fmla="*/ 153265 h 593532"/>
              <a:gd name="connsiteX94" fmla="*/ 4258734 w 8017934"/>
              <a:gd name="connsiteY94" fmla="*/ 127865 h 593532"/>
              <a:gd name="connsiteX95" fmla="*/ 5067336 w 8017934"/>
              <a:gd name="connsiteY95" fmla="*/ 134684 h 593532"/>
              <a:gd name="connsiteX96" fmla="*/ 5164667 w 8017934"/>
              <a:gd name="connsiteY96" fmla="*/ 339532 h 593532"/>
              <a:gd name="connsiteX97" fmla="*/ 5190067 w 8017934"/>
              <a:gd name="connsiteY97" fmla="*/ 390332 h 593532"/>
              <a:gd name="connsiteX98" fmla="*/ 5207000 w 8017934"/>
              <a:gd name="connsiteY98" fmla="*/ 441132 h 593532"/>
              <a:gd name="connsiteX99" fmla="*/ 5274734 w 8017934"/>
              <a:gd name="connsiteY99" fmla="*/ 483465 h 593532"/>
              <a:gd name="connsiteX100" fmla="*/ 5317067 w 8017934"/>
              <a:gd name="connsiteY100" fmla="*/ 525798 h 593532"/>
              <a:gd name="connsiteX101" fmla="*/ 5308600 w 8017934"/>
              <a:gd name="connsiteY101" fmla="*/ 517332 h 593532"/>
              <a:gd name="connsiteX102" fmla="*/ 5342467 w 8017934"/>
              <a:gd name="connsiteY102" fmla="*/ 500398 h 593532"/>
              <a:gd name="connsiteX103" fmla="*/ 5401734 w 8017934"/>
              <a:gd name="connsiteY103" fmla="*/ 483465 h 593532"/>
              <a:gd name="connsiteX104" fmla="*/ 5435600 w 8017934"/>
              <a:gd name="connsiteY104" fmla="*/ 466532 h 593532"/>
              <a:gd name="connsiteX105" fmla="*/ 5537200 w 8017934"/>
              <a:gd name="connsiteY105" fmla="*/ 458065 h 593532"/>
              <a:gd name="connsiteX106" fmla="*/ 5562600 w 8017934"/>
              <a:gd name="connsiteY106" fmla="*/ 407265 h 593532"/>
              <a:gd name="connsiteX107" fmla="*/ 5579534 w 8017934"/>
              <a:gd name="connsiteY107" fmla="*/ 373398 h 593532"/>
              <a:gd name="connsiteX108" fmla="*/ 5613400 w 8017934"/>
              <a:gd name="connsiteY108" fmla="*/ 314132 h 593532"/>
              <a:gd name="connsiteX109" fmla="*/ 5621867 w 8017934"/>
              <a:gd name="connsiteY109" fmla="*/ 280265 h 593532"/>
              <a:gd name="connsiteX110" fmla="*/ 5630334 w 8017934"/>
              <a:gd name="connsiteY110" fmla="*/ 170198 h 593532"/>
              <a:gd name="connsiteX111" fmla="*/ 5638800 w 8017934"/>
              <a:gd name="connsiteY111" fmla="*/ 136332 h 593532"/>
              <a:gd name="connsiteX112" fmla="*/ 5689600 w 8017934"/>
              <a:gd name="connsiteY112" fmla="*/ 93998 h 593532"/>
              <a:gd name="connsiteX113" fmla="*/ 5731934 w 8017934"/>
              <a:gd name="connsiteY113" fmla="*/ 85532 h 593532"/>
              <a:gd name="connsiteX114" fmla="*/ 5892800 w 8017934"/>
              <a:gd name="connsiteY114" fmla="*/ 93998 h 593532"/>
              <a:gd name="connsiteX115" fmla="*/ 5918200 w 8017934"/>
              <a:gd name="connsiteY115" fmla="*/ 110932 h 593532"/>
              <a:gd name="connsiteX116" fmla="*/ 5960534 w 8017934"/>
              <a:gd name="connsiteY116" fmla="*/ 153265 h 593532"/>
              <a:gd name="connsiteX117" fmla="*/ 6019800 w 8017934"/>
              <a:gd name="connsiteY117" fmla="*/ 187132 h 593532"/>
              <a:gd name="connsiteX118" fmla="*/ 6028267 w 8017934"/>
              <a:gd name="connsiteY118" fmla="*/ 220998 h 593532"/>
              <a:gd name="connsiteX119" fmla="*/ 6062134 w 8017934"/>
              <a:gd name="connsiteY119" fmla="*/ 263332 h 593532"/>
              <a:gd name="connsiteX120" fmla="*/ 6079067 w 8017934"/>
              <a:gd name="connsiteY120" fmla="*/ 288732 h 593532"/>
              <a:gd name="connsiteX121" fmla="*/ 6104467 w 8017934"/>
              <a:gd name="connsiteY121" fmla="*/ 314132 h 593532"/>
              <a:gd name="connsiteX122" fmla="*/ 6138334 w 8017934"/>
              <a:gd name="connsiteY122" fmla="*/ 364932 h 593532"/>
              <a:gd name="connsiteX123" fmla="*/ 6155267 w 8017934"/>
              <a:gd name="connsiteY123" fmla="*/ 458065 h 593532"/>
              <a:gd name="connsiteX124" fmla="*/ 6180667 w 8017934"/>
              <a:gd name="connsiteY124" fmla="*/ 474998 h 593532"/>
              <a:gd name="connsiteX125" fmla="*/ 6197600 w 8017934"/>
              <a:gd name="connsiteY125" fmla="*/ 517332 h 593532"/>
              <a:gd name="connsiteX126" fmla="*/ 6214534 w 8017934"/>
              <a:gd name="connsiteY126" fmla="*/ 534265 h 593532"/>
              <a:gd name="connsiteX127" fmla="*/ 6409267 w 8017934"/>
              <a:gd name="connsiteY127" fmla="*/ 576598 h 593532"/>
              <a:gd name="connsiteX128" fmla="*/ 6443134 w 8017934"/>
              <a:gd name="connsiteY128" fmla="*/ 551198 h 593532"/>
              <a:gd name="connsiteX129" fmla="*/ 7035800 w 8017934"/>
              <a:gd name="connsiteY129" fmla="*/ 491932 h 593532"/>
              <a:gd name="connsiteX130" fmla="*/ 7171267 w 8017934"/>
              <a:gd name="connsiteY130" fmla="*/ 525798 h 593532"/>
              <a:gd name="connsiteX131" fmla="*/ 7239000 w 8017934"/>
              <a:gd name="connsiteY131" fmla="*/ 542732 h 593532"/>
              <a:gd name="connsiteX132" fmla="*/ 7416800 w 8017934"/>
              <a:gd name="connsiteY132" fmla="*/ 508865 h 593532"/>
              <a:gd name="connsiteX133" fmla="*/ 7425267 w 8017934"/>
              <a:gd name="connsiteY133" fmla="*/ 466532 h 593532"/>
              <a:gd name="connsiteX134" fmla="*/ 7433734 w 8017934"/>
              <a:gd name="connsiteY134" fmla="*/ 373398 h 593532"/>
              <a:gd name="connsiteX135" fmla="*/ 7450667 w 8017934"/>
              <a:gd name="connsiteY135" fmla="*/ 347998 h 593532"/>
              <a:gd name="connsiteX136" fmla="*/ 7459134 w 8017934"/>
              <a:gd name="connsiteY136" fmla="*/ 305665 h 593532"/>
              <a:gd name="connsiteX137" fmla="*/ 7467600 w 8017934"/>
              <a:gd name="connsiteY137" fmla="*/ 280265 h 593532"/>
              <a:gd name="connsiteX138" fmla="*/ 7476067 w 8017934"/>
              <a:gd name="connsiteY138" fmla="*/ 246398 h 593532"/>
              <a:gd name="connsiteX139" fmla="*/ 7526867 w 8017934"/>
              <a:gd name="connsiteY139" fmla="*/ 229465 h 593532"/>
              <a:gd name="connsiteX140" fmla="*/ 7569200 w 8017934"/>
              <a:gd name="connsiteY140" fmla="*/ 187132 h 593532"/>
              <a:gd name="connsiteX141" fmla="*/ 7611534 w 8017934"/>
              <a:gd name="connsiteY141" fmla="*/ 153265 h 593532"/>
              <a:gd name="connsiteX142" fmla="*/ 7645400 w 8017934"/>
              <a:gd name="connsiteY142" fmla="*/ 127865 h 593532"/>
              <a:gd name="connsiteX143" fmla="*/ 7653867 w 8017934"/>
              <a:gd name="connsiteY143" fmla="*/ 102465 h 593532"/>
              <a:gd name="connsiteX144" fmla="*/ 7730067 w 8017934"/>
              <a:gd name="connsiteY144" fmla="*/ 68598 h 593532"/>
              <a:gd name="connsiteX145" fmla="*/ 7823200 w 8017934"/>
              <a:gd name="connsiteY145" fmla="*/ 43198 h 593532"/>
              <a:gd name="connsiteX146" fmla="*/ 7907867 w 8017934"/>
              <a:gd name="connsiteY146" fmla="*/ 9332 h 593532"/>
              <a:gd name="connsiteX147" fmla="*/ 7941734 w 8017934"/>
              <a:gd name="connsiteY147" fmla="*/ 865 h 593532"/>
              <a:gd name="connsiteX148" fmla="*/ 8017934 w 8017934"/>
              <a:gd name="connsiteY148" fmla="*/ 865 h 593532"/>
              <a:gd name="connsiteX0" fmla="*/ 0 w 8017934"/>
              <a:gd name="connsiteY0" fmla="*/ 559665 h 593532"/>
              <a:gd name="connsiteX1" fmla="*/ 491067 w 8017934"/>
              <a:gd name="connsiteY1" fmla="*/ 551198 h 593532"/>
              <a:gd name="connsiteX2" fmla="*/ 508000 w 8017934"/>
              <a:gd name="connsiteY2" fmla="*/ 525798 h 593532"/>
              <a:gd name="connsiteX3" fmla="*/ 533400 w 8017934"/>
              <a:gd name="connsiteY3" fmla="*/ 508865 h 593532"/>
              <a:gd name="connsiteX4" fmla="*/ 567267 w 8017934"/>
              <a:gd name="connsiteY4" fmla="*/ 474998 h 593532"/>
              <a:gd name="connsiteX5" fmla="*/ 575734 w 8017934"/>
              <a:gd name="connsiteY5" fmla="*/ 449598 h 593532"/>
              <a:gd name="connsiteX6" fmla="*/ 584200 w 8017934"/>
              <a:gd name="connsiteY6" fmla="*/ 407265 h 593532"/>
              <a:gd name="connsiteX7" fmla="*/ 601134 w 8017934"/>
              <a:gd name="connsiteY7" fmla="*/ 381865 h 593532"/>
              <a:gd name="connsiteX8" fmla="*/ 618067 w 8017934"/>
              <a:gd name="connsiteY8" fmla="*/ 305665 h 593532"/>
              <a:gd name="connsiteX9" fmla="*/ 626534 w 8017934"/>
              <a:gd name="connsiteY9" fmla="*/ 280265 h 593532"/>
              <a:gd name="connsiteX10" fmla="*/ 643467 w 8017934"/>
              <a:gd name="connsiteY10" fmla="*/ 246398 h 593532"/>
              <a:gd name="connsiteX11" fmla="*/ 660400 w 8017934"/>
              <a:gd name="connsiteY11" fmla="*/ 187132 h 593532"/>
              <a:gd name="connsiteX12" fmla="*/ 677334 w 8017934"/>
              <a:gd name="connsiteY12" fmla="*/ 170198 h 593532"/>
              <a:gd name="connsiteX13" fmla="*/ 702734 w 8017934"/>
              <a:gd name="connsiteY13" fmla="*/ 110932 h 593532"/>
              <a:gd name="connsiteX14" fmla="*/ 795867 w 8017934"/>
              <a:gd name="connsiteY14" fmla="*/ 68598 h 593532"/>
              <a:gd name="connsiteX15" fmla="*/ 922867 w 8017934"/>
              <a:gd name="connsiteY15" fmla="*/ 85532 h 593532"/>
              <a:gd name="connsiteX16" fmla="*/ 948267 w 8017934"/>
              <a:gd name="connsiteY16" fmla="*/ 93998 h 593532"/>
              <a:gd name="connsiteX17" fmla="*/ 965200 w 8017934"/>
              <a:gd name="connsiteY17" fmla="*/ 144798 h 593532"/>
              <a:gd name="connsiteX18" fmla="*/ 982134 w 8017934"/>
              <a:gd name="connsiteY18" fmla="*/ 220998 h 593532"/>
              <a:gd name="connsiteX19" fmla="*/ 990600 w 8017934"/>
              <a:gd name="connsiteY19" fmla="*/ 246398 h 593532"/>
              <a:gd name="connsiteX20" fmla="*/ 1007534 w 8017934"/>
              <a:gd name="connsiteY20" fmla="*/ 314132 h 593532"/>
              <a:gd name="connsiteX21" fmla="*/ 1041400 w 8017934"/>
              <a:gd name="connsiteY21" fmla="*/ 364932 h 593532"/>
              <a:gd name="connsiteX22" fmla="*/ 1058334 w 8017934"/>
              <a:gd name="connsiteY22" fmla="*/ 534265 h 593532"/>
              <a:gd name="connsiteX23" fmla="*/ 1083734 w 8017934"/>
              <a:gd name="connsiteY23" fmla="*/ 551198 h 593532"/>
              <a:gd name="connsiteX24" fmla="*/ 1227667 w 8017934"/>
              <a:gd name="connsiteY24" fmla="*/ 559665 h 593532"/>
              <a:gd name="connsiteX25" fmla="*/ 1405467 w 8017934"/>
              <a:gd name="connsiteY25" fmla="*/ 542732 h 593532"/>
              <a:gd name="connsiteX26" fmla="*/ 1439334 w 8017934"/>
              <a:gd name="connsiteY26" fmla="*/ 534265 h 593532"/>
              <a:gd name="connsiteX27" fmla="*/ 1464734 w 8017934"/>
              <a:gd name="connsiteY27" fmla="*/ 517332 h 593532"/>
              <a:gd name="connsiteX28" fmla="*/ 1481667 w 8017934"/>
              <a:gd name="connsiteY28" fmla="*/ 491932 h 593532"/>
              <a:gd name="connsiteX29" fmla="*/ 1490134 w 8017934"/>
              <a:gd name="connsiteY29" fmla="*/ 373398 h 593532"/>
              <a:gd name="connsiteX30" fmla="*/ 1498600 w 8017934"/>
              <a:gd name="connsiteY30" fmla="*/ 339532 h 593532"/>
              <a:gd name="connsiteX31" fmla="*/ 1515534 w 8017934"/>
              <a:gd name="connsiteY31" fmla="*/ 322598 h 593532"/>
              <a:gd name="connsiteX32" fmla="*/ 1524000 w 8017934"/>
              <a:gd name="connsiteY32" fmla="*/ 288732 h 593532"/>
              <a:gd name="connsiteX33" fmla="*/ 1532467 w 8017934"/>
              <a:gd name="connsiteY33" fmla="*/ 263332 h 593532"/>
              <a:gd name="connsiteX34" fmla="*/ 1540934 w 8017934"/>
              <a:gd name="connsiteY34" fmla="*/ 220998 h 593532"/>
              <a:gd name="connsiteX35" fmla="*/ 1557867 w 8017934"/>
              <a:gd name="connsiteY35" fmla="*/ 187132 h 593532"/>
              <a:gd name="connsiteX36" fmla="*/ 1574800 w 8017934"/>
              <a:gd name="connsiteY36" fmla="*/ 127865 h 593532"/>
              <a:gd name="connsiteX37" fmla="*/ 1608667 w 8017934"/>
              <a:gd name="connsiteY37" fmla="*/ 93998 h 593532"/>
              <a:gd name="connsiteX38" fmla="*/ 1634067 w 8017934"/>
              <a:gd name="connsiteY38" fmla="*/ 77065 h 593532"/>
              <a:gd name="connsiteX39" fmla="*/ 1667934 w 8017934"/>
              <a:gd name="connsiteY39" fmla="*/ 68598 h 593532"/>
              <a:gd name="connsiteX40" fmla="*/ 1693334 w 8017934"/>
              <a:gd name="connsiteY40" fmla="*/ 60132 h 593532"/>
              <a:gd name="connsiteX41" fmla="*/ 1718734 w 8017934"/>
              <a:gd name="connsiteY41" fmla="*/ 68598 h 593532"/>
              <a:gd name="connsiteX42" fmla="*/ 1761067 w 8017934"/>
              <a:gd name="connsiteY42" fmla="*/ 85532 h 593532"/>
              <a:gd name="connsiteX43" fmla="*/ 1811867 w 8017934"/>
              <a:gd name="connsiteY43" fmla="*/ 93998 h 593532"/>
              <a:gd name="connsiteX44" fmla="*/ 2192867 w 8017934"/>
              <a:gd name="connsiteY44" fmla="*/ 93998 h 593532"/>
              <a:gd name="connsiteX45" fmla="*/ 2311400 w 8017934"/>
              <a:gd name="connsiteY45" fmla="*/ 102465 h 593532"/>
              <a:gd name="connsiteX46" fmla="*/ 2345267 w 8017934"/>
              <a:gd name="connsiteY46" fmla="*/ 170198 h 593532"/>
              <a:gd name="connsiteX47" fmla="*/ 2345267 w 8017934"/>
              <a:gd name="connsiteY47" fmla="*/ 170198 h 593532"/>
              <a:gd name="connsiteX48" fmla="*/ 2379134 w 8017934"/>
              <a:gd name="connsiteY48" fmla="*/ 246398 h 593532"/>
              <a:gd name="connsiteX49" fmla="*/ 2404534 w 8017934"/>
              <a:gd name="connsiteY49" fmla="*/ 297198 h 593532"/>
              <a:gd name="connsiteX50" fmla="*/ 2421467 w 8017934"/>
              <a:gd name="connsiteY50" fmla="*/ 356465 h 593532"/>
              <a:gd name="connsiteX51" fmla="*/ 2438400 w 8017934"/>
              <a:gd name="connsiteY51" fmla="*/ 390332 h 593532"/>
              <a:gd name="connsiteX52" fmla="*/ 2455334 w 8017934"/>
              <a:gd name="connsiteY52" fmla="*/ 441132 h 593532"/>
              <a:gd name="connsiteX53" fmla="*/ 2463800 w 8017934"/>
              <a:gd name="connsiteY53" fmla="*/ 466532 h 593532"/>
              <a:gd name="connsiteX54" fmla="*/ 2480734 w 8017934"/>
              <a:gd name="connsiteY54" fmla="*/ 483465 h 593532"/>
              <a:gd name="connsiteX55" fmla="*/ 2523067 w 8017934"/>
              <a:gd name="connsiteY55" fmla="*/ 559665 h 593532"/>
              <a:gd name="connsiteX56" fmla="*/ 2582334 w 8017934"/>
              <a:gd name="connsiteY56" fmla="*/ 568132 h 593532"/>
              <a:gd name="connsiteX57" fmla="*/ 2599267 w 8017934"/>
              <a:gd name="connsiteY57" fmla="*/ 525798 h 593532"/>
              <a:gd name="connsiteX58" fmla="*/ 2616200 w 8017934"/>
              <a:gd name="connsiteY58" fmla="*/ 500398 h 593532"/>
              <a:gd name="connsiteX59" fmla="*/ 2658534 w 8017934"/>
              <a:gd name="connsiteY59" fmla="*/ 508865 h 593532"/>
              <a:gd name="connsiteX60" fmla="*/ 2751667 w 8017934"/>
              <a:gd name="connsiteY60" fmla="*/ 534265 h 593532"/>
              <a:gd name="connsiteX61" fmla="*/ 2777067 w 8017934"/>
              <a:gd name="connsiteY61" fmla="*/ 551198 h 593532"/>
              <a:gd name="connsiteX62" fmla="*/ 2802467 w 8017934"/>
              <a:gd name="connsiteY62" fmla="*/ 500398 h 593532"/>
              <a:gd name="connsiteX63" fmla="*/ 2844800 w 8017934"/>
              <a:gd name="connsiteY63" fmla="*/ 483465 h 593532"/>
              <a:gd name="connsiteX64" fmla="*/ 2861734 w 8017934"/>
              <a:gd name="connsiteY64" fmla="*/ 424198 h 593532"/>
              <a:gd name="connsiteX65" fmla="*/ 2887134 w 8017934"/>
              <a:gd name="connsiteY65" fmla="*/ 263332 h 593532"/>
              <a:gd name="connsiteX66" fmla="*/ 2895600 w 8017934"/>
              <a:gd name="connsiteY66" fmla="*/ 195598 h 593532"/>
              <a:gd name="connsiteX67" fmla="*/ 2929467 w 8017934"/>
              <a:gd name="connsiteY67" fmla="*/ 119398 h 593532"/>
              <a:gd name="connsiteX68" fmla="*/ 2963334 w 8017934"/>
              <a:gd name="connsiteY68" fmla="*/ 102465 h 593532"/>
              <a:gd name="connsiteX69" fmla="*/ 3183467 w 8017934"/>
              <a:gd name="connsiteY69" fmla="*/ 77065 h 593532"/>
              <a:gd name="connsiteX70" fmla="*/ 3293534 w 8017934"/>
              <a:gd name="connsiteY70" fmla="*/ 93998 h 593532"/>
              <a:gd name="connsiteX71" fmla="*/ 3302000 w 8017934"/>
              <a:gd name="connsiteY71" fmla="*/ 127865 h 593532"/>
              <a:gd name="connsiteX72" fmla="*/ 3318934 w 8017934"/>
              <a:gd name="connsiteY72" fmla="*/ 204065 h 593532"/>
              <a:gd name="connsiteX73" fmla="*/ 3335867 w 8017934"/>
              <a:gd name="connsiteY73" fmla="*/ 229465 h 593532"/>
              <a:gd name="connsiteX74" fmla="*/ 3352800 w 8017934"/>
              <a:gd name="connsiteY74" fmla="*/ 288732 h 593532"/>
              <a:gd name="connsiteX75" fmla="*/ 3369734 w 8017934"/>
              <a:gd name="connsiteY75" fmla="*/ 322598 h 593532"/>
              <a:gd name="connsiteX76" fmla="*/ 3386667 w 8017934"/>
              <a:gd name="connsiteY76" fmla="*/ 373398 h 593532"/>
              <a:gd name="connsiteX77" fmla="*/ 3395134 w 8017934"/>
              <a:gd name="connsiteY77" fmla="*/ 398798 h 593532"/>
              <a:gd name="connsiteX78" fmla="*/ 3412067 w 8017934"/>
              <a:gd name="connsiteY78" fmla="*/ 415732 h 593532"/>
              <a:gd name="connsiteX79" fmla="*/ 3437467 w 8017934"/>
              <a:gd name="connsiteY79" fmla="*/ 500398 h 593532"/>
              <a:gd name="connsiteX80" fmla="*/ 3454400 w 8017934"/>
              <a:gd name="connsiteY80" fmla="*/ 525798 h 593532"/>
              <a:gd name="connsiteX81" fmla="*/ 3462867 w 8017934"/>
              <a:gd name="connsiteY81" fmla="*/ 551198 h 593532"/>
              <a:gd name="connsiteX82" fmla="*/ 3505200 w 8017934"/>
              <a:gd name="connsiteY82" fmla="*/ 593532 h 593532"/>
              <a:gd name="connsiteX83" fmla="*/ 3683000 w 8017934"/>
              <a:gd name="connsiteY83" fmla="*/ 576598 h 593532"/>
              <a:gd name="connsiteX84" fmla="*/ 3708400 w 8017934"/>
              <a:gd name="connsiteY84" fmla="*/ 568132 h 593532"/>
              <a:gd name="connsiteX85" fmla="*/ 3683000 w 8017934"/>
              <a:gd name="connsiteY85" fmla="*/ 559665 h 593532"/>
              <a:gd name="connsiteX86" fmla="*/ 3810000 w 8017934"/>
              <a:gd name="connsiteY86" fmla="*/ 525798 h 593532"/>
              <a:gd name="connsiteX87" fmla="*/ 4004734 w 8017934"/>
              <a:gd name="connsiteY87" fmla="*/ 551198 h 593532"/>
              <a:gd name="connsiteX88" fmla="*/ 4174067 w 8017934"/>
              <a:gd name="connsiteY88" fmla="*/ 542732 h 593532"/>
              <a:gd name="connsiteX89" fmla="*/ 4191000 w 8017934"/>
              <a:gd name="connsiteY89" fmla="*/ 525798 h 593532"/>
              <a:gd name="connsiteX90" fmla="*/ 4199467 w 8017934"/>
              <a:gd name="connsiteY90" fmla="*/ 500398 h 593532"/>
              <a:gd name="connsiteX91" fmla="*/ 4216400 w 8017934"/>
              <a:gd name="connsiteY91" fmla="*/ 466532 h 593532"/>
              <a:gd name="connsiteX92" fmla="*/ 4216400 w 8017934"/>
              <a:gd name="connsiteY92" fmla="*/ 178665 h 593532"/>
              <a:gd name="connsiteX93" fmla="*/ 4224867 w 8017934"/>
              <a:gd name="connsiteY93" fmla="*/ 153265 h 593532"/>
              <a:gd name="connsiteX94" fmla="*/ 5067336 w 8017934"/>
              <a:gd name="connsiteY94" fmla="*/ 134684 h 593532"/>
              <a:gd name="connsiteX95" fmla="*/ 5164667 w 8017934"/>
              <a:gd name="connsiteY95" fmla="*/ 339532 h 593532"/>
              <a:gd name="connsiteX96" fmla="*/ 5190067 w 8017934"/>
              <a:gd name="connsiteY96" fmla="*/ 390332 h 593532"/>
              <a:gd name="connsiteX97" fmla="*/ 5207000 w 8017934"/>
              <a:gd name="connsiteY97" fmla="*/ 441132 h 593532"/>
              <a:gd name="connsiteX98" fmla="*/ 5274734 w 8017934"/>
              <a:gd name="connsiteY98" fmla="*/ 483465 h 593532"/>
              <a:gd name="connsiteX99" fmla="*/ 5317067 w 8017934"/>
              <a:gd name="connsiteY99" fmla="*/ 525798 h 593532"/>
              <a:gd name="connsiteX100" fmla="*/ 5308600 w 8017934"/>
              <a:gd name="connsiteY100" fmla="*/ 517332 h 593532"/>
              <a:gd name="connsiteX101" fmla="*/ 5342467 w 8017934"/>
              <a:gd name="connsiteY101" fmla="*/ 500398 h 593532"/>
              <a:gd name="connsiteX102" fmla="*/ 5401734 w 8017934"/>
              <a:gd name="connsiteY102" fmla="*/ 483465 h 593532"/>
              <a:gd name="connsiteX103" fmla="*/ 5435600 w 8017934"/>
              <a:gd name="connsiteY103" fmla="*/ 466532 h 593532"/>
              <a:gd name="connsiteX104" fmla="*/ 5537200 w 8017934"/>
              <a:gd name="connsiteY104" fmla="*/ 458065 h 593532"/>
              <a:gd name="connsiteX105" fmla="*/ 5562600 w 8017934"/>
              <a:gd name="connsiteY105" fmla="*/ 407265 h 593532"/>
              <a:gd name="connsiteX106" fmla="*/ 5579534 w 8017934"/>
              <a:gd name="connsiteY106" fmla="*/ 373398 h 593532"/>
              <a:gd name="connsiteX107" fmla="*/ 5613400 w 8017934"/>
              <a:gd name="connsiteY107" fmla="*/ 314132 h 593532"/>
              <a:gd name="connsiteX108" fmla="*/ 5621867 w 8017934"/>
              <a:gd name="connsiteY108" fmla="*/ 280265 h 593532"/>
              <a:gd name="connsiteX109" fmla="*/ 5630334 w 8017934"/>
              <a:gd name="connsiteY109" fmla="*/ 170198 h 593532"/>
              <a:gd name="connsiteX110" fmla="*/ 5638800 w 8017934"/>
              <a:gd name="connsiteY110" fmla="*/ 136332 h 593532"/>
              <a:gd name="connsiteX111" fmla="*/ 5689600 w 8017934"/>
              <a:gd name="connsiteY111" fmla="*/ 93998 h 593532"/>
              <a:gd name="connsiteX112" fmla="*/ 5731934 w 8017934"/>
              <a:gd name="connsiteY112" fmla="*/ 85532 h 593532"/>
              <a:gd name="connsiteX113" fmla="*/ 5892800 w 8017934"/>
              <a:gd name="connsiteY113" fmla="*/ 93998 h 593532"/>
              <a:gd name="connsiteX114" fmla="*/ 5918200 w 8017934"/>
              <a:gd name="connsiteY114" fmla="*/ 110932 h 593532"/>
              <a:gd name="connsiteX115" fmla="*/ 5960534 w 8017934"/>
              <a:gd name="connsiteY115" fmla="*/ 153265 h 593532"/>
              <a:gd name="connsiteX116" fmla="*/ 6019800 w 8017934"/>
              <a:gd name="connsiteY116" fmla="*/ 187132 h 593532"/>
              <a:gd name="connsiteX117" fmla="*/ 6028267 w 8017934"/>
              <a:gd name="connsiteY117" fmla="*/ 220998 h 593532"/>
              <a:gd name="connsiteX118" fmla="*/ 6062134 w 8017934"/>
              <a:gd name="connsiteY118" fmla="*/ 263332 h 593532"/>
              <a:gd name="connsiteX119" fmla="*/ 6079067 w 8017934"/>
              <a:gd name="connsiteY119" fmla="*/ 288732 h 593532"/>
              <a:gd name="connsiteX120" fmla="*/ 6104467 w 8017934"/>
              <a:gd name="connsiteY120" fmla="*/ 314132 h 593532"/>
              <a:gd name="connsiteX121" fmla="*/ 6138334 w 8017934"/>
              <a:gd name="connsiteY121" fmla="*/ 364932 h 593532"/>
              <a:gd name="connsiteX122" fmla="*/ 6155267 w 8017934"/>
              <a:gd name="connsiteY122" fmla="*/ 458065 h 593532"/>
              <a:gd name="connsiteX123" fmla="*/ 6180667 w 8017934"/>
              <a:gd name="connsiteY123" fmla="*/ 474998 h 593532"/>
              <a:gd name="connsiteX124" fmla="*/ 6197600 w 8017934"/>
              <a:gd name="connsiteY124" fmla="*/ 517332 h 593532"/>
              <a:gd name="connsiteX125" fmla="*/ 6214534 w 8017934"/>
              <a:gd name="connsiteY125" fmla="*/ 534265 h 593532"/>
              <a:gd name="connsiteX126" fmla="*/ 6409267 w 8017934"/>
              <a:gd name="connsiteY126" fmla="*/ 576598 h 593532"/>
              <a:gd name="connsiteX127" fmla="*/ 6443134 w 8017934"/>
              <a:gd name="connsiteY127" fmla="*/ 551198 h 593532"/>
              <a:gd name="connsiteX128" fmla="*/ 7035800 w 8017934"/>
              <a:gd name="connsiteY128" fmla="*/ 491932 h 593532"/>
              <a:gd name="connsiteX129" fmla="*/ 7171267 w 8017934"/>
              <a:gd name="connsiteY129" fmla="*/ 525798 h 593532"/>
              <a:gd name="connsiteX130" fmla="*/ 7239000 w 8017934"/>
              <a:gd name="connsiteY130" fmla="*/ 542732 h 593532"/>
              <a:gd name="connsiteX131" fmla="*/ 7416800 w 8017934"/>
              <a:gd name="connsiteY131" fmla="*/ 508865 h 593532"/>
              <a:gd name="connsiteX132" fmla="*/ 7425267 w 8017934"/>
              <a:gd name="connsiteY132" fmla="*/ 466532 h 593532"/>
              <a:gd name="connsiteX133" fmla="*/ 7433734 w 8017934"/>
              <a:gd name="connsiteY133" fmla="*/ 373398 h 593532"/>
              <a:gd name="connsiteX134" fmla="*/ 7450667 w 8017934"/>
              <a:gd name="connsiteY134" fmla="*/ 347998 h 593532"/>
              <a:gd name="connsiteX135" fmla="*/ 7459134 w 8017934"/>
              <a:gd name="connsiteY135" fmla="*/ 305665 h 593532"/>
              <a:gd name="connsiteX136" fmla="*/ 7467600 w 8017934"/>
              <a:gd name="connsiteY136" fmla="*/ 280265 h 593532"/>
              <a:gd name="connsiteX137" fmla="*/ 7476067 w 8017934"/>
              <a:gd name="connsiteY137" fmla="*/ 246398 h 593532"/>
              <a:gd name="connsiteX138" fmla="*/ 7526867 w 8017934"/>
              <a:gd name="connsiteY138" fmla="*/ 229465 h 593532"/>
              <a:gd name="connsiteX139" fmla="*/ 7569200 w 8017934"/>
              <a:gd name="connsiteY139" fmla="*/ 187132 h 593532"/>
              <a:gd name="connsiteX140" fmla="*/ 7611534 w 8017934"/>
              <a:gd name="connsiteY140" fmla="*/ 153265 h 593532"/>
              <a:gd name="connsiteX141" fmla="*/ 7645400 w 8017934"/>
              <a:gd name="connsiteY141" fmla="*/ 127865 h 593532"/>
              <a:gd name="connsiteX142" fmla="*/ 7653867 w 8017934"/>
              <a:gd name="connsiteY142" fmla="*/ 102465 h 593532"/>
              <a:gd name="connsiteX143" fmla="*/ 7730067 w 8017934"/>
              <a:gd name="connsiteY143" fmla="*/ 68598 h 593532"/>
              <a:gd name="connsiteX144" fmla="*/ 7823200 w 8017934"/>
              <a:gd name="connsiteY144" fmla="*/ 43198 h 593532"/>
              <a:gd name="connsiteX145" fmla="*/ 7907867 w 8017934"/>
              <a:gd name="connsiteY145" fmla="*/ 9332 h 593532"/>
              <a:gd name="connsiteX146" fmla="*/ 7941734 w 8017934"/>
              <a:gd name="connsiteY146" fmla="*/ 865 h 593532"/>
              <a:gd name="connsiteX147" fmla="*/ 8017934 w 8017934"/>
              <a:gd name="connsiteY147" fmla="*/ 865 h 593532"/>
              <a:gd name="connsiteX0" fmla="*/ 0 w 8017934"/>
              <a:gd name="connsiteY0" fmla="*/ 559665 h 593532"/>
              <a:gd name="connsiteX1" fmla="*/ 491067 w 8017934"/>
              <a:gd name="connsiteY1" fmla="*/ 551198 h 593532"/>
              <a:gd name="connsiteX2" fmla="*/ 508000 w 8017934"/>
              <a:gd name="connsiteY2" fmla="*/ 525798 h 593532"/>
              <a:gd name="connsiteX3" fmla="*/ 533400 w 8017934"/>
              <a:gd name="connsiteY3" fmla="*/ 508865 h 593532"/>
              <a:gd name="connsiteX4" fmla="*/ 567267 w 8017934"/>
              <a:gd name="connsiteY4" fmla="*/ 474998 h 593532"/>
              <a:gd name="connsiteX5" fmla="*/ 575734 w 8017934"/>
              <a:gd name="connsiteY5" fmla="*/ 449598 h 593532"/>
              <a:gd name="connsiteX6" fmla="*/ 584200 w 8017934"/>
              <a:gd name="connsiteY6" fmla="*/ 407265 h 593532"/>
              <a:gd name="connsiteX7" fmla="*/ 601134 w 8017934"/>
              <a:gd name="connsiteY7" fmla="*/ 381865 h 593532"/>
              <a:gd name="connsiteX8" fmla="*/ 618067 w 8017934"/>
              <a:gd name="connsiteY8" fmla="*/ 305665 h 593532"/>
              <a:gd name="connsiteX9" fmla="*/ 626534 w 8017934"/>
              <a:gd name="connsiteY9" fmla="*/ 280265 h 593532"/>
              <a:gd name="connsiteX10" fmla="*/ 643467 w 8017934"/>
              <a:gd name="connsiteY10" fmla="*/ 246398 h 593532"/>
              <a:gd name="connsiteX11" fmla="*/ 660400 w 8017934"/>
              <a:gd name="connsiteY11" fmla="*/ 187132 h 593532"/>
              <a:gd name="connsiteX12" fmla="*/ 677334 w 8017934"/>
              <a:gd name="connsiteY12" fmla="*/ 170198 h 593532"/>
              <a:gd name="connsiteX13" fmla="*/ 702734 w 8017934"/>
              <a:gd name="connsiteY13" fmla="*/ 110932 h 593532"/>
              <a:gd name="connsiteX14" fmla="*/ 795867 w 8017934"/>
              <a:gd name="connsiteY14" fmla="*/ 68598 h 593532"/>
              <a:gd name="connsiteX15" fmla="*/ 922867 w 8017934"/>
              <a:gd name="connsiteY15" fmla="*/ 85532 h 593532"/>
              <a:gd name="connsiteX16" fmla="*/ 948267 w 8017934"/>
              <a:gd name="connsiteY16" fmla="*/ 93998 h 593532"/>
              <a:gd name="connsiteX17" fmla="*/ 965200 w 8017934"/>
              <a:gd name="connsiteY17" fmla="*/ 144798 h 593532"/>
              <a:gd name="connsiteX18" fmla="*/ 982134 w 8017934"/>
              <a:gd name="connsiteY18" fmla="*/ 220998 h 593532"/>
              <a:gd name="connsiteX19" fmla="*/ 990600 w 8017934"/>
              <a:gd name="connsiteY19" fmla="*/ 246398 h 593532"/>
              <a:gd name="connsiteX20" fmla="*/ 1007534 w 8017934"/>
              <a:gd name="connsiteY20" fmla="*/ 314132 h 593532"/>
              <a:gd name="connsiteX21" fmla="*/ 1041400 w 8017934"/>
              <a:gd name="connsiteY21" fmla="*/ 364932 h 593532"/>
              <a:gd name="connsiteX22" fmla="*/ 1058334 w 8017934"/>
              <a:gd name="connsiteY22" fmla="*/ 534265 h 593532"/>
              <a:gd name="connsiteX23" fmla="*/ 1083734 w 8017934"/>
              <a:gd name="connsiteY23" fmla="*/ 551198 h 593532"/>
              <a:gd name="connsiteX24" fmla="*/ 1227667 w 8017934"/>
              <a:gd name="connsiteY24" fmla="*/ 559665 h 593532"/>
              <a:gd name="connsiteX25" fmla="*/ 1405467 w 8017934"/>
              <a:gd name="connsiteY25" fmla="*/ 542732 h 593532"/>
              <a:gd name="connsiteX26" fmla="*/ 1439334 w 8017934"/>
              <a:gd name="connsiteY26" fmla="*/ 534265 h 593532"/>
              <a:gd name="connsiteX27" fmla="*/ 1464734 w 8017934"/>
              <a:gd name="connsiteY27" fmla="*/ 517332 h 593532"/>
              <a:gd name="connsiteX28" fmla="*/ 1481667 w 8017934"/>
              <a:gd name="connsiteY28" fmla="*/ 491932 h 593532"/>
              <a:gd name="connsiteX29" fmla="*/ 1490134 w 8017934"/>
              <a:gd name="connsiteY29" fmla="*/ 373398 h 593532"/>
              <a:gd name="connsiteX30" fmla="*/ 1498600 w 8017934"/>
              <a:gd name="connsiteY30" fmla="*/ 339532 h 593532"/>
              <a:gd name="connsiteX31" fmla="*/ 1515534 w 8017934"/>
              <a:gd name="connsiteY31" fmla="*/ 322598 h 593532"/>
              <a:gd name="connsiteX32" fmla="*/ 1524000 w 8017934"/>
              <a:gd name="connsiteY32" fmla="*/ 288732 h 593532"/>
              <a:gd name="connsiteX33" fmla="*/ 1532467 w 8017934"/>
              <a:gd name="connsiteY33" fmla="*/ 263332 h 593532"/>
              <a:gd name="connsiteX34" fmla="*/ 1540934 w 8017934"/>
              <a:gd name="connsiteY34" fmla="*/ 220998 h 593532"/>
              <a:gd name="connsiteX35" fmla="*/ 1557867 w 8017934"/>
              <a:gd name="connsiteY35" fmla="*/ 187132 h 593532"/>
              <a:gd name="connsiteX36" fmla="*/ 1574800 w 8017934"/>
              <a:gd name="connsiteY36" fmla="*/ 127865 h 593532"/>
              <a:gd name="connsiteX37" fmla="*/ 1608667 w 8017934"/>
              <a:gd name="connsiteY37" fmla="*/ 93998 h 593532"/>
              <a:gd name="connsiteX38" fmla="*/ 1634067 w 8017934"/>
              <a:gd name="connsiteY38" fmla="*/ 77065 h 593532"/>
              <a:gd name="connsiteX39" fmla="*/ 1667934 w 8017934"/>
              <a:gd name="connsiteY39" fmla="*/ 68598 h 593532"/>
              <a:gd name="connsiteX40" fmla="*/ 1693334 w 8017934"/>
              <a:gd name="connsiteY40" fmla="*/ 60132 h 593532"/>
              <a:gd name="connsiteX41" fmla="*/ 1718734 w 8017934"/>
              <a:gd name="connsiteY41" fmla="*/ 68598 h 593532"/>
              <a:gd name="connsiteX42" fmla="*/ 1761067 w 8017934"/>
              <a:gd name="connsiteY42" fmla="*/ 85532 h 593532"/>
              <a:gd name="connsiteX43" fmla="*/ 1811867 w 8017934"/>
              <a:gd name="connsiteY43" fmla="*/ 93998 h 593532"/>
              <a:gd name="connsiteX44" fmla="*/ 2192867 w 8017934"/>
              <a:gd name="connsiteY44" fmla="*/ 93998 h 593532"/>
              <a:gd name="connsiteX45" fmla="*/ 2311400 w 8017934"/>
              <a:gd name="connsiteY45" fmla="*/ 102465 h 593532"/>
              <a:gd name="connsiteX46" fmla="*/ 2345267 w 8017934"/>
              <a:gd name="connsiteY46" fmla="*/ 170198 h 593532"/>
              <a:gd name="connsiteX47" fmla="*/ 2345267 w 8017934"/>
              <a:gd name="connsiteY47" fmla="*/ 170198 h 593532"/>
              <a:gd name="connsiteX48" fmla="*/ 2379134 w 8017934"/>
              <a:gd name="connsiteY48" fmla="*/ 246398 h 593532"/>
              <a:gd name="connsiteX49" fmla="*/ 2404534 w 8017934"/>
              <a:gd name="connsiteY49" fmla="*/ 297198 h 593532"/>
              <a:gd name="connsiteX50" fmla="*/ 2421467 w 8017934"/>
              <a:gd name="connsiteY50" fmla="*/ 356465 h 593532"/>
              <a:gd name="connsiteX51" fmla="*/ 2438400 w 8017934"/>
              <a:gd name="connsiteY51" fmla="*/ 390332 h 593532"/>
              <a:gd name="connsiteX52" fmla="*/ 2455334 w 8017934"/>
              <a:gd name="connsiteY52" fmla="*/ 441132 h 593532"/>
              <a:gd name="connsiteX53" fmla="*/ 2463800 w 8017934"/>
              <a:gd name="connsiteY53" fmla="*/ 466532 h 593532"/>
              <a:gd name="connsiteX54" fmla="*/ 2480734 w 8017934"/>
              <a:gd name="connsiteY54" fmla="*/ 483465 h 593532"/>
              <a:gd name="connsiteX55" fmla="*/ 2523067 w 8017934"/>
              <a:gd name="connsiteY55" fmla="*/ 559665 h 593532"/>
              <a:gd name="connsiteX56" fmla="*/ 2582334 w 8017934"/>
              <a:gd name="connsiteY56" fmla="*/ 568132 h 593532"/>
              <a:gd name="connsiteX57" fmla="*/ 2599267 w 8017934"/>
              <a:gd name="connsiteY57" fmla="*/ 525798 h 593532"/>
              <a:gd name="connsiteX58" fmla="*/ 2616200 w 8017934"/>
              <a:gd name="connsiteY58" fmla="*/ 500398 h 593532"/>
              <a:gd name="connsiteX59" fmla="*/ 2658534 w 8017934"/>
              <a:gd name="connsiteY59" fmla="*/ 508865 h 593532"/>
              <a:gd name="connsiteX60" fmla="*/ 2751667 w 8017934"/>
              <a:gd name="connsiteY60" fmla="*/ 534265 h 593532"/>
              <a:gd name="connsiteX61" fmla="*/ 2777067 w 8017934"/>
              <a:gd name="connsiteY61" fmla="*/ 551198 h 593532"/>
              <a:gd name="connsiteX62" fmla="*/ 2802467 w 8017934"/>
              <a:gd name="connsiteY62" fmla="*/ 500398 h 593532"/>
              <a:gd name="connsiteX63" fmla="*/ 2844800 w 8017934"/>
              <a:gd name="connsiteY63" fmla="*/ 483465 h 593532"/>
              <a:gd name="connsiteX64" fmla="*/ 2861734 w 8017934"/>
              <a:gd name="connsiteY64" fmla="*/ 424198 h 593532"/>
              <a:gd name="connsiteX65" fmla="*/ 2887134 w 8017934"/>
              <a:gd name="connsiteY65" fmla="*/ 263332 h 593532"/>
              <a:gd name="connsiteX66" fmla="*/ 2895600 w 8017934"/>
              <a:gd name="connsiteY66" fmla="*/ 195598 h 593532"/>
              <a:gd name="connsiteX67" fmla="*/ 2929467 w 8017934"/>
              <a:gd name="connsiteY67" fmla="*/ 119398 h 593532"/>
              <a:gd name="connsiteX68" fmla="*/ 2963334 w 8017934"/>
              <a:gd name="connsiteY68" fmla="*/ 102465 h 593532"/>
              <a:gd name="connsiteX69" fmla="*/ 3183467 w 8017934"/>
              <a:gd name="connsiteY69" fmla="*/ 77065 h 593532"/>
              <a:gd name="connsiteX70" fmla="*/ 3293534 w 8017934"/>
              <a:gd name="connsiteY70" fmla="*/ 93998 h 593532"/>
              <a:gd name="connsiteX71" fmla="*/ 3302000 w 8017934"/>
              <a:gd name="connsiteY71" fmla="*/ 127865 h 593532"/>
              <a:gd name="connsiteX72" fmla="*/ 3318934 w 8017934"/>
              <a:gd name="connsiteY72" fmla="*/ 204065 h 593532"/>
              <a:gd name="connsiteX73" fmla="*/ 3335867 w 8017934"/>
              <a:gd name="connsiteY73" fmla="*/ 229465 h 593532"/>
              <a:gd name="connsiteX74" fmla="*/ 3352800 w 8017934"/>
              <a:gd name="connsiteY74" fmla="*/ 288732 h 593532"/>
              <a:gd name="connsiteX75" fmla="*/ 3369734 w 8017934"/>
              <a:gd name="connsiteY75" fmla="*/ 322598 h 593532"/>
              <a:gd name="connsiteX76" fmla="*/ 3386667 w 8017934"/>
              <a:gd name="connsiteY76" fmla="*/ 373398 h 593532"/>
              <a:gd name="connsiteX77" fmla="*/ 3395134 w 8017934"/>
              <a:gd name="connsiteY77" fmla="*/ 398798 h 593532"/>
              <a:gd name="connsiteX78" fmla="*/ 3412067 w 8017934"/>
              <a:gd name="connsiteY78" fmla="*/ 415732 h 593532"/>
              <a:gd name="connsiteX79" fmla="*/ 3437467 w 8017934"/>
              <a:gd name="connsiteY79" fmla="*/ 500398 h 593532"/>
              <a:gd name="connsiteX80" fmla="*/ 3454400 w 8017934"/>
              <a:gd name="connsiteY80" fmla="*/ 525798 h 593532"/>
              <a:gd name="connsiteX81" fmla="*/ 3462867 w 8017934"/>
              <a:gd name="connsiteY81" fmla="*/ 551198 h 593532"/>
              <a:gd name="connsiteX82" fmla="*/ 3505200 w 8017934"/>
              <a:gd name="connsiteY82" fmla="*/ 593532 h 593532"/>
              <a:gd name="connsiteX83" fmla="*/ 3683000 w 8017934"/>
              <a:gd name="connsiteY83" fmla="*/ 576598 h 593532"/>
              <a:gd name="connsiteX84" fmla="*/ 3708400 w 8017934"/>
              <a:gd name="connsiteY84" fmla="*/ 568132 h 593532"/>
              <a:gd name="connsiteX85" fmla="*/ 3683000 w 8017934"/>
              <a:gd name="connsiteY85" fmla="*/ 559665 h 593532"/>
              <a:gd name="connsiteX86" fmla="*/ 3810000 w 8017934"/>
              <a:gd name="connsiteY86" fmla="*/ 525798 h 593532"/>
              <a:gd name="connsiteX87" fmla="*/ 4004734 w 8017934"/>
              <a:gd name="connsiteY87" fmla="*/ 551198 h 593532"/>
              <a:gd name="connsiteX88" fmla="*/ 4174067 w 8017934"/>
              <a:gd name="connsiteY88" fmla="*/ 542732 h 593532"/>
              <a:gd name="connsiteX89" fmla="*/ 4191000 w 8017934"/>
              <a:gd name="connsiteY89" fmla="*/ 525798 h 593532"/>
              <a:gd name="connsiteX90" fmla="*/ 4199467 w 8017934"/>
              <a:gd name="connsiteY90" fmla="*/ 500398 h 593532"/>
              <a:gd name="connsiteX91" fmla="*/ 4216400 w 8017934"/>
              <a:gd name="connsiteY91" fmla="*/ 466532 h 593532"/>
              <a:gd name="connsiteX92" fmla="*/ 4216400 w 8017934"/>
              <a:gd name="connsiteY92" fmla="*/ 178665 h 593532"/>
              <a:gd name="connsiteX93" fmla="*/ 4224867 w 8017934"/>
              <a:gd name="connsiteY93" fmla="*/ 153265 h 593532"/>
              <a:gd name="connsiteX94" fmla="*/ 5067336 w 8017934"/>
              <a:gd name="connsiteY94" fmla="*/ 134684 h 593532"/>
              <a:gd name="connsiteX95" fmla="*/ 5164667 w 8017934"/>
              <a:gd name="connsiteY95" fmla="*/ 339532 h 593532"/>
              <a:gd name="connsiteX96" fmla="*/ 5190067 w 8017934"/>
              <a:gd name="connsiteY96" fmla="*/ 390332 h 593532"/>
              <a:gd name="connsiteX97" fmla="*/ 5207000 w 8017934"/>
              <a:gd name="connsiteY97" fmla="*/ 441132 h 593532"/>
              <a:gd name="connsiteX98" fmla="*/ 5274734 w 8017934"/>
              <a:gd name="connsiteY98" fmla="*/ 483465 h 593532"/>
              <a:gd name="connsiteX99" fmla="*/ 5317067 w 8017934"/>
              <a:gd name="connsiteY99" fmla="*/ 525798 h 593532"/>
              <a:gd name="connsiteX100" fmla="*/ 5308600 w 8017934"/>
              <a:gd name="connsiteY100" fmla="*/ 517332 h 593532"/>
              <a:gd name="connsiteX101" fmla="*/ 5342467 w 8017934"/>
              <a:gd name="connsiteY101" fmla="*/ 500398 h 593532"/>
              <a:gd name="connsiteX102" fmla="*/ 5401734 w 8017934"/>
              <a:gd name="connsiteY102" fmla="*/ 483465 h 593532"/>
              <a:gd name="connsiteX103" fmla="*/ 5435600 w 8017934"/>
              <a:gd name="connsiteY103" fmla="*/ 466532 h 593532"/>
              <a:gd name="connsiteX104" fmla="*/ 5537200 w 8017934"/>
              <a:gd name="connsiteY104" fmla="*/ 458065 h 593532"/>
              <a:gd name="connsiteX105" fmla="*/ 5562600 w 8017934"/>
              <a:gd name="connsiteY105" fmla="*/ 407265 h 593532"/>
              <a:gd name="connsiteX106" fmla="*/ 5579534 w 8017934"/>
              <a:gd name="connsiteY106" fmla="*/ 373398 h 593532"/>
              <a:gd name="connsiteX107" fmla="*/ 5613400 w 8017934"/>
              <a:gd name="connsiteY107" fmla="*/ 314132 h 593532"/>
              <a:gd name="connsiteX108" fmla="*/ 5621867 w 8017934"/>
              <a:gd name="connsiteY108" fmla="*/ 280265 h 593532"/>
              <a:gd name="connsiteX109" fmla="*/ 5630334 w 8017934"/>
              <a:gd name="connsiteY109" fmla="*/ 170198 h 593532"/>
              <a:gd name="connsiteX110" fmla="*/ 5638800 w 8017934"/>
              <a:gd name="connsiteY110" fmla="*/ 136332 h 593532"/>
              <a:gd name="connsiteX111" fmla="*/ 5689600 w 8017934"/>
              <a:gd name="connsiteY111" fmla="*/ 93998 h 593532"/>
              <a:gd name="connsiteX112" fmla="*/ 5731934 w 8017934"/>
              <a:gd name="connsiteY112" fmla="*/ 85532 h 593532"/>
              <a:gd name="connsiteX113" fmla="*/ 5892800 w 8017934"/>
              <a:gd name="connsiteY113" fmla="*/ 93998 h 593532"/>
              <a:gd name="connsiteX114" fmla="*/ 5918200 w 8017934"/>
              <a:gd name="connsiteY114" fmla="*/ 110932 h 593532"/>
              <a:gd name="connsiteX115" fmla="*/ 5960534 w 8017934"/>
              <a:gd name="connsiteY115" fmla="*/ 153265 h 593532"/>
              <a:gd name="connsiteX116" fmla="*/ 6019800 w 8017934"/>
              <a:gd name="connsiteY116" fmla="*/ 187132 h 593532"/>
              <a:gd name="connsiteX117" fmla="*/ 6028267 w 8017934"/>
              <a:gd name="connsiteY117" fmla="*/ 220998 h 593532"/>
              <a:gd name="connsiteX118" fmla="*/ 6062134 w 8017934"/>
              <a:gd name="connsiteY118" fmla="*/ 263332 h 593532"/>
              <a:gd name="connsiteX119" fmla="*/ 6079067 w 8017934"/>
              <a:gd name="connsiteY119" fmla="*/ 288732 h 593532"/>
              <a:gd name="connsiteX120" fmla="*/ 6104467 w 8017934"/>
              <a:gd name="connsiteY120" fmla="*/ 314132 h 593532"/>
              <a:gd name="connsiteX121" fmla="*/ 6138334 w 8017934"/>
              <a:gd name="connsiteY121" fmla="*/ 364932 h 593532"/>
              <a:gd name="connsiteX122" fmla="*/ 6155267 w 8017934"/>
              <a:gd name="connsiteY122" fmla="*/ 458065 h 593532"/>
              <a:gd name="connsiteX123" fmla="*/ 6180667 w 8017934"/>
              <a:gd name="connsiteY123" fmla="*/ 474998 h 593532"/>
              <a:gd name="connsiteX124" fmla="*/ 6197600 w 8017934"/>
              <a:gd name="connsiteY124" fmla="*/ 517332 h 593532"/>
              <a:gd name="connsiteX125" fmla="*/ 6214534 w 8017934"/>
              <a:gd name="connsiteY125" fmla="*/ 534265 h 593532"/>
              <a:gd name="connsiteX126" fmla="*/ 6409267 w 8017934"/>
              <a:gd name="connsiteY126" fmla="*/ 576598 h 593532"/>
              <a:gd name="connsiteX127" fmla="*/ 6443134 w 8017934"/>
              <a:gd name="connsiteY127" fmla="*/ 551198 h 593532"/>
              <a:gd name="connsiteX128" fmla="*/ 7035800 w 8017934"/>
              <a:gd name="connsiteY128" fmla="*/ 491932 h 593532"/>
              <a:gd name="connsiteX129" fmla="*/ 7171267 w 8017934"/>
              <a:gd name="connsiteY129" fmla="*/ 525798 h 593532"/>
              <a:gd name="connsiteX130" fmla="*/ 7239000 w 8017934"/>
              <a:gd name="connsiteY130" fmla="*/ 542732 h 593532"/>
              <a:gd name="connsiteX131" fmla="*/ 7416800 w 8017934"/>
              <a:gd name="connsiteY131" fmla="*/ 508865 h 593532"/>
              <a:gd name="connsiteX132" fmla="*/ 7425267 w 8017934"/>
              <a:gd name="connsiteY132" fmla="*/ 466532 h 593532"/>
              <a:gd name="connsiteX133" fmla="*/ 7433734 w 8017934"/>
              <a:gd name="connsiteY133" fmla="*/ 373398 h 593532"/>
              <a:gd name="connsiteX134" fmla="*/ 7450667 w 8017934"/>
              <a:gd name="connsiteY134" fmla="*/ 347998 h 593532"/>
              <a:gd name="connsiteX135" fmla="*/ 7459134 w 8017934"/>
              <a:gd name="connsiteY135" fmla="*/ 305665 h 593532"/>
              <a:gd name="connsiteX136" fmla="*/ 7467600 w 8017934"/>
              <a:gd name="connsiteY136" fmla="*/ 280265 h 593532"/>
              <a:gd name="connsiteX137" fmla="*/ 7476067 w 8017934"/>
              <a:gd name="connsiteY137" fmla="*/ 246398 h 593532"/>
              <a:gd name="connsiteX138" fmla="*/ 7526867 w 8017934"/>
              <a:gd name="connsiteY138" fmla="*/ 229465 h 593532"/>
              <a:gd name="connsiteX139" fmla="*/ 7569200 w 8017934"/>
              <a:gd name="connsiteY139" fmla="*/ 187132 h 593532"/>
              <a:gd name="connsiteX140" fmla="*/ 7611534 w 8017934"/>
              <a:gd name="connsiteY140" fmla="*/ 153265 h 593532"/>
              <a:gd name="connsiteX141" fmla="*/ 7645400 w 8017934"/>
              <a:gd name="connsiteY141" fmla="*/ 127865 h 593532"/>
              <a:gd name="connsiteX142" fmla="*/ 7653867 w 8017934"/>
              <a:gd name="connsiteY142" fmla="*/ 102465 h 593532"/>
              <a:gd name="connsiteX143" fmla="*/ 7730067 w 8017934"/>
              <a:gd name="connsiteY143" fmla="*/ 68598 h 593532"/>
              <a:gd name="connsiteX144" fmla="*/ 7823200 w 8017934"/>
              <a:gd name="connsiteY144" fmla="*/ 43198 h 593532"/>
              <a:gd name="connsiteX145" fmla="*/ 7907867 w 8017934"/>
              <a:gd name="connsiteY145" fmla="*/ 9332 h 593532"/>
              <a:gd name="connsiteX146" fmla="*/ 7941734 w 8017934"/>
              <a:gd name="connsiteY146" fmla="*/ 865 h 593532"/>
              <a:gd name="connsiteX147" fmla="*/ 8017934 w 8017934"/>
              <a:gd name="connsiteY147" fmla="*/ 865 h 593532"/>
              <a:gd name="connsiteX0" fmla="*/ 0 w 8017934"/>
              <a:gd name="connsiteY0" fmla="*/ 559665 h 593532"/>
              <a:gd name="connsiteX1" fmla="*/ 491067 w 8017934"/>
              <a:gd name="connsiteY1" fmla="*/ 551198 h 593532"/>
              <a:gd name="connsiteX2" fmla="*/ 508000 w 8017934"/>
              <a:gd name="connsiteY2" fmla="*/ 525798 h 593532"/>
              <a:gd name="connsiteX3" fmla="*/ 533400 w 8017934"/>
              <a:gd name="connsiteY3" fmla="*/ 508865 h 593532"/>
              <a:gd name="connsiteX4" fmla="*/ 567267 w 8017934"/>
              <a:gd name="connsiteY4" fmla="*/ 474998 h 593532"/>
              <a:gd name="connsiteX5" fmla="*/ 575734 w 8017934"/>
              <a:gd name="connsiteY5" fmla="*/ 449598 h 593532"/>
              <a:gd name="connsiteX6" fmla="*/ 584200 w 8017934"/>
              <a:gd name="connsiteY6" fmla="*/ 407265 h 593532"/>
              <a:gd name="connsiteX7" fmla="*/ 601134 w 8017934"/>
              <a:gd name="connsiteY7" fmla="*/ 381865 h 593532"/>
              <a:gd name="connsiteX8" fmla="*/ 618067 w 8017934"/>
              <a:gd name="connsiteY8" fmla="*/ 305665 h 593532"/>
              <a:gd name="connsiteX9" fmla="*/ 626534 w 8017934"/>
              <a:gd name="connsiteY9" fmla="*/ 280265 h 593532"/>
              <a:gd name="connsiteX10" fmla="*/ 643467 w 8017934"/>
              <a:gd name="connsiteY10" fmla="*/ 246398 h 593532"/>
              <a:gd name="connsiteX11" fmla="*/ 660400 w 8017934"/>
              <a:gd name="connsiteY11" fmla="*/ 187132 h 593532"/>
              <a:gd name="connsiteX12" fmla="*/ 677334 w 8017934"/>
              <a:gd name="connsiteY12" fmla="*/ 170198 h 593532"/>
              <a:gd name="connsiteX13" fmla="*/ 702734 w 8017934"/>
              <a:gd name="connsiteY13" fmla="*/ 110932 h 593532"/>
              <a:gd name="connsiteX14" fmla="*/ 795867 w 8017934"/>
              <a:gd name="connsiteY14" fmla="*/ 68598 h 593532"/>
              <a:gd name="connsiteX15" fmla="*/ 922867 w 8017934"/>
              <a:gd name="connsiteY15" fmla="*/ 85532 h 593532"/>
              <a:gd name="connsiteX16" fmla="*/ 948267 w 8017934"/>
              <a:gd name="connsiteY16" fmla="*/ 93998 h 593532"/>
              <a:gd name="connsiteX17" fmla="*/ 965200 w 8017934"/>
              <a:gd name="connsiteY17" fmla="*/ 144798 h 593532"/>
              <a:gd name="connsiteX18" fmla="*/ 982134 w 8017934"/>
              <a:gd name="connsiteY18" fmla="*/ 220998 h 593532"/>
              <a:gd name="connsiteX19" fmla="*/ 990600 w 8017934"/>
              <a:gd name="connsiteY19" fmla="*/ 246398 h 593532"/>
              <a:gd name="connsiteX20" fmla="*/ 1007534 w 8017934"/>
              <a:gd name="connsiteY20" fmla="*/ 314132 h 593532"/>
              <a:gd name="connsiteX21" fmla="*/ 1041400 w 8017934"/>
              <a:gd name="connsiteY21" fmla="*/ 364932 h 593532"/>
              <a:gd name="connsiteX22" fmla="*/ 1058334 w 8017934"/>
              <a:gd name="connsiteY22" fmla="*/ 534265 h 593532"/>
              <a:gd name="connsiteX23" fmla="*/ 1083734 w 8017934"/>
              <a:gd name="connsiteY23" fmla="*/ 551198 h 593532"/>
              <a:gd name="connsiteX24" fmla="*/ 1227667 w 8017934"/>
              <a:gd name="connsiteY24" fmla="*/ 559665 h 593532"/>
              <a:gd name="connsiteX25" fmla="*/ 1405467 w 8017934"/>
              <a:gd name="connsiteY25" fmla="*/ 542732 h 593532"/>
              <a:gd name="connsiteX26" fmla="*/ 1439334 w 8017934"/>
              <a:gd name="connsiteY26" fmla="*/ 534265 h 593532"/>
              <a:gd name="connsiteX27" fmla="*/ 1464734 w 8017934"/>
              <a:gd name="connsiteY27" fmla="*/ 517332 h 593532"/>
              <a:gd name="connsiteX28" fmla="*/ 1481667 w 8017934"/>
              <a:gd name="connsiteY28" fmla="*/ 491932 h 593532"/>
              <a:gd name="connsiteX29" fmla="*/ 1490134 w 8017934"/>
              <a:gd name="connsiteY29" fmla="*/ 373398 h 593532"/>
              <a:gd name="connsiteX30" fmla="*/ 1498600 w 8017934"/>
              <a:gd name="connsiteY30" fmla="*/ 339532 h 593532"/>
              <a:gd name="connsiteX31" fmla="*/ 1515534 w 8017934"/>
              <a:gd name="connsiteY31" fmla="*/ 322598 h 593532"/>
              <a:gd name="connsiteX32" fmla="*/ 1524000 w 8017934"/>
              <a:gd name="connsiteY32" fmla="*/ 288732 h 593532"/>
              <a:gd name="connsiteX33" fmla="*/ 1532467 w 8017934"/>
              <a:gd name="connsiteY33" fmla="*/ 263332 h 593532"/>
              <a:gd name="connsiteX34" fmla="*/ 1540934 w 8017934"/>
              <a:gd name="connsiteY34" fmla="*/ 220998 h 593532"/>
              <a:gd name="connsiteX35" fmla="*/ 1557867 w 8017934"/>
              <a:gd name="connsiteY35" fmla="*/ 187132 h 593532"/>
              <a:gd name="connsiteX36" fmla="*/ 1574800 w 8017934"/>
              <a:gd name="connsiteY36" fmla="*/ 127865 h 593532"/>
              <a:gd name="connsiteX37" fmla="*/ 1608667 w 8017934"/>
              <a:gd name="connsiteY37" fmla="*/ 93998 h 593532"/>
              <a:gd name="connsiteX38" fmla="*/ 1634067 w 8017934"/>
              <a:gd name="connsiteY38" fmla="*/ 77065 h 593532"/>
              <a:gd name="connsiteX39" fmla="*/ 1667934 w 8017934"/>
              <a:gd name="connsiteY39" fmla="*/ 68598 h 593532"/>
              <a:gd name="connsiteX40" fmla="*/ 1693334 w 8017934"/>
              <a:gd name="connsiteY40" fmla="*/ 60132 h 593532"/>
              <a:gd name="connsiteX41" fmla="*/ 1718734 w 8017934"/>
              <a:gd name="connsiteY41" fmla="*/ 68598 h 593532"/>
              <a:gd name="connsiteX42" fmla="*/ 1761067 w 8017934"/>
              <a:gd name="connsiteY42" fmla="*/ 85532 h 593532"/>
              <a:gd name="connsiteX43" fmla="*/ 1811867 w 8017934"/>
              <a:gd name="connsiteY43" fmla="*/ 93998 h 593532"/>
              <a:gd name="connsiteX44" fmla="*/ 2192867 w 8017934"/>
              <a:gd name="connsiteY44" fmla="*/ 93998 h 593532"/>
              <a:gd name="connsiteX45" fmla="*/ 2311400 w 8017934"/>
              <a:gd name="connsiteY45" fmla="*/ 102465 h 593532"/>
              <a:gd name="connsiteX46" fmla="*/ 2345267 w 8017934"/>
              <a:gd name="connsiteY46" fmla="*/ 170198 h 593532"/>
              <a:gd name="connsiteX47" fmla="*/ 2345267 w 8017934"/>
              <a:gd name="connsiteY47" fmla="*/ 170198 h 593532"/>
              <a:gd name="connsiteX48" fmla="*/ 2379134 w 8017934"/>
              <a:gd name="connsiteY48" fmla="*/ 246398 h 593532"/>
              <a:gd name="connsiteX49" fmla="*/ 2404534 w 8017934"/>
              <a:gd name="connsiteY49" fmla="*/ 297198 h 593532"/>
              <a:gd name="connsiteX50" fmla="*/ 2421467 w 8017934"/>
              <a:gd name="connsiteY50" fmla="*/ 356465 h 593532"/>
              <a:gd name="connsiteX51" fmla="*/ 2438400 w 8017934"/>
              <a:gd name="connsiteY51" fmla="*/ 390332 h 593532"/>
              <a:gd name="connsiteX52" fmla="*/ 2455334 w 8017934"/>
              <a:gd name="connsiteY52" fmla="*/ 441132 h 593532"/>
              <a:gd name="connsiteX53" fmla="*/ 2463800 w 8017934"/>
              <a:gd name="connsiteY53" fmla="*/ 466532 h 593532"/>
              <a:gd name="connsiteX54" fmla="*/ 2480734 w 8017934"/>
              <a:gd name="connsiteY54" fmla="*/ 483465 h 593532"/>
              <a:gd name="connsiteX55" fmla="*/ 2523067 w 8017934"/>
              <a:gd name="connsiteY55" fmla="*/ 559665 h 593532"/>
              <a:gd name="connsiteX56" fmla="*/ 2582334 w 8017934"/>
              <a:gd name="connsiteY56" fmla="*/ 568132 h 593532"/>
              <a:gd name="connsiteX57" fmla="*/ 2599267 w 8017934"/>
              <a:gd name="connsiteY57" fmla="*/ 525798 h 593532"/>
              <a:gd name="connsiteX58" fmla="*/ 2616200 w 8017934"/>
              <a:gd name="connsiteY58" fmla="*/ 500398 h 593532"/>
              <a:gd name="connsiteX59" fmla="*/ 2658534 w 8017934"/>
              <a:gd name="connsiteY59" fmla="*/ 508865 h 593532"/>
              <a:gd name="connsiteX60" fmla="*/ 2751667 w 8017934"/>
              <a:gd name="connsiteY60" fmla="*/ 534265 h 593532"/>
              <a:gd name="connsiteX61" fmla="*/ 2777067 w 8017934"/>
              <a:gd name="connsiteY61" fmla="*/ 551198 h 593532"/>
              <a:gd name="connsiteX62" fmla="*/ 2802467 w 8017934"/>
              <a:gd name="connsiteY62" fmla="*/ 500398 h 593532"/>
              <a:gd name="connsiteX63" fmla="*/ 2844800 w 8017934"/>
              <a:gd name="connsiteY63" fmla="*/ 483465 h 593532"/>
              <a:gd name="connsiteX64" fmla="*/ 2861734 w 8017934"/>
              <a:gd name="connsiteY64" fmla="*/ 424198 h 593532"/>
              <a:gd name="connsiteX65" fmla="*/ 2887134 w 8017934"/>
              <a:gd name="connsiteY65" fmla="*/ 263332 h 593532"/>
              <a:gd name="connsiteX66" fmla="*/ 2895600 w 8017934"/>
              <a:gd name="connsiteY66" fmla="*/ 195598 h 593532"/>
              <a:gd name="connsiteX67" fmla="*/ 2929467 w 8017934"/>
              <a:gd name="connsiteY67" fmla="*/ 119398 h 593532"/>
              <a:gd name="connsiteX68" fmla="*/ 2963334 w 8017934"/>
              <a:gd name="connsiteY68" fmla="*/ 102465 h 593532"/>
              <a:gd name="connsiteX69" fmla="*/ 3183467 w 8017934"/>
              <a:gd name="connsiteY69" fmla="*/ 77065 h 593532"/>
              <a:gd name="connsiteX70" fmla="*/ 3293534 w 8017934"/>
              <a:gd name="connsiteY70" fmla="*/ 93998 h 593532"/>
              <a:gd name="connsiteX71" fmla="*/ 3302000 w 8017934"/>
              <a:gd name="connsiteY71" fmla="*/ 127865 h 593532"/>
              <a:gd name="connsiteX72" fmla="*/ 3318934 w 8017934"/>
              <a:gd name="connsiteY72" fmla="*/ 204065 h 593532"/>
              <a:gd name="connsiteX73" fmla="*/ 3335867 w 8017934"/>
              <a:gd name="connsiteY73" fmla="*/ 229465 h 593532"/>
              <a:gd name="connsiteX74" fmla="*/ 3352800 w 8017934"/>
              <a:gd name="connsiteY74" fmla="*/ 288732 h 593532"/>
              <a:gd name="connsiteX75" fmla="*/ 3369734 w 8017934"/>
              <a:gd name="connsiteY75" fmla="*/ 322598 h 593532"/>
              <a:gd name="connsiteX76" fmla="*/ 3386667 w 8017934"/>
              <a:gd name="connsiteY76" fmla="*/ 373398 h 593532"/>
              <a:gd name="connsiteX77" fmla="*/ 3395134 w 8017934"/>
              <a:gd name="connsiteY77" fmla="*/ 398798 h 593532"/>
              <a:gd name="connsiteX78" fmla="*/ 3412067 w 8017934"/>
              <a:gd name="connsiteY78" fmla="*/ 415732 h 593532"/>
              <a:gd name="connsiteX79" fmla="*/ 3437467 w 8017934"/>
              <a:gd name="connsiteY79" fmla="*/ 500398 h 593532"/>
              <a:gd name="connsiteX80" fmla="*/ 3454400 w 8017934"/>
              <a:gd name="connsiteY80" fmla="*/ 525798 h 593532"/>
              <a:gd name="connsiteX81" fmla="*/ 3462867 w 8017934"/>
              <a:gd name="connsiteY81" fmla="*/ 551198 h 593532"/>
              <a:gd name="connsiteX82" fmla="*/ 3505200 w 8017934"/>
              <a:gd name="connsiteY82" fmla="*/ 593532 h 593532"/>
              <a:gd name="connsiteX83" fmla="*/ 3683000 w 8017934"/>
              <a:gd name="connsiteY83" fmla="*/ 576598 h 593532"/>
              <a:gd name="connsiteX84" fmla="*/ 3708400 w 8017934"/>
              <a:gd name="connsiteY84" fmla="*/ 568132 h 593532"/>
              <a:gd name="connsiteX85" fmla="*/ 3683000 w 8017934"/>
              <a:gd name="connsiteY85" fmla="*/ 559665 h 593532"/>
              <a:gd name="connsiteX86" fmla="*/ 3810000 w 8017934"/>
              <a:gd name="connsiteY86" fmla="*/ 525798 h 593532"/>
              <a:gd name="connsiteX87" fmla="*/ 4004734 w 8017934"/>
              <a:gd name="connsiteY87" fmla="*/ 551198 h 593532"/>
              <a:gd name="connsiteX88" fmla="*/ 4174067 w 8017934"/>
              <a:gd name="connsiteY88" fmla="*/ 542732 h 593532"/>
              <a:gd name="connsiteX89" fmla="*/ 4191000 w 8017934"/>
              <a:gd name="connsiteY89" fmla="*/ 525798 h 593532"/>
              <a:gd name="connsiteX90" fmla="*/ 4199467 w 8017934"/>
              <a:gd name="connsiteY90" fmla="*/ 500398 h 593532"/>
              <a:gd name="connsiteX91" fmla="*/ 4216400 w 8017934"/>
              <a:gd name="connsiteY91" fmla="*/ 466532 h 593532"/>
              <a:gd name="connsiteX92" fmla="*/ 4216400 w 8017934"/>
              <a:gd name="connsiteY92" fmla="*/ 178665 h 593532"/>
              <a:gd name="connsiteX93" fmla="*/ 5067336 w 8017934"/>
              <a:gd name="connsiteY93" fmla="*/ 134684 h 593532"/>
              <a:gd name="connsiteX94" fmla="*/ 5164667 w 8017934"/>
              <a:gd name="connsiteY94" fmla="*/ 339532 h 593532"/>
              <a:gd name="connsiteX95" fmla="*/ 5190067 w 8017934"/>
              <a:gd name="connsiteY95" fmla="*/ 390332 h 593532"/>
              <a:gd name="connsiteX96" fmla="*/ 5207000 w 8017934"/>
              <a:gd name="connsiteY96" fmla="*/ 441132 h 593532"/>
              <a:gd name="connsiteX97" fmla="*/ 5274734 w 8017934"/>
              <a:gd name="connsiteY97" fmla="*/ 483465 h 593532"/>
              <a:gd name="connsiteX98" fmla="*/ 5317067 w 8017934"/>
              <a:gd name="connsiteY98" fmla="*/ 525798 h 593532"/>
              <a:gd name="connsiteX99" fmla="*/ 5308600 w 8017934"/>
              <a:gd name="connsiteY99" fmla="*/ 517332 h 593532"/>
              <a:gd name="connsiteX100" fmla="*/ 5342467 w 8017934"/>
              <a:gd name="connsiteY100" fmla="*/ 500398 h 593532"/>
              <a:gd name="connsiteX101" fmla="*/ 5401734 w 8017934"/>
              <a:gd name="connsiteY101" fmla="*/ 483465 h 593532"/>
              <a:gd name="connsiteX102" fmla="*/ 5435600 w 8017934"/>
              <a:gd name="connsiteY102" fmla="*/ 466532 h 593532"/>
              <a:gd name="connsiteX103" fmla="*/ 5537200 w 8017934"/>
              <a:gd name="connsiteY103" fmla="*/ 458065 h 593532"/>
              <a:gd name="connsiteX104" fmla="*/ 5562600 w 8017934"/>
              <a:gd name="connsiteY104" fmla="*/ 407265 h 593532"/>
              <a:gd name="connsiteX105" fmla="*/ 5579534 w 8017934"/>
              <a:gd name="connsiteY105" fmla="*/ 373398 h 593532"/>
              <a:gd name="connsiteX106" fmla="*/ 5613400 w 8017934"/>
              <a:gd name="connsiteY106" fmla="*/ 314132 h 593532"/>
              <a:gd name="connsiteX107" fmla="*/ 5621867 w 8017934"/>
              <a:gd name="connsiteY107" fmla="*/ 280265 h 593532"/>
              <a:gd name="connsiteX108" fmla="*/ 5630334 w 8017934"/>
              <a:gd name="connsiteY108" fmla="*/ 170198 h 593532"/>
              <a:gd name="connsiteX109" fmla="*/ 5638800 w 8017934"/>
              <a:gd name="connsiteY109" fmla="*/ 136332 h 593532"/>
              <a:gd name="connsiteX110" fmla="*/ 5689600 w 8017934"/>
              <a:gd name="connsiteY110" fmla="*/ 93998 h 593532"/>
              <a:gd name="connsiteX111" fmla="*/ 5731934 w 8017934"/>
              <a:gd name="connsiteY111" fmla="*/ 85532 h 593532"/>
              <a:gd name="connsiteX112" fmla="*/ 5892800 w 8017934"/>
              <a:gd name="connsiteY112" fmla="*/ 93998 h 593532"/>
              <a:gd name="connsiteX113" fmla="*/ 5918200 w 8017934"/>
              <a:gd name="connsiteY113" fmla="*/ 110932 h 593532"/>
              <a:gd name="connsiteX114" fmla="*/ 5960534 w 8017934"/>
              <a:gd name="connsiteY114" fmla="*/ 153265 h 593532"/>
              <a:gd name="connsiteX115" fmla="*/ 6019800 w 8017934"/>
              <a:gd name="connsiteY115" fmla="*/ 187132 h 593532"/>
              <a:gd name="connsiteX116" fmla="*/ 6028267 w 8017934"/>
              <a:gd name="connsiteY116" fmla="*/ 220998 h 593532"/>
              <a:gd name="connsiteX117" fmla="*/ 6062134 w 8017934"/>
              <a:gd name="connsiteY117" fmla="*/ 263332 h 593532"/>
              <a:gd name="connsiteX118" fmla="*/ 6079067 w 8017934"/>
              <a:gd name="connsiteY118" fmla="*/ 288732 h 593532"/>
              <a:gd name="connsiteX119" fmla="*/ 6104467 w 8017934"/>
              <a:gd name="connsiteY119" fmla="*/ 314132 h 593532"/>
              <a:gd name="connsiteX120" fmla="*/ 6138334 w 8017934"/>
              <a:gd name="connsiteY120" fmla="*/ 364932 h 593532"/>
              <a:gd name="connsiteX121" fmla="*/ 6155267 w 8017934"/>
              <a:gd name="connsiteY121" fmla="*/ 458065 h 593532"/>
              <a:gd name="connsiteX122" fmla="*/ 6180667 w 8017934"/>
              <a:gd name="connsiteY122" fmla="*/ 474998 h 593532"/>
              <a:gd name="connsiteX123" fmla="*/ 6197600 w 8017934"/>
              <a:gd name="connsiteY123" fmla="*/ 517332 h 593532"/>
              <a:gd name="connsiteX124" fmla="*/ 6214534 w 8017934"/>
              <a:gd name="connsiteY124" fmla="*/ 534265 h 593532"/>
              <a:gd name="connsiteX125" fmla="*/ 6409267 w 8017934"/>
              <a:gd name="connsiteY125" fmla="*/ 576598 h 593532"/>
              <a:gd name="connsiteX126" fmla="*/ 6443134 w 8017934"/>
              <a:gd name="connsiteY126" fmla="*/ 551198 h 593532"/>
              <a:gd name="connsiteX127" fmla="*/ 7035800 w 8017934"/>
              <a:gd name="connsiteY127" fmla="*/ 491932 h 593532"/>
              <a:gd name="connsiteX128" fmla="*/ 7171267 w 8017934"/>
              <a:gd name="connsiteY128" fmla="*/ 525798 h 593532"/>
              <a:gd name="connsiteX129" fmla="*/ 7239000 w 8017934"/>
              <a:gd name="connsiteY129" fmla="*/ 542732 h 593532"/>
              <a:gd name="connsiteX130" fmla="*/ 7416800 w 8017934"/>
              <a:gd name="connsiteY130" fmla="*/ 508865 h 593532"/>
              <a:gd name="connsiteX131" fmla="*/ 7425267 w 8017934"/>
              <a:gd name="connsiteY131" fmla="*/ 466532 h 593532"/>
              <a:gd name="connsiteX132" fmla="*/ 7433734 w 8017934"/>
              <a:gd name="connsiteY132" fmla="*/ 373398 h 593532"/>
              <a:gd name="connsiteX133" fmla="*/ 7450667 w 8017934"/>
              <a:gd name="connsiteY133" fmla="*/ 347998 h 593532"/>
              <a:gd name="connsiteX134" fmla="*/ 7459134 w 8017934"/>
              <a:gd name="connsiteY134" fmla="*/ 305665 h 593532"/>
              <a:gd name="connsiteX135" fmla="*/ 7467600 w 8017934"/>
              <a:gd name="connsiteY135" fmla="*/ 280265 h 593532"/>
              <a:gd name="connsiteX136" fmla="*/ 7476067 w 8017934"/>
              <a:gd name="connsiteY136" fmla="*/ 246398 h 593532"/>
              <a:gd name="connsiteX137" fmla="*/ 7526867 w 8017934"/>
              <a:gd name="connsiteY137" fmla="*/ 229465 h 593532"/>
              <a:gd name="connsiteX138" fmla="*/ 7569200 w 8017934"/>
              <a:gd name="connsiteY138" fmla="*/ 187132 h 593532"/>
              <a:gd name="connsiteX139" fmla="*/ 7611534 w 8017934"/>
              <a:gd name="connsiteY139" fmla="*/ 153265 h 593532"/>
              <a:gd name="connsiteX140" fmla="*/ 7645400 w 8017934"/>
              <a:gd name="connsiteY140" fmla="*/ 127865 h 593532"/>
              <a:gd name="connsiteX141" fmla="*/ 7653867 w 8017934"/>
              <a:gd name="connsiteY141" fmla="*/ 102465 h 593532"/>
              <a:gd name="connsiteX142" fmla="*/ 7730067 w 8017934"/>
              <a:gd name="connsiteY142" fmla="*/ 68598 h 593532"/>
              <a:gd name="connsiteX143" fmla="*/ 7823200 w 8017934"/>
              <a:gd name="connsiteY143" fmla="*/ 43198 h 593532"/>
              <a:gd name="connsiteX144" fmla="*/ 7907867 w 8017934"/>
              <a:gd name="connsiteY144" fmla="*/ 9332 h 593532"/>
              <a:gd name="connsiteX145" fmla="*/ 7941734 w 8017934"/>
              <a:gd name="connsiteY145" fmla="*/ 865 h 593532"/>
              <a:gd name="connsiteX146" fmla="*/ 8017934 w 8017934"/>
              <a:gd name="connsiteY146" fmla="*/ 865 h 593532"/>
              <a:gd name="connsiteX0" fmla="*/ 0 w 8017934"/>
              <a:gd name="connsiteY0" fmla="*/ 559665 h 593532"/>
              <a:gd name="connsiteX1" fmla="*/ 491067 w 8017934"/>
              <a:gd name="connsiteY1" fmla="*/ 551198 h 593532"/>
              <a:gd name="connsiteX2" fmla="*/ 508000 w 8017934"/>
              <a:gd name="connsiteY2" fmla="*/ 525798 h 593532"/>
              <a:gd name="connsiteX3" fmla="*/ 533400 w 8017934"/>
              <a:gd name="connsiteY3" fmla="*/ 508865 h 593532"/>
              <a:gd name="connsiteX4" fmla="*/ 567267 w 8017934"/>
              <a:gd name="connsiteY4" fmla="*/ 474998 h 593532"/>
              <a:gd name="connsiteX5" fmla="*/ 575734 w 8017934"/>
              <a:gd name="connsiteY5" fmla="*/ 449598 h 593532"/>
              <a:gd name="connsiteX6" fmla="*/ 584200 w 8017934"/>
              <a:gd name="connsiteY6" fmla="*/ 407265 h 593532"/>
              <a:gd name="connsiteX7" fmla="*/ 601134 w 8017934"/>
              <a:gd name="connsiteY7" fmla="*/ 381865 h 593532"/>
              <a:gd name="connsiteX8" fmla="*/ 618067 w 8017934"/>
              <a:gd name="connsiteY8" fmla="*/ 305665 h 593532"/>
              <a:gd name="connsiteX9" fmla="*/ 626534 w 8017934"/>
              <a:gd name="connsiteY9" fmla="*/ 280265 h 593532"/>
              <a:gd name="connsiteX10" fmla="*/ 643467 w 8017934"/>
              <a:gd name="connsiteY10" fmla="*/ 246398 h 593532"/>
              <a:gd name="connsiteX11" fmla="*/ 660400 w 8017934"/>
              <a:gd name="connsiteY11" fmla="*/ 187132 h 593532"/>
              <a:gd name="connsiteX12" fmla="*/ 677334 w 8017934"/>
              <a:gd name="connsiteY12" fmla="*/ 170198 h 593532"/>
              <a:gd name="connsiteX13" fmla="*/ 702734 w 8017934"/>
              <a:gd name="connsiteY13" fmla="*/ 110932 h 593532"/>
              <a:gd name="connsiteX14" fmla="*/ 795867 w 8017934"/>
              <a:gd name="connsiteY14" fmla="*/ 68598 h 593532"/>
              <a:gd name="connsiteX15" fmla="*/ 922867 w 8017934"/>
              <a:gd name="connsiteY15" fmla="*/ 85532 h 593532"/>
              <a:gd name="connsiteX16" fmla="*/ 948267 w 8017934"/>
              <a:gd name="connsiteY16" fmla="*/ 93998 h 593532"/>
              <a:gd name="connsiteX17" fmla="*/ 965200 w 8017934"/>
              <a:gd name="connsiteY17" fmla="*/ 144798 h 593532"/>
              <a:gd name="connsiteX18" fmla="*/ 982134 w 8017934"/>
              <a:gd name="connsiteY18" fmla="*/ 220998 h 593532"/>
              <a:gd name="connsiteX19" fmla="*/ 990600 w 8017934"/>
              <a:gd name="connsiteY19" fmla="*/ 246398 h 593532"/>
              <a:gd name="connsiteX20" fmla="*/ 1007534 w 8017934"/>
              <a:gd name="connsiteY20" fmla="*/ 314132 h 593532"/>
              <a:gd name="connsiteX21" fmla="*/ 1041400 w 8017934"/>
              <a:gd name="connsiteY21" fmla="*/ 364932 h 593532"/>
              <a:gd name="connsiteX22" fmla="*/ 1058334 w 8017934"/>
              <a:gd name="connsiteY22" fmla="*/ 534265 h 593532"/>
              <a:gd name="connsiteX23" fmla="*/ 1083734 w 8017934"/>
              <a:gd name="connsiteY23" fmla="*/ 551198 h 593532"/>
              <a:gd name="connsiteX24" fmla="*/ 1227667 w 8017934"/>
              <a:gd name="connsiteY24" fmla="*/ 559665 h 593532"/>
              <a:gd name="connsiteX25" fmla="*/ 1405467 w 8017934"/>
              <a:gd name="connsiteY25" fmla="*/ 542732 h 593532"/>
              <a:gd name="connsiteX26" fmla="*/ 1439334 w 8017934"/>
              <a:gd name="connsiteY26" fmla="*/ 534265 h 593532"/>
              <a:gd name="connsiteX27" fmla="*/ 1464734 w 8017934"/>
              <a:gd name="connsiteY27" fmla="*/ 517332 h 593532"/>
              <a:gd name="connsiteX28" fmla="*/ 1481667 w 8017934"/>
              <a:gd name="connsiteY28" fmla="*/ 491932 h 593532"/>
              <a:gd name="connsiteX29" fmla="*/ 1490134 w 8017934"/>
              <a:gd name="connsiteY29" fmla="*/ 373398 h 593532"/>
              <a:gd name="connsiteX30" fmla="*/ 1498600 w 8017934"/>
              <a:gd name="connsiteY30" fmla="*/ 339532 h 593532"/>
              <a:gd name="connsiteX31" fmla="*/ 1515534 w 8017934"/>
              <a:gd name="connsiteY31" fmla="*/ 322598 h 593532"/>
              <a:gd name="connsiteX32" fmla="*/ 1524000 w 8017934"/>
              <a:gd name="connsiteY32" fmla="*/ 288732 h 593532"/>
              <a:gd name="connsiteX33" fmla="*/ 1532467 w 8017934"/>
              <a:gd name="connsiteY33" fmla="*/ 263332 h 593532"/>
              <a:gd name="connsiteX34" fmla="*/ 1540934 w 8017934"/>
              <a:gd name="connsiteY34" fmla="*/ 220998 h 593532"/>
              <a:gd name="connsiteX35" fmla="*/ 1557867 w 8017934"/>
              <a:gd name="connsiteY35" fmla="*/ 187132 h 593532"/>
              <a:gd name="connsiteX36" fmla="*/ 1574800 w 8017934"/>
              <a:gd name="connsiteY36" fmla="*/ 127865 h 593532"/>
              <a:gd name="connsiteX37" fmla="*/ 1608667 w 8017934"/>
              <a:gd name="connsiteY37" fmla="*/ 93998 h 593532"/>
              <a:gd name="connsiteX38" fmla="*/ 1634067 w 8017934"/>
              <a:gd name="connsiteY38" fmla="*/ 77065 h 593532"/>
              <a:gd name="connsiteX39" fmla="*/ 1667934 w 8017934"/>
              <a:gd name="connsiteY39" fmla="*/ 68598 h 593532"/>
              <a:gd name="connsiteX40" fmla="*/ 1693334 w 8017934"/>
              <a:gd name="connsiteY40" fmla="*/ 60132 h 593532"/>
              <a:gd name="connsiteX41" fmla="*/ 1718734 w 8017934"/>
              <a:gd name="connsiteY41" fmla="*/ 68598 h 593532"/>
              <a:gd name="connsiteX42" fmla="*/ 1761067 w 8017934"/>
              <a:gd name="connsiteY42" fmla="*/ 85532 h 593532"/>
              <a:gd name="connsiteX43" fmla="*/ 1811867 w 8017934"/>
              <a:gd name="connsiteY43" fmla="*/ 93998 h 593532"/>
              <a:gd name="connsiteX44" fmla="*/ 2192867 w 8017934"/>
              <a:gd name="connsiteY44" fmla="*/ 93998 h 593532"/>
              <a:gd name="connsiteX45" fmla="*/ 2311400 w 8017934"/>
              <a:gd name="connsiteY45" fmla="*/ 102465 h 593532"/>
              <a:gd name="connsiteX46" fmla="*/ 2345267 w 8017934"/>
              <a:gd name="connsiteY46" fmla="*/ 170198 h 593532"/>
              <a:gd name="connsiteX47" fmla="*/ 2345267 w 8017934"/>
              <a:gd name="connsiteY47" fmla="*/ 170198 h 593532"/>
              <a:gd name="connsiteX48" fmla="*/ 2379134 w 8017934"/>
              <a:gd name="connsiteY48" fmla="*/ 246398 h 593532"/>
              <a:gd name="connsiteX49" fmla="*/ 2404534 w 8017934"/>
              <a:gd name="connsiteY49" fmla="*/ 297198 h 593532"/>
              <a:gd name="connsiteX50" fmla="*/ 2421467 w 8017934"/>
              <a:gd name="connsiteY50" fmla="*/ 356465 h 593532"/>
              <a:gd name="connsiteX51" fmla="*/ 2438400 w 8017934"/>
              <a:gd name="connsiteY51" fmla="*/ 390332 h 593532"/>
              <a:gd name="connsiteX52" fmla="*/ 2455334 w 8017934"/>
              <a:gd name="connsiteY52" fmla="*/ 441132 h 593532"/>
              <a:gd name="connsiteX53" fmla="*/ 2463800 w 8017934"/>
              <a:gd name="connsiteY53" fmla="*/ 466532 h 593532"/>
              <a:gd name="connsiteX54" fmla="*/ 2480734 w 8017934"/>
              <a:gd name="connsiteY54" fmla="*/ 483465 h 593532"/>
              <a:gd name="connsiteX55" fmla="*/ 2523067 w 8017934"/>
              <a:gd name="connsiteY55" fmla="*/ 559665 h 593532"/>
              <a:gd name="connsiteX56" fmla="*/ 2582334 w 8017934"/>
              <a:gd name="connsiteY56" fmla="*/ 568132 h 593532"/>
              <a:gd name="connsiteX57" fmla="*/ 2599267 w 8017934"/>
              <a:gd name="connsiteY57" fmla="*/ 525798 h 593532"/>
              <a:gd name="connsiteX58" fmla="*/ 2616200 w 8017934"/>
              <a:gd name="connsiteY58" fmla="*/ 500398 h 593532"/>
              <a:gd name="connsiteX59" fmla="*/ 2658534 w 8017934"/>
              <a:gd name="connsiteY59" fmla="*/ 508865 h 593532"/>
              <a:gd name="connsiteX60" fmla="*/ 2751667 w 8017934"/>
              <a:gd name="connsiteY60" fmla="*/ 534265 h 593532"/>
              <a:gd name="connsiteX61" fmla="*/ 2777067 w 8017934"/>
              <a:gd name="connsiteY61" fmla="*/ 551198 h 593532"/>
              <a:gd name="connsiteX62" fmla="*/ 2802467 w 8017934"/>
              <a:gd name="connsiteY62" fmla="*/ 500398 h 593532"/>
              <a:gd name="connsiteX63" fmla="*/ 2844800 w 8017934"/>
              <a:gd name="connsiteY63" fmla="*/ 483465 h 593532"/>
              <a:gd name="connsiteX64" fmla="*/ 2861734 w 8017934"/>
              <a:gd name="connsiteY64" fmla="*/ 424198 h 593532"/>
              <a:gd name="connsiteX65" fmla="*/ 2887134 w 8017934"/>
              <a:gd name="connsiteY65" fmla="*/ 263332 h 593532"/>
              <a:gd name="connsiteX66" fmla="*/ 2895600 w 8017934"/>
              <a:gd name="connsiteY66" fmla="*/ 195598 h 593532"/>
              <a:gd name="connsiteX67" fmla="*/ 2929467 w 8017934"/>
              <a:gd name="connsiteY67" fmla="*/ 119398 h 593532"/>
              <a:gd name="connsiteX68" fmla="*/ 2963334 w 8017934"/>
              <a:gd name="connsiteY68" fmla="*/ 102465 h 593532"/>
              <a:gd name="connsiteX69" fmla="*/ 3183467 w 8017934"/>
              <a:gd name="connsiteY69" fmla="*/ 77065 h 593532"/>
              <a:gd name="connsiteX70" fmla="*/ 3293534 w 8017934"/>
              <a:gd name="connsiteY70" fmla="*/ 93998 h 593532"/>
              <a:gd name="connsiteX71" fmla="*/ 3302000 w 8017934"/>
              <a:gd name="connsiteY71" fmla="*/ 127865 h 593532"/>
              <a:gd name="connsiteX72" fmla="*/ 3318934 w 8017934"/>
              <a:gd name="connsiteY72" fmla="*/ 204065 h 593532"/>
              <a:gd name="connsiteX73" fmla="*/ 3335867 w 8017934"/>
              <a:gd name="connsiteY73" fmla="*/ 229465 h 593532"/>
              <a:gd name="connsiteX74" fmla="*/ 3352800 w 8017934"/>
              <a:gd name="connsiteY74" fmla="*/ 288732 h 593532"/>
              <a:gd name="connsiteX75" fmla="*/ 3369734 w 8017934"/>
              <a:gd name="connsiteY75" fmla="*/ 322598 h 593532"/>
              <a:gd name="connsiteX76" fmla="*/ 3386667 w 8017934"/>
              <a:gd name="connsiteY76" fmla="*/ 373398 h 593532"/>
              <a:gd name="connsiteX77" fmla="*/ 3395134 w 8017934"/>
              <a:gd name="connsiteY77" fmla="*/ 398798 h 593532"/>
              <a:gd name="connsiteX78" fmla="*/ 3412067 w 8017934"/>
              <a:gd name="connsiteY78" fmla="*/ 415732 h 593532"/>
              <a:gd name="connsiteX79" fmla="*/ 3437467 w 8017934"/>
              <a:gd name="connsiteY79" fmla="*/ 500398 h 593532"/>
              <a:gd name="connsiteX80" fmla="*/ 3454400 w 8017934"/>
              <a:gd name="connsiteY80" fmla="*/ 525798 h 593532"/>
              <a:gd name="connsiteX81" fmla="*/ 3462867 w 8017934"/>
              <a:gd name="connsiteY81" fmla="*/ 551198 h 593532"/>
              <a:gd name="connsiteX82" fmla="*/ 3505200 w 8017934"/>
              <a:gd name="connsiteY82" fmla="*/ 593532 h 593532"/>
              <a:gd name="connsiteX83" fmla="*/ 3683000 w 8017934"/>
              <a:gd name="connsiteY83" fmla="*/ 576598 h 593532"/>
              <a:gd name="connsiteX84" fmla="*/ 3708400 w 8017934"/>
              <a:gd name="connsiteY84" fmla="*/ 568132 h 593532"/>
              <a:gd name="connsiteX85" fmla="*/ 3683000 w 8017934"/>
              <a:gd name="connsiteY85" fmla="*/ 559665 h 593532"/>
              <a:gd name="connsiteX86" fmla="*/ 3810000 w 8017934"/>
              <a:gd name="connsiteY86" fmla="*/ 525798 h 593532"/>
              <a:gd name="connsiteX87" fmla="*/ 4004734 w 8017934"/>
              <a:gd name="connsiteY87" fmla="*/ 551198 h 593532"/>
              <a:gd name="connsiteX88" fmla="*/ 4174067 w 8017934"/>
              <a:gd name="connsiteY88" fmla="*/ 542732 h 593532"/>
              <a:gd name="connsiteX89" fmla="*/ 4191000 w 8017934"/>
              <a:gd name="connsiteY89" fmla="*/ 525798 h 593532"/>
              <a:gd name="connsiteX90" fmla="*/ 4199467 w 8017934"/>
              <a:gd name="connsiteY90" fmla="*/ 500398 h 593532"/>
              <a:gd name="connsiteX91" fmla="*/ 4216400 w 8017934"/>
              <a:gd name="connsiteY91" fmla="*/ 466532 h 593532"/>
              <a:gd name="connsiteX92" fmla="*/ 4419600 w 8017934"/>
              <a:gd name="connsiteY92" fmla="*/ 110931 h 593532"/>
              <a:gd name="connsiteX93" fmla="*/ 5067336 w 8017934"/>
              <a:gd name="connsiteY93" fmla="*/ 134684 h 593532"/>
              <a:gd name="connsiteX94" fmla="*/ 5164667 w 8017934"/>
              <a:gd name="connsiteY94" fmla="*/ 339532 h 593532"/>
              <a:gd name="connsiteX95" fmla="*/ 5190067 w 8017934"/>
              <a:gd name="connsiteY95" fmla="*/ 390332 h 593532"/>
              <a:gd name="connsiteX96" fmla="*/ 5207000 w 8017934"/>
              <a:gd name="connsiteY96" fmla="*/ 441132 h 593532"/>
              <a:gd name="connsiteX97" fmla="*/ 5274734 w 8017934"/>
              <a:gd name="connsiteY97" fmla="*/ 483465 h 593532"/>
              <a:gd name="connsiteX98" fmla="*/ 5317067 w 8017934"/>
              <a:gd name="connsiteY98" fmla="*/ 525798 h 593532"/>
              <a:gd name="connsiteX99" fmla="*/ 5308600 w 8017934"/>
              <a:gd name="connsiteY99" fmla="*/ 517332 h 593532"/>
              <a:gd name="connsiteX100" fmla="*/ 5342467 w 8017934"/>
              <a:gd name="connsiteY100" fmla="*/ 500398 h 593532"/>
              <a:gd name="connsiteX101" fmla="*/ 5401734 w 8017934"/>
              <a:gd name="connsiteY101" fmla="*/ 483465 h 593532"/>
              <a:gd name="connsiteX102" fmla="*/ 5435600 w 8017934"/>
              <a:gd name="connsiteY102" fmla="*/ 466532 h 593532"/>
              <a:gd name="connsiteX103" fmla="*/ 5537200 w 8017934"/>
              <a:gd name="connsiteY103" fmla="*/ 458065 h 593532"/>
              <a:gd name="connsiteX104" fmla="*/ 5562600 w 8017934"/>
              <a:gd name="connsiteY104" fmla="*/ 407265 h 593532"/>
              <a:gd name="connsiteX105" fmla="*/ 5579534 w 8017934"/>
              <a:gd name="connsiteY105" fmla="*/ 373398 h 593532"/>
              <a:gd name="connsiteX106" fmla="*/ 5613400 w 8017934"/>
              <a:gd name="connsiteY106" fmla="*/ 314132 h 593532"/>
              <a:gd name="connsiteX107" fmla="*/ 5621867 w 8017934"/>
              <a:gd name="connsiteY107" fmla="*/ 280265 h 593532"/>
              <a:gd name="connsiteX108" fmla="*/ 5630334 w 8017934"/>
              <a:gd name="connsiteY108" fmla="*/ 170198 h 593532"/>
              <a:gd name="connsiteX109" fmla="*/ 5638800 w 8017934"/>
              <a:gd name="connsiteY109" fmla="*/ 136332 h 593532"/>
              <a:gd name="connsiteX110" fmla="*/ 5689600 w 8017934"/>
              <a:gd name="connsiteY110" fmla="*/ 93998 h 593532"/>
              <a:gd name="connsiteX111" fmla="*/ 5731934 w 8017934"/>
              <a:gd name="connsiteY111" fmla="*/ 85532 h 593532"/>
              <a:gd name="connsiteX112" fmla="*/ 5892800 w 8017934"/>
              <a:gd name="connsiteY112" fmla="*/ 93998 h 593532"/>
              <a:gd name="connsiteX113" fmla="*/ 5918200 w 8017934"/>
              <a:gd name="connsiteY113" fmla="*/ 110932 h 593532"/>
              <a:gd name="connsiteX114" fmla="*/ 5960534 w 8017934"/>
              <a:gd name="connsiteY114" fmla="*/ 153265 h 593532"/>
              <a:gd name="connsiteX115" fmla="*/ 6019800 w 8017934"/>
              <a:gd name="connsiteY115" fmla="*/ 187132 h 593532"/>
              <a:gd name="connsiteX116" fmla="*/ 6028267 w 8017934"/>
              <a:gd name="connsiteY116" fmla="*/ 220998 h 593532"/>
              <a:gd name="connsiteX117" fmla="*/ 6062134 w 8017934"/>
              <a:gd name="connsiteY117" fmla="*/ 263332 h 593532"/>
              <a:gd name="connsiteX118" fmla="*/ 6079067 w 8017934"/>
              <a:gd name="connsiteY118" fmla="*/ 288732 h 593532"/>
              <a:gd name="connsiteX119" fmla="*/ 6104467 w 8017934"/>
              <a:gd name="connsiteY119" fmla="*/ 314132 h 593532"/>
              <a:gd name="connsiteX120" fmla="*/ 6138334 w 8017934"/>
              <a:gd name="connsiteY120" fmla="*/ 364932 h 593532"/>
              <a:gd name="connsiteX121" fmla="*/ 6155267 w 8017934"/>
              <a:gd name="connsiteY121" fmla="*/ 458065 h 593532"/>
              <a:gd name="connsiteX122" fmla="*/ 6180667 w 8017934"/>
              <a:gd name="connsiteY122" fmla="*/ 474998 h 593532"/>
              <a:gd name="connsiteX123" fmla="*/ 6197600 w 8017934"/>
              <a:gd name="connsiteY123" fmla="*/ 517332 h 593532"/>
              <a:gd name="connsiteX124" fmla="*/ 6214534 w 8017934"/>
              <a:gd name="connsiteY124" fmla="*/ 534265 h 593532"/>
              <a:gd name="connsiteX125" fmla="*/ 6409267 w 8017934"/>
              <a:gd name="connsiteY125" fmla="*/ 576598 h 593532"/>
              <a:gd name="connsiteX126" fmla="*/ 6443134 w 8017934"/>
              <a:gd name="connsiteY126" fmla="*/ 551198 h 593532"/>
              <a:gd name="connsiteX127" fmla="*/ 7035800 w 8017934"/>
              <a:gd name="connsiteY127" fmla="*/ 491932 h 593532"/>
              <a:gd name="connsiteX128" fmla="*/ 7171267 w 8017934"/>
              <a:gd name="connsiteY128" fmla="*/ 525798 h 593532"/>
              <a:gd name="connsiteX129" fmla="*/ 7239000 w 8017934"/>
              <a:gd name="connsiteY129" fmla="*/ 542732 h 593532"/>
              <a:gd name="connsiteX130" fmla="*/ 7416800 w 8017934"/>
              <a:gd name="connsiteY130" fmla="*/ 508865 h 593532"/>
              <a:gd name="connsiteX131" fmla="*/ 7425267 w 8017934"/>
              <a:gd name="connsiteY131" fmla="*/ 466532 h 593532"/>
              <a:gd name="connsiteX132" fmla="*/ 7433734 w 8017934"/>
              <a:gd name="connsiteY132" fmla="*/ 373398 h 593532"/>
              <a:gd name="connsiteX133" fmla="*/ 7450667 w 8017934"/>
              <a:gd name="connsiteY133" fmla="*/ 347998 h 593532"/>
              <a:gd name="connsiteX134" fmla="*/ 7459134 w 8017934"/>
              <a:gd name="connsiteY134" fmla="*/ 305665 h 593532"/>
              <a:gd name="connsiteX135" fmla="*/ 7467600 w 8017934"/>
              <a:gd name="connsiteY135" fmla="*/ 280265 h 593532"/>
              <a:gd name="connsiteX136" fmla="*/ 7476067 w 8017934"/>
              <a:gd name="connsiteY136" fmla="*/ 246398 h 593532"/>
              <a:gd name="connsiteX137" fmla="*/ 7526867 w 8017934"/>
              <a:gd name="connsiteY137" fmla="*/ 229465 h 593532"/>
              <a:gd name="connsiteX138" fmla="*/ 7569200 w 8017934"/>
              <a:gd name="connsiteY138" fmla="*/ 187132 h 593532"/>
              <a:gd name="connsiteX139" fmla="*/ 7611534 w 8017934"/>
              <a:gd name="connsiteY139" fmla="*/ 153265 h 593532"/>
              <a:gd name="connsiteX140" fmla="*/ 7645400 w 8017934"/>
              <a:gd name="connsiteY140" fmla="*/ 127865 h 593532"/>
              <a:gd name="connsiteX141" fmla="*/ 7653867 w 8017934"/>
              <a:gd name="connsiteY141" fmla="*/ 102465 h 593532"/>
              <a:gd name="connsiteX142" fmla="*/ 7730067 w 8017934"/>
              <a:gd name="connsiteY142" fmla="*/ 68598 h 593532"/>
              <a:gd name="connsiteX143" fmla="*/ 7823200 w 8017934"/>
              <a:gd name="connsiteY143" fmla="*/ 43198 h 593532"/>
              <a:gd name="connsiteX144" fmla="*/ 7907867 w 8017934"/>
              <a:gd name="connsiteY144" fmla="*/ 9332 h 593532"/>
              <a:gd name="connsiteX145" fmla="*/ 7941734 w 8017934"/>
              <a:gd name="connsiteY145" fmla="*/ 865 h 593532"/>
              <a:gd name="connsiteX146" fmla="*/ 8017934 w 8017934"/>
              <a:gd name="connsiteY146" fmla="*/ 865 h 593532"/>
              <a:gd name="connsiteX0" fmla="*/ 0 w 8017934"/>
              <a:gd name="connsiteY0" fmla="*/ 559665 h 593532"/>
              <a:gd name="connsiteX1" fmla="*/ 491067 w 8017934"/>
              <a:gd name="connsiteY1" fmla="*/ 551198 h 593532"/>
              <a:gd name="connsiteX2" fmla="*/ 508000 w 8017934"/>
              <a:gd name="connsiteY2" fmla="*/ 525798 h 593532"/>
              <a:gd name="connsiteX3" fmla="*/ 533400 w 8017934"/>
              <a:gd name="connsiteY3" fmla="*/ 508865 h 593532"/>
              <a:gd name="connsiteX4" fmla="*/ 567267 w 8017934"/>
              <a:gd name="connsiteY4" fmla="*/ 474998 h 593532"/>
              <a:gd name="connsiteX5" fmla="*/ 575734 w 8017934"/>
              <a:gd name="connsiteY5" fmla="*/ 449598 h 593532"/>
              <a:gd name="connsiteX6" fmla="*/ 584200 w 8017934"/>
              <a:gd name="connsiteY6" fmla="*/ 407265 h 593532"/>
              <a:gd name="connsiteX7" fmla="*/ 601134 w 8017934"/>
              <a:gd name="connsiteY7" fmla="*/ 381865 h 593532"/>
              <a:gd name="connsiteX8" fmla="*/ 618067 w 8017934"/>
              <a:gd name="connsiteY8" fmla="*/ 305665 h 593532"/>
              <a:gd name="connsiteX9" fmla="*/ 626534 w 8017934"/>
              <a:gd name="connsiteY9" fmla="*/ 280265 h 593532"/>
              <a:gd name="connsiteX10" fmla="*/ 643467 w 8017934"/>
              <a:gd name="connsiteY10" fmla="*/ 246398 h 593532"/>
              <a:gd name="connsiteX11" fmla="*/ 660400 w 8017934"/>
              <a:gd name="connsiteY11" fmla="*/ 187132 h 593532"/>
              <a:gd name="connsiteX12" fmla="*/ 677334 w 8017934"/>
              <a:gd name="connsiteY12" fmla="*/ 170198 h 593532"/>
              <a:gd name="connsiteX13" fmla="*/ 702734 w 8017934"/>
              <a:gd name="connsiteY13" fmla="*/ 110932 h 593532"/>
              <a:gd name="connsiteX14" fmla="*/ 795867 w 8017934"/>
              <a:gd name="connsiteY14" fmla="*/ 68598 h 593532"/>
              <a:gd name="connsiteX15" fmla="*/ 922867 w 8017934"/>
              <a:gd name="connsiteY15" fmla="*/ 85532 h 593532"/>
              <a:gd name="connsiteX16" fmla="*/ 948267 w 8017934"/>
              <a:gd name="connsiteY16" fmla="*/ 93998 h 593532"/>
              <a:gd name="connsiteX17" fmla="*/ 965200 w 8017934"/>
              <a:gd name="connsiteY17" fmla="*/ 144798 h 593532"/>
              <a:gd name="connsiteX18" fmla="*/ 982134 w 8017934"/>
              <a:gd name="connsiteY18" fmla="*/ 220998 h 593532"/>
              <a:gd name="connsiteX19" fmla="*/ 990600 w 8017934"/>
              <a:gd name="connsiteY19" fmla="*/ 246398 h 593532"/>
              <a:gd name="connsiteX20" fmla="*/ 1007534 w 8017934"/>
              <a:gd name="connsiteY20" fmla="*/ 314132 h 593532"/>
              <a:gd name="connsiteX21" fmla="*/ 1041400 w 8017934"/>
              <a:gd name="connsiteY21" fmla="*/ 364932 h 593532"/>
              <a:gd name="connsiteX22" fmla="*/ 1058334 w 8017934"/>
              <a:gd name="connsiteY22" fmla="*/ 534265 h 593532"/>
              <a:gd name="connsiteX23" fmla="*/ 1083734 w 8017934"/>
              <a:gd name="connsiteY23" fmla="*/ 551198 h 593532"/>
              <a:gd name="connsiteX24" fmla="*/ 1227667 w 8017934"/>
              <a:gd name="connsiteY24" fmla="*/ 559665 h 593532"/>
              <a:gd name="connsiteX25" fmla="*/ 1405467 w 8017934"/>
              <a:gd name="connsiteY25" fmla="*/ 542732 h 593532"/>
              <a:gd name="connsiteX26" fmla="*/ 1439334 w 8017934"/>
              <a:gd name="connsiteY26" fmla="*/ 534265 h 593532"/>
              <a:gd name="connsiteX27" fmla="*/ 1464734 w 8017934"/>
              <a:gd name="connsiteY27" fmla="*/ 517332 h 593532"/>
              <a:gd name="connsiteX28" fmla="*/ 1481667 w 8017934"/>
              <a:gd name="connsiteY28" fmla="*/ 491932 h 593532"/>
              <a:gd name="connsiteX29" fmla="*/ 1490134 w 8017934"/>
              <a:gd name="connsiteY29" fmla="*/ 373398 h 593532"/>
              <a:gd name="connsiteX30" fmla="*/ 1498600 w 8017934"/>
              <a:gd name="connsiteY30" fmla="*/ 339532 h 593532"/>
              <a:gd name="connsiteX31" fmla="*/ 1515534 w 8017934"/>
              <a:gd name="connsiteY31" fmla="*/ 322598 h 593532"/>
              <a:gd name="connsiteX32" fmla="*/ 1524000 w 8017934"/>
              <a:gd name="connsiteY32" fmla="*/ 288732 h 593532"/>
              <a:gd name="connsiteX33" fmla="*/ 1532467 w 8017934"/>
              <a:gd name="connsiteY33" fmla="*/ 263332 h 593532"/>
              <a:gd name="connsiteX34" fmla="*/ 1540934 w 8017934"/>
              <a:gd name="connsiteY34" fmla="*/ 220998 h 593532"/>
              <a:gd name="connsiteX35" fmla="*/ 1557867 w 8017934"/>
              <a:gd name="connsiteY35" fmla="*/ 187132 h 593532"/>
              <a:gd name="connsiteX36" fmla="*/ 1574800 w 8017934"/>
              <a:gd name="connsiteY36" fmla="*/ 127865 h 593532"/>
              <a:gd name="connsiteX37" fmla="*/ 1608667 w 8017934"/>
              <a:gd name="connsiteY37" fmla="*/ 93998 h 593532"/>
              <a:gd name="connsiteX38" fmla="*/ 1634067 w 8017934"/>
              <a:gd name="connsiteY38" fmla="*/ 77065 h 593532"/>
              <a:gd name="connsiteX39" fmla="*/ 1667934 w 8017934"/>
              <a:gd name="connsiteY39" fmla="*/ 68598 h 593532"/>
              <a:gd name="connsiteX40" fmla="*/ 1693334 w 8017934"/>
              <a:gd name="connsiteY40" fmla="*/ 60132 h 593532"/>
              <a:gd name="connsiteX41" fmla="*/ 1718734 w 8017934"/>
              <a:gd name="connsiteY41" fmla="*/ 68598 h 593532"/>
              <a:gd name="connsiteX42" fmla="*/ 1761067 w 8017934"/>
              <a:gd name="connsiteY42" fmla="*/ 85532 h 593532"/>
              <a:gd name="connsiteX43" fmla="*/ 1811867 w 8017934"/>
              <a:gd name="connsiteY43" fmla="*/ 93998 h 593532"/>
              <a:gd name="connsiteX44" fmla="*/ 2192867 w 8017934"/>
              <a:gd name="connsiteY44" fmla="*/ 93998 h 593532"/>
              <a:gd name="connsiteX45" fmla="*/ 2311400 w 8017934"/>
              <a:gd name="connsiteY45" fmla="*/ 102465 h 593532"/>
              <a:gd name="connsiteX46" fmla="*/ 2345267 w 8017934"/>
              <a:gd name="connsiteY46" fmla="*/ 170198 h 593532"/>
              <a:gd name="connsiteX47" fmla="*/ 2345267 w 8017934"/>
              <a:gd name="connsiteY47" fmla="*/ 170198 h 593532"/>
              <a:gd name="connsiteX48" fmla="*/ 2379134 w 8017934"/>
              <a:gd name="connsiteY48" fmla="*/ 246398 h 593532"/>
              <a:gd name="connsiteX49" fmla="*/ 2404534 w 8017934"/>
              <a:gd name="connsiteY49" fmla="*/ 297198 h 593532"/>
              <a:gd name="connsiteX50" fmla="*/ 2421467 w 8017934"/>
              <a:gd name="connsiteY50" fmla="*/ 356465 h 593532"/>
              <a:gd name="connsiteX51" fmla="*/ 2438400 w 8017934"/>
              <a:gd name="connsiteY51" fmla="*/ 390332 h 593532"/>
              <a:gd name="connsiteX52" fmla="*/ 2455334 w 8017934"/>
              <a:gd name="connsiteY52" fmla="*/ 441132 h 593532"/>
              <a:gd name="connsiteX53" fmla="*/ 2463800 w 8017934"/>
              <a:gd name="connsiteY53" fmla="*/ 466532 h 593532"/>
              <a:gd name="connsiteX54" fmla="*/ 2480734 w 8017934"/>
              <a:gd name="connsiteY54" fmla="*/ 483465 h 593532"/>
              <a:gd name="connsiteX55" fmla="*/ 2523067 w 8017934"/>
              <a:gd name="connsiteY55" fmla="*/ 559665 h 593532"/>
              <a:gd name="connsiteX56" fmla="*/ 2582334 w 8017934"/>
              <a:gd name="connsiteY56" fmla="*/ 568132 h 593532"/>
              <a:gd name="connsiteX57" fmla="*/ 2599267 w 8017934"/>
              <a:gd name="connsiteY57" fmla="*/ 525798 h 593532"/>
              <a:gd name="connsiteX58" fmla="*/ 2616200 w 8017934"/>
              <a:gd name="connsiteY58" fmla="*/ 500398 h 593532"/>
              <a:gd name="connsiteX59" fmla="*/ 2658534 w 8017934"/>
              <a:gd name="connsiteY59" fmla="*/ 508865 h 593532"/>
              <a:gd name="connsiteX60" fmla="*/ 2751667 w 8017934"/>
              <a:gd name="connsiteY60" fmla="*/ 534265 h 593532"/>
              <a:gd name="connsiteX61" fmla="*/ 2777067 w 8017934"/>
              <a:gd name="connsiteY61" fmla="*/ 551198 h 593532"/>
              <a:gd name="connsiteX62" fmla="*/ 2802467 w 8017934"/>
              <a:gd name="connsiteY62" fmla="*/ 500398 h 593532"/>
              <a:gd name="connsiteX63" fmla="*/ 2844800 w 8017934"/>
              <a:gd name="connsiteY63" fmla="*/ 483465 h 593532"/>
              <a:gd name="connsiteX64" fmla="*/ 2861734 w 8017934"/>
              <a:gd name="connsiteY64" fmla="*/ 424198 h 593532"/>
              <a:gd name="connsiteX65" fmla="*/ 2887134 w 8017934"/>
              <a:gd name="connsiteY65" fmla="*/ 263332 h 593532"/>
              <a:gd name="connsiteX66" fmla="*/ 2895600 w 8017934"/>
              <a:gd name="connsiteY66" fmla="*/ 195598 h 593532"/>
              <a:gd name="connsiteX67" fmla="*/ 2929467 w 8017934"/>
              <a:gd name="connsiteY67" fmla="*/ 119398 h 593532"/>
              <a:gd name="connsiteX68" fmla="*/ 2963334 w 8017934"/>
              <a:gd name="connsiteY68" fmla="*/ 102465 h 593532"/>
              <a:gd name="connsiteX69" fmla="*/ 3183467 w 8017934"/>
              <a:gd name="connsiteY69" fmla="*/ 77065 h 593532"/>
              <a:gd name="connsiteX70" fmla="*/ 3293534 w 8017934"/>
              <a:gd name="connsiteY70" fmla="*/ 93998 h 593532"/>
              <a:gd name="connsiteX71" fmla="*/ 3302000 w 8017934"/>
              <a:gd name="connsiteY71" fmla="*/ 127865 h 593532"/>
              <a:gd name="connsiteX72" fmla="*/ 3318934 w 8017934"/>
              <a:gd name="connsiteY72" fmla="*/ 204065 h 593532"/>
              <a:gd name="connsiteX73" fmla="*/ 3335867 w 8017934"/>
              <a:gd name="connsiteY73" fmla="*/ 229465 h 593532"/>
              <a:gd name="connsiteX74" fmla="*/ 3352800 w 8017934"/>
              <a:gd name="connsiteY74" fmla="*/ 288732 h 593532"/>
              <a:gd name="connsiteX75" fmla="*/ 3369734 w 8017934"/>
              <a:gd name="connsiteY75" fmla="*/ 322598 h 593532"/>
              <a:gd name="connsiteX76" fmla="*/ 3386667 w 8017934"/>
              <a:gd name="connsiteY76" fmla="*/ 373398 h 593532"/>
              <a:gd name="connsiteX77" fmla="*/ 3395134 w 8017934"/>
              <a:gd name="connsiteY77" fmla="*/ 398798 h 593532"/>
              <a:gd name="connsiteX78" fmla="*/ 3412067 w 8017934"/>
              <a:gd name="connsiteY78" fmla="*/ 415732 h 593532"/>
              <a:gd name="connsiteX79" fmla="*/ 3437467 w 8017934"/>
              <a:gd name="connsiteY79" fmla="*/ 500398 h 593532"/>
              <a:gd name="connsiteX80" fmla="*/ 3454400 w 8017934"/>
              <a:gd name="connsiteY80" fmla="*/ 525798 h 593532"/>
              <a:gd name="connsiteX81" fmla="*/ 3462867 w 8017934"/>
              <a:gd name="connsiteY81" fmla="*/ 551198 h 593532"/>
              <a:gd name="connsiteX82" fmla="*/ 3505200 w 8017934"/>
              <a:gd name="connsiteY82" fmla="*/ 593532 h 593532"/>
              <a:gd name="connsiteX83" fmla="*/ 3683000 w 8017934"/>
              <a:gd name="connsiteY83" fmla="*/ 576598 h 593532"/>
              <a:gd name="connsiteX84" fmla="*/ 3708400 w 8017934"/>
              <a:gd name="connsiteY84" fmla="*/ 568132 h 593532"/>
              <a:gd name="connsiteX85" fmla="*/ 3683000 w 8017934"/>
              <a:gd name="connsiteY85" fmla="*/ 559665 h 593532"/>
              <a:gd name="connsiteX86" fmla="*/ 3810000 w 8017934"/>
              <a:gd name="connsiteY86" fmla="*/ 525798 h 593532"/>
              <a:gd name="connsiteX87" fmla="*/ 4004734 w 8017934"/>
              <a:gd name="connsiteY87" fmla="*/ 551198 h 593532"/>
              <a:gd name="connsiteX88" fmla="*/ 4174067 w 8017934"/>
              <a:gd name="connsiteY88" fmla="*/ 542732 h 593532"/>
              <a:gd name="connsiteX89" fmla="*/ 4191000 w 8017934"/>
              <a:gd name="connsiteY89" fmla="*/ 525798 h 593532"/>
              <a:gd name="connsiteX90" fmla="*/ 4199467 w 8017934"/>
              <a:gd name="connsiteY90" fmla="*/ 500398 h 593532"/>
              <a:gd name="connsiteX91" fmla="*/ 4216400 w 8017934"/>
              <a:gd name="connsiteY91" fmla="*/ 466532 h 593532"/>
              <a:gd name="connsiteX92" fmla="*/ 4419600 w 8017934"/>
              <a:gd name="connsiteY92" fmla="*/ 110931 h 593532"/>
              <a:gd name="connsiteX93" fmla="*/ 5067336 w 8017934"/>
              <a:gd name="connsiteY93" fmla="*/ 134684 h 593532"/>
              <a:gd name="connsiteX94" fmla="*/ 5164667 w 8017934"/>
              <a:gd name="connsiteY94" fmla="*/ 339532 h 593532"/>
              <a:gd name="connsiteX95" fmla="*/ 5207000 w 8017934"/>
              <a:gd name="connsiteY95" fmla="*/ 441132 h 593532"/>
              <a:gd name="connsiteX96" fmla="*/ 5274734 w 8017934"/>
              <a:gd name="connsiteY96" fmla="*/ 483465 h 593532"/>
              <a:gd name="connsiteX97" fmla="*/ 5317067 w 8017934"/>
              <a:gd name="connsiteY97" fmla="*/ 525798 h 593532"/>
              <a:gd name="connsiteX98" fmla="*/ 5308600 w 8017934"/>
              <a:gd name="connsiteY98" fmla="*/ 517332 h 593532"/>
              <a:gd name="connsiteX99" fmla="*/ 5342467 w 8017934"/>
              <a:gd name="connsiteY99" fmla="*/ 500398 h 593532"/>
              <a:gd name="connsiteX100" fmla="*/ 5401734 w 8017934"/>
              <a:gd name="connsiteY100" fmla="*/ 483465 h 593532"/>
              <a:gd name="connsiteX101" fmla="*/ 5435600 w 8017934"/>
              <a:gd name="connsiteY101" fmla="*/ 466532 h 593532"/>
              <a:gd name="connsiteX102" fmla="*/ 5537200 w 8017934"/>
              <a:gd name="connsiteY102" fmla="*/ 458065 h 593532"/>
              <a:gd name="connsiteX103" fmla="*/ 5562600 w 8017934"/>
              <a:gd name="connsiteY103" fmla="*/ 407265 h 593532"/>
              <a:gd name="connsiteX104" fmla="*/ 5579534 w 8017934"/>
              <a:gd name="connsiteY104" fmla="*/ 373398 h 593532"/>
              <a:gd name="connsiteX105" fmla="*/ 5613400 w 8017934"/>
              <a:gd name="connsiteY105" fmla="*/ 314132 h 593532"/>
              <a:gd name="connsiteX106" fmla="*/ 5621867 w 8017934"/>
              <a:gd name="connsiteY106" fmla="*/ 280265 h 593532"/>
              <a:gd name="connsiteX107" fmla="*/ 5630334 w 8017934"/>
              <a:gd name="connsiteY107" fmla="*/ 170198 h 593532"/>
              <a:gd name="connsiteX108" fmla="*/ 5638800 w 8017934"/>
              <a:gd name="connsiteY108" fmla="*/ 136332 h 593532"/>
              <a:gd name="connsiteX109" fmla="*/ 5689600 w 8017934"/>
              <a:gd name="connsiteY109" fmla="*/ 93998 h 593532"/>
              <a:gd name="connsiteX110" fmla="*/ 5731934 w 8017934"/>
              <a:gd name="connsiteY110" fmla="*/ 85532 h 593532"/>
              <a:gd name="connsiteX111" fmla="*/ 5892800 w 8017934"/>
              <a:gd name="connsiteY111" fmla="*/ 93998 h 593532"/>
              <a:gd name="connsiteX112" fmla="*/ 5918200 w 8017934"/>
              <a:gd name="connsiteY112" fmla="*/ 110932 h 593532"/>
              <a:gd name="connsiteX113" fmla="*/ 5960534 w 8017934"/>
              <a:gd name="connsiteY113" fmla="*/ 153265 h 593532"/>
              <a:gd name="connsiteX114" fmla="*/ 6019800 w 8017934"/>
              <a:gd name="connsiteY114" fmla="*/ 187132 h 593532"/>
              <a:gd name="connsiteX115" fmla="*/ 6028267 w 8017934"/>
              <a:gd name="connsiteY115" fmla="*/ 220998 h 593532"/>
              <a:gd name="connsiteX116" fmla="*/ 6062134 w 8017934"/>
              <a:gd name="connsiteY116" fmla="*/ 263332 h 593532"/>
              <a:gd name="connsiteX117" fmla="*/ 6079067 w 8017934"/>
              <a:gd name="connsiteY117" fmla="*/ 288732 h 593532"/>
              <a:gd name="connsiteX118" fmla="*/ 6104467 w 8017934"/>
              <a:gd name="connsiteY118" fmla="*/ 314132 h 593532"/>
              <a:gd name="connsiteX119" fmla="*/ 6138334 w 8017934"/>
              <a:gd name="connsiteY119" fmla="*/ 364932 h 593532"/>
              <a:gd name="connsiteX120" fmla="*/ 6155267 w 8017934"/>
              <a:gd name="connsiteY120" fmla="*/ 458065 h 593532"/>
              <a:gd name="connsiteX121" fmla="*/ 6180667 w 8017934"/>
              <a:gd name="connsiteY121" fmla="*/ 474998 h 593532"/>
              <a:gd name="connsiteX122" fmla="*/ 6197600 w 8017934"/>
              <a:gd name="connsiteY122" fmla="*/ 517332 h 593532"/>
              <a:gd name="connsiteX123" fmla="*/ 6214534 w 8017934"/>
              <a:gd name="connsiteY123" fmla="*/ 534265 h 593532"/>
              <a:gd name="connsiteX124" fmla="*/ 6409267 w 8017934"/>
              <a:gd name="connsiteY124" fmla="*/ 576598 h 593532"/>
              <a:gd name="connsiteX125" fmla="*/ 6443134 w 8017934"/>
              <a:gd name="connsiteY125" fmla="*/ 551198 h 593532"/>
              <a:gd name="connsiteX126" fmla="*/ 7035800 w 8017934"/>
              <a:gd name="connsiteY126" fmla="*/ 491932 h 593532"/>
              <a:gd name="connsiteX127" fmla="*/ 7171267 w 8017934"/>
              <a:gd name="connsiteY127" fmla="*/ 525798 h 593532"/>
              <a:gd name="connsiteX128" fmla="*/ 7239000 w 8017934"/>
              <a:gd name="connsiteY128" fmla="*/ 542732 h 593532"/>
              <a:gd name="connsiteX129" fmla="*/ 7416800 w 8017934"/>
              <a:gd name="connsiteY129" fmla="*/ 508865 h 593532"/>
              <a:gd name="connsiteX130" fmla="*/ 7425267 w 8017934"/>
              <a:gd name="connsiteY130" fmla="*/ 466532 h 593532"/>
              <a:gd name="connsiteX131" fmla="*/ 7433734 w 8017934"/>
              <a:gd name="connsiteY131" fmla="*/ 373398 h 593532"/>
              <a:gd name="connsiteX132" fmla="*/ 7450667 w 8017934"/>
              <a:gd name="connsiteY132" fmla="*/ 347998 h 593532"/>
              <a:gd name="connsiteX133" fmla="*/ 7459134 w 8017934"/>
              <a:gd name="connsiteY133" fmla="*/ 305665 h 593532"/>
              <a:gd name="connsiteX134" fmla="*/ 7467600 w 8017934"/>
              <a:gd name="connsiteY134" fmla="*/ 280265 h 593532"/>
              <a:gd name="connsiteX135" fmla="*/ 7476067 w 8017934"/>
              <a:gd name="connsiteY135" fmla="*/ 246398 h 593532"/>
              <a:gd name="connsiteX136" fmla="*/ 7526867 w 8017934"/>
              <a:gd name="connsiteY136" fmla="*/ 229465 h 593532"/>
              <a:gd name="connsiteX137" fmla="*/ 7569200 w 8017934"/>
              <a:gd name="connsiteY137" fmla="*/ 187132 h 593532"/>
              <a:gd name="connsiteX138" fmla="*/ 7611534 w 8017934"/>
              <a:gd name="connsiteY138" fmla="*/ 153265 h 593532"/>
              <a:gd name="connsiteX139" fmla="*/ 7645400 w 8017934"/>
              <a:gd name="connsiteY139" fmla="*/ 127865 h 593532"/>
              <a:gd name="connsiteX140" fmla="*/ 7653867 w 8017934"/>
              <a:gd name="connsiteY140" fmla="*/ 102465 h 593532"/>
              <a:gd name="connsiteX141" fmla="*/ 7730067 w 8017934"/>
              <a:gd name="connsiteY141" fmla="*/ 68598 h 593532"/>
              <a:gd name="connsiteX142" fmla="*/ 7823200 w 8017934"/>
              <a:gd name="connsiteY142" fmla="*/ 43198 h 593532"/>
              <a:gd name="connsiteX143" fmla="*/ 7907867 w 8017934"/>
              <a:gd name="connsiteY143" fmla="*/ 9332 h 593532"/>
              <a:gd name="connsiteX144" fmla="*/ 7941734 w 8017934"/>
              <a:gd name="connsiteY144" fmla="*/ 865 h 593532"/>
              <a:gd name="connsiteX145" fmla="*/ 8017934 w 8017934"/>
              <a:gd name="connsiteY145" fmla="*/ 865 h 593532"/>
              <a:gd name="connsiteX0" fmla="*/ 0 w 8017934"/>
              <a:gd name="connsiteY0" fmla="*/ 559665 h 593532"/>
              <a:gd name="connsiteX1" fmla="*/ 491067 w 8017934"/>
              <a:gd name="connsiteY1" fmla="*/ 551198 h 593532"/>
              <a:gd name="connsiteX2" fmla="*/ 508000 w 8017934"/>
              <a:gd name="connsiteY2" fmla="*/ 525798 h 593532"/>
              <a:gd name="connsiteX3" fmla="*/ 533400 w 8017934"/>
              <a:gd name="connsiteY3" fmla="*/ 508865 h 593532"/>
              <a:gd name="connsiteX4" fmla="*/ 567267 w 8017934"/>
              <a:gd name="connsiteY4" fmla="*/ 474998 h 593532"/>
              <a:gd name="connsiteX5" fmla="*/ 575734 w 8017934"/>
              <a:gd name="connsiteY5" fmla="*/ 449598 h 593532"/>
              <a:gd name="connsiteX6" fmla="*/ 584200 w 8017934"/>
              <a:gd name="connsiteY6" fmla="*/ 407265 h 593532"/>
              <a:gd name="connsiteX7" fmla="*/ 601134 w 8017934"/>
              <a:gd name="connsiteY7" fmla="*/ 381865 h 593532"/>
              <a:gd name="connsiteX8" fmla="*/ 618067 w 8017934"/>
              <a:gd name="connsiteY8" fmla="*/ 305665 h 593532"/>
              <a:gd name="connsiteX9" fmla="*/ 626534 w 8017934"/>
              <a:gd name="connsiteY9" fmla="*/ 280265 h 593532"/>
              <a:gd name="connsiteX10" fmla="*/ 643467 w 8017934"/>
              <a:gd name="connsiteY10" fmla="*/ 246398 h 593532"/>
              <a:gd name="connsiteX11" fmla="*/ 660400 w 8017934"/>
              <a:gd name="connsiteY11" fmla="*/ 187132 h 593532"/>
              <a:gd name="connsiteX12" fmla="*/ 677334 w 8017934"/>
              <a:gd name="connsiteY12" fmla="*/ 170198 h 593532"/>
              <a:gd name="connsiteX13" fmla="*/ 702734 w 8017934"/>
              <a:gd name="connsiteY13" fmla="*/ 110932 h 593532"/>
              <a:gd name="connsiteX14" fmla="*/ 795867 w 8017934"/>
              <a:gd name="connsiteY14" fmla="*/ 68598 h 593532"/>
              <a:gd name="connsiteX15" fmla="*/ 922867 w 8017934"/>
              <a:gd name="connsiteY15" fmla="*/ 85532 h 593532"/>
              <a:gd name="connsiteX16" fmla="*/ 948267 w 8017934"/>
              <a:gd name="connsiteY16" fmla="*/ 93998 h 593532"/>
              <a:gd name="connsiteX17" fmla="*/ 965200 w 8017934"/>
              <a:gd name="connsiteY17" fmla="*/ 144798 h 593532"/>
              <a:gd name="connsiteX18" fmla="*/ 982134 w 8017934"/>
              <a:gd name="connsiteY18" fmla="*/ 220998 h 593532"/>
              <a:gd name="connsiteX19" fmla="*/ 990600 w 8017934"/>
              <a:gd name="connsiteY19" fmla="*/ 246398 h 593532"/>
              <a:gd name="connsiteX20" fmla="*/ 1007534 w 8017934"/>
              <a:gd name="connsiteY20" fmla="*/ 314132 h 593532"/>
              <a:gd name="connsiteX21" fmla="*/ 1041400 w 8017934"/>
              <a:gd name="connsiteY21" fmla="*/ 364932 h 593532"/>
              <a:gd name="connsiteX22" fmla="*/ 1058334 w 8017934"/>
              <a:gd name="connsiteY22" fmla="*/ 534265 h 593532"/>
              <a:gd name="connsiteX23" fmla="*/ 1083734 w 8017934"/>
              <a:gd name="connsiteY23" fmla="*/ 551198 h 593532"/>
              <a:gd name="connsiteX24" fmla="*/ 1227667 w 8017934"/>
              <a:gd name="connsiteY24" fmla="*/ 559665 h 593532"/>
              <a:gd name="connsiteX25" fmla="*/ 1405467 w 8017934"/>
              <a:gd name="connsiteY25" fmla="*/ 542732 h 593532"/>
              <a:gd name="connsiteX26" fmla="*/ 1439334 w 8017934"/>
              <a:gd name="connsiteY26" fmla="*/ 534265 h 593532"/>
              <a:gd name="connsiteX27" fmla="*/ 1464734 w 8017934"/>
              <a:gd name="connsiteY27" fmla="*/ 517332 h 593532"/>
              <a:gd name="connsiteX28" fmla="*/ 1481667 w 8017934"/>
              <a:gd name="connsiteY28" fmla="*/ 491932 h 593532"/>
              <a:gd name="connsiteX29" fmla="*/ 1490134 w 8017934"/>
              <a:gd name="connsiteY29" fmla="*/ 373398 h 593532"/>
              <a:gd name="connsiteX30" fmla="*/ 1498600 w 8017934"/>
              <a:gd name="connsiteY30" fmla="*/ 339532 h 593532"/>
              <a:gd name="connsiteX31" fmla="*/ 1515534 w 8017934"/>
              <a:gd name="connsiteY31" fmla="*/ 322598 h 593532"/>
              <a:gd name="connsiteX32" fmla="*/ 1524000 w 8017934"/>
              <a:gd name="connsiteY32" fmla="*/ 288732 h 593532"/>
              <a:gd name="connsiteX33" fmla="*/ 1532467 w 8017934"/>
              <a:gd name="connsiteY33" fmla="*/ 263332 h 593532"/>
              <a:gd name="connsiteX34" fmla="*/ 1540934 w 8017934"/>
              <a:gd name="connsiteY34" fmla="*/ 220998 h 593532"/>
              <a:gd name="connsiteX35" fmla="*/ 1557867 w 8017934"/>
              <a:gd name="connsiteY35" fmla="*/ 187132 h 593532"/>
              <a:gd name="connsiteX36" fmla="*/ 1574800 w 8017934"/>
              <a:gd name="connsiteY36" fmla="*/ 127865 h 593532"/>
              <a:gd name="connsiteX37" fmla="*/ 1608667 w 8017934"/>
              <a:gd name="connsiteY37" fmla="*/ 93998 h 593532"/>
              <a:gd name="connsiteX38" fmla="*/ 1634067 w 8017934"/>
              <a:gd name="connsiteY38" fmla="*/ 77065 h 593532"/>
              <a:gd name="connsiteX39" fmla="*/ 1667934 w 8017934"/>
              <a:gd name="connsiteY39" fmla="*/ 68598 h 593532"/>
              <a:gd name="connsiteX40" fmla="*/ 1693334 w 8017934"/>
              <a:gd name="connsiteY40" fmla="*/ 60132 h 593532"/>
              <a:gd name="connsiteX41" fmla="*/ 1718734 w 8017934"/>
              <a:gd name="connsiteY41" fmla="*/ 68598 h 593532"/>
              <a:gd name="connsiteX42" fmla="*/ 1761067 w 8017934"/>
              <a:gd name="connsiteY42" fmla="*/ 85532 h 593532"/>
              <a:gd name="connsiteX43" fmla="*/ 1811867 w 8017934"/>
              <a:gd name="connsiteY43" fmla="*/ 93998 h 593532"/>
              <a:gd name="connsiteX44" fmla="*/ 2192867 w 8017934"/>
              <a:gd name="connsiteY44" fmla="*/ 93998 h 593532"/>
              <a:gd name="connsiteX45" fmla="*/ 2311400 w 8017934"/>
              <a:gd name="connsiteY45" fmla="*/ 102465 h 593532"/>
              <a:gd name="connsiteX46" fmla="*/ 2345267 w 8017934"/>
              <a:gd name="connsiteY46" fmla="*/ 170198 h 593532"/>
              <a:gd name="connsiteX47" fmla="*/ 2345267 w 8017934"/>
              <a:gd name="connsiteY47" fmla="*/ 170198 h 593532"/>
              <a:gd name="connsiteX48" fmla="*/ 2379134 w 8017934"/>
              <a:gd name="connsiteY48" fmla="*/ 246398 h 593532"/>
              <a:gd name="connsiteX49" fmla="*/ 2404534 w 8017934"/>
              <a:gd name="connsiteY49" fmla="*/ 297198 h 593532"/>
              <a:gd name="connsiteX50" fmla="*/ 2421467 w 8017934"/>
              <a:gd name="connsiteY50" fmla="*/ 356465 h 593532"/>
              <a:gd name="connsiteX51" fmla="*/ 2438400 w 8017934"/>
              <a:gd name="connsiteY51" fmla="*/ 390332 h 593532"/>
              <a:gd name="connsiteX52" fmla="*/ 2455334 w 8017934"/>
              <a:gd name="connsiteY52" fmla="*/ 441132 h 593532"/>
              <a:gd name="connsiteX53" fmla="*/ 2463800 w 8017934"/>
              <a:gd name="connsiteY53" fmla="*/ 466532 h 593532"/>
              <a:gd name="connsiteX54" fmla="*/ 2480734 w 8017934"/>
              <a:gd name="connsiteY54" fmla="*/ 483465 h 593532"/>
              <a:gd name="connsiteX55" fmla="*/ 2523067 w 8017934"/>
              <a:gd name="connsiteY55" fmla="*/ 559665 h 593532"/>
              <a:gd name="connsiteX56" fmla="*/ 2582334 w 8017934"/>
              <a:gd name="connsiteY56" fmla="*/ 568132 h 593532"/>
              <a:gd name="connsiteX57" fmla="*/ 2599267 w 8017934"/>
              <a:gd name="connsiteY57" fmla="*/ 525798 h 593532"/>
              <a:gd name="connsiteX58" fmla="*/ 2616200 w 8017934"/>
              <a:gd name="connsiteY58" fmla="*/ 500398 h 593532"/>
              <a:gd name="connsiteX59" fmla="*/ 2658534 w 8017934"/>
              <a:gd name="connsiteY59" fmla="*/ 508865 h 593532"/>
              <a:gd name="connsiteX60" fmla="*/ 2751667 w 8017934"/>
              <a:gd name="connsiteY60" fmla="*/ 534265 h 593532"/>
              <a:gd name="connsiteX61" fmla="*/ 2777067 w 8017934"/>
              <a:gd name="connsiteY61" fmla="*/ 551198 h 593532"/>
              <a:gd name="connsiteX62" fmla="*/ 2802467 w 8017934"/>
              <a:gd name="connsiteY62" fmla="*/ 500398 h 593532"/>
              <a:gd name="connsiteX63" fmla="*/ 2844800 w 8017934"/>
              <a:gd name="connsiteY63" fmla="*/ 483465 h 593532"/>
              <a:gd name="connsiteX64" fmla="*/ 2861734 w 8017934"/>
              <a:gd name="connsiteY64" fmla="*/ 424198 h 593532"/>
              <a:gd name="connsiteX65" fmla="*/ 2887134 w 8017934"/>
              <a:gd name="connsiteY65" fmla="*/ 263332 h 593532"/>
              <a:gd name="connsiteX66" fmla="*/ 2895600 w 8017934"/>
              <a:gd name="connsiteY66" fmla="*/ 195598 h 593532"/>
              <a:gd name="connsiteX67" fmla="*/ 2929467 w 8017934"/>
              <a:gd name="connsiteY67" fmla="*/ 119398 h 593532"/>
              <a:gd name="connsiteX68" fmla="*/ 2963334 w 8017934"/>
              <a:gd name="connsiteY68" fmla="*/ 102465 h 593532"/>
              <a:gd name="connsiteX69" fmla="*/ 3183467 w 8017934"/>
              <a:gd name="connsiteY69" fmla="*/ 77065 h 593532"/>
              <a:gd name="connsiteX70" fmla="*/ 3293534 w 8017934"/>
              <a:gd name="connsiteY70" fmla="*/ 93998 h 593532"/>
              <a:gd name="connsiteX71" fmla="*/ 3302000 w 8017934"/>
              <a:gd name="connsiteY71" fmla="*/ 127865 h 593532"/>
              <a:gd name="connsiteX72" fmla="*/ 3318934 w 8017934"/>
              <a:gd name="connsiteY72" fmla="*/ 204065 h 593532"/>
              <a:gd name="connsiteX73" fmla="*/ 3335867 w 8017934"/>
              <a:gd name="connsiteY73" fmla="*/ 229465 h 593532"/>
              <a:gd name="connsiteX74" fmla="*/ 3352800 w 8017934"/>
              <a:gd name="connsiteY74" fmla="*/ 288732 h 593532"/>
              <a:gd name="connsiteX75" fmla="*/ 3369734 w 8017934"/>
              <a:gd name="connsiteY75" fmla="*/ 322598 h 593532"/>
              <a:gd name="connsiteX76" fmla="*/ 3386667 w 8017934"/>
              <a:gd name="connsiteY76" fmla="*/ 373398 h 593532"/>
              <a:gd name="connsiteX77" fmla="*/ 3395134 w 8017934"/>
              <a:gd name="connsiteY77" fmla="*/ 398798 h 593532"/>
              <a:gd name="connsiteX78" fmla="*/ 3412067 w 8017934"/>
              <a:gd name="connsiteY78" fmla="*/ 415732 h 593532"/>
              <a:gd name="connsiteX79" fmla="*/ 3437467 w 8017934"/>
              <a:gd name="connsiteY79" fmla="*/ 500398 h 593532"/>
              <a:gd name="connsiteX80" fmla="*/ 3454400 w 8017934"/>
              <a:gd name="connsiteY80" fmla="*/ 525798 h 593532"/>
              <a:gd name="connsiteX81" fmla="*/ 3462867 w 8017934"/>
              <a:gd name="connsiteY81" fmla="*/ 551198 h 593532"/>
              <a:gd name="connsiteX82" fmla="*/ 3505200 w 8017934"/>
              <a:gd name="connsiteY82" fmla="*/ 593532 h 593532"/>
              <a:gd name="connsiteX83" fmla="*/ 3683000 w 8017934"/>
              <a:gd name="connsiteY83" fmla="*/ 576598 h 593532"/>
              <a:gd name="connsiteX84" fmla="*/ 3708400 w 8017934"/>
              <a:gd name="connsiteY84" fmla="*/ 568132 h 593532"/>
              <a:gd name="connsiteX85" fmla="*/ 3683000 w 8017934"/>
              <a:gd name="connsiteY85" fmla="*/ 559665 h 593532"/>
              <a:gd name="connsiteX86" fmla="*/ 3810000 w 8017934"/>
              <a:gd name="connsiteY86" fmla="*/ 525798 h 593532"/>
              <a:gd name="connsiteX87" fmla="*/ 4004734 w 8017934"/>
              <a:gd name="connsiteY87" fmla="*/ 551198 h 593532"/>
              <a:gd name="connsiteX88" fmla="*/ 4174067 w 8017934"/>
              <a:gd name="connsiteY88" fmla="*/ 542732 h 593532"/>
              <a:gd name="connsiteX89" fmla="*/ 4191000 w 8017934"/>
              <a:gd name="connsiteY89" fmla="*/ 525798 h 593532"/>
              <a:gd name="connsiteX90" fmla="*/ 4199467 w 8017934"/>
              <a:gd name="connsiteY90" fmla="*/ 500398 h 593532"/>
              <a:gd name="connsiteX91" fmla="*/ 4216400 w 8017934"/>
              <a:gd name="connsiteY91" fmla="*/ 466532 h 593532"/>
              <a:gd name="connsiteX92" fmla="*/ 4419600 w 8017934"/>
              <a:gd name="connsiteY92" fmla="*/ 110931 h 593532"/>
              <a:gd name="connsiteX93" fmla="*/ 5067336 w 8017934"/>
              <a:gd name="connsiteY93" fmla="*/ 134684 h 593532"/>
              <a:gd name="connsiteX94" fmla="*/ 5207000 w 8017934"/>
              <a:gd name="connsiteY94" fmla="*/ 441132 h 593532"/>
              <a:gd name="connsiteX95" fmla="*/ 5274734 w 8017934"/>
              <a:gd name="connsiteY95" fmla="*/ 483465 h 593532"/>
              <a:gd name="connsiteX96" fmla="*/ 5317067 w 8017934"/>
              <a:gd name="connsiteY96" fmla="*/ 525798 h 593532"/>
              <a:gd name="connsiteX97" fmla="*/ 5308600 w 8017934"/>
              <a:gd name="connsiteY97" fmla="*/ 517332 h 593532"/>
              <a:gd name="connsiteX98" fmla="*/ 5342467 w 8017934"/>
              <a:gd name="connsiteY98" fmla="*/ 500398 h 593532"/>
              <a:gd name="connsiteX99" fmla="*/ 5401734 w 8017934"/>
              <a:gd name="connsiteY99" fmla="*/ 483465 h 593532"/>
              <a:gd name="connsiteX100" fmla="*/ 5435600 w 8017934"/>
              <a:gd name="connsiteY100" fmla="*/ 466532 h 593532"/>
              <a:gd name="connsiteX101" fmla="*/ 5537200 w 8017934"/>
              <a:gd name="connsiteY101" fmla="*/ 458065 h 593532"/>
              <a:gd name="connsiteX102" fmla="*/ 5562600 w 8017934"/>
              <a:gd name="connsiteY102" fmla="*/ 407265 h 593532"/>
              <a:gd name="connsiteX103" fmla="*/ 5579534 w 8017934"/>
              <a:gd name="connsiteY103" fmla="*/ 373398 h 593532"/>
              <a:gd name="connsiteX104" fmla="*/ 5613400 w 8017934"/>
              <a:gd name="connsiteY104" fmla="*/ 314132 h 593532"/>
              <a:gd name="connsiteX105" fmla="*/ 5621867 w 8017934"/>
              <a:gd name="connsiteY105" fmla="*/ 280265 h 593532"/>
              <a:gd name="connsiteX106" fmla="*/ 5630334 w 8017934"/>
              <a:gd name="connsiteY106" fmla="*/ 170198 h 593532"/>
              <a:gd name="connsiteX107" fmla="*/ 5638800 w 8017934"/>
              <a:gd name="connsiteY107" fmla="*/ 136332 h 593532"/>
              <a:gd name="connsiteX108" fmla="*/ 5689600 w 8017934"/>
              <a:gd name="connsiteY108" fmla="*/ 93998 h 593532"/>
              <a:gd name="connsiteX109" fmla="*/ 5731934 w 8017934"/>
              <a:gd name="connsiteY109" fmla="*/ 85532 h 593532"/>
              <a:gd name="connsiteX110" fmla="*/ 5892800 w 8017934"/>
              <a:gd name="connsiteY110" fmla="*/ 93998 h 593532"/>
              <a:gd name="connsiteX111" fmla="*/ 5918200 w 8017934"/>
              <a:gd name="connsiteY111" fmla="*/ 110932 h 593532"/>
              <a:gd name="connsiteX112" fmla="*/ 5960534 w 8017934"/>
              <a:gd name="connsiteY112" fmla="*/ 153265 h 593532"/>
              <a:gd name="connsiteX113" fmla="*/ 6019800 w 8017934"/>
              <a:gd name="connsiteY113" fmla="*/ 187132 h 593532"/>
              <a:gd name="connsiteX114" fmla="*/ 6028267 w 8017934"/>
              <a:gd name="connsiteY114" fmla="*/ 220998 h 593532"/>
              <a:gd name="connsiteX115" fmla="*/ 6062134 w 8017934"/>
              <a:gd name="connsiteY115" fmla="*/ 263332 h 593532"/>
              <a:gd name="connsiteX116" fmla="*/ 6079067 w 8017934"/>
              <a:gd name="connsiteY116" fmla="*/ 288732 h 593532"/>
              <a:gd name="connsiteX117" fmla="*/ 6104467 w 8017934"/>
              <a:gd name="connsiteY117" fmla="*/ 314132 h 593532"/>
              <a:gd name="connsiteX118" fmla="*/ 6138334 w 8017934"/>
              <a:gd name="connsiteY118" fmla="*/ 364932 h 593532"/>
              <a:gd name="connsiteX119" fmla="*/ 6155267 w 8017934"/>
              <a:gd name="connsiteY119" fmla="*/ 458065 h 593532"/>
              <a:gd name="connsiteX120" fmla="*/ 6180667 w 8017934"/>
              <a:gd name="connsiteY120" fmla="*/ 474998 h 593532"/>
              <a:gd name="connsiteX121" fmla="*/ 6197600 w 8017934"/>
              <a:gd name="connsiteY121" fmla="*/ 517332 h 593532"/>
              <a:gd name="connsiteX122" fmla="*/ 6214534 w 8017934"/>
              <a:gd name="connsiteY122" fmla="*/ 534265 h 593532"/>
              <a:gd name="connsiteX123" fmla="*/ 6409267 w 8017934"/>
              <a:gd name="connsiteY123" fmla="*/ 576598 h 593532"/>
              <a:gd name="connsiteX124" fmla="*/ 6443134 w 8017934"/>
              <a:gd name="connsiteY124" fmla="*/ 551198 h 593532"/>
              <a:gd name="connsiteX125" fmla="*/ 7035800 w 8017934"/>
              <a:gd name="connsiteY125" fmla="*/ 491932 h 593532"/>
              <a:gd name="connsiteX126" fmla="*/ 7171267 w 8017934"/>
              <a:gd name="connsiteY126" fmla="*/ 525798 h 593532"/>
              <a:gd name="connsiteX127" fmla="*/ 7239000 w 8017934"/>
              <a:gd name="connsiteY127" fmla="*/ 542732 h 593532"/>
              <a:gd name="connsiteX128" fmla="*/ 7416800 w 8017934"/>
              <a:gd name="connsiteY128" fmla="*/ 508865 h 593532"/>
              <a:gd name="connsiteX129" fmla="*/ 7425267 w 8017934"/>
              <a:gd name="connsiteY129" fmla="*/ 466532 h 593532"/>
              <a:gd name="connsiteX130" fmla="*/ 7433734 w 8017934"/>
              <a:gd name="connsiteY130" fmla="*/ 373398 h 593532"/>
              <a:gd name="connsiteX131" fmla="*/ 7450667 w 8017934"/>
              <a:gd name="connsiteY131" fmla="*/ 347998 h 593532"/>
              <a:gd name="connsiteX132" fmla="*/ 7459134 w 8017934"/>
              <a:gd name="connsiteY132" fmla="*/ 305665 h 593532"/>
              <a:gd name="connsiteX133" fmla="*/ 7467600 w 8017934"/>
              <a:gd name="connsiteY133" fmla="*/ 280265 h 593532"/>
              <a:gd name="connsiteX134" fmla="*/ 7476067 w 8017934"/>
              <a:gd name="connsiteY134" fmla="*/ 246398 h 593532"/>
              <a:gd name="connsiteX135" fmla="*/ 7526867 w 8017934"/>
              <a:gd name="connsiteY135" fmla="*/ 229465 h 593532"/>
              <a:gd name="connsiteX136" fmla="*/ 7569200 w 8017934"/>
              <a:gd name="connsiteY136" fmla="*/ 187132 h 593532"/>
              <a:gd name="connsiteX137" fmla="*/ 7611534 w 8017934"/>
              <a:gd name="connsiteY137" fmla="*/ 153265 h 593532"/>
              <a:gd name="connsiteX138" fmla="*/ 7645400 w 8017934"/>
              <a:gd name="connsiteY138" fmla="*/ 127865 h 593532"/>
              <a:gd name="connsiteX139" fmla="*/ 7653867 w 8017934"/>
              <a:gd name="connsiteY139" fmla="*/ 102465 h 593532"/>
              <a:gd name="connsiteX140" fmla="*/ 7730067 w 8017934"/>
              <a:gd name="connsiteY140" fmla="*/ 68598 h 593532"/>
              <a:gd name="connsiteX141" fmla="*/ 7823200 w 8017934"/>
              <a:gd name="connsiteY141" fmla="*/ 43198 h 593532"/>
              <a:gd name="connsiteX142" fmla="*/ 7907867 w 8017934"/>
              <a:gd name="connsiteY142" fmla="*/ 9332 h 593532"/>
              <a:gd name="connsiteX143" fmla="*/ 7941734 w 8017934"/>
              <a:gd name="connsiteY143" fmla="*/ 865 h 593532"/>
              <a:gd name="connsiteX144" fmla="*/ 8017934 w 8017934"/>
              <a:gd name="connsiteY144" fmla="*/ 865 h 593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</a:cxnLst>
            <a:rect l="l" t="t" r="r" b="b"/>
            <a:pathLst>
              <a:path w="8017934" h="593532">
                <a:moveTo>
                  <a:pt x="0" y="559665"/>
                </a:moveTo>
                <a:lnTo>
                  <a:pt x="491067" y="551198"/>
                </a:lnTo>
                <a:cubicBezTo>
                  <a:pt x="501220" y="550521"/>
                  <a:pt x="500805" y="532993"/>
                  <a:pt x="508000" y="525798"/>
                </a:cubicBezTo>
                <a:cubicBezTo>
                  <a:pt x="515195" y="518603"/>
                  <a:pt x="525674" y="515487"/>
                  <a:pt x="533400" y="508865"/>
                </a:cubicBezTo>
                <a:cubicBezTo>
                  <a:pt x="545522" y="498475"/>
                  <a:pt x="567267" y="474998"/>
                  <a:pt x="567267" y="474998"/>
                </a:cubicBezTo>
                <a:cubicBezTo>
                  <a:pt x="570089" y="466531"/>
                  <a:pt x="573569" y="458256"/>
                  <a:pt x="575734" y="449598"/>
                </a:cubicBezTo>
                <a:cubicBezTo>
                  <a:pt x="579224" y="435637"/>
                  <a:pt x="579147" y="420739"/>
                  <a:pt x="584200" y="407265"/>
                </a:cubicBezTo>
                <a:cubicBezTo>
                  <a:pt x="587773" y="397737"/>
                  <a:pt x="595489" y="390332"/>
                  <a:pt x="601134" y="381865"/>
                </a:cubicBezTo>
                <a:cubicBezTo>
                  <a:pt x="606954" y="352761"/>
                  <a:pt x="610094" y="333569"/>
                  <a:pt x="618067" y="305665"/>
                </a:cubicBezTo>
                <a:cubicBezTo>
                  <a:pt x="620519" y="297084"/>
                  <a:pt x="623018" y="288468"/>
                  <a:pt x="626534" y="280265"/>
                </a:cubicBezTo>
                <a:cubicBezTo>
                  <a:pt x="631506" y="268664"/>
                  <a:pt x="639035" y="258216"/>
                  <a:pt x="643467" y="246398"/>
                </a:cubicBezTo>
                <a:cubicBezTo>
                  <a:pt x="647154" y="236566"/>
                  <a:pt x="653581" y="198497"/>
                  <a:pt x="660400" y="187132"/>
                </a:cubicBezTo>
                <a:cubicBezTo>
                  <a:pt x="664507" y="180287"/>
                  <a:pt x="671689" y="175843"/>
                  <a:pt x="677334" y="170198"/>
                </a:cubicBezTo>
                <a:cubicBezTo>
                  <a:pt x="682394" y="155016"/>
                  <a:pt x="692269" y="121397"/>
                  <a:pt x="702734" y="110932"/>
                </a:cubicBezTo>
                <a:cubicBezTo>
                  <a:pt x="739353" y="74314"/>
                  <a:pt x="752072" y="77357"/>
                  <a:pt x="795867" y="68598"/>
                </a:cubicBezTo>
                <a:cubicBezTo>
                  <a:pt x="838200" y="74243"/>
                  <a:pt x="880740" y="78511"/>
                  <a:pt x="922867" y="85532"/>
                </a:cubicBezTo>
                <a:cubicBezTo>
                  <a:pt x="931670" y="86999"/>
                  <a:pt x="943080" y="86736"/>
                  <a:pt x="948267" y="93998"/>
                </a:cubicBezTo>
                <a:cubicBezTo>
                  <a:pt x="958642" y="108523"/>
                  <a:pt x="961328" y="127374"/>
                  <a:pt x="965200" y="144798"/>
                </a:cubicBezTo>
                <a:cubicBezTo>
                  <a:pt x="970845" y="170198"/>
                  <a:pt x="975823" y="195755"/>
                  <a:pt x="982134" y="220998"/>
                </a:cubicBezTo>
                <a:cubicBezTo>
                  <a:pt x="984299" y="229656"/>
                  <a:pt x="988252" y="237788"/>
                  <a:pt x="990600" y="246398"/>
                </a:cubicBezTo>
                <a:cubicBezTo>
                  <a:pt x="996723" y="268851"/>
                  <a:pt x="994625" y="294768"/>
                  <a:pt x="1007534" y="314132"/>
                </a:cubicBezTo>
                <a:lnTo>
                  <a:pt x="1041400" y="364932"/>
                </a:lnTo>
                <a:cubicBezTo>
                  <a:pt x="1047045" y="421376"/>
                  <a:pt x="1045762" y="478950"/>
                  <a:pt x="1058334" y="534265"/>
                </a:cubicBezTo>
                <a:cubicBezTo>
                  <a:pt x="1060589" y="544188"/>
                  <a:pt x="1073671" y="549689"/>
                  <a:pt x="1083734" y="551198"/>
                </a:cubicBezTo>
                <a:cubicBezTo>
                  <a:pt x="1131263" y="558327"/>
                  <a:pt x="1179689" y="556843"/>
                  <a:pt x="1227667" y="559665"/>
                </a:cubicBezTo>
                <a:cubicBezTo>
                  <a:pt x="1286934" y="554021"/>
                  <a:pt x="1346356" y="549825"/>
                  <a:pt x="1405467" y="542732"/>
                </a:cubicBezTo>
                <a:cubicBezTo>
                  <a:pt x="1417021" y="541346"/>
                  <a:pt x="1428638" y="538849"/>
                  <a:pt x="1439334" y="534265"/>
                </a:cubicBezTo>
                <a:cubicBezTo>
                  <a:pt x="1448687" y="530257"/>
                  <a:pt x="1456267" y="522976"/>
                  <a:pt x="1464734" y="517332"/>
                </a:cubicBezTo>
                <a:cubicBezTo>
                  <a:pt x="1470378" y="508865"/>
                  <a:pt x="1479899" y="501953"/>
                  <a:pt x="1481667" y="491932"/>
                </a:cubicBezTo>
                <a:cubicBezTo>
                  <a:pt x="1488551" y="452923"/>
                  <a:pt x="1485760" y="412768"/>
                  <a:pt x="1490134" y="373398"/>
                </a:cubicBezTo>
                <a:cubicBezTo>
                  <a:pt x="1491419" y="361833"/>
                  <a:pt x="1493396" y="349940"/>
                  <a:pt x="1498600" y="339532"/>
                </a:cubicBezTo>
                <a:cubicBezTo>
                  <a:pt x="1502170" y="332392"/>
                  <a:pt x="1509889" y="328243"/>
                  <a:pt x="1515534" y="322598"/>
                </a:cubicBezTo>
                <a:cubicBezTo>
                  <a:pt x="1518356" y="311309"/>
                  <a:pt x="1520803" y="299920"/>
                  <a:pt x="1524000" y="288732"/>
                </a:cubicBezTo>
                <a:cubicBezTo>
                  <a:pt x="1526452" y="280151"/>
                  <a:pt x="1530302" y="271990"/>
                  <a:pt x="1532467" y="263332"/>
                </a:cubicBezTo>
                <a:cubicBezTo>
                  <a:pt x="1535957" y="249371"/>
                  <a:pt x="1536383" y="234650"/>
                  <a:pt x="1540934" y="220998"/>
                </a:cubicBezTo>
                <a:cubicBezTo>
                  <a:pt x="1544925" y="209025"/>
                  <a:pt x="1553435" y="198950"/>
                  <a:pt x="1557867" y="187132"/>
                </a:cubicBezTo>
                <a:cubicBezTo>
                  <a:pt x="1559682" y="182291"/>
                  <a:pt x="1569416" y="135403"/>
                  <a:pt x="1574800" y="127865"/>
                </a:cubicBezTo>
                <a:cubicBezTo>
                  <a:pt x="1584079" y="114874"/>
                  <a:pt x="1595383" y="102854"/>
                  <a:pt x="1608667" y="93998"/>
                </a:cubicBezTo>
                <a:cubicBezTo>
                  <a:pt x="1617134" y="88354"/>
                  <a:pt x="1624714" y="81073"/>
                  <a:pt x="1634067" y="77065"/>
                </a:cubicBezTo>
                <a:cubicBezTo>
                  <a:pt x="1644763" y="72481"/>
                  <a:pt x="1656745" y="71795"/>
                  <a:pt x="1667934" y="68598"/>
                </a:cubicBezTo>
                <a:cubicBezTo>
                  <a:pt x="1676515" y="66146"/>
                  <a:pt x="1684867" y="62954"/>
                  <a:pt x="1693334" y="60132"/>
                </a:cubicBezTo>
                <a:cubicBezTo>
                  <a:pt x="1701801" y="62954"/>
                  <a:pt x="1710378" y="65464"/>
                  <a:pt x="1718734" y="68598"/>
                </a:cubicBezTo>
                <a:cubicBezTo>
                  <a:pt x="1732964" y="73934"/>
                  <a:pt x="1746404" y="81533"/>
                  <a:pt x="1761067" y="85532"/>
                </a:cubicBezTo>
                <a:cubicBezTo>
                  <a:pt x="1777629" y="90049"/>
                  <a:pt x="1794934" y="91176"/>
                  <a:pt x="1811867" y="93998"/>
                </a:cubicBezTo>
                <a:cubicBezTo>
                  <a:pt x="1951709" y="140614"/>
                  <a:pt x="1802308" y="93998"/>
                  <a:pt x="2192867" y="93998"/>
                </a:cubicBezTo>
                <a:cubicBezTo>
                  <a:pt x="2232479" y="93998"/>
                  <a:pt x="2271889" y="99643"/>
                  <a:pt x="2311400" y="102465"/>
                </a:cubicBezTo>
                <a:cubicBezTo>
                  <a:pt x="2340956" y="132019"/>
                  <a:pt x="2325810" y="111825"/>
                  <a:pt x="2345267" y="170198"/>
                </a:cubicBezTo>
                <a:lnTo>
                  <a:pt x="2345267" y="170198"/>
                </a:lnTo>
                <a:cubicBezTo>
                  <a:pt x="2367504" y="203554"/>
                  <a:pt x="2367046" y="198040"/>
                  <a:pt x="2379134" y="246398"/>
                </a:cubicBezTo>
                <a:cubicBezTo>
                  <a:pt x="2389536" y="288009"/>
                  <a:pt x="2379372" y="272037"/>
                  <a:pt x="2404534" y="297198"/>
                </a:cubicBezTo>
                <a:cubicBezTo>
                  <a:pt x="2408832" y="314391"/>
                  <a:pt x="2414177" y="339455"/>
                  <a:pt x="2421467" y="356465"/>
                </a:cubicBezTo>
                <a:cubicBezTo>
                  <a:pt x="2426439" y="368066"/>
                  <a:pt x="2433713" y="378613"/>
                  <a:pt x="2438400" y="390332"/>
                </a:cubicBezTo>
                <a:cubicBezTo>
                  <a:pt x="2445029" y="406905"/>
                  <a:pt x="2449690" y="424199"/>
                  <a:pt x="2455334" y="441132"/>
                </a:cubicBezTo>
                <a:cubicBezTo>
                  <a:pt x="2458156" y="449599"/>
                  <a:pt x="2457489" y="460222"/>
                  <a:pt x="2463800" y="466532"/>
                </a:cubicBezTo>
                <a:lnTo>
                  <a:pt x="2480734" y="483465"/>
                </a:lnTo>
                <a:cubicBezTo>
                  <a:pt x="2495487" y="542479"/>
                  <a:pt x="2477255" y="550502"/>
                  <a:pt x="2523067" y="559665"/>
                </a:cubicBezTo>
                <a:cubicBezTo>
                  <a:pt x="2542636" y="563579"/>
                  <a:pt x="2562578" y="565310"/>
                  <a:pt x="2582334" y="568132"/>
                </a:cubicBezTo>
                <a:cubicBezTo>
                  <a:pt x="2587978" y="554021"/>
                  <a:pt x="2592470" y="539392"/>
                  <a:pt x="2599267" y="525798"/>
                </a:cubicBezTo>
                <a:cubicBezTo>
                  <a:pt x="2603818" y="516697"/>
                  <a:pt x="2606416" y="503193"/>
                  <a:pt x="2616200" y="500398"/>
                </a:cubicBezTo>
                <a:cubicBezTo>
                  <a:pt x="2630037" y="496445"/>
                  <a:pt x="2644650" y="505079"/>
                  <a:pt x="2658534" y="508865"/>
                </a:cubicBezTo>
                <a:cubicBezTo>
                  <a:pt x="2776700" y="541092"/>
                  <a:pt x="2648526" y="513636"/>
                  <a:pt x="2751667" y="534265"/>
                </a:cubicBezTo>
                <a:cubicBezTo>
                  <a:pt x="2760134" y="539909"/>
                  <a:pt x="2767089" y="553194"/>
                  <a:pt x="2777067" y="551198"/>
                </a:cubicBezTo>
                <a:cubicBezTo>
                  <a:pt x="2799607" y="546690"/>
                  <a:pt x="2790207" y="510615"/>
                  <a:pt x="2802467" y="500398"/>
                </a:cubicBezTo>
                <a:cubicBezTo>
                  <a:pt x="2814142" y="490669"/>
                  <a:pt x="2830689" y="489109"/>
                  <a:pt x="2844800" y="483465"/>
                </a:cubicBezTo>
                <a:cubicBezTo>
                  <a:pt x="2850047" y="467724"/>
                  <a:pt x="2860098" y="439736"/>
                  <a:pt x="2861734" y="424198"/>
                </a:cubicBezTo>
                <a:cubicBezTo>
                  <a:pt x="2877864" y="270956"/>
                  <a:pt x="2849195" y="339206"/>
                  <a:pt x="2887134" y="263332"/>
                </a:cubicBezTo>
                <a:cubicBezTo>
                  <a:pt x="2889956" y="240754"/>
                  <a:pt x="2890832" y="217847"/>
                  <a:pt x="2895600" y="195598"/>
                </a:cubicBezTo>
                <a:cubicBezTo>
                  <a:pt x="2898803" y="180650"/>
                  <a:pt x="2912295" y="133708"/>
                  <a:pt x="2929467" y="119398"/>
                </a:cubicBezTo>
                <a:cubicBezTo>
                  <a:pt x="2939163" y="111318"/>
                  <a:pt x="2951733" y="107437"/>
                  <a:pt x="2963334" y="102465"/>
                </a:cubicBezTo>
                <a:cubicBezTo>
                  <a:pt x="3026236" y="75507"/>
                  <a:pt x="3157320" y="79339"/>
                  <a:pt x="3183467" y="77065"/>
                </a:cubicBezTo>
                <a:cubicBezTo>
                  <a:pt x="3220156" y="82709"/>
                  <a:pt x="3259415" y="79375"/>
                  <a:pt x="3293534" y="93998"/>
                </a:cubicBezTo>
                <a:cubicBezTo>
                  <a:pt x="3304230" y="98582"/>
                  <a:pt x="3299476" y="116506"/>
                  <a:pt x="3302000" y="127865"/>
                </a:cubicBezTo>
                <a:cubicBezTo>
                  <a:pt x="3303855" y="136211"/>
                  <a:pt x="3314169" y="192947"/>
                  <a:pt x="3318934" y="204065"/>
                </a:cubicBezTo>
                <a:cubicBezTo>
                  <a:pt x="3322942" y="213418"/>
                  <a:pt x="3331316" y="220364"/>
                  <a:pt x="3335867" y="229465"/>
                </a:cubicBezTo>
                <a:cubicBezTo>
                  <a:pt x="3346106" y="249944"/>
                  <a:pt x="3344657" y="267017"/>
                  <a:pt x="3352800" y="288732"/>
                </a:cubicBezTo>
                <a:cubicBezTo>
                  <a:pt x="3357232" y="300550"/>
                  <a:pt x="3365047" y="310879"/>
                  <a:pt x="3369734" y="322598"/>
                </a:cubicBezTo>
                <a:cubicBezTo>
                  <a:pt x="3376363" y="339171"/>
                  <a:pt x="3381023" y="356465"/>
                  <a:pt x="3386667" y="373398"/>
                </a:cubicBezTo>
                <a:cubicBezTo>
                  <a:pt x="3389489" y="381865"/>
                  <a:pt x="3388823" y="392487"/>
                  <a:pt x="3395134" y="398798"/>
                </a:cubicBezTo>
                <a:lnTo>
                  <a:pt x="3412067" y="415732"/>
                </a:lnTo>
                <a:cubicBezTo>
                  <a:pt x="3416800" y="434662"/>
                  <a:pt x="3429224" y="488033"/>
                  <a:pt x="3437467" y="500398"/>
                </a:cubicBezTo>
                <a:cubicBezTo>
                  <a:pt x="3443111" y="508865"/>
                  <a:pt x="3449849" y="516697"/>
                  <a:pt x="3454400" y="525798"/>
                </a:cubicBezTo>
                <a:cubicBezTo>
                  <a:pt x="3458391" y="533780"/>
                  <a:pt x="3457512" y="544058"/>
                  <a:pt x="3462867" y="551198"/>
                </a:cubicBezTo>
                <a:cubicBezTo>
                  <a:pt x="3474841" y="567163"/>
                  <a:pt x="3485253" y="592928"/>
                  <a:pt x="3505200" y="593532"/>
                </a:cubicBezTo>
                <a:lnTo>
                  <a:pt x="3683000" y="576598"/>
                </a:lnTo>
                <a:cubicBezTo>
                  <a:pt x="3674845" y="572973"/>
                  <a:pt x="3708400" y="577057"/>
                  <a:pt x="3708400" y="568132"/>
                </a:cubicBezTo>
                <a:cubicBezTo>
                  <a:pt x="3708400" y="559207"/>
                  <a:pt x="3691467" y="562487"/>
                  <a:pt x="3683000" y="559665"/>
                </a:cubicBezTo>
                <a:cubicBezTo>
                  <a:pt x="3699933" y="552609"/>
                  <a:pt x="3756378" y="527209"/>
                  <a:pt x="3810000" y="525798"/>
                </a:cubicBezTo>
                <a:cubicBezTo>
                  <a:pt x="3856796" y="532483"/>
                  <a:pt x="3980631" y="550528"/>
                  <a:pt x="4004734" y="551198"/>
                </a:cubicBezTo>
                <a:cubicBezTo>
                  <a:pt x="4061227" y="552767"/>
                  <a:pt x="4117623" y="545554"/>
                  <a:pt x="4174067" y="542732"/>
                </a:cubicBezTo>
                <a:cubicBezTo>
                  <a:pt x="4179711" y="537087"/>
                  <a:pt x="4186893" y="532643"/>
                  <a:pt x="4191000" y="525798"/>
                </a:cubicBezTo>
                <a:cubicBezTo>
                  <a:pt x="4195592" y="518145"/>
                  <a:pt x="4195951" y="508601"/>
                  <a:pt x="4199467" y="500398"/>
                </a:cubicBezTo>
                <a:cubicBezTo>
                  <a:pt x="4204439" y="488797"/>
                  <a:pt x="4210756" y="477821"/>
                  <a:pt x="4216400" y="466532"/>
                </a:cubicBezTo>
                <a:cubicBezTo>
                  <a:pt x="4204895" y="328463"/>
                  <a:pt x="4277777" y="166239"/>
                  <a:pt x="4419600" y="110931"/>
                </a:cubicBezTo>
                <a:cubicBezTo>
                  <a:pt x="4561423" y="55623"/>
                  <a:pt x="4936103" y="79651"/>
                  <a:pt x="5067336" y="134684"/>
                </a:cubicBezTo>
                <a:cubicBezTo>
                  <a:pt x="5198569" y="189718"/>
                  <a:pt x="5172434" y="383002"/>
                  <a:pt x="5207000" y="441132"/>
                </a:cubicBezTo>
                <a:cubicBezTo>
                  <a:pt x="5241566" y="499262"/>
                  <a:pt x="5252156" y="469354"/>
                  <a:pt x="5274734" y="483465"/>
                </a:cubicBezTo>
                <a:cubicBezTo>
                  <a:pt x="5286850" y="507697"/>
                  <a:pt x="5285921" y="525798"/>
                  <a:pt x="5317067" y="525798"/>
                </a:cubicBezTo>
                <a:cubicBezTo>
                  <a:pt x="5321058" y="525798"/>
                  <a:pt x="5304367" y="521565"/>
                  <a:pt x="5308600" y="517332"/>
                </a:cubicBezTo>
                <a:cubicBezTo>
                  <a:pt x="5312833" y="513099"/>
                  <a:pt x="5326945" y="506043"/>
                  <a:pt x="5342467" y="500398"/>
                </a:cubicBezTo>
                <a:cubicBezTo>
                  <a:pt x="5357989" y="494754"/>
                  <a:pt x="5382800" y="491580"/>
                  <a:pt x="5401734" y="483465"/>
                </a:cubicBezTo>
                <a:cubicBezTo>
                  <a:pt x="5413335" y="478493"/>
                  <a:pt x="5423195" y="468858"/>
                  <a:pt x="5435600" y="466532"/>
                </a:cubicBezTo>
                <a:cubicBezTo>
                  <a:pt x="5469002" y="460269"/>
                  <a:pt x="5503333" y="460887"/>
                  <a:pt x="5537200" y="458065"/>
                </a:cubicBezTo>
                <a:cubicBezTo>
                  <a:pt x="5552723" y="411497"/>
                  <a:pt x="5536340" y="453220"/>
                  <a:pt x="5562600" y="407265"/>
                </a:cubicBezTo>
                <a:cubicBezTo>
                  <a:pt x="5568862" y="396306"/>
                  <a:pt x="5573272" y="384357"/>
                  <a:pt x="5579534" y="373398"/>
                </a:cubicBezTo>
                <a:cubicBezTo>
                  <a:pt x="5597397" y="342137"/>
                  <a:pt x="5599446" y="351344"/>
                  <a:pt x="5613400" y="314132"/>
                </a:cubicBezTo>
                <a:cubicBezTo>
                  <a:pt x="5617486" y="303236"/>
                  <a:pt x="5619045" y="291554"/>
                  <a:pt x="5621867" y="280265"/>
                </a:cubicBezTo>
                <a:cubicBezTo>
                  <a:pt x="5624689" y="243576"/>
                  <a:pt x="5626035" y="206743"/>
                  <a:pt x="5630334" y="170198"/>
                </a:cubicBezTo>
                <a:cubicBezTo>
                  <a:pt x="5631694" y="158642"/>
                  <a:pt x="5633596" y="146740"/>
                  <a:pt x="5638800" y="136332"/>
                </a:cubicBezTo>
                <a:cubicBezTo>
                  <a:pt x="5643938" y="126055"/>
                  <a:pt x="5687837" y="94782"/>
                  <a:pt x="5689600" y="93998"/>
                </a:cubicBezTo>
                <a:cubicBezTo>
                  <a:pt x="5702750" y="88153"/>
                  <a:pt x="5717823" y="88354"/>
                  <a:pt x="5731934" y="85532"/>
                </a:cubicBezTo>
                <a:cubicBezTo>
                  <a:pt x="5785556" y="88354"/>
                  <a:pt x="5839596" y="86743"/>
                  <a:pt x="5892800" y="93998"/>
                </a:cubicBezTo>
                <a:cubicBezTo>
                  <a:pt x="5902882" y="95373"/>
                  <a:pt x="5910542" y="104231"/>
                  <a:pt x="5918200" y="110932"/>
                </a:cubicBezTo>
                <a:cubicBezTo>
                  <a:pt x="5933219" y="124073"/>
                  <a:pt x="5943929" y="142195"/>
                  <a:pt x="5960534" y="153265"/>
                </a:cubicBezTo>
                <a:cubicBezTo>
                  <a:pt x="5996436" y="177199"/>
                  <a:pt x="5976833" y="165647"/>
                  <a:pt x="6019800" y="187132"/>
                </a:cubicBezTo>
                <a:cubicBezTo>
                  <a:pt x="6022622" y="198421"/>
                  <a:pt x="6023683" y="210303"/>
                  <a:pt x="6028267" y="220998"/>
                </a:cubicBezTo>
                <a:cubicBezTo>
                  <a:pt x="6040295" y="249064"/>
                  <a:pt x="6045326" y="242322"/>
                  <a:pt x="6062134" y="263332"/>
                </a:cubicBezTo>
                <a:cubicBezTo>
                  <a:pt x="6068491" y="271278"/>
                  <a:pt x="6072553" y="280915"/>
                  <a:pt x="6079067" y="288732"/>
                </a:cubicBezTo>
                <a:cubicBezTo>
                  <a:pt x="6086732" y="297930"/>
                  <a:pt x="6097116" y="304681"/>
                  <a:pt x="6104467" y="314132"/>
                </a:cubicBezTo>
                <a:cubicBezTo>
                  <a:pt x="6116962" y="330196"/>
                  <a:pt x="6138334" y="364932"/>
                  <a:pt x="6138334" y="364932"/>
                </a:cubicBezTo>
                <a:cubicBezTo>
                  <a:pt x="6138372" y="365161"/>
                  <a:pt x="6152481" y="453189"/>
                  <a:pt x="6155267" y="458065"/>
                </a:cubicBezTo>
                <a:cubicBezTo>
                  <a:pt x="6160316" y="466900"/>
                  <a:pt x="6172200" y="469354"/>
                  <a:pt x="6180667" y="474998"/>
                </a:cubicBezTo>
                <a:cubicBezTo>
                  <a:pt x="6186311" y="489109"/>
                  <a:pt x="6190060" y="504136"/>
                  <a:pt x="6197600" y="517332"/>
                </a:cubicBezTo>
                <a:cubicBezTo>
                  <a:pt x="6201560" y="524263"/>
                  <a:pt x="6208301" y="529278"/>
                  <a:pt x="6214534" y="534265"/>
                </a:cubicBezTo>
                <a:cubicBezTo>
                  <a:pt x="6272473" y="580615"/>
                  <a:pt x="6313731" y="562268"/>
                  <a:pt x="6409267" y="576598"/>
                </a:cubicBezTo>
                <a:cubicBezTo>
                  <a:pt x="6420556" y="568131"/>
                  <a:pt x="6338712" y="565309"/>
                  <a:pt x="6443134" y="551198"/>
                </a:cubicBezTo>
                <a:cubicBezTo>
                  <a:pt x="6547556" y="537087"/>
                  <a:pt x="6914445" y="496165"/>
                  <a:pt x="7035800" y="491932"/>
                </a:cubicBezTo>
                <a:cubicBezTo>
                  <a:pt x="7157155" y="487699"/>
                  <a:pt x="7002169" y="483522"/>
                  <a:pt x="7171267" y="525798"/>
                </a:cubicBezTo>
                <a:lnTo>
                  <a:pt x="7239000" y="542732"/>
                </a:lnTo>
                <a:cubicBezTo>
                  <a:pt x="7269231" y="541052"/>
                  <a:pt x="7386988" y="568488"/>
                  <a:pt x="7416800" y="508865"/>
                </a:cubicBezTo>
                <a:cubicBezTo>
                  <a:pt x="7423236" y="495994"/>
                  <a:pt x="7422445" y="480643"/>
                  <a:pt x="7425267" y="466532"/>
                </a:cubicBezTo>
                <a:cubicBezTo>
                  <a:pt x="7428089" y="435487"/>
                  <a:pt x="7427202" y="403879"/>
                  <a:pt x="7433734" y="373398"/>
                </a:cubicBezTo>
                <a:cubicBezTo>
                  <a:pt x="7435866" y="363448"/>
                  <a:pt x="7447094" y="357526"/>
                  <a:pt x="7450667" y="347998"/>
                </a:cubicBezTo>
                <a:cubicBezTo>
                  <a:pt x="7455720" y="334524"/>
                  <a:pt x="7455644" y="319626"/>
                  <a:pt x="7459134" y="305665"/>
                </a:cubicBezTo>
                <a:cubicBezTo>
                  <a:pt x="7461298" y="297007"/>
                  <a:pt x="7465148" y="288846"/>
                  <a:pt x="7467600" y="280265"/>
                </a:cubicBezTo>
                <a:cubicBezTo>
                  <a:pt x="7470797" y="269076"/>
                  <a:pt x="7467232" y="253971"/>
                  <a:pt x="7476067" y="246398"/>
                </a:cubicBezTo>
                <a:cubicBezTo>
                  <a:pt x="7489619" y="234782"/>
                  <a:pt x="7526867" y="229465"/>
                  <a:pt x="7526867" y="229465"/>
                </a:cubicBezTo>
                <a:cubicBezTo>
                  <a:pt x="7572019" y="161736"/>
                  <a:pt x="7512759" y="243572"/>
                  <a:pt x="7569200" y="187132"/>
                </a:cubicBezTo>
                <a:cubicBezTo>
                  <a:pt x="7607498" y="148835"/>
                  <a:pt x="7562085" y="169749"/>
                  <a:pt x="7611534" y="153265"/>
                </a:cubicBezTo>
                <a:cubicBezTo>
                  <a:pt x="7622823" y="144798"/>
                  <a:pt x="7636366" y="138705"/>
                  <a:pt x="7645400" y="127865"/>
                </a:cubicBezTo>
                <a:cubicBezTo>
                  <a:pt x="7651113" y="121009"/>
                  <a:pt x="7647556" y="108776"/>
                  <a:pt x="7653867" y="102465"/>
                </a:cubicBezTo>
                <a:cubicBezTo>
                  <a:pt x="7683600" y="72732"/>
                  <a:pt x="7696201" y="79887"/>
                  <a:pt x="7730067" y="68598"/>
                </a:cubicBezTo>
                <a:cubicBezTo>
                  <a:pt x="7811647" y="41405"/>
                  <a:pt x="7731081" y="58552"/>
                  <a:pt x="7823200" y="43198"/>
                </a:cubicBezTo>
                <a:cubicBezTo>
                  <a:pt x="7853926" y="30030"/>
                  <a:pt x="7877333" y="18056"/>
                  <a:pt x="7907867" y="9332"/>
                </a:cubicBezTo>
                <a:cubicBezTo>
                  <a:pt x="7919056" y="6135"/>
                  <a:pt x="7930132" y="1758"/>
                  <a:pt x="7941734" y="865"/>
                </a:cubicBezTo>
                <a:cubicBezTo>
                  <a:pt x="7967059" y="-1083"/>
                  <a:pt x="7992534" y="865"/>
                  <a:pt x="8017934" y="865"/>
                </a:cubicBezTo>
              </a:path>
            </a:pathLst>
          </a:custGeom>
          <a:noFill/>
          <a:ln w="28575">
            <a:solidFill>
              <a:schemeClr val="accent5">
                <a:lumMod val="75000"/>
              </a:schemeClr>
            </a:solidFill>
          </a:ln>
        </p:spPr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18" name="Group 117"/>
          <p:cNvGrpSpPr/>
          <p:nvPr/>
        </p:nvGrpSpPr>
        <p:grpSpPr>
          <a:xfrm>
            <a:off x="7144293" y="2665506"/>
            <a:ext cx="1321430" cy="529278"/>
            <a:chOff x="4918757" y="3743106"/>
            <a:chExt cx="1321430" cy="529278"/>
          </a:xfrm>
        </p:grpSpPr>
        <p:grpSp>
          <p:nvGrpSpPr>
            <p:cNvPr id="81" name="Group 80"/>
            <p:cNvGrpSpPr/>
            <p:nvPr/>
          </p:nvGrpSpPr>
          <p:grpSpPr>
            <a:xfrm>
              <a:off x="4918757" y="3743466"/>
              <a:ext cx="1321430" cy="528918"/>
              <a:chOff x="1741311" y="3862046"/>
              <a:chExt cx="1321430" cy="528918"/>
            </a:xfrm>
          </p:grpSpPr>
          <p:cxnSp>
            <p:nvCxnSpPr>
              <p:cNvPr id="75" name="Straight Connector 74"/>
              <p:cNvCxnSpPr/>
              <p:nvPr/>
            </p:nvCxnSpPr>
            <p:spPr>
              <a:xfrm flipV="1">
                <a:off x="1741311" y="4386271"/>
                <a:ext cx="455390" cy="0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>
              <a:xfrm flipV="1">
                <a:off x="2607351" y="4386271"/>
                <a:ext cx="455390" cy="0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/>
            </p:nvCxnSpPr>
            <p:spPr>
              <a:xfrm flipV="1">
                <a:off x="2196701" y="3862046"/>
                <a:ext cx="410650" cy="3973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/>
              <p:cNvCxnSpPr/>
              <p:nvPr/>
            </p:nvCxnSpPr>
            <p:spPr>
              <a:xfrm>
                <a:off x="2196701" y="3870712"/>
                <a:ext cx="0" cy="520252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/>
              <p:cNvCxnSpPr/>
              <p:nvPr/>
            </p:nvCxnSpPr>
            <p:spPr>
              <a:xfrm>
                <a:off x="2607351" y="3866019"/>
                <a:ext cx="0" cy="520252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8" name="Group 87"/>
            <p:cNvGrpSpPr/>
            <p:nvPr/>
          </p:nvGrpSpPr>
          <p:grpSpPr>
            <a:xfrm rot="10800000">
              <a:off x="4918757" y="3743106"/>
              <a:ext cx="1321430" cy="528918"/>
              <a:chOff x="1741311" y="3862046"/>
              <a:chExt cx="1321430" cy="528918"/>
            </a:xfrm>
          </p:grpSpPr>
          <p:cxnSp>
            <p:nvCxnSpPr>
              <p:cNvPr id="89" name="Straight Connector 88"/>
              <p:cNvCxnSpPr/>
              <p:nvPr/>
            </p:nvCxnSpPr>
            <p:spPr>
              <a:xfrm flipV="1">
                <a:off x="1741311" y="4386271"/>
                <a:ext cx="455390" cy="0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/>
              <p:cNvCxnSpPr/>
              <p:nvPr/>
            </p:nvCxnSpPr>
            <p:spPr>
              <a:xfrm flipV="1">
                <a:off x="2607351" y="4386271"/>
                <a:ext cx="455390" cy="0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/>
              <p:cNvCxnSpPr/>
              <p:nvPr/>
            </p:nvCxnSpPr>
            <p:spPr>
              <a:xfrm flipV="1">
                <a:off x="2196701" y="3862046"/>
                <a:ext cx="410650" cy="3973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/>
            </p:nvCxnSpPr>
            <p:spPr>
              <a:xfrm>
                <a:off x="2196701" y="3870712"/>
                <a:ext cx="0" cy="520252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/>
              <p:cNvCxnSpPr/>
              <p:nvPr/>
            </p:nvCxnSpPr>
            <p:spPr>
              <a:xfrm>
                <a:off x="2607351" y="3866019"/>
                <a:ext cx="0" cy="520252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7" name="Group 116"/>
          <p:cNvGrpSpPr/>
          <p:nvPr/>
        </p:nvGrpSpPr>
        <p:grpSpPr>
          <a:xfrm>
            <a:off x="6949844" y="5548310"/>
            <a:ext cx="1431274" cy="609295"/>
            <a:chOff x="5001372" y="5551528"/>
            <a:chExt cx="1431274" cy="609295"/>
          </a:xfrm>
        </p:grpSpPr>
        <p:sp>
          <p:nvSpPr>
            <p:cNvPr id="101" name="Freeform: Shape 100"/>
            <p:cNvSpPr/>
            <p:nvPr/>
          </p:nvSpPr>
          <p:spPr>
            <a:xfrm>
              <a:off x="5011464" y="5606391"/>
              <a:ext cx="1320800" cy="526115"/>
            </a:xfrm>
            <a:custGeom>
              <a:avLst/>
              <a:gdLst>
                <a:gd name="connsiteX0" fmla="*/ 0 w 1320800"/>
                <a:gd name="connsiteY0" fmla="*/ 51895 h 526115"/>
                <a:gd name="connsiteX1" fmla="*/ 279400 w 1320800"/>
                <a:gd name="connsiteY1" fmla="*/ 51895 h 526115"/>
                <a:gd name="connsiteX2" fmla="*/ 304800 w 1320800"/>
                <a:gd name="connsiteY2" fmla="*/ 60362 h 526115"/>
                <a:gd name="connsiteX3" fmla="*/ 321733 w 1320800"/>
                <a:gd name="connsiteY3" fmla="*/ 94228 h 526115"/>
                <a:gd name="connsiteX4" fmla="*/ 338666 w 1320800"/>
                <a:gd name="connsiteY4" fmla="*/ 111162 h 526115"/>
                <a:gd name="connsiteX5" fmla="*/ 347133 w 1320800"/>
                <a:gd name="connsiteY5" fmla="*/ 136562 h 526115"/>
                <a:gd name="connsiteX6" fmla="*/ 364066 w 1320800"/>
                <a:gd name="connsiteY6" fmla="*/ 170428 h 526115"/>
                <a:gd name="connsiteX7" fmla="*/ 381000 w 1320800"/>
                <a:gd name="connsiteY7" fmla="*/ 322828 h 526115"/>
                <a:gd name="connsiteX8" fmla="*/ 389466 w 1320800"/>
                <a:gd name="connsiteY8" fmla="*/ 356695 h 526115"/>
                <a:gd name="connsiteX9" fmla="*/ 406400 w 1320800"/>
                <a:gd name="connsiteY9" fmla="*/ 373628 h 526115"/>
                <a:gd name="connsiteX10" fmla="*/ 440266 w 1320800"/>
                <a:gd name="connsiteY10" fmla="*/ 415962 h 526115"/>
                <a:gd name="connsiteX11" fmla="*/ 465666 w 1320800"/>
                <a:gd name="connsiteY11" fmla="*/ 424428 h 526115"/>
                <a:gd name="connsiteX12" fmla="*/ 499533 w 1320800"/>
                <a:gd name="connsiteY12" fmla="*/ 458295 h 526115"/>
                <a:gd name="connsiteX13" fmla="*/ 533400 w 1320800"/>
                <a:gd name="connsiteY13" fmla="*/ 492162 h 526115"/>
                <a:gd name="connsiteX14" fmla="*/ 558800 w 1320800"/>
                <a:gd name="connsiteY14" fmla="*/ 517562 h 526115"/>
                <a:gd name="connsiteX15" fmla="*/ 592666 w 1320800"/>
                <a:gd name="connsiteY15" fmla="*/ 526028 h 526115"/>
                <a:gd name="connsiteX16" fmla="*/ 702733 w 1320800"/>
                <a:gd name="connsiteY16" fmla="*/ 509095 h 526115"/>
                <a:gd name="connsiteX17" fmla="*/ 736600 w 1320800"/>
                <a:gd name="connsiteY17" fmla="*/ 500628 h 526115"/>
                <a:gd name="connsiteX18" fmla="*/ 770466 w 1320800"/>
                <a:gd name="connsiteY18" fmla="*/ 483695 h 526115"/>
                <a:gd name="connsiteX19" fmla="*/ 787400 w 1320800"/>
                <a:gd name="connsiteY19" fmla="*/ 415962 h 526115"/>
                <a:gd name="connsiteX20" fmla="*/ 812800 w 1320800"/>
                <a:gd name="connsiteY20" fmla="*/ 348228 h 526115"/>
                <a:gd name="connsiteX21" fmla="*/ 821266 w 1320800"/>
                <a:gd name="connsiteY21" fmla="*/ 288962 h 526115"/>
                <a:gd name="connsiteX22" fmla="*/ 829733 w 1320800"/>
                <a:gd name="connsiteY22" fmla="*/ 178895 h 526115"/>
                <a:gd name="connsiteX23" fmla="*/ 846666 w 1320800"/>
                <a:gd name="connsiteY23" fmla="*/ 145028 h 526115"/>
                <a:gd name="connsiteX24" fmla="*/ 863600 w 1320800"/>
                <a:gd name="connsiteY24" fmla="*/ 85762 h 526115"/>
                <a:gd name="connsiteX25" fmla="*/ 889000 w 1320800"/>
                <a:gd name="connsiteY25" fmla="*/ 77295 h 526115"/>
                <a:gd name="connsiteX26" fmla="*/ 922866 w 1320800"/>
                <a:gd name="connsiteY26" fmla="*/ 60362 h 526115"/>
                <a:gd name="connsiteX27" fmla="*/ 948266 w 1320800"/>
                <a:gd name="connsiteY27" fmla="*/ 43428 h 526115"/>
                <a:gd name="connsiteX28" fmla="*/ 1016000 w 1320800"/>
                <a:gd name="connsiteY28" fmla="*/ 26495 h 526115"/>
                <a:gd name="connsiteX29" fmla="*/ 1202266 w 1320800"/>
                <a:gd name="connsiteY29" fmla="*/ 1095 h 526115"/>
                <a:gd name="connsiteX30" fmla="*/ 1320800 w 1320800"/>
                <a:gd name="connsiteY30" fmla="*/ 1095 h 52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320800" h="526115">
                  <a:moveTo>
                    <a:pt x="0" y="51895"/>
                  </a:moveTo>
                  <a:cubicBezTo>
                    <a:pt x="136182" y="47031"/>
                    <a:pt x="180507" y="27171"/>
                    <a:pt x="279400" y="51895"/>
                  </a:cubicBezTo>
                  <a:cubicBezTo>
                    <a:pt x="288058" y="54060"/>
                    <a:pt x="296333" y="57540"/>
                    <a:pt x="304800" y="60362"/>
                  </a:cubicBezTo>
                  <a:cubicBezTo>
                    <a:pt x="310444" y="71651"/>
                    <a:pt x="314732" y="83727"/>
                    <a:pt x="321733" y="94228"/>
                  </a:cubicBezTo>
                  <a:cubicBezTo>
                    <a:pt x="326161" y="100870"/>
                    <a:pt x="334559" y="104317"/>
                    <a:pt x="338666" y="111162"/>
                  </a:cubicBezTo>
                  <a:cubicBezTo>
                    <a:pt x="343258" y="118815"/>
                    <a:pt x="343617" y="128359"/>
                    <a:pt x="347133" y="136562"/>
                  </a:cubicBezTo>
                  <a:cubicBezTo>
                    <a:pt x="352105" y="148163"/>
                    <a:pt x="358422" y="159139"/>
                    <a:pt x="364066" y="170428"/>
                  </a:cubicBezTo>
                  <a:cubicBezTo>
                    <a:pt x="369711" y="221228"/>
                    <a:pt x="374094" y="272184"/>
                    <a:pt x="381000" y="322828"/>
                  </a:cubicBezTo>
                  <a:cubicBezTo>
                    <a:pt x="382572" y="334358"/>
                    <a:pt x="384262" y="346287"/>
                    <a:pt x="389466" y="356695"/>
                  </a:cubicBezTo>
                  <a:cubicBezTo>
                    <a:pt x="393036" y="363835"/>
                    <a:pt x="401413" y="367395"/>
                    <a:pt x="406400" y="373628"/>
                  </a:cubicBezTo>
                  <a:cubicBezTo>
                    <a:pt x="417048" y="386938"/>
                    <a:pt x="424542" y="406528"/>
                    <a:pt x="440266" y="415962"/>
                  </a:cubicBezTo>
                  <a:cubicBezTo>
                    <a:pt x="447919" y="420554"/>
                    <a:pt x="457199" y="421606"/>
                    <a:pt x="465666" y="424428"/>
                  </a:cubicBezTo>
                  <a:cubicBezTo>
                    <a:pt x="488245" y="492161"/>
                    <a:pt x="454377" y="413139"/>
                    <a:pt x="499533" y="458295"/>
                  </a:cubicBezTo>
                  <a:cubicBezTo>
                    <a:pt x="544689" y="503451"/>
                    <a:pt x="465667" y="469583"/>
                    <a:pt x="533400" y="492162"/>
                  </a:cubicBezTo>
                  <a:cubicBezTo>
                    <a:pt x="541867" y="500629"/>
                    <a:pt x="548404" y="511621"/>
                    <a:pt x="558800" y="517562"/>
                  </a:cubicBezTo>
                  <a:cubicBezTo>
                    <a:pt x="568903" y="523335"/>
                    <a:pt x="581050" y="526711"/>
                    <a:pt x="592666" y="526028"/>
                  </a:cubicBezTo>
                  <a:cubicBezTo>
                    <a:pt x="629723" y="523848"/>
                    <a:pt x="666177" y="515546"/>
                    <a:pt x="702733" y="509095"/>
                  </a:cubicBezTo>
                  <a:cubicBezTo>
                    <a:pt x="714192" y="507073"/>
                    <a:pt x="725704" y="504714"/>
                    <a:pt x="736600" y="500628"/>
                  </a:cubicBezTo>
                  <a:cubicBezTo>
                    <a:pt x="748418" y="496196"/>
                    <a:pt x="759177" y="489339"/>
                    <a:pt x="770466" y="483695"/>
                  </a:cubicBezTo>
                  <a:cubicBezTo>
                    <a:pt x="776111" y="461117"/>
                    <a:pt x="778757" y="437570"/>
                    <a:pt x="787400" y="415962"/>
                  </a:cubicBezTo>
                  <a:cubicBezTo>
                    <a:pt x="807647" y="365342"/>
                    <a:pt x="799527" y="388046"/>
                    <a:pt x="812800" y="348228"/>
                  </a:cubicBezTo>
                  <a:cubicBezTo>
                    <a:pt x="815622" y="328473"/>
                    <a:pt x="819280" y="308819"/>
                    <a:pt x="821266" y="288962"/>
                  </a:cubicBezTo>
                  <a:cubicBezTo>
                    <a:pt x="824927" y="252347"/>
                    <a:pt x="823338" y="215132"/>
                    <a:pt x="829733" y="178895"/>
                  </a:cubicBezTo>
                  <a:cubicBezTo>
                    <a:pt x="831926" y="166466"/>
                    <a:pt x="842234" y="156846"/>
                    <a:pt x="846666" y="145028"/>
                  </a:cubicBezTo>
                  <a:cubicBezTo>
                    <a:pt x="846798" y="144676"/>
                    <a:pt x="859506" y="89856"/>
                    <a:pt x="863600" y="85762"/>
                  </a:cubicBezTo>
                  <a:cubicBezTo>
                    <a:pt x="869911" y="79451"/>
                    <a:pt x="880797" y="80811"/>
                    <a:pt x="889000" y="77295"/>
                  </a:cubicBezTo>
                  <a:cubicBezTo>
                    <a:pt x="900601" y="72323"/>
                    <a:pt x="911908" y="66624"/>
                    <a:pt x="922866" y="60362"/>
                  </a:cubicBezTo>
                  <a:cubicBezTo>
                    <a:pt x="931701" y="55313"/>
                    <a:pt x="939164" y="47979"/>
                    <a:pt x="948266" y="43428"/>
                  </a:cubicBezTo>
                  <a:cubicBezTo>
                    <a:pt x="966418" y="34352"/>
                    <a:pt x="998617" y="30358"/>
                    <a:pt x="1016000" y="26495"/>
                  </a:cubicBezTo>
                  <a:cubicBezTo>
                    <a:pt x="1102608" y="7248"/>
                    <a:pt x="1024438" y="12209"/>
                    <a:pt x="1202266" y="1095"/>
                  </a:cubicBezTo>
                  <a:cubicBezTo>
                    <a:pt x="1241700" y="-1370"/>
                    <a:pt x="1281289" y="1095"/>
                    <a:pt x="1320800" y="1095"/>
                  </a:cubicBezTo>
                </a:path>
              </a:pathLst>
            </a:cu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2" name="Freeform: Shape 101"/>
            <p:cNvSpPr/>
            <p:nvPr/>
          </p:nvSpPr>
          <p:spPr>
            <a:xfrm>
              <a:off x="5069106" y="5643288"/>
              <a:ext cx="1202266" cy="509068"/>
            </a:xfrm>
            <a:custGeom>
              <a:avLst/>
              <a:gdLst>
                <a:gd name="connsiteX0" fmla="*/ 0 w 1202266"/>
                <a:gd name="connsiteY0" fmla="*/ 68802 h 509068"/>
                <a:gd name="connsiteX1" fmla="*/ 177800 w 1202266"/>
                <a:gd name="connsiteY1" fmla="*/ 60335 h 509068"/>
                <a:gd name="connsiteX2" fmla="*/ 203200 w 1202266"/>
                <a:gd name="connsiteY2" fmla="*/ 111135 h 509068"/>
                <a:gd name="connsiteX3" fmla="*/ 228600 w 1202266"/>
                <a:gd name="connsiteY3" fmla="*/ 119602 h 509068"/>
                <a:gd name="connsiteX4" fmla="*/ 237066 w 1202266"/>
                <a:gd name="connsiteY4" fmla="*/ 145002 h 509068"/>
                <a:gd name="connsiteX5" fmla="*/ 296333 w 1202266"/>
                <a:gd name="connsiteY5" fmla="*/ 161935 h 509068"/>
                <a:gd name="connsiteX6" fmla="*/ 313266 w 1202266"/>
                <a:gd name="connsiteY6" fmla="*/ 221202 h 509068"/>
                <a:gd name="connsiteX7" fmla="*/ 321733 w 1202266"/>
                <a:gd name="connsiteY7" fmla="*/ 272002 h 509068"/>
                <a:gd name="connsiteX8" fmla="*/ 338666 w 1202266"/>
                <a:gd name="connsiteY8" fmla="*/ 297402 h 509068"/>
                <a:gd name="connsiteX9" fmla="*/ 355600 w 1202266"/>
                <a:gd name="connsiteY9" fmla="*/ 356668 h 509068"/>
                <a:gd name="connsiteX10" fmla="*/ 372533 w 1202266"/>
                <a:gd name="connsiteY10" fmla="*/ 390535 h 509068"/>
                <a:gd name="connsiteX11" fmla="*/ 397933 w 1202266"/>
                <a:gd name="connsiteY11" fmla="*/ 475202 h 509068"/>
                <a:gd name="connsiteX12" fmla="*/ 423333 w 1202266"/>
                <a:gd name="connsiteY12" fmla="*/ 500602 h 509068"/>
                <a:gd name="connsiteX13" fmla="*/ 448733 w 1202266"/>
                <a:gd name="connsiteY13" fmla="*/ 509068 h 509068"/>
                <a:gd name="connsiteX14" fmla="*/ 618066 w 1202266"/>
                <a:gd name="connsiteY14" fmla="*/ 500602 h 509068"/>
                <a:gd name="connsiteX15" fmla="*/ 643466 w 1202266"/>
                <a:gd name="connsiteY15" fmla="*/ 483668 h 509068"/>
                <a:gd name="connsiteX16" fmla="*/ 668866 w 1202266"/>
                <a:gd name="connsiteY16" fmla="*/ 475202 h 509068"/>
                <a:gd name="connsiteX17" fmla="*/ 719666 w 1202266"/>
                <a:gd name="connsiteY17" fmla="*/ 432868 h 509068"/>
                <a:gd name="connsiteX18" fmla="*/ 762000 w 1202266"/>
                <a:gd name="connsiteY18" fmla="*/ 356668 h 509068"/>
                <a:gd name="connsiteX19" fmla="*/ 821266 w 1202266"/>
                <a:gd name="connsiteY19" fmla="*/ 305868 h 509068"/>
                <a:gd name="connsiteX20" fmla="*/ 829733 w 1202266"/>
                <a:gd name="connsiteY20" fmla="*/ 280468 h 509068"/>
                <a:gd name="connsiteX21" fmla="*/ 855133 w 1202266"/>
                <a:gd name="connsiteY21" fmla="*/ 246602 h 509068"/>
                <a:gd name="connsiteX22" fmla="*/ 872066 w 1202266"/>
                <a:gd name="connsiteY22" fmla="*/ 187335 h 509068"/>
                <a:gd name="connsiteX23" fmla="*/ 889000 w 1202266"/>
                <a:gd name="connsiteY23" fmla="*/ 170402 h 509068"/>
                <a:gd name="connsiteX24" fmla="*/ 897466 w 1202266"/>
                <a:gd name="connsiteY24" fmla="*/ 136535 h 509068"/>
                <a:gd name="connsiteX25" fmla="*/ 948266 w 1202266"/>
                <a:gd name="connsiteY25" fmla="*/ 18002 h 509068"/>
                <a:gd name="connsiteX26" fmla="*/ 1007533 w 1202266"/>
                <a:gd name="connsiteY26" fmla="*/ 1068 h 509068"/>
                <a:gd name="connsiteX27" fmla="*/ 1202266 w 1202266"/>
                <a:gd name="connsiteY27" fmla="*/ 1068 h 509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02266" h="509068">
                  <a:moveTo>
                    <a:pt x="0" y="68802"/>
                  </a:moveTo>
                  <a:cubicBezTo>
                    <a:pt x="71352" y="40260"/>
                    <a:pt x="65831" y="35453"/>
                    <a:pt x="177800" y="60335"/>
                  </a:cubicBezTo>
                  <a:cubicBezTo>
                    <a:pt x="197988" y="64821"/>
                    <a:pt x="193002" y="100937"/>
                    <a:pt x="203200" y="111135"/>
                  </a:cubicBezTo>
                  <a:cubicBezTo>
                    <a:pt x="209511" y="117446"/>
                    <a:pt x="220133" y="116780"/>
                    <a:pt x="228600" y="119602"/>
                  </a:cubicBezTo>
                  <a:cubicBezTo>
                    <a:pt x="231422" y="128069"/>
                    <a:pt x="230755" y="138691"/>
                    <a:pt x="237066" y="145002"/>
                  </a:cubicBezTo>
                  <a:cubicBezTo>
                    <a:pt x="241113" y="149049"/>
                    <a:pt x="296043" y="161862"/>
                    <a:pt x="296333" y="161935"/>
                  </a:cubicBezTo>
                  <a:cubicBezTo>
                    <a:pt x="304405" y="186149"/>
                    <a:pt x="307949" y="194616"/>
                    <a:pt x="313266" y="221202"/>
                  </a:cubicBezTo>
                  <a:cubicBezTo>
                    <a:pt x="316633" y="238036"/>
                    <a:pt x="316304" y="255716"/>
                    <a:pt x="321733" y="272002"/>
                  </a:cubicBezTo>
                  <a:cubicBezTo>
                    <a:pt x="324951" y="281655"/>
                    <a:pt x="333022" y="288935"/>
                    <a:pt x="338666" y="297402"/>
                  </a:cubicBezTo>
                  <a:cubicBezTo>
                    <a:pt x="342963" y="314589"/>
                    <a:pt x="348312" y="339662"/>
                    <a:pt x="355600" y="356668"/>
                  </a:cubicBezTo>
                  <a:cubicBezTo>
                    <a:pt x="360572" y="368269"/>
                    <a:pt x="368101" y="378717"/>
                    <a:pt x="372533" y="390535"/>
                  </a:cubicBezTo>
                  <a:cubicBezTo>
                    <a:pt x="379439" y="408951"/>
                    <a:pt x="386355" y="463624"/>
                    <a:pt x="397933" y="475202"/>
                  </a:cubicBezTo>
                  <a:cubicBezTo>
                    <a:pt x="406400" y="483669"/>
                    <a:pt x="413370" y="493960"/>
                    <a:pt x="423333" y="500602"/>
                  </a:cubicBezTo>
                  <a:cubicBezTo>
                    <a:pt x="430759" y="505552"/>
                    <a:pt x="440266" y="506246"/>
                    <a:pt x="448733" y="509068"/>
                  </a:cubicBezTo>
                  <a:cubicBezTo>
                    <a:pt x="505177" y="506246"/>
                    <a:pt x="562026" y="507912"/>
                    <a:pt x="618066" y="500602"/>
                  </a:cubicBezTo>
                  <a:cubicBezTo>
                    <a:pt x="628156" y="499286"/>
                    <a:pt x="634364" y="488219"/>
                    <a:pt x="643466" y="483668"/>
                  </a:cubicBezTo>
                  <a:cubicBezTo>
                    <a:pt x="651448" y="479677"/>
                    <a:pt x="660399" y="478024"/>
                    <a:pt x="668866" y="475202"/>
                  </a:cubicBezTo>
                  <a:cubicBezTo>
                    <a:pt x="684675" y="464662"/>
                    <a:pt x="710079" y="450124"/>
                    <a:pt x="719666" y="432868"/>
                  </a:cubicBezTo>
                  <a:cubicBezTo>
                    <a:pt x="771466" y="339629"/>
                    <a:pt x="703130" y="415538"/>
                    <a:pt x="762000" y="356668"/>
                  </a:cubicBezTo>
                  <a:cubicBezTo>
                    <a:pt x="779468" y="286790"/>
                    <a:pt x="752258" y="355160"/>
                    <a:pt x="821266" y="305868"/>
                  </a:cubicBezTo>
                  <a:cubicBezTo>
                    <a:pt x="828528" y="300681"/>
                    <a:pt x="825305" y="288217"/>
                    <a:pt x="829733" y="280468"/>
                  </a:cubicBezTo>
                  <a:cubicBezTo>
                    <a:pt x="836734" y="268216"/>
                    <a:pt x="846666" y="257891"/>
                    <a:pt x="855133" y="246602"/>
                  </a:cubicBezTo>
                  <a:cubicBezTo>
                    <a:pt x="856713" y="240281"/>
                    <a:pt x="866862" y="196008"/>
                    <a:pt x="872066" y="187335"/>
                  </a:cubicBezTo>
                  <a:cubicBezTo>
                    <a:pt x="876173" y="180490"/>
                    <a:pt x="883355" y="176046"/>
                    <a:pt x="889000" y="170402"/>
                  </a:cubicBezTo>
                  <a:cubicBezTo>
                    <a:pt x="891822" y="159113"/>
                    <a:pt x="894122" y="147681"/>
                    <a:pt x="897466" y="136535"/>
                  </a:cubicBezTo>
                  <a:cubicBezTo>
                    <a:pt x="903173" y="117511"/>
                    <a:pt x="933584" y="22896"/>
                    <a:pt x="948266" y="18002"/>
                  </a:cubicBezTo>
                  <a:cubicBezTo>
                    <a:pt x="961263" y="13669"/>
                    <a:pt x="995572" y="1511"/>
                    <a:pt x="1007533" y="1068"/>
                  </a:cubicBezTo>
                  <a:cubicBezTo>
                    <a:pt x="1072400" y="-1335"/>
                    <a:pt x="1137355" y="1068"/>
                    <a:pt x="1202266" y="1068"/>
                  </a:cubicBezTo>
                </a:path>
              </a:pathLst>
            </a:cu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3" name="Freeform: Shape 102"/>
            <p:cNvSpPr/>
            <p:nvPr/>
          </p:nvSpPr>
          <p:spPr>
            <a:xfrm>
              <a:off x="5018306" y="5610490"/>
              <a:ext cx="1295400" cy="482600"/>
            </a:xfrm>
            <a:custGeom>
              <a:avLst/>
              <a:gdLst>
                <a:gd name="connsiteX0" fmla="*/ 0 w 1295400"/>
                <a:gd name="connsiteY0" fmla="*/ 118533 h 482600"/>
                <a:gd name="connsiteX1" fmla="*/ 296333 w 1295400"/>
                <a:gd name="connsiteY1" fmla="*/ 110066 h 482600"/>
                <a:gd name="connsiteX2" fmla="*/ 321733 w 1295400"/>
                <a:gd name="connsiteY2" fmla="*/ 118533 h 482600"/>
                <a:gd name="connsiteX3" fmla="*/ 338666 w 1295400"/>
                <a:gd name="connsiteY3" fmla="*/ 152400 h 482600"/>
                <a:gd name="connsiteX4" fmla="*/ 364066 w 1295400"/>
                <a:gd name="connsiteY4" fmla="*/ 169333 h 482600"/>
                <a:gd name="connsiteX5" fmla="*/ 372533 w 1295400"/>
                <a:gd name="connsiteY5" fmla="*/ 194733 h 482600"/>
                <a:gd name="connsiteX6" fmla="*/ 389466 w 1295400"/>
                <a:gd name="connsiteY6" fmla="*/ 228600 h 482600"/>
                <a:gd name="connsiteX7" fmla="*/ 406400 w 1295400"/>
                <a:gd name="connsiteY7" fmla="*/ 287866 h 482600"/>
                <a:gd name="connsiteX8" fmla="*/ 431800 w 1295400"/>
                <a:gd name="connsiteY8" fmla="*/ 313266 h 482600"/>
                <a:gd name="connsiteX9" fmla="*/ 440266 w 1295400"/>
                <a:gd name="connsiteY9" fmla="*/ 338666 h 482600"/>
                <a:gd name="connsiteX10" fmla="*/ 457200 w 1295400"/>
                <a:gd name="connsiteY10" fmla="*/ 355600 h 482600"/>
                <a:gd name="connsiteX11" fmla="*/ 474133 w 1295400"/>
                <a:gd name="connsiteY11" fmla="*/ 381000 h 482600"/>
                <a:gd name="connsiteX12" fmla="*/ 508000 w 1295400"/>
                <a:gd name="connsiteY12" fmla="*/ 431800 h 482600"/>
                <a:gd name="connsiteX13" fmla="*/ 516466 w 1295400"/>
                <a:gd name="connsiteY13" fmla="*/ 457200 h 482600"/>
                <a:gd name="connsiteX14" fmla="*/ 558800 w 1295400"/>
                <a:gd name="connsiteY14" fmla="*/ 482600 h 482600"/>
                <a:gd name="connsiteX15" fmla="*/ 778933 w 1295400"/>
                <a:gd name="connsiteY15" fmla="*/ 474133 h 482600"/>
                <a:gd name="connsiteX16" fmla="*/ 812800 w 1295400"/>
                <a:gd name="connsiteY16" fmla="*/ 465666 h 482600"/>
                <a:gd name="connsiteX17" fmla="*/ 855133 w 1295400"/>
                <a:gd name="connsiteY17" fmla="*/ 431800 h 482600"/>
                <a:gd name="connsiteX18" fmla="*/ 880533 w 1295400"/>
                <a:gd name="connsiteY18" fmla="*/ 296333 h 482600"/>
                <a:gd name="connsiteX19" fmla="*/ 897466 w 1295400"/>
                <a:gd name="connsiteY19" fmla="*/ 186266 h 482600"/>
                <a:gd name="connsiteX20" fmla="*/ 905933 w 1295400"/>
                <a:gd name="connsiteY20" fmla="*/ 152400 h 482600"/>
                <a:gd name="connsiteX21" fmla="*/ 922866 w 1295400"/>
                <a:gd name="connsiteY21" fmla="*/ 135466 h 482600"/>
                <a:gd name="connsiteX22" fmla="*/ 956733 w 1295400"/>
                <a:gd name="connsiteY22" fmla="*/ 101600 h 482600"/>
                <a:gd name="connsiteX23" fmla="*/ 973666 w 1295400"/>
                <a:gd name="connsiteY23" fmla="*/ 76200 h 482600"/>
                <a:gd name="connsiteX24" fmla="*/ 1016000 w 1295400"/>
                <a:gd name="connsiteY24" fmla="*/ 67733 h 482600"/>
                <a:gd name="connsiteX25" fmla="*/ 1049866 w 1295400"/>
                <a:gd name="connsiteY25" fmla="*/ 59266 h 482600"/>
                <a:gd name="connsiteX26" fmla="*/ 1151466 w 1295400"/>
                <a:gd name="connsiteY26" fmla="*/ 42333 h 482600"/>
                <a:gd name="connsiteX27" fmla="*/ 1236133 w 1295400"/>
                <a:gd name="connsiteY27" fmla="*/ 16933 h 482600"/>
                <a:gd name="connsiteX28" fmla="*/ 1270000 w 1295400"/>
                <a:gd name="connsiteY28" fmla="*/ 8466 h 482600"/>
                <a:gd name="connsiteX29" fmla="*/ 1295400 w 1295400"/>
                <a:gd name="connsiteY29" fmla="*/ 0 h 482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295400" h="482600">
                  <a:moveTo>
                    <a:pt x="0" y="118533"/>
                  </a:moveTo>
                  <a:cubicBezTo>
                    <a:pt x="147517" y="107186"/>
                    <a:pt x="181054" y="90853"/>
                    <a:pt x="296333" y="110066"/>
                  </a:cubicBezTo>
                  <a:cubicBezTo>
                    <a:pt x="305136" y="111533"/>
                    <a:pt x="313266" y="115711"/>
                    <a:pt x="321733" y="118533"/>
                  </a:cubicBezTo>
                  <a:cubicBezTo>
                    <a:pt x="327377" y="129822"/>
                    <a:pt x="330586" y="142704"/>
                    <a:pt x="338666" y="152400"/>
                  </a:cubicBezTo>
                  <a:cubicBezTo>
                    <a:pt x="345180" y="160217"/>
                    <a:pt x="357709" y="161387"/>
                    <a:pt x="364066" y="169333"/>
                  </a:cubicBezTo>
                  <a:cubicBezTo>
                    <a:pt x="369641" y="176302"/>
                    <a:pt x="369017" y="186530"/>
                    <a:pt x="372533" y="194733"/>
                  </a:cubicBezTo>
                  <a:cubicBezTo>
                    <a:pt x="377505" y="206334"/>
                    <a:pt x="385034" y="216782"/>
                    <a:pt x="389466" y="228600"/>
                  </a:cubicBezTo>
                  <a:cubicBezTo>
                    <a:pt x="391885" y="235052"/>
                    <a:pt x="400552" y="279094"/>
                    <a:pt x="406400" y="287866"/>
                  </a:cubicBezTo>
                  <a:cubicBezTo>
                    <a:pt x="413042" y="297829"/>
                    <a:pt x="423333" y="304799"/>
                    <a:pt x="431800" y="313266"/>
                  </a:cubicBezTo>
                  <a:cubicBezTo>
                    <a:pt x="434622" y="321733"/>
                    <a:pt x="435674" y="331013"/>
                    <a:pt x="440266" y="338666"/>
                  </a:cubicBezTo>
                  <a:cubicBezTo>
                    <a:pt x="444373" y="345511"/>
                    <a:pt x="452213" y="349366"/>
                    <a:pt x="457200" y="355600"/>
                  </a:cubicBezTo>
                  <a:cubicBezTo>
                    <a:pt x="463557" y="363546"/>
                    <a:pt x="469582" y="371899"/>
                    <a:pt x="474133" y="381000"/>
                  </a:cubicBezTo>
                  <a:cubicBezTo>
                    <a:pt x="498639" y="430011"/>
                    <a:pt x="459851" y="383651"/>
                    <a:pt x="508000" y="431800"/>
                  </a:cubicBezTo>
                  <a:cubicBezTo>
                    <a:pt x="510822" y="440267"/>
                    <a:pt x="511874" y="449547"/>
                    <a:pt x="516466" y="457200"/>
                  </a:cubicBezTo>
                  <a:cubicBezTo>
                    <a:pt x="528087" y="476569"/>
                    <a:pt x="538823" y="475941"/>
                    <a:pt x="558800" y="482600"/>
                  </a:cubicBezTo>
                  <a:cubicBezTo>
                    <a:pt x="632178" y="479778"/>
                    <a:pt x="705664" y="479018"/>
                    <a:pt x="778933" y="474133"/>
                  </a:cubicBezTo>
                  <a:cubicBezTo>
                    <a:pt x="790544" y="473359"/>
                    <a:pt x="803714" y="472935"/>
                    <a:pt x="812800" y="465666"/>
                  </a:cubicBezTo>
                  <a:cubicBezTo>
                    <a:pt x="873529" y="417082"/>
                    <a:pt x="749262" y="458265"/>
                    <a:pt x="855133" y="431800"/>
                  </a:cubicBezTo>
                  <a:cubicBezTo>
                    <a:pt x="874240" y="374482"/>
                    <a:pt x="866815" y="401506"/>
                    <a:pt x="880533" y="296333"/>
                  </a:cubicBezTo>
                  <a:cubicBezTo>
                    <a:pt x="901772" y="133498"/>
                    <a:pt x="876292" y="260376"/>
                    <a:pt x="897466" y="186266"/>
                  </a:cubicBezTo>
                  <a:cubicBezTo>
                    <a:pt x="900663" y="175078"/>
                    <a:pt x="900729" y="162808"/>
                    <a:pt x="905933" y="152400"/>
                  </a:cubicBezTo>
                  <a:cubicBezTo>
                    <a:pt x="909503" y="145260"/>
                    <a:pt x="917222" y="141111"/>
                    <a:pt x="922866" y="135466"/>
                  </a:cubicBezTo>
                  <a:cubicBezTo>
                    <a:pt x="941340" y="80047"/>
                    <a:pt x="915682" y="134441"/>
                    <a:pt x="956733" y="101600"/>
                  </a:cubicBezTo>
                  <a:cubicBezTo>
                    <a:pt x="964679" y="95243"/>
                    <a:pt x="964831" y="81249"/>
                    <a:pt x="973666" y="76200"/>
                  </a:cubicBezTo>
                  <a:cubicBezTo>
                    <a:pt x="986161" y="69060"/>
                    <a:pt x="1001952" y="70855"/>
                    <a:pt x="1016000" y="67733"/>
                  </a:cubicBezTo>
                  <a:cubicBezTo>
                    <a:pt x="1027359" y="65209"/>
                    <a:pt x="1038429" y="61410"/>
                    <a:pt x="1049866" y="59266"/>
                  </a:cubicBezTo>
                  <a:cubicBezTo>
                    <a:pt x="1083612" y="52939"/>
                    <a:pt x="1117599" y="47977"/>
                    <a:pt x="1151466" y="42333"/>
                  </a:cubicBezTo>
                  <a:cubicBezTo>
                    <a:pt x="1190047" y="29472"/>
                    <a:pt x="1182814" y="31474"/>
                    <a:pt x="1236133" y="16933"/>
                  </a:cubicBezTo>
                  <a:cubicBezTo>
                    <a:pt x="1247359" y="13871"/>
                    <a:pt x="1258811" y="11663"/>
                    <a:pt x="1270000" y="8466"/>
                  </a:cubicBezTo>
                  <a:cubicBezTo>
                    <a:pt x="1278581" y="6014"/>
                    <a:pt x="1295400" y="0"/>
                    <a:pt x="1295400" y="0"/>
                  </a:cubicBezTo>
                </a:path>
              </a:pathLst>
            </a:cu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4" name="Freeform: Shape 103"/>
            <p:cNvSpPr/>
            <p:nvPr/>
          </p:nvSpPr>
          <p:spPr>
            <a:xfrm>
              <a:off x="5077572" y="5609296"/>
              <a:ext cx="1227667" cy="492260"/>
            </a:xfrm>
            <a:custGeom>
              <a:avLst/>
              <a:gdLst>
                <a:gd name="connsiteX0" fmla="*/ 0 w 1227667"/>
                <a:gd name="connsiteY0" fmla="*/ 85860 h 492260"/>
                <a:gd name="connsiteX1" fmla="*/ 262467 w 1227667"/>
                <a:gd name="connsiteY1" fmla="*/ 94327 h 492260"/>
                <a:gd name="connsiteX2" fmla="*/ 287867 w 1227667"/>
                <a:gd name="connsiteY2" fmla="*/ 170527 h 492260"/>
                <a:gd name="connsiteX3" fmla="*/ 330200 w 1227667"/>
                <a:gd name="connsiteY3" fmla="*/ 221327 h 492260"/>
                <a:gd name="connsiteX4" fmla="*/ 338667 w 1227667"/>
                <a:gd name="connsiteY4" fmla="*/ 246727 h 492260"/>
                <a:gd name="connsiteX5" fmla="*/ 389467 w 1227667"/>
                <a:gd name="connsiteY5" fmla="*/ 305994 h 492260"/>
                <a:gd name="connsiteX6" fmla="*/ 414867 w 1227667"/>
                <a:gd name="connsiteY6" fmla="*/ 331394 h 492260"/>
                <a:gd name="connsiteX7" fmla="*/ 431800 w 1227667"/>
                <a:gd name="connsiteY7" fmla="*/ 390660 h 492260"/>
                <a:gd name="connsiteX8" fmla="*/ 448734 w 1227667"/>
                <a:gd name="connsiteY8" fmla="*/ 416060 h 492260"/>
                <a:gd name="connsiteX9" fmla="*/ 457200 w 1227667"/>
                <a:gd name="connsiteY9" fmla="*/ 441460 h 492260"/>
                <a:gd name="connsiteX10" fmla="*/ 508000 w 1227667"/>
                <a:gd name="connsiteY10" fmla="*/ 458394 h 492260"/>
                <a:gd name="connsiteX11" fmla="*/ 533400 w 1227667"/>
                <a:gd name="connsiteY11" fmla="*/ 466860 h 492260"/>
                <a:gd name="connsiteX12" fmla="*/ 643467 w 1227667"/>
                <a:gd name="connsiteY12" fmla="*/ 492260 h 492260"/>
                <a:gd name="connsiteX13" fmla="*/ 753534 w 1227667"/>
                <a:gd name="connsiteY13" fmla="*/ 475327 h 492260"/>
                <a:gd name="connsiteX14" fmla="*/ 770467 w 1227667"/>
                <a:gd name="connsiteY14" fmla="*/ 424527 h 492260"/>
                <a:gd name="connsiteX15" fmla="*/ 795867 w 1227667"/>
                <a:gd name="connsiteY15" fmla="*/ 356794 h 492260"/>
                <a:gd name="connsiteX16" fmla="*/ 812800 w 1227667"/>
                <a:gd name="connsiteY16" fmla="*/ 297527 h 492260"/>
                <a:gd name="connsiteX17" fmla="*/ 829734 w 1227667"/>
                <a:gd name="connsiteY17" fmla="*/ 280594 h 492260"/>
                <a:gd name="connsiteX18" fmla="*/ 838200 w 1227667"/>
                <a:gd name="connsiteY18" fmla="*/ 255194 h 492260"/>
                <a:gd name="connsiteX19" fmla="*/ 855134 w 1227667"/>
                <a:gd name="connsiteY19" fmla="*/ 195927 h 492260"/>
                <a:gd name="connsiteX20" fmla="*/ 872067 w 1227667"/>
                <a:gd name="connsiteY20" fmla="*/ 162060 h 492260"/>
                <a:gd name="connsiteX21" fmla="*/ 880534 w 1227667"/>
                <a:gd name="connsiteY21" fmla="*/ 128194 h 492260"/>
                <a:gd name="connsiteX22" fmla="*/ 914400 w 1227667"/>
                <a:gd name="connsiteY22" fmla="*/ 85860 h 492260"/>
                <a:gd name="connsiteX23" fmla="*/ 948267 w 1227667"/>
                <a:gd name="connsiteY23" fmla="*/ 77394 h 492260"/>
                <a:gd name="connsiteX24" fmla="*/ 973667 w 1227667"/>
                <a:gd name="connsiteY24" fmla="*/ 68927 h 492260"/>
                <a:gd name="connsiteX25" fmla="*/ 999067 w 1227667"/>
                <a:gd name="connsiteY25" fmla="*/ 51994 h 492260"/>
                <a:gd name="connsiteX26" fmla="*/ 1049867 w 1227667"/>
                <a:gd name="connsiteY26" fmla="*/ 35060 h 492260"/>
                <a:gd name="connsiteX27" fmla="*/ 1075267 w 1227667"/>
                <a:gd name="connsiteY27" fmla="*/ 26594 h 492260"/>
                <a:gd name="connsiteX28" fmla="*/ 1134534 w 1227667"/>
                <a:gd name="connsiteY28" fmla="*/ 1194 h 492260"/>
                <a:gd name="connsiteX29" fmla="*/ 1143000 w 1227667"/>
                <a:gd name="connsiteY29" fmla="*/ 26594 h 492260"/>
                <a:gd name="connsiteX30" fmla="*/ 1227667 w 1227667"/>
                <a:gd name="connsiteY30" fmla="*/ 35060 h 492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227667" h="492260">
                  <a:moveTo>
                    <a:pt x="0" y="85860"/>
                  </a:moveTo>
                  <a:cubicBezTo>
                    <a:pt x="87489" y="88682"/>
                    <a:pt x="178489" y="69628"/>
                    <a:pt x="262467" y="94327"/>
                  </a:cubicBezTo>
                  <a:cubicBezTo>
                    <a:pt x="288153" y="101882"/>
                    <a:pt x="273016" y="148250"/>
                    <a:pt x="287867" y="170527"/>
                  </a:cubicBezTo>
                  <a:cubicBezTo>
                    <a:pt x="311442" y="205890"/>
                    <a:pt x="297605" y="188732"/>
                    <a:pt x="330200" y="221327"/>
                  </a:cubicBezTo>
                  <a:cubicBezTo>
                    <a:pt x="333022" y="229794"/>
                    <a:pt x="334676" y="238745"/>
                    <a:pt x="338667" y="246727"/>
                  </a:cubicBezTo>
                  <a:cubicBezTo>
                    <a:pt x="351562" y="272517"/>
                    <a:pt x="368634" y="285161"/>
                    <a:pt x="389467" y="305994"/>
                  </a:cubicBezTo>
                  <a:lnTo>
                    <a:pt x="414867" y="331394"/>
                  </a:lnTo>
                  <a:cubicBezTo>
                    <a:pt x="417578" y="342238"/>
                    <a:pt x="425729" y="378519"/>
                    <a:pt x="431800" y="390660"/>
                  </a:cubicBezTo>
                  <a:cubicBezTo>
                    <a:pt x="436351" y="399762"/>
                    <a:pt x="443089" y="407593"/>
                    <a:pt x="448734" y="416060"/>
                  </a:cubicBezTo>
                  <a:cubicBezTo>
                    <a:pt x="451556" y="424527"/>
                    <a:pt x="449938" y="436273"/>
                    <a:pt x="457200" y="441460"/>
                  </a:cubicBezTo>
                  <a:cubicBezTo>
                    <a:pt x="471724" y="451835"/>
                    <a:pt x="491067" y="452750"/>
                    <a:pt x="508000" y="458394"/>
                  </a:cubicBezTo>
                  <a:cubicBezTo>
                    <a:pt x="516467" y="461216"/>
                    <a:pt x="524688" y="464924"/>
                    <a:pt x="533400" y="466860"/>
                  </a:cubicBezTo>
                  <a:cubicBezTo>
                    <a:pt x="620959" y="486318"/>
                    <a:pt x="584357" y="477484"/>
                    <a:pt x="643467" y="492260"/>
                  </a:cubicBezTo>
                  <a:cubicBezTo>
                    <a:pt x="680156" y="486616"/>
                    <a:pt x="720780" y="492795"/>
                    <a:pt x="753534" y="475327"/>
                  </a:cubicBezTo>
                  <a:cubicBezTo>
                    <a:pt x="769283" y="466927"/>
                    <a:pt x="766138" y="441843"/>
                    <a:pt x="770467" y="424527"/>
                  </a:cubicBezTo>
                  <a:cubicBezTo>
                    <a:pt x="792201" y="337595"/>
                    <a:pt x="762661" y="445343"/>
                    <a:pt x="795867" y="356794"/>
                  </a:cubicBezTo>
                  <a:cubicBezTo>
                    <a:pt x="799554" y="346962"/>
                    <a:pt x="805981" y="308893"/>
                    <a:pt x="812800" y="297527"/>
                  </a:cubicBezTo>
                  <a:cubicBezTo>
                    <a:pt x="816907" y="290682"/>
                    <a:pt x="824089" y="286238"/>
                    <a:pt x="829734" y="280594"/>
                  </a:cubicBezTo>
                  <a:cubicBezTo>
                    <a:pt x="832556" y="272127"/>
                    <a:pt x="835748" y="263775"/>
                    <a:pt x="838200" y="255194"/>
                  </a:cubicBezTo>
                  <a:cubicBezTo>
                    <a:pt x="844338" y="233710"/>
                    <a:pt x="846433" y="216228"/>
                    <a:pt x="855134" y="195927"/>
                  </a:cubicBezTo>
                  <a:cubicBezTo>
                    <a:pt x="860106" y="184326"/>
                    <a:pt x="867635" y="173878"/>
                    <a:pt x="872067" y="162060"/>
                  </a:cubicBezTo>
                  <a:cubicBezTo>
                    <a:pt x="876153" y="151165"/>
                    <a:pt x="875950" y="138889"/>
                    <a:pt x="880534" y="128194"/>
                  </a:cubicBezTo>
                  <a:cubicBezTo>
                    <a:pt x="883797" y="120581"/>
                    <a:pt x="904470" y="90825"/>
                    <a:pt x="914400" y="85860"/>
                  </a:cubicBezTo>
                  <a:cubicBezTo>
                    <a:pt x="924808" y="80656"/>
                    <a:pt x="937078" y="80591"/>
                    <a:pt x="948267" y="77394"/>
                  </a:cubicBezTo>
                  <a:cubicBezTo>
                    <a:pt x="956848" y="74942"/>
                    <a:pt x="965685" y="72918"/>
                    <a:pt x="973667" y="68927"/>
                  </a:cubicBezTo>
                  <a:cubicBezTo>
                    <a:pt x="982768" y="64376"/>
                    <a:pt x="989768" y="56127"/>
                    <a:pt x="999067" y="51994"/>
                  </a:cubicBezTo>
                  <a:cubicBezTo>
                    <a:pt x="1015378" y="44745"/>
                    <a:pt x="1032934" y="40704"/>
                    <a:pt x="1049867" y="35060"/>
                  </a:cubicBezTo>
                  <a:lnTo>
                    <a:pt x="1075267" y="26594"/>
                  </a:lnTo>
                  <a:cubicBezTo>
                    <a:pt x="1087042" y="18744"/>
                    <a:pt x="1117447" y="-5641"/>
                    <a:pt x="1134534" y="1194"/>
                  </a:cubicBezTo>
                  <a:cubicBezTo>
                    <a:pt x="1142820" y="4509"/>
                    <a:pt x="1136031" y="21019"/>
                    <a:pt x="1143000" y="26594"/>
                  </a:cubicBezTo>
                  <a:cubicBezTo>
                    <a:pt x="1158716" y="39167"/>
                    <a:pt x="1215550" y="35060"/>
                    <a:pt x="1227667" y="35060"/>
                  </a:cubicBezTo>
                </a:path>
              </a:pathLst>
            </a:cu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5" name="Freeform: Shape 104"/>
            <p:cNvSpPr/>
            <p:nvPr/>
          </p:nvSpPr>
          <p:spPr>
            <a:xfrm>
              <a:off x="5001372" y="5644356"/>
              <a:ext cx="1431274" cy="508000"/>
            </a:xfrm>
            <a:custGeom>
              <a:avLst/>
              <a:gdLst>
                <a:gd name="connsiteX0" fmla="*/ 0 w 1431274"/>
                <a:gd name="connsiteY0" fmla="*/ 465667 h 508000"/>
                <a:gd name="connsiteX1" fmla="*/ 177800 w 1431274"/>
                <a:gd name="connsiteY1" fmla="*/ 457200 h 508000"/>
                <a:gd name="connsiteX2" fmla="*/ 237067 w 1431274"/>
                <a:gd name="connsiteY2" fmla="*/ 431800 h 508000"/>
                <a:gd name="connsiteX3" fmla="*/ 296334 w 1431274"/>
                <a:gd name="connsiteY3" fmla="*/ 414867 h 508000"/>
                <a:gd name="connsiteX4" fmla="*/ 321734 w 1431274"/>
                <a:gd name="connsiteY4" fmla="*/ 355600 h 508000"/>
                <a:gd name="connsiteX5" fmla="*/ 338667 w 1431274"/>
                <a:gd name="connsiteY5" fmla="*/ 321734 h 508000"/>
                <a:gd name="connsiteX6" fmla="*/ 347134 w 1431274"/>
                <a:gd name="connsiteY6" fmla="*/ 296334 h 508000"/>
                <a:gd name="connsiteX7" fmla="*/ 381000 w 1431274"/>
                <a:gd name="connsiteY7" fmla="*/ 245534 h 508000"/>
                <a:gd name="connsiteX8" fmla="*/ 414867 w 1431274"/>
                <a:gd name="connsiteY8" fmla="*/ 169334 h 508000"/>
                <a:gd name="connsiteX9" fmla="*/ 448734 w 1431274"/>
                <a:gd name="connsiteY9" fmla="*/ 143934 h 508000"/>
                <a:gd name="connsiteX10" fmla="*/ 482600 w 1431274"/>
                <a:gd name="connsiteY10" fmla="*/ 67734 h 508000"/>
                <a:gd name="connsiteX11" fmla="*/ 524934 w 1431274"/>
                <a:gd name="connsiteY11" fmla="*/ 16934 h 508000"/>
                <a:gd name="connsiteX12" fmla="*/ 567267 w 1431274"/>
                <a:gd name="connsiteY12" fmla="*/ 8467 h 508000"/>
                <a:gd name="connsiteX13" fmla="*/ 601134 w 1431274"/>
                <a:gd name="connsiteY13" fmla="*/ 0 h 508000"/>
                <a:gd name="connsiteX14" fmla="*/ 880534 w 1431274"/>
                <a:gd name="connsiteY14" fmla="*/ 8467 h 508000"/>
                <a:gd name="connsiteX15" fmla="*/ 889000 w 1431274"/>
                <a:gd name="connsiteY15" fmla="*/ 33867 h 508000"/>
                <a:gd name="connsiteX16" fmla="*/ 939800 w 1431274"/>
                <a:gd name="connsiteY16" fmla="*/ 76200 h 508000"/>
                <a:gd name="connsiteX17" fmla="*/ 948267 w 1431274"/>
                <a:gd name="connsiteY17" fmla="*/ 110067 h 508000"/>
                <a:gd name="connsiteX18" fmla="*/ 982134 w 1431274"/>
                <a:gd name="connsiteY18" fmla="*/ 152400 h 508000"/>
                <a:gd name="connsiteX19" fmla="*/ 1016000 w 1431274"/>
                <a:gd name="connsiteY19" fmla="*/ 211667 h 508000"/>
                <a:gd name="connsiteX20" fmla="*/ 1041400 w 1431274"/>
                <a:gd name="connsiteY20" fmla="*/ 296334 h 508000"/>
                <a:gd name="connsiteX21" fmla="*/ 1058334 w 1431274"/>
                <a:gd name="connsiteY21" fmla="*/ 321734 h 508000"/>
                <a:gd name="connsiteX22" fmla="*/ 1092200 w 1431274"/>
                <a:gd name="connsiteY22" fmla="*/ 389467 h 508000"/>
                <a:gd name="connsiteX23" fmla="*/ 1134534 w 1431274"/>
                <a:gd name="connsiteY23" fmla="*/ 431800 h 508000"/>
                <a:gd name="connsiteX24" fmla="*/ 1151467 w 1431274"/>
                <a:gd name="connsiteY24" fmla="*/ 465667 h 508000"/>
                <a:gd name="connsiteX25" fmla="*/ 1185334 w 1431274"/>
                <a:gd name="connsiteY25" fmla="*/ 474134 h 508000"/>
                <a:gd name="connsiteX26" fmla="*/ 1210734 w 1431274"/>
                <a:gd name="connsiteY26" fmla="*/ 491067 h 508000"/>
                <a:gd name="connsiteX27" fmla="*/ 1244600 w 1431274"/>
                <a:gd name="connsiteY27" fmla="*/ 508000 h 508000"/>
                <a:gd name="connsiteX28" fmla="*/ 1371600 w 1431274"/>
                <a:gd name="connsiteY28" fmla="*/ 499534 h 508000"/>
                <a:gd name="connsiteX29" fmla="*/ 1397000 w 1431274"/>
                <a:gd name="connsiteY29" fmla="*/ 491067 h 508000"/>
                <a:gd name="connsiteX30" fmla="*/ 1413934 w 1431274"/>
                <a:gd name="connsiteY30" fmla="*/ 482600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431274" h="508000">
                  <a:moveTo>
                    <a:pt x="0" y="465667"/>
                  </a:moveTo>
                  <a:cubicBezTo>
                    <a:pt x="59267" y="462845"/>
                    <a:pt x="118671" y="462127"/>
                    <a:pt x="177800" y="457200"/>
                  </a:cubicBezTo>
                  <a:cubicBezTo>
                    <a:pt x="194236" y="455830"/>
                    <a:pt x="224828" y="437045"/>
                    <a:pt x="237067" y="431800"/>
                  </a:cubicBezTo>
                  <a:cubicBezTo>
                    <a:pt x="254066" y="424515"/>
                    <a:pt x="279156" y="419162"/>
                    <a:pt x="296334" y="414867"/>
                  </a:cubicBezTo>
                  <a:cubicBezTo>
                    <a:pt x="330649" y="363393"/>
                    <a:pt x="298302" y="418084"/>
                    <a:pt x="321734" y="355600"/>
                  </a:cubicBezTo>
                  <a:cubicBezTo>
                    <a:pt x="326166" y="343782"/>
                    <a:pt x="333695" y="333335"/>
                    <a:pt x="338667" y="321734"/>
                  </a:cubicBezTo>
                  <a:cubicBezTo>
                    <a:pt x="342183" y="313531"/>
                    <a:pt x="342800" y="304136"/>
                    <a:pt x="347134" y="296334"/>
                  </a:cubicBezTo>
                  <a:cubicBezTo>
                    <a:pt x="357017" y="278544"/>
                    <a:pt x="374564" y="264841"/>
                    <a:pt x="381000" y="245534"/>
                  </a:cubicBezTo>
                  <a:cubicBezTo>
                    <a:pt x="389383" y="220386"/>
                    <a:pt x="394742" y="189459"/>
                    <a:pt x="414867" y="169334"/>
                  </a:cubicBezTo>
                  <a:cubicBezTo>
                    <a:pt x="424845" y="159356"/>
                    <a:pt x="437445" y="152401"/>
                    <a:pt x="448734" y="143934"/>
                  </a:cubicBezTo>
                  <a:cubicBezTo>
                    <a:pt x="492417" y="12883"/>
                    <a:pt x="442351" y="148232"/>
                    <a:pt x="482600" y="67734"/>
                  </a:cubicBezTo>
                  <a:cubicBezTo>
                    <a:pt x="498746" y="35442"/>
                    <a:pt x="478841" y="37420"/>
                    <a:pt x="524934" y="16934"/>
                  </a:cubicBezTo>
                  <a:cubicBezTo>
                    <a:pt x="538084" y="11089"/>
                    <a:pt x="553219" y="11589"/>
                    <a:pt x="567267" y="8467"/>
                  </a:cubicBezTo>
                  <a:cubicBezTo>
                    <a:pt x="578626" y="5943"/>
                    <a:pt x="589845" y="2822"/>
                    <a:pt x="601134" y="0"/>
                  </a:cubicBezTo>
                  <a:cubicBezTo>
                    <a:pt x="694267" y="2822"/>
                    <a:pt x="787996" y="-2420"/>
                    <a:pt x="880534" y="8467"/>
                  </a:cubicBezTo>
                  <a:cubicBezTo>
                    <a:pt x="889397" y="9510"/>
                    <a:pt x="884050" y="26441"/>
                    <a:pt x="889000" y="33867"/>
                  </a:cubicBezTo>
                  <a:cubicBezTo>
                    <a:pt x="902038" y="53424"/>
                    <a:pt x="921058" y="63705"/>
                    <a:pt x="939800" y="76200"/>
                  </a:cubicBezTo>
                  <a:cubicBezTo>
                    <a:pt x="942622" y="87489"/>
                    <a:pt x="943683" y="99371"/>
                    <a:pt x="948267" y="110067"/>
                  </a:cubicBezTo>
                  <a:cubicBezTo>
                    <a:pt x="960296" y="138135"/>
                    <a:pt x="965325" y="131389"/>
                    <a:pt x="982134" y="152400"/>
                  </a:cubicBezTo>
                  <a:cubicBezTo>
                    <a:pt x="993694" y="166849"/>
                    <a:pt x="1009865" y="195308"/>
                    <a:pt x="1016000" y="211667"/>
                  </a:cubicBezTo>
                  <a:cubicBezTo>
                    <a:pt x="1026140" y="238708"/>
                    <a:pt x="1024861" y="271527"/>
                    <a:pt x="1041400" y="296334"/>
                  </a:cubicBezTo>
                  <a:lnTo>
                    <a:pt x="1058334" y="321734"/>
                  </a:lnTo>
                  <a:cubicBezTo>
                    <a:pt x="1068287" y="361550"/>
                    <a:pt x="1062165" y="355678"/>
                    <a:pt x="1092200" y="389467"/>
                  </a:cubicBezTo>
                  <a:cubicBezTo>
                    <a:pt x="1105458" y="404382"/>
                    <a:pt x="1134534" y="431800"/>
                    <a:pt x="1134534" y="431800"/>
                  </a:cubicBezTo>
                  <a:cubicBezTo>
                    <a:pt x="1140178" y="443089"/>
                    <a:pt x="1141771" y="457587"/>
                    <a:pt x="1151467" y="465667"/>
                  </a:cubicBezTo>
                  <a:cubicBezTo>
                    <a:pt x="1160406" y="473117"/>
                    <a:pt x="1174638" y="469550"/>
                    <a:pt x="1185334" y="474134"/>
                  </a:cubicBezTo>
                  <a:cubicBezTo>
                    <a:pt x="1194687" y="478142"/>
                    <a:pt x="1201899" y="486019"/>
                    <a:pt x="1210734" y="491067"/>
                  </a:cubicBezTo>
                  <a:cubicBezTo>
                    <a:pt x="1221692" y="497329"/>
                    <a:pt x="1233311" y="502356"/>
                    <a:pt x="1244600" y="508000"/>
                  </a:cubicBezTo>
                  <a:cubicBezTo>
                    <a:pt x="1286933" y="505178"/>
                    <a:pt x="1329432" y="504219"/>
                    <a:pt x="1371600" y="499534"/>
                  </a:cubicBezTo>
                  <a:cubicBezTo>
                    <a:pt x="1380470" y="498548"/>
                    <a:pt x="1388419" y="493519"/>
                    <a:pt x="1397000" y="491067"/>
                  </a:cubicBezTo>
                  <a:cubicBezTo>
                    <a:pt x="1431425" y="481231"/>
                    <a:pt x="1444889" y="482600"/>
                    <a:pt x="1413934" y="482600"/>
                  </a:cubicBezTo>
                </a:path>
              </a:pathLst>
            </a:cu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6" name="Freeform: Shape 105"/>
            <p:cNvSpPr/>
            <p:nvPr/>
          </p:nvSpPr>
          <p:spPr>
            <a:xfrm>
              <a:off x="5086039" y="5627423"/>
              <a:ext cx="1286939" cy="533400"/>
            </a:xfrm>
            <a:custGeom>
              <a:avLst/>
              <a:gdLst>
                <a:gd name="connsiteX0" fmla="*/ 0 w 1286939"/>
                <a:gd name="connsiteY0" fmla="*/ 533400 h 533400"/>
                <a:gd name="connsiteX1" fmla="*/ 59267 w 1286939"/>
                <a:gd name="connsiteY1" fmla="*/ 516467 h 533400"/>
                <a:gd name="connsiteX2" fmla="*/ 84667 w 1286939"/>
                <a:gd name="connsiteY2" fmla="*/ 508000 h 533400"/>
                <a:gd name="connsiteX3" fmla="*/ 152400 w 1286939"/>
                <a:gd name="connsiteY3" fmla="*/ 491067 h 533400"/>
                <a:gd name="connsiteX4" fmla="*/ 186267 w 1286939"/>
                <a:gd name="connsiteY4" fmla="*/ 474133 h 533400"/>
                <a:gd name="connsiteX5" fmla="*/ 194733 w 1286939"/>
                <a:gd name="connsiteY5" fmla="*/ 440267 h 533400"/>
                <a:gd name="connsiteX6" fmla="*/ 228600 w 1286939"/>
                <a:gd name="connsiteY6" fmla="*/ 364067 h 533400"/>
                <a:gd name="connsiteX7" fmla="*/ 245533 w 1286939"/>
                <a:gd name="connsiteY7" fmla="*/ 347133 h 533400"/>
                <a:gd name="connsiteX8" fmla="*/ 270933 w 1286939"/>
                <a:gd name="connsiteY8" fmla="*/ 270933 h 533400"/>
                <a:gd name="connsiteX9" fmla="*/ 279400 w 1286939"/>
                <a:gd name="connsiteY9" fmla="*/ 245533 h 533400"/>
                <a:gd name="connsiteX10" fmla="*/ 304800 w 1286939"/>
                <a:gd name="connsiteY10" fmla="*/ 228600 h 533400"/>
                <a:gd name="connsiteX11" fmla="*/ 330200 w 1286939"/>
                <a:gd name="connsiteY11" fmla="*/ 169333 h 533400"/>
                <a:gd name="connsiteX12" fmla="*/ 355600 w 1286939"/>
                <a:gd name="connsiteY12" fmla="*/ 152400 h 533400"/>
                <a:gd name="connsiteX13" fmla="*/ 381000 w 1286939"/>
                <a:gd name="connsiteY13" fmla="*/ 93133 h 533400"/>
                <a:gd name="connsiteX14" fmla="*/ 431800 w 1286939"/>
                <a:gd name="connsiteY14" fmla="*/ 42333 h 533400"/>
                <a:gd name="connsiteX15" fmla="*/ 440267 w 1286939"/>
                <a:gd name="connsiteY15" fmla="*/ 16933 h 533400"/>
                <a:gd name="connsiteX16" fmla="*/ 465667 w 1286939"/>
                <a:gd name="connsiteY16" fmla="*/ 0 h 533400"/>
                <a:gd name="connsiteX17" fmla="*/ 787400 w 1286939"/>
                <a:gd name="connsiteY17" fmla="*/ 8467 h 533400"/>
                <a:gd name="connsiteX18" fmla="*/ 812800 w 1286939"/>
                <a:gd name="connsiteY18" fmla="*/ 25400 h 533400"/>
                <a:gd name="connsiteX19" fmla="*/ 821267 w 1286939"/>
                <a:gd name="connsiteY19" fmla="*/ 59267 h 533400"/>
                <a:gd name="connsiteX20" fmla="*/ 846667 w 1286939"/>
                <a:gd name="connsiteY20" fmla="*/ 93133 h 533400"/>
                <a:gd name="connsiteX21" fmla="*/ 905933 w 1286939"/>
                <a:gd name="connsiteY21" fmla="*/ 143933 h 533400"/>
                <a:gd name="connsiteX22" fmla="*/ 922867 w 1286939"/>
                <a:gd name="connsiteY22" fmla="*/ 169333 h 533400"/>
                <a:gd name="connsiteX23" fmla="*/ 948267 w 1286939"/>
                <a:gd name="connsiteY23" fmla="*/ 203200 h 533400"/>
                <a:gd name="connsiteX24" fmla="*/ 982133 w 1286939"/>
                <a:gd name="connsiteY24" fmla="*/ 237067 h 533400"/>
                <a:gd name="connsiteX25" fmla="*/ 990600 w 1286939"/>
                <a:gd name="connsiteY25" fmla="*/ 279400 h 533400"/>
                <a:gd name="connsiteX26" fmla="*/ 999067 w 1286939"/>
                <a:gd name="connsiteY26" fmla="*/ 330200 h 533400"/>
                <a:gd name="connsiteX27" fmla="*/ 1007533 w 1286939"/>
                <a:gd name="connsiteY27" fmla="*/ 364067 h 533400"/>
                <a:gd name="connsiteX28" fmla="*/ 1058333 w 1286939"/>
                <a:gd name="connsiteY28" fmla="*/ 414867 h 533400"/>
                <a:gd name="connsiteX29" fmla="*/ 1100667 w 1286939"/>
                <a:gd name="connsiteY29" fmla="*/ 440267 h 533400"/>
                <a:gd name="connsiteX30" fmla="*/ 1117600 w 1286939"/>
                <a:gd name="connsiteY30" fmla="*/ 465667 h 533400"/>
                <a:gd name="connsiteX31" fmla="*/ 1151467 w 1286939"/>
                <a:gd name="connsiteY31" fmla="*/ 474133 h 533400"/>
                <a:gd name="connsiteX32" fmla="*/ 1176867 w 1286939"/>
                <a:gd name="connsiteY32" fmla="*/ 482600 h 533400"/>
                <a:gd name="connsiteX33" fmla="*/ 1286933 w 1286939"/>
                <a:gd name="connsiteY33" fmla="*/ 482600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286939" h="533400">
                  <a:moveTo>
                    <a:pt x="0" y="533400"/>
                  </a:moveTo>
                  <a:lnTo>
                    <a:pt x="59267" y="516467"/>
                  </a:lnTo>
                  <a:cubicBezTo>
                    <a:pt x="67815" y="513903"/>
                    <a:pt x="76057" y="510348"/>
                    <a:pt x="84667" y="508000"/>
                  </a:cubicBezTo>
                  <a:cubicBezTo>
                    <a:pt x="107119" y="501877"/>
                    <a:pt x="152400" y="491067"/>
                    <a:pt x="152400" y="491067"/>
                  </a:cubicBezTo>
                  <a:cubicBezTo>
                    <a:pt x="163689" y="485422"/>
                    <a:pt x="178187" y="483829"/>
                    <a:pt x="186267" y="474133"/>
                  </a:cubicBezTo>
                  <a:cubicBezTo>
                    <a:pt x="193716" y="465194"/>
                    <a:pt x="191389" y="451412"/>
                    <a:pt x="194733" y="440267"/>
                  </a:cubicBezTo>
                  <a:cubicBezTo>
                    <a:pt x="206011" y="402673"/>
                    <a:pt x="206825" y="391287"/>
                    <a:pt x="228600" y="364067"/>
                  </a:cubicBezTo>
                  <a:cubicBezTo>
                    <a:pt x="233587" y="357834"/>
                    <a:pt x="239889" y="352778"/>
                    <a:pt x="245533" y="347133"/>
                  </a:cubicBezTo>
                  <a:cubicBezTo>
                    <a:pt x="259720" y="290388"/>
                    <a:pt x="247022" y="334696"/>
                    <a:pt x="270933" y="270933"/>
                  </a:cubicBezTo>
                  <a:cubicBezTo>
                    <a:pt x="274067" y="262577"/>
                    <a:pt x="273825" y="252502"/>
                    <a:pt x="279400" y="245533"/>
                  </a:cubicBezTo>
                  <a:cubicBezTo>
                    <a:pt x="285757" y="237587"/>
                    <a:pt x="296333" y="234244"/>
                    <a:pt x="304800" y="228600"/>
                  </a:cubicBezTo>
                  <a:cubicBezTo>
                    <a:pt x="310682" y="210956"/>
                    <a:pt x="318577" y="183281"/>
                    <a:pt x="330200" y="169333"/>
                  </a:cubicBezTo>
                  <a:cubicBezTo>
                    <a:pt x="336714" y="161516"/>
                    <a:pt x="347133" y="158044"/>
                    <a:pt x="355600" y="152400"/>
                  </a:cubicBezTo>
                  <a:cubicBezTo>
                    <a:pt x="361717" y="134051"/>
                    <a:pt x="369045" y="108077"/>
                    <a:pt x="381000" y="93133"/>
                  </a:cubicBezTo>
                  <a:cubicBezTo>
                    <a:pt x="395960" y="74433"/>
                    <a:pt x="431800" y="42333"/>
                    <a:pt x="431800" y="42333"/>
                  </a:cubicBezTo>
                  <a:cubicBezTo>
                    <a:pt x="434622" y="33866"/>
                    <a:pt x="434692" y="23902"/>
                    <a:pt x="440267" y="16933"/>
                  </a:cubicBezTo>
                  <a:cubicBezTo>
                    <a:pt x="446624" y="8987"/>
                    <a:pt x="455494" y="248"/>
                    <a:pt x="465667" y="0"/>
                  </a:cubicBezTo>
                  <a:lnTo>
                    <a:pt x="787400" y="8467"/>
                  </a:lnTo>
                  <a:cubicBezTo>
                    <a:pt x="795867" y="14111"/>
                    <a:pt x="807156" y="16933"/>
                    <a:pt x="812800" y="25400"/>
                  </a:cubicBezTo>
                  <a:cubicBezTo>
                    <a:pt x="819255" y="35082"/>
                    <a:pt x="816063" y="48859"/>
                    <a:pt x="821267" y="59267"/>
                  </a:cubicBezTo>
                  <a:cubicBezTo>
                    <a:pt x="827578" y="71888"/>
                    <a:pt x="837633" y="82293"/>
                    <a:pt x="846667" y="93133"/>
                  </a:cubicBezTo>
                  <a:cubicBezTo>
                    <a:pt x="868128" y="118887"/>
                    <a:pt x="876042" y="114042"/>
                    <a:pt x="905933" y="143933"/>
                  </a:cubicBezTo>
                  <a:cubicBezTo>
                    <a:pt x="913128" y="151128"/>
                    <a:pt x="916952" y="161053"/>
                    <a:pt x="922867" y="169333"/>
                  </a:cubicBezTo>
                  <a:cubicBezTo>
                    <a:pt x="931069" y="180816"/>
                    <a:pt x="938975" y="192580"/>
                    <a:pt x="948267" y="203200"/>
                  </a:cubicBezTo>
                  <a:cubicBezTo>
                    <a:pt x="958780" y="215215"/>
                    <a:pt x="970844" y="225778"/>
                    <a:pt x="982133" y="237067"/>
                  </a:cubicBezTo>
                  <a:cubicBezTo>
                    <a:pt x="984955" y="251178"/>
                    <a:pt x="988026" y="265242"/>
                    <a:pt x="990600" y="279400"/>
                  </a:cubicBezTo>
                  <a:cubicBezTo>
                    <a:pt x="993671" y="296290"/>
                    <a:pt x="995700" y="313366"/>
                    <a:pt x="999067" y="330200"/>
                  </a:cubicBezTo>
                  <a:cubicBezTo>
                    <a:pt x="1001349" y="341610"/>
                    <a:pt x="1000860" y="354534"/>
                    <a:pt x="1007533" y="364067"/>
                  </a:cubicBezTo>
                  <a:cubicBezTo>
                    <a:pt x="1021266" y="383686"/>
                    <a:pt x="1041400" y="397934"/>
                    <a:pt x="1058333" y="414867"/>
                  </a:cubicBezTo>
                  <a:cubicBezTo>
                    <a:pt x="1081576" y="438110"/>
                    <a:pt x="1067696" y="429276"/>
                    <a:pt x="1100667" y="440267"/>
                  </a:cubicBezTo>
                  <a:cubicBezTo>
                    <a:pt x="1106311" y="448734"/>
                    <a:pt x="1109133" y="460023"/>
                    <a:pt x="1117600" y="465667"/>
                  </a:cubicBezTo>
                  <a:cubicBezTo>
                    <a:pt x="1127282" y="472122"/>
                    <a:pt x="1140278" y="470936"/>
                    <a:pt x="1151467" y="474133"/>
                  </a:cubicBezTo>
                  <a:cubicBezTo>
                    <a:pt x="1160048" y="476585"/>
                    <a:pt x="1168400" y="479778"/>
                    <a:pt x="1176867" y="482600"/>
                  </a:cubicBezTo>
                  <a:cubicBezTo>
                    <a:pt x="1289747" y="473917"/>
                    <a:pt x="1286933" y="437336"/>
                    <a:pt x="1286933" y="482600"/>
                  </a:cubicBezTo>
                </a:path>
              </a:pathLst>
            </a:cu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7" name="Freeform: Shape 106"/>
            <p:cNvSpPr/>
            <p:nvPr/>
          </p:nvSpPr>
          <p:spPr>
            <a:xfrm>
              <a:off x="5069106" y="5661254"/>
              <a:ext cx="1303866" cy="465702"/>
            </a:xfrm>
            <a:custGeom>
              <a:avLst/>
              <a:gdLst>
                <a:gd name="connsiteX0" fmla="*/ 0 w 1303866"/>
                <a:gd name="connsiteY0" fmla="*/ 465702 h 465702"/>
                <a:gd name="connsiteX1" fmla="*/ 84666 w 1303866"/>
                <a:gd name="connsiteY1" fmla="*/ 457236 h 465702"/>
                <a:gd name="connsiteX2" fmla="*/ 143933 w 1303866"/>
                <a:gd name="connsiteY2" fmla="*/ 431836 h 465702"/>
                <a:gd name="connsiteX3" fmla="*/ 211666 w 1303866"/>
                <a:gd name="connsiteY3" fmla="*/ 414902 h 465702"/>
                <a:gd name="connsiteX4" fmla="*/ 228600 w 1303866"/>
                <a:gd name="connsiteY4" fmla="*/ 389502 h 465702"/>
                <a:gd name="connsiteX5" fmla="*/ 237066 w 1303866"/>
                <a:gd name="connsiteY5" fmla="*/ 355636 h 465702"/>
                <a:gd name="connsiteX6" fmla="*/ 262466 w 1303866"/>
                <a:gd name="connsiteY6" fmla="*/ 338702 h 465702"/>
                <a:gd name="connsiteX7" fmla="*/ 296333 w 1303866"/>
                <a:gd name="connsiteY7" fmla="*/ 296369 h 465702"/>
                <a:gd name="connsiteX8" fmla="*/ 330200 w 1303866"/>
                <a:gd name="connsiteY8" fmla="*/ 254036 h 465702"/>
                <a:gd name="connsiteX9" fmla="*/ 364066 w 1303866"/>
                <a:gd name="connsiteY9" fmla="*/ 194769 h 465702"/>
                <a:gd name="connsiteX10" fmla="*/ 406400 w 1303866"/>
                <a:gd name="connsiteY10" fmla="*/ 135502 h 465702"/>
                <a:gd name="connsiteX11" fmla="*/ 440266 w 1303866"/>
                <a:gd name="connsiteY11" fmla="*/ 84702 h 465702"/>
                <a:gd name="connsiteX12" fmla="*/ 465666 w 1303866"/>
                <a:gd name="connsiteY12" fmla="*/ 33902 h 465702"/>
                <a:gd name="connsiteX13" fmla="*/ 491066 w 1303866"/>
                <a:gd name="connsiteY13" fmla="*/ 25436 h 465702"/>
                <a:gd name="connsiteX14" fmla="*/ 508000 w 1303866"/>
                <a:gd name="connsiteY14" fmla="*/ 8502 h 465702"/>
                <a:gd name="connsiteX15" fmla="*/ 541866 w 1303866"/>
                <a:gd name="connsiteY15" fmla="*/ 36 h 465702"/>
                <a:gd name="connsiteX16" fmla="*/ 728133 w 1303866"/>
                <a:gd name="connsiteY16" fmla="*/ 16969 h 465702"/>
                <a:gd name="connsiteX17" fmla="*/ 787400 w 1303866"/>
                <a:gd name="connsiteY17" fmla="*/ 50836 h 465702"/>
                <a:gd name="connsiteX18" fmla="*/ 821266 w 1303866"/>
                <a:gd name="connsiteY18" fmla="*/ 59302 h 465702"/>
                <a:gd name="connsiteX19" fmla="*/ 855133 w 1303866"/>
                <a:gd name="connsiteY19" fmla="*/ 93169 h 465702"/>
                <a:gd name="connsiteX20" fmla="*/ 889000 w 1303866"/>
                <a:gd name="connsiteY20" fmla="*/ 110102 h 465702"/>
                <a:gd name="connsiteX21" fmla="*/ 897466 w 1303866"/>
                <a:gd name="connsiteY21" fmla="*/ 135502 h 465702"/>
                <a:gd name="connsiteX22" fmla="*/ 914400 w 1303866"/>
                <a:gd name="connsiteY22" fmla="*/ 152436 h 465702"/>
                <a:gd name="connsiteX23" fmla="*/ 931333 w 1303866"/>
                <a:gd name="connsiteY23" fmla="*/ 177836 h 465702"/>
                <a:gd name="connsiteX24" fmla="*/ 965200 w 1303866"/>
                <a:gd name="connsiteY24" fmla="*/ 228636 h 465702"/>
                <a:gd name="connsiteX25" fmla="*/ 973666 w 1303866"/>
                <a:gd name="connsiteY25" fmla="*/ 254036 h 465702"/>
                <a:gd name="connsiteX26" fmla="*/ 1016000 w 1303866"/>
                <a:gd name="connsiteY26" fmla="*/ 304836 h 465702"/>
                <a:gd name="connsiteX27" fmla="*/ 1024466 w 1303866"/>
                <a:gd name="connsiteY27" fmla="*/ 338702 h 465702"/>
                <a:gd name="connsiteX28" fmla="*/ 1041400 w 1303866"/>
                <a:gd name="connsiteY28" fmla="*/ 355636 h 465702"/>
                <a:gd name="connsiteX29" fmla="*/ 1058333 w 1303866"/>
                <a:gd name="connsiteY29" fmla="*/ 381036 h 465702"/>
                <a:gd name="connsiteX30" fmla="*/ 1109133 w 1303866"/>
                <a:gd name="connsiteY30" fmla="*/ 406436 h 465702"/>
                <a:gd name="connsiteX31" fmla="*/ 1100666 w 1303866"/>
                <a:gd name="connsiteY31" fmla="*/ 431836 h 465702"/>
                <a:gd name="connsiteX32" fmla="*/ 1143000 w 1303866"/>
                <a:gd name="connsiteY32" fmla="*/ 465702 h 465702"/>
                <a:gd name="connsiteX33" fmla="*/ 1193800 w 1303866"/>
                <a:gd name="connsiteY33" fmla="*/ 457236 h 465702"/>
                <a:gd name="connsiteX34" fmla="*/ 1227666 w 1303866"/>
                <a:gd name="connsiteY34" fmla="*/ 448769 h 465702"/>
                <a:gd name="connsiteX35" fmla="*/ 1303866 w 1303866"/>
                <a:gd name="connsiteY35" fmla="*/ 448769 h 46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303866" h="465702">
                  <a:moveTo>
                    <a:pt x="0" y="465702"/>
                  </a:moveTo>
                  <a:cubicBezTo>
                    <a:pt x="28222" y="462880"/>
                    <a:pt x="56633" y="461549"/>
                    <a:pt x="84666" y="457236"/>
                  </a:cubicBezTo>
                  <a:cubicBezTo>
                    <a:pt x="112139" y="453010"/>
                    <a:pt x="116086" y="441118"/>
                    <a:pt x="143933" y="431836"/>
                  </a:cubicBezTo>
                  <a:cubicBezTo>
                    <a:pt x="166011" y="424476"/>
                    <a:pt x="211666" y="414902"/>
                    <a:pt x="211666" y="414902"/>
                  </a:cubicBezTo>
                  <a:cubicBezTo>
                    <a:pt x="217311" y="406435"/>
                    <a:pt x="224592" y="398855"/>
                    <a:pt x="228600" y="389502"/>
                  </a:cubicBezTo>
                  <a:cubicBezTo>
                    <a:pt x="233184" y="378807"/>
                    <a:pt x="230612" y="365318"/>
                    <a:pt x="237066" y="355636"/>
                  </a:cubicBezTo>
                  <a:cubicBezTo>
                    <a:pt x="242710" y="347169"/>
                    <a:pt x="253999" y="344347"/>
                    <a:pt x="262466" y="338702"/>
                  </a:cubicBezTo>
                  <a:cubicBezTo>
                    <a:pt x="283748" y="274858"/>
                    <a:pt x="252565" y="351078"/>
                    <a:pt x="296333" y="296369"/>
                  </a:cubicBezTo>
                  <a:cubicBezTo>
                    <a:pt x="343071" y="237947"/>
                    <a:pt x="257408" y="302563"/>
                    <a:pt x="330200" y="254036"/>
                  </a:cubicBezTo>
                  <a:cubicBezTo>
                    <a:pt x="352462" y="164982"/>
                    <a:pt x="319230" y="273231"/>
                    <a:pt x="364066" y="194769"/>
                  </a:cubicBezTo>
                  <a:cubicBezTo>
                    <a:pt x="402706" y="127150"/>
                    <a:pt x="330785" y="192213"/>
                    <a:pt x="406400" y="135502"/>
                  </a:cubicBezTo>
                  <a:cubicBezTo>
                    <a:pt x="426529" y="75110"/>
                    <a:pt x="397987" y="148120"/>
                    <a:pt x="440266" y="84702"/>
                  </a:cubicBezTo>
                  <a:cubicBezTo>
                    <a:pt x="457794" y="58410"/>
                    <a:pt x="437120" y="56738"/>
                    <a:pt x="465666" y="33902"/>
                  </a:cubicBezTo>
                  <a:cubicBezTo>
                    <a:pt x="472635" y="28327"/>
                    <a:pt x="482599" y="28258"/>
                    <a:pt x="491066" y="25436"/>
                  </a:cubicBezTo>
                  <a:cubicBezTo>
                    <a:pt x="496711" y="19791"/>
                    <a:pt x="500860" y="12072"/>
                    <a:pt x="508000" y="8502"/>
                  </a:cubicBezTo>
                  <a:cubicBezTo>
                    <a:pt x="518408" y="3298"/>
                    <a:pt x="530239" y="-411"/>
                    <a:pt x="541866" y="36"/>
                  </a:cubicBezTo>
                  <a:cubicBezTo>
                    <a:pt x="604165" y="2432"/>
                    <a:pt x="666044" y="11325"/>
                    <a:pt x="728133" y="16969"/>
                  </a:cubicBezTo>
                  <a:cubicBezTo>
                    <a:pt x="805827" y="42868"/>
                    <a:pt x="684875" y="-425"/>
                    <a:pt x="787400" y="50836"/>
                  </a:cubicBezTo>
                  <a:cubicBezTo>
                    <a:pt x="797808" y="56040"/>
                    <a:pt x="809977" y="56480"/>
                    <a:pt x="821266" y="59302"/>
                  </a:cubicBezTo>
                  <a:cubicBezTo>
                    <a:pt x="832555" y="70591"/>
                    <a:pt x="842361" y="83590"/>
                    <a:pt x="855133" y="93169"/>
                  </a:cubicBezTo>
                  <a:cubicBezTo>
                    <a:pt x="865230" y="100742"/>
                    <a:pt x="880075" y="101177"/>
                    <a:pt x="889000" y="110102"/>
                  </a:cubicBezTo>
                  <a:cubicBezTo>
                    <a:pt x="895311" y="116413"/>
                    <a:pt x="892874" y="127849"/>
                    <a:pt x="897466" y="135502"/>
                  </a:cubicBezTo>
                  <a:cubicBezTo>
                    <a:pt x="901573" y="142347"/>
                    <a:pt x="909413" y="146202"/>
                    <a:pt x="914400" y="152436"/>
                  </a:cubicBezTo>
                  <a:cubicBezTo>
                    <a:pt x="920757" y="160382"/>
                    <a:pt x="926782" y="168735"/>
                    <a:pt x="931333" y="177836"/>
                  </a:cubicBezTo>
                  <a:cubicBezTo>
                    <a:pt x="955839" y="226847"/>
                    <a:pt x="917051" y="180487"/>
                    <a:pt x="965200" y="228636"/>
                  </a:cubicBezTo>
                  <a:cubicBezTo>
                    <a:pt x="968022" y="237103"/>
                    <a:pt x="969675" y="246054"/>
                    <a:pt x="973666" y="254036"/>
                  </a:cubicBezTo>
                  <a:cubicBezTo>
                    <a:pt x="985453" y="277609"/>
                    <a:pt x="997277" y="286113"/>
                    <a:pt x="1016000" y="304836"/>
                  </a:cubicBezTo>
                  <a:cubicBezTo>
                    <a:pt x="1018822" y="316125"/>
                    <a:pt x="1019262" y="328294"/>
                    <a:pt x="1024466" y="338702"/>
                  </a:cubicBezTo>
                  <a:cubicBezTo>
                    <a:pt x="1028036" y="345842"/>
                    <a:pt x="1036413" y="349402"/>
                    <a:pt x="1041400" y="355636"/>
                  </a:cubicBezTo>
                  <a:cubicBezTo>
                    <a:pt x="1047757" y="363582"/>
                    <a:pt x="1051138" y="373841"/>
                    <a:pt x="1058333" y="381036"/>
                  </a:cubicBezTo>
                  <a:cubicBezTo>
                    <a:pt x="1074745" y="397448"/>
                    <a:pt x="1088476" y="399550"/>
                    <a:pt x="1109133" y="406436"/>
                  </a:cubicBezTo>
                  <a:cubicBezTo>
                    <a:pt x="1106311" y="414903"/>
                    <a:pt x="1098916" y="423085"/>
                    <a:pt x="1100666" y="431836"/>
                  </a:cubicBezTo>
                  <a:cubicBezTo>
                    <a:pt x="1102522" y="441115"/>
                    <a:pt x="1139351" y="463269"/>
                    <a:pt x="1143000" y="465702"/>
                  </a:cubicBezTo>
                  <a:cubicBezTo>
                    <a:pt x="1159933" y="462880"/>
                    <a:pt x="1176966" y="460603"/>
                    <a:pt x="1193800" y="457236"/>
                  </a:cubicBezTo>
                  <a:cubicBezTo>
                    <a:pt x="1205210" y="454954"/>
                    <a:pt x="1216064" y="449661"/>
                    <a:pt x="1227666" y="448769"/>
                  </a:cubicBezTo>
                  <a:cubicBezTo>
                    <a:pt x="1252991" y="446821"/>
                    <a:pt x="1278466" y="448769"/>
                    <a:pt x="1303866" y="448769"/>
                  </a:cubicBezTo>
                </a:path>
              </a:pathLst>
            </a:cu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8" name="Freeform: Shape 107"/>
            <p:cNvSpPr/>
            <p:nvPr/>
          </p:nvSpPr>
          <p:spPr>
            <a:xfrm>
              <a:off x="5011464" y="5551528"/>
              <a:ext cx="1320800" cy="526115"/>
            </a:xfrm>
            <a:custGeom>
              <a:avLst/>
              <a:gdLst>
                <a:gd name="connsiteX0" fmla="*/ 0 w 1320800"/>
                <a:gd name="connsiteY0" fmla="*/ 51895 h 526115"/>
                <a:gd name="connsiteX1" fmla="*/ 279400 w 1320800"/>
                <a:gd name="connsiteY1" fmla="*/ 51895 h 526115"/>
                <a:gd name="connsiteX2" fmla="*/ 304800 w 1320800"/>
                <a:gd name="connsiteY2" fmla="*/ 60362 h 526115"/>
                <a:gd name="connsiteX3" fmla="*/ 321733 w 1320800"/>
                <a:gd name="connsiteY3" fmla="*/ 94228 h 526115"/>
                <a:gd name="connsiteX4" fmla="*/ 338666 w 1320800"/>
                <a:gd name="connsiteY4" fmla="*/ 111162 h 526115"/>
                <a:gd name="connsiteX5" fmla="*/ 347133 w 1320800"/>
                <a:gd name="connsiteY5" fmla="*/ 136562 h 526115"/>
                <a:gd name="connsiteX6" fmla="*/ 364066 w 1320800"/>
                <a:gd name="connsiteY6" fmla="*/ 170428 h 526115"/>
                <a:gd name="connsiteX7" fmla="*/ 381000 w 1320800"/>
                <a:gd name="connsiteY7" fmla="*/ 322828 h 526115"/>
                <a:gd name="connsiteX8" fmla="*/ 389466 w 1320800"/>
                <a:gd name="connsiteY8" fmla="*/ 356695 h 526115"/>
                <a:gd name="connsiteX9" fmla="*/ 406400 w 1320800"/>
                <a:gd name="connsiteY9" fmla="*/ 373628 h 526115"/>
                <a:gd name="connsiteX10" fmla="*/ 440266 w 1320800"/>
                <a:gd name="connsiteY10" fmla="*/ 415962 h 526115"/>
                <a:gd name="connsiteX11" fmla="*/ 465666 w 1320800"/>
                <a:gd name="connsiteY11" fmla="*/ 424428 h 526115"/>
                <a:gd name="connsiteX12" fmla="*/ 499533 w 1320800"/>
                <a:gd name="connsiteY12" fmla="*/ 458295 h 526115"/>
                <a:gd name="connsiteX13" fmla="*/ 533400 w 1320800"/>
                <a:gd name="connsiteY13" fmla="*/ 492162 h 526115"/>
                <a:gd name="connsiteX14" fmla="*/ 558800 w 1320800"/>
                <a:gd name="connsiteY14" fmla="*/ 517562 h 526115"/>
                <a:gd name="connsiteX15" fmla="*/ 592666 w 1320800"/>
                <a:gd name="connsiteY15" fmla="*/ 526028 h 526115"/>
                <a:gd name="connsiteX16" fmla="*/ 702733 w 1320800"/>
                <a:gd name="connsiteY16" fmla="*/ 509095 h 526115"/>
                <a:gd name="connsiteX17" fmla="*/ 736600 w 1320800"/>
                <a:gd name="connsiteY17" fmla="*/ 500628 h 526115"/>
                <a:gd name="connsiteX18" fmla="*/ 770466 w 1320800"/>
                <a:gd name="connsiteY18" fmla="*/ 483695 h 526115"/>
                <a:gd name="connsiteX19" fmla="*/ 787400 w 1320800"/>
                <a:gd name="connsiteY19" fmla="*/ 415962 h 526115"/>
                <a:gd name="connsiteX20" fmla="*/ 812800 w 1320800"/>
                <a:gd name="connsiteY20" fmla="*/ 348228 h 526115"/>
                <a:gd name="connsiteX21" fmla="*/ 821266 w 1320800"/>
                <a:gd name="connsiteY21" fmla="*/ 288962 h 526115"/>
                <a:gd name="connsiteX22" fmla="*/ 829733 w 1320800"/>
                <a:gd name="connsiteY22" fmla="*/ 178895 h 526115"/>
                <a:gd name="connsiteX23" fmla="*/ 846666 w 1320800"/>
                <a:gd name="connsiteY23" fmla="*/ 145028 h 526115"/>
                <a:gd name="connsiteX24" fmla="*/ 863600 w 1320800"/>
                <a:gd name="connsiteY24" fmla="*/ 85762 h 526115"/>
                <a:gd name="connsiteX25" fmla="*/ 889000 w 1320800"/>
                <a:gd name="connsiteY25" fmla="*/ 77295 h 526115"/>
                <a:gd name="connsiteX26" fmla="*/ 922866 w 1320800"/>
                <a:gd name="connsiteY26" fmla="*/ 60362 h 526115"/>
                <a:gd name="connsiteX27" fmla="*/ 948266 w 1320800"/>
                <a:gd name="connsiteY27" fmla="*/ 43428 h 526115"/>
                <a:gd name="connsiteX28" fmla="*/ 1016000 w 1320800"/>
                <a:gd name="connsiteY28" fmla="*/ 26495 h 526115"/>
                <a:gd name="connsiteX29" fmla="*/ 1202266 w 1320800"/>
                <a:gd name="connsiteY29" fmla="*/ 1095 h 526115"/>
                <a:gd name="connsiteX30" fmla="*/ 1320800 w 1320800"/>
                <a:gd name="connsiteY30" fmla="*/ 1095 h 52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320800" h="526115">
                  <a:moveTo>
                    <a:pt x="0" y="51895"/>
                  </a:moveTo>
                  <a:cubicBezTo>
                    <a:pt x="136182" y="47031"/>
                    <a:pt x="180507" y="27171"/>
                    <a:pt x="279400" y="51895"/>
                  </a:cubicBezTo>
                  <a:cubicBezTo>
                    <a:pt x="288058" y="54060"/>
                    <a:pt x="296333" y="57540"/>
                    <a:pt x="304800" y="60362"/>
                  </a:cubicBezTo>
                  <a:cubicBezTo>
                    <a:pt x="310444" y="71651"/>
                    <a:pt x="314732" y="83727"/>
                    <a:pt x="321733" y="94228"/>
                  </a:cubicBezTo>
                  <a:cubicBezTo>
                    <a:pt x="326161" y="100870"/>
                    <a:pt x="334559" y="104317"/>
                    <a:pt x="338666" y="111162"/>
                  </a:cubicBezTo>
                  <a:cubicBezTo>
                    <a:pt x="343258" y="118815"/>
                    <a:pt x="343617" y="128359"/>
                    <a:pt x="347133" y="136562"/>
                  </a:cubicBezTo>
                  <a:cubicBezTo>
                    <a:pt x="352105" y="148163"/>
                    <a:pt x="358422" y="159139"/>
                    <a:pt x="364066" y="170428"/>
                  </a:cubicBezTo>
                  <a:cubicBezTo>
                    <a:pt x="369711" y="221228"/>
                    <a:pt x="374094" y="272184"/>
                    <a:pt x="381000" y="322828"/>
                  </a:cubicBezTo>
                  <a:cubicBezTo>
                    <a:pt x="382572" y="334358"/>
                    <a:pt x="384262" y="346287"/>
                    <a:pt x="389466" y="356695"/>
                  </a:cubicBezTo>
                  <a:cubicBezTo>
                    <a:pt x="393036" y="363835"/>
                    <a:pt x="401413" y="367395"/>
                    <a:pt x="406400" y="373628"/>
                  </a:cubicBezTo>
                  <a:cubicBezTo>
                    <a:pt x="417048" y="386938"/>
                    <a:pt x="424542" y="406528"/>
                    <a:pt x="440266" y="415962"/>
                  </a:cubicBezTo>
                  <a:cubicBezTo>
                    <a:pt x="447919" y="420554"/>
                    <a:pt x="457199" y="421606"/>
                    <a:pt x="465666" y="424428"/>
                  </a:cubicBezTo>
                  <a:cubicBezTo>
                    <a:pt x="488245" y="492161"/>
                    <a:pt x="454377" y="413139"/>
                    <a:pt x="499533" y="458295"/>
                  </a:cubicBezTo>
                  <a:cubicBezTo>
                    <a:pt x="544689" y="503451"/>
                    <a:pt x="465667" y="469583"/>
                    <a:pt x="533400" y="492162"/>
                  </a:cubicBezTo>
                  <a:cubicBezTo>
                    <a:pt x="541867" y="500629"/>
                    <a:pt x="548404" y="511621"/>
                    <a:pt x="558800" y="517562"/>
                  </a:cubicBezTo>
                  <a:cubicBezTo>
                    <a:pt x="568903" y="523335"/>
                    <a:pt x="581050" y="526711"/>
                    <a:pt x="592666" y="526028"/>
                  </a:cubicBezTo>
                  <a:cubicBezTo>
                    <a:pt x="629723" y="523848"/>
                    <a:pt x="666177" y="515546"/>
                    <a:pt x="702733" y="509095"/>
                  </a:cubicBezTo>
                  <a:cubicBezTo>
                    <a:pt x="714192" y="507073"/>
                    <a:pt x="725704" y="504714"/>
                    <a:pt x="736600" y="500628"/>
                  </a:cubicBezTo>
                  <a:cubicBezTo>
                    <a:pt x="748418" y="496196"/>
                    <a:pt x="759177" y="489339"/>
                    <a:pt x="770466" y="483695"/>
                  </a:cubicBezTo>
                  <a:cubicBezTo>
                    <a:pt x="776111" y="461117"/>
                    <a:pt x="778757" y="437570"/>
                    <a:pt x="787400" y="415962"/>
                  </a:cubicBezTo>
                  <a:cubicBezTo>
                    <a:pt x="807647" y="365342"/>
                    <a:pt x="799527" y="388046"/>
                    <a:pt x="812800" y="348228"/>
                  </a:cubicBezTo>
                  <a:cubicBezTo>
                    <a:pt x="815622" y="328473"/>
                    <a:pt x="819280" y="308819"/>
                    <a:pt x="821266" y="288962"/>
                  </a:cubicBezTo>
                  <a:cubicBezTo>
                    <a:pt x="824927" y="252347"/>
                    <a:pt x="823338" y="215132"/>
                    <a:pt x="829733" y="178895"/>
                  </a:cubicBezTo>
                  <a:cubicBezTo>
                    <a:pt x="831926" y="166466"/>
                    <a:pt x="842234" y="156846"/>
                    <a:pt x="846666" y="145028"/>
                  </a:cubicBezTo>
                  <a:cubicBezTo>
                    <a:pt x="846798" y="144676"/>
                    <a:pt x="859506" y="89856"/>
                    <a:pt x="863600" y="85762"/>
                  </a:cubicBezTo>
                  <a:cubicBezTo>
                    <a:pt x="869911" y="79451"/>
                    <a:pt x="880797" y="80811"/>
                    <a:pt x="889000" y="77295"/>
                  </a:cubicBezTo>
                  <a:cubicBezTo>
                    <a:pt x="900601" y="72323"/>
                    <a:pt x="911908" y="66624"/>
                    <a:pt x="922866" y="60362"/>
                  </a:cubicBezTo>
                  <a:cubicBezTo>
                    <a:pt x="931701" y="55313"/>
                    <a:pt x="939164" y="47979"/>
                    <a:pt x="948266" y="43428"/>
                  </a:cubicBezTo>
                  <a:cubicBezTo>
                    <a:pt x="966418" y="34352"/>
                    <a:pt x="998617" y="30358"/>
                    <a:pt x="1016000" y="26495"/>
                  </a:cubicBezTo>
                  <a:cubicBezTo>
                    <a:pt x="1102608" y="7248"/>
                    <a:pt x="1024438" y="12209"/>
                    <a:pt x="1202266" y="1095"/>
                  </a:cubicBezTo>
                  <a:cubicBezTo>
                    <a:pt x="1241700" y="-1370"/>
                    <a:pt x="1281289" y="1095"/>
                    <a:pt x="1320800" y="1095"/>
                  </a:cubicBezTo>
                </a:path>
              </a:pathLst>
            </a:cu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9" name="Freeform: Shape 108"/>
            <p:cNvSpPr/>
            <p:nvPr/>
          </p:nvSpPr>
          <p:spPr>
            <a:xfrm>
              <a:off x="5069106" y="5588425"/>
              <a:ext cx="1202266" cy="509068"/>
            </a:xfrm>
            <a:custGeom>
              <a:avLst/>
              <a:gdLst>
                <a:gd name="connsiteX0" fmla="*/ 0 w 1202266"/>
                <a:gd name="connsiteY0" fmla="*/ 68802 h 509068"/>
                <a:gd name="connsiteX1" fmla="*/ 177800 w 1202266"/>
                <a:gd name="connsiteY1" fmla="*/ 60335 h 509068"/>
                <a:gd name="connsiteX2" fmla="*/ 203200 w 1202266"/>
                <a:gd name="connsiteY2" fmla="*/ 111135 h 509068"/>
                <a:gd name="connsiteX3" fmla="*/ 228600 w 1202266"/>
                <a:gd name="connsiteY3" fmla="*/ 119602 h 509068"/>
                <a:gd name="connsiteX4" fmla="*/ 237066 w 1202266"/>
                <a:gd name="connsiteY4" fmla="*/ 145002 h 509068"/>
                <a:gd name="connsiteX5" fmla="*/ 296333 w 1202266"/>
                <a:gd name="connsiteY5" fmla="*/ 161935 h 509068"/>
                <a:gd name="connsiteX6" fmla="*/ 313266 w 1202266"/>
                <a:gd name="connsiteY6" fmla="*/ 221202 h 509068"/>
                <a:gd name="connsiteX7" fmla="*/ 321733 w 1202266"/>
                <a:gd name="connsiteY7" fmla="*/ 272002 h 509068"/>
                <a:gd name="connsiteX8" fmla="*/ 338666 w 1202266"/>
                <a:gd name="connsiteY8" fmla="*/ 297402 h 509068"/>
                <a:gd name="connsiteX9" fmla="*/ 355600 w 1202266"/>
                <a:gd name="connsiteY9" fmla="*/ 356668 h 509068"/>
                <a:gd name="connsiteX10" fmla="*/ 372533 w 1202266"/>
                <a:gd name="connsiteY10" fmla="*/ 390535 h 509068"/>
                <a:gd name="connsiteX11" fmla="*/ 397933 w 1202266"/>
                <a:gd name="connsiteY11" fmla="*/ 475202 h 509068"/>
                <a:gd name="connsiteX12" fmla="*/ 423333 w 1202266"/>
                <a:gd name="connsiteY12" fmla="*/ 500602 h 509068"/>
                <a:gd name="connsiteX13" fmla="*/ 448733 w 1202266"/>
                <a:gd name="connsiteY13" fmla="*/ 509068 h 509068"/>
                <a:gd name="connsiteX14" fmla="*/ 618066 w 1202266"/>
                <a:gd name="connsiteY14" fmla="*/ 500602 h 509068"/>
                <a:gd name="connsiteX15" fmla="*/ 643466 w 1202266"/>
                <a:gd name="connsiteY15" fmla="*/ 483668 h 509068"/>
                <a:gd name="connsiteX16" fmla="*/ 668866 w 1202266"/>
                <a:gd name="connsiteY16" fmla="*/ 475202 h 509068"/>
                <a:gd name="connsiteX17" fmla="*/ 719666 w 1202266"/>
                <a:gd name="connsiteY17" fmla="*/ 432868 h 509068"/>
                <a:gd name="connsiteX18" fmla="*/ 762000 w 1202266"/>
                <a:gd name="connsiteY18" fmla="*/ 356668 h 509068"/>
                <a:gd name="connsiteX19" fmla="*/ 821266 w 1202266"/>
                <a:gd name="connsiteY19" fmla="*/ 305868 h 509068"/>
                <a:gd name="connsiteX20" fmla="*/ 829733 w 1202266"/>
                <a:gd name="connsiteY20" fmla="*/ 280468 h 509068"/>
                <a:gd name="connsiteX21" fmla="*/ 855133 w 1202266"/>
                <a:gd name="connsiteY21" fmla="*/ 246602 h 509068"/>
                <a:gd name="connsiteX22" fmla="*/ 872066 w 1202266"/>
                <a:gd name="connsiteY22" fmla="*/ 187335 h 509068"/>
                <a:gd name="connsiteX23" fmla="*/ 889000 w 1202266"/>
                <a:gd name="connsiteY23" fmla="*/ 170402 h 509068"/>
                <a:gd name="connsiteX24" fmla="*/ 897466 w 1202266"/>
                <a:gd name="connsiteY24" fmla="*/ 136535 h 509068"/>
                <a:gd name="connsiteX25" fmla="*/ 948266 w 1202266"/>
                <a:gd name="connsiteY25" fmla="*/ 18002 h 509068"/>
                <a:gd name="connsiteX26" fmla="*/ 1007533 w 1202266"/>
                <a:gd name="connsiteY26" fmla="*/ 1068 h 509068"/>
                <a:gd name="connsiteX27" fmla="*/ 1202266 w 1202266"/>
                <a:gd name="connsiteY27" fmla="*/ 1068 h 509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02266" h="509068">
                  <a:moveTo>
                    <a:pt x="0" y="68802"/>
                  </a:moveTo>
                  <a:cubicBezTo>
                    <a:pt x="71352" y="40260"/>
                    <a:pt x="65831" y="35453"/>
                    <a:pt x="177800" y="60335"/>
                  </a:cubicBezTo>
                  <a:cubicBezTo>
                    <a:pt x="197988" y="64821"/>
                    <a:pt x="193002" y="100937"/>
                    <a:pt x="203200" y="111135"/>
                  </a:cubicBezTo>
                  <a:cubicBezTo>
                    <a:pt x="209511" y="117446"/>
                    <a:pt x="220133" y="116780"/>
                    <a:pt x="228600" y="119602"/>
                  </a:cubicBezTo>
                  <a:cubicBezTo>
                    <a:pt x="231422" y="128069"/>
                    <a:pt x="230755" y="138691"/>
                    <a:pt x="237066" y="145002"/>
                  </a:cubicBezTo>
                  <a:cubicBezTo>
                    <a:pt x="241113" y="149049"/>
                    <a:pt x="296043" y="161862"/>
                    <a:pt x="296333" y="161935"/>
                  </a:cubicBezTo>
                  <a:cubicBezTo>
                    <a:pt x="304405" y="186149"/>
                    <a:pt x="307949" y="194616"/>
                    <a:pt x="313266" y="221202"/>
                  </a:cubicBezTo>
                  <a:cubicBezTo>
                    <a:pt x="316633" y="238036"/>
                    <a:pt x="316304" y="255716"/>
                    <a:pt x="321733" y="272002"/>
                  </a:cubicBezTo>
                  <a:cubicBezTo>
                    <a:pt x="324951" y="281655"/>
                    <a:pt x="333022" y="288935"/>
                    <a:pt x="338666" y="297402"/>
                  </a:cubicBezTo>
                  <a:cubicBezTo>
                    <a:pt x="342963" y="314589"/>
                    <a:pt x="348312" y="339662"/>
                    <a:pt x="355600" y="356668"/>
                  </a:cubicBezTo>
                  <a:cubicBezTo>
                    <a:pt x="360572" y="368269"/>
                    <a:pt x="368101" y="378717"/>
                    <a:pt x="372533" y="390535"/>
                  </a:cubicBezTo>
                  <a:cubicBezTo>
                    <a:pt x="379439" y="408951"/>
                    <a:pt x="386355" y="463624"/>
                    <a:pt x="397933" y="475202"/>
                  </a:cubicBezTo>
                  <a:cubicBezTo>
                    <a:pt x="406400" y="483669"/>
                    <a:pt x="413370" y="493960"/>
                    <a:pt x="423333" y="500602"/>
                  </a:cubicBezTo>
                  <a:cubicBezTo>
                    <a:pt x="430759" y="505552"/>
                    <a:pt x="440266" y="506246"/>
                    <a:pt x="448733" y="509068"/>
                  </a:cubicBezTo>
                  <a:cubicBezTo>
                    <a:pt x="505177" y="506246"/>
                    <a:pt x="562026" y="507912"/>
                    <a:pt x="618066" y="500602"/>
                  </a:cubicBezTo>
                  <a:cubicBezTo>
                    <a:pt x="628156" y="499286"/>
                    <a:pt x="634364" y="488219"/>
                    <a:pt x="643466" y="483668"/>
                  </a:cubicBezTo>
                  <a:cubicBezTo>
                    <a:pt x="651448" y="479677"/>
                    <a:pt x="660399" y="478024"/>
                    <a:pt x="668866" y="475202"/>
                  </a:cubicBezTo>
                  <a:cubicBezTo>
                    <a:pt x="684675" y="464662"/>
                    <a:pt x="710079" y="450124"/>
                    <a:pt x="719666" y="432868"/>
                  </a:cubicBezTo>
                  <a:cubicBezTo>
                    <a:pt x="771466" y="339629"/>
                    <a:pt x="703130" y="415538"/>
                    <a:pt x="762000" y="356668"/>
                  </a:cubicBezTo>
                  <a:cubicBezTo>
                    <a:pt x="779468" y="286790"/>
                    <a:pt x="752258" y="355160"/>
                    <a:pt x="821266" y="305868"/>
                  </a:cubicBezTo>
                  <a:cubicBezTo>
                    <a:pt x="828528" y="300681"/>
                    <a:pt x="825305" y="288217"/>
                    <a:pt x="829733" y="280468"/>
                  </a:cubicBezTo>
                  <a:cubicBezTo>
                    <a:pt x="836734" y="268216"/>
                    <a:pt x="846666" y="257891"/>
                    <a:pt x="855133" y="246602"/>
                  </a:cubicBezTo>
                  <a:cubicBezTo>
                    <a:pt x="856713" y="240281"/>
                    <a:pt x="866862" y="196008"/>
                    <a:pt x="872066" y="187335"/>
                  </a:cubicBezTo>
                  <a:cubicBezTo>
                    <a:pt x="876173" y="180490"/>
                    <a:pt x="883355" y="176046"/>
                    <a:pt x="889000" y="170402"/>
                  </a:cubicBezTo>
                  <a:cubicBezTo>
                    <a:pt x="891822" y="159113"/>
                    <a:pt x="894122" y="147681"/>
                    <a:pt x="897466" y="136535"/>
                  </a:cubicBezTo>
                  <a:cubicBezTo>
                    <a:pt x="903173" y="117511"/>
                    <a:pt x="933584" y="22896"/>
                    <a:pt x="948266" y="18002"/>
                  </a:cubicBezTo>
                  <a:cubicBezTo>
                    <a:pt x="961263" y="13669"/>
                    <a:pt x="995572" y="1511"/>
                    <a:pt x="1007533" y="1068"/>
                  </a:cubicBezTo>
                  <a:cubicBezTo>
                    <a:pt x="1072400" y="-1335"/>
                    <a:pt x="1137355" y="1068"/>
                    <a:pt x="1202266" y="1068"/>
                  </a:cubicBezTo>
                </a:path>
              </a:pathLst>
            </a:cu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0" name="Freeform: Shape 109"/>
            <p:cNvSpPr/>
            <p:nvPr/>
          </p:nvSpPr>
          <p:spPr>
            <a:xfrm>
              <a:off x="5018306" y="5555627"/>
              <a:ext cx="1295400" cy="482600"/>
            </a:xfrm>
            <a:custGeom>
              <a:avLst/>
              <a:gdLst>
                <a:gd name="connsiteX0" fmla="*/ 0 w 1295400"/>
                <a:gd name="connsiteY0" fmla="*/ 118533 h 482600"/>
                <a:gd name="connsiteX1" fmla="*/ 296333 w 1295400"/>
                <a:gd name="connsiteY1" fmla="*/ 110066 h 482600"/>
                <a:gd name="connsiteX2" fmla="*/ 321733 w 1295400"/>
                <a:gd name="connsiteY2" fmla="*/ 118533 h 482600"/>
                <a:gd name="connsiteX3" fmla="*/ 338666 w 1295400"/>
                <a:gd name="connsiteY3" fmla="*/ 152400 h 482600"/>
                <a:gd name="connsiteX4" fmla="*/ 364066 w 1295400"/>
                <a:gd name="connsiteY4" fmla="*/ 169333 h 482600"/>
                <a:gd name="connsiteX5" fmla="*/ 372533 w 1295400"/>
                <a:gd name="connsiteY5" fmla="*/ 194733 h 482600"/>
                <a:gd name="connsiteX6" fmla="*/ 389466 w 1295400"/>
                <a:gd name="connsiteY6" fmla="*/ 228600 h 482600"/>
                <a:gd name="connsiteX7" fmla="*/ 406400 w 1295400"/>
                <a:gd name="connsiteY7" fmla="*/ 287866 h 482600"/>
                <a:gd name="connsiteX8" fmla="*/ 431800 w 1295400"/>
                <a:gd name="connsiteY8" fmla="*/ 313266 h 482600"/>
                <a:gd name="connsiteX9" fmla="*/ 440266 w 1295400"/>
                <a:gd name="connsiteY9" fmla="*/ 338666 h 482600"/>
                <a:gd name="connsiteX10" fmla="*/ 457200 w 1295400"/>
                <a:gd name="connsiteY10" fmla="*/ 355600 h 482600"/>
                <a:gd name="connsiteX11" fmla="*/ 474133 w 1295400"/>
                <a:gd name="connsiteY11" fmla="*/ 381000 h 482600"/>
                <a:gd name="connsiteX12" fmla="*/ 508000 w 1295400"/>
                <a:gd name="connsiteY12" fmla="*/ 431800 h 482600"/>
                <a:gd name="connsiteX13" fmla="*/ 516466 w 1295400"/>
                <a:gd name="connsiteY13" fmla="*/ 457200 h 482600"/>
                <a:gd name="connsiteX14" fmla="*/ 558800 w 1295400"/>
                <a:gd name="connsiteY14" fmla="*/ 482600 h 482600"/>
                <a:gd name="connsiteX15" fmla="*/ 778933 w 1295400"/>
                <a:gd name="connsiteY15" fmla="*/ 474133 h 482600"/>
                <a:gd name="connsiteX16" fmla="*/ 812800 w 1295400"/>
                <a:gd name="connsiteY16" fmla="*/ 465666 h 482600"/>
                <a:gd name="connsiteX17" fmla="*/ 855133 w 1295400"/>
                <a:gd name="connsiteY17" fmla="*/ 431800 h 482600"/>
                <a:gd name="connsiteX18" fmla="*/ 880533 w 1295400"/>
                <a:gd name="connsiteY18" fmla="*/ 296333 h 482600"/>
                <a:gd name="connsiteX19" fmla="*/ 897466 w 1295400"/>
                <a:gd name="connsiteY19" fmla="*/ 186266 h 482600"/>
                <a:gd name="connsiteX20" fmla="*/ 905933 w 1295400"/>
                <a:gd name="connsiteY20" fmla="*/ 152400 h 482600"/>
                <a:gd name="connsiteX21" fmla="*/ 922866 w 1295400"/>
                <a:gd name="connsiteY21" fmla="*/ 135466 h 482600"/>
                <a:gd name="connsiteX22" fmla="*/ 956733 w 1295400"/>
                <a:gd name="connsiteY22" fmla="*/ 101600 h 482600"/>
                <a:gd name="connsiteX23" fmla="*/ 973666 w 1295400"/>
                <a:gd name="connsiteY23" fmla="*/ 76200 h 482600"/>
                <a:gd name="connsiteX24" fmla="*/ 1016000 w 1295400"/>
                <a:gd name="connsiteY24" fmla="*/ 67733 h 482600"/>
                <a:gd name="connsiteX25" fmla="*/ 1049866 w 1295400"/>
                <a:gd name="connsiteY25" fmla="*/ 59266 h 482600"/>
                <a:gd name="connsiteX26" fmla="*/ 1151466 w 1295400"/>
                <a:gd name="connsiteY26" fmla="*/ 42333 h 482600"/>
                <a:gd name="connsiteX27" fmla="*/ 1236133 w 1295400"/>
                <a:gd name="connsiteY27" fmla="*/ 16933 h 482600"/>
                <a:gd name="connsiteX28" fmla="*/ 1270000 w 1295400"/>
                <a:gd name="connsiteY28" fmla="*/ 8466 h 482600"/>
                <a:gd name="connsiteX29" fmla="*/ 1295400 w 1295400"/>
                <a:gd name="connsiteY29" fmla="*/ 0 h 482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295400" h="482600">
                  <a:moveTo>
                    <a:pt x="0" y="118533"/>
                  </a:moveTo>
                  <a:cubicBezTo>
                    <a:pt x="147517" y="107186"/>
                    <a:pt x="181054" y="90853"/>
                    <a:pt x="296333" y="110066"/>
                  </a:cubicBezTo>
                  <a:cubicBezTo>
                    <a:pt x="305136" y="111533"/>
                    <a:pt x="313266" y="115711"/>
                    <a:pt x="321733" y="118533"/>
                  </a:cubicBezTo>
                  <a:cubicBezTo>
                    <a:pt x="327377" y="129822"/>
                    <a:pt x="330586" y="142704"/>
                    <a:pt x="338666" y="152400"/>
                  </a:cubicBezTo>
                  <a:cubicBezTo>
                    <a:pt x="345180" y="160217"/>
                    <a:pt x="357709" y="161387"/>
                    <a:pt x="364066" y="169333"/>
                  </a:cubicBezTo>
                  <a:cubicBezTo>
                    <a:pt x="369641" y="176302"/>
                    <a:pt x="369017" y="186530"/>
                    <a:pt x="372533" y="194733"/>
                  </a:cubicBezTo>
                  <a:cubicBezTo>
                    <a:pt x="377505" y="206334"/>
                    <a:pt x="385034" y="216782"/>
                    <a:pt x="389466" y="228600"/>
                  </a:cubicBezTo>
                  <a:cubicBezTo>
                    <a:pt x="391885" y="235052"/>
                    <a:pt x="400552" y="279094"/>
                    <a:pt x="406400" y="287866"/>
                  </a:cubicBezTo>
                  <a:cubicBezTo>
                    <a:pt x="413042" y="297829"/>
                    <a:pt x="423333" y="304799"/>
                    <a:pt x="431800" y="313266"/>
                  </a:cubicBezTo>
                  <a:cubicBezTo>
                    <a:pt x="434622" y="321733"/>
                    <a:pt x="435674" y="331013"/>
                    <a:pt x="440266" y="338666"/>
                  </a:cubicBezTo>
                  <a:cubicBezTo>
                    <a:pt x="444373" y="345511"/>
                    <a:pt x="452213" y="349366"/>
                    <a:pt x="457200" y="355600"/>
                  </a:cubicBezTo>
                  <a:cubicBezTo>
                    <a:pt x="463557" y="363546"/>
                    <a:pt x="469582" y="371899"/>
                    <a:pt x="474133" y="381000"/>
                  </a:cubicBezTo>
                  <a:cubicBezTo>
                    <a:pt x="498639" y="430011"/>
                    <a:pt x="459851" y="383651"/>
                    <a:pt x="508000" y="431800"/>
                  </a:cubicBezTo>
                  <a:cubicBezTo>
                    <a:pt x="510822" y="440267"/>
                    <a:pt x="511874" y="449547"/>
                    <a:pt x="516466" y="457200"/>
                  </a:cubicBezTo>
                  <a:cubicBezTo>
                    <a:pt x="528087" y="476569"/>
                    <a:pt x="538823" y="475941"/>
                    <a:pt x="558800" y="482600"/>
                  </a:cubicBezTo>
                  <a:cubicBezTo>
                    <a:pt x="632178" y="479778"/>
                    <a:pt x="705664" y="479018"/>
                    <a:pt x="778933" y="474133"/>
                  </a:cubicBezTo>
                  <a:cubicBezTo>
                    <a:pt x="790544" y="473359"/>
                    <a:pt x="803714" y="472935"/>
                    <a:pt x="812800" y="465666"/>
                  </a:cubicBezTo>
                  <a:cubicBezTo>
                    <a:pt x="873529" y="417082"/>
                    <a:pt x="749262" y="458265"/>
                    <a:pt x="855133" y="431800"/>
                  </a:cubicBezTo>
                  <a:cubicBezTo>
                    <a:pt x="874240" y="374482"/>
                    <a:pt x="866815" y="401506"/>
                    <a:pt x="880533" y="296333"/>
                  </a:cubicBezTo>
                  <a:cubicBezTo>
                    <a:pt x="901772" y="133498"/>
                    <a:pt x="876292" y="260376"/>
                    <a:pt x="897466" y="186266"/>
                  </a:cubicBezTo>
                  <a:cubicBezTo>
                    <a:pt x="900663" y="175078"/>
                    <a:pt x="900729" y="162808"/>
                    <a:pt x="905933" y="152400"/>
                  </a:cubicBezTo>
                  <a:cubicBezTo>
                    <a:pt x="909503" y="145260"/>
                    <a:pt x="917222" y="141111"/>
                    <a:pt x="922866" y="135466"/>
                  </a:cubicBezTo>
                  <a:cubicBezTo>
                    <a:pt x="941340" y="80047"/>
                    <a:pt x="915682" y="134441"/>
                    <a:pt x="956733" y="101600"/>
                  </a:cubicBezTo>
                  <a:cubicBezTo>
                    <a:pt x="964679" y="95243"/>
                    <a:pt x="964831" y="81249"/>
                    <a:pt x="973666" y="76200"/>
                  </a:cubicBezTo>
                  <a:cubicBezTo>
                    <a:pt x="986161" y="69060"/>
                    <a:pt x="1001952" y="70855"/>
                    <a:pt x="1016000" y="67733"/>
                  </a:cubicBezTo>
                  <a:cubicBezTo>
                    <a:pt x="1027359" y="65209"/>
                    <a:pt x="1038429" y="61410"/>
                    <a:pt x="1049866" y="59266"/>
                  </a:cubicBezTo>
                  <a:cubicBezTo>
                    <a:pt x="1083612" y="52939"/>
                    <a:pt x="1117599" y="47977"/>
                    <a:pt x="1151466" y="42333"/>
                  </a:cubicBezTo>
                  <a:cubicBezTo>
                    <a:pt x="1190047" y="29472"/>
                    <a:pt x="1182814" y="31474"/>
                    <a:pt x="1236133" y="16933"/>
                  </a:cubicBezTo>
                  <a:cubicBezTo>
                    <a:pt x="1247359" y="13871"/>
                    <a:pt x="1258811" y="11663"/>
                    <a:pt x="1270000" y="8466"/>
                  </a:cubicBezTo>
                  <a:cubicBezTo>
                    <a:pt x="1278581" y="6014"/>
                    <a:pt x="1295400" y="0"/>
                    <a:pt x="1295400" y="0"/>
                  </a:cubicBezTo>
                </a:path>
              </a:pathLst>
            </a:cu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1" name="Freeform: Shape 110"/>
            <p:cNvSpPr/>
            <p:nvPr/>
          </p:nvSpPr>
          <p:spPr>
            <a:xfrm>
              <a:off x="5077572" y="5554433"/>
              <a:ext cx="1227667" cy="492260"/>
            </a:xfrm>
            <a:custGeom>
              <a:avLst/>
              <a:gdLst>
                <a:gd name="connsiteX0" fmla="*/ 0 w 1227667"/>
                <a:gd name="connsiteY0" fmla="*/ 85860 h 492260"/>
                <a:gd name="connsiteX1" fmla="*/ 262467 w 1227667"/>
                <a:gd name="connsiteY1" fmla="*/ 94327 h 492260"/>
                <a:gd name="connsiteX2" fmla="*/ 287867 w 1227667"/>
                <a:gd name="connsiteY2" fmla="*/ 170527 h 492260"/>
                <a:gd name="connsiteX3" fmla="*/ 330200 w 1227667"/>
                <a:gd name="connsiteY3" fmla="*/ 221327 h 492260"/>
                <a:gd name="connsiteX4" fmla="*/ 338667 w 1227667"/>
                <a:gd name="connsiteY4" fmla="*/ 246727 h 492260"/>
                <a:gd name="connsiteX5" fmla="*/ 389467 w 1227667"/>
                <a:gd name="connsiteY5" fmla="*/ 305994 h 492260"/>
                <a:gd name="connsiteX6" fmla="*/ 414867 w 1227667"/>
                <a:gd name="connsiteY6" fmla="*/ 331394 h 492260"/>
                <a:gd name="connsiteX7" fmla="*/ 431800 w 1227667"/>
                <a:gd name="connsiteY7" fmla="*/ 390660 h 492260"/>
                <a:gd name="connsiteX8" fmla="*/ 448734 w 1227667"/>
                <a:gd name="connsiteY8" fmla="*/ 416060 h 492260"/>
                <a:gd name="connsiteX9" fmla="*/ 457200 w 1227667"/>
                <a:gd name="connsiteY9" fmla="*/ 441460 h 492260"/>
                <a:gd name="connsiteX10" fmla="*/ 508000 w 1227667"/>
                <a:gd name="connsiteY10" fmla="*/ 458394 h 492260"/>
                <a:gd name="connsiteX11" fmla="*/ 533400 w 1227667"/>
                <a:gd name="connsiteY11" fmla="*/ 466860 h 492260"/>
                <a:gd name="connsiteX12" fmla="*/ 643467 w 1227667"/>
                <a:gd name="connsiteY12" fmla="*/ 492260 h 492260"/>
                <a:gd name="connsiteX13" fmla="*/ 753534 w 1227667"/>
                <a:gd name="connsiteY13" fmla="*/ 475327 h 492260"/>
                <a:gd name="connsiteX14" fmla="*/ 770467 w 1227667"/>
                <a:gd name="connsiteY14" fmla="*/ 424527 h 492260"/>
                <a:gd name="connsiteX15" fmla="*/ 795867 w 1227667"/>
                <a:gd name="connsiteY15" fmla="*/ 356794 h 492260"/>
                <a:gd name="connsiteX16" fmla="*/ 812800 w 1227667"/>
                <a:gd name="connsiteY16" fmla="*/ 297527 h 492260"/>
                <a:gd name="connsiteX17" fmla="*/ 829734 w 1227667"/>
                <a:gd name="connsiteY17" fmla="*/ 280594 h 492260"/>
                <a:gd name="connsiteX18" fmla="*/ 838200 w 1227667"/>
                <a:gd name="connsiteY18" fmla="*/ 255194 h 492260"/>
                <a:gd name="connsiteX19" fmla="*/ 855134 w 1227667"/>
                <a:gd name="connsiteY19" fmla="*/ 195927 h 492260"/>
                <a:gd name="connsiteX20" fmla="*/ 872067 w 1227667"/>
                <a:gd name="connsiteY20" fmla="*/ 162060 h 492260"/>
                <a:gd name="connsiteX21" fmla="*/ 880534 w 1227667"/>
                <a:gd name="connsiteY21" fmla="*/ 128194 h 492260"/>
                <a:gd name="connsiteX22" fmla="*/ 914400 w 1227667"/>
                <a:gd name="connsiteY22" fmla="*/ 85860 h 492260"/>
                <a:gd name="connsiteX23" fmla="*/ 948267 w 1227667"/>
                <a:gd name="connsiteY23" fmla="*/ 77394 h 492260"/>
                <a:gd name="connsiteX24" fmla="*/ 973667 w 1227667"/>
                <a:gd name="connsiteY24" fmla="*/ 68927 h 492260"/>
                <a:gd name="connsiteX25" fmla="*/ 999067 w 1227667"/>
                <a:gd name="connsiteY25" fmla="*/ 51994 h 492260"/>
                <a:gd name="connsiteX26" fmla="*/ 1049867 w 1227667"/>
                <a:gd name="connsiteY26" fmla="*/ 35060 h 492260"/>
                <a:gd name="connsiteX27" fmla="*/ 1075267 w 1227667"/>
                <a:gd name="connsiteY27" fmla="*/ 26594 h 492260"/>
                <a:gd name="connsiteX28" fmla="*/ 1134534 w 1227667"/>
                <a:gd name="connsiteY28" fmla="*/ 1194 h 492260"/>
                <a:gd name="connsiteX29" fmla="*/ 1143000 w 1227667"/>
                <a:gd name="connsiteY29" fmla="*/ 26594 h 492260"/>
                <a:gd name="connsiteX30" fmla="*/ 1227667 w 1227667"/>
                <a:gd name="connsiteY30" fmla="*/ 35060 h 492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227667" h="492260">
                  <a:moveTo>
                    <a:pt x="0" y="85860"/>
                  </a:moveTo>
                  <a:cubicBezTo>
                    <a:pt x="87489" y="88682"/>
                    <a:pt x="178489" y="69628"/>
                    <a:pt x="262467" y="94327"/>
                  </a:cubicBezTo>
                  <a:cubicBezTo>
                    <a:pt x="288153" y="101882"/>
                    <a:pt x="273016" y="148250"/>
                    <a:pt x="287867" y="170527"/>
                  </a:cubicBezTo>
                  <a:cubicBezTo>
                    <a:pt x="311442" y="205890"/>
                    <a:pt x="297605" y="188732"/>
                    <a:pt x="330200" y="221327"/>
                  </a:cubicBezTo>
                  <a:cubicBezTo>
                    <a:pt x="333022" y="229794"/>
                    <a:pt x="334676" y="238745"/>
                    <a:pt x="338667" y="246727"/>
                  </a:cubicBezTo>
                  <a:cubicBezTo>
                    <a:pt x="351562" y="272517"/>
                    <a:pt x="368634" y="285161"/>
                    <a:pt x="389467" y="305994"/>
                  </a:cubicBezTo>
                  <a:lnTo>
                    <a:pt x="414867" y="331394"/>
                  </a:lnTo>
                  <a:cubicBezTo>
                    <a:pt x="417578" y="342238"/>
                    <a:pt x="425729" y="378519"/>
                    <a:pt x="431800" y="390660"/>
                  </a:cubicBezTo>
                  <a:cubicBezTo>
                    <a:pt x="436351" y="399762"/>
                    <a:pt x="443089" y="407593"/>
                    <a:pt x="448734" y="416060"/>
                  </a:cubicBezTo>
                  <a:cubicBezTo>
                    <a:pt x="451556" y="424527"/>
                    <a:pt x="449938" y="436273"/>
                    <a:pt x="457200" y="441460"/>
                  </a:cubicBezTo>
                  <a:cubicBezTo>
                    <a:pt x="471724" y="451835"/>
                    <a:pt x="491067" y="452750"/>
                    <a:pt x="508000" y="458394"/>
                  </a:cubicBezTo>
                  <a:cubicBezTo>
                    <a:pt x="516467" y="461216"/>
                    <a:pt x="524688" y="464924"/>
                    <a:pt x="533400" y="466860"/>
                  </a:cubicBezTo>
                  <a:cubicBezTo>
                    <a:pt x="620959" y="486318"/>
                    <a:pt x="584357" y="477484"/>
                    <a:pt x="643467" y="492260"/>
                  </a:cubicBezTo>
                  <a:cubicBezTo>
                    <a:pt x="680156" y="486616"/>
                    <a:pt x="720780" y="492795"/>
                    <a:pt x="753534" y="475327"/>
                  </a:cubicBezTo>
                  <a:cubicBezTo>
                    <a:pt x="769283" y="466927"/>
                    <a:pt x="766138" y="441843"/>
                    <a:pt x="770467" y="424527"/>
                  </a:cubicBezTo>
                  <a:cubicBezTo>
                    <a:pt x="792201" y="337595"/>
                    <a:pt x="762661" y="445343"/>
                    <a:pt x="795867" y="356794"/>
                  </a:cubicBezTo>
                  <a:cubicBezTo>
                    <a:pt x="799554" y="346962"/>
                    <a:pt x="805981" y="308893"/>
                    <a:pt x="812800" y="297527"/>
                  </a:cubicBezTo>
                  <a:cubicBezTo>
                    <a:pt x="816907" y="290682"/>
                    <a:pt x="824089" y="286238"/>
                    <a:pt x="829734" y="280594"/>
                  </a:cubicBezTo>
                  <a:cubicBezTo>
                    <a:pt x="832556" y="272127"/>
                    <a:pt x="835748" y="263775"/>
                    <a:pt x="838200" y="255194"/>
                  </a:cubicBezTo>
                  <a:cubicBezTo>
                    <a:pt x="844338" y="233710"/>
                    <a:pt x="846433" y="216228"/>
                    <a:pt x="855134" y="195927"/>
                  </a:cubicBezTo>
                  <a:cubicBezTo>
                    <a:pt x="860106" y="184326"/>
                    <a:pt x="867635" y="173878"/>
                    <a:pt x="872067" y="162060"/>
                  </a:cubicBezTo>
                  <a:cubicBezTo>
                    <a:pt x="876153" y="151165"/>
                    <a:pt x="875950" y="138889"/>
                    <a:pt x="880534" y="128194"/>
                  </a:cubicBezTo>
                  <a:cubicBezTo>
                    <a:pt x="883797" y="120581"/>
                    <a:pt x="904470" y="90825"/>
                    <a:pt x="914400" y="85860"/>
                  </a:cubicBezTo>
                  <a:cubicBezTo>
                    <a:pt x="924808" y="80656"/>
                    <a:pt x="937078" y="80591"/>
                    <a:pt x="948267" y="77394"/>
                  </a:cubicBezTo>
                  <a:cubicBezTo>
                    <a:pt x="956848" y="74942"/>
                    <a:pt x="965685" y="72918"/>
                    <a:pt x="973667" y="68927"/>
                  </a:cubicBezTo>
                  <a:cubicBezTo>
                    <a:pt x="982768" y="64376"/>
                    <a:pt x="989768" y="56127"/>
                    <a:pt x="999067" y="51994"/>
                  </a:cubicBezTo>
                  <a:cubicBezTo>
                    <a:pt x="1015378" y="44745"/>
                    <a:pt x="1032934" y="40704"/>
                    <a:pt x="1049867" y="35060"/>
                  </a:cubicBezTo>
                  <a:lnTo>
                    <a:pt x="1075267" y="26594"/>
                  </a:lnTo>
                  <a:cubicBezTo>
                    <a:pt x="1087042" y="18744"/>
                    <a:pt x="1117447" y="-5641"/>
                    <a:pt x="1134534" y="1194"/>
                  </a:cubicBezTo>
                  <a:cubicBezTo>
                    <a:pt x="1142820" y="4509"/>
                    <a:pt x="1136031" y="21019"/>
                    <a:pt x="1143000" y="26594"/>
                  </a:cubicBezTo>
                  <a:cubicBezTo>
                    <a:pt x="1158716" y="39167"/>
                    <a:pt x="1215550" y="35060"/>
                    <a:pt x="1227667" y="35060"/>
                  </a:cubicBezTo>
                </a:path>
              </a:pathLst>
            </a:cu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2" name="Freeform: Shape 111"/>
            <p:cNvSpPr/>
            <p:nvPr/>
          </p:nvSpPr>
          <p:spPr>
            <a:xfrm>
              <a:off x="5001372" y="5589493"/>
              <a:ext cx="1431274" cy="508000"/>
            </a:xfrm>
            <a:custGeom>
              <a:avLst/>
              <a:gdLst>
                <a:gd name="connsiteX0" fmla="*/ 0 w 1431274"/>
                <a:gd name="connsiteY0" fmla="*/ 465667 h 508000"/>
                <a:gd name="connsiteX1" fmla="*/ 177800 w 1431274"/>
                <a:gd name="connsiteY1" fmla="*/ 457200 h 508000"/>
                <a:gd name="connsiteX2" fmla="*/ 237067 w 1431274"/>
                <a:gd name="connsiteY2" fmla="*/ 431800 h 508000"/>
                <a:gd name="connsiteX3" fmla="*/ 296334 w 1431274"/>
                <a:gd name="connsiteY3" fmla="*/ 414867 h 508000"/>
                <a:gd name="connsiteX4" fmla="*/ 321734 w 1431274"/>
                <a:gd name="connsiteY4" fmla="*/ 355600 h 508000"/>
                <a:gd name="connsiteX5" fmla="*/ 338667 w 1431274"/>
                <a:gd name="connsiteY5" fmla="*/ 321734 h 508000"/>
                <a:gd name="connsiteX6" fmla="*/ 347134 w 1431274"/>
                <a:gd name="connsiteY6" fmla="*/ 296334 h 508000"/>
                <a:gd name="connsiteX7" fmla="*/ 381000 w 1431274"/>
                <a:gd name="connsiteY7" fmla="*/ 245534 h 508000"/>
                <a:gd name="connsiteX8" fmla="*/ 414867 w 1431274"/>
                <a:gd name="connsiteY8" fmla="*/ 169334 h 508000"/>
                <a:gd name="connsiteX9" fmla="*/ 448734 w 1431274"/>
                <a:gd name="connsiteY9" fmla="*/ 143934 h 508000"/>
                <a:gd name="connsiteX10" fmla="*/ 482600 w 1431274"/>
                <a:gd name="connsiteY10" fmla="*/ 67734 h 508000"/>
                <a:gd name="connsiteX11" fmla="*/ 524934 w 1431274"/>
                <a:gd name="connsiteY11" fmla="*/ 16934 h 508000"/>
                <a:gd name="connsiteX12" fmla="*/ 567267 w 1431274"/>
                <a:gd name="connsiteY12" fmla="*/ 8467 h 508000"/>
                <a:gd name="connsiteX13" fmla="*/ 601134 w 1431274"/>
                <a:gd name="connsiteY13" fmla="*/ 0 h 508000"/>
                <a:gd name="connsiteX14" fmla="*/ 880534 w 1431274"/>
                <a:gd name="connsiteY14" fmla="*/ 8467 h 508000"/>
                <a:gd name="connsiteX15" fmla="*/ 889000 w 1431274"/>
                <a:gd name="connsiteY15" fmla="*/ 33867 h 508000"/>
                <a:gd name="connsiteX16" fmla="*/ 939800 w 1431274"/>
                <a:gd name="connsiteY16" fmla="*/ 76200 h 508000"/>
                <a:gd name="connsiteX17" fmla="*/ 948267 w 1431274"/>
                <a:gd name="connsiteY17" fmla="*/ 110067 h 508000"/>
                <a:gd name="connsiteX18" fmla="*/ 982134 w 1431274"/>
                <a:gd name="connsiteY18" fmla="*/ 152400 h 508000"/>
                <a:gd name="connsiteX19" fmla="*/ 1016000 w 1431274"/>
                <a:gd name="connsiteY19" fmla="*/ 211667 h 508000"/>
                <a:gd name="connsiteX20" fmla="*/ 1041400 w 1431274"/>
                <a:gd name="connsiteY20" fmla="*/ 296334 h 508000"/>
                <a:gd name="connsiteX21" fmla="*/ 1058334 w 1431274"/>
                <a:gd name="connsiteY21" fmla="*/ 321734 h 508000"/>
                <a:gd name="connsiteX22" fmla="*/ 1092200 w 1431274"/>
                <a:gd name="connsiteY22" fmla="*/ 389467 h 508000"/>
                <a:gd name="connsiteX23" fmla="*/ 1134534 w 1431274"/>
                <a:gd name="connsiteY23" fmla="*/ 431800 h 508000"/>
                <a:gd name="connsiteX24" fmla="*/ 1151467 w 1431274"/>
                <a:gd name="connsiteY24" fmla="*/ 465667 h 508000"/>
                <a:gd name="connsiteX25" fmla="*/ 1185334 w 1431274"/>
                <a:gd name="connsiteY25" fmla="*/ 474134 h 508000"/>
                <a:gd name="connsiteX26" fmla="*/ 1210734 w 1431274"/>
                <a:gd name="connsiteY26" fmla="*/ 491067 h 508000"/>
                <a:gd name="connsiteX27" fmla="*/ 1244600 w 1431274"/>
                <a:gd name="connsiteY27" fmla="*/ 508000 h 508000"/>
                <a:gd name="connsiteX28" fmla="*/ 1371600 w 1431274"/>
                <a:gd name="connsiteY28" fmla="*/ 499534 h 508000"/>
                <a:gd name="connsiteX29" fmla="*/ 1397000 w 1431274"/>
                <a:gd name="connsiteY29" fmla="*/ 491067 h 508000"/>
                <a:gd name="connsiteX30" fmla="*/ 1413934 w 1431274"/>
                <a:gd name="connsiteY30" fmla="*/ 482600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431274" h="508000">
                  <a:moveTo>
                    <a:pt x="0" y="465667"/>
                  </a:moveTo>
                  <a:cubicBezTo>
                    <a:pt x="59267" y="462845"/>
                    <a:pt x="118671" y="462127"/>
                    <a:pt x="177800" y="457200"/>
                  </a:cubicBezTo>
                  <a:cubicBezTo>
                    <a:pt x="194236" y="455830"/>
                    <a:pt x="224828" y="437045"/>
                    <a:pt x="237067" y="431800"/>
                  </a:cubicBezTo>
                  <a:cubicBezTo>
                    <a:pt x="254066" y="424515"/>
                    <a:pt x="279156" y="419162"/>
                    <a:pt x="296334" y="414867"/>
                  </a:cubicBezTo>
                  <a:cubicBezTo>
                    <a:pt x="330649" y="363393"/>
                    <a:pt x="298302" y="418084"/>
                    <a:pt x="321734" y="355600"/>
                  </a:cubicBezTo>
                  <a:cubicBezTo>
                    <a:pt x="326166" y="343782"/>
                    <a:pt x="333695" y="333335"/>
                    <a:pt x="338667" y="321734"/>
                  </a:cubicBezTo>
                  <a:cubicBezTo>
                    <a:pt x="342183" y="313531"/>
                    <a:pt x="342800" y="304136"/>
                    <a:pt x="347134" y="296334"/>
                  </a:cubicBezTo>
                  <a:cubicBezTo>
                    <a:pt x="357017" y="278544"/>
                    <a:pt x="374564" y="264841"/>
                    <a:pt x="381000" y="245534"/>
                  </a:cubicBezTo>
                  <a:cubicBezTo>
                    <a:pt x="389383" y="220386"/>
                    <a:pt x="394742" y="189459"/>
                    <a:pt x="414867" y="169334"/>
                  </a:cubicBezTo>
                  <a:cubicBezTo>
                    <a:pt x="424845" y="159356"/>
                    <a:pt x="437445" y="152401"/>
                    <a:pt x="448734" y="143934"/>
                  </a:cubicBezTo>
                  <a:cubicBezTo>
                    <a:pt x="492417" y="12883"/>
                    <a:pt x="442351" y="148232"/>
                    <a:pt x="482600" y="67734"/>
                  </a:cubicBezTo>
                  <a:cubicBezTo>
                    <a:pt x="498746" y="35442"/>
                    <a:pt x="478841" y="37420"/>
                    <a:pt x="524934" y="16934"/>
                  </a:cubicBezTo>
                  <a:cubicBezTo>
                    <a:pt x="538084" y="11089"/>
                    <a:pt x="553219" y="11589"/>
                    <a:pt x="567267" y="8467"/>
                  </a:cubicBezTo>
                  <a:cubicBezTo>
                    <a:pt x="578626" y="5943"/>
                    <a:pt x="589845" y="2822"/>
                    <a:pt x="601134" y="0"/>
                  </a:cubicBezTo>
                  <a:cubicBezTo>
                    <a:pt x="694267" y="2822"/>
                    <a:pt x="787996" y="-2420"/>
                    <a:pt x="880534" y="8467"/>
                  </a:cubicBezTo>
                  <a:cubicBezTo>
                    <a:pt x="889397" y="9510"/>
                    <a:pt x="884050" y="26441"/>
                    <a:pt x="889000" y="33867"/>
                  </a:cubicBezTo>
                  <a:cubicBezTo>
                    <a:pt x="902038" y="53424"/>
                    <a:pt x="921058" y="63705"/>
                    <a:pt x="939800" y="76200"/>
                  </a:cubicBezTo>
                  <a:cubicBezTo>
                    <a:pt x="942622" y="87489"/>
                    <a:pt x="943683" y="99371"/>
                    <a:pt x="948267" y="110067"/>
                  </a:cubicBezTo>
                  <a:cubicBezTo>
                    <a:pt x="960296" y="138135"/>
                    <a:pt x="965325" y="131389"/>
                    <a:pt x="982134" y="152400"/>
                  </a:cubicBezTo>
                  <a:cubicBezTo>
                    <a:pt x="993694" y="166849"/>
                    <a:pt x="1009865" y="195308"/>
                    <a:pt x="1016000" y="211667"/>
                  </a:cubicBezTo>
                  <a:cubicBezTo>
                    <a:pt x="1026140" y="238708"/>
                    <a:pt x="1024861" y="271527"/>
                    <a:pt x="1041400" y="296334"/>
                  </a:cubicBezTo>
                  <a:lnTo>
                    <a:pt x="1058334" y="321734"/>
                  </a:lnTo>
                  <a:cubicBezTo>
                    <a:pt x="1068287" y="361550"/>
                    <a:pt x="1062165" y="355678"/>
                    <a:pt x="1092200" y="389467"/>
                  </a:cubicBezTo>
                  <a:cubicBezTo>
                    <a:pt x="1105458" y="404382"/>
                    <a:pt x="1134534" y="431800"/>
                    <a:pt x="1134534" y="431800"/>
                  </a:cubicBezTo>
                  <a:cubicBezTo>
                    <a:pt x="1140178" y="443089"/>
                    <a:pt x="1141771" y="457587"/>
                    <a:pt x="1151467" y="465667"/>
                  </a:cubicBezTo>
                  <a:cubicBezTo>
                    <a:pt x="1160406" y="473117"/>
                    <a:pt x="1174638" y="469550"/>
                    <a:pt x="1185334" y="474134"/>
                  </a:cubicBezTo>
                  <a:cubicBezTo>
                    <a:pt x="1194687" y="478142"/>
                    <a:pt x="1201899" y="486019"/>
                    <a:pt x="1210734" y="491067"/>
                  </a:cubicBezTo>
                  <a:cubicBezTo>
                    <a:pt x="1221692" y="497329"/>
                    <a:pt x="1233311" y="502356"/>
                    <a:pt x="1244600" y="508000"/>
                  </a:cubicBezTo>
                  <a:cubicBezTo>
                    <a:pt x="1286933" y="505178"/>
                    <a:pt x="1329432" y="504219"/>
                    <a:pt x="1371600" y="499534"/>
                  </a:cubicBezTo>
                  <a:cubicBezTo>
                    <a:pt x="1380470" y="498548"/>
                    <a:pt x="1388419" y="493519"/>
                    <a:pt x="1397000" y="491067"/>
                  </a:cubicBezTo>
                  <a:cubicBezTo>
                    <a:pt x="1431425" y="481231"/>
                    <a:pt x="1444889" y="482600"/>
                    <a:pt x="1413934" y="482600"/>
                  </a:cubicBezTo>
                </a:path>
              </a:pathLst>
            </a:cu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3" name="Freeform: Shape 112"/>
            <p:cNvSpPr/>
            <p:nvPr/>
          </p:nvSpPr>
          <p:spPr>
            <a:xfrm>
              <a:off x="5086039" y="5572560"/>
              <a:ext cx="1286939" cy="533400"/>
            </a:xfrm>
            <a:custGeom>
              <a:avLst/>
              <a:gdLst>
                <a:gd name="connsiteX0" fmla="*/ 0 w 1286939"/>
                <a:gd name="connsiteY0" fmla="*/ 533400 h 533400"/>
                <a:gd name="connsiteX1" fmla="*/ 59267 w 1286939"/>
                <a:gd name="connsiteY1" fmla="*/ 516467 h 533400"/>
                <a:gd name="connsiteX2" fmla="*/ 84667 w 1286939"/>
                <a:gd name="connsiteY2" fmla="*/ 508000 h 533400"/>
                <a:gd name="connsiteX3" fmla="*/ 152400 w 1286939"/>
                <a:gd name="connsiteY3" fmla="*/ 491067 h 533400"/>
                <a:gd name="connsiteX4" fmla="*/ 186267 w 1286939"/>
                <a:gd name="connsiteY4" fmla="*/ 474133 h 533400"/>
                <a:gd name="connsiteX5" fmla="*/ 194733 w 1286939"/>
                <a:gd name="connsiteY5" fmla="*/ 440267 h 533400"/>
                <a:gd name="connsiteX6" fmla="*/ 228600 w 1286939"/>
                <a:gd name="connsiteY6" fmla="*/ 364067 h 533400"/>
                <a:gd name="connsiteX7" fmla="*/ 245533 w 1286939"/>
                <a:gd name="connsiteY7" fmla="*/ 347133 h 533400"/>
                <a:gd name="connsiteX8" fmla="*/ 270933 w 1286939"/>
                <a:gd name="connsiteY8" fmla="*/ 270933 h 533400"/>
                <a:gd name="connsiteX9" fmla="*/ 279400 w 1286939"/>
                <a:gd name="connsiteY9" fmla="*/ 245533 h 533400"/>
                <a:gd name="connsiteX10" fmla="*/ 304800 w 1286939"/>
                <a:gd name="connsiteY10" fmla="*/ 228600 h 533400"/>
                <a:gd name="connsiteX11" fmla="*/ 330200 w 1286939"/>
                <a:gd name="connsiteY11" fmla="*/ 169333 h 533400"/>
                <a:gd name="connsiteX12" fmla="*/ 355600 w 1286939"/>
                <a:gd name="connsiteY12" fmla="*/ 152400 h 533400"/>
                <a:gd name="connsiteX13" fmla="*/ 381000 w 1286939"/>
                <a:gd name="connsiteY13" fmla="*/ 93133 h 533400"/>
                <a:gd name="connsiteX14" fmla="*/ 431800 w 1286939"/>
                <a:gd name="connsiteY14" fmla="*/ 42333 h 533400"/>
                <a:gd name="connsiteX15" fmla="*/ 440267 w 1286939"/>
                <a:gd name="connsiteY15" fmla="*/ 16933 h 533400"/>
                <a:gd name="connsiteX16" fmla="*/ 465667 w 1286939"/>
                <a:gd name="connsiteY16" fmla="*/ 0 h 533400"/>
                <a:gd name="connsiteX17" fmla="*/ 787400 w 1286939"/>
                <a:gd name="connsiteY17" fmla="*/ 8467 h 533400"/>
                <a:gd name="connsiteX18" fmla="*/ 812800 w 1286939"/>
                <a:gd name="connsiteY18" fmla="*/ 25400 h 533400"/>
                <a:gd name="connsiteX19" fmla="*/ 821267 w 1286939"/>
                <a:gd name="connsiteY19" fmla="*/ 59267 h 533400"/>
                <a:gd name="connsiteX20" fmla="*/ 846667 w 1286939"/>
                <a:gd name="connsiteY20" fmla="*/ 93133 h 533400"/>
                <a:gd name="connsiteX21" fmla="*/ 905933 w 1286939"/>
                <a:gd name="connsiteY21" fmla="*/ 143933 h 533400"/>
                <a:gd name="connsiteX22" fmla="*/ 922867 w 1286939"/>
                <a:gd name="connsiteY22" fmla="*/ 169333 h 533400"/>
                <a:gd name="connsiteX23" fmla="*/ 948267 w 1286939"/>
                <a:gd name="connsiteY23" fmla="*/ 203200 h 533400"/>
                <a:gd name="connsiteX24" fmla="*/ 982133 w 1286939"/>
                <a:gd name="connsiteY24" fmla="*/ 237067 h 533400"/>
                <a:gd name="connsiteX25" fmla="*/ 990600 w 1286939"/>
                <a:gd name="connsiteY25" fmla="*/ 279400 h 533400"/>
                <a:gd name="connsiteX26" fmla="*/ 999067 w 1286939"/>
                <a:gd name="connsiteY26" fmla="*/ 330200 h 533400"/>
                <a:gd name="connsiteX27" fmla="*/ 1007533 w 1286939"/>
                <a:gd name="connsiteY27" fmla="*/ 364067 h 533400"/>
                <a:gd name="connsiteX28" fmla="*/ 1058333 w 1286939"/>
                <a:gd name="connsiteY28" fmla="*/ 414867 h 533400"/>
                <a:gd name="connsiteX29" fmla="*/ 1100667 w 1286939"/>
                <a:gd name="connsiteY29" fmla="*/ 440267 h 533400"/>
                <a:gd name="connsiteX30" fmla="*/ 1117600 w 1286939"/>
                <a:gd name="connsiteY30" fmla="*/ 465667 h 533400"/>
                <a:gd name="connsiteX31" fmla="*/ 1151467 w 1286939"/>
                <a:gd name="connsiteY31" fmla="*/ 474133 h 533400"/>
                <a:gd name="connsiteX32" fmla="*/ 1176867 w 1286939"/>
                <a:gd name="connsiteY32" fmla="*/ 482600 h 533400"/>
                <a:gd name="connsiteX33" fmla="*/ 1286933 w 1286939"/>
                <a:gd name="connsiteY33" fmla="*/ 482600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286939" h="533400">
                  <a:moveTo>
                    <a:pt x="0" y="533400"/>
                  </a:moveTo>
                  <a:lnTo>
                    <a:pt x="59267" y="516467"/>
                  </a:lnTo>
                  <a:cubicBezTo>
                    <a:pt x="67815" y="513903"/>
                    <a:pt x="76057" y="510348"/>
                    <a:pt x="84667" y="508000"/>
                  </a:cubicBezTo>
                  <a:cubicBezTo>
                    <a:pt x="107119" y="501877"/>
                    <a:pt x="152400" y="491067"/>
                    <a:pt x="152400" y="491067"/>
                  </a:cubicBezTo>
                  <a:cubicBezTo>
                    <a:pt x="163689" y="485422"/>
                    <a:pt x="178187" y="483829"/>
                    <a:pt x="186267" y="474133"/>
                  </a:cubicBezTo>
                  <a:cubicBezTo>
                    <a:pt x="193716" y="465194"/>
                    <a:pt x="191389" y="451412"/>
                    <a:pt x="194733" y="440267"/>
                  </a:cubicBezTo>
                  <a:cubicBezTo>
                    <a:pt x="206011" y="402673"/>
                    <a:pt x="206825" y="391287"/>
                    <a:pt x="228600" y="364067"/>
                  </a:cubicBezTo>
                  <a:cubicBezTo>
                    <a:pt x="233587" y="357834"/>
                    <a:pt x="239889" y="352778"/>
                    <a:pt x="245533" y="347133"/>
                  </a:cubicBezTo>
                  <a:cubicBezTo>
                    <a:pt x="259720" y="290388"/>
                    <a:pt x="247022" y="334696"/>
                    <a:pt x="270933" y="270933"/>
                  </a:cubicBezTo>
                  <a:cubicBezTo>
                    <a:pt x="274067" y="262577"/>
                    <a:pt x="273825" y="252502"/>
                    <a:pt x="279400" y="245533"/>
                  </a:cubicBezTo>
                  <a:cubicBezTo>
                    <a:pt x="285757" y="237587"/>
                    <a:pt x="296333" y="234244"/>
                    <a:pt x="304800" y="228600"/>
                  </a:cubicBezTo>
                  <a:cubicBezTo>
                    <a:pt x="310682" y="210956"/>
                    <a:pt x="318577" y="183281"/>
                    <a:pt x="330200" y="169333"/>
                  </a:cubicBezTo>
                  <a:cubicBezTo>
                    <a:pt x="336714" y="161516"/>
                    <a:pt x="347133" y="158044"/>
                    <a:pt x="355600" y="152400"/>
                  </a:cubicBezTo>
                  <a:cubicBezTo>
                    <a:pt x="361717" y="134051"/>
                    <a:pt x="369045" y="108077"/>
                    <a:pt x="381000" y="93133"/>
                  </a:cubicBezTo>
                  <a:cubicBezTo>
                    <a:pt x="395960" y="74433"/>
                    <a:pt x="431800" y="42333"/>
                    <a:pt x="431800" y="42333"/>
                  </a:cubicBezTo>
                  <a:cubicBezTo>
                    <a:pt x="434622" y="33866"/>
                    <a:pt x="434692" y="23902"/>
                    <a:pt x="440267" y="16933"/>
                  </a:cubicBezTo>
                  <a:cubicBezTo>
                    <a:pt x="446624" y="8987"/>
                    <a:pt x="455494" y="248"/>
                    <a:pt x="465667" y="0"/>
                  </a:cubicBezTo>
                  <a:lnTo>
                    <a:pt x="787400" y="8467"/>
                  </a:lnTo>
                  <a:cubicBezTo>
                    <a:pt x="795867" y="14111"/>
                    <a:pt x="807156" y="16933"/>
                    <a:pt x="812800" y="25400"/>
                  </a:cubicBezTo>
                  <a:cubicBezTo>
                    <a:pt x="819255" y="35082"/>
                    <a:pt x="816063" y="48859"/>
                    <a:pt x="821267" y="59267"/>
                  </a:cubicBezTo>
                  <a:cubicBezTo>
                    <a:pt x="827578" y="71888"/>
                    <a:pt x="837633" y="82293"/>
                    <a:pt x="846667" y="93133"/>
                  </a:cubicBezTo>
                  <a:cubicBezTo>
                    <a:pt x="868128" y="118887"/>
                    <a:pt x="876042" y="114042"/>
                    <a:pt x="905933" y="143933"/>
                  </a:cubicBezTo>
                  <a:cubicBezTo>
                    <a:pt x="913128" y="151128"/>
                    <a:pt x="916952" y="161053"/>
                    <a:pt x="922867" y="169333"/>
                  </a:cubicBezTo>
                  <a:cubicBezTo>
                    <a:pt x="931069" y="180816"/>
                    <a:pt x="938975" y="192580"/>
                    <a:pt x="948267" y="203200"/>
                  </a:cubicBezTo>
                  <a:cubicBezTo>
                    <a:pt x="958780" y="215215"/>
                    <a:pt x="970844" y="225778"/>
                    <a:pt x="982133" y="237067"/>
                  </a:cubicBezTo>
                  <a:cubicBezTo>
                    <a:pt x="984955" y="251178"/>
                    <a:pt x="988026" y="265242"/>
                    <a:pt x="990600" y="279400"/>
                  </a:cubicBezTo>
                  <a:cubicBezTo>
                    <a:pt x="993671" y="296290"/>
                    <a:pt x="995700" y="313366"/>
                    <a:pt x="999067" y="330200"/>
                  </a:cubicBezTo>
                  <a:cubicBezTo>
                    <a:pt x="1001349" y="341610"/>
                    <a:pt x="1000860" y="354534"/>
                    <a:pt x="1007533" y="364067"/>
                  </a:cubicBezTo>
                  <a:cubicBezTo>
                    <a:pt x="1021266" y="383686"/>
                    <a:pt x="1041400" y="397934"/>
                    <a:pt x="1058333" y="414867"/>
                  </a:cubicBezTo>
                  <a:cubicBezTo>
                    <a:pt x="1081576" y="438110"/>
                    <a:pt x="1067696" y="429276"/>
                    <a:pt x="1100667" y="440267"/>
                  </a:cubicBezTo>
                  <a:cubicBezTo>
                    <a:pt x="1106311" y="448734"/>
                    <a:pt x="1109133" y="460023"/>
                    <a:pt x="1117600" y="465667"/>
                  </a:cubicBezTo>
                  <a:cubicBezTo>
                    <a:pt x="1127282" y="472122"/>
                    <a:pt x="1140278" y="470936"/>
                    <a:pt x="1151467" y="474133"/>
                  </a:cubicBezTo>
                  <a:cubicBezTo>
                    <a:pt x="1160048" y="476585"/>
                    <a:pt x="1168400" y="479778"/>
                    <a:pt x="1176867" y="482600"/>
                  </a:cubicBezTo>
                  <a:cubicBezTo>
                    <a:pt x="1289747" y="473917"/>
                    <a:pt x="1286933" y="437336"/>
                    <a:pt x="1286933" y="482600"/>
                  </a:cubicBezTo>
                </a:path>
              </a:pathLst>
            </a:cu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4" name="Freeform: Shape 113"/>
            <p:cNvSpPr/>
            <p:nvPr/>
          </p:nvSpPr>
          <p:spPr>
            <a:xfrm>
              <a:off x="5069106" y="5606391"/>
              <a:ext cx="1303866" cy="465702"/>
            </a:xfrm>
            <a:custGeom>
              <a:avLst/>
              <a:gdLst>
                <a:gd name="connsiteX0" fmla="*/ 0 w 1303866"/>
                <a:gd name="connsiteY0" fmla="*/ 465702 h 465702"/>
                <a:gd name="connsiteX1" fmla="*/ 84666 w 1303866"/>
                <a:gd name="connsiteY1" fmla="*/ 457236 h 465702"/>
                <a:gd name="connsiteX2" fmla="*/ 143933 w 1303866"/>
                <a:gd name="connsiteY2" fmla="*/ 431836 h 465702"/>
                <a:gd name="connsiteX3" fmla="*/ 211666 w 1303866"/>
                <a:gd name="connsiteY3" fmla="*/ 414902 h 465702"/>
                <a:gd name="connsiteX4" fmla="*/ 228600 w 1303866"/>
                <a:gd name="connsiteY4" fmla="*/ 389502 h 465702"/>
                <a:gd name="connsiteX5" fmla="*/ 237066 w 1303866"/>
                <a:gd name="connsiteY5" fmla="*/ 355636 h 465702"/>
                <a:gd name="connsiteX6" fmla="*/ 262466 w 1303866"/>
                <a:gd name="connsiteY6" fmla="*/ 338702 h 465702"/>
                <a:gd name="connsiteX7" fmla="*/ 296333 w 1303866"/>
                <a:gd name="connsiteY7" fmla="*/ 296369 h 465702"/>
                <a:gd name="connsiteX8" fmla="*/ 330200 w 1303866"/>
                <a:gd name="connsiteY8" fmla="*/ 254036 h 465702"/>
                <a:gd name="connsiteX9" fmla="*/ 364066 w 1303866"/>
                <a:gd name="connsiteY9" fmla="*/ 194769 h 465702"/>
                <a:gd name="connsiteX10" fmla="*/ 406400 w 1303866"/>
                <a:gd name="connsiteY10" fmla="*/ 135502 h 465702"/>
                <a:gd name="connsiteX11" fmla="*/ 440266 w 1303866"/>
                <a:gd name="connsiteY11" fmla="*/ 84702 h 465702"/>
                <a:gd name="connsiteX12" fmla="*/ 465666 w 1303866"/>
                <a:gd name="connsiteY12" fmla="*/ 33902 h 465702"/>
                <a:gd name="connsiteX13" fmla="*/ 491066 w 1303866"/>
                <a:gd name="connsiteY13" fmla="*/ 25436 h 465702"/>
                <a:gd name="connsiteX14" fmla="*/ 508000 w 1303866"/>
                <a:gd name="connsiteY14" fmla="*/ 8502 h 465702"/>
                <a:gd name="connsiteX15" fmla="*/ 541866 w 1303866"/>
                <a:gd name="connsiteY15" fmla="*/ 36 h 465702"/>
                <a:gd name="connsiteX16" fmla="*/ 728133 w 1303866"/>
                <a:gd name="connsiteY16" fmla="*/ 16969 h 465702"/>
                <a:gd name="connsiteX17" fmla="*/ 787400 w 1303866"/>
                <a:gd name="connsiteY17" fmla="*/ 50836 h 465702"/>
                <a:gd name="connsiteX18" fmla="*/ 821266 w 1303866"/>
                <a:gd name="connsiteY18" fmla="*/ 59302 h 465702"/>
                <a:gd name="connsiteX19" fmla="*/ 855133 w 1303866"/>
                <a:gd name="connsiteY19" fmla="*/ 93169 h 465702"/>
                <a:gd name="connsiteX20" fmla="*/ 889000 w 1303866"/>
                <a:gd name="connsiteY20" fmla="*/ 110102 h 465702"/>
                <a:gd name="connsiteX21" fmla="*/ 897466 w 1303866"/>
                <a:gd name="connsiteY21" fmla="*/ 135502 h 465702"/>
                <a:gd name="connsiteX22" fmla="*/ 914400 w 1303866"/>
                <a:gd name="connsiteY22" fmla="*/ 152436 h 465702"/>
                <a:gd name="connsiteX23" fmla="*/ 931333 w 1303866"/>
                <a:gd name="connsiteY23" fmla="*/ 177836 h 465702"/>
                <a:gd name="connsiteX24" fmla="*/ 965200 w 1303866"/>
                <a:gd name="connsiteY24" fmla="*/ 228636 h 465702"/>
                <a:gd name="connsiteX25" fmla="*/ 973666 w 1303866"/>
                <a:gd name="connsiteY25" fmla="*/ 254036 h 465702"/>
                <a:gd name="connsiteX26" fmla="*/ 1016000 w 1303866"/>
                <a:gd name="connsiteY26" fmla="*/ 304836 h 465702"/>
                <a:gd name="connsiteX27" fmla="*/ 1024466 w 1303866"/>
                <a:gd name="connsiteY27" fmla="*/ 338702 h 465702"/>
                <a:gd name="connsiteX28" fmla="*/ 1041400 w 1303866"/>
                <a:gd name="connsiteY28" fmla="*/ 355636 h 465702"/>
                <a:gd name="connsiteX29" fmla="*/ 1058333 w 1303866"/>
                <a:gd name="connsiteY29" fmla="*/ 381036 h 465702"/>
                <a:gd name="connsiteX30" fmla="*/ 1109133 w 1303866"/>
                <a:gd name="connsiteY30" fmla="*/ 406436 h 465702"/>
                <a:gd name="connsiteX31" fmla="*/ 1100666 w 1303866"/>
                <a:gd name="connsiteY31" fmla="*/ 431836 h 465702"/>
                <a:gd name="connsiteX32" fmla="*/ 1143000 w 1303866"/>
                <a:gd name="connsiteY32" fmla="*/ 465702 h 465702"/>
                <a:gd name="connsiteX33" fmla="*/ 1193800 w 1303866"/>
                <a:gd name="connsiteY33" fmla="*/ 457236 h 465702"/>
                <a:gd name="connsiteX34" fmla="*/ 1227666 w 1303866"/>
                <a:gd name="connsiteY34" fmla="*/ 448769 h 465702"/>
                <a:gd name="connsiteX35" fmla="*/ 1303866 w 1303866"/>
                <a:gd name="connsiteY35" fmla="*/ 448769 h 46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303866" h="465702">
                  <a:moveTo>
                    <a:pt x="0" y="465702"/>
                  </a:moveTo>
                  <a:cubicBezTo>
                    <a:pt x="28222" y="462880"/>
                    <a:pt x="56633" y="461549"/>
                    <a:pt x="84666" y="457236"/>
                  </a:cubicBezTo>
                  <a:cubicBezTo>
                    <a:pt x="112139" y="453010"/>
                    <a:pt x="116086" y="441118"/>
                    <a:pt x="143933" y="431836"/>
                  </a:cubicBezTo>
                  <a:cubicBezTo>
                    <a:pt x="166011" y="424476"/>
                    <a:pt x="211666" y="414902"/>
                    <a:pt x="211666" y="414902"/>
                  </a:cubicBezTo>
                  <a:cubicBezTo>
                    <a:pt x="217311" y="406435"/>
                    <a:pt x="224592" y="398855"/>
                    <a:pt x="228600" y="389502"/>
                  </a:cubicBezTo>
                  <a:cubicBezTo>
                    <a:pt x="233184" y="378807"/>
                    <a:pt x="230612" y="365318"/>
                    <a:pt x="237066" y="355636"/>
                  </a:cubicBezTo>
                  <a:cubicBezTo>
                    <a:pt x="242710" y="347169"/>
                    <a:pt x="253999" y="344347"/>
                    <a:pt x="262466" y="338702"/>
                  </a:cubicBezTo>
                  <a:cubicBezTo>
                    <a:pt x="283748" y="274858"/>
                    <a:pt x="252565" y="351078"/>
                    <a:pt x="296333" y="296369"/>
                  </a:cubicBezTo>
                  <a:cubicBezTo>
                    <a:pt x="343071" y="237947"/>
                    <a:pt x="257408" y="302563"/>
                    <a:pt x="330200" y="254036"/>
                  </a:cubicBezTo>
                  <a:cubicBezTo>
                    <a:pt x="352462" y="164982"/>
                    <a:pt x="319230" y="273231"/>
                    <a:pt x="364066" y="194769"/>
                  </a:cubicBezTo>
                  <a:cubicBezTo>
                    <a:pt x="402706" y="127150"/>
                    <a:pt x="330785" y="192213"/>
                    <a:pt x="406400" y="135502"/>
                  </a:cubicBezTo>
                  <a:cubicBezTo>
                    <a:pt x="426529" y="75110"/>
                    <a:pt x="397987" y="148120"/>
                    <a:pt x="440266" y="84702"/>
                  </a:cubicBezTo>
                  <a:cubicBezTo>
                    <a:pt x="457794" y="58410"/>
                    <a:pt x="437120" y="56738"/>
                    <a:pt x="465666" y="33902"/>
                  </a:cubicBezTo>
                  <a:cubicBezTo>
                    <a:pt x="472635" y="28327"/>
                    <a:pt x="482599" y="28258"/>
                    <a:pt x="491066" y="25436"/>
                  </a:cubicBezTo>
                  <a:cubicBezTo>
                    <a:pt x="496711" y="19791"/>
                    <a:pt x="500860" y="12072"/>
                    <a:pt x="508000" y="8502"/>
                  </a:cubicBezTo>
                  <a:cubicBezTo>
                    <a:pt x="518408" y="3298"/>
                    <a:pt x="530239" y="-411"/>
                    <a:pt x="541866" y="36"/>
                  </a:cubicBezTo>
                  <a:cubicBezTo>
                    <a:pt x="604165" y="2432"/>
                    <a:pt x="666044" y="11325"/>
                    <a:pt x="728133" y="16969"/>
                  </a:cubicBezTo>
                  <a:cubicBezTo>
                    <a:pt x="805827" y="42868"/>
                    <a:pt x="684875" y="-425"/>
                    <a:pt x="787400" y="50836"/>
                  </a:cubicBezTo>
                  <a:cubicBezTo>
                    <a:pt x="797808" y="56040"/>
                    <a:pt x="809977" y="56480"/>
                    <a:pt x="821266" y="59302"/>
                  </a:cubicBezTo>
                  <a:cubicBezTo>
                    <a:pt x="832555" y="70591"/>
                    <a:pt x="842361" y="83590"/>
                    <a:pt x="855133" y="93169"/>
                  </a:cubicBezTo>
                  <a:cubicBezTo>
                    <a:pt x="865230" y="100742"/>
                    <a:pt x="880075" y="101177"/>
                    <a:pt x="889000" y="110102"/>
                  </a:cubicBezTo>
                  <a:cubicBezTo>
                    <a:pt x="895311" y="116413"/>
                    <a:pt x="892874" y="127849"/>
                    <a:pt x="897466" y="135502"/>
                  </a:cubicBezTo>
                  <a:cubicBezTo>
                    <a:pt x="901573" y="142347"/>
                    <a:pt x="909413" y="146202"/>
                    <a:pt x="914400" y="152436"/>
                  </a:cubicBezTo>
                  <a:cubicBezTo>
                    <a:pt x="920757" y="160382"/>
                    <a:pt x="926782" y="168735"/>
                    <a:pt x="931333" y="177836"/>
                  </a:cubicBezTo>
                  <a:cubicBezTo>
                    <a:pt x="955839" y="226847"/>
                    <a:pt x="917051" y="180487"/>
                    <a:pt x="965200" y="228636"/>
                  </a:cubicBezTo>
                  <a:cubicBezTo>
                    <a:pt x="968022" y="237103"/>
                    <a:pt x="969675" y="246054"/>
                    <a:pt x="973666" y="254036"/>
                  </a:cubicBezTo>
                  <a:cubicBezTo>
                    <a:pt x="985453" y="277609"/>
                    <a:pt x="997277" y="286113"/>
                    <a:pt x="1016000" y="304836"/>
                  </a:cubicBezTo>
                  <a:cubicBezTo>
                    <a:pt x="1018822" y="316125"/>
                    <a:pt x="1019262" y="328294"/>
                    <a:pt x="1024466" y="338702"/>
                  </a:cubicBezTo>
                  <a:cubicBezTo>
                    <a:pt x="1028036" y="345842"/>
                    <a:pt x="1036413" y="349402"/>
                    <a:pt x="1041400" y="355636"/>
                  </a:cubicBezTo>
                  <a:cubicBezTo>
                    <a:pt x="1047757" y="363582"/>
                    <a:pt x="1051138" y="373841"/>
                    <a:pt x="1058333" y="381036"/>
                  </a:cubicBezTo>
                  <a:cubicBezTo>
                    <a:pt x="1074745" y="397448"/>
                    <a:pt x="1088476" y="399550"/>
                    <a:pt x="1109133" y="406436"/>
                  </a:cubicBezTo>
                  <a:cubicBezTo>
                    <a:pt x="1106311" y="414903"/>
                    <a:pt x="1098916" y="423085"/>
                    <a:pt x="1100666" y="431836"/>
                  </a:cubicBezTo>
                  <a:cubicBezTo>
                    <a:pt x="1102522" y="441115"/>
                    <a:pt x="1139351" y="463269"/>
                    <a:pt x="1143000" y="465702"/>
                  </a:cubicBezTo>
                  <a:cubicBezTo>
                    <a:pt x="1159933" y="462880"/>
                    <a:pt x="1176966" y="460603"/>
                    <a:pt x="1193800" y="457236"/>
                  </a:cubicBezTo>
                  <a:cubicBezTo>
                    <a:pt x="1205210" y="454954"/>
                    <a:pt x="1216064" y="449661"/>
                    <a:pt x="1227666" y="448769"/>
                  </a:cubicBezTo>
                  <a:cubicBezTo>
                    <a:pt x="1252991" y="446821"/>
                    <a:pt x="1278466" y="448769"/>
                    <a:pt x="1303866" y="448769"/>
                  </a:cubicBezTo>
                </a:path>
              </a:pathLst>
            </a:cu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5" name="Freeform: Shape 114"/>
            <p:cNvSpPr/>
            <p:nvPr/>
          </p:nvSpPr>
          <p:spPr>
            <a:xfrm>
              <a:off x="5077572" y="5604892"/>
              <a:ext cx="1227667" cy="492260"/>
            </a:xfrm>
            <a:custGeom>
              <a:avLst/>
              <a:gdLst>
                <a:gd name="connsiteX0" fmla="*/ 0 w 1227667"/>
                <a:gd name="connsiteY0" fmla="*/ 85860 h 492260"/>
                <a:gd name="connsiteX1" fmla="*/ 262467 w 1227667"/>
                <a:gd name="connsiteY1" fmla="*/ 94327 h 492260"/>
                <a:gd name="connsiteX2" fmla="*/ 287867 w 1227667"/>
                <a:gd name="connsiteY2" fmla="*/ 170527 h 492260"/>
                <a:gd name="connsiteX3" fmla="*/ 330200 w 1227667"/>
                <a:gd name="connsiteY3" fmla="*/ 221327 h 492260"/>
                <a:gd name="connsiteX4" fmla="*/ 338667 w 1227667"/>
                <a:gd name="connsiteY4" fmla="*/ 246727 h 492260"/>
                <a:gd name="connsiteX5" fmla="*/ 389467 w 1227667"/>
                <a:gd name="connsiteY5" fmla="*/ 305994 h 492260"/>
                <a:gd name="connsiteX6" fmla="*/ 414867 w 1227667"/>
                <a:gd name="connsiteY6" fmla="*/ 331394 h 492260"/>
                <a:gd name="connsiteX7" fmla="*/ 431800 w 1227667"/>
                <a:gd name="connsiteY7" fmla="*/ 390660 h 492260"/>
                <a:gd name="connsiteX8" fmla="*/ 448734 w 1227667"/>
                <a:gd name="connsiteY8" fmla="*/ 416060 h 492260"/>
                <a:gd name="connsiteX9" fmla="*/ 457200 w 1227667"/>
                <a:gd name="connsiteY9" fmla="*/ 441460 h 492260"/>
                <a:gd name="connsiteX10" fmla="*/ 508000 w 1227667"/>
                <a:gd name="connsiteY10" fmla="*/ 458394 h 492260"/>
                <a:gd name="connsiteX11" fmla="*/ 533400 w 1227667"/>
                <a:gd name="connsiteY11" fmla="*/ 466860 h 492260"/>
                <a:gd name="connsiteX12" fmla="*/ 643467 w 1227667"/>
                <a:gd name="connsiteY12" fmla="*/ 492260 h 492260"/>
                <a:gd name="connsiteX13" fmla="*/ 753534 w 1227667"/>
                <a:gd name="connsiteY13" fmla="*/ 475327 h 492260"/>
                <a:gd name="connsiteX14" fmla="*/ 770467 w 1227667"/>
                <a:gd name="connsiteY14" fmla="*/ 424527 h 492260"/>
                <a:gd name="connsiteX15" fmla="*/ 795867 w 1227667"/>
                <a:gd name="connsiteY15" fmla="*/ 356794 h 492260"/>
                <a:gd name="connsiteX16" fmla="*/ 812800 w 1227667"/>
                <a:gd name="connsiteY16" fmla="*/ 297527 h 492260"/>
                <a:gd name="connsiteX17" fmla="*/ 829734 w 1227667"/>
                <a:gd name="connsiteY17" fmla="*/ 280594 h 492260"/>
                <a:gd name="connsiteX18" fmla="*/ 838200 w 1227667"/>
                <a:gd name="connsiteY18" fmla="*/ 255194 h 492260"/>
                <a:gd name="connsiteX19" fmla="*/ 855134 w 1227667"/>
                <a:gd name="connsiteY19" fmla="*/ 195927 h 492260"/>
                <a:gd name="connsiteX20" fmla="*/ 872067 w 1227667"/>
                <a:gd name="connsiteY20" fmla="*/ 162060 h 492260"/>
                <a:gd name="connsiteX21" fmla="*/ 880534 w 1227667"/>
                <a:gd name="connsiteY21" fmla="*/ 128194 h 492260"/>
                <a:gd name="connsiteX22" fmla="*/ 914400 w 1227667"/>
                <a:gd name="connsiteY22" fmla="*/ 85860 h 492260"/>
                <a:gd name="connsiteX23" fmla="*/ 948267 w 1227667"/>
                <a:gd name="connsiteY23" fmla="*/ 77394 h 492260"/>
                <a:gd name="connsiteX24" fmla="*/ 973667 w 1227667"/>
                <a:gd name="connsiteY24" fmla="*/ 68927 h 492260"/>
                <a:gd name="connsiteX25" fmla="*/ 999067 w 1227667"/>
                <a:gd name="connsiteY25" fmla="*/ 51994 h 492260"/>
                <a:gd name="connsiteX26" fmla="*/ 1049867 w 1227667"/>
                <a:gd name="connsiteY26" fmla="*/ 35060 h 492260"/>
                <a:gd name="connsiteX27" fmla="*/ 1075267 w 1227667"/>
                <a:gd name="connsiteY27" fmla="*/ 26594 h 492260"/>
                <a:gd name="connsiteX28" fmla="*/ 1134534 w 1227667"/>
                <a:gd name="connsiteY28" fmla="*/ 1194 h 492260"/>
                <a:gd name="connsiteX29" fmla="*/ 1143000 w 1227667"/>
                <a:gd name="connsiteY29" fmla="*/ 26594 h 492260"/>
                <a:gd name="connsiteX30" fmla="*/ 1227667 w 1227667"/>
                <a:gd name="connsiteY30" fmla="*/ 35060 h 492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227667" h="492260">
                  <a:moveTo>
                    <a:pt x="0" y="85860"/>
                  </a:moveTo>
                  <a:cubicBezTo>
                    <a:pt x="87489" y="88682"/>
                    <a:pt x="178489" y="69628"/>
                    <a:pt x="262467" y="94327"/>
                  </a:cubicBezTo>
                  <a:cubicBezTo>
                    <a:pt x="288153" y="101882"/>
                    <a:pt x="273016" y="148250"/>
                    <a:pt x="287867" y="170527"/>
                  </a:cubicBezTo>
                  <a:cubicBezTo>
                    <a:pt x="311442" y="205890"/>
                    <a:pt x="297605" y="188732"/>
                    <a:pt x="330200" y="221327"/>
                  </a:cubicBezTo>
                  <a:cubicBezTo>
                    <a:pt x="333022" y="229794"/>
                    <a:pt x="334676" y="238745"/>
                    <a:pt x="338667" y="246727"/>
                  </a:cubicBezTo>
                  <a:cubicBezTo>
                    <a:pt x="351562" y="272517"/>
                    <a:pt x="368634" y="285161"/>
                    <a:pt x="389467" y="305994"/>
                  </a:cubicBezTo>
                  <a:lnTo>
                    <a:pt x="414867" y="331394"/>
                  </a:lnTo>
                  <a:cubicBezTo>
                    <a:pt x="417578" y="342238"/>
                    <a:pt x="425729" y="378519"/>
                    <a:pt x="431800" y="390660"/>
                  </a:cubicBezTo>
                  <a:cubicBezTo>
                    <a:pt x="436351" y="399762"/>
                    <a:pt x="443089" y="407593"/>
                    <a:pt x="448734" y="416060"/>
                  </a:cubicBezTo>
                  <a:cubicBezTo>
                    <a:pt x="451556" y="424527"/>
                    <a:pt x="449938" y="436273"/>
                    <a:pt x="457200" y="441460"/>
                  </a:cubicBezTo>
                  <a:cubicBezTo>
                    <a:pt x="471724" y="451835"/>
                    <a:pt x="491067" y="452750"/>
                    <a:pt x="508000" y="458394"/>
                  </a:cubicBezTo>
                  <a:cubicBezTo>
                    <a:pt x="516467" y="461216"/>
                    <a:pt x="524688" y="464924"/>
                    <a:pt x="533400" y="466860"/>
                  </a:cubicBezTo>
                  <a:cubicBezTo>
                    <a:pt x="620959" y="486318"/>
                    <a:pt x="584357" y="477484"/>
                    <a:pt x="643467" y="492260"/>
                  </a:cubicBezTo>
                  <a:cubicBezTo>
                    <a:pt x="680156" y="486616"/>
                    <a:pt x="720780" y="492795"/>
                    <a:pt x="753534" y="475327"/>
                  </a:cubicBezTo>
                  <a:cubicBezTo>
                    <a:pt x="769283" y="466927"/>
                    <a:pt x="766138" y="441843"/>
                    <a:pt x="770467" y="424527"/>
                  </a:cubicBezTo>
                  <a:cubicBezTo>
                    <a:pt x="792201" y="337595"/>
                    <a:pt x="762661" y="445343"/>
                    <a:pt x="795867" y="356794"/>
                  </a:cubicBezTo>
                  <a:cubicBezTo>
                    <a:pt x="799554" y="346962"/>
                    <a:pt x="805981" y="308893"/>
                    <a:pt x="812800" y="297527"/>
                  </a:cubicBezTo>
                  <a:cubicBezTo>
                    <a:pt x="816907" y="290682"/>
                    <a:pt x="824089" y="286238"/>
                    <a:pt x="829734" y="280594"/>
                  </a:cubicBezTo>
                  <a:cubicBezTo>
                    <a:pt x="832556" y="272127"/>
                    <a:pt x="835748" y="263775"/>
                    <a:pt x="838200" y="255194"/>
                  </a:cubicBezTo>
                  <a:cubicBezTo>
                    <a:pt x="844338" y="233710"/>
                    <a:pt x="846433" y="216228"/>
                    <a:pt x="855134" y="195927"/>
                  </a:cubicBezTo>
                  <a:cubicBezTo>
                    <a:pt x="860106" y="184326"/>
                    <a:pt x="867635" y="173878"/>
                    <a:pt x="872067" y="162060"/>
                  </a:cubicBezTo>
                  <a:cubicBezTo>
                    <a:pt x="876153" y="151165"/>
                    <a:pt x="875950" y="138889"/>
                    <a:pt x="880534" y="128194"/>
                  </a:cubicBezTo>
                  <a:cubicBezTo>
                    <a:pt x="883797" y="120581"/>
                    <a:pt x="904470" y="90825"/>
                    <a:pt x="914400" y="85860"/>
                  </a:cubicBezTo>
                  <a:cubicBezTo>
                    <a:pt x="924808" y="80656"/>
                    <a:pt x="937078" y="80591"/>
                    <a:pt x="948267" y="77394"/>
                  </a:cubicBezTo>
                  <a:cubicBezTo>
                    <a:pt x="956848" y="74942"/>
                    <a:pt x="965685" y="72918"/>
                    <a:pt x="973667" y="68927"/>
                  </a:cubicBezTo>
                  <a:cubicBezTo>
                    <a:pt x="982768" y="64376"/>
                    <a:pt x="989768" y="56127"/>
                    <a:pt x="999067" y="51994"/>
                  </a:cubicBezTo>
                  <a:cubicBezTo>
                    <a:pt x="1015378" y="44745"/>
                    <a:pt x="1032934" y="40704"/>
                    <a:pt x="1049867" y="35060"/>
                  </a:cubicBezTo>
                  <a:lnTo>
                    <a:pt x="1075267" y="26594"/>
                  </a:lnTo>
                  <a:cubicBezTo>
                    <a:pt x="1087042" y="18744"/>
                    <a:pt x="1117447" y="-5641"/>
                    <a:pt x="1134534" y="1194"/>
                  </a:cubicBezTo>
                  <a:cubicBezTo>
                    <a:pt x="1142820" y="4509"/>
                    <a:pt x="1136031" y="21019"/>
                    <a:pt x="1143000" y="26594"/>
                  </a:cubicBezTo>
                  <a:cubicBezTo>
                    <a:pt x="1158716" y="39167"/>
                    <a:pt x="1215550" y="35060"/>
                    <a:pt x="1227667" y="35060"/>
                  </a:cubicBezTo>
                </a:path>
              </a:pathLst>
            </a:cu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16" name="Rectangle 115"/>
          <p:cNvSpPr/>
          <p:nvPr/>
        </p:nvSpPr>
        <p:spPr>
          <a:xfrm>
            <a:off x="463903" y="1907423"/>
            <a:ext cx="443507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/>
              <a:t>Theoretically perfect random pulse train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834619" y="2640665"/>
            <a:ext cx="529018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GB" sz="1600" dirty="0"/>
              <a:t>Pulse train: two or three pulse periods successively sampled, </a:t>
            </a:r>
            <a:r>
              <a:rPr lang="en-GB" sz="1600" dirty="0" err="1"/>
              <a:t>overlayed</a:t>
            </a:r>
            <a:r>
              <a:rPr lang="en-GB" sz="1600" dirty="0"/>
              <a:t> on each other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451456" y="4633049"/>
            <a:ext cx="443507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/>
              <a:t>Random pulse train affected by imperfect transmission medias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466392" y="5572830"/>
            <a:ext cx="348345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GB" sz="1600" dirty="0"/>
              <a:t>Practical pulse train: successively sampled, </a:t>
            </a:r>
            <a:r>
              <a:rPr lang="en-GB" sz="1600" dirty="0" err="1"/>
              <a:t>overlayed</a:t>
            </a:r>
            <a:endParaRPr lang="en-GB" sz="1600" dirty="0"/>
          </a:p>
        </p:txBody>
      </p:sp>
      <p:sp>
        <p:nvSpPr>
          <p:cNvPr id="123" name="Text Box 4"/>
          <p:cNvSpPr txBox="1">
            <a:spLocks noChangeArrowheads="1"/>
          </p:cNvSpPr>
          <p:nvPr/>
        </p:nvSpPr>
        <p:spPr bwMode="auto">
          <a:xfrm>
            <a:off x="466065" y="366713"/>
            <a:ext cx="4314001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Quality of the Transmission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1244076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ounded Rectangle 131"/>
          <p:cNvSpPr/>
          <p:nvPr/>
        </p:nvSpPr>
        <p:spPr>
          <a:xfrm>
            <a:off x="238539" y="4412974"/>
            <a:ext cx="2430298" cy="205122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466065" y="366713"/>
            <a:ext cx="899605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Jitter</a:t>
            </a:r>
            <a:endParaRPr lang="en-US" sz="2400" b="1" dirty="0"/>
          </a:p>
        </p:txBody>
      </p:sp>
      <p:grpSp>
        <p:nvGrpSpPr>
          <p:cNvPr id="4" name="Group 26"/>
          <p:cNvGrpSpPr>
            <a:grpSpLocks/>
          </p:cNvGrpSpPr>
          <p:nvPr/>
        </p:nvGrpSpPr>
        <p:grpSpPr bwMode="auto">
          <a:xfrm flipV="1">
            <a:off x="1499429" y="957696"/>
            <a:ext cx="6846491" cy="600075"/>
            <a:chOff x="939" y="2874"/>
            <a:chExt cx="3981" cy="779"/>
          </a:xfrm>
        </p:grpSpPr>
        <p:sp>
          <p:nvSpPr>
            <p:cNvPr id="5" name="Line 8"/>
            <p:cNvSpPr>
              <a:spLocks noChangeShapeType="1"/>
            </p:cNvSpPr>
            <p:nvPr/>
          </p:nvSpPr>
          <p:spPr bwMode="auto">
            <a:xfrm flipV="1">
              <a:off x="939" y="2874"/>
              <a:ext cx="0" cy="76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Line 9"/>
            <p:cNvSpPr>
              <a:spLocks noChangeShapeType="1"/>
            </p:cNvSpPr>
            <p:nvPr/>
          </p:nvSpPr>
          <p:spPr bwMode="auto">
            <a:xfrm flipV="1">
              <a:off x="1447" y="2891"/>
              <a:ext cx="0" cy="745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Line 11"/>
            <p:cNvSpPr>
              <a:spLocks noChangeShapeType="1"/>
            </p:cNvSpPr>
            <p:nvPr/>
          </p:nvSpPr>
          <p:spPr bwMode="auto">
            <a:xfrm flipV="1">
              <a:off x="1973" y="2891"/>
              <a:ext cx="0" cy="745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Line 12"/>
            <p:cNvSpPr>
              <a:spLocks noChangeShapeType="1"/>
            </p:cNvSpPr>
            <p:nvPr/>
          </p:nvSpPr>
          <p:spPr bwMode="auto">
            <a:xfrm flipV="1">
              <a:off x="2532" y="2908"/>
              <a:ext cx="0" cy="745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Line 13"/>
            <p:cNvSpPr>
              <a:spLocks noChangeShapeType="1"/>
            </p:cNvSpPr>
            <p:nvPr/>
          </p:nvSpPr>
          <p:spPr bwMode="auto">
            <a:xfrm flipV="1">
              <a:off x="3142" y="2908"/>
              <a:ext cx="0" cy="745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Line 14"/>
            <p:cNvSpPr>
              <a:spLocks noChangeShapeType="1"/>
            </p:cNvSpPr>
            <p:nvPr/>
          </p:nvSpPr>
          <p:spPr bwMode="auto">
            <a:xfrm flipV="1">
              <a:off x="3751" y="2908"/>
              <a:ext cx="0" cy="745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Line 15"/>
            <p:cNvSpPr>
              <a:spLocks noChangeShapeType="1"/>
            </p:cNvSpPr>
            <p:nvPr/>
          </p:nvSpPr>
          <p:spPr bwMode="auto">
            <a:xfrm flipV="1">
              <a:off x="4327" y="2874"/>
              <a:ext cx="0" cy="745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Line 16"/>
            <p:cNvSpPr>
              <a:spLocks noChangeShapeType="1"/>
            </p:cNvSpPr>
            <p:nvPr/>
          </p:nvSpPr>
          <p:spPr bwMode="auto">
            <a:xfrm flipV="1">
              <a:off x="4920" y="2874"/>
              <a:ext cx="0" cy="745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374792" y="1059184"/>
            <a:ext cx="2450597" cy="307777"/>
          </a:xfrm>
          <a:prstGeom prst="rect">
            <a:avLst/>
          </a:prstGeom>
          <a:solidFill>
            <a:srgbClr val="FFFFFF">
              <a:alpha val="72941"/>
            </a:srgbClr>
          </a:solidFill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1400" dirty="0" err="1"/>
              <a:t>theroretical</a:t>
            </a:r>
            <a:r>
              <a:rPr lang="en-GB" sz="1400" dirty="0"/>
              <a:t> clock pulses</a:t>
            </a:r>
          </a:p>
        </p:txBody>
      </p:sp>
      <p:sp>
        <p:nvSpPr>
          <p:cNvPr id="14" name="Line 39"/>
          <p:cNvSpPr>
            <a:spLocks noChangeShapeType="1"/>
          </p:cNvSpPr>
          <p:nvPr/>
        </p:nvSpPr>
        <p:spPr bwMode="auto">
          <a:xfrm flipV="1">
            <a:off x="1398539" y="1575330"/>
            <a:ext cx="0" cy="1203325"/>
          </a:xfrm>
          <a:prstGeom prst="line">
            <a:avLst/>
          </a:prstGeom>
          <a:noFill/>
          <a:ln w="57150">
            <a:solidFill>
              <a:srgbClr val="FFCC66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15" name="Line 40"/>
          <p:cNvSpPr>
            <a:spLocks noChangeShapeType="1"/>
          </p:cNvSpPr>
          <p:nvPr/>
        </p:nvSpPr>
        <p:spPr bwMode="auto">
          <a:xfrm>
            <a:off x="1063463" y="1566550"/>
            <a:ext cx="794715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6" name="Line 43"/>
          <p:cNvSpPr>
            <a:spLocks noChangeShapeType="1"/>
          </p:cNvSpPr>
          <p:nvPr/>
        </p:nvSpPr>
        <p:spPr bwMode="auto">
          <a:xfrm flipV="1">
            <a:off x="2356270" y="1564218"/>
            <a:ext cx="0" cy="1203325"/>
          </a:xfrm>
          <a:prstGeom prst="line">
            <a:avLst/>
          </a:prstGeom>
          <a:noFill/>
          <a:ln w="57150">
            <a:solidFill>
              <a:srgbClr val="FFCC66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17" name="Line 44"/>
          <p:cNvSpPr>
            <a:spLocks noChangeShapeType="1"/>
          </p:cNvSpPr>
          <p:nvPr/>
        </p:nvSpPr>
        <p:spPr bwMode="auto">
          <a:xfrm flipV="1">
            <a:off x="3552106" y="1575330"/>
            <a:ext cx="0" cy="1203325"/>
          </a:xfrm>
          <a:prstGeom prst="line">
            <a:avLst/>
          </a:prstGeom>
          <a:noFill/>
          <a:ln w="57150">
            <a:solidFill>
              <a:srgbClr val="FFCC66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18" name="Line 45"/>
          <p:cNvSpPr>
            <a:spLocks noChangeShapeType="1"/>
          </p:cNvSpPr>
          <p:nvPr/>
        </p:nvSpPr>
        <p:spPr bwMode="auto">
          <a:xfrm flipV="1">
            <a:off x="4629143" y="1575330"/>
            <a:ext cx="0" cy="1203325"/>
          </a:xfrm>
          <a:prstGeom prst="line">
            <a:avLst/>
          </a:prstGeom>
          <a:noFill/>
          <a:ln w="57150">
            <a:solidFill>
              <a:srgbClr val="FFCC66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19" name="Line 46"/>
          <p:cNvSpPr>
            <a:spLocks noChangeShapeType="1"/>
          </p:cNvSpPr>
          <p:nvPr/>
        </p:nvSpPr>
        <p:spPr bwMode="auto">
          <a:xfrm flipV="1">
            <a:off x="5439856" y="1575330"/>
            <a:ext cx="0" cy="1203325"/>
          </a:xfrm>
          <a:prstGeom prst="line">
            <a:avLst/>
          </a:prstGeom>
          <a:noFill/>
          <a:ln w="57150">
            <a:solidFill>
              <a:srgbClr val="FFCC66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20" name="Line 47"/>
          <p:cNvSpPr>
            <a:spLocks noChangeShapeType="1"/>
          </p:cNvSpPr>
          <p:nvPr/>
        </p:nvSpPr>
        <p:spPr bwMode="auto">
          <a:xfrm flipV="1">
            <a:off x="6353066" y="1575330"/>
            <a:ext cx="0" cy="1203325"/>
          </a:xfrm>
          <a:prstGeom prst="line">
            <a:avLst/>
          </a:prstGeom>
          <a:noFill/>
          <a:ln w="57150">
            <a:solidFill>
              <a:srgbClr val="FFCC66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21" name="Line 48"/>
          <p:cNvSpPr>
            <a:spLocks noChangeShapeType="1"/>
          </p:cNvSpPr>
          <p:nvPr/>
        </p:nvSpPr>
        <p:spPr bwMode="auto">
          <a:xfrm flipV="1">
            <a:off x="7321308" y="1594380"/>
            <a:ext cx="0" cy="1203325"/>
          </a:xfrm>
          <a:prstGeom prst="line">
            <a:avLst/>
          </a:prstGeom>
          <a:noFill/>
          <a:ln w="57150">
            <a:solidFill>
              <a:srgbClr val="FFCC66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22" name="Line 49"/>
          <p:cNvSpPr>
            <a:spLocks noChangeShapeType="1"/>
          </p:cNvSpPr>
          <p:nvPr/>
        </p:nvSpPr>
        <p:spPr bwMode="auto">
          <a:xfrm flipV="1">
            <a:off x="8077859" y="1575329"/>
            <a:ext cx="0" cy="1203325"/>
          </a:xfrm>
          <a:prstGeom prst="line">
            <a:avLst/>
          </a:prstGeom>
          <a:noFill/>
          <a:ln w="57150">
            <a:solidFill>
              <a:srgbClr val="FFCC66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Box 50"/>
          <p:cNvSpPr txBox="1">
            <a:spLocks noChangeArrowheads="1"/>
          </p:cNvSpPr>
          <p:nvPr/>
        </p:nvSpPr>
        <p:spPr bwMode="auto">
          <a:xfrm>
            <a:off x="406562" y="1953890"/>
            <a:ext cx="1818756" cy="307777"/>
          </a:xfrm>
          <a:prstGeom prst="rect">
            <a:avLst/>
          </a:prstGeom>
          <a:solidFill>
            <a:srgbClr val="FFFFFF">
              <a:alpha val="81176"/>
            </a:srgbClr>
          </a:solidFill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1400" dirty="0"/>
              <a:t>actual clock pulses</a:t>
            </a:r>
          </a:p>
        </p:txBody>
      </p:sp>
      <p:sp>
        <p:nvSpPr>
          <p:cNvPr id="26" name="Line 55"/>
          <p:cNvSpPr>
            <a:spLocks noChangeShapeType="1"/>
          </p:cNvSpPr>
          <p:nvPr/>
        </p:nvSpPr>
        <p:spPr bwMode="auto">
          <a:xfrm>
            <a:off x="1255543" y="2636095"/>
            <a:ext cx="620966" cy="572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grpSp>
        <p:nvGrpSpPr>
          <p:cNvPr id="36" name="Group 35"/>
          <p:cNvGrpSpPr/>
          <p:nvPr/>
        </p:nvGrpSpPr>
        <p:grpSpPr>
          <a:xfrm>
            <a:off x="566387" y="4572340"/>
            <a:ext cx="1920837" cy="647234"/>
            <a:chOff x="1669774" y="4839565"/>
            <a:chExt cx="2048846" cy="511661"/>
          </a:xfrm>
        </p:grpSpPr>
        <p:sp>
          <p:nvSpPr>
            <p:cNvPr id="25" name="Freeform 24"/>
            <p:cNvSpPr/>
            <p:nvPr/>
          </p:nvSpPr>
          <p:spPr>
            <a:xfrm>
              <a:off x="1669774" y="4839565"/>
              <a:ext cx="1078264" cy="511661"/>
            </a:xfrm>
            <a:custGeom>
              <a:avLst/>
              <a:gdLst>
                <a:gd name="connsiteX0" fmla="*/ 0 w 1073426"/>
                <a:gd name="connsiteY0" fmla="*/ 501678 h 501678"/>
                <a:gd name="connsiteX1" fmla="*/ 405516 w 1073426"/>
                <a:gd name="connsiteY1" fmla="*/ 422165 h 501678"/>
                <a:gd name="connsiteX2" fmla="*/ 675861 w 1073426"/>
                <a:gd name="connsiteY2" fmla="*/ 159772 h 501678"/>
                <a:gd name="connsiteX3" fmla="*/ 898497 w 1073426"/>
                <a:gd name="connsiteY3" fmla="*/ 16649 h 501678"/>
                <a:gd name="connsiteX4" fmla="*/ 1073426 w 1073426"/>
                <a:gd name="connsiteY4" fmla="*/ 8697 h 501678"/>
                <a:gd name="connsiteX0" fmla="*/ 0 w 1078264"/>
                <a:gd name="connsiteY0" fmla="*/ 511661 h 511661"/>
                <a:gd name="connsiteX1" fmla="*/ 405516 w 1078264"/>
                <a:gd name="connsiteY1" fmla="*/ 432148 h 511661"/>
                <a:gd name="connsiteX2" fmla="*/ 675861 w 1078264"/>
                <a:gd name="connsiteY2" fmla="*/ 169755 h 511661"/>
                <a:gd name="connsiteX3" fmla="*/ 898497 w 1078264"/>
                <a:gd name="connsiteY3" fmla="*/ 26632 h 511661"/>
                <a:gd name="connsiteX4" fmla="*/ 1078264 w 1078264"/>
                <a:gd name="connsiteY4" fmla="*/ 4165 h 511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8264" h="511661">
                  <a:moveTo>
                    <a:pt x="0" y="511661"/>
                  </a:moveTo>
                  <a:cubicBezTo>
                    <a:pt x="146436" y="500396"/>
                    <a:pt x="292873" y="489132"/>
                    <a:pt x="405516" y="432148"/>
                  </a:cubicBezTo>
                  <a:cubicBezTo>
                    <a:pt x="518160" y="375164"/>
                    <a:pt x="593698" y="237341"/>
                    <a:pt x="675861" y="169755"/>
                  </a:cubicBezTo>
                  <a:cubicBezTo>
                    <a:pt x="758025" y="102169"/>
                    <a:pt x="831430" y="54230"/>
                    <a:pt x="898497" y="26632"/>
                  </a:cubicBezTo>
                  <a:cubicBezTo>
                    <a:pt x="965564" y="-966"/>
                    <a:pt x="1023930" y="-4449"/>
                    <a:pt x="1078264" y="4165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Freeform 34"/>
            <p:cNvSpPr/>
            <p:nvPr/>
          </p:nvSpPr>
          <p:spPr>
            <a:xfrm flipH="1">
              <a:off x="2642775" y="4840779"/>
              <a:ext cx="1075845" cy="509751"/>
            </a:xfrm>
            <a:custGeom>
              <a:avLst/>
              <a:gdLst>
                <a:gd name="connsiteX0" fmla="*/ 0 w 1073426"/>
                <a:gd name="connsiteY0" fmla="*/ 501678 h 501678"/>
                <a:gd name="connsiteX1" fmla="*/ 405516 w 1073426"/>
                <a:gd name="connsiteY1" fmla="*/ 422165 h 501678"/>
                <a:gd name="connsiteX2" fmla="*/ 675861 w 1073426"/>
                <a:gd name="connsiteY2" fmla="*/ 159772 h 501678"/>
                <a:gd name="connsiteX3" fmla="*/ 898497 w 1073426"/>
                <a:gd name="connsiteY3" fmla="*/ 16649 h 501678"/>
                <a:gd name="connsiteX4" fmla="*/ 1073426 w 1073426"/>
                <a:gd name="connsiteY4" fmla="*/ 8697 h 501678"/>
                <a:gd name="connsiteX0" fmla="*/ 0 w 1075845"/>
                <a:gd name="connsiteY0" fmla="*/ 509751 h 509751"/>
                <a:gd name="connsiteX1" fmla="*/ 405516 w 1075845"/>
                <a:gd name="connsiteY1" fmla="*/ 430238 h 509751"/>
                <a:gd name="connsiteX2" fmla="*/ 675861 w 1075845"/>
                <a:gd name="connsiteY2" fmla="*/ 167845 h 509751"/>
                <a:gd name="connsiteX3" fmla="*/ 898497 w 1075845"/>
                <a:gd name="connsiteY3" fmla="*/ 24722 h 509751"/>
                <a:gd name="connsiteX4" fmla="*/ 1075845 w 1075845"/>
                <a:gd name="connsiteY4" fmla="*/ 4675 h 509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5845" h="509751">
                  <a:moveTo>
                    <a:pt x="0" y="509751"/>
                  </a:moveTo>
                  <a:cubicBezTo>
                    <a:pt x="146436" y="498486"/>
                    <a:pt x="292873" y="487222"/>
                    <a:pt x="405516" y="430238"/>
                  </a:cubicBezTo>
                  <a:cubicBezTo>
                    <a:pt x="518160" y="373254"/>
                    <a:pt x="593698" y="235431"/>
                    <a:pt x="675861" y="167845"/>
                  </a:cubicBezTo>
                  <a:cubicBezTo>
                    <a:pt x="758025" y="100259"/>
                    <a:pt x="831833" y="51917"/>
                    <a:pt x="898497" y="24722"/>
                  </a:cubicBezTo>
                  <a:cubicBezTo>
                    <a:pt x="965161" y="-2473"/>
                    <a:pt x="1021511" y="-3939"/>
                    <a:pt x="1075845" y="4675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330021" y="5294644"/>
            <a:ext cx="233881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Distribution of clocking arising through various issues, e.g. arising through the nodes transmission</a:t>
            </a:r>
          </a:p>
        </p:txBody>
      </p:sp>
      <p:grpSp>
        <p:nvGrpSpPr>
          <p:cNvPr id="108" name="Group 107"/>
          <p:cNvGrpSpPr/>
          <p:nvPr/>
        </p:nvGrpSpPr>
        <p:grpSpPr>
          <a:xfrm>
            <a:off x="2838614" y="4784954"/>
            <a:ext cx="5676865" cy="534506"/>
            <a:chOff x="2798859" y="4371492"/>
            <a:chExt cx="5676865" cy="534506"/>
          </a:xfrm>
        </p:grpSpPr>
        <p:cxnSp>
          <p:nvCxnSpPr>
            <p:cNvPr id="49" name="Straight Connector 48"/>
            <p:cNvCxnSpPr/>
            <p:nvPr/>
          </p:nvCxnSpPr>
          <p:spPr>
            <a:xfrm>
              <a:off x="2798859" y="4891744"/>
              <a:ext cx="710684" cy="3687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>
              <a:off x="3519736" y="4393784"/>
              <a:ext cx="1060958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3509543" y="4381053"/>
              <a:ext cx="0" cy="520252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>
              <a:off x="5382331" y="4381053"/>
              <a:ext cx="0" cy="520252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 flipV="1">
              <a:off x="5382331" y="4381053"/>
              <a:ext cx="945025" cy="12731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>
              <a:off x="4571618" y="4381053"/>
              <a:ext cx="0" cy="520252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>
              <a:off x="4580694" y="4895431"/>
              <a:ext cx="801637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>
              <a:off x="6327356" y="4375179"/>
              <a:ext cx="0" cy="520252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>
              <a:off x="6327356" y="4895431"/>
              <a:ext cx="936427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>
              <a:off x="7263783" y="4371492"/>
              <a:ext cx="756551" cy="3687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 flipV="1">
              <a:off x="8020334" y="4905998"/>
              <a:ext cx="45539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/>
            <p:nvPr/>
          </p:nvCxnSpPr>
          <p:spPr>
            <a:xfrm>
              <a:off x="7263783" y="4375179"/>
              <a:ext cx="0" cy="520252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>
            <a:xfrm>
              <a:off x="8020334" y="4371492"/>
              <a:ext cx="0" cy="520252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9" name="Text Box 7"/>
          <p:cNvSpPr txBox="1">
            <a:spLocks noChangeArrowheads="1"/>
          </p:cNvSpPr>
          <p:nvPr/>
        </p:nvSpPr>
        <p:spPr bwMode="auto">
          <a:xfrm>
            <a:off x="5884233" y="5396452"/>
            <a:ext cx="3126388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1400" dirty="0"/>
              <a:t>pulse train cleaned up at receiver</a:t>
            </a:r>
          </a:p>
        </p:txBody>
      </p:sp>
      <p:sp>
        <p:nvSpPr>
          <p:cNvPr id="103" name="Freeform 102"/>
          <p:cNvSpPr/>
          <p:nvPr/>
        </p:nvSpPr>
        <p:spPr>
          <a:xfrm>
            <a:off x="919401" y="2829705"/>
            <a:ext cx="7426519" cy="707666"/>
          </a:xfrm>
          <a:custGeom>
            <a:avLst/>
            <a:gdLst>
              <a:gd name="connsiteX0" fmla="*/ 0 w 7426519"/>
              <a:gd name="connsiteY0" fmla="*/ 548640 h 707666"/>
              <a:gd name="connsiteX1" fmla="*/ 214686 w 7426519"/>
              <a:gd name="connsiteY1" fmla="*/ 540689 h 707666"/>
              <a:gd name="connsiteX2" fmla="*/ 310101 w 7426519"/>
              <a:gd name="connsiteY2" fmla="*/ 524786 h 707666"/>
              <a:gd name="connsiteX3" fmla="*/ 341907 w 7426519"/>
              <a:gd name="connsiteY3" fmla="*/ 492981 h 707666"/>
              <a:gd name="connsiteX4" fmla="*/ 357809 w 7426519"/>
              <a:gd name="connsiteY4" fmla="*/ 461176 h 707666"/>
              <a:gd name="connsiteX5" fmla="*/ 373712 w 7426519"/>
              <a:gd name="connsiteY5" fmla="*/ 413468 h 707666"/>
              <a:gd name="connsiteX6" fmla="*/ 397566 w 7426519"/>
              <a:gd name="connsiteY6" fmla="*/ 389614 h 707666"/>
              <a:gd name="connsiteX7" fmla="*/ 413468 w 7426519"/>
              <a:gd name="connsiteY7" fmla="*/ 294199 h 707666"/>
              <a:gd name="connsiteX8" fmla="*/ 421420 w 7426519"/>
              <a:gd name="connsiteY8" fmla="*/ 238540 h 707666"/>
              <a:gd name="connsiteX9" fmla="*/ 437322 w 7426519"/>
              <a:gd name="connsiteY9" fmla="*/ 206734 h 707666"/>
              <a:gd name="connsiteX10" fmla="*/ 445274 w 7426519"/>
              <a:gd name="connsiteY10" fmla="*/ 182880 h 707666"/>
              <a:gd name="connsiteX11" fmla="*/ 461176 w 7426519"/>
              <a:gd name="connsiteY11" fmla="*/ 151075 h 707666"/>
              <a:gd name="connsiteX12" fmla="*/ 469127 w 7426519"/>
              <a:gd name="connsiteY12" fmla="*/ 127221 h 707666"/>
              <a:gd name="connsiteX13" fmla="*/ 500933 w 7426519"/>
              <a:gd name="connsiteY13" fmla="*/ 71562 h 707666"/>
              <a:gd name="connsiteX14" fmla="*/ 508884 w 7426519"/>
              <a:gd name="connsiteY14" fmla="*/ 47708 h 707666"/>
              <a:gd name="connsiteX15" fmla="*/ 644056 w 7426519"/>
              <a:gd name="connsiteY15" fmla="*/ 31806 h 707666"/>
              <a:gd name="connsiteX16" fmla="*/ 667910 w 7426519"/>
              <a:gd name="connsiteY16" fmla="*/ 55660 h 707666"/>
              <a:gd name="connsiteX17" fmla="*/ 699715 w 7426519"/>
              <a:gd name="connsiteY17" fmla="*/ 63611 h 707666"/>
              <a:gd name="connsiteX18" fmla="*/ 747423 w 7426519"/>
              <a:gd name="connsiteY18" fmla="*/ 79513 h 707666"/>
              <a:gd name="connsiteX19" fmla="*/ 874644 w 7426519"/>
              <a:gd name="connsiteY19" fmla="*/ 95416 h 707666"/>
              <a:gd name="connsiteX20" fmla="*/ 1304014 w 7426519"/>
              <a:gd name="connsiteY20" fmla="*/ 103367 h 707666"/>
              <a:gd name="connsiteX21" fmla="*/ 1311966 w 7426519"/>
              <a:gd name="connsiteY21" fmla="*/ 127221 h 707666"/>
              <a:gd name="connsiteX22" fmla="*/ 1327868 w 7426519"/>
              <a:gd name="connsiteY22" fmla="*/ 151075 h 707666"/>
              <a:gd name="connsiteX23" fmla="*/ 1335820 w 7426519"/>
              <a:gd name="connsiteY23" fmla="*/ 182880 h 707666"/>
              <a:gd name="connsiteX24" fmla="*/ 1343771 w 7426519"/>
              <a:gd name="connsiteY24" fmla="*/ 206734 h 707666"/>
              <a:gd name="connsiteX25" fmla="*/ 1359674 w 7426519"/>
              <a:gd name="connsiteY25" fmla="*/ 238540 h 707666"/>
              <a:gd name="connsiteX26" fmla="*/ 1367625 w 7426519"/>
              <a:gd name="connsiteY26" fmla="*/ 262393 h 707666"/>
              <a:gd name="connsiteX27" fmla="*/ 1391479 w 7426519"/>
              <a:gd name="connsiteY27" fmla="*/ 278296 h 707666"/>
              <a:gd name="connsiteX28" fmla="*/ 1415333 w 7426519"/>
              <a:gd name="connsiteY28" fmla="*/ 349858 h 707666"/>
              <a:gd name="connsiteX29" fmla="*/ 1423284 w 7426519"/>
              <a:gd name="connsiteY29" fmla="*/ 373712 h 707666"/>
              <a:gd name="connsiteX30" fmla="*/ 1463040 w 7426519"/>
              <a:gd name="connsiteY30" fmla="*/ 429371 h 707666"/>
              <a:gd name="connsiteX31" fmla="*/ 1494846 w 7426519"/>
              <a:gd name="connsiteY31" fmla="*/ 492981 h 707666"/>
              <a:gd name="connsiteX32" fmla="*/ 1502797 w 7426519"/>
              <a:gd name="connsiteY32" fmla="*/ 524786 h 707666"/>
              <a:gd name="connsiteX33" fmla="*/ 1518700 w 7426519"/>
              <a:gd name="connsiteY33" fmla="*/ 556592 h 707666"/>
              <a:gd name="connsiteX34" fmla="*/ 1550505 w 7426519"/>
              <a:gd name="connsiteY34" fmla="*/ 612251 h 707666"/>
              <a:gd name="connsiteX35" fmla="*/ 1590261 w 7426519"/>
              <a:gd name="connsiteY35" fmla="*/ 659959 h 707666"/>
              <a:gd name="connsiteX36" fmla="*/ 1749287 w 7426519"/>
              <a:gd name="connsiteY36" fmla="*/ 652007 h 707666"/>
              <a:gd name="connsiteX37" fmla="*/ 1828800 w 7426519"/>
              <a:gd name="connsiteY37" fmla="*/ 628153 h 707666"/>
              <a:gd name="connsiteX38" fmla="*/ 1868557 w 7426519"/>
              <a:gd name="connsiteY38" fmla="*/ 612251 h 707666"/>
              <a:gd name="connsiteX39" fmla="*/ 1987827 w 7426519"/>
              <a:gd name="connsiteY39" fmla="*/ 588397 h 707666"/>
              <a:gd name="connsiteX40" fmla="*/ 2043486 w 7426519"/>
              <a:gd name="connsiteY40" fmla="*/ 556592 h 707666"/>
              <a:gd name="connsiteX41" fmla="*/ 2083242 w 7426519"/>
              <a:gd name="connsiteY41" fmla="*/ 548640 h 707666"/>
              <a:gd name="connsiteX42" fmla="*/ 2218414 w 7426519"/>
              <a:gd name="connsiteY42" fmla="*/ 532738 h 707666"/>
              <a:gd name="connsiteX43" fmla="*/ 2305879 w 7426519"/>
              <a:gd name="connsiteY43" fmla="*/ 508884 h 707666"/>
              <a:gd name="connsiteX44" fmla="*/ 2456954 w 7426519"/>
              <a:gd name="connsiteY44" fmla="*/ 524786 h 707666"/>
              <a:gd name="connsiteX45" fmla="*/ 2520564 w 7426519"/>
              <a:gd name="connsiteY45" fmla="*/ 516835 h 707666"/>
              <a:gd name="connsiteX46" fmla="*/ 2528515 w 7426519"/>
              <a:gd name="connsiteY46" fmla="*/ 492981 h 707666"/>
              <a:gd name="connsiteX47" fmla="*/ 2552369 w 7426519"/>
              <a:gd name="connsiteY47" fmla="*/ 429371 h 707666"/>
              <a:gd name="connsiteX48" fmla="*/ 2560320 w 7426519"/>
              <a:gd name="connsiteY48" fmla="*/ 397566 h 707666"/>
              <a:gd name="connsiteX49" fmla="*/ 2568272 w 7426519"/>
              <a:gd name="connsiteY49" fmla="*/ 373712 h 707666"/>
              <a:gd name="connsiteX50" fmla="*/ 2576223 w 7426519"/>
              <a:gd name="connsiteY50" fmla="*/ 262393 h 707666"/>
              <a:gd name="connsiteX51" fmla="*/ 2600077 w 7426519"/>
              <a:gd name="connsiteY51" fmla="*/ 166978 h 707666"/>
              <a:gd name="connsiteX52" fmla="*/ 2623931 w 7426519"/>
              <a:gd name="connsiteY52" fmla="*/ 87465 h 707666"/>
              <a:gd name="connsiteX53" fmla="*/ 2631882 w 7426519"/>
              <a:gd name="connsiteY53" fmla="*/ 31806 h 707666"/>
              <a:gd name="connsiteX54" fmla="*/ 2679590 w 7426519"/>
              <a:gd name="connsiteY54" fmla="*/ 0 h 707666"/>
              <a:gd name="connsiteX55" fmla="*/ 2727298 w 7426519"/>
              <a:gd name="connsiteY55" fmla="*/ 15903 h 707666"/>
              <a:gd name="connsiteX56" fmla="*/ 2751152 w 7426519"/>
              <a:gd name="connsiteY56" fmla="*/ 63611 h 707666"/>
              <a:gd name="connsiteX57" fmla="*/ 2798860 w 7426519"/>
              <a:gd name="connsiteY57" fmla="*/ 79513 h 707666"/>
              <a:gd name="connsiteX58" fmla="*/ 2957886 w 7426519"/>
              <a:gd name="connsiteY58" fmla="*/ 71562 h 707666"/>
              <a:gd name="connsiteX59" fmla="*/ 3252084 w 7426519"/>
              <a:gd name="connsiteY59" fmla="*/ 87465 h 707666"/>
              <a:gd name="connsiteX60" fmla="*/ 3625795 w 7426519"/>
              <a:gd name="connsiteY60" fmla="*/ 79513 h 707666"/>
              <a:gd name="connsiteX61" fmla="*/ 3665552 w 7426519"/>
              <a:gd name="connsiteY61" fmla="*/ 87465 h 707666"/>
              <a:gd name="connsiteX62" fmla="*/ 3673503 w 7426519"/>
              <a:gd name="connsiteY62" fmla="*/ 119270 h 707666"/>
              <a:gd name="connsiteX63" fmla="*/ 3681454 w 7426519"/>
              <a:gd name="connsiteY63" fmla="*/ 143124 h 707666"/>
              <a:gd name="connsiteX64" fmla="*/ 3697357 w 7426519"/>
              <a:gd name="connsiteY64" fmla="*/ 174929 h 707666"/>
              <a:gd name="connsiteX65" fmla="*/ 3705308 w 7426519"/>
              <a:gd name="connsiteY65" fmla="*/ 198783 h 707666"/>
              <a:gd name="connsiteX66" fmla="*/ 3729162 w 7426519"/>
              <a:gd name="connsiteY66" fmla="*/ 254442 h 707666"/>
              <a:gd name="connsiteX67" fmla="*/ 3745065 w 7426519"/>
              <a:gd name="connsiteY67" fmla="*/ 341906 h 707666"/>
              <a:gd name="connsiteX68" fmla="*/ 3760967 w 7426519"/>
              <a:gd name="connsiteY68" fmla="*/ 373712 h 707666"/>
              <a:gd name="connsiteX69" fmla="*/ 3768919 w 7426519"/>
              <a:gd name="connsiteY69" fmla="*/ 421420 h 707666"/>
              <a:gd name="connsiteX70" fmla="*/ 3776870 w 7426519"/>
              <a:gd name="connsiteY70" fmla="*/ 461176 h 707666"/>
              <a:gd name="connsiteX71" fmla="*/ 3800724 w 7426519"/>
              <a:gd name="connsiteY71" fmla="*/ 572494 h 707666"/>
              <a:gd name="connsiteX72" fmla="*/ 3824578 w 7426519"/>
              <a:gd name="connsiteY72" fmla="*/ 644056 h 707666"/>
              <a:gd name="connsiteX73" fmla="*/ 3832529 w 7426519"/>
              <a:gd name="connsiteY73" fmla="*/ 667910 h 707666"/>
              <a:gd name="connsiteX74" fmla="*/ 3880237 w 7426519"/>
              <a:gd name="connsiteY74" fmla="*/ 691764 h 707666"/>
              <a:gd name="connsiteX75" fmla="*/ 3919994 w 7426519"/>
              <a:gd name="connsiteY75" fmla="*/ 675861 h 707666"/>
              <a:gd name="connsiteX76" fmla="*/ 3959750 w 7426519"/>
              <a:gd name="connsiteY76" fmla="*/ 620202 h 707666"/>
              <a:gd name="connsiteX77" fmla="*/ 3967701 w 7426519"/>
              <a:gd name="connsiteY77" fmla="*/ 596348 h 707666"/>
              <a:gd name="connsiteX78" fmla="*/ 3983604 w 7426519"/>
              <a:gd name="connsiteY78" fmla="*/ 564543 h 707666"/>
              <a:gd name="connsiteX79" fmla="*/ 4063117 w 7426519"/>
              <a:gd name="connsiteY79" fmla="*/ 572494 h 707666"/>
              <a:gd name="connsiteX80" fmla="*/ 4110825 w 7426519"/>
              <a:gd name="connsiteY80" fmla="*/ 588397 h 707666"/>
              <a:gd name="connsiteX81" fmla="*/ 4134679 w 7426519"/>
              <a:gd name="connsiteY81" fmla="*/ 596348 h 707666"/>
              <a:gd name="connsiteX82" fmla="*/ 4206240 w 7426519"/>
              <a:gd name="connsiteY82" fmla="*/ 588397 h 707666"/>
              <a:gd name="connsiteX83" fmla="*/ 4230094 w 7426519"/>
              <a:gd name="connsiteY83" fmla="*/ 564543 h 707666"/>
              <a:gd name="connsiteX84" fmla="*/ 4309607 w 7426519"/>
              <a:gd name="connsiteY84" fmla="*/ 540689 h 707666"/>
              <a:gd name="connsiteX85" fmla="*/ 4381169 w 7426519"/>
              <a:gd name="connsiteY85" fmla="*/ 540689 h 707666"/>
              <a:gd name="connsiteX86" fmla="*/ 4389120 w 7426519"/>
              <a:gd name="connsiteY86" fmla="*/ 516835 h 707666"/>
              <a:gd name="connsiteX87" fmla="*/ 4405023 w 7426519"/>
              <a:gd name="connsiteY87" fmla="*/ 492981 h 707666"/>
              <a:gd name="connsiteX88" fmla="*/ 4420926 w 7426519"/>
              <a:gd name="connsiteY88" fmla="*/ 461176 h 707666"/>
              <a:gd name="connsiteX89" fmla="*/ 4436828 w 7426519"/>
              <a:gd name="connsiteY89" fmla="*/ 286247 h 707666"/>
              <a:gd name="connsiteX90" fmla="*/ 4444780 w 7426519"/>
              <a:gd name="connsiteY90" fmla="*/ 222637 h 707666"/>
              <a:gd name="connsiteX91" fmla="*/ 4492487 w 7426519"/>
              <a:gd name="connsiteY91" fmla="*/ 143124 h 707666"/>
              <a:gd name="connsiteX92" fmla="*/ 4532244 w 7426519"/>
              <a:gd name="connsiteY92" fmla="*/ 71562 h 707666"/>
              <a:gd name="connsiteX93" fmla="*/ 4540195 w 7426519"/>
              <a:gd name="connsiteY93" fmla="*/ 39757 h 707666"/>
              <a:gd name="connsiteX94" fmla="*/ 4564049 w 7426519"/>
              <a:gd name="connsiteY94" fmla="*/ 31806 h 707666"/>
              <a:gd name="connsiteX95" fmla="*/ 4603806 w 7426519"/>
              <a:gd name="connsiteY95" fmla="*/ 79513 h 707666"/>
              <a:gd name="connsiteX96" fmla="*/ 4611757 w 7426519"/>
              <a:gd name="connsiteY96" fmla="*/ 111319 h 707666"/>
              <a:gd name="connsiteX97" fmla="*/ 4675367 w 7426519"/>
              <a:gd name="connsiteY97" fmla="*/ 119270 h 707666"/>
              <a:gd name="connsiteX98" fmla="*/ 4699221 w 7426519"/>
              <a:gd name="connsiteY98" fmla="*/ 103367 h 707666"/>
              <a:gd name="connsiteX99" fmla="*/ 4723075 w 7426519"/>
              <a:gd name="connsiteY99" fmla="*/ 79513 h 707666"/>
              <a:gd name="connsiteX100" fmla="*/ 4746929 w 7426519"/>
              <a:gd name="connsiteY100" fmla="*/ 71562 h 707666"/>
              <a:gd name="connsiteX101" fmla="*/ 4762832 w 7426519"/>
              <a:gd name="connsiteY101" fmla="*/ 95416 h 707666"/>
              <a:gd name="connsiteX102" fmla="*/ 4890053 w 7426519"/>
              <a:gd name="connsiteY102" fmla="*/ 103367 h 707666"/>
              <a:gd name="connsiteX103" fmla="*/ 5041127 w 7426519"/>
              <a:gd name="connsiteY103" fmla="*/ 71562 h 707666"/>
              <a:gd name="connsiteX104" fmla="*/ 5208105 w 7426519"/>
              <a:gd name="connsiteY104" fmla="*/ 79513 h 707666"/>
              <a:gd name="connsiteX105" fmla="*/ 5367131 w 7426519"/>
              <a:gd name="connsiteY105" fmla="*/ 79513 h 707666"/>
              <a:gd name="connsiteX106" fmla="*/ 5375082 w 7426519"/>
              <a:gd name="connsiteY106" fmla="*/ 206734 h 707666"/>
              <a:gd name="connsiteX107" fmla="*/ 5383034 w 7426519"/>
              <a:gd name="connsiteY107" fmla="*/ 254442 h 707666"/>
              <a:gd name="connsiteX108" fmla="*/ 5390985 w 7426519"/>
              <a:gd name="connsiteY108" fmla="*/ 381663 h 707666"/>
              <a:gd name="connsiteX109" fmla="*/ 5398936 w 7426519"/>
              <a:gd name="connsiteY109" fmla="*/ 421420 h 707666"/>
              <a:gd name="connsiteX110" fmla="*/ 5414839 w 7426519"/>
              <a:gd name="connsiteY110" fmla="*/ 492981 h 707666"/>
              <a:gd name="connsiteX111" fmla="*/ 5422790 w 7426519"/>
              <a:gd name="connsiteY111" fmla="*/ 532738 h 707666"/>
              <a:gd name="connsiteX112" fmla="*/ 5438693 w 7426519"/>
              <a:gd name="connsiteY112" fmla="*/ 596348 h 707666"/>
              <a:gd name="connsiteX113" fmla="*/ 5454595 w 7426519"/>
              <a:gd name="connsiteY113" fmla="*/ 707666 h 707666"/>
              <a:gd name="connsiteX114" fmla="*/ 5510254 w 7426519"/>
              <a:gd name="connsiteY114" fmla="*/ 683813 h 707666"/>
              <a:gd name="connsiteX115" fmla="*/ 5526157 w 7426519"/>
              <a:gd name="connsiteY115" fmla="*/ 636105 h 707666"/>
              <a:gd name="connsiteX116" fmla="*/ 5557962 w 7426519"/>
              <a:gd name="connsiteY116" fmla="*/ 612251 h 707666"/>
              <a:gd name="connsiteX117" fmla="*/ 5581816 w 7426519"/>
              <a:gd name="connsiteY117" fmla="*/ 588397 h 707666"/>
              <a:gd name="connsiteX118" fmla="*/ 5613621 w 7426519"/>
              <a:gd name="connsiteY118" fmla="*/ 580446 h 707666"/>
              <a:gd name="connsiteX119" fmla="*/ 5756745 w 7426519"/>
              <a:gd name="connsiteY119" fmla="*/ 548640 h 707666"/>
              <a:gd name="connsiteX120" fmla="*/ 5860112 w 7426519"/>
              <a:gd name="connsiteY120" fmla="*/ 532738 h 707666"/>
              <a:gd name="connsiteX121" fmla="*/ 5891917 w 7426519"/>
              <a:gd name="connsiteY121" fmla="*/ 524786 h 707666"/>
              <a:gd name="connsiteX122" fmla="*/ 5955527 w 7426519"/>
              <a:gd name="connsiteY122" fmla="*/ 516835 h 707666"/>
              <a:gd name="connsiteX123" fmla="*/ 6042992 w 7426519"/>
              <a:gd name="connsiteY123" fmla="*/ 524786 h 707666"/>
              <a:gd name="connsiteX124" fmla="*/ 6138407 w 7426519"/>
              <a:gd name="connsiteY124" fmla="*/ 548640 h 707666"/>
              <a:gd name="connsiteX125" fmla="*/ 6194067 w 7426519"/>
              <a:gd name="connsiteY125" fmla="*/ 564543 h 707666"/>
              <a:gd name="connsiteX126" fmla="*/ 6273580 w 7426519"/>
              <a:gd name="connsiteY126" fmla="*/ 548640 h 707666"/>
              <a:gd name="connsiteX127" fmla="*/ 6281531 w 7426519"/>
              <a:gd name="connsiteY127" fmla="*/ 524786 h 707666"/>
              <a:gd name="connsiteX128" fmla="*/ 6289482 w 7426519"/>
              <a:gd name="connsiteY128" fmla="*/ 389614 h 707666"/>
              <a:gd name="connsiteX129" fmla="*/ 6305385 w 7426519"/>
              <a:gd name="connsiteY129" fmla="*/ 365760 h 707666"/>
              <a:gd name="connsiteX130" fmla="*/ 6329239 w 7426519"/>
              <a:gd name="connsiteY130" fmla="*/ 294199 h 707666"/>
              <a:gd name="connsiteX131" fmla="*/ 6353093 w 7426519"/>
              <a:gd name="connsiteY131" fmla="*/ 103367 h 707666"/>
              <a:gd name="connsiteX132" fmla="*/ 6376947 w 7426519"/>
              <a:gd name="connsiteY132" fmla="*/ 15903 h 707666"/>
              <a:gd name="connsiteX133" fmla="*/ 6424654 w 7426519"/>
              <a:gd name="connsiteY133" fmla="*/ 31806 h 707666"/>
              <a:gd name="connsiteX134" fmla="*/ 6456460 w 7426519"/>
              <a:gd name="connsiteY134" fmla="*/ 39757 h 707666"/>
              <a:gd name="connsiteX135" fmla="*/ 6480314 w 7426519"/>
              <a:gd name="connsiteY135" fmla="*/ 55660 h 707666"/>
              <a:gd name="connsiteX136" fmla="*/ 6774512 w 7426519"/>
              <a:gd name="connsiteY136" fmla="*/ 63611 h 707666"/>
              <a:gd name="connsiteX137" fmla="*/ 6925587 w 7426519"/>
              <a:gd name="connsiteY137" fmla="*/ 55660 h 707666"/>
              <a:gd name="connsiteX138" fmla="*/ 7021002 w 7426519"/>
              <a:gd name="connsiteY138" fmla="*/ 47708 h 707666"/>
              <a:gd name="connsiteX139" fmla="*/ 7044856 w 7426519"/>
              <a:gd name="connsiteY139" fmla="*/ 63611 h 707666"/>
              <a:gd name="connsiteX140" fmla="*/ 7068710 w 7426519"/>
              <a:gd name="connsiteY140" fmla="*/ 127221 h 707666"/>
              <a:gd name="connsiteX141" fmla="*/ 7076661 w 7426519"/>
              <a:gd name="connsiteY141" fmla="*/ 151075 h 707666"/>
              <a:gd name="connsiteX142" fmla="*/ 7100515 w 7426519"/>
              <a:gd name="connsiteY142" fmla="*/ 254442 h 707666"/>
              <a:gd name="connsiteX143" fmla="*/ 7108467 w 7426519"/>
              <a:gd name="connsiteY143" fmla="*/ 318053 h 707666"/>
              <a:gd name="connsiteX144" fmla="*/ 7116418 w 7426519"/>
              <a:gd name="connsiteY144" fmla="*/ 445273 h 707666"/>
              <a:gd name="connsiteX145" fmla="*/ 7124369 w 7426519"/>
              <a:gd name="connsiteY145" fmla="*/ 500933 h 707666"/>
              <a:gd name="connsiteX146" fmla="*/ 7132320 w 7426519"/>
              <a:gd name="connsiteY146" fmla="*/ 596348 h 707666"/>
              <a:gd name="connsiteX147" fmla="*/ 7180028 w 7426519"/>
              <a:gd name="connsiteY147" fmla="*/ 612251 h 707666"/>
              <a:gd name="connsiteX148" fmla="*/ 7227736 w 7426519"/>
              <a:gd name="connsiteY148" fmla="*/ 604300 h 707666"/>
              <a:gd name="connsiteX149" fmla="*/ 7307249 w 7426519"/>
              <a:gd name="connsiteY149" fmla="*/ 564543 h 707666"/>
              <a:gd name="connsiteX150" fmla="*/ 7426519 w 7426519"/>
              <a:gd name="connsiteY150" fmla="*/ 564543 h 707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7426519" h="707666">
                <a:moveTo>
                  <a:pt x="0" y="548640"/>
                </a:moveTo>
                <a:lnTo>
                  <a:pt x="214686" y="540689"/>
                </a:lnTo>
                <a:cubicBezTo>
                  <a:pt x="278601" y="537138"/>
                  <a:pt x="269058" y="538468"/>
                  <a:pt x="310101" y="524786"/>
                </a:cubicBezTo>
                <a:cubicBezTo>
                  <a:pt x="331307" y="461176"/>
                  <a:pt x="299498" y="535391"/>
                  <a:pt x="341907" y="492981"/>
                </a:cubicBezTo>
                <a:cubicBezTo>
                  <a:pt x="350288" y="484600"/>
                  <a:pt x="353407" y="472181"/>
                  <a:pt x="357809" y="461176"/>
                </a:cubicBezTo>
                <a:cubicBezTo>
                  <a:pt x="364035" y="445612"/>
                  <a:pt x="361859" y="425321"/>
                  <a:pt x="373712" y="413468"/>
                </a:cubicBezTo>
                <a:lnTo>
                  <a:pt x="397566" y="389614"/>
                </a:lnTo>
                <a:cubicBezTo>
                  <a:pt x="411380" y="334356"/>
                  <a:pt x="402831" y="373976"/>
                  <a:pt x="413468" y="294199"/>
                </a:cubicBezTo>
                <a:cubicBezTo>
                  <a:pt x="415945" y="275622"/>
                  <a:pt x="416489" y="256621"/>
                  <a:pt x="421420" y="238540"/>
                </a:cubicBezTo>
                <a:cubicBezTo>
                  <a:pt x="424539" y="227104"/>
                  <a:pt x="432653" y="217629"/>
                  <a:pt x="437322" y="206734"/>
                </a:cubicBezTo>
                <a:cubicBezTo>
                  <a:pt x="440624" y="199030"/>
                  <a:pt x="441972" y="190584"/>
                  <a:pt x="445274" y="182880"/>
                </a:cubicBezTo>
                <a:cubicBezTo>
                  <a:pt x="449943" y="171985"/>
                  <a:pt x="456507" y="161970"/>
                  <a:pt x="461176" y="151075"/>
                </a:cubicBezTo>
                <a:cubicBezTo>
                  <a:pt x="464477" y="143371"/>
                  <a:pt x="465825" y="134925"/>
                  <a:pt x="469127" y="127221"/>
                </a:cubicBezTo>
                <a:cubicBezTo>
                  <a:pt x="481232" y="98976"/>
                  <a:pt x="484963" y="95517"/>
                  <a:pt x="500933" y="71562"/>
                </a:cubicBezTo>
                <a:cubicBezTo>
                  <a:pt x="503583" y="63611"/>
                  <a:pt x="504235" y="54682"/>
                  <a:pt x="508884" y="47708"/>
                </a:cubicBezTo>
                <a:cubicBezTo>
                  <a:pt x="543083" y="-3591"/>
                  <a:pt x="574321" y="26824"/>
                  <a:pt x="644056" y="31806"/>
                </a:cubicBezTo>
                <a:cubicBezTo>
                  <a:pt x="652007" y="39757"/>
                  <a:pt x="658147" y="50081"/>
                  <a:pt x="667910" y="55660"/>
                </a:cubicBezTo>
                <a:cubicBezTo>
                  <a:pt x="677398" y="61082"/>
                  <a:pt x="689248" y="60471"/>
                  <a:pt x="699715" y="63611"/>
                </a:cubicBezTo>
                <a:cubicBezTo>
                  <a:pt x="715771" y="68428"/>
                  <a:pt x="730888" y="76757"/>
                  <a:pt x="747423" y="79513"/>
                </a:cubicBezTo>
                <a:cubicBezTo>
                  <a:pt x="792047" y="86951"/>
                  <a:pt x="827594" y="93946"/>
                  <a:pt x="874644" y="95416"/>
                </a:cubicBezTo>
                <a:cubicBezTo>
                  <a:pt x="1017722" y="99887"/>
                  <a:pt x="1160891" y="100717"/>
                  <a:pt x="1304014" y="103367"/>
                </a:cubicBezTo>
                <a:cubicBezTo>
                  <a:pt x="1306665" y="111318"/>
                  <a:pt x="1308218" y="119724"/>
                  <a:pt x="1311966" y="127221"/>
                </a:cubicBezTo>
                <a:cubicBezTo>
                  <a:pt x="1316240" y="135768"/>
                  <a:pt x="1324104" y="142291"/>
                  <a:pt x="1327868" y="151075"/>
                </a:cubicBezTo>
                <a:cubicBezTo>
                  <a:pt x="1332173" y="161119"/>
                  <a:pt x="1332818" y="172372"/>
                  <a:pt x="1335820" y="182880"/>
                </a:cubicBezTo>
                <a:cubicBezTo>
                  <a:pt x="1338123" y="190939"/>
                  <a:pt x="1340469" y="199030"/>
                  <a:pt x="1343771" y="206734"/>
                </a:cubicBezTo>
                <a:cubicBezTo>
                  <a:pt x="1348440" y="217629"/>
                  <a:pt x="1355005" y="227645"/>
                  <a:pt x="1359674" y="238540"/>
                </a:cubicBezTo>
                <a:cubicBezTo>
                  <a:pt x="1362975" y="246243"/>
                  <a:pt x="1362389" y="255848"/>
                  <a:pt x="1367625" y="262393"/>
                </a:cubicBezTo>
                <a:cubicBezTo>
                  <a:pt x="1373595" y="269855"/>
                  <a:pt x="1383528" y="272995"/>
                  <a:pt x="1391479" y="278296"/>
                </a:cubicBezTo>
                <a:lnTo>
                  <a:pt x="1415333" y="349858"/>
                </a:lnTo>
                <a:cubicBezTo>
                  <a:pt x="1417983" y="357809"/>
                  <a:pt x="1418255" y="367007"/>
                  <a:pt x="1423284" y="373712"/>
                </a:cubicBezTo>
                <a:cubicBezTo>
                  <a:pt x="1452872" y="413162"/>
                  <a:pt x="1439787" y="394490"/>
                  <a:pt x="1463040" y="429371"/>
                </a:cubicBezTo>
                <a:cubicBezTo>
                  <a:pt x="1482465" y="526488"/>
                  <a:pt x="1453724" y="421018"/>
                  <a:pt x="1494846" y="492981"/>
                </a:cubicBezTo>
                <a:cubicBezTo>
                  <a:pt x="1500268" y="502469"/>
                  <a:pt x="1498960" y="514554"/>
                  <a:pt x="1502797" y="524786"/>
                </a:cubicBezTo>
                <a:cubicBezTo>
                  <a:pt x="1506959" y="535885"/>
                  <a:pt x="1513399" y="545990"/>
                  <a:pt x="1518700" y="556592"/>
                </a:cubicBezTo>
                <a:cubicBezTo>
                  <a:pt x="1535516" y="623859"/>
                  <a:pt x="1512608" y="555404"/>
                  <a:pt x="1550505" y="612251"/>
                </a:cubicBezTo>
                <a:cubicBezTo>
                  <a:pt x="1586931" y="666891"/>
                  <a:pt x="1513354" y="602278"/>
                  <a:pt x="1590261" y="659959"/>
                </a:cubicBezTo>
                <a:cubicBezTo>
                  <a:pt x="1643270" y="657308"/>
                  <a:pt x="1696537" y="657868"/>
                  <a:pt x="1749287" y="652007"/>
                </a:cubicBezTo>
                <a:cubicBezTo>
                  <a:pt x="1755539" y="651312"/>
                  <a:pt x="1811603" y="634602"/>
                  <a:pt x="1828800" y="628153"/>
                </a:cubicBezTo>
                <a:cubicBezTo>
                  <a:pt x="1842164" y="623141"/>
                  <a:pt x="1854710" y="615713"/>
                  <a:pt x="1868557" y="612251"/>
                </a:cubicBezTo>
                <a:cubicBezTo>
                  <a:pt x="1907891" y="602418"/>
                  <a:pt x="1987827" y="588397"/>
                  <a:pt x="1987827" y="588397"/>
                </a:cubicBezTo>
                <a:cubicBezTo>
                  <a:pt x="2005281" y="576760"/>
                  <a:pt x="2023303" y="563320"/>
                  <a:pt x="2043486" y="556592"/>
                </a:cubicBezTo>
                <a:cubicBezTo>
                  <a:pt x="2056307" y="552318"/>
                  <a:pt x="2069946" y="551058"/>
                  <a:pt x="2083242" y="548640"/>
                </a:cubicBezTo>
                <a:cubicBezTo>
                  <a:pt x="2147053" y="537038"/>
                  <a:pt x="2138088" y="540040"/>
                  <a:pt x="2218414" y="532738"/>
                </a:cubicBezTo>
                <a:cubicBezTo>
                  <a:pt x="2242371" y="524752"/>
                  <a:pt x="2287936" y="508884"/>
                  <a:pt x="2305879" y="508884"/>
                </a:cubicBezTo>
                <a:cubicBezTo>
                  <a:pt x="2356516" y="508884"/>
                  <a:pt x="2406596" y="519485"/>
                  <a:pt x="2456954" y="524786"/>
                </a:cubicBezTo>
                <a:cubicBezTo>
                  <a:pt x="2478157" y="522136"/>
                  <a:pt x="2501037" y="525514"/>
                  <a:pt x="2520564" y="516835"/>
                </a:cubicBezTo>
                <a:cubicBezTo>
                  <a:pt x="2528223" y="513431"/>
                  <a:pt x="2526482" y="501112"/>
                  <a:pt x="2528515" y="492981"/>
                </a:cubicBezTo>
                <a:cubicBezTo>
                  <a:pt x="2542271" y="437960"/>
                  <a:pt x="2526192" y="468638"/>
                  <a:pt x="2552369" y="429371"/>
                </a:cubicBezTo>
                <a:cubicBezTo>
                  <a:pt x="2555019" y="418769"/>
                  <a:pt x="2557318" y="408073"/>
                  <a:pt x="2560320" y="397566"/>
                </a:cubicBezTo>
                <a:cubicBezTo>
                  <a:pt x="2562623" y="389507"/>
                  <a:pt x="2567293" y="382036"/>
                  <a:pt x="2568272" y="373712"/>
                </a:cubicBezTo>
                <a:cubicBezTo>
                  <a:pt x="2572619" y="336766"/>
                  <a:pt x="2570566" y="299161"/>
                  <a:pt x="2576223" y="262393"/>
                </a:cubicBezTo>
                <a:cubicBezTo>
                  <a:pt x="2581208" y="229990"/>
                  <a:pt x="2593648" y="199125"/>
                  <a:pt x="2600077" y="166978"/>
                </a:cubicBezTo>
                <a:cubicBezTo>
                  <a:pt x="2610827" y="113225"/>
                  <a:pt x="2603009" y="139769"/>
                  <a:pt x="2623931" y="87465"/>
                </a:cubicBezTo>
                <a:cubicBezTo>
                  <a:pt x="2626581" y="68912"/>
                  <a:pt x="2621820" y="47617"/>
                  <a:pt x="2631882" y="31806"/>
                </a:cubicBezTo>
                <a:cubicBezTo>
                  <a:pt x="2642143" y="15681"/>
                  <a:pt x="2679590" y="0"/>
                  <a:pt x="2679590" y="0"/>
                </a:cubicBezTo>
                <a:cubicBezTo>
                  <a:pt x="2695493" y="5301"/>
                  <a:pt x="2721997" y="0"/>
                  <a:pt x="2727298" y="15903"/>
                </a:cubicBezTo>
                <a:cubicBezTo>
                  <a:pt x="2731630" y="28901"/>
                  <a:pt x="2738171" y="55498"/>
                  <a:pt x="2751152" y="63611"/>
                </a:cubicBezTo>
                <a:cubicBezTo>
                  <a:pt x="2765367" y="72495"/>
                  <a:pt x="2798860" y="79513"/>
                  <a:pt x="2798860" y="79513"/>
                </a:cubicBezTo>
                <a:cubicBezTo>
                  <a:pt x="2851869" y="76863"/>
                  <a:pt x="2904811" y="71562"/>
                  <a:pt x="2957886" y="71562"/>
                </a:cubicBezTo>
                <a:cubicBezTo>
                  <a:pt x="3125246" y="71562"/>
                  <a:pt x="3132335" y="74158"/>
                  <a:pt x="3252084" y="87465"/>
                </a:cubicBezTo>
                <a:cubicBezTo>
                  <a:pt x="3376654" y="84814"/>
                  <a:pt x="3501196" y="79513"/>
                  <a:pt x="3625795" y="79513"/>
                </a:cubicBezTo>
                <a:cubicBezTo>
                  <a:pt x="3639310" y="79513"/>
                  <a:pt x="3655170" y="78813"/>
                  <a:pt x="3665552" y="87465"/>
                </a:cubicBezTo>
                <a:cubicBezTo>
                  <a:pt x="3673947" y="94461"/>
                  <a:pt x="3670501" y="108763"/>
                  <a:pt x="3673503" y="119270"/>
                </a:cubicBezTo>
                <a:cubicBezTo>
                  <a:pt x="3675805" y="127329"/>
                  <a:pt x="3678152" y="135420"/>
                  <a:pt x="3681454" y="143124"/>
                </a:cubicBezTo>
                <a:cubicBezTo>
                  <a:pt x="3686123" y="154019"/>
                  <a:pt x="3692688" y="164034"/>
                  <a:pt x="3697357" y="174929"/>
                </a:cubicBezTo>
                <a:cubicBezTo>
                  <a:pt x="3700659" y="182633"/>
                  <a:pt x="3702006" y="191079"/>
                  <a:pt x="3705308" y="198783"/>
                </a:cubicBezTo>
                <a:cubicBezTo>
                  <a:pt x="3734784" y="267561"/>
                  <a:pt x="3710515" y="198500"/>
                  <a:pt x="3729162" y="254442"/>
                </a:cubicBezTo>
                <a:cubicBezTo>
                  <a:pt x="3732064" y="274756"/>
                  <a:pt x="3736414" y="318837"/>
                  <a:pt x="3745065" y="341906"/>
                </a:cubicBezTo>
                <a:cubicBezTo>
                  <a:pt x="3749227" y="353005"/>
                  <a:pt x="3755666" y="363110"/>
                  <a:pt x="3760967" y="373712"/>
                </a:cubicBezTo>
                <a:cubicBezTo>
                  <a:pt x="3763618" y="389615"/>
                  <a:pt x="3766035" y="405558"/>
                  <a:pt x="3768919" y="421420"/>
                </a:cubicBezTo>
                <a:cubicBezTo>
                  <a:pt x="3771337" y="434716"/>
                  <a:pt x="3774648" y="447845"/>
                  <a:pt x="3776870" y="461176"/>
                </a:cubicBezTo>
                <a:cubicBezTo>
                  <a:pt x="3789575" y="537406"/>
                  <a:pt x="3777588" y="497302"/>
                  <a:pt x="3800724" y="572494"/>
                </a:cubicBezTo>
                <a:cubicBezTo>
                  <a:pt x="3808119" y="596526"/>
                  <a:pt x="3816627" y="620202"/>
                  <a:pt x="3824578" y="644056"/>
                </a:cubicBezTo>
                <a:cubicBezTo>
                  <a:pt x="3827228" y="652007"/>
                  <a:pt x="3825555" y="663261"/>
                  <a:pt x="3832529" y="667910"/>
                </a:cubicBezTo>
                <a:cubicBezTo>
                  <a:pt x="3863357" y="688462"/>
                  <a:pt x="3847317" y="680791"/>
                  <a:pt x="3880237" y="691764"/>
                </a:cubicBezTo>
                <a:cubicBezTo>
                  <a:pt x="3893489" y="686463"/>
                  <a:pt x="3907890" y="683426"/>
                  <a:pt x="3919994" y="675861"/>
                </a:cubicBezTo>
                <a:cubicBezTo>
                  <a:pt x="3941277" y="662559"/>
                  <a:pt x="3950362" y="642106"/>
                  <a:pt x="3959750" y="620202"/>
                </a:cubicBezTo>
                <a:cubicBezTo>
                  <a:pt x="3963052" y="612498"/>
                  <a:pt x="3964399" y="604052"/>
                  <a:pt x="3967701" y="596348"/>
                </a:cubicBezTo>
                <a:cubicBezTo>
                  <a:pt x="3972370" y="585453"/>
                  <a:pt x="3978303" y="575145"/>
                  <a:pt x="3983604" y="564543"/>
                </a:cubicBezTo>
                <a:cubicBezTo>
                  <a:pt x="4010108" y="567193"/>
                  <a:pt x="4036937" y="567585"/>
                  <a:pt x="4063117" y="572494"/>
                </a:cubicBezTo>
                <a:cubicBezTo>
                  <a:pt x="4079593" y="575583"/>
                  <a:pt x="4094922" y="583096"/>
                  <a:pt x="4110825" y="588397"/>
                </a:cubicBezTo>
                <a:lnTo>
                  <a:pt x="4134679" y="596348"/>
                </a:lnTo>
                <a:cubicBezTo>
                  <a:pt x="4158533" y="593698"/>
                  <a:pt x="4183471" y="595987"/>
                  <a:pt x="4206240" y="588397"/>
                </a:cubicBezTo>
                <a:cubicBezTo>
                  <a:pt x="4216908" y="584841"/>
                  <a:pt x="4220264" y="570004"/>
                  <a:pt x="4230094" y="564543"/>
                </a:cubicBezTo>
                <a:cubicBezTo>
                  <a:pt x="4245935" y="555742"/>
                  <a:pt x="4289073" y="545822"/>
                  <a:pt x="4309607" y="540689"/>
                </a:cubicBezTo>
                <a:cubicBezTo>
                  <a:pt x="4335737" y="549399"/>
                  <a:pt x="4350236" y="558365"/>
                  <a:pt x="4381169" y="540689"/>
                </a:cubicBezTo>
                <a:cubicBezTo>
                  <a:pt x="4388446" y="536531"/>
                  <a:pt x="4385372" y="524332"/>
                  <a:pt x="4389120" y="516835"/>
                </a:cubicBezTo>
                <a:cubicBezTo>
                  <a:pt x="4393394" y="508288"/>
                  <a:pt x="4400282" y="501278"/>
                  <a:pt x="4405023" y="492981"/>
                </a:cubicBezTo>
                <a:cubicBezTo>
                  <a:pt x="4410904" y="482690"/>
                  <a:pt x="4415625" y="471778"/>
                  <a:pt x="4420926" y="461176"/>
                </a:cubicBezTo>
                <a:cubicBezTo>
                  <a:pt x="4437878" y="342509"/>
                  <a:pt x="4420474" y="474313"/>
                  <a:pt x="4436828" y="286247"/>
                </a:cubicBezTo>
                <a:cubicBezTo>
                  <a:pt x="4438679" y="264959"/>
                  <a:pt x="4438910" y="243183"/>
                  <a:pt x="4444780" y="222637"/>
                </a:cubicBezTo>
                <a:cubicBezTo>
                  <a:pt x="4453943" y="190567"/>
                  <a:pt x="4473333" y="168663"/>
                  <a:pt x="4492487" y="143124"/>
                </a:cubicBezTo>
                <a:cubicBezTo>
                  <a:pt x="4511946" y="84748"/>
                  <a:pt x="4496537" y="107269"/>
                  <a:pt x="4532244" y="71562"/>
                </a:cubicBezTo>
                <a:cubicBezTo>
                  <a:pt x="4534894" y="60960"/>
                  <a:pt x="4533368" y="48290"/>
                  <a:pt x="4540195" y="39757"/>
                </a:cubicBezTo>
                <a:cubicBezTo>
                  <a:pt x="4545431" y="33212"/>
                  <a:pt x="4556098" y="29156"/>
                  <a:pt x="4564049" y="31806"/>
                </a:cubicBezTo>
                <a:cubicBezTo>
                  <a:pt x="4577167" y="36179"/>
                  <a:pt x="4596531" y="68602"/>
                  <a:pt x="4603806" y="79513"/>
                </a:cubicBezTo>
                <a:cubicBezTo>
                  <a:pt x="4606456" y="90115"/>
                  <a:pt x="4604761" y="102924"/>
                  <a:pt x="4611757" y="111319"/>
                </a:cubicBezTo>
                <a:cubicBezTo>
                  <a:pt x="4633263" y="137126"/>
                  <a:pt x="4650570" y="125469"/>
                  <a:pt x="4675367" y="119270"/>
                </a:cubicBezTo>
                <a:cubicBezTo>
                  <a:pt x="4683318" y="113969"/>
                  <a:pt x="4691880" y="109485"/>
                  <a:pt x="4699221" y="103367"/>
                </a:cubicBezTo>
                <a:cubicBezTo>
                  <a:pt x="4707860" y="96168"/>
                  <a:pt x="4713719" y="85750"/>
                  <a:pt x="4723075" y="79513"/>
                </a:cubicBezTo>
                <a:cubicBezTo>
                  <a:pt x="4730049" y="74864"/>
                  <a:pt x="4738978" y="74212"/>
                  <a:pt x="4746929" y="71562"/>
                </a:cubicBezTo>
                <a:cubicBezTo>
                  <a:pt x="4752230" y="79513"/>
                  <a:pt x="4756075" y="88659"/>
                  <a:pt x="4762832" y="95416"/>
                </a:cubicBezTo>
                <a:cubicBezTo>
                  <a:pt x="4799157" y="131741"/>
                  <a:pt x="4836038" y="107522"/>
                  <a:pt x="4890053" y="103367"/>
                </a:cubicBezTo>
                <a:cubicBezTo>
                  <a:pt x="4986884" y="71090"/>
                  <a:pt x="4936595" y="82015"/>
                  <a:pt x="5041127" y="71562"/>
                </a:cubicBezTo>
                <a:cubicBezTo>
                  <a:pt x="5096786" y="74212"/>
                  <a:pt x="5152383" y="79513"/>
                  <a:pt x="5208105" y="79513"/>
                </a:cubicBezTo>
                <a:cubicBezTo>
                  <a:pt x="5390104" y="79513"/>
                  <a:pt x="5259066" y="61503"/>
                  <a:pt x="5367131" y="79513"/>
                </a:cubicBezTo>
                <a:cubicBezTo>
                  <a:pt x="5369781" y="121920"/>
                  <a:pt x="5371235" y="164419"/>
                  <a:pt x="5375082" y="206734"/>
                </a:cubicBezTo>
                <a:cubicBezTo>
                  <a:pt x="5376542" y="222790"/>
                  <a:pt x="5381574" y="238386"/>
                  <a:pt x="5383034" y="254442"/>
                </a:cubicBezTo>
                <a:cubicBezTo>
                  <a:pt x="5386881" y="296757"/>
                  <a:pt x="5386957" y="339365"/>
                  <a:pt x="5390985" y="381663"/>
                </a:cubicBezTo>
                <a:cubicBezTo>
                  <a:pt x="5392266" y="395117"/>
                  <a:pt x="5396104" y="408205"/>
                  <a:pt x="5398936" y="421420"/>
                </a:cubicBezTo>
                <a:cubicBezTo>
                  <a:pt x="5404056" y="445313"/>
                  <a:pt x="5409719" y="469088"/>
                  <a:pt x="5414839" y="492981"/>
                </a:cubicBezTo>
                <a:cubicBezTo>
                  <a:pt x="5417671" y="506196"/>
                  <a:pt x="5419512" y="519627"/>
                  <a:pt x="5422790" y="532738"/>
                </a:cubicBezTo>
                <a:cubicBezTo>
                  <a:pt x="5436852" y="588990"/>
                  <a:pt x="5426134" y="516807"/>
                  <a:pt x="5438693" y="596348"/>
                </a:cubicBezTo>
                <a:cubicBezTo>
                  <a:pt x="5444539" y="633372"/>
                  <a:pt x="5454595" y="707666"/>
                  <a:pt x="5454595" y="707666"/>
                </a:cubicBezTo>
                <a:cubicBezTo>
                  <a:pt x="5466535" y="703686"/>
                  <a:pt x="5503704" y="692547"/>
                  <a:pt x="5510254" y="683813"/>
                </a:cubicBezTo>
                <a:cubicBezTo>
                  <a:pt x="5520312" y="670403"/>
                  <a:pt x="5512747" y="646163"/>
                  <a:pt x="5526157" y="636105"/>
                </a:cubicBezTo>
                <a:cubicBezTo>
                  <a:pt x="5536759" y="628154"/>
                  <a:pt x="5547900" y="620875"/>
                  <a:pt x="5557962" y="612251"/>
                </a:cubicBezTo>
                <a:cubicBezTo>
                  <a:pt x="5566500" y="604933"/>
                  <a:pt x="5572053" y="593976"/>
                  <a:pt x="5581816" y="588397"/>
                </a:cubicBezTo>
                <a:cubicBezTo>
                  <a:pt x="5591304" y="582975"/>
                  <a:pt x="5603176" y="583660"/>
                  <a:pt x="5613621" y="580446"/>
                </a:cubicBezTo>
                <a:cubicBezTo>
                  <a:pt x="5736975" y="542491"/>
                  <a:pt x="5632489" y="565584"/>
                  <a:pt x="5756745" y="548640"/>
                </a:cubicBezTo>
                <a:cubicBezTo>
                  <a:pt x="5791286" y="543930"/>
                  <a:pt x="5825781" y="538796"/>
                  <a:pt x="5860112" y="532738"/>
                </a:cubicBezTo>
                <a:cubicBezTo>
                  <a:pt x="5870874" y="530839"/>
                  <a:pt x="5881138" y="526583"/>
                  <a:pt x="5891917" y="524786"/>
                </a:cubicBezTo>
                <a:cubicBezTo>
                  <a:pt x="5912995" y="521273"/>
                  <a:pt x="5934324" y="519485"/>
                  <a:pt x="5955527" y="516835"/>
                </a:cubicBezTo>
                <a:cubicBezTo>
                  <a:pt x="5984682" y="519485"/>
                  <a:pt x="6014041" y="520443"/>
                  <a:pt x="6042992" y="524786"/>
                </a:cubicBezTo>
                <a:cubicBezTo>
                  <a:pt x="6128405" y="537598"/>
                  <a:pt x="6089427" y="534645"/>
                  <a:pt x="6138407" y="548640"/>
                </a:cubicBezTo>
                <a:cubicBezTo>
                  <a:pt x="6208304" y="568611"/>
                  <a:pt x="6136868" y="545477"/>
                  <a:pt x="6194067" y="564543"/>
                </a:cubicBezTo>
                <a:cubicBezTo>
                  <a:pt x="6220571" y="559242"/>
                  <a:pt x="6248974" y="559825"/>
                  <a:pt x="6273580" y="548640"/>
                </a:cubicBezTo>
                <a:cubicBezTo>
                  <a:pt x="6281210" y="545172"/>
                  <a:pt x="6280697" y="533126"/>
                  <a:pt x="6281531" y="524786"/>
                </a:cubicBezTo>
                <a:cubicBezTo>
                  <a:pt x="6286022" y="479875"/>
                  <a:pt x="6282787" y="434250"/>
                  <a:pt x="6289482" y="389614"/>
                </a:cubicBezTo>
                <a:cubicBezTo>
                  <a:pt x="6290900" y="380163"/>
                  <a:pt x="6301111" y="374307"/>
                  <a:pt x="6305385" y="365760"/>
                </a:cubicBezTo>
                <a:cubicBezTo>
                  <a:pt x="6320354" y="335822"/>
                  <a:pt x="6321647" y="324564"/>
                  <a:pt x="6329239" y="294199"/>
                </a:cubicBezTo>
                <a:cubicBezTo>
                  <a:pt x="6344922" y="43262"/>
                  <a:pt x="6323609" y="260617"/>
                  <a:pt x="6353093" y="103367"/>
                </a:cubicBezTo>
                <a:cubicBezTo>
                  <a:pt x="6368586" y="20740"/>
                  <a:pt x="6346348" y="61800"/>
                  <a:pt x="6376947" y="15903"/>
                </a:cubicBezTo>
                <a:cubicBezTo>
                  <a:pt x="6392849" y="21204"/>
                  <a:pt x="6408598" y="26989"/>
                  <a:pt x="6424654" y="31806"/>
                </a:cubicBezTo>
                <a:cubicBezTo>
                  <a:pt x="6435121" y="34946"/>
                  <a:pt x="6446415" y="35452"/>
                  <a:pt x="6456460" y="39757"/>
                </a:cubicBezTo>
                <a:cubicBezTo>
                  <a:pt x="6465244" y="43521"/>
                  <a:pt x="6470784" y="54945"/>
                  <a:pt x="6480314" y="55660"/>
                </a:cubicBezTo>
                <a:cubicBezTo>
                  <a:pt x="6578141" y="62997"/>
                  <a:pt x="6676446" y="60961"/>
                  <a:pt x="6774512" y="63611"/>
                </a:cubicBezTo>
                <a:cubicBezTo>
                  <a:pt x="6824870" y="60961"/>
                  <a:pt x="6875583" y="62182"/>
                  <a:pt x="6925587" y="55660"/>
                </a:cubicBezTo>
                <a:cubicBezTo>
                  <a:pt x="7050176" y="39409"/>
                  <a:pt x="6812818" y="21686"/>
                  <a:pt x="7021002" y="47708"/>
                </a:cubicBezTo>
                <a:cubicBezTo>
                  <a:pt x="7028953" y="53009"/>
                  <a:pt x="7038738" y="56270"/>
                  <a:pt x="7044856" y="63611"/>
                </a:cubicBezTo>
                <a:cubicBezTo>
                  <a:pt x="7060968" y="82946"/>
                  <a:pt x="7062197" y="104425"/>
                  <a:pt x="7068710" y="127221"/>
                </a:cubicBezTo>
                <a:cubicBezTo>
                  <a:pt x="7071012" y="135280"/>
                  <a:pt x="7074456" y="142989"/>
                  <a:pt x="7076661" y="151075"/>
                </a:cubicBezTo>
                <a:cubicBezTo>
                  <a:pt x="7083109" y="174720"/>
                  <a:pt x="7096151" y="226074"/>
                  <a:pt x="7100515" y="254442"/>
                </a:cubicBezTo>
                <a:cubicBezTo>
                  <a:pt x="7103764" y="275562"/>
                  <a:pt x="7105816" y="296849"/>
                  <a:pt x="7108467" y="318053"/>
                </a:cubicBezTo>
                <a:cubicBezTo>
                  <a:pt x="7111117" y="360460"/>
                  <a:pt x="7112737" y="402943"/>
                  <a:pt x="7116418" y="445273"/>
                </a:cubicBezTo>
                <a:cubicBezTo>
                  <a:pt x="7118042" y="463944"/>
                  <a:pt x="7122407" y="482294"/>
                  <a:pt x="7124369" y="500933"/>
                </a:cubicBezTo>
                <a:cubicBezTo>
                  <a:pt x="7127710" y="532673"/>
                  <a:pt x="7118047" y="567802"/>
                  <a:pt x="7132320" y="596348"/>
                </a:cubicBezTo>
                <a:cubicBezTo>
                  <a:pt x="7139817" y="611341"/>
                  <a:pt x="7180028" y="612251"/>
                  <a:pt x="7180028" y="612251"/>
                </a:cubicBezTo>
                <a:cubicBezTo>
                  <a:pt x="7195931" y="609601"/>
                  <a:pt x="7212854" y="610501"/>
                  <a:pt x="7227736" y="604300"/>
                </a:cubicBezTo>
                <a:cubicBezTo>
                  <a:pt x="7275806" y="584271"/>
                  <a:pt x="7261894" y="566930"/>
                  <a:pt x="7307249" y="564543"/>
                </a:cubicBezTo>
                <a:cubicBezTo>
                  <a:pt x="7346951" y="562454"/>
                  <a:pt x="7386762" y="564543"/>
                  <a:pt x="7426519" y="564543"/>
                </a:cubicBezTo>
              </a:path>
            </a:pathLst>
          </a:custGeom>
          <a:noFill/>
          <a:ln w="28575">
            <a:solidFill>
              <a:srgbClr val="33CC33"/>
            </a:solidFill>
          </a:ln>
        </p:spPr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26" name="Group 125"/>
          <p:cNvGrpSpPr/>
          <p:nvPr/>
        </p:nvGrpSpPr>
        <p:grpSpPr>
          <a:xfrm>
            <a:off x="3549109" y="2767543"/>
            <a:ext cx="4510982" cy="1923647"/>
            <a:chOff x="3549109" y="3133305"/>
            <a:chExt cx="4510982" cy="1245668"/>
          </a:xfrm>
        </p:grpSpPr>
        <p:cxnSp>
          <p:nvCxnSpPr>
            <p:cNvPr id="106" name="Straight Connector 105"/>
            <p:cNvCxnSpPr/>
            <p:nvPr/>
          </p:nvCxnSpPr>
          <p:spPr>
            <a:xfrm flipV="1">
              <a:off x="3549109" y="3133305"/>
              <a:ext cx="2" cy="120332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>
            <a:xfrm flipV="1">
              <a:off x="4600515" y="3175649"/>
              <a:ext cx="2" cy="120332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 flipV="1">
              <a:off x="5407749" y="3157040"/>
              <a:ext cx="2" cy="120332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 flipV="1">
              <a:off x="6364526" y="3144415"/>
              <a:ext cx="2" cy="120332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>
            <a:xfrm flipV="1">
              <a:off x="7289195" y="3152772"/>
              <a:ext cx="2" cy="120332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/>
          </p:nvCxnSpPr>
          <p:spPr>
            <a:xfrm flipV="1">
              <a:off x="8060089" y="3152772"/>
              <a:ext cx="2" cy="120332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4" name="Straight Connector 113"/>
          <p:cNvCxnSpPr/>
          <p:nvPr/>
        </p:nvCxnSpPr>
        <p:spPr>
          <a:xfrm flipH="1" flipV="1">
            <a:off x="1507118" y="1624686"/>
            <a:ext cx="5936" cy="2987878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/>
          <p:cNvCxnSpPr/>
          <p:nvPr/>
        </p:nvCxnSpPr>
        <p:spPr>
          <a:xfrm flipV="1">
            <a:off x="577866" y="2666566"/>
            <a:ext cx="666218" cy="2446123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>
            <a:stCxn id="35" idx="0"/>
          </p:cNvCxnSpPr>
          <p:nvPr/>
        </p:nvCxnSpPr>
        <p:spPr>
          <a:xfrm flipH="1" flipV="1">
            <a:off x="1872212" y="2654262"/>
            <a:ext cx="615012" cy="2564432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 Box 7"/>
          <p:cNvSpPr txBox="1">
            <a:spLocks noChangeArrowheads="1"/>
          </p:cNvSpPr>
          <p:nvPr/>
        </p:nvSpPr>
        <p:spPr bwMode="auto">
          <a:xfrm>
            <a:off x="5726001" y="3695391"/>
            <a:ext cx="3126388" cy="738664"/>
          </a:xfrm>
          <a:prstGeom prst="rect">
            <a:avLst/>
          </a:prstGeom>
          <a:solidFill>
            <a:srgbClr val="FFFFFF"/>
          </a:solidFill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1400" dirty="0"/>
              <a:t>degraded pulse train received</a:t>
            </a:r>
          </a:p>
          <a:p>
            <a:pPr marL="285750" indent="-285750">
              <a:buFontTx/>
              <a:buChar char="-"/>
            </a:pPr>
            <a:r>
              <a:rPr lang="en-GB" sz="1400" dirty="0"/>
              <a:t>smearing and delay</a:t>
            </a:r>
          </a:p>
          <a:p>
            <a:pPr marL="285750" indent="-285750">
              <a:buFontTx/>
              <a:buChar char="-"/>
            </a:pPr>
            <a:r>
              <a:rPr lang="en-GB" sz="1400" dirty="0"/>
              <a:t>overshoot (“ringing” at filters)</a:t>
            </a:r>
          </a:p>
        </p:txBody>
      </p:sp>
      <p:sp>
        <p:nvSpPr>
          <p:cNvPr id="129" name="Oval 128"/>
          <p:cNvSpPr/>
          <p:nvPr/>
        </p:nvSpPr>
        <p:spPr>
          <a:xfrm>
            <a:off x="4576889" y="3212337"/>
            <a:ext cx="596103" cy="45382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cxnSp>
        <p:nvCxnSpPr>
          <p:cNvPr id="131" name="Straight Arrow Connector 130"/>
          <p:cNvCxnSpPr>
            <a:endCxn id="129" idx="5"/>
          </p:cNvCxnSpPr>
          <p:nvPr/>
        </p:nvCxnSpPr>
        <p:spPr>
          <a:xfrm flipH="1" flipV="1">
            <a:off x="5085695" y="3599697"/>
            <a:ext cx="640306" cy="63624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/>
          <p:cNvCxnSpPr>
            <a:endCxn id="103" idx="88"/>
          </p:cNvCxnSpPr>
          <p:nvPr/>
        </p:nvCxnSpPr>
        <p:spPr>
          <a:xfrm flipH="1" flipV="1">
            <a:off x="5340327" y="3290881"/>
            <a:ext cx="484430" cy="76086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71562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762000" y="1598614"/>
            <a:ext cx="7848600" cy="1252538"/>
            <a:chOff x="480" y="1535"/>
            <a:chExt cx="4944" cy="789"/>
          </a:xfrm>
        </p:grpSpPr>
        <p:sp>
          <p:nvSpPr>
            <p:cNvPr id="150531" name="Text Box 3"/>
            <p:cNvSpPr txBox="1">
              <a:spLocks noChangeArrowheads="1"/>
            </p:cNvSpPr>
            <p:nvPr/>
          </p:nvSpPr>
          <p:spPr bwMode="auto">
            <a:xfrm>
              <a:off x="1344" y="1544"/>
              <a:ext cx="1017" cy="368"/>
            </a:xfrm>
            <a:prstGeom prst="rect">
              <a:avLst/>
            </a:prstGeom>
            <a:solidFill>
              <a:srgbClr val="FFCC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en-GB" sz="1600"/>
                <a:t>DATA GENERATOR</a:t>
              </a:r>
            </a:p>
          </p:txBody>
        </p:sp>
        <p:sp>
          <p:nvSpPr>
            <p:cNvPr id="150532" name="Text Box 4"/>
            <p:cNvSpPr txBox="1">
              <a:spLocks noChangeArrowheads="1"/>
            </p:cNvSpPr>
            <p:nvPr/>
          </p:nvSpPr>
          <p:spPr bwMode="auto">
            <a:xfrm>
              <a:off x="2688" y="1544"/>
              <a:ext cx="1017" cy="368"/>
            </a:xfrm>
            <a:prstGeom prst="rect">
              <a:avLst/>
            </a:prstGeom>
            <a:solidFill>
              <a:srgbClr val="FFCC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en-GB" sz="1600"/>
                <a:t>CHANNEL</a:t>
              </a:r>
            </a:p>
            <a:p>
              <a:endParaRPr lang="en-GB" sz="1600"/>
            </a:p>
          </p:txBody>
        </p:sp>
        <p:sp>
          <p:nvSpPr>
            <p:cNvPr id="150533" name="Text Box 5"/>
            <p:cNvSpPr txBox="1">
              <a:spLocks noChangeArrowheads="1"/>
            </p:cNvSpPr>
            <p:nvPr/>
          </p:nvSpPr>
          <p:spPr bwMode="auto">
            <a:xfrm>
              <a:off x="4080" y="1568"/>
              <a:ext cx="1344" cy="320"/>
            </a:xfrm>
            <a:prstGeom prst="rect">
              <a:avLst/>
            </a:prstGeom>
            <a:solidFill>
              <a:srgbClr val="FFCC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en-GB" sz="1600"/>
                <a:t>OSCILLOSCOPE</a:t>
              </a:r>
            </a:p>
            <a:p>
              <a:pPr algn="l"/>
              <a:r>
                <a:rPr lang="en-GB" sz="1100"/>
                <a:t>Y-INPUT	     Ext Trigger</a:t>
              </a:r>
              <a:endParaRPr lang="en-GB" sz="1600"/>
            </a:p>
          </p:txBody>
        </p:sp>
        <p:sp>
          <p:nvSpPr>
            <p:cNvPr id="150534" name="Line 6"/>
            <p:cNvSpPr>
              <a:spLocks noChangeShapeType="1"/>
            </p:cNvSpPr>
            <p:nvPr/>
          </p:nvSpPr>
          <p:spPr bwMode="auto">
            <a:xfrm>
              <a:off x="2352" y="1728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50535" name="Line 7"/>
            <p:cNvSpPr>
              <a:spLocks noChangeShapeType="1"/>
            </p:cNvSpPr>
            <p:nvPr/>
          </p:nvSpPr>
          <p:spPr bwMode="auto">
            <a:xfrm>
              <a:off x="3696" y="1824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50537" name="Line 9"/>
            <p:cNvSpPr>
              <a:spLocks noChangeShapeType="1"/>
            </p:cNvSpPr>
            <p:nvPr/>
          </p:nvSpPr>
          <p:spPr bwMode="auto">
            <a:xfrm rot="16200000" flipV="1">
              <a:off x="4872" y="2088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50538" name="Line 10"/>
            <p:cNvSpPr>
              <a:spLocks noChangeShapeType="1"/>
            </p:cNvSpPr>
            <p:nvPr/>
          </p:nvSpPr>
          <p:spPr bwMode="auto">
            <a:xfrm>
              <a:off x="1920" y="2304"/>
              <a:ext cx="31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50539" name="Line 11"/>
            <p:cNvSpPr>
              <a:spLocks noChangeShapeType="1"/>
            </p:cNvSpPr>
            <p:nvPr/>
          </p:nvSpPr>
          <p:spPr bwMode="auto">
            <a:xfrm flipV="1">
              <a:off x="1920" y="1920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50540" name="Text Box 12"/>
            <p:cNvSpPr txBox="1">
              <a:spLocks noChangeArrowheads="1"/>
            </p:cNvSpPr>
            <p:nvPr/>
          </p:nvSpPr>
          <p:spPr bwMode="auto">
            <a:xfrm>
              <a:off x="480" y="1535"/>
              <a:ext cx="1017" cy="213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en-GB" sz="1600"/>
                <a:t>Clock In</a:t>
              </a:r>
            </a:p>
          </p:txBody>
        </p:sp>
        <p:sp>
          <p:nvSpPr>
            <p:cNvPr id="150541" name="Text Box 13"/>
            <p:cNvSpPr txBox="1">
              <a:spLocks noChangeArrowheads="1"/>
            </p:cNvSpPr>
            <p:nvPr/>
          </p:nvSpPr>
          <p:spPr bwMode="auto">
            <a:xfrm>
              <a:off x="1872" y="2111"/>
              <a:ext cx="1017" cy="213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en-GB" sz="1600"/>
                <a:t>Clock Out</a:t>
              </a:r>
            </a:p>
          </p:txBody>
        </p:sp>
        <p:sp>
          <p:nvSpPr>
            <p:cNvPr id="150542" name="Line 14"/>
            <p:cNvSpPr>
              <a:spLocks noChangeShapeType="1"/>
            </p:cNvSpPr>
            <p:nvPr/>
          </p:nvSpPr>
          <p:spPr bwMode="auto">
            <a:xfrm>
              <a:off x="624" y="1728"/>
              <a:ext cx="72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</p:grpSp>
      <p:sp>
        <p:nvSpPr>
          <p:cNvPr id="150543" name="Text Box 15"/>
          <p:cNvSpPr txBox="1">
            <a:spLocks noChangeArrowheads="1"/>
          </p:cNvSpPr>
          <p:nvPr/>
        </p:nvSpPr>
        <p:spPr bwMode="auto">
          <a:xfrm>
            <a:off x="385763" y="333375"/>
            <a:ext cx="4084773" cy="46166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GB" sz="2400" b="1" dirty="0"/>
              <a:t>Eye Diagram - test set-up</a:t>
            </a:r>
          </a:p>
        </p:txBody>
      </p:sp>
      <p:grpSp>
        <p:nvGrpSpPr>
          <p:cNvPr id="3" name="Group 79"/>
          <p:cNvGrpSpPr>
            <a:grpSpLocks/>
          </p:cNvGrpSpPr>
          <p:nvPr/>
        </p:nvGrpSpPr>
        <p:grpSpPr bwMode="auto">
          <a:xfrm>
            <a:off x="1141413" y="3127375"/>
            <a:ext cx="2957513" cy="2897188"/>
            <a:chOff x="2016" y="1986"/>
            <a:chExt cx="1863" cy="1825"/>
          </a:xfrm>
        </p:grpSpPr>
        <p:sp>
          <p:nvSpPr>
            <p:cNvPr id="150546" name="Freeform 18"/>
            <p:cNvSpPr>
              <a:spLocks/>
            </p:cNvSpPr>
            <p:nvPr/>
          </p:nvSpPr>
          <p:spPr bwMode="auto">
            <a:xfrm>
              <a:off x="2095" y="2128"/>
              <a:ext cx="1626" cy="1172"/>
            </a:xfrm>
            <a:custGeom>
              <a:avLst/>
              <a:gdLst/>
              <a:ahLst/>
              <a:cxnLst>
                <a:cxn ang="0">
                  <a:pos x="1" y="1818"/>
                </a:cxn>
                <a:cxn ang="0">
                  <a:pos x="33" y="1799"/>
                </a:cxn>
                <a:cxn ang="0">
                  <a:pos x="197" y="1603"/>
                </a:cxn>
                <a:cxn ang="0">
                  <a:pos x="355" y="1167"/>
                </a:cxn>
                <a:cxn ang="0">
                  <a:pos x="538" y="649"/>
                </a:cxn>
                <a:cxn ang="0">
                  <a:pos x="784" y="220"/>
                </a:cxn>
                <a:cxn ang="0">
                  <a:pos x="1024" y="62"/>
                </a:cxn>
                <a:cxn ang="0">
                  <a:pos x="1277" y="24"/>
                </a:cxn>
                <a:cxn ang="0">
                  <a:pos x="1473" y="43"/>
                </a:cxn>
                <a:cxn ang="0">
                  <a:pos x="1845" y="283"/>
                </a:cxn>
                <a:cxn ang="0">
                  <a:pos x="1965" y="548"/>
                </a:cxn>
                <a:cxn ang="0">
                  <a:pos x="2079" y="921"/>
                </a:cxn>
                <a:cxn ang="0">
                  <a:pos x="2186" y="1243"/>
                </a:cxn>
                <a:cxn ang="0">
                  <a:pos x="2319" y="1534"/>
                </a:cxn>
                <a:cxn ang="0">
                  <a:pos x="2458" y="1786"/>
                </a:cxn>
                <a:cxn ang="0">
                  <a:pos x="2572" y="1862"/>
                </a:cxn>
              </a:cxnLst>
              <a:rect l="0" t="0" r="r" b="b"/>
              <a:pathLst>
                <a:path w="2572" h="1862">
                  <a:moveTo>
                    <a:pt x="1" y="1818"/>
                  </a:moveTo>
                  <a:cubicBezTo>
                    <a:pt x="0" y="1826"/>
                    <a:pt x="0" y="1835"/>
                    <a:pt x="33" y="1799"/>
                  </a:cubicBezTo>
                  <a:cubicBezTo>
                    <a:pt x="66" y="1763"/>
                    <a:pt x="143" y="1708"/>
                    <a:pt x="197" y="1603"/>
                  </a:cubicBezTo>
                  <a:cubicBezTo>
                    <a:pt x="251" y="1498"/>
                    <a:pt x="298" y="1326"/>
                    <a:pt x="355" y="1167"/>
                  </a:cubicBezTo>
                  <a:cubicBezTo>
                    <a:pt x="412" y="1008"/>
                    <a:pt x="467" y="807"/>
                    <a:pt x="538" y="649"/>
                  </a:cubicBezTo>
                  <a:cubicBezTo>
                    <a:pt x="609" y="491"/>
                    <a:pt x="703" y="318"/>
                    <a:pt x="784" y="220"/>
                  </a:cubicBezTo>
                  <a:cubicBezTo>
                    <a:pt x="865" y="122"/>
                    <a:pt x="942" y="95"/>
                    <a:pt x="1024" y="62"/>
                  </a:cubicBezTo>
                  <a:cubicBezTo>
                    <a:pt x="1106" y="29"/>
                    <a:pt x="1202" y="27"/>
                    <a:pt x="1277" y="24"/>
                  </a:cubicBezTo>
                  <a:cubicBezTo>
                    <a:pt x="1352" y="21"/>
                    <a:pt x="1378" y="0"/>
                    <a:pt x="1473" y="43"/>
                  </a:cubicBezTo>
                  <a:cubicBezTo>
                    <a:pt x="1568" y="86"/>
                    <a:pt x="1763" y="199"/>
                    <a:pt x="1845" y="283"/>
                  </a:cubicBezTo>
                  <a:cubicBezTo>
                    <a:pt x="1927" y="367"/>
                    <a:pt x="1926" y="442"/>
                    <a:pt x="1965" y="548"/>
                  </a:cubicBezTo>
                  <a:cubicBezTo>
                    <a:pt x="2004" y="654"/>
                    <a:pt x="2042" y="805"/>
                    <a:pt x="2079" y="921"/>
                  </a:cubicBezTo>
                  <a:cubicBezTo>
                    <a:pt x="2116" y="1037"/>
                    <a:pt x="2146" y="1141"/>
                    <a:pt x="2186" y="1243"/>
                  </a:cubicBezTo>
                  <a:cubicBezTo>
                    <a:pt x="2226" y="1345"/>
                    <a:pt x="2274" y="1444"/>
                    <a:pt x="2319" y="1534"/>
                  </a:cubicBezTo>
                  <a:cubicBezTo>
                    <a:pt x="2364" y="1624"/>
                    <a:pt x="2416" y="1731"/>
                    <a:pt x="2458" y="1786"/>
                  </a:cubicBezTo>
                  <a:cubicBezTo>
                    <a:pt x="2500" y="1841"/>
                    <a:pt x="2549" y="1849"/>
                    <a:pt x="2572" y="186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50547" name="Freeform 19"/>
            <p:cNvSpPr>
              <a:spLocks/>
            </p:cNvSpPr>
            <p:nvPr/>
          </p:nvSpPr>
          <p:spPr bwMode="auto">
            <a:xfrm flipV="1">
              <a:off x="2200" y="2234"/>
              <a:ext cx="1626" cy="1173"/>
            </a:xfrm>
            <a:custGeom>
              <a:avLst/>
              <a:gdLst/>
              <a:ahLst/>
              <a:cxnLst>
                <a:cxn ang="0">
                  <a:pos x="1" y="1818"/>
                </a:cxn>
                <a:cxn ang="0">
                  <a:pos x="33" y="1799"/>
                </a:cxn>
                <a:cxn ang="0">
                  <a:pos x="197" y="1603"/>
                </a:cxn>
                <a:cxn ang="0">
                  <a:pos x="355" y="1167"/>
                </a:cxn>
                <a:cxn ang="0">
                  <a:pos x="538" y="649"/>
                </a:cxn>
                <a:cxn ang="0">
                  <a:pos x="784" y="220"/>
                </a:cxn>
                <a:cxn ang="0">
                  <a:pos x="1024" y="62"/>
                </a:cxn>
                <a:cxn ang="0">
                  <a:pos x="1277" y="24"/>
                </a:cxn>
                <a:cxn ang="0">
                  <a:pos x="1473" y="43"/>
                </a:cxn>
                <a:cxn ang="0">
                  <a:pos x="1845" y="283"/>
                </a:cxn>
                <a:cxn ang="0">
                  <a:pos x="1965" y="548"/>
                </a:cxn>
                <a:cxn ang="0">
                  <a:pos x="2079" y="921"/>
                </a:cxn>
                <a:cxn ang="0">
                  <a:pos x="2186" y="1243"/>
                </a:cxn>
                <a:cxn ang="0">
                  <a:pos x="2319" y="1534"/>
                </a:cxn>
                <a:cxn ang="0">
                  <a:pos x="2458" y="1786"/>
                </a:cxn>
                <a:cxn ang="0">
                  <a:pos x="2572" y="1862"/>
                </a:cxn>
              </a:cxnLst>
              <a:rect l="0" t="0" r="r" b="b"/>
              <a:pathLst>
                <a:path w="2572" h="1862">
                  <a:moveTo>
                    <a:pt x="1" y="1818"/>
                  </a:moveTo>
                  <a:cubicBezTo>
                    <a:pt x="0" y="1826"/>
                    <a:pt x="0" y="1835"/>
                    <a:pt x="33" y="1799"/>
                  </a:cubicBezTo>
                  <a:cubicBezTo>
                    <a:pt x="66" y="1763"/>
                    <a:pt x="143" y="1708"/>
                    <a:pt x="197" y="1603"/>
                  </a:cubicBezTo>
                  <a:cubicBezTo>
                    <a:pt x="251" y="1498"/>
                    <a:pt x="298" y="1326"/>
                    <a:pt x="355" y="1167"/>
                  </a:cubicBezTo>
                  <a:cubicBezTo>
                    <a:pt x="412" y="1008"/>
                    <a:pt x="467" y="807"/>
                    <a:pt x="538" y="649"/>
                  </a:cubicBezTo>
                  <a:cubicBezTo>
                    <a:pt x="609" y="491"/>
                    <a:pt x="703" y="318"/>
                    <a:pt x="784" y="220"/>
                  </a:cubicBezTo>
                  <a:cubicBezTo>
                    <a:pt x="865" y="122"/>
                    <a:pt x="942" y="95"/>
                    <a:pt x="1024" y="62"/>
                  </a:cubicBezTo>
                  <a:cubicBezTo>
                    <a:pt x="1106" y="29"/>
                    <a:pt x="1202" y="27"/>
                    <a:pt x="1277" y="24"/>
                  </a:cubicBezTo>
                  <a:cubicBezTo>
                    <a:pt x="1352" y="21"/>
                    <a:pt x="1378" y="0"/>
                    <a:pt x="1473" y="43"/>
                  </a:cubicBezTo>
                  <a:cubicBezTo>
                    <a:pt x="1568" y="86"/>
                    <a:pt x="1763" y="199"/>
                    <a:pt x="1845" y="283"/>
                  </a:cubicBezTo>
                  <a:cubicBezTo>
                    <a:pt x="1927" y="367"/>
                    <a:pt x="1926" y="442"/>
                    <a:pt x="1965" y="548"/>
                  </a:cubicBezTo>
                  <a:cubicBezTo>
                    <a:pt x="2004" y="654"/>
                    <a:pt x="2042" y="805"/>
                    <a:pt x="2079" y="921"/>
                  </a:cubicBezTo>
                  <a:cubicBezTo>
                    <a:pt x="2116" y="1037"/>
                    <a:pt x="2146" y="1141"/>
                    <a:pt x="2186" y="1243"/>
                  </a:cubicBezTo>
                  <a:cubicBezTo>
                    <a:pt x="2226" y="1345"/>
                    <a:pt x="2274" y="1444"/>
                    <a:pt x="2319" y="1534"/>
                  </a:cubicBezTo>
                  <a:cubicBezTo>
                    <a:pt x="2364" y="1624"/>
                    <a:pt x="2416" y="1731"/>
                    <a:pt x="2458" y="1786"/>
                  </a:cubicBezTo>
                  <a:cubicBezTo>
                    <a:pt x="2500" y="1841"/>
                    <a:pt x="2549" y="1849"/>
                    <a:pt x="2572" y="186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50548" name="Freeform 20"/>
            <p:cNvSpPr>
              <a:spLocks/>
            </p:cNvSpPr>
            <p:nvPr/>
          </p:nvSpPr>
          <p:spPr bwMode="auto">
            <a:xfrm flipV="1">
              <a:off x="2159" y="2234"/>
              <a:ext cx="1626" cy="1173"/>
            </a:xfrm>
            <a:custGeom>
              <a:avLst/>
              <a:gdLst/>
              <a:ahLst/>
              <a:cxnLst>
                <a:cxn ang="0">
                  <a:pos x="1" y="1818"/>
                </a:cxn>
                <a:cxn ang="0">
                  <a:pos x="33" y="1799"/>
                </a:cxn>
                <a:cxn ang="0">
                  <a:pos x="197" y="1603"/>
                </a:cxn>
                <a:cxn ang="0">
                  <a:pos x="355" y="1167"/>
                </a:cxn>
                <a:cxn ang="0">
                  <a:pos x="538" y="649"/>
                </a:cxn>
                <a:cxn ang="0">
                  <a:pos x="784" y="220"/>
                </a:cxn>
                <a:cxn ang="0">
                  <a:pos x="1024" y="62"/>
                </a:cxn>
                <a:cxn ang="0">
                  <a:pos x="1277" y="24"/>
                </a:cxn>
                <a:cxn ang="0">
                  <a:pos x="1473" y="43"/>
                </a:cxn>
                <a:cxn ang="0">
                  <a:pos x="1845" y="283"/>
                </a:cxn>
                <a:cxn ang="0">
                  <a:pos x="1965" y="548"/>
                </a:cxn>
                <a:cxn ang="0">
                  <a:pos x="2079" y="921"/>
                </a:cxn>
                <a:cxn ang="0">
                  <a:pos x="2186" y="1243"/>
                </a:cxn>
                <a:cxn ang="0">
                  <a:pos x="2319" y="1534"/>
                </a:cxn>
                <a:cxn ang="0">
                  <a:pos x="2458" y="1786"/>
                </a:cxn>
                <a:cxn ang="0">
                  <a:pos x="2572" y="1862"/>
                </a:cxn>
              </a:cxnLst>
              <a:rect l="0" t="0" r="r" b="b"/>
              <a:pathLst>
                <a:path w="2572" h="1862">
                  <a:moveTo>
                    <a:pt x="1" y="1818"/>
                  </a:moveTo>
                  <a:cubicBezTo>
                    <a:pt x="0" y="1826"/>
                    <a:pt x="0" y="1835"/>
                    <a:pt x="33" y="1799"/>
                  </a:cubicBezTo>
                  <a:cubicBezTo>
                    <a:pt x="66" y="1763"/>
                    <a:pt x="143" y="1708"/>
                    <a:pt x="197" y="1603"/>
                  </a:cubicBezTo>
                  <a:cubicBezTo>
                    <a:pt x="251" y="1498"/>
                    <a:pt x="298" y="1326"/>
                    <a:pt x="355" y="1167"/>
                  </a:cubicBezTo>
                  <a:cubicBezTo>
                    <a:pt x="412" y="1008"/>
                    <a:pt x="467" y="807"/>
                    <a:pt x="538" y="649"/>
                  </a:cubicBezTo>
                  <a:cubicBezTo>
                    <a:pt x="609" y="491"/>
                    <a:pt x="703" y="318"/>
                    <a:pt x="784" y="220"/>
                  </a:cubicBezTo>
                  <a:cubicBezTo>
                    <a:pt x="865" y="122"/>
                    <a:pt x="942" y="95"/>
                    <a:pt x="1024" y="62"/>
                  </a:cubicBezTo>
                  <a:cubicBezTo>
                    <a:pt x="1106" y="29"/>
                    <a:pt x="1202" y="27"/>
                    <a:pt x="1277" y="24"/>
                  </a:cubicBezTo>
                  <a:cubicBezTo>
                    <a:pt x="1352" y="21"/>
                    <a:pt x="1378" y="0"/>
                    <a:pt x="1473" y="43"/>
                  </a:cubicBezTo>
                  <a:cubicBezTo>
                    <a:pt x="1568" y="86"/>
                    <a:pt x="1763" y="199"/>
                    <a:pt x="1845" y="283"/>
                  </a:cubicBezTo>
                  <a:cubicBezTo>
                    <a:pt x="1927" y="367"/>
                    <a:pt x="1926" y="442"/>
                    <a:pt x="1965" y="548"/>
                  </a:cubicBezTo>
                  <a:cubicBezTo>
                    <a:pt x="2004" y="654"/>
                    <a:pt x="2042" y="805"/>
                    <a:pt x="2079" y="921"/>
                  </a:cubicBezTo>
                  <a:cubicBezTo>
                    <a:pt x="2116" y="1037"/>
                    <a:pt x="2146" y="1141"/>
                    <a:pt x="2186" y="1243"/>
                  </a:cubicBezTo>
                  <a:cubicBezTo>
                    <a:pt x="2226" y="1345"/>
                    <a:pt x="2274" y="1444"/>
                    <a:pt x="2319" y="1534"/>
                  </a:cubicBezTo>
                  <a:cubicBezTo>
                    <a:pt x="2364" y="1624"/>
                    <a:pt x="2416" y="1731"/>
                    <a:pt x="2458" y="1786"/>
                  </a:cubicBezTo>
                  <a:cubicBezTo>
                    <a:pt x="2500" y="1841"/>
                    <a:pt x="2549" y="1849"/>
                    <a:pt x="2572" y="186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50553" name="Freeform 25"/>
            <p:cNvSpPr>
              <a:spLocks/>
            </p:cNvSpPr>
            <p:nvPr/>
          </p:nvSpPr>
          <p:spPr bwMode="auto">
            <a:xfrm>
              <a:off x="2095" y="2128"/>
              <a:ext cx="1626" cy="1172"/>
            </a:xfrm>
            <a:custGeom>
              <a:avLst/>
              <a:gdLst/>
              <a:ahLst/>
              <a:cxnLst>
                <a:cxn ang="0">
                  <a:pos x="1" y="1818"/>
                </a:cxn>
                <a:cxn ang="0">
                  <a:pos x="33" y="1799"/>
                </a:cxn>
                <a:cxn ang="0">
                  <a:pos x="197" y="1603"/>
                </a:cxn>
                <a:cxn ang="0">
                  <a:pos x="405" y="1167"/>
                </a:cxn>
                <a:cxn ang="0">
                  <a:pos x="576" y="617"/>
                </a:cxn>
                <a:cxn ang="0">
                  <a:pos x="784" y="220"/>
                </a:cxn>
                <a:cxn ang="0">
                  <a:pos x="1024" y="62"/>
                </a:cxn>
                <a:cxn ang="0">
                  <a:pos x="1277" y="24"/>
                </a:cxn>
                <a:cxn ang="0">
                  <a:pos x="1473" y="43"/>
                </a:cxn>
                <a:cxn ang="0">
                  <a:pos x="1845" y="283"/>
                </a:cxn>
                <a:cxn ang="0">
                  <a:pos x="1965" y="548"/>
                </a:cxn>
                <a:cxn ang="0">
                  <a:pos x="2079" y="921"/>
                </a:cxn>
                <a:cxn ang="0">
                  <a:pos x="2186" y="1243"/>
                </a:cxn>
                <a:cxn ang="0">
                  <a:pos x="2319" y="1534"/>
                </a:cxn>
                <a:cxn ang="0">
                  <a:pos x="2458" y="1786"/>
                </a:cxn>
                <a:cxn ang="0">
                  <a:pos x="2572" y="1862"/>
                </a:cxn>
              </a:cxnLst>
              <a:rect l="0" t="0" r="r" b="b"/>
              <a:pathLst>
                <a:path w="2572" h="1862">
                  <a:moveTo>
                    <a:pt x="1" y="1818"/>
                  </a:moveTo>
                  <a:cubicBezTo>
                    <a:pt x="0" y="1826"/>
                    <a:pt x="0" y="1835"/>
                    <a:pt x="33" y="1799"/>
                  </a:cubicBezTo>
                  <a:cubicBezTo>
                    <a:pt x="66" y="1763"/>
                    <a:pt x="135" y="1708"/>
                    <a:pt x="197" y="1603"/>
                  </a:cubicBezTo>
                  <a:cubicBezTo>
                    <a:pt x="259" y="1498"/>
                    <a:pt x="342" y="1331"/>
                    <a:pt x="405" y="1167"/>
                  </a:cubicBezTo>
                  <a:cubicBezTo>
                    <a:pt x="468" y="1003"/>
                    <a:pt x="513" y="775"/>
                    <a:pt x="576" y="617"/>
                  </a:cubicBezTo>
                  <a:cubicBezTo>
                    <a:pt x="639" y="459"/>
                    <a:pt x="709" y="312"/>
                    <a:pt x="784" y="220"/>
                  </a:cubicBezTo>
                  <a:cubicBezTo>
                    <a:pt x="859" y="128"/>
                    <a:pt x="942" y="95"/>
                    <a:pt x="1024" y="62"/>
                  </a:cubicBezTo>
                  <a:cubicBezTo>
                    <a:pt x="1106" y="29"/>
                    <a:pt x="1202" y="27"/>
                    <a:pt x="1277" y="24"/>
                  </a:cubicBezTo>
                  <a:cubicBezTo>
                    <a:pt x="1352" y="21"/>
                    <a:pt x="1378" y="0"/>
                    <a:pt x="1473" y="43"/>
                  </a:cubicBezTo>
                  <a:cubicBezTo>
                    <a:pt x="1568" y="86"/>
                    <a:pt x="1763" y="199"/>
                    <a:pt x="1845" y="283"/>
                  </a:cubicBezTo>
                  <a:cubicBezTo>
                    <a:pt x="1927" y="367"/>
                    <a:pt x="1926" y="442"/>
                    <a:pt x="1965" y="548"/>
                  </a:cubicBezTo>
                  <a:cubicBezTo>
                    <a:pt x="2004" y="654"/>
                    <a:pt x="2042" y="805"/>
                    <a:pt x="2079" y="921"/>
                  </a:cubicBezTo>
                  <a:cubicBezTo>
                    <a:pt x="2116" y="1037"/>
                    <a:pt x="2146" y="1141"/>
                    <a:pt x="2186" y="1243"/>
                  </a:cubicBezTo>
                  <a:cubicBezTo>
                    <a:pt x="2226" y="1345"/>
                    <a:pt x="2274" y="1444"/>
                    <a:pt x="2319" y="1534"/>
                  </a:cubicBezTo>
                  <a:cubicBezTo>
                    <a:pt x="2364" y="1624"/>
                    <a:pt x="2416" y="1731"/>
                    <a:pt x="2458" y="1786"/>
                  </a:cubicBezTo>
                  <a:cubicBezTo>
                    <a:pt x="2500" y="1841"/>
                    <a:pt x="2549" y="1849"/>
                    <a:pt x="2572" y="186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50560" name="Freeform 32"/>
            <p:cNvSpPr>
              <a:spLocks/>
            </p:cNvSpPr>
            <p:nvPr/>
          </p:nvSpPr>
          <p:spPr bwMode="auto">
            <a:xfrm>
              <a:off x="2148" y="2128"/>
              <a:ext cx="1626" cy="1172"/>
            </a:xfrm>
            <a:custGeom>
              <a:avLst/>
              <a:gdLst/>
              <a:ahLst/>
              <a:cxnLst>
                <a:cxn ang="0">
                  <a:pos x="1" y="1818"/>
                </a:cxn>
                <a:cxn ang="0">
                  <a:pos x="33" y="1799"/>
                </a:cxn>
                <a:cxn ang="0">
                  <a:pos x="197" y="1603"/>
                </a:cxn>
                <a:cxn ang="0">
                  <a:pos x="405" y="1167"/>
                </a:cxn>
                <a:cxn ang="0">
                  <a:pos x="576" y="617"/>
                </a:cxn>
                <a:cxn ang="0">
                  <a:pos x="784" y="220"/>
                </a:cxn>
                <a:cxn ang="0">
                  <a:pos x="1024" y="62"/>
                </a:cxn>
                <a:cxn ang="0">
                  <a:pos x="1277" y="24"/>
                </a:cxn>
                <a:cxn ang="0">
                  <a:pos x="1473" y="43"/>
                </a:cxn>
                <a:cxn ang="0">
                  <a:pos x="1845" y="283"/>
                </a:cxn>
                <a:cxn ang="0">
                  <a:pos x="1965" y="548"/>
                </a:cxn>
                <a:cxn ang="0">
                  <a:pos x="2079" y="921"/>
                </a:cxn>
                <a:cxn ang="0">
                  <a:pos x="2186" y="1243"/>
                </a:cxn>
                <a:cxn ang="0">
                  <a:pos x="2319" y="1534"/>
                </a:cxn>
                <a:cxn ang="0">
                  <a:pos x="2458" y="1786"/>
                </a:cxn>
                <a:cxn ang="0">
                  <a:pos x="2572" y="1862"/>
                </a:cxn>
              </a:cxnLst>
              <a:rect l="0" t="0" r="r" b="b"/>
              <a:pathLst>
                <a:path w="2572" h="1862">
                  <a:moveTo>
                    <a:pt x="1" y="1818"/>
                  </a:moveTo>
                  <a:cubicBezTo>
                    <a:pt x="0" y="1826"/>
                    <a:pt x="0" y="1835"/>
                    <a:pt x="33" y="1799"/>
                  </a:cubicBezTo>
                  <a:cubicBezTo>
                    <a:pt x="66" y="1763"/>
                    <a:pt x="135" y="1708"/>
                    <a:pt x="197" y="1603"/>
                  </a:cubicBezTo>
                  <a:cubicBezTo>
                    <a:pt x="259" y="1498"/>
                    <a:pt x="342" y="1331"/>
                    <a:pt x="405" y="1167"/>
                  </a:cubicBezTo>
                  <a:cubicBezTo>
                    <a:pt x="468" y="1003"/>
                    <a:pt x="513" y="775"/>
                    <a:pt x="576" y="617"/>
                  </a:cubicBezTo>
                  <a:cubicBezTo>
                    <a:pt x="639" y="459"/>
                    <a:pt x="709" y="312"/>
                    <a:pt x="784" y="220"/>
                  </a:cubicBezTo>
                  <a:cubicBezTo>
                    <a:pt x="859" y="128"/>
                    <a:pt x="942" y="95"/>
                    <a:pt x="1024" y="62"/>
                  </a:cubicBezTo>
                  <a:cubicBezTo>
                    <a:pt x="1106" y="29"/>
                    <a:pt x="1202" y="27"/>
                    <a:pt x="1277" y="24"/>
                  </a:cubicBezTo>
                  <a:cubicBezTo>
                    <a:pt x="1352" y="21"/>
                    <a:pt x="1378" y="0"/>
                    <a:pt x="1473" y="43"/>
                  </a:cubicBezTo>
                  <a:cubicBezTo>
                    <a:pt x="1568" y="86"/>
                    <a:pt x="1763" y="199"/>
                    <a:pt x="1845" y="283"/>
                  </a:cubicBezTo>
                  <a:cubicBezTo>
                    <a:pt x="1927" y="367"/>
                    <a:pt x="1926" y="442"/>
                    <a:pt x="1965" y="548"/>
                  </a:cubicBezTo>
                  <a:cubicBezTo>
                    <a:pt x="2004" y="654"/>
                    <a:pt x="2042" y="805"/>
                    <a:pt x="2079" y="921"/>
                  </a:cubicBezTo>
                  <a:cubicBezTo>
                    <a:pt x="2116" y="1037"/>
                    <a:pt x="2146" y="1141"/>
                    <a:pt x="2186" y="1243"/>
                  </a:cubicBezTo>
                  <a:cubicBezTo>
                    <a:pt x="2226" y="1345"/>
                    <a:pt x="2274" y="1444"/>
                    <a:pt x="2319" y="1534"/>
                  </a:cubicBezTo>
                  <a:cubicBezTo>
                    <a:pt x="2364" y="1624"/>
                    <a:pt x="2416" y="1731"/>
                    <a:pt x="2458" y="1786"/>
                  </a:cubicBezTo>
                  <a:cubicBezTo>
                    <a:pt x="2500" y="1841"/>
                    <a:pt x="2549" y="1849"/>
                    <a:pt x="2572" y="186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50561" name="Freeform 33"/>
            <p:cNvSpPr>
              <a:spLocks/>
            </p:cNvSpPr>
            <p:nvPr/>
          </p:nvSpPr>
          <p:spPr bwMode="auto">
            <a:xfrm>
              <a:off x="2148" y="2128"/>
              <a:ext cx="1626" cy="1172"/>
            </a:xfrm>
            <a:custGeom>
              <a:avLst/>
              <a:gdLst/>
              <a:ahLst/>
              <a:cxnLst>
                <a:cxn ang="0">
                  <a:pos x="1" y="1818"/>
                </a:cxn>
                <a:cxn ang="0">
                  <a:pos x="33" y="1799"/>
                </a:cxn>
                <a:cxn ang="0">
                  <a:pos x="197" y="1603"/>
                </a:cxn>
                <a:cxn ang="0">
                  <a:pos x="405" y="1167"/>
                </a:cxn>
                <a:cxn ang="0">
                  <a:pos x="576" y="617"/>
                </a:cxn>
                <a:cxn ang="0">
                  <a:pos x="784" y="220"/>
                </a:cxn>
                <a:cxn ang="0">
                  <a:pos x="1024" y="62"/>
                </a:cxn>
                <a:cxn ang="0">
                  <a:pos x="1277" y="24"/>
                </a:cxn>
                <a:cxn ang="0">
                  <a:pos x="1473" y="43"/>
                </a:cxn>
                <a:cxn ang="0">
                  <a:pos x="1845" y="283"/>
                </a:cxn>
                <a:cxn ang="0">
                  <a:pos x="1965" y="548"/>
                </a:cxn>
                <a:cxn ang="0">
                  <a:pos x="2079" y="921"/>
                </a:cxn>
                <a:cxn ang="0">
                  <a:pos x="2186" y="1243"/>
                </a:cxn>
                <a:cxn ang="0">
                  <a:pos x="2319" y="1534"/>
                </a:cxn>
                <a:cxn ang="0">
                  <a:pos x="2458" y="1786"/>
                </a:cxn>
                <a:cxn ang="0">
                  <a:pos x="2572" y="1862"/>
                </a:cxn>
              </a:cxnLst>
              <a:rect l="0" t="0" r="r" b="b"/>
              <a:pathLst>
                <a:path w="2572" h="1862">
                  <a:moveTo>
                    <a:pt x="1" y="1818"/>
                  </a:moveTo>
                  <a:cubicBezTo>
                    <a:pt x="0" y="1826"/>
                    <a:pt x="0" y="1835"/>
                    <a:pt x="33" y="1799"/>
                  </a:cubicBezTo>
                  <a:cubicBezTo>
                    <a:pt x="66" y="1763"/>
                    <a:pt x="135" y="1708"/>
                    <a:pt x="197" y="1603"/>
                  </a:cubicBezTo>
                  <a:cubicBezTo>
                    <a:pt x="259" y="1498"/>
                    <a:pt x="342" y="1331"/>
                    <a:pt x="405" y="1167"/>
                  </a:cubicBezTo>
                  <a:cubicBezTo>
                    <a:pt x="468" y="1003"/>
                    <a:pt x="513" y="775"/>
                    <a:pt x="576" y="617"/>
                  </a:cubicBezTo>
                  <a:cubicBezTo>
                    <a:pt x="639" y="459"/>
                    <a:pt x="709" y="312"/>
                    <a:pt x="784" y="220"/>
                  </a:cubicBezTo>
                  <a:cubicBezTo>
                    <a:pt x="859" y="128"/>
                    <a:pt x="942" y="95"/>
                    <a:pt x="1024" y="62"/>
                  </a:cubicBezTo>
                  <a:cubicBezTo>
                    <a:pt x="1106" y="29"/>
                    <a:pt x="1202" y="27"/>
                    <a:pt x="1277" y="24"/>
                  </a:cubicBezTo>
                  <a:cubicBezTo>
                    <a:pt x="1352" y="21"/>
                    <a:pt x="1378" y="0"/>
                    <a:pt x="1473" y="43"/>
                  </a:cubicBezTo>
                  <a:cubicBezTo>
                    <a:pt x="1568" y="86"/>
                    <a:pt x="1763" y="199"/>
                    <a:pt x="1845" y="283"/>
                  </a:cubicBezTo>
                  <a:cubicBezTo>
                    <a:pt x="1927" y="367"/>
                    <a:pt x="1926" y="442"/>
                    <a:pt x="1965" y="548"/>
                  </a:cubicBezTo>
                  <a:cubicBezTo>
                    <a:pt x="2004" y="654"/>
                    <a:pt x="2042" y="805"/>
                    <a:pt x="2079" y="921"/>
                  </a:cubicBezTo>
                  <a:cubicBezTo>
                    <a:pt x="2116" y="1037"/>
                    <a:pt x="2146" y="1141"/>
                    <a:pt x="2186" y="1243"/>
                  </a:cubicBezTo>
                  <a:cubicBezTo>
                    <a:pt x="2226" y="1345"/>
                    <a:pt x="2274" y="1444"/>
                    <a:pt x="2319" y="1534"/>
                  </a:cubicBezTo>
                  <a:cubicBezTo>
                    <a:pt x="2364" y="1624"/>
                    <a:pt x="2416" y="1731"/>
                    <a:pt x="2458" y="1786"/>
                  </a:cubicBezTo>
                  <a:cubicBezTo>
                    <a:pt x="2500" y="1841"/>
                    <a:pt x="2549" y="1849"/>
                    <a:pt x="2572" y="186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50562" name="Freeform 34"/>
            <p:cNvSpPr>
              <a:spLocks/>
            </p:cNvSpPr>
            <p:nvPr/>
          </p:nvSpPr>
          <p:spPr bwMode="auto">
            <a:xfrm>
              <a:off x="2095" y="2128"/>
              <a:ext cx="1626" cy="1172"/>
            </a:xfrm>
            <a:custGeom>
              <a:avLst/>
              <a:gdLst/>
              <a:ahLst/>
              <a:cxnLst>
                <a:cxn ang="0">
                  <a:pos x="1" y="1818"/>
                </a:cxn>
                <a:cxn ang="0">
                  <a:pos x="33" y="1799"/>
                </a:cxn>
                <a:cxn ang="0">
                  <a:pos x="197" y="1603"/>
                </a:cxn>
                <a:cxn ang="0">
                  <a:pos x="405" y="1167"/>
                </a:cxn>
                <a:cxn ang="0">
                  <a:pos x="576" y="617"/>
                </a:cxn>
                <a:cxn ang="0">
                  <a:pos x="784" y="220"/>
                </a:cxn>
                <a:cxn ang="0">
                  <a:pos x="1024" y="62"/>
                </a:cxn>
                <a:cxn ang="0">
                  <a:pos x="1277" y="24"/>
                </a:cxn>
                <a:cxn ang="0">
                  <a:pos x="1473" y="43"/>
                </a:cxn>
                <a:cxn ang="0">
                  <a:pos x="1845" y="283"/>
                </a:cxn>
                <a:cxn ang="0">
                  <a:pos x="1965" y="548"/>
                </a:cxn>
                <a:cxn ang="0">
                  <a:pos x="2079" y="921"/>
                </a:cxn>
                <a:cxn ang="0">
                  <a:pos x="2186" y="1243"/>
                </a:cxn>
                <a:cxn ang="0">
                  <a:pos x="2319" y="1534"/>
                </a:cxn>
                <a:cxn ang="0">
                  <a:pos x="2458" y="1786"/>
                </a:cxn>
                <a:cxn ang="0">
                  <a:pos x="2572" y="1862"/>
                </a:cxn>
              </a:cxnLst>
              <a:rect l="0" t="0" r="r" b="b"/>
              <a:pathLst>
                <a:path w="2572" h="1862">
                  <a:moveTo>
                    <a:pt x="1" y="1818"/>
                  </a:moveTo>
                  <a:cubicBezTo>
                    <a:pt x="0" y="1826"/>
                    <a:pt x="0" y="1835"/>
                    <a:pt x="33" y="1799"/>
                  </a:cubicBezTo>
                  <a:cubicBezTo>
                    <a:pt x="66" y="1763"/>
                    <a:pt x="135" y="1708"/>
                    <a:pt x="197" y="1603"/>
                  </a:cubicBezTo>
                  <a:cubicBezTo>
                    <a:pt x="259" y="1498"/>
                    <a:pt x="342" y="1331"/>
                    <a:pt x="405" y="1167"/>
                  </a:cubicBezTo>
                  <a:cubicBezTo>
                    <a:pt x="468" y="1003"/>
                    <a:pt x="513" y="775"/>
                    <a:pt x="576" y="617"/>
                  </a:cubicBezTo>
                  <a:cubicBezTo>
                    <a:pt x="639" y="459"/>
                    <a:pt x="709" y="312"/>
                    <a:pt x="784" y="220"/>
                  </a:cubicBezTo>
                  <a:cubicBezTo>
                    <a:pt x="859" y="128"/>
                    <a:pt x="942" y="95"/>
                    <a:pt x="1024" y="62"/>
                  </a:cubicBezTo>
                  <a:cubicBezTo>
                    <a:pt x="1106" y="29"/>
                    <a:pt x="1202" y="27"/>
                    <a:pt x="1277" y="24"/>
                  </a:cubicBezTo>
                  <a:cubicBezTo>
                    <a:pt x="1352" y="21"/>
                    <a:pt x="1378" y="0"/>
                    <a:pt x="1473" y="43"/>
                  </a:cubicBezTo>
                  <a:cubicBezTo>
                    <a:pt x="1568" y="86"/>
                    <a:pt x="1763" y="199"/>
                    <a:pt x="1845" y="283"/>
                  </a:cubicBezTo>
                  <a:cubicBezTo>
                    <a:pt x="1927" y="367"/>
                    <a:pt x="1926" y="442"/>
                    <a:pt x="1965" y="548"/>
                  </a:cubicBezTo>
                  <a:cubicBezTo>
                    <a:pt x="2004" y="654"/>
                    <a:pt x="2042" y="805"/>
                    <a:pt x="2079" y="921"/>
                  </a:cubicBezTo>
                  <a:cubicBezTo>
                    <a:pt x="2116" y="1037"/>
                    <a:pt x="2146" y="1141"/>
                    <a:pt x="2186" y="1243"/>
                  </a:cubicBezTo>
                  <a:cubicBezTo>
                    <a:pt x="2226" y="1345"/>
                    <a:pt x="2274" y="1444"/>
                    <a:pt x="2319" y="1534"/>
                  </a:cubicBezTo>
                  <a:cubicBezTo>
                    <a:pt x="2364" y="1624"/>
                    <a:pt x="2416" y="1731"/>
                    <a:pt x="2458" y="1786"/>
                  </a:cubicBezTo>
                  <a:cubicBezTo>
                    <a:pt x="2500" y="1841"/>
                    <a:pt x="2549" y="1849"/>
                    <a:pt x="2572" y="186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50563" name="Freeform 35"/>
            <p:cNvSpPr>
              <a:spLocks/>
            </p:cNvSpPr>
            <p:nvPr/>
          </p:nvSpPr>
          <p:spPr bwMode="auto">
            <a:xfrm flipV="1">
              <a:off x="2253" y="2234"/>
              <a:ext cx="1626" cy="1173"/>
            </a:xfrm>
            <a:custGeom>
              <a:avLst/>
              <a:gdLst/>
              <a:ahLst/>
              <a:cxnLst>
                <a:cxn ang="0">
                  <a:pos x="1" y="1818"/>
                </a:cxn>
                <a:cxn ang="0">
                  <a:pos x="33" y="1799"/>
                </a:cxn>
                <a:cxn ang="0">
                  <a:pos x="197" y="1603"/>
                </a:cxn>
                <a:cxn ang="0">
                  <a:pos x="355" y="1167"/>
                </a:cxn>
                <a:cxn ang="0">
                  <a:pos x="538" y="649"/>
                </a:cxn>
                <a:cxn ang="0">
                  <a:pos x="784" y="220"/>
                </a:cxn>
                <a:cxn ang="0">
                  <a:pos x="1024" y="62"/>
                </a:cxn>
                <a:cxn ang="0">
                  <a:pos x="1277" y="24"/>
                </a:cxn>
                <a:cxn ang="0">
                  <a:pos x="1473" y="43"/>
                </a:cxn>
                <a:cxn ang="0">
                  <a:pos x="1845" y="283"/>
                </a:cxn>
                <a:cxn ang="0">
                  <a:pos x="1965" y="548"/>
                </a:cxn>
                <a:cxn ang="0">
                  <a:pos x="2079" y="921"/>
                </a:cxn>
                <a:cxn ang="0">
                  <a:pos x="2186" y="1243"/>
                </a:cxn>
                <a:cxn ang="0">
                  <a:pos x="2319" y="1534"/>
                </a:cxn>
                <a:cxn ang="0">
                  <a:pos x="2458" y="1786"/>
                </a:cxn>
                <a:cxn ang="0">
                  <a:pos x="2572" y="1862"/>
                </a:cxn>
              </a:cxnLst>
              <a:rect l="0" t="0" r="r" b="b"/>
              <a:pathLst>
                <a:path w="2572" h="1862">
                  <a:moveTo>
                    <a:pt x="1" y="1818"/>
                  </a:moveTo>
                  <a:cubicBezTo>
                    <a:pt x="0" y="1826"/>
                    <a:pt x="0" y="1835"/>
                    <a:pt x="33" y="1799"/>
                  </a:cubicBezTo>
                  <a:cubicBezTo>
                    <a:pt x="66" y="1763"/>
                    <a:pt x="143" y="1708"/>
                    <a:pt x="197" y="1603"/>
                  </a:cubicBezTo>
                  <a:cubicBezTo>
                    <a:pt x="251" y="1498"/>
                    <a:pt x="298" y="1326"/>
                    <a:pt x="355" y="1167"/>
                  </a:cubicBezTo>
                  <a:cubicBezTo>
                    <a:pt x="412" y="1008"/>
                    <a:pt x="467" y="807"/>
                    <a:pt x="538" y="649"/>
                  </a:cubicBezTo>
                  <a:cubicBezTo>
                    <a:pt x="609" y="491"/>
                    <a:pt x="703" y="318"/>
                    <a:pt x="784" y="220"/>
                  </a:cubicBezTo>
                  <a:cubicBezTo>
                    <a:pt x="865" y="122"/>
                    <a:pt x="942" y="95"/>
                    <a:pt x="1024" y="62"/>
                  </a:cubicBezTo>
                  <a:cubicBezTo>
                    <a:pt x="1106" y="29"/>
                    <a:pt x="1202" y="27"/>
                    <a:pt x="1277" y="24"/>
                  </a:cubicBezTo>
                  <a:cubicBezTo>
                    <a:pt x="1352" y="21"/>
                    <a:pt x="1378" y="0"/>
                    <a:pt x="1473" y="43"/>
                  </a:cubicBezTo>
                  <a:cubicBezTo>
                    <a:pt x="1568" y="86"/>
                    <a:pt x="1763" y="199"/>
                    <a:pt x="1845" y="283"/>
                  </a:cubicBezTo>
                  <a:cubicBezTo>
                    <a:pt x="1927" y="367"/>
                    <a:pt x="1926" y="442"/>
                    <a:pt x="1965" y="548"/>
                  </a:cubicBezTo>
                  <a:cubicBezTo>
                    <a:pt x="2004" y="654"/>
                    <a:pt x="2042" y="805"/>
                    <a:pt x="2079" y="921"/>
                  </a:cubicBezTo>
                  <a:cubicBezTo>
                    <a:pt x="2116" y="1037"/>
                    <a:pt x="2146" y="1141"/>
                    <a:pt x="2186" y="1243"/>
                  </a:cubicBezTo>
                  <a:cubicBezTo>
                    <a:pt x="2226" y="1345"/>
                    <a:pt x="2274" y="1444"/>
                    <a:pt x="2319" y="1534"/>
                  </a:cubicBezTo>
                  <a:cubicBezTo>
                    <a:pt x="2364" y="1624"/>
                    <a:pt x="2416" y="1731"/>
                    <a:pt x="2458" y="1786"/>
                  </a:cubicBezTo>
                  <a:cubicBezTo>
                    <a:pt x="2500" y="1841"/>
                    <a:pt x="2549" y="1849"/>
                    <a:pt x="2572" y="186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50564" name="Freeform 36"/>
            <p:cNvSpPr>
              <a:spLocks/>
            </p:cNvSpPr>
            <p:nvPr/>
          </p:nvSpPr>
          <p:spPr bwMode="auto">
            <a:xfrm>
              <a:off x="2016" y="2112"/>
              <a:ext cx="1626" cy="1173"/>
            </a:xfrm>
            <a:custGeom>
              <a:avLst/>
              <a:gdLst/>
              <a:ahLst/>
              <a:cxnLst>
                <a:cxn ang="0">
                  <a:pos x="1" y="1818"/>
                </a:cxn>
                <a:cxn ang="0">
                  <a:pos x="33" y="1799"/>
                </a:cxn>
                <a:cxn ang="0">
                  <a:pos x="197" y="1603"/>
                </a:cxn>
                <a:cxn ang="0">
                  <a:pos x="355" y="1167"/>
                </a:cxn>
                <a:cxn ang="0">
                  <a:pos x="538" y="649"/>
                </a:cxn>
                <a:cxn ang="0">
                  <a:pos x="784" y="220"/>
                </a:cxn>
                <a:cxn ang="0">
                  <a:pos x="1024" y="62"/>
                </a:cxn>
                <a:cxn ang="0">
                  <a:pos x="1277" y="24"/>
                </a:cxn>
                <a:cxn ang="0">
                  <a:pos x="1473" y="43"/>
                </a:cxn>
                <a:cxn ang="0">
                  <a:pos x="1845" y="283"/>
                </a:cxn>
                <a:cxn ang="0">
                  <a:pos x="1965" y="548"/>
                </a:cxn>
                <a:cxn ang="0">
                  <a:pos x="2079" y="921"/>
                </a:cxn>
                <a:cxn ang="0">
                  <a:pos x="2186" y="1243"/>
                </a:cxn>
                <a:cxn ang="0">
                  <a:pos x="2319" y="1534"/>
                </a:cxn>
                <a:cxn ang="0">
                  <a:pos x="2458" y="1786"/>
                </a:cxn>
                <a:cxn ang="0">
                  <a:pos x="2572" y="1862"/>
                </a:cxn>
              </a:cxnLst>
              <a:rect l="0" t="0" r="r" b="b"/>
              <a:pathLst>
                <a:path w="2572" h="1862">
                  <a:moveTo>
                    <a:pt x="1" y="1818"/>
                  </a:moveTo>
                  <a:cubicBezTo>
                    <a:pt x="0" y="1826"/>
                    <a:pt x="0" y="1835"/>
                    <a:pt x="33" y="1799"/>
                  </a:cubicBezTo>
                  <a:cubicBezTo>
                    <a:pt x="66" y="1763"/>
                    <a:pt x="143" y="1708"/>
                    <a:pt x="197" y="1603"/>
                  </a:cubicBezTo>
                  <a:cubicBezTo>
                    <a:pt x="251" y="1498"/>
                    <a:pt x="298" y="1326"/>
                    <a:pt x="355" y="1167"/>
                  </a:cubicBezTo>
                  <a:cubicBezTo>
                    <a:pt x="412" y="1008"/>
                    <a:pt x="467" y="807"/>
                    <a:pt x="538" y="649"/>
                  </a:cubicBezTo>
                  <a:cubicBezTo>
                    <a:pt x="609" y="491"/>
                    <a:pt x="703" y="318"/>
                    <a:pt x="784" y="220"/>
                  </a:cubicBezTo>
                  <a:cubicBezTo>
                    <a:pt x="865" y="122"/>
                    <a:pt x="942" y="95"/>
                    <a:pt x="1024" y="62"/>
                  </a:cubicBezTo>
                  <a:cubicBezTo>
                    <a:pt x="1106" y="29"/>
                    <a:pt x="1202" y="27"/>
                    <a:pt x="1277" y="24"/>
                  </a:cubicBezTo>
                  <a:cubicBezTo>
                    <a:pt x="1352" y="21"/>
                    <a:pt x="1378" y="0"/>
                    <a:pt x="1473" y="43"/>
                  </a:cubicBezTo>
                  <a:cubicBezTo>
                    <a:pt x="1568" y="86"/>
                    <a:pt x="1763" y="199"/>
                    <a:pt x="1845" y="283"/>
                  </a:cubicBezTo>
                  <a:cubicBezTo>
                    <a:pt x="1927" y="367"/>
                    <a:pt x="1926" y="442"/>
                    <a:pt x="1965" y="548"/>
                  </a:cubicBezTo>
                  <a:cubicBezTo>
                    <a:pt x="2004" y="654"/>
                    <a:pt x="2042" y="805"/>
                    <a:pt x="2079" y="921"/>
                  </a:cubicBezTo>
                  <a:cubicBezTo>
                    <a:pt x="2116" y="1037"/>
                    <a:pt x="2146" y="1141"/>
                    <a:pt x="2186" y="1243"/>
                  </a:cubicBezTo>
                  <a:cubicBezTo>
                    <a:pt x="2226" y="1345"/>
                    <a:pt x="2274" y="1444"/>
                    <a:pt x="2319" y="1534"/>
                  </a:cubicBezTo>
                  <a:cubicBezTo>
                    <a:pt x="2364" y="1624"/>
                    <a:pt x="2416" y="1731"/>
                    <a:pt x="2458" y="1786"/>
                  </a:cubicBezTo>
                  <a:cubicBezTo>
                    <a:pt x="2500" y="1841"/>
                    <a:pt x="2549" y="1849"/>
                    <a:pt x="2572" y="186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50565" name="Freeform 37"/>
            <p:cNvSpPr>
              <a:spLocks/>
            </p:cNvSpPr>
            <p:nvPr/>
          </p:nvSpPr>
          <p:spPr bwMode="auto">
            <a:xfrm>
              <a:off x="2121" y="2219"/>
              <a:ext cx="1627" cy="1126"/>
            </a:xfrm>
            <a:custGeom>
              <a:avLst/>
              <a:gdLst/>
              <a:ahLst/>
              <a:cxnLst>
                <a:cxn ang="0">
                  <a:pos x="1" y="28"/>
                </a:cxn>
                <a:cxn ang="0">
                  <a:pos x="21" y="40"/>
                </a:cxn>
                <a:cxn ang="0">
                  <a:pos x="125" y="163"/>
                </a:cxn>
                <a:cxn ang="0">
                  <a:pos x="225" y="437"/>
                </a:cxn>
                <a:cxn ang="0">
                  <a:pos x="340" y="763"/>
                </a:cxn>
                <a:cxn ang="0">
                  <a:pos x="496" y="1034"/>
                </a:cxn>
                <a:cxn ang="0">
                  <a:pos x="595" y="1113"/>
                </a:cxn>
                <a:cxn ang="0">
                  <a:pos x="806" y="1113"/>
                </a:cxn>
                <a:cxn ang="0">
                  <a:pos x="960" y="1089"/>
                </a:cxn>
                <a:cxn ang="0">
                  <a:pos x="1167" y="994"/>
                </a:cxn>
                <a:cxn ang="0">
                  <a:pos x="1243" y="827"/>
                </a:cxn>
                <a:cxn ang="0">
                  <a:pos x="1315" y="592"/>
                </a:cxn>
                <a:cxn ang="0">
                  <a:pos x="1383" y="390"/>
                </a:cxn>
                <a:cxn ang="0">
                  <a:pos x="1467" y="206"/>
                </a:cxn>
                <a:cxn ang="0">
                  <a:pos x="1555" y="48"/>
                </a:cxn>
                <a:cxn ang="0">
                  <a:pos x="1627" y="0"/>
                </a:cxn>
              </a:cxnLst>
              <a:rect l="0" t="0" r="r" b="b"/>
              <a:pathLst>
                <a:path w="1627" h="1126">
                  <a:moveTo>
                    <a:pt x="1" y="28"/>
                  </a:moveTo>
                  <a:cubicBezTo>
                    <a:pt x="0" y="23"/>
                    <a:pt x="0" y="17"/>
                    <a:pt x="21" y="40"/>
                  </a:cubicBezTo>
                  <a:cubicBezTo>
                    <a:pt x="42" y="62"/>
                    <a:pt x="90" y="97"/>
                    <a:pt x="125" y="163"/>
                  </a:cubicBezTo>
                  <a:cubicBezTo>
                    <a:pt x="159" y="229"/>
                    <a:pt x="189" y="337"/>
                    <a:pt x="225" y="437"/>
                  </a:cubicBezTo>
                  <a:cubicBezTo>
                    <a:pt x="261" y="538"/>
                    <a:pt x="295" y="664"/>
                    <a:pt x="340" y="763"/>
                  </a:cubicBezTo>
                  <a:cubicBezTo>
                    <a:pt x="385" y="863"/>
                    <a:pt x="454" y="976"/>
                    <a:pt x="496" y="1034"/>
                  </a:cubicBezTo>
                  <a:cubicBezTo>
                    <a:pt x="538" y="1092"/>
                    <a:pt x="543" y="1100"/>
                    <a:pt x="595" y="1113"/>
                  </a:cubicBezTo>
                  <a:cubicBezTo>
                    <a:pt x="647" y="1126"/>
                    <a:pt x="745" y="1117"/>
                    <a:pt x="806" y="1113"/>
                  </a:cubicBezTo>
                  <a:cubicBezTo>
                    <a:pt x="867" y="1109"/>
                    <a:pt x="900" y="1109"/>
                    <a:pt x="960" y="1089"/>
                  </a:cubicBezTo>
                  <a:cubicBezTo>
                    <a:pt x="1020" y="1069"/>
                    <a:pt x="1120" y="1038"/>
                    <a:pt x="1167" y="994"/>
                  </a:cubicBezTo>
                  <a:cubicBezTo>
                    <a:pt x="1214" y="950"/>
                    <a:pt x="1218" y="894"/>
                    <a:pt x="1243" y="827"/>
                  </a:cubicBezTo>
                  <a:cubicBezTo>
                    <a:pt x="1268" y="760"/>
                    <a:pt x="1292" y="665"/>
                    <a:pt x="1315" y="592"/>
                  </a:cubicBezTo>
                  <a:cubicBezTo>
                    <a:pt x="1339" y="519"/>
                    <a:pt x="1358" y="454"/>
                    <a:pt x="1383" y="390"/>
                  </a:cubicBezTo>
                  <a:cubicBezTo>
                    <a:pt x="1408" y="325"/>
                    <a:pt x="1438" y="263"/>
                    <a:pt x="1467" y="206"/>
                  </a:cubicBezTo>
                  <a:cubicBezTo>
                    <a:pt x="1495" y="150"/>
                    <a:pt x="1528" y="82"/>
                    <a:pt x="1555" y="48"/>
                  </a:cubicBezTo>
                  <a:cubicBezTo>
                    <a:pt x="1581" y="13"/>
                    <a:pt x="1612" y="8"/>
                    <a:pt x="1627" y="0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50566" name="Freeform 38"/>
            <p:cNvSpPr>
              <a:spLocks/>
            </p:cNvSpPr>
            <p:nvPr/>
          </p:nvSpPr>
          <p:spPr bwMode="auto">
            <a:xfrm flipV="1">
              <a:off x="2080" y="2219"/>
              <a:ext cx="1626" cy="1172"/>
            </a:xfrm>
            <a:custGeom>
              <a:avLst/>
              <a:gdLst/>
              <a:ahLst/>
              <a:cxnLst>
                <a:cxn ang="0">
                  <a:pos x="1" y="1818"/>
                </a:cxn>
                <a:cxn ang="0">
                  <a:pos x="33" y="1799"/>
                </a:cxn>
                <a:cxn ang="0">
                  <a:pos x="197" y="1603"/>
                </a:cxn>
                <a:cxn ang="0">
                  <a:pos x="355" y="1167"/>
                </a:cxn>
                <a:cxn ang="0">
                  <a:pos x="538" y="649"/>
                </a:cxn>
                <a:cxn ang="0">
                  <a:pos x="784" y="220"/>
                </a:cxn>
                <a:cxn ang="0">
                  <a:pos x="1024" y="62"/>
                </a:cxn>
                <a:cxn ang="0">
                  <a:pos x="1277" y="24"/>
                </a:cxn>
                <a:cxn ang="0">
                  <a:pos x="1473" y="43"/>
                </a:cxn>
                <a:cxn ang="0">
                  <a:pos x="1845" y="283"/>
                </a:cxn>
                <a:cxn ang="0">
                  <a:pos x="1965" y="548"/>
                </a:cxn>
                <a:cxn ang="0">
                  <a:pos x="2079" y="921"/>
                </a:cxn>
                <a:cxn ang="0">
                  <a:pos x="2186" y="1243"/>
                </a:cxn>
                <a:cxn ang="0">
                  <a:pos x="2319" y="1534"/>
                </a:cxn>
                <a:cxn ang="0">
                  <a:pos x="2458" y="1786"/>
                </a:cxn>
                <a:cxn ang="0">
                  <a:pos x="2572" y="1862"/>
                </a:cxn>
              </a:cxnLst>
              <a:rect l="0" t="0" r="r" b="b"/>
              <a:pathLst>
                <a:path w="2572" h="1862">
                  <a:moveTo>
                    <a:pt x="1" y="1818"/>
                  </a:moveTo>
                  <a:cubicBezTo>
                    <a:pt x="0" y="1826"/>
                    <a:pt x="0" y="1835"/>
                    <a:pt x="33" y="1799"/>
                  </a:cubicBezTo>
                  <a:cubicBezTo>
                    <a:pt x="66" y="1763"/>
                    <a:pt x="143" y="1708"/>
                    <a:pt x="197" y="1603"/>
                  </a:cubicBezTo>
                  <a:cubicBezTo>
                    <a:pt x="251" y="1498"/>
                    <a:pt x="298" y="1326"/>
                    <a:pt x="355" y="1167"/>
                  </a:cubicBezTo>
                  <a:cubicBezTo>
                    <a:pt x="412" y="1008"/>
                    <a:pt x="467" y="807"/>
                    <a:pt x="538" y="649"/>
                  </a:cubicBezTo>
                  <a:cubicBezTo>
                    <a:pt x="609" y="491"/>
                    <a:pt x="703" y="318"/>
                    <a:pt x="784" y="220"/>
                  </a:cubicBezTo>
                  <a:cubicBezTo>
                    <a:pt x="865" y="122"/>
                    <a:pt x="942" y="95"/>
                    <a:pt x="1024" y="62"/>
                  </a:cubicBezTo>
                  <a:cubicBezTo>
                    <a:pt x="1106" y="29"/>
                    <a:pt x="1202" y="27"/>
                    <a:pt x="1277" y="24"/>
                  </a:cubicBezTo>
                  <a:cubicBezTo>
                    <a:pt x="1352" y="21"/>
                    <a:pt x="1378" y="0"/>
                    <a:pt x="1473" y="43"/>
                  </a:cubicBezTo>
                  <a:cubicBezTo>
                    <a:pt x="1568" y="86"/>
                    <a:pt x="1763" y="199"/>
                    <a:pt x="1845" y="283"/>
                  </a:cubicBezTo>
                  <a:cubicBezTo>
                    <a:pt x="1927" y="367"/>
                    <a:pt x="1926" y="442"/>
                    <a:pt x="1965" y="548"/>
                  </a:cubicBezTo>
                  <a:cubicBezTo>
                    <a:pt x="2004" y="654"/>
                    <a:pt x="2042" y="805"/>
                    <a:pt x="2079" y="921"/>
                  </a:cubicBezTo>
                  <a:cubicBezTo>
                    <a:pt x="2116" y="1037"/>
                    <a:pt x="2146" y="1141"/>
                    <a:pt x="2186" y="1243"/>
                  </a:cubicBezTo>
                  <a:cubicBezTo>
                    <a:pt x="2226" y="1345"/>
                    <a:pt x="2274" y="1444"/>
                    <a:pt x="2319" y="1534"/>
                  </a:cubicBezTo>
                  <a:cubicBezTo>
                    <a:pt x="2364" y="1624"/>
                    <a:pt x="2416" y="1731"/>
                    <a:pt x="2458" y="1786"/>
                  </a:cubicBezTo>
                  <a:cubicBezTo>
                    <a:pt x="2500" y="1841"/>
                    <a:pt x="2549" y="1849"/>
                    <a:pt x="2572" y="186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50571" name="Freeform 43"/>
            <p:cNvSpPr>
              <a:spLocks/>
            </p:cNvSpPr>
            <p:nvPr/>
          </p:nvSpPr>
          <p:spPr bwMode="auto">
            <a:xfrm>
              <a:off x="2016" y="2112"/>
              <a:ext cx="1626" cy="1173"/>
            </a:xfrm>
            <a:custGeom>
              <a:avLst/>
              <a:gdLst/>
              <a:ahLst/>
              <a:cxnLst>
                <a:cxn ang="0">
                  <a:pos x="1" y="1818"/>
                </a:cxn>
                <a:cxn ang="0">
                  <a:pos x="33" y="1799"/>
                </a:cxn>
                <a:cxn ang="0">
                  <a:pos x="197" y="1603"/>
                </a:cxn>
                <a:cxn ang="0">
                  <a:pos x="405" y="1167"/>
                </a:cxn>
                <a:cxn ang="0">
                  <a:pos x="576" y="617"/>
                </a:cxn>
                <a:cxn ang="0">
                  <a:pos x="784" y="220"/>
                </a:cxn>
                <a:cxn ang="0">
                  <a:pos x="1024" y="62"/>
                </a:cxn>
                <a:cxn ang="0">
                  <a:pos x="1277" y="24"/>
                </a:cxn>
                <a:cxn ang="0">
                  <a:pos x="1473" y="43"/>
                </a:cxn>
                <a:cxn ang="0">
                  <a:pos x="1845" y="283"/>
                </a:cxn>
                <a:cxn ang="0">
                  <a:pos x="1965" y="548"/>
                </a:cxn>
                <a:cxn ang="0">
                  <a:pos x="2079" y="921"/>
                </a:cxn>
                <a:cxn ang="0">
                  <a:pos x="2186" y="1243"/>
                </a:cxn>
                <a:cxn ang="0">
                  <a:pos x="2319" y="1534"/>
                </a:cxn>
                <a:cxn ang="0">
                  <a:pos x="2458" y="1786"/>
                </a:cxn>
                <a:cxn ang="0">
                  <a:pos x="2572" y="1862"/>
                </a:cxn>
              </a:cxnLst>
              <a:rect l="0" t="0" r="r" b="b"/>
              <a:pathLst>
                <a:path w="2572" h="1862">
                  <a:moveTo>
                    <a:pt x="1" y="1818"/>
                  </a:moveTo>
                  <a:cubicBezTo>
                    <a:pt x="0" y="1826"/>
                    <a:pt x="0" y="1835"/>
                    <a:pt x="33" y="1799"/>
                  </a:cubicBezTo>
                  <a:cubicBezTo>
                    <a:pt x="66" y="1763"/>
                    <a:pt x="135" y="1708"/>
                    <a:pt x="197" y="1603"/>
                  </a:cubicBezTo>
                  <a:cubicBezTo>
                    <a:pt x="259" y="1498"/>
                    <a:pt x="342" y="1331"/>
                    <a:pt x="405" y="1167"/>
                  </a:cubicBezTo>
                  <a:cubicBezTo>
                    <a:pt x="468" y="1003"/>
                    <a:pt x="513" y="775"/>
                    <a:pt x="576" y="617"/>
                  </a:cubicBezTo>
                  <a:cubicBezTo>
                    <a:pt x="639" y="459"/>
                    <a:pt x="709" y="312"/>
                    <a:pt x="784" y="220"/>
                  </a:cubicBezTo>
                  <a:cubicBezTo>
                    <a:pt x="859" y="128"/>
                    <a:pt x="942" y="95"/>
                    <a:pt x="1024" y="62"/>
                  </a:cubicBezTo>
                  <a:cubicBezTo>
                    <a:pt x="1106" y="29"/>
                    <a:pt x="1202" y="27"/>
                    <a:pt x="1277" y="24"/>
                  </a:cubicBezTo>
                  <a:cubicBezTo>
                    <a:pt x="1352" y="21"/>
                    <a:pt x="1378" y="0"/>
                    <a:pt x="1473" y="43"/>
                  </a:cubicBezTo>
                  <a:cubicBezTo>
                    <a:pt x="1568" y="86"/>
                    <a:pt x="1763" y="199"/>
                    <a:pt x="1845" y="283"/>
                  </a:cubicBezTo>
                  <a:cubicBezTo>
                    <a:pt x="1927" y="367"/>
                    <a:pt x="1926" y="442"/>
                    <a:pt x="1965" y="548"/>
                  </a:cubicBezTo>
                  <a:cubicBezTo>
                    <a:pt x="2004" y="654"/>
                    <a:pt x="2042" y="805"/>
                    <a:pt x="2079" y="921"/>
                  </a:cubicBezTo>
                  <a:cubicBezTo>
                    <a:pt x="2116" y="1037"/>
                    <a:pt x="2146" y="1141"/>
                    <a:pt x="2186" y="1243"/>
                  </a:cubicBezTo>
                  <a:cubicBezTo>
                    <a:pt x="2226" y="1345"/>
                    <a:pt x="2274" y="1444"/>
                    <a:pt x="2319" y="1534"/>
                  </a:cubicBezTo>
                  <a:cubicBezTo>
                    <a:pt x="2364" y="1624"/>
                    <a:pt x="2416" y="1731"/>
                    <a:pt x="2458" y="1786"/>
                  </a:cubicBezTo>
                  <a:cubicBezTo>
                    <a:pt x="2500" y="1841"/>
                    <a:pt x="2549" y="1849"/>
                    <a:pt x="2572" y="186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50578" name="Freeform 50"/>
            <p:cNvSpPr>
              <a:spLocks/>
            </p:cNvSpPr>
            <p:nvPr/>
          </p:nvSpPr>
          <p:spPr bwMode="auto">
            <a:xfrm>
              <a:off x="2069" y="2112"/>
              <a:ext cx="1626" cy="1173"/>
            </a:xfrm>
            <a:custGeom>
              <a:avLst/>
              <a:gdLst/>
              <a:ahLst/>
              <a:cxnLst>
                <a:cxn ang="0">
                  <a:pos x="1" y="1818"/>
                </a:cxn>
                <a:cxn ang="0">
                  <a:pos x="33" y="1799"/>
                </a:cxn>
                <a:cxn ang="0">
                  <a:pos x="197" y="1603"/>
                </a:cxn>
                <a:cxn ang="0">
                  <a:pos x="405" y="1167"/>
                </a:cxn>
                <a:cxn ang="0">
                  <a:pos x="576" y="617"/>
                </a:cxn>
                <a:cxn ang="0">
                  <a:pos x="784" y="220"/>
                </a:cxn>
                <a:cxn ang="0">
                  <a:pos x="1024" y="62"/>
                </a:cxn>
                <a:cxn ang="0">
                  <a:pos x="1277" y="24"/>
                </a:cxn>
                <a:cxn ang="0">
                  <a:pos x="1473" y="43"/>
                </a:cxn>
                <a:cxn ang="0">
                  <a:pos x="1845" y="283"/>
                </a:cxn>
                <a:cxn ang="0">
                  <a:pos x="1965" y="548"/>
                </a:cxn>
                <a:cxn ang="0">
                  <a:pos x="2079" y="921"/>
                </a:cxn>
                <a:cxn ang="0">
                  <a:pos x="2186" y="1243"/>
                </a:cxn>
                <a:cxn ang="0">
                  <a:pos x="2319" y="1534"/>
                </a:cxn>
                <a:cxn ang="0">
                  <a:pos x="2458" y="1786"/>
                </a:cxn>
                <a:cxn ang="0">
                  <a:pos x="2572" y="1862"/>
                </a:cxn>
              </a:cxnLst>
              <a:rect l="0" t="0" r="r" b="b"/>
              <a:pathLst>
                <a:path w="2572" h="1862">
                  <a:moveTo>
                    <a:pt x="1" y="1818"/>
                  </a:moveTo>
                  <a:cubicBezTo>
                    <a:pt x="0" y="1826"/>
                    <a:pt x="0" y="1835"/>
                    <a:pt x="33" y="1799"/>
                  </a:cubicBezTo>
                  <a:cubicBezTo>
                    <a:pt x="66" y="1763"/>
                    <a:pt x="135" y="1708"/>
                    <a:pt x="197" y="1603"/>
                  </a:cubicBezTo>
                  <a:cubicBezTo>
                    <a:pt x="259" y="1498"/>
                    <a:pt x="342" y="1331"/>
                    <a:pt x="405" y="1167"/>
                  </a:cubicBezTo>
                  <a:cubicBezTo>
                    <a:pt x="468" y="1003"/>
                    <a:pt x="513" y="775"/>
                    <a:pt x="576" y="617"/>
                  </a:cubicBezTo>
                  <a:cubicBezTo>
                    <a:pt x="639" y="459"/>
                    <a:pt x="709" y="312"/>
                    <a:pt x="784" y="220"/>
                  </a:cubicBezTo>
                  <a:cubicBezTo>
                    <a:pt x="859" y="128"/>
                    <a:pt x="942" y="95"/>
                    <a:pt x="1024" y="62"/>
                  </a:cubicBezTo>
                  <a:cubicBezTo>
                    <a:pt x="1106" y="29"/>
                    <a:pt x="1202" y="27"/>
                    <a:pt x="1277" y="24"/>
                  </a:cubicBezTo>
                  <a:cubicBezTo>
                    <a:pt x="1352" y="21"/>
                    <a:pt x="1378" y="0"/>
                    <a:pt x="1473" y="43"/>
                  </a:cubicBezTo>
                  <a:cubicBezTo>
                    <a:pt x="1568" y="86"/>
                    <a:pt x="1763" y="199"/>
                    <a:pt x="1845" y="283"/>
                  </a:cubicBezTo>
                  <a:cubicBezTo>
                    <a:pt x="1927" y="367"/>
                    <a:pt x="1926" y="442"/>
                    <a:pt x="1965" y="548"/>
                  </a:cubicBezTo>
                  <a:cubicBezTo>
                    <a:pt x="2004" y="654"/>
                    <a:pt x="2042" y="805"/>
                    <a:pt x="2079" y="921"/>
                  </a:cubicBezTo>
                  <a:cubicBezTo>
                    <a:pt x="2116" y="1037"/>
                    <a:pt x="2146" y="1141"/>
                    <a:pt x="2186" y="1243"/>
                  </a:cubicBezTo>
                  <a:cubicBezTo>
                    <a:pt x="2226" y="1345"/>
                    <a:pt x="2274" y="1444"/>
                    <a:pt x="2319" y="1534"/>
                  </a:cubicBezTo>
                  <a:cubicBezTo>
                    <a:pt x="2364" y="1624"/>
                    <a:pt x="2416" y="1731"/>
                    <a:pt x="2458" y="1786"/>
                  </a:cubicBezTo>
                  <a:cubicBezTo>
                    <a:pt x="2500" y="1841"/>
                    <a:pt x="2549" y="1849"/>
                    <a:pt x="2572" y="186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50579" name="Freeform 51"/>
            <p:cNvSpPr>
              <a:spLocks/>
            </p:cNvSpPr>
            <p:nvPr/>
          </p:nvSpPr>
          <p:spPr bwMode="auto">
            <a:xfrm>
              <a:off x="2069" y="2152"/>
              <a:ext cx="1626" cy="1133"/>
            </a:xfrm>
            <a:custGeom>
              <a:avLst/>
              <a:gdLst/>
              <a:ahLst/>
              <a:cxnLst>
                <a:cxn ang="0">
                  <a:pos x="1" y="1105"/>
                </a:cxn>
                <a:cxn ang="0">
                  <a:pos x="21" y="1093"/>
                </a:cxn>
                <a:cxn ang="0">
                  <a:pos x="125" y="970"/>
                </a:cxn>
                <a:cxn ang="0">
                  <a:pos x="256" y="695"/>
                </a:cxn>
                <a:cxn ang="0">
                  <a:pos x="364" y="349"/>
                </a:cxn>
                <a:cxn ang="0">
                  <a:pos x="496" y="99"/>
                </a:cxn>
                <a:cxn ang="0">
                  <a:pos x="639" y="13"/>
                </a:cxn>
                <a:cxn ang="0">
                  <a:pos x="826" y="21"/>
                </a:cxn>
                <a:cxn ang="0">
                  <a:pos x="915" y="21"/>
                </a:cxn>
                <a:cxn ang="0">
                  <a:pos x="1166" y="138"/>
                </a:cxn>
                <a:cxn ang="0">
                  <a:pos x="1242" y="305"/>
                </a:cxn>
                <a:cxn ang="0">
                  <a:pos x="1314" y="540"/>
                </a:cxn>
                <a:cxn ang="0">
                  <a:pos x="1382" y="743"/>
                </a:cxn>
                <a:cxn ang="0">
                  <a:pos x="1466" y="926"/>
                </a:cxn>
                <a:cxn ang="0">
                  <a:pos x="1554" y="1085"/>
                </a:cxn>
                <a:cxn ang="0">
                  <a:pos x="1626" y="1133"/>
                </a:cxn>
              </a:cxnLst>
              <a:rect l="0" t="0" r="r" b="b"/>
              <a:pathLst>
                <a:path w="1626" h="1133">
                  <a:moveTo>
                    <a:pt x="1" y="1105"/>
                  </a:moveTo>
                  <a:cubicBezTo>
                    <a:pt x="0" y="1110"/>
                    <a:pt x="0" y="1116"/>
                    <a:pt x="21" y="1093"/>
                  </a:cubicBezTo>
                  <a:cubicBezTo>
                    <a:pt x="42" y="1071"/>
                    <a:pt x="85" y="1036"/>
                    <a:pt x="125" y="970"/>
                  </a:cubicBezTo>
                  <a:cubicBezTo>
                    <a:pt x="164" y="904"/>
                    <a:pt x="216" y="798"/>
                    <a:pt x="256" y="695"/>
                  </a:cubicBezTo>
                  <a:cubicBezTo>
                    <a:pt x="296" y="592"/>
                    <a:pt x="324" y="448"/>
                    <a:pt x="364" y="349"/>
                  </a:cubicBezTo>
                  <a:cubicBezTo>
                    <a:pt x="404" y="249"/>
                    <a:pt x="450" y="155"/>
                    <a:pt x="496" y="99"/>
                  </a:cubicBezTo>
                  <a:cubicBezTo>
                    <a:pt x="542" y="43"/>
                    <a:pt x="584" y="26"/>
                    <a:pt x="639" y="13"/>
                  </a:cubicBezTo>
                  <a:cubicBezTo>
                    <a:pt x="694" y="0"/>
                    <a:pt x="780" y="20"/>
                    <a:pt x="826" y="21"/>
                  </a:cubicBezTo>
                  <a:cubicBezTo>
                    <a:pt x="872" y="22"/>
                    <a:pt x="858" y="2"/>
                    <a:pt x="915" y="21"/>
                  </a:cubicBezTo>
                  <a:cubicBezTo>
                    <a:pt x="972" y="40"/>
                    <a:pt x="1111" y="91"/>
                    <a:pt x="1166" y="138"/>
                  </a:cubicBezTo>
                  <a:cubicBezTo>
                    <a:pt x="1221" y="185"/>
                    <a:pt x="1218" y="238"/>
                    <a:pt x="1242" y="305"/>
                  </a:cubicBezTo>
                  <a:cubicBezTo>
                    <a:pt x="1267" y="372"/>
                    <a:pt x="1291" y="467"/>
                    <a:pt x="1314" y="540"/>
                  </a:cubicBezTo>
                  <a:cubicBezTo>
                    <a:pt x="1338" y="613"/>
                    <a:pt x="1357" y="679"/>
                    <a:pt x="1382" y="743"/>
                  </a:cubicBezTo>
                  <a:cubicBezTo>
                    <a:pt x="1407" y="807"/>
                    <a:pt x="1438" y="870"/>
                    <a:pt x="1466" y="926"/>
                  </a:cubicBezTo>
                  <a:cubicBezTo>
                    <a:pt x="1495" y="983"/>
                    <a:pt x="1527" y="1050"/>
                    <a:pt x="1554" y="1085"/>
                  </a:cubicBezTo>
                  <a:cubicBezTo>
                    <a:pt x="1580" y="1120"/>
                    <a:pt x="1611" y="1125"/>
                    <a:pt x="1626" y="1133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50580" name="Freeform 52"/>
            <p:cNvSpPr>
              <a:spLocks/>
            </p:cNvSpPr>
            <p:nvPr/>
          </p:nvSpPr>
          <p:spPr bwMode="auto">
            <a:xfrm>
              <a:off x="2016" y="2186"/>
              <a:ext cx="1626" cy="1099"/>
            </a:xfrm>
            <a:custGeom>
              <a:avLst/>
              <a:gdLst/>
              <a:ahLst/>
              <a:cxnLst>
                <a:cxn ang="0">
                  <a:pos x="1" y="1071"/>
                </a:cxn>
                <a:cxn ang="0">
                  <a:pos x="21" y="1059"/>
                </a:cxn>
                <a:cxn ang="0">
                  <a:pos x="125" y="936"/>
                </a:cxn>
                <a:cxn ang="0">
                  <a:pos x="256" y="661"/>
                </a:cxn>
                <a:cxn ang="0">
                  <a:pos x="417" y="335"/>
                </a:cxn>
                <a:cxn ang="0">
                  <a:pos x="498" y="190"/>
                </a:cxn>
                <a:cxn ang="0">
                  <a:pos x="636" y="35"/>
                </a:cxn>
                <a:cxn ang="0">
                  <a:pos x="806" y="3"/>
                </a:cxn>
                <a:cxn ang="0">
                  <a:pos x="919" y="19"/>
                </a:cxn>
                <a:cxn ang="0">
                  <a:pos x="1166" y="104"/>
                </a:cxn>
                <a:cxn ang="0">
                  <a:pos x="1242" y="271"/>
                </a:cxn>
                <a:cxn ang="0">
                  <a:pos x="1314" y="506"/>
                </a:cxn>
                <a:cxn ang="0">
                  <a:pos x="1382" y="709"/>
                </a:cxn>
                <a:cxn ang="0">
                  <a:pos x="1466" y="892"/>
                </a:cxn>
                <a:cxn ang="0">
                  <a:pos x="1554" y="1051"/>
                </a:cxn>
                <a:cxn ang="0">
                  <a:pos x="1626" y="1099"/>
                </a:cxn>
              </a:cxnLst>
              <a:rect l="0" t="0" r="r" b="b"/>
              <a:pathLst>
                <a:path w="1626" h="1099">
                  <a:moveTo>
                    <a:pt x="1" y="1071"/>
                  </a:moveTo>
                  <a:cubicBezTo>
                    <a:pt x="0" y="1076"/>
                    <a:pt x="0" y="1082"/>
                    <a:pt x="21" y="1059"/>
                  </a:cubicBezTo>
                  <a:cubicBezTo>
                    <a:pt x="42" y="1037"/>
                    <a:pt x="85" y="1002"/>
                    <a:pt x="125" y="936"/>
                  </a:cubicBezTo>
                  <a:cubicBezTo>
                    <a:pt x="164" y="870"/>
                    <a:pt x="207" y="761"/>
                    <a:pt x="256" y="661"/>
                  </a:cubicBezTo>
                  <a:cubicBezTo>
                    <a:pt x="305" y="561"/>
                    <a:pt x="377" y="413"/>
                    <a:pt x="417" y="335"/>
                  </a:cubicBezTo>
                  <a:cubicBezTo>
                    <a:pt x="457" y="257"/>
                    <a:pt x="462" y="240"/>
                    <a:pt x="498" y="190"/>
                  </a:cubicBezTo>
                  <a:cubicBezTo>
                    <a:pt x="534" y="140"/>
                    <a:pt x="585" y="66"/>
                    <a:pt x="636" y="35"/>
                  </a:cubicBezTo>
                  <a:cubicBezTo>
                    <a:pt x="687" y="4"/>
                    <a:pt x="759" y="6"/>
                    <a:pt x="806" y="3"/>
                  </a:cubicBezTo>
                  <a:cubicBezTo>
                    <a:pt x="853" y="0"/>
                    <a:pt x="859" y="2"/>
                    <a:pt x="919" y="19"/>
                  </a:cubicBezTo>
                  <a:cubicBezTo>
                    <a:pt x="979" y="36"/>
                    <a:pt x="1112" y="62"/>
                    <a:pt x="1166" y="104"/>
                  </a:cubicBezTo>
                  <a:cubicBezTo>
                    <a:pt x="1220" y="146"/>
                    <a:pt x="1218" y="204"/>
                    <a:pt x="1242" y="271"/>
                  </a:cubicBezTo>
                  <a:cubicBezTo>
                    <a:pt x="1267" y="338"/>
                    <a:pt x="1291" y="433"/>
                    <a:pt x="1314" y="506"/>
                  </a:cubicBezTo>
                  <a:cubicBezTo>
                    <a:pt x="1338" y="579"/>
                    <a:pt x="1357" y="645"/>
                    <a:pt x="1382" y="709"/>
                  </a:cubicBezTo>
                  <a:cubicBezTo>
                    <a:pt x="1407" y="773"/>
                    <a:pt x="1438" y="836"/>
                    <a:pt x="1466" y="892"/>
                  </a:cubicBezTo>
                  <a:cubicBezTo>
                    <a:pt x="1495" y="949"/>
                    <a:pt x="1527" y="1016"/>
                    <a:pt x="1554" y="1051"/>
                  </a:cubicBezTo>
                  <a:cubicBezTo>
                    <a:pt x="1580" y="1086"/>
                    <a:pt x="1611" y="1091"/>
                    <a:pt x="1626" y="1099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50581" name="Freeform 53"/>
            <p:cNvSpPr>
              <a:spLocks/>
            </p:cNvSpPr>
            <p:nvPr/>
          </p:nvSpPr>
          <p:spPr bwMode="auto">
            <a:xfrm>
              <a:off x="2174" y="2219"/>
              <a:ext cx="1626" cy="1074"/>
            </a:xfrm>
            <a:custGeom>
              <a:avLst/>
              <a:gdLst/>
              <a:ahLst/>
              <a:cxnLst>
                <a:cxn ang="0">
                  <a:pos x="1" y="28"/>
                </a:cxn>
                <a:cxn ang="0">
                  <a:pos x="21" y="40"/>
                </a:cxn>
                <a:cxn ang="0">
                  <a:pos x="125" y="163"/>
                </a:cxn>
                <a:cxn ang="0">
                  <a:pos x="224" y="437"/>
                </a:cxn>
                <a:cxn ang="0">
                  <a:pos x="340" y="763"/>
                </a:cxn>
                <a:cxn ang="0">
                  <a:pos x="551" y="1008"/>
                </a:cxn>
                <a:cxn ang="0">
                  <a:pos x="713" y="1065"/>
                </a:cxn>
                <a:cxn ang="0">
                  <a:pos x="826" y="1065"/>
                </a:cxn>
                <a:cxn ang="0">
                  <a:pos x="1005" y="1032"/>
                </a:cxn>
                <a:cxn ang="0">
                  <a:pos x="1167" y="919"/>
                </a:cxn>
                <a:cxn ang="0">
                  <a:pos x="1242" y="827"/>
                </a:cxn>
                <a:cxn ang="0">
                  <a:pos x="1314" y="592"/>
                </a:cxn>
                <a:cxn ang="0">
                  <a:pos x="1382" y="390"/>
                </a:cxn>
                <a:cxn ang="0">
                  <a:pos x="1466" y="206"/>
                </a:cxn>
                <a:cxn ang="0">
                  <a:pos x="1554" y="48"/>
                </a:cxn>
                <a:cxn ang="0">
                  <a:pos x="1626" y="0"/>
                </a:cxn>
              </a:cxnLst>
              <a:rect l="0" t="0" r="r" b="b"/>
              <a:pathLst>
                <a:path w="1626" h="1074">
                  <a:moveTo>
                    <a:pt x="1" y="28"/>
                  </a:moveTo>
                  <a:cubicBezTo>
                    <a:pt x="0" y="23"/>
                    <a:pt x="0" y="17"/>
                    <a:pt x="21" y="40"/>
                  </a:cubicBezTo>
                  <a:cubicBezTo>
                    <a:pt x="42" y="62"/>
                    <a:pt x="90" y="97"/>
                    <a:pt x="125" y="163"/>
                  </a:cubicBezTo>
                  <a:cubicBezTo>
                    <a:pt x="159" y="229"/>
                    <a:pt x="188" y="337"/>
                    <a:pt x="224" y="437"/>
                  </a:cubicBezTo>
                  <a:cubicBezTo>
                    <a:pt x="260" y="538"/>
                    <a:pt x="286" y="668"/>
                    <a:pt x="340" y="763"/>
                  </a:cubicBezTo>
                  <a:cubicBezTo>
                    <a:pt x="394" y="858"/>
                    <a:pt x="489" y="958"/>
                    <a:pt x="551" y="1008"/>
                  </a:cubicBezTo>
                  <a:cubicBezTo>
                    <a:pt x="613" y="1058"/>
                    <a:pt x="667" y="1056"/>
                    <a:pt x="713" y="1065"/>
                  </a:cubicBezTo>
                  <a:cubicBezTo>
                    <a:pt x="759" y="1074"/>
                    <a:pt x="777" y="1071"/>
                    <a:pt x="826" y="1065"/>
                  </a:cubicBezTo>
                  <a:cubicBezTo>
                    <a:pt x="875" y="1059"/>
                    <a:pt x="948" y="1056"/>
                    <a:pt x="1005" y="1032"/>
                  </a:cubicBezTo>
                  <a:cubicBezTo>
                    <a:pt x="1062" y="1008"/>
                    <a:pt x="1128" y="953"/>
                    <a:pt x="1167" y="919"/>
                  </a:cubicBezTo>
                  <a:cubicBezTo>
                    <a:pt x="1206" y="885"/>
                    <a:pt x="1218" y="881"/>
                    <a:pt x="1242" y="827"/>
                  </a:cubicBezTo>
                  <a:cubicBezTo>
                    <a:pt x="1266" y="773"/>
                    <a:pt x="1291" y="665"/>
                    <a:pt x="1314" y="592"/>
                  </a:cubicBezTo>
                  <a:cubicBezTo>
                    <a:pt x="1338" y="519"/>
                    <a:pt x="1357" y="454"/>
                    <a:pt x="1382" y="390"/>
                  </a:cubicBezTo>
                  <a:cubicBezTo>
                    <a:pt x="1407" y="325"/>
                    <a:pt x="1438" y="263"/>
                    <a:pt x="1466" y="206"/>
                  </a:cubicBezTo>
                  <a:cubicBezTo>
                    <a:pt x="1495" y="150"/>
                    <a:pt x="1527" y="82"/>
                    <a:pt x="1554" y="48"/>
                  </a:cubicBezTo>
                  <a:cubicBezTo>
                    <a:pt x="1580" y="13"/>
                    <a:pt x="1611" y="8"/>
                    <a:pt x="1626" y="0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50588" name="Line 60"/>
            <p:cNvSpPr>
              <a:spLocks noChangeShapeType="1"/>
            </p:cNvSpPr>
            <p:nvPr/>
          </p:nvSpPr>
          <p:spPr bwMode="auto">
            <a:xfrm>
              <a:off x="2903" y="1986"/>
              <a:ext cx="0" cy="16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50601" name="Text Box 73"/>
            <p:cNvSpPr txBox="1">
              <a:spLocks noChangeArrowheads="1"/>
            </p:cNvSpPr>
            <p:nvPr/>
          </p:nvSpPr>
          <p:spPr bwMode="auto">
            <a:xfrm>
              <a:off x="2356" y="3598"/>
              <a:ext cx="1169" cy="213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GB" sz="1600"/>
                <a:t>Sampling Instant</a:t>
              </a:r>
            </a:p>
          </p:txBody>
        </p:sp>
      </p:grpSp>
      <p:sp>
        <p:nvSpPr>
          <p:cNvPr id="150637" name="Line 109"/>
          <p:cNvSpPr>
            <a:spLocks noChangeShapeType="1"/>
          </p:cNvSpPr>
          <p:nvPr/>
        </p:nvSpPr>
        <p:spPr bwMode="auto">
          <a:xfrm>
            <a:off x="1735138" y="3981450"/>
            <a:ext cx="17049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150638" name="Line 110"/>
          <p:cNvSpPr>
            <a:spLocks noChangeShapeType="1"/>
          </p:cNvSpPr>
          <p:nvPr/>
        </p:nvSpPr>
        <p:spPr bwMode="auto">
          <a:xfrm>
            <a:off x="3425825" y="3654425"/>
            <a:ext cx="14288" cy="1179513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150639" name="Line 111"/>
          <p:cNvSpPr>
            <a:spLocks noChangeShapeType="1"/>
          </p:cNvSpPr>
          <p:nvPr/>
        </p:nvSpPr>
        <p:spPr bwMode="auto">
          <a:xfrm>
            <a:off x="1763713" y="3525838"/>
            <a:ext cx="0" cy="1279525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150652" name="Text Box 124"/>
          <p:cNvSpPr txBox="1">
            <a:spLocks noChangeArrowheads="1"/>
          </p:cNvSpPr>
          <p:nvPr/>
        </p:nvSpPr>
        <p:spPr bwMode="auto">
          <a:xfrm>
            <a:off x="2039938" y="4079230"/>
            <a:ext cx="1079500" cy="461665"/>
          </a:xfrm>
          <a:prstGeom prst="rect">
            <a:avLst/>
          </a:prstGeom>
          <a:solidFill>
            <a:schemeClr val="bg1"/>
          </a:solidFill>
          <a:ln w="2857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GB" sz="1200"/>
              <a:t>one pulse interval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934824" y="1399683"/>
            <a:ext cx="1105114" cy="145749"/>
            <a:chOff x="617493" y="4432063"/>
            <a:chExt cx="2232211" cy="528918"/>
          </a:xfrm>
        </p:grpSpPr>
        <p:cxnSp>
          <p:nvCxnSpPr>
            <p:cNvPr id="39" name="Straight Connector 38"/>
            <p:cNvCxnSpPr/>
            <p:nvPr/>
          </p:nvCxnSpPr>
          <p:spPr>
            <a:xfrm flipV="1">
              <a:off x="617493" y="4956288"/>
              <a:ext cx="455390" cy="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flipV="1">
              <a:off x="1483533" y="4956288"/>
              <a:ext cx="455390" cy="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flipV="1">
              <a:off x="1072883" y="4432063"/>
              <a:ext cx="410650" cy="3973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flipV="1">
              <a:off x="1938924" y="4436035"/>
              <a:ext cx="455390" cy="1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>
              <a:off x="1072883" y="4440729"/>
              <a:ext cx="0" cy="520252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1483533" y="4436036"/>
              <a:ext cx="0" cy="520252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>
              <a:off x="1938924" y="4440729"/>
              <a:ext cx="0" cy="520252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>
              <a:off x="2394314" y="4440729"/>
              <a:ext cx="0" cy="520252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flipV="1">
              <a:off x="2394314" y="4956287"/>
              <a:ext cx="455390" cy="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/>
          <p:cNvGrpSpPr/>
          <p:nvPr/>
        </p:nvGrpSpPr>
        <p:grpSpPr>
          <a:xfrm>
            <a:off x="6970098" y="2958178"/>
            <a:ext cx="1105114" cy="145749"/>
            <a:chOff x="617493" y="4432063"/>
            <a:chExt cx="2232211" cy="528918"/>
          </a:xfrm>
        </p:grpSpPr>
        <p:cxnSp>
          <p:nvCxnSpPr>
            <p:cNvPr id="49" name="Straight Connector 48"/>
            <p:cNvCxnSpPr/>
            <p:nvPr/>
          </p:nvCxnSpPr>
          <p:spPr>
            <a:xfrm flipV="1">
              <a:off x="617493" y="4956288"/>
              <a:ext cx="455390" cy="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flipV="1">
              <a:off x="1483533" y="4956288"/>
              <a:ext cx="455390" cy="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flipV="1">
              <a:off x="1072883" y="4432063"/>
              <a:ext cx="410650" cy="3973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flipV="1">
              <a:off x="1938924" y="4436035"/>
              <a:ext cx="455390" cy="1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>
              <a:off x="1072883" y="4440729"/>
              <a:ext cx="0" cy="520252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1483533" y="4436036"/>
              <a:ext cx="0" cy="520252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>
              <a:off x="1938924" y="4440729"/>
              <a:ext cx="0" cy="520252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>
              <a:off x="2394314" y="4440729"/>
              <a:ext cx="0" cy="520252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 flipV="1">
              <a:off x="2394314" y="4956287"/>
              <a:ext cx="455390" cy="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/>
          <p:cNvGrpSpPr/>
          <p:nvPr/>
        </p:nvGrpSpPr>
        <p:grpSpPr>
          <a:xfrm>
            <a:off x="3664456" y="1375937"/>
            <a:ext cx="868939" cy="145375"/>
            <a:chOff x="617493" y="4432063"/>
            <a:chExt cx="2232211" cy="528918"/>
          </a:xfrm>
        </p:grpSpPr>
        <p:cxnSp>
          <p:nvCxnSpPr>
            <p:cNvPr id="59" name="Straight Connector 58"/>
            <p:cNvCxnSpPr/>
            <p:nvPr/>
          </p:nvCxnSpPr>
          <p:spPr>
            <a:xfrm flipV="1">
              <a:off x="617493" y="4956288"/>
              <a:ext cx="455390" cy="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 flipV="1">
              <a:off x="1483533" y="4956288"/>
              <a:ext cx="455390" cy="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 flipV="1">
              <a:off x="1072883" y="4432063"/>
              <a:ext cx="410650" cy="3973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 flipV="1">
              <a:off x="1938924" y="4436035"/>
              <a:ext cx="455390" cy="1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>
              <a:off x="1072883" y="4440729"/>
              <a:ext cx="0" cy="520252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1483533" y="4436036"/>
              <a:ext cx="0" cy="520252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>
              <a:off x="1938924" y="4440729"/>
              <a:ext cx="0" cy="520252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>
              <a:off x="2394314" y="4440729"/>
              <a:ext cx="0" cy="520252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 flipV="1">
              <a:off x="2394314" y="4956287"/>
              <a:ext cx="455390" cy="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Freeform 4"/>
          <p:cNvSpPr/>
          <p:nvPr/>
        </p:nvSpPr>
        <p:spPr>
          <a:xfrm>
            <a:off x="5716587" y="1338195"/>
            <a:ext cx="911226" cy="219215"/>
          </a:xfrm>
          <a:custGeom>
            <a:avLst/>
            <a:gdLst>
              <a:gd name="connsiteX0" fmla="*/ 0 w 2790908"/>
              <a:gd name="connsiteY0" fmla="*/ 662739 h 784120"/>
              <a:gd name="connsiteX1" fmla="*/ 47708 w 2790908"/>
              <a:gd name="connsiteY1" fmla="*/ 654788 h 784120"/>
              <a:gd name="connsiteX2" fmla="*/ 55660 w 2790908"/>
              <a:gd name="connsiteY2" fmla="*/ 678642 h 784120"/>
              <a:gd name="connsiteX3" fmla="*/ 87465 w 2790908"/>
              <a:gd name="connsiteY3" fmla="*/ 670691 h 784120"/>
              <a:gd name="connsiteX4" fmla="*/ 111319 w 2790908"/>
              <a:gd name="connsiteY4" fmla="*/ 654788 h 784120"/>
              <a:gd name="connsiteX5" fmla="*/ 174929 w 2790908"/>
              <a:gd name="connsiteY5" fmla="*/ 670691 h 784120"/>
              <a:gd name="connsiteX6" fmla="*/ 206734 w 2790908"/>
              <a:gd name="connsiteY6" fmla="*/ 678642 h 784120"/>
              <a:gd name="connsiteX7" fmla="*/ 238540 w 2790908"/>
              <a:gd name="connsiteY7" fmla="*/ 686593 h 784120"/>
              <a:gd name="connsiteX8" fmla="*/ 262394 w 2790908"/>
              <a:gd name="connsiteY8" fmla="*/ 686593 h 784120"/>
              <a:gd name="connsiteX9" fmla="*/ 286247 w 2790908"/>
              <a:gd name="connsiteY9" fmla="*/ 694544 h 784120"/>
              <a:gd name="connsiteX10" fmla="*/ 310101 w 2790908"/>
              <a:gd name="connsiteY10" fmla="*/ 686593 h 784120"/>
              <a:gd name="connsiteX11" fmla="*/ 349858 w 2790908"/>
              <a:gd name="connsiteY11" fmla="*/ 662739 h 784120"/>
              <a:gd name="connsiteX12" fmla="*/ 405517 w 2790908"/>
              <a:gd name="connsiteY12" fmla="*/ 694544 h 784120"/>
              <a:gd name="connsiteX13" fmla="*/ 413468 w 2790908"/>
              <a:gd name="connsiteY13" fmla="*/ 670691 h 784120"/>
              <a:gd name="connsiteX14" fmla="*/ 461176 w 2790908"/>
              <a:gd name="connsiteY14" fmla="*/ 678642 h 784120"/>
              <a:gd name="connsiteX15" fmla="*/ 492981 w 2790908"/>
              <a:gd name="connsiteY15" fmla="*/ 718398 h 784120"/>
              <a:gd name="connsiteX16" fmla="*/ 508884 w 2790908"/>
              <a:gd name="connsiteY16" fmla="*/ 694544 h 784120"/>
              <a:gd name="connsiteX17" fmla="*/ 516835 w 2790908"/>
              <a:gd name="connsiteY17" fmla="*/ 670691 h 784120"/>
              <a:gd name="connsiteX18" fmla="*/ 540689 w 2790908"/>
              <a:gd name="connsiteY18" fmla="*/ 662739 h 784120"/>
              <a:gd name="connsiteX19" fmla="*/ 564543 w 2790908"/>
              <a:gd name="connsiteY19" fmla="*/ 646837 h 784120"/>
              <a:gd name="connsiteX20" fmla="*/ 572494 w 2790908"/>
              <a:gd name="connsiteY20" fmla="*/ 511664 h 784120"/>
              <a:gd name="connsiteX21" fmla="*/ 588397 w 2790908"/>
              <a:gd name="connsiteY21" fmla="*/ 487811 h 784120"/>
              <a:gd name="connsiteX22" fmla="*/ 596348 w 2790908"/>
              <a:gd name="connsiteY22" fmla="*/ 456005 h 784120"/>
              <a:gd name="connsiteX23" fmla="*/ 588397 w 2790908"/>
              <a:gd name="connsiteY23" fmla="*/ 233369 h 784120"/>
              <a:gd name="connsiteX24" fmla="*/ 604300 w 2790908"/>
              <a:gd name="connsiteY24" fmla="*/ 209515 h 784120"/>
              <a:gd name="connsiteX25" fmla="*/ 620202 w 2790908"/>
              <a:gd name="connsiteY25" fmla="*/ 137953 h 784120"/>
              <a:gd name="connsiteX26" fmla="*/ 644056 w 2790908"/>
              <a:gd name="connsiteY26" fmla="*/ 74343 h 784120"/>
              <a:gd name="connsiteX27" fmla="*/ 667910 w 2790908"/>
              <a:gd name="connsiteY27" fmla="*/ 58440 h 784120"/>
              <a:gd name="connsiteX28" fmla="*/ 707667 w 2790908"/>
              <a:gd name="connsiteY28" fmla="*/ 98197 h 784120"/>
              <a:gd name="connsiteX29" fmla="*/ 723569 w 2790908"/>
              <a:gd name="connsiteY29" fmla="*/ 122051 h 784120"/>
              <a:gd name="connsiteX30" fmla="*/ 755374 w 2790908"/>
              <a:gd name="connsiteY30" fmla="*/ 169758 h 784120"/>
              <a:gd name="connsiteX31" fmla="*/ 779228 w 2790908"/>
              <a:gd name="connsiteY31" fmla="*/ 153856 h 784120"/>
              <a:gd name="connsiteX32" fmla="*/ 818985 w 2790908"/>
              <a:gd name="connsiteY32" fmla="*/ 122051 h 784120"/>
              <a:gd name="connsiteX33" fmla="*/ 842839 w 2790908"/>
              <a:gd name="connsiteY33" fmla="*/ 137953 h 784120"/>
              <a:gd name="connsiteX34" fmla="*/ 874644 w 2790908"/>
              <a:gd name="connsiteY34" fmla="*/ 130002 h 784120"/>
              <a:gd name="connsiteX35" fmla="*/ 906449 w 2790908"/>
              <a:gd name="connsiteY35" fmla="*/ 153856 h 784120"/>
              <a:gd name="connsiteX36" fmla="*/ 938254 w 2790908"/>
              <a:gd name="connsiteY36" fmla="*/ 106148 h 784120"/>
              <a:gd name="connsiteX37" fmla="*/ 946206 w 2790908"/>
              <a:gd name="connsiteY37" fmla="*/ 130002 h 784120"/>
              <a:gd name="connsiteX38" fmla="*/ 970060 w 2790908"/>
              <a:gd name="connsiteY38" fmla="*/ 66391 h 784120"/>
              <a:gd name="connsiteX39" fmla="*/ 985962 w 2790908"/>
              <a:gd name="connsiteY39" fmla="*/ 130002 h 784120"/>
              <a:gd name="connsiteX40" fmla="*/ 993914 w 2790908"/>
              <a:gd name="connsiteY40" fmla="*/ 185661 h 784120"/>
              <a:gd name="connsiteX41" fmla="*/ 1009816 w 2790908"/>
              <a:gd name="connsiteY41" fmla="*/ 233369 h 784120"/>
              <a:gd name="connsiteX42" fmla="*/ 1017767 w 2790908"/>
              <a:gd name="connsiteY42" fmla="*/ 201564 h 784120"/>
              <a:gd name="connsiteX43" fmla="*/ 1033670 w 2790908"/>
              <a:gd name="connsiteY43" fmla="*/ 177710 h 784120"/>
              <a:gd name="connsiteX44" fmla="*/ 1041621 w 2790908"/>
              <a:gd name="connsiteY44" fmla="*/ 153856 h 784120"/>
              <a:gd name="connsiteX45" fmla="*/ 1073427 w 2790908"/>
              <a:gd name="connsiteY45" fmla="*/ 201564 h 784120"/>
              <a:gd name="connsiteX46" fmla="*/ 1081378 w 2790908"/>
              <a:gd name="connsiteY46" fmla="*/ 241320 h 784120"/>
              <a:gd name="connsiteX47" fmla="*/ 1097280 w 2790908"/>
              <a:gd name="connsiteY47" fmla="*/ 384444 h 784120"/>
              <a:gd name="connsiteX48" fmla="*/ 1105232 w 2790908"/>
              <a:gd name="connsiteY48" fmla="*/ 408298 h 784120"/>
              <a:gd name="connsiteX49" fmla="*/ 1113183 w 2790908"/>
              <a:gd name="connsiteY49" fmla="*/ 440103 h 784120"/>
              <a:gd name="connsiteX50" fmla="*/ 1129086 w 2790908"/>
              <a:gd name="connsiteY50" fmla="*/ 463957 h 784120"/>
              <a:gd name="connsiteX51" fmla="*/ 1137037 w 2790908"/>
              <a:gd name="connsiteY51" fmla="*/ 583226 h 784120"/>
              <a:gd name="connsiteX52" fmla="*/ 1144988 w 2790908"/>
              <a:gd name="connsiteY52" fmla="*/ 622983 h 784120"/>
              <a:gd name="connsiteX53" fmla="*/ 1152940 w 2790908"/>
              <a:gd name="connsiteY53" fmla="*/ 766106 h 784120"/>
              <a:gd name="connsiteX54" fmla="*/ 1160891 w 2790908"/>
              <a:gd name="connsiteY54" fmla="*/ 726350 h 784120"/>
              <a:gd name="connsiteX55" fmla="*/ 1192696 w 2790908"/>
              <a:gd name="connsiteY55" fmla="*/ 670691 h 784120"/>
              <a:gd name="connsiteX56" fmla="*/ 1200647 w 2790908"/>
              <a:gd name="connsiteY56" fmla="*/ 638885 h 784120"/>
              <a:gd name="connsiteX57" fmla="*/ 1208599 w 2790908"/>
              <a:gd name="connsiteY57" fmla="*/ 662739 h 784120"/>
              <a:gd name="connsiteX58" fmla="*/ 1224501 w 2790908"/>
              <a:gd name="connsiteY58" fmla="*/ 702496 h 784120"/>
              <a:gd name="connsiteX59" fmla="*/ 1240404 w 2790908"/>
              <a:gd name="connsiteY59" fmla="*/ 678642 h 784120"/>
              <a:gd name="connsiteX60" fmla="*/ 1248355 w 2790908"/>
              <a:gd name="connsiteY60" fmla="*/ 646837 h 784120"/>
              <a:gd name="connsiteX61" fmla="*/ 1272209 w 2790908"/>
              <a:gd name="connsiteY61" fmla="*/ 662739 h 784120"/>
              <a:gd name="connsiteX62" fmla="*/ 1280160 w 2790908"/>
              <a:gd name="connsiteY62" fmla="*/ 694544 h 784120"/>
              <a:gd name="connsiteX63" fmla="*/ 1288112 w 2790908"/>
              <a:gd name="connsiteY63" fmla="*/ 670691 h 784120"/>
              <a:gd name="connsiteX64" fmla="*/ 1296063 w 2790908"/>
              <a:gd name="connsiteY64" fmla="*/ 694544 h 784120"/>
              <a:gd name="connsiteX65" fmla="*/ 1311966 w 2790908"/>
              <a:gd name="connsiteY65" fmla="*/ 726350 h 784120"/>
              <a:gd name="connsiteX66" fmla="*/ 1327868 w 2790908"/>
              <a:gd name="connsiteY66" fmla="*/ 702496 h 784120"/>
              <a:gd name="connsiteX67" fmla="*/ 1335820 w 2790908"/>
              <a:gd name="connsiteY67" fmla="*/ 662739 h 784120"/>
              <a:gd name="connsiteX68" fmla="*/ 1359674 w 2790908"/>
              <a:gd name="connsiteY68" fmla="*/ 710447 h 784120"/>
              <a:gd name="connsiteX69" fmla="*/ 1391479 w 2790908"/>
              <a:gd name="connsiteY69" fmla="*/ 662739 h 784120"/>
              <a:gd name="connsiteX70" fmla="*/ 1415333 w 2790908"/>
              <a:gd name="connsiteY70" fmla="*/ 694544 h 784120"/>
              <a:gd name="connsiteX71" fmla="*/ 1423284 w 2790908"/>
              <a:gd name="connsiteY71" fmla="*/ 654788 h 784120"/>
              <a:gd name="connsiteX72" fmla="*/ 1447138 w 2790908"/>
              <a:gd name="connsiteY72" fmla="*/ 646837 h 784120"/>
              <a:gd name="connsiteX73" fmla="*/ 1455089 w 2790908"/>
              <a:gd name="connsiteY73" fmla="*/ 694544 h 784120"/>
              <a:gd name="connsiteX74" fmla="*/ 1463040 w 2790908"/>
              <a:gd name="connsiteY74" fmla="*/ 670691 h 784120"/>
              <a:gd name="connsiteX75" fmla="*/ 1494846 w 2790908"/>
              <a:gd name="connsiteY75" fmla="*/ 686593 h 784120"/>
              <a:gd name="connsiteX76" fmla="*/ 1502797 w 2790908"/>
              <a:gd name="connsiteY76" fmla="*/ 591178 h 784120"/>
              <a:gd name="connsiteX77" fmla="*/ 1534602 w 2790908"/>
              <a:gd name="connsiteY77" fmla="*/ 678642 h 784120"/>
              <a:gd name="connsiteX78" fmla="*/ 1550505 w 2790908"/>
              <a:gd name="connsiteY78" fmla="*/ 702496 h 784120"/>
              <a:gd name="connsiteX79" fmla="*/ 1606164 w 2790908"/>
              <a:gd name="connsiteY79" fmla="*/ 678642 h 784120"/>
              <a:gd name="connsiteX80" fmla="*/ 1653872 w 2790908"/>
              <a:gd name="connsiteY80" fmla="*/ 670691 h 784120"/>
              <a:gd name="connsiteX81" fmla="*/ 1669774 w 2790908"/>
              <a:gd name="connsiteY81" fmla="*/ 615031 h 784120"/>
              <a:gd name="connsiteX82" fmla="*/ 1685677 w 2790908"/>
              <a:gd name="connsiteY82" fmla="*/ 471908 h 784120"/>
              <a:gd name="connsiteX83" fmla="*/ 1701580 w 2790908"/>
              <a:gd name="connsiteY83" fmla="*/ 424200 h 784120"/>
              <a:gd name="connsiteX84" fmla="*/ 1709531 w 2790908"/>
              <a:gd name="connsiteY84" fmla="*/ 281077 h 784120"/>
              <a:gd name="connsiteX85" fmla="*/ 1725434 w 2790908"/>
              <a:gd name="connsiteY85" fmla="*/ 257223 h 784120"/>
              <a:gd name="connsiteX86" fmla="*/ 1749287 w 2790908"/>
              <a:gd name="connsiteY86" fmla="*/ 193612 h 784120"/>
              <a:gd name="connsiteX87" fmla="*/ 1757239 w 2790908"/>
              <a:gd name="connsiteY87" fmla="*/ 106148 h 784120"/>
              <a:gd name="connsiteX88" fmla="*/ 1765190 w 2790908"/>
              <a:gd name="connsiteY88" fmla="*/ 58440 h 784120"/>
              <a:gd name="connsiteX89" fmla="*/ 1804947 w 2790908"/>
              <a:gd name="connsiteY89" fmla="*/ 82294 h 784120"/>
              <a:gd name="connsiteX90" fmla="*/ 1812898 w 2790908"/>
              <a:gd name="connsiteY90" fmla="*/ 130002 h 784120"/>
              <a:gd name="connsiteX91" fmla="*/ 1828800 w 2790908"/>
              <a:gd name="connsiteY91" fmla="*/ 257223 h 784120"/>
              <a:gd name="connsiteX92" fmla="*/ 1852654 w 2790908"/>
              <a:gd name="connsiteY92" fmla="*/ 249271 h 784120"/>
              <a:gd name="connsiteX93" fmla="*/ 1860606 w 2790908"/>
              <a:gd name="connsiteY93" fmla="*/ 225418 h 784120"/>
              <a:gd name="connsiteX94" fmla="*/ 1876508 w 2790908"/>
              <a:gd name="connsiteY94" fmla="*/ 201564 h 784120"/>
              <a:gd name="connsiteX95" fmla="*/ 1884460 w 2790908"/>
              <a:gd name="connsiteY95" fmla="*/ 169758 h 784120"/>
              <a:gd name="connsiteX96" fmla="*/ 1900362 w 2790908"/>
              <a:gd name="connsiteY96" fmla="*/ 122051 h 784120"/>
              <a:gd name="connsiteX97" fmla="*/ 1924216 w 2790908"/>
              <a:gd name="connsiteY97" fmla="*/ 145904 h 784120"/>
              <a:gd name="connsiteX98" fmla="*/ 1932167 w 2790908"/>
              <a:gd name="connsiteY98" fmla="*/ 169758 h 784120"/>
              <a:gd name="connsiteX99" fmla="*/ 1979875 w 2790908"/>
              <a:gd name="connsiteY99" fmla="*/ 153856 h 784120"/>
              <a:gd name="connsiteX100" fmla="*/ 1963973 w 2790908"/>
              <a:gd name="connsiteY100" fmla="*/ 2781 h 784120"/>
              <a:gd name="connsiteX101" fmla="*/ 1979875 w 2790908"/>
              <a:gd name="connsiteY101" fmla="*/ 50489 h 784120"/>
              <a:gd name="connsiteX102" fmla="*/ 1995778 w 2790908"/>
              <a:gd name="connsiteY102" fmla="*/ 185661 h 784120"/>
              <a:gd name="connsiteX103" fmla="*/ 2003729 w 2790908"/>
              <a:gd name="connsiteY103" fmla="*/ 249271 h 784120"/>
              <a:gd name="connsiteX104" fmla="*/ 2019632 w 2790908"/>
              <a:gd name="connsiteY104" fmla="*/ 296979 h 784120"/>
              <a:gd name="connsiteX105" fmla="*/ 2035534 w 2790908"/>
              <a:gd name="connsiteY105" fmla="*/ 193612 h 784120"/>
              <a:gd name="connsiteX106" fmla="*/ 2043486 w 2790908"/>
              <a:gd name="connsiteY106" fmla="*/ 137953 h 784120"/>
              <a:gd name="connsiteX107" fmla="*/ 2059388 w 2790908"/>
              <a:gd name="connsiteY107" fmla="*/ 169758 h 784120"/>
              <a:gd name="connsiteX108" fmla="*/ 2122999 w 2790908"/>
              <a:gd name="connsiteY108" fmla="*/ 169758 h 784120"/>
              <a:gd name="connsiteX109" fmla="*/ 2146853 w 2790908"/>
              <a:gd name="connsiteY109" fmla="*/ 177710 h 784120"/>
              <a:gd name="connsiteX110" fmla="*/ 2178658 w 2790908"/>
              <a:gd name="connsiteY110" fmla="*/ 161807 h 784120"/>
              <a:gd name="connsiteX111" fmla="*/ 2194560 w 2790908"/>
              <a:gd name="connsiteY111" fmla="*/ 193612 h 784120"/>
              <a:gd name="connsiteX112" fmla="*/ 2210463 w 2790908"/>
              <a:gd name="connsiteY112" fmla="*/ 217466 h 784120"/>
              <a:gd name="connsiteX113" fmla="*/ 2218414 w 2790908"/>
              <a:gd name="connsiteY113" fmla="*/ 249271 h 784120"/>
              <a:gd name="connsiteX114" fmla="*/ 2234317 w 2790908"/>
              <a:gd name="connsiteY114" fmla="*/ 281077 h 784120"/>
              <a:gd name="connsiteX115" fmla="*/ 2242268 w 2790908"/>
              <a:gd name="connsiteY115" fmla="*/ 344687 h 784120"/>
              <a:gd name="connsiteX116" fmla="*/ 2250220 w 2790908"/>
              <a:gd name="connsiteY116" fmla="*/ 384444 h 784120"/>
              <a:gd name="connsiteX117" fmla="*/ 2258171 w 2790908"/>
              <a:gd name="connsiteY117" fmla="*/ 471908 h 784120"/>
              <a:gd name="connsiteX118" fmla="*/ 2266122 w 2790908"/>
              <a:gd name="connsiteY118" fmla="*/ 511664 h 784120"/>
              <a:gd name="connsiteX119" fmla="*/ 2274074 w 2790908"/>
              <a:gd name="connsiteY119" fmla="*/ 583226 h 784120"/>
              <a:gd name="connsiteX120" fmla="*/ 2289976 w 2790908"/>
              <a:gd name="connsiteY120" fmla="*/ 615031 h 784120"/>
              <a:gd name="connsiteX121" fmla="*/ 2297927 w 2790908"/>
              <a:gd name="connsiteY121" fmla="*/ 638885 h 784120"/>
              <a:gd name="connsiteX122" fmla="*/ 2313830 w 2790908"/>
              <a:gd name="connsiteY122" fmla="*/ 742252 h 784120"/>
              <a:gd name="connsiteX123" fmla="*/ 2321781 w 2790908"/>
              <a:gd name="connsiteY123" fmla="*/ 782009 h 784120"/>
              <a:gd name="connsiteX124" fmla="*/ 2353587 w 2790908"/>
              <a:gd name="connsiteY124" fmla="*/ 774058 h 784120"/>
              <a:gd name="connsiteX125" fmla="*/ 2401294 w 2790908"/>
              <a:gd name="connsiteY125" fmla="*/ 758155 h 784120"/>
              <a:gd name="connsiteX126" fmla="*/ 2409246 w 2790908"/>
              <a:gd name="connsiteY126" fmla="*/ 734301 h 784120"/>
              <a:gd name="connsiteX127" fmla="*/ 2417197 w 2790908"/>
              <a:gd name="connsiteY127" fmla="*/ 702496 h 784120"/>
              <a:gd name="connsiteX128" fmla="*/ 2472856 w 2790908"/>
              <a:gd name="connsiteY128" fmla="*/ 630934 h 784120"/>
              <a:gd name="connsiteX129" fmla="*/ 2496710 w 2790908"/>
              <a:gd name="connsiteY129" fmla="*/ 583226 h 784120"/>
              <a:gd name="connsiteX130" fmla="*/ 2512613 w 2790908"/>
              <a:gd name="connsiteY130" fmla="*/ 615031 h 784120"/>
              <a:gd name="connsiteX131" fmla="*/ 2520564 w 2790908"/>
              <a:gd name="connsiteY131" fmla="*/ 686593 h 784120"/>
              <a:gd name="connsiteX132" fmla="*/ 2528515 w 2790908"/>
              <a:gd name="connsiteY132" fmla="*/ 662739 h 784120"/>
              <a:gd name="connsiteX133" fmla="*/ 2544418 w 2790908"/>
              <a:gd name="connsiteY133" fmla="*/ 638885 h 784120"/>
              <a:gd name="connsiteX134" fmla="*/ 2568272 w 2790908"/>
              <a:gd name="connsiteY134" fmla="*/ 654788 h 784120"/>
              <a:gd name="connsiteX135" fmla="*/ 2600077 w 2790908"/>
              <a:gd name="connsiteY135" fmla="*/ 662739 h 784120"/>
              <a:gd name="connsiteX136" fmla="*/ 2623931 w 2790908"/>
              <a:gd name="connsiteY136" fmla="*/ 670691 h 784120"/>
              <a:gd name="connsiteX137" fmla="*/ 2655736 w 2790908"/>
              <a:gd name="connsiteY137" fmla="*/ 662739 h 784120"/>
              <a:gd name="connsiteX138" fmla="*/ 2671639 w 2790908"/>
              <a:gd name="connsiteY138" fmla="*/ 630934 h 784120"/>
              <a:gd name="connsiteX139" fmla="*/ 2695493 w 2790908"/>
              <a:gd name="connsiteY139" fmla="*/ 654788 h 784120"/>
              <a:gd name="connsiteX140" fmla="*/ 2743200 w 2790908"/>
              <a:gd name="connsiteY140" fmla="*/ 662739 h 784120"/>
              <a:gd name="connsiteX141" fmla="*/ 2790908 w 2790908"/>
              <a:gd name="connsiteY141" fmla="*/ 678642 h 784120"/>
              <a:gd name="connsiteX0" fmla="*/ 0 w 2790908"/>
              <a:gd name="connsiteY0" fmla="*/ 662739 h 784120"/>
              <a:gd name="connsiteX1" fmla="*/ 47708 w 2790908"/>
              <a:gd name="connsiteY1" fmla="*/ 654788 h 784120"/>
              <a:gd name="connsiteX2" fmla="*/ 55660 w 2790908"/>
              <a:gd name="connsiteY2" fmla="*/ 678642 h 784120"/>
              <a:gd name="connsiteX3" fmla="*/ 87465 w 2790908"/>
              <a:gd name="connsiteY3" fmla="*/ 670691 h 784120"/>
              <a:gd name="connsiteX4" fmla="*/ 111319 w 2790908"/>
              <a:gd name="connsiteY4" fmla="*/ 654788 h 784120"/>
              <a:gd name="connsiteX5" fmla="*/ 174929 w 2790908"/>
              <a:gd name="connsiteY5" fmla="*/ 670691 h 784120"/>
              <a:gd name="connsiteX6" fmla="*/ 206734 w 2790908"/>
              <a:gd name="connsiteY6" fmla="*/ 678642 h 784120"/>
              <a:gd name="connsiteX7" fmla="*/ 238540 w 2790908"/>
              <a:gd name="connsiteY7" fmla="*/ 686593 h 784120"/>
              <a:gd name="connsiteX8" fmla="*/ 262394 w 2790908"/>
              <a:gd name="connsiteY8" fmla="*/ 686593 h 784120"/>
              <a:gd name="connsiteX9" fmla="*/ 286247 w 2790908"/>
              <a:gd name="connsiteY9" fmla="*/ 694544 h 784120"/>
              <a:gd name="connsiteX10" fmla="*/ 310101 w 2790908"/>
              <a:gd name="connsiteY10" fmla="*/ 686593 h 784120"/>
              <a:gd name="connsiteX11" fmla="*/ 349858 w 2790908"/>
              <a:gd name="connsiteY11" fmla="*/ 662739 h 784120"/>
              <a:gd name="connsiteX12" fmla="*/ 405517 w 2790908"/>
              <a:gd name="connsiteY12" fmla="*/ 694544 h 784120"/>
              <a:gd name="connsiteX13" fmla="*/ 413468 w 2790908"/>
              <a:gd name="connsiteY13" fmla="*/ 670691 h 784120"/>
              <a:gd name="connsiteX14" fmla="*/ 461176 w 2790908"/>
              <a:gd name="connsiteY14" fmla="*/ 678642 h 784120"/>
              <a:gd name="connsiteX15" fmla="*/ 492981 w 2790908"/>
              <a:gd name="connsiteY15" fmla="*/ 718398 h 784120"/>
              <a:gd name="connsiteX16" fmla="*/ 508884 w 2790908"/>
              <a:gd name="connsiteY16" fmla="*/ 694544 h 784120"/>
              <a:gd name="connsiteX17" fmla="*/ 516835 w 2790908"/>
              <a:gd name="connsiteY17" fmla="*/ 670691 h 784120"/>
              <a:gd name="connsiteX18" fmla="*/ 540689 w 2790908"/>
              <a:gd name="connsiteY18" fmla="*/ 662739 h 784120"/>
              <a:gd name="connsiteX19" fmla="*/ 564543 w 2790908"/>
              <a:gd name="connsiteY19" fmla="*/ 646837 h 784120"/>
              <a:gd name="connsiteX20" fmla="*/ 572494 w 2790908"/>
              <a:gd name="connsiteY20" fmla="*/ 511664 h 784120"/>
              <a:gd name="connsiteX21" fmla="*/ 588397 w 2790908"/>
              <a:gd name="connsiteY21" fmla="*/ 487811 h 784120"/>
              <a:gd name="connsiteX22" fmla="*/ 596348 w 2790908"/>
              <a:gd name="connsiteY22" fmla="*/ 456005 h 784120"/>
              <a:gd name="connsiteX23" fmla="*/ 588397 w 2790908"/>
              <a:gd name="connsiteY23" fmla="*/ 233369 h 784120"/>
              <a:gd name="connsiteX24" fmla="*/ 604300 w 2790908"/>
              <a:gd name="connsiteY24" fmla="*/ 209515 h 784120"/>
              <a:gd name="connsiteX25" fmla="*/ 620202 w 2790908"/>
              <a:gd name="connsiteY25" fmla="*/ 137953 h 784120"/>
              <a:gd name="connsiteX26" fmla="*/ 644056 w 2790908"/>
              <a:gd name="connsiteY26" fmla="*/ 74343 h 784120"/>
              <a:gd name="connsiteX27" fmla="*/ 667910 w 2790908"/>
              <a:gd name="connsiteY27" fmla="*/ 58440 h 784120"/>
              <a:gd name="connsiteX28" fmla="*/ 707667 w 2790908"/>
              <a:gd name="connsiteY28" fmla="*/ 98197 h 784120"/>
              <a:gd name="connsiteX29" fmla="*/ 723569 w 2790908"/>
              <a:gd name="connsiteY29" fmla="*/ 122051 h 784120"/>
              <a:gd name="connsiteX30" fmla="*/ 755374 w 2790908"/>
              <a:gd name="connsiteY30" fmla="*/ 169758 h 784120"/>
              <a:gd name="connsiteX31" fmla="*/ 779228 w 2790908"/>
              <a:gd name="connsiteY31" fmla="*/ 153856 h 784120"/>
              <a:gd name="connsiteX32" fmla="*/ 818985 w 2790908"/>
              <a:gd name="connsiteY32" fmla="*/ 122051 h 784120"/>
              <a:gd name="connsiteX33" fmla="*/ 842839 w 2790908"/>
              <a:gd name="connsiteY33" fmla="*/ 137953 h 784120"/>
              <a:gd name="connsiteX34" fmla="*/ 874644 w 2790908"/>
              <a:gd name="connsiteY34" fmla="*/ 130002 h 784120"/>
              <a:gd name="connsiteX35" fmla="*/ 906449 w 2790908"/>
              <a:gd name="connsiteY35" fmla="*/ 153856 h 784120"/>
              <a:gd name="connsiteX36" fmla="*/ 938254 w 2790908"/>
              <a:gd name="connsiteY36" fmla="*/ 106148 h 784120"/>
              <a:gd name="connsiteX37" fmla="*/ 946206 w 2790908"/>
              <a:gd name="connsiteY37" fmla="*/ 130002 h 784120"/>
              <a:gd name="connsiteX38" fmla="*/ 970060 w 2790908"/>
              <a:gd name="connsiteY38" fmla="*/ 66391 h 784120"/>
              <a:gd name="connsiteX39" fmla="*/ 985962 w 2790908"/>
              <a:gd name="connsiteY39" fmla="*/ 130002 h 784120"/>
              <a:gd name="connsiteX40" fmla="*/ 993914 w 2790908"/>
              <a:gd name="connsiteY40" fmla="*/ 185661 h 784120"/>
              <a:gd name="connsiteX41" fmla="*/ 1009816 w 2790908"/>
              <a:gd name="connsiteY41" fmla="*/ 233369 h 784120"/>
              <a:gd name="connsiteX42" fmla="*/ 1017767 w 2790908"/>
              <a:gd name="connsiteY42" fmla="*/ 201564 h 784120"/>
              <a:gd name="connsiteX43" fmla="*/ 1033670 w 2790908"/>
              <a:gd name="connsiteY43" fmla="*/ 177710 h 784120"/>
              <a:gd name="connsiteX44" fmla="*/ 1041621 w 2790908"/>
              <a:gd name="connsiteY44" fmla="*/ 153856 h 784120"/>
              <a:gd name="connsiteX45" fmla="*/ 1073427 w 2790908"/>
              <a:gd name="connsiteY45" fmla="*/ 201564 h 784120"/>
              <a:gd name="connsiteX46" fmla="*/ 1081378 w 2790908"/>
              <a:gd name="connsiteY46" fmla="*/ 241320 h 784120"/>
              <a:gd name="connsiteX47" fmla="*/ 1097280 w 2790908"/>
              <a:gd name="connsiteY47" fmla="*/ 384444 h 784120"/>
              <a:gd name="connsiteX48" fmla="*/ 1105232 w 2790908"/>
              <a:gd name="connsiteY48" fmla="*/ 408298 h 784120"/>
              <a:gd name="connsiteX49" fmla="*/ 1113183 w 2790908"/>
              <a:gd name="connsiteY49" fmla="*/ 440103 h 784120"/>
              <a:gd name="connsiteX50" fmla="*/ 1129086 w 2790908"/>
              <a:gd name="connsiteY50" fmla="*/ 463957 h 784120"/>
              <a:gd name="connsiteX51" fmla="*/ 1137037 w 2790908"/>
              <a:gd name="connsiteY51" fmla="*/ 583226 h 784120"/>
              <a:gd name="connsiteX52" fmla="*/ 1144988 w 2790908"/>
              <a:gd name="connsiteY52" fmla="*/ 622983 h 784120"/>
              <a:gd name="connsiteX53" fmla="*/ 1152940 w 2790908"/>
              <a:gd name="connsiteY53" fmla="*/ 766106 h 784120"/>
              <a:gd name="connsiteX54" fmla="*/ 1160891 w 2790908"/>
              <a:gd name="connsiteY54" fmla="*/ 726350 h 784120"/>
              <a:gd name="connsiteX55" fmla="*/ 1192696 w 2790908"/>
              <a:gd name="connsiteY55" fmla="*/ 670691 h 784120"/>
              <a:gd name="connsiteX56" fmla="*/ 1200647 w 2790908"/>
              <a:gd name="connsiteY56" fmla="*/ 638885 h 784120"/>
              <a:gd name="connsiteX57" fmla="*/ 1208599 w 2790908"/>
              <a:gd name="connsiteY57" fmla="*/ 662739 h 784120"/>
              <a:gd name="connsiteX58" fmla="*/ 1224501 w 2790908"/>
              <a:gd name="connsiteY58" fmla="*/ 702496 h 784120"/>
              <a:gd name="connsiteX59" fmla="*/ 1240404 w 2790908"/>
              <a:gd name="connsiteY59" fmla="*/ 678642 h 784120"/>
              <a:gd name="connsiteX60" fmla="*/ 1248355 w 2790908"/>
              <a:gd name="connsiteY60" fmla="*/ 646837 h 784120"/>
              <a:gd name="connsiteX61" fmla="*/ 1272209 w 2790908"/>
              <a:gd name="connsiteY61" fmla="*/ 662739 h 784120"/>
              <a:gd name="connsiteX62" fmla="*/ 1280160 w 2790908"/>
              <a:gd name="connsiteY62" fmla="*/ 694544 h 784120"/>
              <a:gd name="connsiteX63" fmla="*/ 1288112 w 2790908"/>
              <a:gd name="connsiteY63" fmla="*/ 670691 h 784120"/>
              <a:gd name="connsiteX64" fmla="*/ 1296063 w 2790908"/>
              <a:gd name="connsiteY64" fmla="*/ 694544 h 784120"/>
              <a:gd name="connsiteX65" fmla="*/ 1311966 w 2790908"/>
              <a:gd name="connsiteY65" fmla="*/ 726350 h 784120"/>
              <a:gd name="connsiteX66" fmla="*/ 1327868 w 2790908"/>
              <a:gd name="connsiteY66" fmla="*/ 702496 h 784120"/>
              <a:gd name="connsiteX67" fmla="*/ 1335820 w 2790908"/>
              <a:gd name="connsiteY67" fmla="*/ 662739 h 784120"/>
              <a:gd name="connsiteX68" fmla="*/ 1359674 w 2790908"/>
              <a:gd name="connsiteY68" fmla="*/ 710447 h 784120"/>
              <a:gd name="connsiteX69" fmla="*/ 1391479 w 2790908"/>
              <a:gd name="connsiteY69" fmla="*/ 662739 h 784120"/>
              <a:gd name="connsiteX70" fmla="*/ 1415333 w 2790908"/>
              <a:gd name="connsiteY70" fmla="*/ 694544 h 784120"/>
              <a:gd name="connsiteX71" fmla="*/ 1423284 w 2790908"/>
              <a:gd name="connsiteY71" fmla="*/ 654788 h 784120"/>
              <a:gd name="connsiteX72" fmla="*/ 1447138 w 2790908"/>
              <a:gd name="connsiteY72" fmla="*/ 646837 h 784120"/>
              <a:gd name="connsiteX73" fmla="*/ 1455089 w 2790908"/>
              <a:gd name="connsiteY73" fmla="*/ 694544 h 784120"/>
              <a:gd name="connsiteX74" fmla="*/ 1463040 w 2790908"/>
              <a:gd name="connsiteY74" fmla="*/ 670691 h 784120"/>
              <a:gd name="connsiteX75" fmla="*/ 1494846 w 2790908"/>
              <a:gd name="connsiteY75" fmla="*/ 686593 h 784120"/>
              <a:gd name="connsiteX76" fmla="*/ 1502797 w 2790908"/>
              <a:gd name="connsiteY76" fmla="*/ 591178 h 784120"/>
              <a:gd name="connsiteX77" fmla="*/ 1534602 w 2790908"/>
              <a:gd name="connsiteY77" fmla="*/ 678642 h 784120"/>
              <a:gd name="connsiteX78" fmla="*/ 1550505 w 2790908"/>
              <a:gd name="connsiteY78" fmla="*/ 702496 h 784120"/>
              <a:gd name="connsiteX79" fmla="*/ 1606164 w 2790908"/>
              <a:gd name="connsiteY79" fmla="*/ 678642 h 784120"/>
              <a:gd name="connsiteX80" fmla="*/ 1653872 w 2790908"/>
              <a:gd name="connsiteY80" fmla="*/ 670691 h 784120"/>
              <a:gd name="connsiteX81" fmla="*/ 1669774 w 2790908"/>
              <a:gd name="connsiteY81" fmla="*/ 615031 h 784120"/>
              <a:gd name="connsiteX82" fmla="*/ 1685677 w 2790908"/>
              <a:gd name="connsiteY82" fmla="*/ 471908 h 784120"/>
              <a:gd name="connsiteX83" fmla="*/ 1701580 w 2790908"/>
              <a:gd name="connsiteY83" fmla="*/ 424200 h 784120"/>
              <a:gd name="connsiteX84" fmla="*/ 1709531 w 2790908"/>
              <a:gd name="connsiteY84" fmla="*/ 281077 h 784120"/>
              <a:gd name="connsiteX85" fmla="*/ 1741336 w 2790908"/>
              <a:gd name="connsiteY85" fmla="*/ 328784 h 784120"/>
              <a:gd name="connsiteX86" fmla="*/ 1749287 w 2790908"/>
              <a:gd name="connsiteY86" fmla="*/ 193612 h 784120"/>
              <a:gd name="connsiteX87" fmla="*/ 1757239 w 2790908"/>
              <a:gd name="connsiteY87" fmla="*/ 106148 h 784120"/>
              <a:gd name="connsiteX88" fmla="*/ 1765190 w 2790908"/>
              <a:gd name="connsiteY88" fmla="*/ 58440 h 784120"/>
              <a:gd name="connsiteX89" fmla="*/ 1804947 w 2790908"/>
              <a:gd name="connsiteY89" fmla="*/ 82294 h 784120"/>
              <a:gd name="connsiteX90" fmla="*/ 1812898 w 2790908"/>
              <a:gd name="connsiteY90" fmla="*/ 130002 h 784120"/>
              <a:gd name="connsiteX91" fmla="*/ 1828800 w 2790908"/>
              <a:gd name="connsiteY91" fmla="*/ 257223 h 784120"/>
              <a:gd name="connsiteX92" fmla="*/ 1852654 w 2790908"/>
              <a:gd name="connsiteY92" fmla="*/ 249271 h 784120"/>
              <a:gd name="connsiteX93" fmla="*/ 1860606 w 2790908"/>
              <a:gd name="connsiteY93" fmla="*/ 225418 h 784120"/>
              <a:gd name="connsiteX94" fmla="*/ 1876508 w 2790908"/>
              <a:gd name="connsiteY94" fmla="*/ 201564 h 784120"/>
              <a:gd name="connsiteX95" fmla="*/ 1884460 w 2790908"/>
              <a:gd name="connsiteY95" fmla="*/ 169758 h 784120"/>
              <a:gd name="connsiteX96" fmla="*/ 1900362 w 2790908"/>
              <a:gd name="connsiteY96" fmla="*/ 122051 h 784120"/>
              <a:gd name="connsiteX97" fmla="*/ 1924216 w 2790908"/>
              <a:gd name="connsiteY97" fmla="*/ 145904 h 784120"/>
              <a:gd name="connsiteX98" fmla="*/ 1932167 w 2790908"/>
              <a:gd name="connsiteY98" fmla="*/ 169758 h 784120"/>
              <a:gd name="connsiteX99" fmla="*/ 1979875 w 2790908"/>
              <a:gd name="connsiteY99" fmla="*/ 153856 h 784120"/>
              <a:gd name="connsiteX100" fmla="*/ 1963973 w 2790908"/>
              <a:gd name="connsiteY100" fmla="*/ 2781 h 784120"/>
              <a:gd name="connsiteX101" fmla="*/ 1979875 w 2790908"/>
              <a:gd name="connsiteY101" fmla="*/ 50489 h 784120"/>
              <a:gd name="connsiteX102" fmla="*/ 1995778 w 2790908"/>
              <a:gd name="connsiteY102" fmla="*/ 185661 h 784120"/>
              <a:gd name="connsiteX103" fmla="*/ 2003729 w 2790908"/>
              <a:gd name="connsiteY103" fmla="*/ 249271 h 784120"/>
              <a:gd name="connsiteX104" fmla="*/ 2019632 w 2790908"/>
              <a:gd name="connsiteY104" fmla="*/ 296979 h 784120"/>
              <a:gd name="connsiteX105" fmla="*/ 2035534 w 2790908"/>
              <a:gd name="connsiteY105" fmla="*/ 193612 h 784120"/>
              <a:gd name="connsiteX106" fmla="*/ 2043486 w 2790908"/>
              <a:gd name="connsiteY106" fmla="*/ 137953 h 784120"/>
              <a:gd name="connsiteX107" fmla="*/ 2059388 w 2790908"/>
              <a:gd name="connsiteY107" fmla="*/ 169758 h 784120"/>
              <a:gd name="connsiteX108" fmla="*/ 2122999 w 2790908"/>
              <a:gd name="connsiteY108" fmla="*/ 169758 h 784120"/>
              <a:gd name="connsiteX109" fmla="*/ 2146853 w 2790908"/>
              <a:gd name="connsiteY109" fmla="*/ 177710 h 784120"/>
              <a:gd name="connsiteX110" fmla="*/ 2178658 w 2790908"/>
              <a:gd name="connsiteY110" fmla="*/ 161807 h 784120"/>
              <a:gd name="connsiteX111" fmla="*/ 2194560 w 2790908"/>
              <a:gd name="connsiteY111" fmla="*/ 193612 h 784120"/>
              <a:gd name="connsiteX112" fmla="*/ 2210463 w 2790908"/>
              <a:gd name="connsiteY112" fmla="*/ 217466 h 784120"/>
              <a:gd name="connsiteX113" fmla="*/ 2218414 w 2790908"/>
              <a:gd name="connsiteY113" fmla="*/ 249271 h 784120"/>
              <a:gd name="connsiteX114" fmla="*/ 2234317 w 2790908"/>
              <a:gd name="connsiteY114" fmla="*/ 281077 h 784120"/>
              <a:gd name="connsiteX115" fmla="*/ 2242268 w 2790908"/>
              <a:gd name="connsiteY115" fmla="*/ 344687 h 784120"/>
              <a:gd name="connsiteX116" fmla="*/ 2250220 w 2790908"/>
              <a:gd name="connsiteY116" fmla="*/ 384444 h 784120"/>
              <a:gd name="connsiteX117" fmla="*/ 2258171 w 2790908"/>
              <a:gd name="connsiteY117" fmla="*/ 471908 h 784120"/>
              <a:gd name="connsiteX118" fmla="*/ 2266122 w 2790908"/>
              <a:gd name="connsiteY118" fmla="*/ 511664 h 784120"/>
              <a:gd name="connsiteX119" fmla="*/ 2274074 w 2790908"/>
              <a:gd name="connsiteY119" fmla="*/ 583226 h 784120"/>
              <a:gd name="connsiteX120" fmla="*/ 2289976 w 2790908"/>
              <a:gd name="connsiteY120" fmla="*/ 615031 h 784120"/>
              <a:gd name="connsiteX121" fmla="*/ 2297927 w 2790908"/>
              <a:gd name="connsiteY121" fmla="*/ 638885 h 784120"/>
              <a:gd name="connsiteX122" fmla="*/ 2313830 w 2790908"/>
              <a:gd name="connsiteY122" fmla="*/ 742252 h 784120"/>
              <a:gd name="connsiteX123" fmla="*/ 2321781 w 2790908"/>
              <a:gd name="connsiteY123" fmla="*/ 782009 h 784120"/>
              <a:gd name="connsiteX124" fmla="*/ 2353587 w 2790908"/>
              <a:gd name="connsiteY124" fmla="*/ 774058 h 784120"/>
              <a:gd name="connsiteX125" fmla="*/ 2401294 w 2790908"/>
              <a:gd name="connsiteY125" fmla="*/ 758155 h 784120"/>
              <a:gd name="connsiteX126" fmla="*/ 2409246 w 2790908"/>
              <a:gd name="connsiteY126" fmla="*/ 734301 h 784120"/>
              <a:gd name="connsiteX127" fmla="*/ 2417197 w 2790908"/>
              <a:gd name="connsiteY127" fmla="*/ 702496 h 784120"/>
              <a:gd name="connsiteX128" fmla="*/ 2472856 w 2790908"/>
              <a:gd name="connsiteY128" fmla="*/ 630934 h 784120"/>
              <a:gd name="connsiteX129" fmla="*/ 2496710 w 2790908"/>
              <a:gd name="connsiteY129" fmla="*/ 583226 h 784120"/>
              <a:gd name="connsiteX130" fmla="*/ 2512613 w 2790908"/>
              <a:gd name="connsiteY130" fmla="*/ 615031 h 784120"/>
              <a:gd name="connsiteX131" fmla="*/ 2520564 w 2790908"/>
              <a:gd name="connsiteY131" fmla="*/ 686593 h 784120"/>
              <a:gd name="connsiteX132" fmla="*/ 2528515 w 2790908"/>
              <a:gd name="connsiteY132" fmla="*/ 662739 h 784120"/>
              <a:gd name="connsiteX133" fmla="*/ 2544418 w 2790908"/>
              <a:gd name="connsiteY133" fmla="*/ 638885 h 784120"/>
              <a:gd name="connsiteX134" fmla="*/ 2568272 w 2790908"/>
              <a:gd name="connsiteY134" fmla="*/ 654788 h 784120"/>
              <a:gd name="connsiteX135" fmla="*/ 2600077 w 2790908"/>
              <a:gd name="connsiteY135" fmla="*/ 662739 h 784120"/>
              <a:gd name="connsiteX136" fmla="*/ 2623931 w 2790908"/>
              <a:gd name="connsiteY136" fmla="*/ 670691 h 784120"/>
              <a:gd name="connsiteX137" fmla="*/ 2655736 w 2790908"/>
              <a:gd name="connsiteY137" fmla="*/ 662739 h 784120"/>
              <a:gd name="connsiteX138" fmla="*/ 2671639 w 2790908"/>
              <a:gd name="connsiteY138" fmla="*/ 630934 h 784120"/>
              <a:gd name="connsiteX139" fmla="*/ 2695493 w 2790908"/>
              <a:gd name="connsiteY139" fmla="*/ 654788 h 784120"/>
              <a:gd name="connsiteX140" fmla="*/ 2743200 w 2790908"/>
              <a:gd name="connsiteY140" fmla="*/ 662739 h 784120"/>
              <a:gd name="connsiteX141" fmla="*/ 2790908 w 2790908"/>
              <a:gd name="connsiteY141" fmla="*/ 678642 h 784120"/>
              <a:gd name="connsiteX0" fmla="*/ 0 w 2790908"/>
              <a:gd name="connsiteY0" fmla="*/ 662739 h 784120"/>
              <a:gd name="connsiteX1" fmla="*/ 47708 w 2790908"/>
              <a:gd name="connsiteY1" fmla="*/ 654788 h 784120"/>
              <a:gd name="connsiteX2" fmla="*/ 55660 w 2790908"/>
              <a:gd name="connsiteY2" fmla="*/ 678642 h 784120"/>
              <a:gd name="connsiteX3" fmla="*/ 87465 w 2790908"/>
              <a:gd name="connsiteY3" fmla="*/ 670691 h 784120"/>
              <a:gd name="connsiteX4" fmla="*/ 111319 w 2790908"/>
              <a:gd name="connsiteY4" fmla="*/ 654788 h 784120"/>
              <a:gd name="connsiteX5" fmla="*/ 174929 w 2790908"/>
              <a:gd name="connsiteY5" fmla="*/ 670691 h 784120"/>
              <a:gd name="connsiteX6" fmla="*/ 206734 w 2790908"/>
              <a:gd name="connsiteY6" fmla="*/ 678642 h 784120"/>
              <a:gd name="connsiteX7" fmla="*/ 238540 w 2790908"/>
              <a:gd name="connsiteY7" fmla="*/ 686593 h 784120"/>
              <a:gd name="connsiteX8" fmla="*/ 262394 w 2790908"/>
              <a:gd name="connsiteY8" fmla="*/ 686593 h 784120"/>
              <a:gd name="connsiteX9" fmla="*/ 286247 w 2790908"/>
              <a:gd name="connsiteY9" fmla="*/ 694544 h 784120"/>
              <a:gd name="connsiteX10" fmla="*/ 310101 w 2790908"/>
              <a:gd name="connsiteY10" fmla="*/ 686593 h 784120"/>
              <a:gd name="connsiteX11" fmla="*/ 349858 w 2790908"/>
              <a:gd name="connsiteY11" fmla="*/ 662739 h 784120"/>
              <a:gd name="connsiteX12" fmla="*/ 405517 w 2790908"/>
              <a:gd name="connsiteY12" fmla="*/ 694544 h 784120"/>
              <a:gd name="connsiteX13" fmla="*/ 413468 w 2790908"/>
              <a:gd name="connsiteY13" fmla="*/ 670691 h 784120"/>
              <a:gd name="connsiteX14" fmla="*/ 461176 w 2790908"/>
              <a:gd name="connsiteY14" fmla="*/ 678642 h 784120"/>
              <a:gd name="connsiteX15" fmla="*/ 492981 w 2790908"/>
              <a:gd name="connsiteY15" fmla="*/ 718398 h 784120"/>
              <a:gd name="connsiteX16" fmla="*/ 508884 w 2790908"/>
              <a:gd name="connsiteY16" fmla="*/ 694544 h 784120"/>
              <a:gd name="connsiteX17" fmla="*/ 516835 w 2790908"/>
              <a:gd name="connsiteY17" fmla="*/ 670691 h 784120"/>
              <a:gd name="connsiteX18" fmla="*/ 540689 w 2790908"/>
              <a:gd name="connsiteY18" fmla="*/ 662739 h 784120"/>
              <a:gd name="connsiteX19" fmla="*/ 564543 w 2790908"/>
              <a:gd name="connsiteY19" fmla="*/ 646837 h 784120"/>
              <a:gd name="connsiteX20" fmla="*/ 572494 w 2790908"/>
              <a:gd name="connsiteY20" fmla="*/ 511664 h 784120"/>
              <a:gd name="connsiteX21" fmla="*/ 588397 w 2790908"/>
              <a:gd name="connsiteY21" fmla="*/ 487811 h 784120"/>
              <a:gd name="connsiteX22" fmla="*/ 596348 w 2790908"/>
              <a:gd name="connsiteY22" fmla="*/ 456005 h 784120"/>
              <a:gd name="connsiteX23" fmla="*/ 588397 w 2790908"/>
              <a:gd name="connsiteY23" fmla="*/ 233369 h 784120"/>
              <a:gd name="connsiteX24" fmla="*/ 604300 w 2790908"/>
              <a:gd name="connsiteY24" fmla="*/ 209515 h 784120"/>
              <a:gd name="connsiteX25" fmla="*/ 620202 w 2790908"/>
              <a:gd name="connsiteY25" fmla="*/ 137953 h 784120"/>
              <a:gd name="connsiteX26" fmla="*/ 644056 w 2790908"/>
              <a:gd name="connsiteY26" fmla="*/ 74343 h 784120"/>
              <a:gd name="connsiteX27" fmla="*/ 667910 w 2790908"/>
              <a:gd name="connsiteY27" fmla="*/ 58440 h 784120"/>
              <a:gd name="connsiteX28" fmla="*/ 707667 w 2790908"/>
              <a:gd name="connsiteY28" fmla="*/ 98197 h 784120"/>
              <a:gd name="connsiteX29" fmla="*/ 723569 w 2790908"/>
              <a:gd name="connsiteY29" fmla="*/ 122051 h 784120"/>
              <a:gd name="connsiteX30" fmla="*/ 755374 w 2790908"/>
              <a:gd name="connsiteY30" fmla="*/ 169758 h 784120"/>
              <a:gd name="connsiteX31" fmla="*/ 779228 w 2790908"/>
              <a:gd name="connsiteY31" fmla="*/ 153856 h 784120"/>
              <a:gd name="connsiteX32" fmla="*/ 818985 w 2790908"/>
              <a:gd name="connsiteY32" fmla="*/ 122051 h 784120"/>
              <a:gd name="connsiteX33" fmla="*/ 842839 w 2790908"/>
              <a:gd name="connsiteY33" fmla="*/ 137953 h 784120"/>
              <a:gd name="connsiteX34" fmla="*/ 874644 w 2790908"/>
              <a:gd name="connsiteY34" fmla="*/ 130002 h 784120"/>
              <a:gd name="connsiteX35" fmla="*/ 906449 w 2790908"/>
              <a:gd name="connsiteY35" fmla="*/ 153856 h 784120"/>
              <a:gd name="connsiteX36" fmla="*/ 938254 w 2790908"/>
              <a:gd name="connsiteY36" fmla="*/ 106148 h 784120"/>
              <a:gd name="connsiteX37" fmla="*/ 946206 w 2790908"/>
              <a:gd name="connsiteY37" fmla="*/ 130002 h 784120"/>
              <a:gd name="connsiteX38" fmla="*/ 970060 w 2790908"/>
              <a:gd name="connsiteY38" fmla="*/ 66391 h 784120"/>
              <a:gd name="connsiteX39" fmla="*/ 985962 w 2790908"/>
              <a:gd name="connsiteY39" fmla="*/ 130002 h 784120"/>
              <a:gd name="connsiteX40" fmla="*/ 993914 w 2790908"/>
              <a:gd name="connsiteY40" fmla="*/ 185661 h 784120"/>
              <a:gd name="connsiteX41" fmla="*/ 1009816 w 2790908"/>
              <a:gd name="connsiteY41" fmla="*/ 233369 h 784120"/>
              <a:gd name="connsiteX42" fmla="*/ 1017767 w 2790908"/>
              <a:gd name="connsiteY42" fmla="*/ 201564 h 784120"/>
              <a:gd name="connsiteX43" fmla="*/ 1033670 w 2790908"/>
              <a:gd name="connsiteY43" fmla="*/ 177710 h 784120"/>
              <a:gd name="connsiteX44" fmla="*/ 1041621 w 2790908"/>
              <a:gd name="connsiteY44" fmla="*/ 153856 h 784120"/>
              <a:gd name="connsiteX45" fmla="*/ 1073427 w 2790908"/>
              <a:gd name="connsiteY45" fmla="*/ 201564 h 784120"/>
              <a:gd name="connsiteX46" fmla="*/ 1081378 w 2790908"/>
              <a:gd name="connsiteY46" fmla="*/ 241320 h 784120"/>
              <a:gd name="connsiteX47" fmla="*/ 1097280 w 2790908"/>
              <a:gd name="connsiteY47" fmla="*/ 384444 h 784120"/>
              <a:gd name="connsiteX48" fmla="*/ 1105232 w 2790908"/>
              <a:gd name="connsiteY48" fmla="*/ 408298 h 784120"/>
              <a:gd name="connsiteX49" fmla="*/ 1113183 w 2790908"/>
              <a:gd name="connsiteY49" fmla="*/ 440103 h 784120"/>
              <a:gd name="connsiteX50" fmla="*/ 1129086 w 2790908"/>
              <a:gd name="connsiteY50" fmla="*/ 463957 h 784120"/>
              <a:gd name="connsiteX51" fmla="*/ 1137037 w 2790908"/>
              <a:gd name="connsiteY51" fmla="*/ 583226 h 784120"/>
              <a:gd name="connsiteX52" fmla="*/ 1144988 w 2790908"/>
              <a:gd name="connsiteY52" fmla="*/ 622983 h 784120"/>
              <a:gd name="connsiteX53" fmla="*/ 1152940 w 2790908"/>
              <a:gd name="connsiteY53" fmla="*/ 766106 h 784120"/>
              <a:gd name="connsiteX54" fmla="*/ 1160891 w 2790908"/>
              <a:gd name="connsiteY54" fmla="*/ 726350 h 784120"/>
              <a:gd name="connsiteX55" fmla="*/ 1192696 w 2790908"/>
              <a:gd name="connsiteY55" fmla="*/ 670691 h 784120"/>
              <a:gd name="connsiteX56" fmla="*/ 1200647 w 2790908"/>
              <a:gd name="connsiteY56" fmla="*/ 638885 h 784120"/>
              <a:gd name="connsiteX57" fmla="*/ 1208599 w 2790908"/>
              <a:gd name="connsiteY57" fmla="*/ 662739 h 784120"/>
              <a:gd name="connsiteX58" fmla="*/ 1224501 w 2790908"/>
              <a:gd name="connsiteY58" fmla="*/ 702496 h 784120"/>
              <a:gd name="connsiteX59" fmla="*/ 1240404 w 2790908"/>
              <a:gd name="connsiteY59" fmla="*/ 678642 h 784120"/>
              <a:gd name="connsiteX60" fmla="*/ 1248355 w 2790908"/>
              <a:gd name="connsiteY60" fmla="*/ 646837 h 784120"/>
              <a:gd name="connsiteX61" fmla="*/ 1272209 w 2790908"/>
              <a:gd name="connsiteY61" fmla="*/ 662739 h 784120"/>
              <a:gd name="connsiteX62" fmla="*/ 1280160 w 2790908"/>
              <a:gd name="connsiteY62" fmla="*/ 694544 h 784120"/>
              <a:gd name="connsiteX63" fmla="*/ 1288112 w 2790908"/>
              <a:gd name="connsiteY63" fmla="*/ 670691 h 784120"/>
              <a:gd name="connsiteX64" fmla="*/ 1296063 w 2790908"/>
              <a:gd name="connsiteY64" fmla="*/ 694544 h 784120"/>
              <a:gd name="connsiteX65" fmla="*/ 1311966 w 2790908"/>
              <a:gd name="connsiteY65" fmla="*/ 726350 h 784120"/>
              <a:gd name="connsiteX66" fmla="*/ 1327868 w 2790908"/>
              <a:gd name="connsiteY66" fmla="*/ 702496 h 784120"/>
              <a:gd name="connsiteX67" fmla="*/ 1335820 w 2790908"/>
              <a:gd name="connsiteY67" fmla="*/ 662739 h 784120"/>
              <a:gd name="connsiteX68" fmla="*/ 1359674 w 2790908"/>
              <a:gd name="connsiteY68" fmla="*/ 710447 h 784120"/>
              <a:gd name="connsiteX69" fmla="*/ 1391479 w 2790908"/>
              <a:gd name="connsiteY69" fmla="*/ 662739 h 784120"/>
              <a:gd name="connsiteX70" fmla="*/ 1415333 w 2790908"/>
              <a:gd name="connsiteY70" fmla="*/ 694544 h 784120"/>
              <a:gd name="connsiteX71" fmla="*/ 1423284 w 2790908"/>
              <a:gd name="connsiteY71" fmla="*/ 654788 h 784120"/>
              <a:gd name="connsiteX72" fmla="*/ 1447138 w 2790908"/>
              <a:gd name="connsiteY72" fmla="*/ 646837 h 784120"/>
              <a:gd name="connsiteX73" fmla="*/ 1455089 w 2790908"/>
              <a:gd name="connsiteY73" fmla="*/ 694544 h 784120"/>
              <a:gd name="connsiteX74" fmla="*/ 1463040 w 2790908"/>
              <a:gd name="connsiteY74" fmla="*/ 670691 h 784120"/>
              <a:gd name="connsiteX75" fmla="*/ 1494846 w 2790908"/>
              <a:gd name="connsiteY75" fmla="*/ 686593 h 784120"/>
              <a:gd name="connsiteX76" fmla="*/ 1502797 w 2790908"/>
              <a:gd name="connsiteY76" fmla="*/ 591178 h 784120"/>
              <a:gd name="connsiteX77" fmla="*/ 1534602 w 2790908"/>
              <a:gd name="connsiteY77" fmla="*/ 678642 h 784120"/>
              <a:gd name="connsiteX78" fmla="*/ 1550505 w 2790908"/>
              <a:gd name="connsiteY78" fmla="*/ 702496 h 784120"/>
              <a:gd name="connsiteX79" fmla="*/ 1606164 w 2790908"/>
              <a:gd name="connsiteY79" fmla="*/ 678642 h 784120"/>
              <a:gd name="connsiteX80" fmla="*/ 1653872 w 2790908"/>
              <a:gd name="connsiteY80" fmla="*/ 670691 h 784120"/>
              <a:gd name="connsiteX81" fmla="*/ 1669774 w 2790908"/>
              <a:gd name="connsiteY81" fmla="*/ 615031 h 784120"/>
              <a:gd name="connsiteX82" fmla="*/ 1685677 w 2790908"/>
              <a:gd name="connsiteY82" fmla="*/ 471908 h 784120"/>
              <a:gd name="connsiteX83" fmla="*/ 1701580 w 2790908"/>
              <a:gd name="connsiteY83" fmla="*/ 424200 h 784120"/>
              <a:gd name="connsiteX84" fmla="*/ 1709531 w 2790908"/>
              <a:gd name="connsiteY84" fmla="*/ 281077 h 784120"/>
              <a:gd name="connsiteX85" fmla="*/ 1765190 w 2790908"/>
              <a:gd name="connsiteY85" fmla="*/ 328784 h 784120"/>
              <a:gd name="connsiteX86" fmla="*/ 1749287 w 2790908"/>
              <a:gd name="connsiteY86" fmla="*/ 193612 h 784120"/>
              <a:gd name="connsiteX87" fmla="*/ 1757239 w 2790908"/>
              <a:gd name="connsiteY87" fmla="*/ 106148 h 784120"/>
              <a:gd name="connsiteX88" fmla="*/ 1765190 w 2790908"/>
              <a:gd name="connsiteY88" fmla="*/ 58440 h 784120"/>
              <a:gd name="connsiteX89" fmla="*/ 1804947 w 2790908"/>
              <a:gd name="connsiteY89" fmla="*/ 82294 h 784120"/>
              <a:gd name="connsiteX90" fmla="*/ 1812898 w 2790908"/>
              <a:gd name="connsiteY90" fmla="*/ 130002 h 784120"/>
              <a:gd name="connsiteX91" fmla="*/ 1828800 w 2790908"/>
              <a:gd name="connsiteY91" fmla="*/ 257223 h 784120"/>
              <a:gd name="connsiteX92" fmla="*/ 1852654 w 2790908"/>
              <a:gd name="connsiteY92" fmla="*/ 249271 h 784120"/>
              <a:gd name="connsiteX93" fmla="*/ 1860606 w 2790908"/>
              <a:gd name="connsiteY93" fmla="*/ 225418 h 784120"/>
              <a:gd name="connsiteX94" fmla="*/ 1876508 w 2790908"/>
              <a:gd name="connsiteY94" fmla="*/ 201564 h 784120"/>
              <a:gd name="connsiteX95" fmla="*/ 1884460 w 2790908"/>
              <a:gd name="connsiteY95" fmla="*/ 169758 h 784120"/>
              <a:gd name="connsiteX96" fmla="*/ 1900362 w 2790908"/>
              <a:gd name="connsiteY96" fmla="*/ 122051 h 784120"/>
              <a:gd name="connsiteX97" fmla="*/ 1924216 w 2790908"/>
              <a:gd name="connsiteY97" fmla="*/ 145904 h 784120"/>
              <a:gd name="connsiteX98" fmla="*/ 1932167 w 2790908"/>
              <a:gd name="connsiteY98" fmla="*/ 169758 h 784120"/>
              <a:gd name="connsiteX99" fmla="*/ 1979875 w 2790908"/>
              <a:gd name="connsiteY99" fmla="*/ 153856 h 784120"/>
              <a:gd name="connsiteX100" fmla="*/ 1963973 w 2790908"/>
              <a:gd name="connsiteY100" fmla="*/ 2781 h 784120"/>
              <a:gd name="connsiteX101" fmla="*/ 1979875 w 2790908"/>
              <a:gd name="connsiteY101" fmla="*/ 50489 h 784120"/>
              <a:gd name="connsiteX102" fmla="*/ 1995778 w 2790908"/>
              <a:gd name="connsiteY102" fmla="*/ 185661 h 784120"/>
              <a:gd name="connsiteX103" fmla="*/ 2003729 w 2790908"/>
              <a:gd name="connsiteY103" fmla="*/ 249271 h 784120"/>
              <a:gd name="connsiteX104" fmla="*/ 2019632 w 2790908"/>
              <a:gd name="connsiteY104" fmla="*/ 296979 h 784120"/>
              <a:gd name="connsiteX105" fmla="*/ 2035534 w 2790908"/>
              <a:gd name="connsiteY105" fmla="*/ 193612 h 784120"/>
              <a:gd name="connsiteX106" fmla="*/ 2043486 w 2790908"/>
              <a:gd name="connsiteY106" fmla="*/ 137953 h 784120"/>
              <a:gd name="connsiteX107" fmla="*/ 2059388 w 2790908"/>
              <a:gd name="connsiteY107" fmla="*/ 169758 h 784120"/>
              <a:gd name="connsiteX108" fmla="*/ 2122999 w 2790908"/>
              <a:gd name="connsiteY108" fmla="*/ 169758 h 784120"/>
              <a:gd name="connsiteX109" fmla="*/ 2146853 w 2790908"/>
              <a:gd name="connsiteY109" fmla="*/ 177710 h 784120"/>
              <a:gd name="connsiteX110" fmla="*/ 2178658 w 2790908"/>
              <a:gd name="connsiteY110" fmla="*/ 161807 h 784120"/>
              <a:gd name="connsiteX111" fmla="*/ 2194560 w 2790908"/>
              <a:gd name="connsiteY111" fmla="*/ 193612 h 784120"/>
              <a:gd name="connsiteX112" fmla="*/ 2210463 w 2790908"/>
              <a:gd name="connsiteY112" fmla="*/ 217466 h 784120"/>
              <a:gd name="connsiteX113" fmla="*/ 2218414 w 2790908"/>
              <a:gd name="connsiteY113" fmla="*/ 249271 h 784120"/>
              <a:gd name="connsiteX114" fmla="*/ 2234317 w 2790908"/>
              <a:gd name="connsiteY114" fmla="*/ 281077 h 784120"/>
              <a:gd name="connsiteX115" fmla="*/ 2242268 w 2790908"/>
              <a:gd name="connsiteY115" fmla="*/ 344687 h 784120"/>
              <a:gd name="connsiteX116" fmla="*/ 2250220 w 2790908"/>
              <a:gd name="connsiteY116" fmla="*/ 384444 h 784120"/>
              <a:gd name="connsiteX117" fmla="*/ 2258171 w 2790908"/>
              <a:gd name="connsiteY117" fmla="*/ 471908 h 784120"/>
              <a:gd name="connsiteX118" fmla="*/ 2266122 w 2790908"/>
              <a:gd name="connsiteY118" fmla="*/ 511664 h 784120"/>
              <a:gd name="connsiteX119" fmla="*/ 2274074 w 2790908"/>
              <a:gd name="connsiteY119" fmla="*/ 583226 h 784120"/>
              <a:gd name="connsiteX120" fmla="*/ 2289976 w 2790908"/>
              <a:gd name="connsiteY120" fmla="*/ 615031 h 784120"/>
              <a:gd name="connsiteX121" fmla="*/ 2297927 w 2790908"/>
              <a:gd name="connsiteY121" fmla="*/ 638885 h 784120"/>
              <a:gd name="connsiteX122" fmla="*/ 2313830 w 2790908"/>
              <a:gd name="connsiteY122" fmla="*/ 742252 h 784120"/>
              <a:gd name="connsiteX123" fmla="*/ 2321781 w 2790908"/>
              <a:gd name="connsiteY123" fmla="*/ 782009 h 784120"/>
              <a:gd name="connsiteX124" fmla="*/ 2353587 w 2790908"/>
              <a:gd name="connsiteY124" fmla="*/ 774058 h 784120"/>
              <a:gd name="connsiteX125" fmla="*/ 2401294 w 2790908"/>
              <a:gd name="connsiteY125" fmla="*/ 758155 h 784120"/>
              <a:gd name="connsiteX126" fmla="*/ 2409246 w 2790908"/>
              <a:gd name="connsiteY126" fmla="*/ 734301 h 784120"/>
              <a:gd name="connsiteX127" fmla="*/ 2417197 w 2790908"/>
              <a:gd name="connsiteY127" fmla="*/ 702496 h 784120"/>
              <a:gd name="connsiteX128" fmla="*/ 2472856 w 2790908"/>
              <a:gd name="connsiteY128" fmla="*/ 630934 h 784120"/>
              <a:gd name="connsiteX129" fmla="*/ 2496710 w 2790908"/>
              <a:gd name="connsiteY129" fmla="*/ 583226 h 784120"/>
              <a:gd name="connsiteX130" fmla="*/ 2512613 w 2790908"/>
              <a:gd name="connsiteY130" fmla="*/ 615031 h 784120"/>
              <a:gd name="connsiteX131" fmla="*/ 2520564 w 2790908"/>
              <a:gd name="connsiteY131" fmla="*/ 686593 h 784120"/>
              <a:gd name="connsiteX132" fmla="*/ 2528515 w 2790908"/>
              <a:gd name="connsiteY132" fmla="*/ 662739 h 784120"/>
              <a:gd name="connsiteX133" fmla="*/ 2544418 w 2790908"/>
              <a:gd name="connsiteY133" fmla="*/ 638885 h 784120"/>
              <a:gd name="connsiteX134" fmla="*/ 2568272 w 2790908"/>
              <a:gd name="connsiteY134" fmla="*/ 654788 h 784120"/>
              <a:gd name="connsiteX135" fmla="*/ 2600077 w 2790908"/>
              <a:gd name="connsiteY135" fmla="*/ 662739 h 784120"/>
              <a:gd name="connsiteX136" fmla="*/ 2623931 w 2790908"/>
              <a:gd name="connsiteY136" fmla="*/ 670691 h 784120"/>
              <a:gd name="connsiteX137" fmla="*/ 2655736 w 2790908"/>
              <a:gd name="connsiteY137" fmla="*/ 662739 h 784120"/>
              <a:gd name="connsiteX138" fmla="*/ 2671639 w 2790908"/>
              <a:gd name="connsiteY138" fmla="*/ 630934 h 784120"/>
              <a:gd name="connsiteX139" fmla="*/ 2695493 w 2790908"/>
              <a:gd name="connsiteY139" fmla="*/ 654788 h 784120"/>
              <a:gd name="connsiteX140" fmla="*/ 2743200 w 2790908"/>
              <a:gd name="connsiteY140" fmla="*/ 662739 h 784120"/>
              <a:gd name="connsiteX141" fmla="*/ 2790908 w 2790908"/>
              <a:gd name="connsiteY141" fmla="*/ 678642 h 784120"/>
              <a:gd name="connsiteX0" fmla="*/ 0 w 2790908"/>
              <a:gd name="connsiteY0" fmla="*/ 662739 h 784120"/>
              <a:gd name="connsiteX1" fmla="*/ 47708 w 2790908"/>
              <a:gd name="connsiteY1" fmla="*/ 654788 h 784120"/>
              <a:gd name="connsiteX2" fmla="*/ 55660 w 2790908"/>
              <a:gd name="connsiteY2" fmla="*/ 678642 h 784120"/>
              <a:gd name="connsiteX3" fmla="*/ 87465 w 2790908"/>
              <a:gd name="connsiteY3" fmla="*/ 670691 h 784120"/>
              <a:gd name="connsiteX4" fmla="*/ 111319 w 2790908"/>
              <a:gd name="connsiteY4" fmla="*/ 654788 h 784120"/>
              <a:gd name="connsiteX5" fmla="*/ 174929 w 2790908"/>
              <a:gd name="connsiteY5" fmla="*/ 670691 h 784120"/>
              <a:gd name="connsiteX6" fmla="*/ 206734 w 2790908"/>
              <a:gd name="connsiteY6" fmla="*/ 678642 h 784120"/>
              <a:gd name="connsiteX7" fmla="*/ 238540 w 2790908"/>
              <a:gd name="connsiteY7" fmla="*/ 686593 h 784120"/>
              <a:gd name="connsiteX8" fmla="*/ 262394 w 2790908"/>
              <a:gd name="connsiteY8" fmla="*/ 686593 h 784120"/>
              <a:gd name="connsiteX9" fmla="*/ 286247 w 2790908"/>
              <a:gd name="connsiteY9" fmla="*/ 694544 h 784120"/>
              <a:gd name="connsiteX10" fmla="*/ 310101 w 2790908"/>
              <a:gd name="connsiteY10" fmla="*/ 686593 h 784120"/>
              <a:gd name="connsiteX11" fmla="*/ 349858 w 2790908"/>
              <a:gd name="connsiteY11" fmla="*/ 662739 h 784120"/>
              <a:gd name="connsiteX12" fmla="*/ 405517 w 2790908"/>
              <a:gd name="connsiteY12" fmla="*/ 694544 h 784120"/>
              <a:gd name="connsiteX13" fmla="*/ 413468 w 2790908"/>
              <a:gd name="connsiteY13" fmla="*/ 670691 h 784120"/>
              <a:gd name="connsiteX14" fmla="*/ 461176 w 2790908"/>
              <a:gd name="connsiteY14" fmla="*/ 678642 h 784120"/>
              <a:gd name="connsiteX15" fmla="*/ 492981 w 2790908"/>
              <a:gd name="connsiteY15" fmla="*/ 718398 h 784120"/>
              <a:gd name="connsiteX16" fmla="*/ 508884 w 2790908"/>
              <a:gd name="connsiteY16" fmla="*/ 694544 h 784120"/>
              <a:gd name="connsiteX17" fmla="*/ 516835 w 2790908"/>
              <a:gd name="connsiteY17" fmla="*/ 670691 h 784120"/>
              <a:gd name="connsiteX18" fmla="*/ 540689 w 2790908"/>
              <a:gd name="connsiteY18" fmla="*/ 662739 h 784120"/>
              <a:gd name="connsiteX19" fmla="*/ 564543 w 2790908"/>
              <a:gd name="connsiteY19" fmla="*/ 646837 h 784120"/>
              <a:gd name="connsiteX20" fmla="*/ 572494 w 2790908"/>
              <a:gd name="connsiteY20" fmla="*/ 511664 h 784120"/>
              <a:gd name="connsiteX21" fmla="*/ 588397 w 2790908"/>
              <a:gd name="connsiteY21" fmla="*/ 487811 h 784120"/>
              <a:gd name="connsiteX22" fmla="*/ 596348 w 2790908"/>
              <a:gd name="connsiteY22" fmla="*/ 456005 h 784120"/>
              <a:gd name="connsiteX23" fmla="*/ 588397 w 2790908"/>
              <a:gd name="connsiteY23" fmla="*/ 233369 h 784120"/>
              <a:gd name="connsiteX24" fmla="*/ 604300 w 2790908"/>
              <a:gd name="connsiteY24" fmla="*/ 209515 h 784120"/>
              <a:gd name="connsiteX25" fmla="*/ 620202 w 2790908"/>
              <a:gd name="connsiteY25" fmla="*/ 137953 h 784120"/>
              <a:gd name="connsiteX26" fmla="*/ 644056 w 2790908"/>
              <a:gd name="connsiteY26" fmla="*/ 74343 h 784120"/>
              <a:gd name="connsiteX27" fmla="*/ 667910 w 2790908"/>
              <a:gd name="connsiteY27" fmla="*/ 58440 h 784120"/>
              <a:gd name="connsiteX28" fmla="*/ 707667 w 2790908"/>
              <a:gd name="connsiteY28" fmla="*/ 98197 h 784120"/>
              <a:gd name="connsiteX29" fmla="*/ 723569 w 2790908"/>
              <a:gd name="connsiteY29" fmla="*/ 122051 h 784120"/>
              <a:gd name="connsiteX30" fmla="*/ 755374 w 2790908"/>
              <a:gd name="connsiteY30" fmla="*/ 169758 h 784120"/>
              <a:gd name="connsiteX31" fmla="*/ 779228 w 2790908"/>
              <a:gd name="connsiteY31" fmla="*/ 153856 h 784120"/>
              <a:gd name="connsiteX32" fmla="*/ 818985 w 2790908"/>
              <a:gd name="connsiteY32" fmla="*/ 122051 h 784120"/>
              <a:gd name="connsiteX33" fmla="*/ 842839 w 2790908"/>
              <a:gd name="connsiteY33" fmla="*/ 137953 h 784120"/>
              <a:gd name="connsiteX34" fmla="*/ 874644 w 2790908"/>
              <a:gd name="connsiteY34" fmla="*/ 130002 h 784120"/>
              <a:gd name="connsiteX35" fmla="*/ 906449 w 2790908"/>
              <a:gd name="connsiteY35" fmla="*/ 153856 h 784120"/>
              <a:gd name="connsiteX36" fmla="*/ 938254 w 2790908"/>
              <a:gd name="connsiteY36" fmla="*/ 106148 h 784120"/>
              <a:gd name="connsiteX37" fmla="*/ 946206 w 2790908"/>
              <a:gd name="connsiteY37" fmla="*/ 130002 h 784120"/>
              <a:gd name="connsiteX38" fmla="*/ 970060 w 2790908"/>
              <a:gd name="connsiteY38" fmla="*/ 66391 h 784120"/>
              <a:gd name="connsiteX39" fmla="*/ 985962 w 2790908"/>
              <a:gd name="connsiteY39" fmla="*/ 130002 h 784120"/>
              <a:gd name="connsiteX40" fmla="*/ 993914 w 2790908"/>
              <a:gd name="connsiteY40" fmla="*/ 185661 h 784120"/>
              <a:gd name="connsiteX41" fmla="*/ 1009816 w 2790908"/>
              <a:gd name="connsiteY41" fmla="*/ 233369 h 784120"/>
              <a:gd name="connsiteX42" fmla="*/ 1017767 w 2790908"/>
              <a:gd name="connsiteY42" fmla="*/ 201564 h 784120"/>
              <a:gd name="connsiteX43" fmla="*/ 1033670 w 2790908"/>
              <a:gd name="connsiteY43" fmla="*/ 177710 h 784120"/>
              <a:gd name="connsiteX44" fmla="*/ 1041621 w 2790908"/>
              <a:gd name="connsiteY44" fmla="*/ 153856 h 784120"/>
              <a:gd name="connsiteX45" fmla="*/ 1073427 w 2790908"/>
              <a:gd name="connsiteY45" fmla="*/ 201564 h 784120"/>
              <a:gd name="connsiteX46" fmla="*/ 1081378 w 2790908"/>
              <a:gd name="connsiteY46" fmla="*/ 241320 h 784120"/>
              <a:gd name="connsiteX47" fmla="*/ 1097280 w 2790908"/>
              <a:gd name="connsiteY47" fmla="*/ 384444 h 784120"/>
              <a:gd name="connsiteX48" fmla="*/ 1105232 w 2790908"/>
              <a:gd name="connsiteY48" fmla="*/ 408298 h 784120"/>
              <a:gd name="connsiteX49" fmla="*/ 1113183 w 2790908"/>
              <a:gd name="connsiteY49" fmla="*/ 440103 h 784120"/>
              <a:gd name="connsiteX50" fmla="*/ 1129086 w 2790908"/>
              <a:gd name="connsiteY50" fmla="*/ 463957 h 784120"/>
              <a:gd name="connsiteX51" fmla="*/ 1137037 w 2790908"/>
              <a:gd name="connsiteY51" fmla="*/ 583226 h 784120"/>
              <a:gd name="connsiteX52" fmla="*/ 1144988 w 2790908"/>
              <a:gd name="connsiteY52" fmla="*/ 622983 h 784120"/>
              <a:gd name="connsiteX53" fmla="*/ 1152940 w 2790908"/>
              <a:gd name="connsiteY53" fmla="*/ 766106 h 784120"/>
              <a:gd name="connsiteX54" fmla="*/ 1176794 w 2790908"/>
              <a:gd name="connsiteY54" fmla="*/ 758155 h 784120"/>
              <a:gd name="connsiteX55" fmla="*/ 1192696 w 2790908"/>
              <a:gd name="connsiteY55" fmla="*/ 670691 h 784120"/>
              <a:gd name="connsiteX56" fmla="*/ 1200647 w 2790908"/>
              <a:gd name="connsiteY56" fmla="*/ 638885 h 784120"/>
              <a:gd name="connsiteX57" fmla="*/ 1208599 w 2790908"/>
              <a:gd name="connsiteY57" fmla="*/ 662739 h 784120"/>
              <a:gd name="connsiteX58" fmla="*/ 1224501 w 2790908"/>
              <a:gd name="connsiteY58" fmla="*/ 702496 h 784120"/>
              <a:gd name="connsiteX59" fmla="*/ 1240404 w 2790908"/>
              <a:gd name="connsiteY59" fmla="*/ 678642 h 784120"/>
              <a:gd name="connsiteX60" fmla="*/ 1248355 w 2790908"/>
              <a:gd name="connsiteY60" fmla="*/ 646837 h 784120"/>
              <a:gd name="connsiteX61" fmla="*/ 1272209 w 2790908"/>
              <a:gd name="connsiteY61" fmla="*/ 662739 h 784120"/>
              <a:gd name="connsiteX62" fmla="*/ 1280160 w 2790908"/>
              <a:gd name="connsiteY62" fmla="*/ 694544 h 784120"/>
              <a:gd name="connsiteX63" fmla="*/ 1288112 w 2790908"/>
              <a:gd name="connsiteY63" fmla="*/ 670691 h 784120"/>
              <a:gd name="connsiteX64" fmla="*/ 1296063 w 2790908"/>
              <a:gd name="connsiteY64" fmla="*/ 694544 h 784120"/>
              <a:gd name="connsiteX65" fmla="*/ 1311966 w 2790908"/>
              <a:gd name="connsiteY65" fmla="*/ 726350 h 784120"/>
              <a:gd name="connsiteX66" fmla="*/ 1327868 w 2790908"/>
              <a:gd name="connsiteY66" fmla="*/ 702496 h 784120"/>
              <a:gd name="connsiteX67" fmla="*/ 1335820 w 2790908"/>
              <a:gd name="connsiteY67" fmla="*/ 662739 h 784120"/>
              <a:gd name="connsiteX68" fmla="*/ 1359674 w 2790908"/>
              <a:gd name="connsiteY68" fmla="*/ 710447 h 784120"/>
              <a:gd name="connsiteX69" fmla="*/ 1391479 w 2790908"/>
              <a:gd name="connsiteY69" fmla="*/ 662739 h 784120"/>
              <a:gd name="connsiteX70" fmla="*/ 1415333 w 2790908"/>
              <a:gd name="connsiteY70" fmla="*/ 694544 h 784120"/>
              <a:gd name="connsiteX71" fmla="*/ 1423284 w 2790908"/>
              <a:gd name="connsiteY71" fmla="*/ 654788 h 784120"/>
              <a:gd name="connsiteX72" fmla="*/ 1447138 w 2790908"/>
              <a:gd name="connsiteY72" fmla="*/ 646837 h 784120"/>
              <a:gd name="connsiteX73" fmla="*/ 1455089 w 2790908"/>
              <a:gd name="connsiteY73" fmla="*/ 694544 h 784120"/>
              <a:gd name="connsiteX74" fmla="*/ 1463040 w 2790908"/>
              <a:gd name="connsiteY74" fmla="*/ 670691 h 784120"/>
              <a:gd name="connsiteX75" fmla="*/ 1494846 w 2790908"/>
              <a:gd name="connsiteY75" fmla="*/ 686593 h 784120"/>
              <a:gd name="connsiteX76" fmla="*/ 1502797 w 2790908"/>
              <a:gd name="connsiteY76" fmla="*/ 591178 h 784120"/>
              <a:gd name="connsiteX77" fmla="*/ 1534602 w 2790908"/>
              <a:gd name="connsiteY77" fmla="*/ 678642 h 784120"/>
              <a:gd name="connsiteX78" fmla="*/ 1550505 w 2790908"/>
              <a:gd name="connsiteY78" fmla="*/ 702496 h 784120"/>
              <a:gd name="connsiteX79" fmla="*/ 1606164 w 2790908"/>
              <a:gd name="connsiteY79" fmla="*/ 678642 h 784120"/>
              <a:gd name="connsiteX80" fmla="*/ 1653872 w 2790908"/>
              <a:gd name="connsiteY80" fmla="*/ 670691 h 784120"/>
              <a:gd name="connsiteX81" fmla="*/ 1669774 w 2790908"/>
              <a:gd name="connsiteY81" fmla="*/ 615031 h 784120"/>
              <a:gd name="connsiteX82" fmla="*/ 1685677 w 2790908"/>
              <a:gd name="connsiteY82" fmla="*/ 471908 h 784120"/>
              <a:gd name="connsiteX83" fmla="*/ 1701580 w 2790908"/>
              <a:gd name="connsiteY83" fmla="*/ 424200 h 784120"/>
              <a:gd name="connsiteX84" fmla="*/ 1709531 w 2790908"/>
              <a:gd name="connsiteY84" fmla="*/ 281077 h 784120"/>
              <a:gd name="connsiteX85" fmla="*/ 1765190 w 2790908"/>
              <a:gd name="connsiteY85" fmla="*/ 328784 h 784120"/>
              <a:gd name="connsiteX86" fmla="*/ 1749287 w 2790908"/>
              <a:gd name="connsiteY86" fmla="*/ 193612 h 784120"/>
              <a:gd name="connsiteX87" fmla="*/ 1757239 w 2790908"/>
              <a:gd name="connsiteY87" fmla="*/ 106148 h 784120"/>
              <a:gd name="connsiteX88" fmla="*/ 1765190 w 2790908"/>
              <a:gd name="connsiteY88" fmla="*/ 58440 h 784120"/>
              <a:gd name="connsiteX89" fmla="*/ 1804947 w 2790908"/>
              <a:gd name="connsiteY89" fmla="*/ 82294 h 784120"/>
              <a:gd name="connsiteX90" fmla="*/ 1812898 w 2790908"/>
              <a:gd name="connsiteY90" fmla="*/ 130002 h 784120"/>
              <a:gd name="connsiteX91" fmla="*/ 1828800 w 2790908"/>
              <a:gd name="connsiteY91" fmla="*/ 257223 h 784120"/>
              <a:gd name="connsiteX92" fmla="*/ 1852654 w 2790908"/>
              <a:gd name="connsiteY92" fmla="*/ 249271 h 784120"/>
              <a:gd name="connsiteX93" fmla="*/ 1860606 w 2790908"/>
              <a:gd name="connsiteY93" fmla="*/ 225418 h 784120"/>
              <a:gd name="connsiteX94" fmla="*/ 1876508 w 2790908"/>
              <a:gd name="connsiteY94" fmla="*/ 201564 h 784120"/>
              <a:gd name="connsiteX95" fmla="*/ 1884460 w 2790908"/>
              <a:gd name="connsiteY95" fmla="*/ 169758 h 784120"/>
              <a:gd name="connsiteX96" fmla="*/ 1900362 w 2790908"/>
              <a:gd name="connsiteY96" fmla="*/ 122051 h 784120"/>
              <a:gd name="connsiteX97" fmla="*/ 1924216 w 2790908"/>
              <a:gd name="connsiteY97" fmla="*/ 145904 h 784120"/>
              <a:gd name="connsiteX98" fmla="*/ 1932167 w 2790908"/>
              <a:gd name="connsiteY98" fmla="*/ 169758 h 784120"/>
              <a:gd name="connsiteX99" fmla="*/ 1979875 w 2790908"/>
              <a:gd name="connsiteY99" fmla="*/ 153856 h 784120"/>
              <a:gd name="connsiteX100" fmla="*/ 1963973 w 2790908"/>
              <a:gd name="connsiteY100" fmla="*/ 2781 h 784120"/>
              <a:gd name="connsiteX101" fmla="*/ 1979875 w 2790908"/>
              <a:gd name="connsiteY101" fmla="*/ 50489 h 784120"/>
              <a:gd name="connsiteX102" fmla="*/ 1995778 w 2790908"/>
              <a:gd name="connsiteY102" fmla="*/ 185661 h 784120"/>
              <a:gd name="connsiteX103" fmla="*/ 2003729 w 2790908"/>
              <a:gd name="connsiteY103" fmla="*/ 249271 h 784120"/>
              <a:gd name="connsiteX104" fmla="*/ 2019632 w 2790908"/>
              <a:gd name="connsiteY104" fmla="*/ 296979 h 784120"/>
              <a:gd name="connsiteX105" fmla="*/ 2035534 w 2790908"/>
              <a:gd name="connsiteY105" fmla="*/ 193612 h 784120"/>
              <a:gd name="connsiteX106" fmla="*/ 2043486 w 2790908"/>
              <a:gd name="connsiteY106" fmla="*/ 137953 h 784120"/>
              <a:gd name="connsiteX107" fmla="*/ 2059388 w 2790908"/>
              <a:gd name="connsiteY107" fmla="*/ 169758 h 784120"/>
              <a:gd name="connsiteX108" fmla="*/ 2122999 w 2790908"/>
              <a:gd name="connsiteY108" fmla="*/ 169758 h 784120"/>
              <a:gd name="connsiteX109" fmla="*/ 2146853 w 2790908"/>
              <a:gd name="connsiteY109" fmla="*/ 177710 h 784120"/>
              <a:gd name="connsiteX110" fmla="*/ 2178658 w 2790908"/>
              <a:gd name="connsiteY110" fmla="*/ 161807 h 784120"/>
              <a:gd name="connsiteX111" fmla="*/ 2194560 w 2790908"/>
              <a:gd name="connsiteY111" fmla="*/ 193612 h 784120"/>
              <a:gd name="connsiteX112" fmla="*/ 2210463 w 2790908"/>
              <a:gd name="connsiteY112" fmla="*/ 217466 h 784120"/>
              <a:gd name="connsiteX113" fmla="*/ 2218414 w 2790908"/>
              <a:gd name="connsiteY113" fmla="*/ 249271 h 784120"/>
              <a:gd name="connsiteX114" fmla="*/ 2234317 w 2790908"/>
              <a:gd name="connsiteY114" fmla="*/ 281077 h 784120"/>
              <a:gd name="connsiteX115" fmla="*/ 2242268 w 2790908"/>
              <a:gd name="connsiteY115" fmla="*/ 344687 h 784120"/>
              <a:gd name="connsiteX116" fmla="*/ 2250220 w 2790908"/>
              <a:gd name="connsiteY116" fmla="*/ 384444 h 784120"/>
              <a:gd name="connsiteX117" fmla="*/ 2258171 w 2790908"/>
              <a:gd name="connsiteY117" fmla="*/ 471908 h 784120"/>
              <a:gd name="connsiteX118" fmla="*/ 2266122 w 2790908"/>
              <a:gd name="connsiteY118" fmla="*/ 511664 h 784120"/>
              <a:gd name="connsiteX119" fmla="*/ 2274074 w 2790908"/>
              <a:gd name="connsiteY119" fmla="*/ 583226 h 784120"/>
              <a:gd name="connsiteX120" fmla="*/ 2289976 w 2790908"/>
              <a:gd name="connsiteY120" fmla="*/ 615031 h 784120"/>
              <a:gd name="connsiteX121" fmla="*/ 2297927 w 2790908"/>
              <a:gd name="connsiteY121" fmla="*/ 638885 h 784120"/>
              <a:gd name="connsiteX122" fmla="*/ 2313830 w 2790908"/>
              <a:gd name="connsiteY122" fmla="*/ 742252 h 784120"/>
              <a:gd name="connsiteX123" fmla="*/ 2321781 w 2790908"/>
              <a:gd name="connsiteY123" fmla="*/ 782009 h 784120"/>
              <a:gd name="connsiteX124" fmla="*/ 2353587 w 2790908"/>
              <a:gd name="connsiteY124" fmla="*/ 774058 h 784120"/>
              <a:gd name="connsiteX125" fmla="*/ 2401294 w 2790908"/>
              <a:gd name="connsiteY125" fmla="*/ 758155 h 784120"/>
              <a:gd name="connsiteX126" fmla="*/ 2409246 w 2790908"/>
              <a:gd name="connsiteY126" fmla="*/ 734301 h 784120"/>
              <a:gd name="connsiteX127" fmla="*/ 2417197 w 2790908"/>
              <a:gd name="connsiteY127" fmla="*/ 702496 h 784120"/>
              <a:gd name="connsiteX128" fmla="*/ 2472856 w 2790908"/>
              <a:gd name="connsiteY128" fmla="*/ 630934 h 784120"/>
              <a:gd name="connsiteX129" fmla="*/ 2496710 w 2790908"/>
              <a:gd name="connsiteY129" fmla="*/ 583226 h 784120"/>
              <a:gd name="connsiteX130" fmla="*/ 2512613 w 2790908"/>
              <a:gd name="connsiteY130" fmla="*/ 615031 h 784120"/>
              <a:gd name="connsiteX131" fmla="*/ 2520564 w 2790908"/>
              <a:gd name="connsiteY131" fmla="*/ 686593 h 784120"/>
              <a:gd name="connsiteX132" fmla="*/ 2528515 w 2790908"/>
              <a:gd name="connsiteY132" fmla="*/ 662739 h 784120"/>
              <a:gd name="connsiteX133" fmla="*/ 2544418 w 2790908"/>
              <a:gd name="connsiteY133" fmla="*/ 638885 h 784120"/>
              <a:gd name="connsiteX134" fmla="*/ 2568272 w 2790908"/>
              <a:gd name="connsiteY134" fmla="*/ 654788 h 784120"/>
              <a:gd name="connsiteX135" fmla="*/ 2600077 w 2790908"/>
              <a:gd name="connsiteY135" fmla="*/ 662739 h 784120"/>
              <a:gd name="connsiteX136" fmla="*/ 2623931 w 2790908"/>
              <a:gd name="connsiteY136" fmla="*/ 670691 h 784120"/>
              <a:gd name="connsiteX137" fmla="*/ 2655736 w 2790908"/>
              <a:gd name="connsiteY137" fmla="*/ 662739 h 784120"/>
              <a:gd name="connsiteX138" fmla="*/ 2671639 w 2790908"/>
              <a:gd name="connsiteY138" fmla="*/ 630934 h 784120"/>
              <a:gd name="connsiteX139" fmla="*/ 2695493 w 2790908"/>
              <a:gd name="connsiteY139" fmla="*/ 654788 h 784120"/>
              <a:gd name="connsiteX140" fmla="*/ 2743200 w 2790908"/>
              <a:gd name="connsiteY140" fmla="*/ 662739 h 784120"/>
              <a:gd name="connsiteX141" fmla="*/ 2790908 w 2790908"/>
              <a:gd name="connsiteY141" fmla="*/ 678642 h 784120"/>
              <a:gd name="connsiteX0" fmla="*/ 0 w 2790908"/>
              <a:gd name="connsiteY0" fmla="*/ 662866 h 784247"/>
              <a:gd name="connsiteX1" fmla="*/ 47708 w 2790908"/>
              <a:gd name="connsiteY1" fmla="*/ 654915 h 784247"/>
              <a:gd name="connsiteX2" fmla="*/ 55660 w 2790908"/>
              <a:gd name="connsiteY2" fmla="*/ 678769 h 784247"/>
              <a:gd name="connsiteX3" fmla="*/ 87465 w 2790908"/>
              <a:gd name="connsiteY3" fmla="*/ 670818 h 784247"/>
              <a:gd name="connsiteX4" fmla="*/ 111319 w 2790908"/>
              <a:gd name="connsiteY4" fmla="*/ 654915 h 784247"/>
              <a:gd name="connsiteX5" fmla="*/ 174929 w 2790908"/>
              <a:gd name="connsiteY5" fmla="*/ 670818 h 784247"/>
              <a:gd name="connsiteX6" fmla="*/ 206734 w 2790908"/>
              <a:gd name="connsiteY6" fmla="*/ 678769 h 784247"/>
              <a:gd name="connsiteX7" fmla="*/ 238540 w 2790908"/>
              <a:gd name="connsiteY7" fmla="*/ 686720 h 784247"/>
              <a:gd name="connsiteX8" fmla="*/ 262394 w 2790908"/>
              <a:gd name="connsiteY8" fmla="*/ 686720 h 784247"/>
              <a:gd name="connsiteX9" fmla="*/ 286247 w 2790908"/>
              <a:gd name="connsiteY9" fmla="*/ 694671 h 784247"/>
              <a:gd name="connsiteX10" fmla="*/ 310101 w 2790908"/>
              <a:gd name="connsiteY10" fmla="*/ 686720 h 784247"/>
              <a:gd name="connsiteX11" fmla="*/ 349858 w 2790908"/>
              <a:gd name="connsiteY11" fmla="*/ 662866 h 784247"/>
              <a:gd name="connsiteX12" fmla="*/ 405517 w 2790908"/>
              <a:gd name="connsiteY12" fmla="*/ 694671 h 784247"/>
              <a:gd name="connsiteX13" fmla="*/ 413468 w 2790908"/>
              <a:gd name="connsiteY13" fmla="*/ 670818 h 784247"/>
              <a:gd name="connsiteX14" fmla="*/ 461176 w 2790908"/>
              <a:gd name="connsiteY14" fmla="*/ 678769 h 784247"/>
              <a:gd name="connsiteX15" fmla="*/ 492981 w 2790908"/>
              <a:gd name="connsiteY15" fmla="*/ 718525 h 784247"/>
              <a:gd name="connsiteX16" fmla="*/ 508884 w 2790908"/>
              <a:gd name="connsiteY16" fmla="*/ 694671 h 784247"/>
              <a:gd name="connsiteX17" fmla="*/ 516835 w 2790908"/>
              <a:gd name="connsiteY17" fmla="*/ 670818 h 784247"/>
              <a:gd name="connsiteX18" fmla="*/ 540689 w 2790908"/>
              <a:gd name="connsiteY18" fmla="*/ 662866 h 784247"/>
              <a:gd name="connsiteX19" fmla="*/ 564543 w 2790908"/>
              <a:gd name="connsiteY19" fmla="*/ 646964 h 784247"/>
              <a:gd name="connsiteX20" fmla="*/ 572494 w 2790908"/>
              <a:gd name="connsiteY20" fmla="*/ 511791 h 784247"/>
              <a:gd name="connsiteX21" fmla="*/ 588397 w 2790908"/>
              <a:gd name="connsiteY21" fmla="*/ 487938 h 784247"/>
              <a:gd name="connsiteX22" fmla="*/ 596348 w 2790908"/>
              <a:gd name="connsiteY22" fmla="*/ 456132 h 784247"/>
              <a:gd name="connsiteX23" fmla="*/ 588397 w 2790908"/>
              <a:gd name="connsiteY23" fmla="*/ 233496 h 784247"/>
              <a:gd name="connsiteX24" fmla="*/ 604300 w 2790908"/>
              <a:gd name="connsiteY24" fmla="*/ 209642 h 784247"/>
              <a:gd name="connsiteX25" fmla="*/ 620202 w 2790908"/>
              <a:gd name="connsiteY25" fmla="*/ 138080 h 784247"/>
              <a:gd name="connsiteX26" fmla="*/ 644056 w 2790908"/>
              <a:gd name="connsiteY26" fmla="*/ 74470 h 784247"/>
              <a:gd name="connsiteX27" fmla="*/ 667910 w 2790908"/>
              <a:gd name="connsiteY27" fmla="*/ 58567 h 784247"/>
              <a:gd name="connsiteX28" fmla="*/ 707667 w 2790908"/>
              <a:gd name="connsiteY28" fmla="*/ 98324 h 784247"/>
              <a:gd name="connsiteX29" fmla="*/ 723569 w 2790908"/>
              <a:gd name="connsiteY29" fmla="*/ 122178 h 784247"/>
              <a:gd name="connsiteX30" fmla="*/ 755374 w 2790908"/>
              <a:gd name="connsiteY30" fmla="*/ 169885 h 784247"/>
              <a:gd name="connsiteX31" fmla="*/ 779228 w 2790908"/>
              <a:gd name="connsiteY31" fmla="*/ 153983 h 784247"/>
              <a:gd name="connsiteX32" fmla="*/ 818985 w 2790908"/>
              <a:gd name="connsiteY32" fmla="*/ 122178 h 784247"/>
              <a:gd name="connsiteX33" fmla="*/ 842839 w 2790908"/>
              <a:gd name="connsiteY33" fmla="*/ 138080 h 784247"/>
              <a:gd name="connsiteX34" fmla="*/ 874644 w 2790908"/>
              <a:gd name="connsiteY34" fmla="*/ 130129 h 784247"/>
              <a:gd name="connsiteX35" fmla="*/ 906449 w 2790908"/>
              <a:gd name="connsiteY35" fmla="*/ 153983 h 784247"/>
              <a:gd name="connsiteX36" fmla="*/ 938254 w 2790908"/>
              <a:gd name="connsiteY36" fmla="*/ 106275 h 784247"/>
              <a:gd name="connsiteX37" fmla="*/ 946206 w 2790908"/>
              <a:gd name="connsiteY37" fmla="*/ 130129 h 784247"/>
              <a:gd name="connsiteX38" fmla="*/ 970060 w 2790908"/>
              <a:gd name="connsiteY38" fmla="*/ 66518 h 784247"/>
              <a:gd name="connsiteX39" fmla="*/ 985962 w 2790908"/>
              <a:gd name="connsiteY39" fmla="*/ 130129 h 784247"/>
              <a:gd name="connsiteX40" fmla="*/ 993914 w 2790908"/>
              <a:gd name="connsiteY40" fmla="*/ 185788 h 784247"/>
              <a:gd name="connsiteX41" fmla="*/ 1009816 w 2790908"/>
              <a:gd name="connsiteY41" fmla="*/ 233496 h 784247"/>
              <a:gd name="connsiteX42" fmla="*/ 1017767 w 2790908"/>
              <a:gd name="connsiteY42" fmla="*/ 201691 h 784247"/>
              <a:gd name="connsiteX43" fmla="*/ 1033670 w 2790908"/>
              <a:gd name="connsiteY43" fmla="*/ 177837 h 784247"/>
              <a:gd name="connsiteX44" fmla="*/ 1041621 w 2790908"/>
              <a:gd name="connsiteY44" fmla="*/ 153983 h 784247"/>
              <a:gd name="connsiteX45" fmla="*/ 1073427 w 2790908"/>
              <a:gd name="connsiteY45" fmla="*/ 201691 h 784247"/>
              <a:gd name="connsiteX46" fmla="*/ 1081378 w 2790908"/>
              <a:gd name="connsiteY46" fmla="*/ 241447 h 784247"/>
              <a:gd name="connsiteX47" fmla="*/ 1097280 w 2790908"/>
              <a:gd name="connsiteY47" fmla="*/ 384571 h 784247"/>
              <a:gd name="connsiteX48" fmla="*/ 1105232 w 2790908"/>
              <a:gd name="connsiteY48" fmla="*/ 408425 h 784247"/>
              <a:gd name="connsiteX49" fmla="*/ 1113183 w 2790908"/>
              <a:gd name="connsiteY49" fmla="*/ 440230 h 784247"/>
              <a:gd name="connsiteX50" fmla="*/ 1129086 w 2790908"/>
              <a:gd name="connsiteY50" fmla="*/ 464084 h 784247"/>
              <a:gd name="connsiteX51" fmla="*/ 1137037 w 2790908"/>
              <a:gd name="connsiteY51" fmla="*/ 583353 h 784247"/>
              <a:gd name="connsiteX52" fmla="*/ 1144988 w 2790908"/>
              <a:gd name="connsiteY52" fmla="*/ 623110 h 784247"/>
              <a:gd name="connsiteX53" fmla="*/ 1152940 w 2790908"/>
              <a:gd name="connsiteY53" fmla="*/ 766233 h 784247"/>
              <a:gd name="connsiteX54" fmla="*/ 1176794 w 2790908"/>
              <a:gd name="connsiteY54" fmla="*/ 758282 h 784247"/>
              <a:gd name="connsiteX55" fmla="*/ 1192696 w 2790908"/>
              <a:gd name="connsiteY55" fmla="*/ 670818 h 784247"/>
              <a:gd name="connsiteX56" fmla="*/ 1200647 w 2790908"/>
              <a:gd name="connsiteY56" fmla="*/ 639012 h 784247"/>
              <a:gd name="connsiteX57" fmla="*/ 1208599 w 2790908"/>
              <a:gd name="connsiteY57" fmla="*/ 662866 h 784247"/>
              <a:gd name="connsiteX58" fmla="*/ 1224501 w 2790908"/>
              <a:gd name="connsiteY58" fmla="*/ 702623 h 784247"/>
              <a:gd name="connsiteX59" fmla="*/ 1240404 w 2790908"/>
              <a:gd name="connsiteY59" fmla="*/ 678769 h 784247"/>
              <a:gd name="connsiteX60" fmla="*/ 1248355 w 2790908"/>
              <a:gd name="connsiteY60" fmla="*/ 646964 h 784247"/>
              <a:gd name="connsiteX61" fmla="*/ 1272209 w 2790908"/>
              <a:gd name="connsiteY61" fmla="*/ 662866 h 784247"/>
              <a:gd name="connsiteX62" fmla="*/ 1280160 w 2790908"/>
              <a:gd name="connsiteY62" fmla="*/ 694671 h 784247"/>
              <a:gd name="connsiteX63" fmla="*/ 1288112 w 2790908"/>
              <a:gd name="connsiteY63" fmla="*/ 670818 h 784247"/>
              <a:gd name="connsiteX64" fmla="*/ 1296063 w 2790908"/>
              <a:gd name="connsiteY64" fmla="*/ 694671 h 784247"/>
              <a:gd name="connsiteX65" fmla="*/ 1311966 w 2790908"/>
              <a:gd name="connsiteY65" fmla="*/ 726477 h 784247"/>
              <a:gd name="connsiteX66" fmla="*/ 1327868 w 2790908"/>
              <a:gd name="connsiteY66" fmla="*/ 702623 h 784247"/>
              <a:gd name="connsiteX67" fmla="*/ 1335820 w 2790908"/>
              <a:gd name="connsiteY67" fmla="*/ 662866 h 784247"/>
              <a:gd name="connsiteX68" fmla="*/ 1359674 w 2790908"/>
              <a:gd name="connsiteY68" fmla="*/ 710574 h 784247"/>
              <a:gd name="connsiteX69" fmla="*/ 1391479 w 2790908"/>
              <a:gd name="connsiteY69" fmla="*/ 662866 h 784247"/>
              <a:gd name="connsiteX70" fmla="*/ 1415333 w 2790908"/>
              <a:gd name="connsiteY70" fmla="*/ 694671 h 784247"/>
              <a:gd name="connsiteX71" fmla="*/ 1423284 w 2790908"/>
              <a:gd name="connsiteY71" fmla="*/ 654915 h 784247"/>
              <a:gd name="connsiteX72" fmla="*/ 1447138 w 2790908"/>
              <a:gd name="connsiteY72" fmla="*/ 646964 h 784247"/>
              <a:gd name="connsiteX73" fmla="*/ 1455089 w 2790908"/>
              <a:gd name="connsiteY73" fmla="*/ 694671 h 784247"/>
              <a:gd name="connsiteX74" fmla="*/ 1463040 w 2790908"/>
              <a:gd name="connsiteY74" fmla="*/ 670818 h 784247"/>
              <a:gd name="connsiteX75" fmla="*/ 1494846 w 2790908"/>
              <a:gd name="connsiteY75" fmla="*/ 686720 h 784247"/>
              <a:gd name="connsiteX76" fmla="*/ 1502797 w 2790908"/>
              <a:gd name="connsiteY76" fmla="*/ 591305 h 784247"/>
              <a:gd name="connsiteX77" fmla="*/ 1534602 w 2790908"/>
              <a:gd name="connsiteY77" fmla="*/ 678769 h 784247"/>
              <a:gd name="connsiteX78" fmla="*/ 1550505 w 2790908"/>
              <a:gd name="connsiteY78" fmla="*/ 702623 h 784247"/>
              <a:gd name="connsiteX79" fmla="*/ 1606164 w 2790908"/>
              <a:gd name="connsiteY79" fmla="*/ 678769 h 784247"/>
              <a:gd name="connsiteX80" fmla="*/ 1653872 w 2790908"/>
              <a:gd name="connsiteY80" fmla="*/ 670818 h 784247"/>
              <a:gd name="connsiteX81" fmla="*/ 1669774 w 2790908"/>
              <a:gd name="connsiteY81" fmla="*/ 615158 h 784247"/>
              <a:gd name="connsiteX82" fmla="*/ 1685677 w 2790908"/>
              <a:gd name="connsiteY82" fmla="*/ 472035 h 784247"/>
              <a:gd name="connsiteX83" fmla="*/ 1701580 w 2790908"/>
              <a:gd name="connsiteY83" fmla="*/ 424327 h 784247"/>
              <a:gd name="connsiteX84" fmla="*/ 1709531 w 2790908"/>
              <a:gd name="connsiteY84" fmla="*/ 281204 h 784247"/>
              <a:gd name="connsiteX85" fmla="*/ 1765190 w 2790908"/>
              <a:gd name="connsiteY85" fmla="*/ 328911 h 784247"/>
              <a:gd name="connsiteX86" fmla="*/ 1749287 w 2790908"/>
              <a:gd name="connsiteY86" fmla="*/ 193739 h 784247"/>
              <a:gd name="connsiteX87" fmla="*/ 1757239 w 2790908"/>
              <a:gd name="connsiteY87" fmla="*/ 106275 h 784247"/>
              <a:gd name="connsiteX88" fmla="*/ 1765190 w 2790908"/>
              <a:gd name="connsiteY88" fmla="*/ 58567 h 784247"/>
              <a:gd name="connsiteX89" fmla="*/ 1804947 w 2790908"/>
              <a:gd name="connsiteY89" fmla="*/ 82421 h 784247"/>
              <a:gd name="connsiteX90" fmla="*/ 1812898 w 2790908"/>
              <a:gd name="connsiteY90" fmla="*/ 130129 h 784247"/>
              <a:gd name="connsiteX91" fmla="*/ 1828800 w 2790908"/>
              <a:gd name="connsiteY91" fmla="*/ 257350 h 784247"/>
              <a:gd name="connsiteX92" fmla="*/ 1852654 w 2790908"/>
              <a:gd name="connsiteY92" fmla="*/ 249398 h 784247"/>
              <a:gd name="connsiteX93" fmla="*/ 1860606 w 2790908"/>
              <a:gd name="connsiteY93" fmla="*/ 225545 h 784247"/>
              <a:gd name="connsiteX94" fmla="*/ 1876508 w 2790908"/>
              <a:gd name="connsiteY94" fmla="*/ 201691 h 784247"/>
              <a:gd name="connsiteX95" fmla="*/ 1884460 w 2790908"/>
              <a:gd name="connsiteY95" fmla="*/ 169885 h 784247"/>
              <a:gd name="connsiteX96" fmla="*/ 1900362 w 2790908"/>
              <a:gd name="connsiteY96" fmla="*/ 122178 h 784247"/>
              <a:gd name="connsiteX97" fmla="*/ 1924216 w 2790908"/>
              <a:gd name="connsiteY97" fmla="*/ 146031 h 784247"/>
              <a:gd name="connsiteX98" fmla="*/ 1932167 w 2790908"/>
              <a:gd name="connsiteY98" fmla="*/ 169885 h 784247"/>
              <a:gd name="connsiteX99" fmla="*/ 1979875 w 2790908"/>
              <a:gd name="connsiteY99" fmla="*/ 153983 h 784247"/>
              <a:gd name="connsiteX100" fmla="*/ 1963973 w 2790908"/>
              <a:gd name="connsiteY100" fmla="*/ 2908 h 784247"/>
              <a:gd name="connsiteX101" fmla="*/ 1989578 w 2790908"/>
              <a:gd name="connsiteY101" fmla="*/ 50616 h 784247"/>
              <a:gd name="connsiteX102" fmla="*/ 1995778 w 2790908"/>
              <a:gd name="connsiteY102" fmla="*/ 185788 h 784247"/>
              <a:gd name="connsiteX103" fmla="*/ 2003729 w 2790908"/>
              <a:gd name="connsiteY103" fmla="*/ 249398 h 784247"/>
              <a:gd name="connsiteX104" fmla="*/ 2019632 w 2790908"/>
              <a:gd name="connsiteY104" fmla="*/ 297106 h 784247"/>
              <a:gd name="connsiteX105" fmla="*/ 2035534 w 2790908"/>
              <a:gd name="connsiteY105" fmla="*/ 193739 h 784247"/>
              <a:gd name="connsiteX106" fmla="*/ 2043486 w 2790908"/>
              <a:gd name="connsiteY106" fmla="*/ 138080 h 784247"/>
              <a:gd name="connsiteX107" fmla="*/ 2059388 w 2790908"/>
              <a:gd name="connsiteY107" fmla="*/ 169885 h 784247"/>
              <a:gd name="connsiteX108" fmla="*/ 2122999 w 2790908"/>
              <a:gd name="connsiteY108" fmla="*/ 169885 h 784247"/>
              <a:gd name="connsiteX109" fmla="*/ 2146853 w 2790908"/>
              <a:gd name="connsiteY109" fmla="*/ 177837 h 784247"/>
              <a:gd name="connsiteX110" fmla="*/ 2178658 w 2790908"/>
              <a:gd name="connsiteY110" fmla="*/ 161934 h 784247"/>
              <a:gd name="connsiteX111" fmla="*/ 2194560 w 2790908"/>
              <a:gd name="connsiteY111" fmla="*/ 193739 h 784247"/>
              <a:gd name="connsiteX112" fmla="*/ 2210463 w 2790908"/>
              <a:gd name="connsiteY112" fmla="*/ 217593 h 784247"/>
              <a:gd name="connsiteX113" fmla="*/ 2218414 w 2790908"/>
              <a:gd name="connsiteY113" fmla="*/ 249398 h 784247"/>
              <a:gd name="connsiteX114" fmla="*/ 2234317 w 2790908"/>
              <a:gd name="connsiteY114" fmla="*/ 281204 h 784247"/>
              <a:gd name="connsiteX115" fmla="*/ 2242268 w 2790908"/>
              <a:gd name="connsiteY115" fmla="*/ 344814 h 784247"/>
              <a:gd name="connsiteX116" fmla="*/ 2250220 w 2790908"/>
              <a:gd name="connsiteY116" fmla="*/ 384571 h 784247"/>
              <a:gd name="connsiteX117" fmla="*/ 2258171 w 2790908"/>
              <a:gd name="connsiteY117" fmla="*/ 472035 h 784247"/>
              <a:gd name="connsiteX118" fmla="*/ 2266122 w 2790908"/>
              <a:gd name="connsiteY118" fmla="*/ 511791 h 784247"/>
              <a:gd name="connsiteX119" fmla="*/ 2274074 w 2790908"/>
              <a:gd name="connsiteY119" fmla="*/ 583353 h 784247"/>
              <a:gd name="connsiteX120" fmla="*/ 2289976 w 2790908"/>
              <a:gd name="connsiteY120" fmla="*/ 615158 h 784247"/>
              <a:gd name="connsiteX121" fmla="*/ 2297927 w 2790908"/>
              <a:gd name="connsiteY121" fmla="*/ 639012 h 784247"/>
              <a:gd name="connsiteX122" fmla="*/ 2313830 w 2790908"/>
              <a:gd name="connsiteY122" fmla="*/ 742379 h 784247"/>
              <a:gd name="connsiteX123" fmla="*/ 2321781 w 2790908"/>
              <a:gd name="connsiteY123" fmla="*/ 782136 h 784247"/>
              <a:gd name="connsiteX124" fmla="*/ 2353587 w 2790908"/>
              <a:gd name="connsiteY124" fmla="*/ 774185 h 784247"/>
              <a:gd name="connsiteX125" fmla="*/ 2401294 w 2790908"/>
              <a:gd name="connsiteY125" fmla="*/ 758282 h 784247"/>
              <a:gd name="connsiteX126" fmla="*/ 2409246 w 2790908"/>
              <a:gd name="connsiteY126" fmla="*/ 734428 h 784247"/>
              <a:gd name="connsiteX127" fmla="*/ 2417197 w 2790908"/>
              <a:gd name="connsiteY127" fmla="*/ 702623 h 784247"/>
              <a:gd name="connsiteX128" fmla="*/ 2472856 w 2790908"/>
              <a:gd name="connsiteY128" fmla="*/ 631061 h 784247"/>
              <a:gd name="connsiteX129" fmla="*/ 2496710 w 2790908"/>
              <a:gd name="connsiteY129" fmla="*/ 583353 h 784247"/>
              <a:gd name="connsiteX130" fmla="*/ 2512613 w 2790908"/>
              <a:gd name="connsiteY130" fmla="*/ 615158 h 784247"/>
              <a:gd name="connsiteX131" fmla="*/ 2520564 w 2790908"/>
              <a:gd name="connsiteY131" fmla="*/ 686720 h 784247"/>
              <a:gd name="connsiteX132" fmla="*/ 2528515 w 2790908"/>
              <a:gd name="connsiteY132" fmla="*/ 662866 h 784247"/>
              <a:gd name="connsiteX133" fmla="*/ 2544418 w 2790908"/>
              <a:gd name="connsiteY133" fmla="*/ 639012 h 784247"/>
              <a:gd name="connsiteX134" fmla="*/ 2568272 w 2790908"/>
              <a:gd name="connsiteY134" fmla="*/ 654915 h 784247"/>
              <a:gd name="connsiteX135" fmla="*/ 2600077 w 2790908"/>
              <a:gd name="connsiteY135" fmla="*/ 662866 h 784247"/>
              <a:gd name="connsiteX136" fmla="*/ 2623931 w 2790908"/>
              <a:gd name="connsiteY136" fmla="*/ 670818 h 784247"/>
              <a:gd name="connsiteX137" fmla="*/ 2655736 w 2790908"/>
              <a:gd name="connsiteY137" fmla="*/ 662866 h 784247"/>
              <a:gd name="connsiteX138" fmla="*/ 2671639 w 2790908"/>
              <a:gd name="connsiteY138" fmla="*/ 631061 h 784247"/>
              <a:gd name="connsiteX139" fmla="*/ 2695493 w 2790908"/>
              <a:gd name="connsiteY139" fmla="*/ 654915 h 784247"/>
              <a:gd name="connsiteX140" fmla="*/ 2743200 w 2790908"/>
              <a:gd name="connsiteY140" fmla="*/ 662866 h 784247"/>
              <a:gd name="connsiteX141" fmla="*/ 2790908 w 2790908"/>
              <a:gd name="connsiteY141" fmla="*/ 678769 h 784247"/>
              <a:gd name="connsiteX0" fmla="*/ 0 w 2790908"/>
              <a:gd name="connsiteY0" fmla="*/ 670413 h 791794"/>
              <a:gd name="connsiteX1" fmla="*/ 47708 w 2790908"/>
              <a:gd name="connsiteY1" fmla="*/ 662462 h 791794"/>
              <a:gd name="connsiteX2" fmla="*/ 55660 w 2790908"/>
              <a:gd name="connsiteY2" fmla="*/ 686316 h 791794"/>
              <a:gd name="connsiteX3" fmla="*/ 87465 w 2790908"/>
              <a:gd name="connsiteY3" fmla="*/ 678365 h 791794"/>
              <a:gd name="connsiteX4" fmla="*/ 111319 w 2790908"/>
              <a:gd name="connsiteY4" fmla="*/ 662462 h 791794"/>
              <a:gd name="connsiteX5" fmla="*/ 174929 w 2790908"/>
              <a:gd name="connsiteY5" fmla="*/ 678365 h 791794"/>
              <a:gd name="connsiteX6" fmla="*/ 206734 w 2790908"/>
              <a:gd name="connsiteY6" fmla="*/ 686316 h 791794"/>
              <a:gd name="connsiteX7" fmla="*/ 238540 w 2790908"/>
              <a:gd name="connsiteY7" fmla="*/ 694267 h 791794"/>
              <a:gd name="connsiteX8" fmla="*/ 262394 w 2790908"/>
              <a:gd name="connsiteY8" fmla="*/ 694267 h 791794"/>
              <a:gd name="connsiteX9" fmla="*/ 286247 w 2790908"/>
              <a:gd name="connsiteY9" fmla="*/ 702218 h 791794"/>
              <a:gd name="connsiteX10" fmla="*/ 310101 w 2790908"/>
              <a:gd name="connsiteY10" fmla="*/ 694267 h 791794"/>
              <a:gd name="connsiteX11" fmla="*/ 349858 w 2790908"/>
              <a:gd name="connsiteY11" fmla="*/ 670413 h 791794"/>
              <a:gd name="connsiteX12" fmla="*/ 405517 w 2790908"/>
              <a:gd name="connsiteY12" fmla="*/ 702218 h 791794"/>
              <a:gd name="connsiteX13" fmla="*/ 413468 w 2790908"/>
              <a:gd name="connsiteY13" fmla="*/ 678365 h 791794"/>
              <a:gd name="connsiteX14" fmla="*/ 461176 w 2790908"/>
              <a:gd name="connsiteY14" fmla="*/ 686316 h 791794"/>
              <a:gd name="connsiteX15" fmla="*/ 492981 w 2790908"/>
              <a:gd name="connsiteY15" fmla="*/ 726072 h 791794"/>
              <a:gd name="connsiteX16" fmla="*/ 508884 w 2790908"/>
              <a:gd name="connsiteY16" fmla="*/ 702218 h 791794"/>
              <a:gd name="connsiteX17" fmla="*/ 516835 w 2790908"/>
              <a:gd name="connsiteY17" fmla="*/ 678365 h 791794"/>
              <a:gd name="connsiteX18" fmla="*/ 540689 w 2790908"/>
              <a:gd name="connsiteY18" fmla="*/ 670413 h 791794"/>
              <a:gd name="connsiteX19" fmla="*/ 564543 w 2790908"/>
              <a:gd name="connsiteY19" fmla="*/ 654511 h 791794"/>
              <a:gd name="connsiteX20" fmla="*/ 572494 w 2790908"/>
              <a:gd name="connsiteY20" fmla="*/ 519338 h 791794"/>
              <a:gd name="connsiteX21" fmla="*/ 588397 w 2790908"/>
              <a:gd name="connsiteY21" fmla="*/ 495485 h 791794"/>
              <a:gd name="connsiteX22" fmla="*/ 596348 w 2790908"/>
              <a:gd name="connsiteY22" fmla="*/ 463679 h 791794"/>
              <a:gd name="connsiteX23" fmla="*/ 588397 w 2790908"/>
              <a:gd name="connsiteY23" fmla="*/ 241043 h 791794"/>
              <a:gd name="connsiteX24" fmla="*/ 604300 w 2790908"/>
              <a:gd name="connsiteY24" fmla="*/ 217189 h 791794"/>
              <a:gd name="connsiteX25" fmla="*/ 620202 w 2790908"/>
              <a:gd name="connsiteY25" fmla="*/ 145627 h 791794"/>
              <a:gd name="connsiteX26" fmla="*/ 644056 w 2790908"/>
              <a:gd name="connsiteY26" fmla="*/ 82017 h 791794"/>
              <a:gd name="connsiteX27" fmla="*/ 667910 w 2790908"/>
              <a:gd name="connsiteY27" fmla="*/ 66114 h 791794"/>
              <a:gd name="connsiteX28" fmla="*/ 707667 w 2790908"/>
              <a:gd name="connsiteY28" fmla="*/ 105871 h 791794"/>
              <a:gd name="connsiteX29" fmla="*/ 723569 w 2790908"/>
              <a:gd name="connsiteY29" fmla="*/ 129725 h 791794"/>
              <a:gd name="connsiteX30" fmla="*/ 755374 w 2790908"/>
              <a:gd name="connsiteY30" fmla="*/ 177432 h 791794"/>
              <a:gd name="connsiteX31" fmla="*/ 779228 w 2790908"/>
              <a:gd name="connsiteY31" fmla="*/ 161530 h 791794"/>
              <a:gd name="connsiteX32" fmla="*/ 818985 w 2790908"/>
              <a:gd name="connsiteY32" fmla="*/ 129725 h 791794"/>
              <a:gd name="connsiteX33" fmla="*/ 842839 w 2790908"/>
              <a:gd name="connsiteY33" fmla="*/ 145627 h 791794"/>
              <a:gd name="connsiteX34" fmla="*/ 874644 w 2790908"/>
              <a:gd name="connsiteY34" fmla="*/ 137676 h 791794"/>
              <a:gd name="connsiteX35" fmla="*/ 906449 w 2790908"/>
              <a:gd name="connsiteY35" fmla="*/ 161530 h 791794"/>
              <a:gd name="connsiteX36" fmla="*/ 938254 w 2790908"/>
              <a:gd name="connsiteY36" fmla="*/ 113822 h 791794"/>
              <a:gd name="connsiteX37" fmla="*/ 946206 w 2790908"/>
              <a:gd name="connsiteY37" fmla="*/ 137676 h 791794"/>
              <a:gd name="connsiteX38" fmla="*/ 970060 w 2790908"/>
              <a:gd name="connsiteY38" fmla="*/ 74065 h 791794"/>
              <a:gd name="connsiteX39" fmla="*/ 985962 w 2790908"/>
              <a:gd name="connsiteY39" fmla="*/ 137676 h 791794"/>
              <a:gd name="connsiteX40" fmla="*/ 993914 w 2790908"/>
              <a:gd name="connsiteY40" fmla="*/ 193335 h 791794"/>
              <a:gd name="connsiteX41" fmla="*/ 1009816 w 2790908"/>
              <a:gd name="connsiteY41" fmla="*/ 241043 h 791794"/>
              <a:gd name="connsiteX42" fmla="*/ 1017767 w 2790908"/>
              <a:gd name="connsiteY42" fmla="*/ 209238 h 791794"/>
              <a:gd name="connsiteX43" fmla="*/ 1033670 w 2790908"/>
              <a:gd name="connsiteY43" fmla="*/ 185384 h 791794"/>
              <a:gd name="connsiteX44" fmla="*/ 1041621 w 2790908"/>
              <a:gd name="connsiteY44" fmla="*/ 161530 h 791794"/>
              <a:gd name="connsiteX45" fmla="*/ 1073427 w 2790908"/>
              <a:gd name="connsiteY45" fmla="*/ 209238 h 791794"/>
              <a:gd name="connsiteX46" fmla="*/ 1081378 w 2790908"/>
              <a:gd name="connsiteY46" fmla="*/ 248994 h 791794"/>
              <a:gd name="connsiteX47" fmla="*/ 1097280 w 2790908"/>
              <a:gd name="connsiteY47" fmla="*/ 392118 h 791794"/>
              <a:gd name="connsiteX48" fmla="*/ 1105232 w 2790908"/>
              <a:gd name="connsiteY48" fmla="*/ 415972 h 791794"/>
              <a:gd name="connsiteX49" fmla="*/ 1113183 w 2790908"/>
              <a:gd name="connsiteY49" fmla="*/ 447777 h 791794"/>
              <a:gd name="connsiteX50" fmla="*/ 1129086 w 2790908"/>
              <a:gd name="connsiteY50" fmla="*/ 471631 h 791794"/>
              <a:gd name="connsiteX51" fmla="*/ 1137037 w 2790908"/>
              <a:gd name="connsiteY51" fmla="*/ 590900 h 791794"/>
              <a:gd name="connsiteX52" fmla="*/ 1144988 w 2790908"/>
              <a:gd name="connsiteY52" fmla="*/ 630657 h 791794"/>
              <a:gd name="connsiteX53" fmla="*/ 1152940 w 2790908"/>
              <a:gd name="connsiteY53" fmla="*/ 773780 h 791794"/>
              <a:gd name="connsiteX54" fmla="*/ 1176794 w 2790908"/>
              <a:gd name="connsiteY54" fmla="*/ 765829 h 791794"/>
              <a:gd name="connsiteX55" fmla="*/ 1192696 w 2790908"/>
              <a:gd name="connsiteY55" fmla="*/ 678365 h 791794"/>
              <a:gd name="connsiteX56" fmla="*/ 1200647 w 2790908"/>
              <a:gd name="connsiteY56" fmla="*/ 646559 h 791794"/>
              <a:gd name="connsiteX57" fmla="*/ 1208599 w 2790908"/>
              <a:gd name="connsiteY57" fmla="*/ 670413 h 791794"/>
              <a:gd name="connsiteX58" fmla="*/ 1224501 w 2790908"/>
              <a:gd name="connsiteY58" fmla="*/ 710170 h 791794"/>
              <a:gd name="connsiteX59" fmla="*/ 1240404 w 2790908"/>
              <a:gd name="connsiteY59" fmla="*/ 686316 h 791794"/>
              <a:gd name="connsiteX60" fmla="*/ 1248355 w 2790908"/>
              <a:gd name="connsiteY60" fmla="*/ 654511 h 791794"/>
              <a:gd name="connsiteX61" fmla="*/ 1272209 w 2790908"/>
              <a:gd name="connsiteY61" fmla="*/ 670413 h 791794"/>
              <a:gd name="connsiteX62" fmla="*/ 1280160 w 2790908"/>
              <a:gd name="connsiteY62" fmla="*/ 702218 h 791794"/>
              <a:gd name="connsiteX63" fmla="*/ 1288112 w 2790908"/>
              <a:gd name="connsiteY63" fmla="*/ 678365 h 791794"/>
              <a:gd name="connsiteX64" fmla="*/ 1296063 w 2790908"/>
              <a:gd name="connsiteY64" fmla="*/ 702218 h 791794"/>
              <a:gd name="connsiteX65" fmla="*/ 1311966 w 2790908"/>
              <a:gd name="connsiteY65" fmla="*/ 734024 h 791794"/>
              <a:gd name="connsiteX66" fmla="*/ 1327868 w 2790908"/>
              <a:gd name="connsiteY66" fmla="*/ 710170 h 791794"/>
              <a:gd name="connsiteX67" fmla="*/ 1335820 w 2790908"/>
              <a:gd name="connsiteY67" fmla="*/ 670413 h 791794"/>
              <a:gd name="connsiteX68" fmla="*/ 1359674 w 2790908"/>
              <a:gd name="connsiteY68" fmla="*/ 718121 h 791794"/>
              <a:gd name="connsiteX69" fmla="*/ 1391479 w 2790908"/>
              <a:gd name="connsiteY69" fmla="*/ 670413 h 791794"/>
              <a:gd name="connsiteX70" fmla="*/ 1415333 w 2790908"/>
              <a:gd name="connsiteY70" fmla="*/ 702218 h 791794"/>
              <a:gd name="connsiteX71" fmla="*/ 1423284 w 2790908"/>
              <a:gd name="connsiteY71" fmla="*/ 662462 h 791794"/>
              <a:gd name="connsiteX72" fmla="*/ 1447138 w 2790908"/>
              <a:gd name="connsiteY72" fmla="*/ 654511 h 791794"/>
              <a:gd name="connsiteX73" fmla="*/ 1455089 w 2790908"/>
              <a:gd name="connsiteY73" fmla="*/ 702218 h 791794"/>
              <a:gd name="connsiteX74" fmla="*/ 1463040 w 2790908"/>
              <a:gd name="connsiteY74" fmla="*/ 678365 h 791794"/>
              <a:gd name="connsiteX75" fmla="*/ 1494846 w 2790908"/>
              <a:gd name="connsiteY75" fmla="*/ 694267 h 791794"/>
              <a:gd name="connsiteX76" fmla="*/ 1502797 w 2790908"/>
              <a:gd name="connsiteY76" fmla="*/ 598852 h 791794"/>
              <a:gd name="connsiteX77" fmla="*/ 1534602 w 2790908"/>
              <a:gd name="connsiteY77" fmla="*/ 686316 h 791794"/>
              <a:gd name="connsiteX78" fmla="*/ 1550505 w 2790908"/>
              <a:gd name="connsiteY78" fmla="*/ 710170 h 791794"/>
              <a:gd name="connsiteX79" fmla="*/ 1606164 w 2790908"/>
              <a:gd name="connsiteY79" fmla="*/ 686316 h 791794"/>
              <a:gd name="connsiteX80" fmla="*/ 1653872 w 2790908"/>
              <a:gd name="connsiteY80" fmla="*/ 678365 h 791794"/>
              <a:gd name="connsiteX81" fmla="*/ 1669774 w 2790908"/>
              <a:gd name="connsiteY81" fmla="*/ 622705 h 791794"/>
              <a:gd name="connsiteX82" fmla="*/ 1685677 w 2790908"/>
              <a:gd name="connsiteY82" fmla="*/ 479582 h 791794"/>
              <a:gd name="connsiteX83" fmla="*/ 1701580 w 2790908"/>
              <a:gd name="connsiteY83" fmla="*/ 431874 h 791794"/>
              <a:gd name="connsiteX84" fmla="*/ 1709531 w 2790908"/>
              <a:gd name="connsiteY84" fmla="*/ 288751 h 791794"/>
              <a:gd name="connsiteX85" fmla="*/ 1765190 w 2790908"/>
              <a:gd name="connsiteY85" fmla="*/ 336458 h 791794"/>
              <a:gd name="connsiteX86" fmla="*/ 1749287 w 2790908"/>
              <a:gd name="connsiteY86" fmla="*/ 201286 h 791794"/>
              <a:gd name="connsiteX87" fmla="*/ 1757239 w 2790908"/>
              <a:gd name="connsiteY87" fmla="*/ 113822 h 791794"/>
              <a:gd name="connsiteX88" fmla="*/ 1765190 w 2790908"/>
              <a:gd name="connsiteY88" fmla="*/ 66114 h 791794"/>
              <a:gd name="connsiteX89" fmla="*/ 1804947 w 2790908"/>
              <a:gd name="connsiteY89" fmla="*/ 89968 h 791794"/>
              <a:gd name="connsiteX90" fmla="*/ 1812898 w 2790908"/>
              <a:gd name="connsiteY90" fmla="*/ 137676 h 791794"/>
              <a:gd name="connsiteX91" fmla="*/ 1828800 w 2790908"/>
              <a:gd name="connsiteY91" fmla="*/ 264897 h 791794"/>
              <a:gd name="connsiteX92" fmla="*/ 1852654 w 2790908"/>
              <a:gd name="connsiteY92" fmla="*/ 256945 h 791794"/>
              <a:gd name="connsiteX93" fmla="*/ 1860606 w 2790908"/>
              <a:gd name="connsiteY93" fmla="*/ 233092 h 791794"/>
              <a:gd name="connsiteX94" fmla="*/ 1876508 w 2790908"/>
              <a:gd name="connsiteY94" fmla="*/ 209238 h 791794"/>
              <a:gd name="connsiteX95" fmla="*/ 1884460 w 2790908"/>
              <a:gd name="connsiteY95" fmla="*/ 177432 h 791794"/>
              <a:gd name="connsiteX96" fmla="*/ 1900362 w 2790908"/>
              <a:gd name="connsiteY96" fmla="*/ 129725 h 791794"/>
              <a:gd name="connsiteX97" fmla="*/ 1924216 w 2790908"/>
              <a:gd name="connsiteY97" fmla="*/ 153578 h 791794"/>
              <a:gd name="connsiteX98" fmla="*/ 1932167 w 2790908"/>
              <a:gd name="connsiteY98" fmla="*/ 177432 h 791794"/>
              <a:gd name="connsiteX99" fmla="*/ 1979875 w 2790908"/>
              <a:gd name="connsiteY99" fmla="*/ 161530 h 791794"/>
              <a:gd name="connsiteX100" fmla="*/ 1988228 w 2790908"/>
              <a:gd name="connsiteY100" fmla="*/ 4171 h 791794"/>
              <a:gd name="connsiteX101" fmla="*/ 1989578 w 2790908"/>
              <a:gd name="connsiteY101" fmla="*/ 58163 h 791794"/>
              <a:gd name="connsiteX102" fmla="*/ 1995778 w 2790908"/>
              <a:gd name="connsiteY102" fmla="*/ 193335 h 791794"/>
              <a:gd name="connsiteX103" fmla="*/ 2003729 w 2790908"/>
              <a:gd name="connsiteY103" fmla="*/ 256945 h 791794"/>
              <a:gd name="connsiteX104" fmla="*/ 2019632 w 2790908"/>
              <a:gd name="connsiteY104" fmla="*/ 304653 h 791794"/>
              <a:gd name="connsiteX105" fmla="*/ 2035534 w 2790908"/>
              <a:gd name="connsiteY105" fmla="*/ 201286 h 791794"/>
              <a:gd name="connsiteX106" fmla="*/ 2043486 w 2790908"/>
              <a:gd name="connsiteY106" fmla="*/ 145627 h 791794"/>
              <a:gd name="connsiteX107" fmla="*/ 2059388 w 2790908"/>
              <a:gd name="connsiteY107" fmla="*/ 177432 h 791794"/>
              <a:gd name="connsiteX108" fmla="*/ 2122999 w 2790908"/>
              <a:gd name="connsiteY108" fmla="*/ 177432 h 791794"/>
              <a:gd name="connsiteX109" fmla="*/ 2146853 w 2790908"/>
              <a:gd name="connsiteY109" fmla="*/ 185384 h 791794"/>
              <a:gd name="connsiteX110" fmla="*/ 2178658 w 2790908"/>
              <a:gd name="connsiteY110" fmla="*/ 169481 h 791794"/>
              <a:gd name="connsiteX111" fmla="*/ 2194560 w 2790908"/>
              <a:gd name="connsiteY111" fmla="*/ 201286 h 791794"/>
              <a:gd name="connsiteX112" fmla="*/ 2210463 w 2790908"/>
              <a:gd name="connsiteY112" fmla="*/ 225140 h 791794"/>
              <a:gd name="connsiteX113" fmla="*/ 2218414 w 2790908"/>
              <a:gd name="connsiteY113" fmla="*/ 256945 h 791794"/>
              <a:gd name="connsiteX114" fmla="*/ 2234317 w 2790908"/>
              <a:gd name="connsiteY114" fmla="*/ 288751 h 791794"/>
              <a:gd name="connsiteX115" fmla="*/ 2242268 w 2790908"/>
              <a:gd name="connsiteY115" fmla="*/ 352361 h 791794"/>
              <a:gd name="connsiteX116" fmla="*/ 2250220 w 2790908"/>
              <a:gd name="connsiteY116" fmla="*/ 392118 h 791794"/>
              <a:gd name="connsiteX117" fmla="*/ 2258171 w 2790908"/>
              <a:gd name="connsiteY117" fmla="*/ 479582 h 791794"/>
              <a:gd name="connsiteX118" fmla="*/ 2266122 w 2790908"/>
              <a:gd name="connsiteY118" fmla="*/ 519338 h 791794"/>
              <a:gd name="connsiteX119" fmla="*/ 2274074 w 2790908"/>
              <a:gd name="connsiteY119" fmla="*/ 590900 h 791794"/>
              <a:gd name="connsiteX120" fmla="*/ 2289976 w 2790908"/>
              <a:gd name="connsiteY120" fmla="*/ 622705 h 791794"/>
              <a:gd name="connsiteX121" fmla="*/ 2297927 w 2790908"/>
              <a:gd name="connsiteY121" fmla="*/ 646559 h 791794"/>
              <a:gd name="connsiteX122" fmla="*/ 2313830 w 2790908"/>
              <a:gd name="connsiteY122" fmla="*/ 749926 h 791794"/>
              <a:gd name="connsiteX123" fmla="*/ 2321781 w 2790908"/>
              <a:gd name="connsiteY123" fmla="*/ 789683 h 791794"/>
              <a:gd name="connsiteX124" fmla="*/ 2353587 w 2790908"/>
              <a:gd name="connsiteY124" fmla="*/ 781732 h 791794"/>
              <a:gd name="connsiteX125" fmla="*/ 2401294 w 2790908"/>
              <a:gd name="connsiteY125" fmla="*/ 765829 h 791794"/>
              <a:gd name="connsiteX126" fmla="*/ 2409246 w 2790908"/>
              <a:gd name="connsiteY126" fmla="*/ 741975 h 791794"/>
              <a:gd name="connsiteX127" fmla="*/ 2417197 w 2790908"/>
              <a:gd name="connsiteY127" fmla="*/ 710170 h 791794"/>
              <a:gd name="connsiteX128" fmla="*/ 2472856 w 2790908"/>
              <a:gd name="connsiteY128" fmla="*/ 638608 h 791794"/>
              <a:gd name="connsiteX129" fmla="*/ 2496710 w 2790908"/>
              <a:gd name="connsiteY129" fmla="*/ 590900 h 791794"/>
              <a:gd name="connsiteX130" fmla="*/ 2512613 w 2790908"/>
              <a:gd name="connsiteY130" fmla="*/ 622705 h 791794"/>
              <a:gd name="connsiteX131" fmla="*/ 2520564 w 2790908"/>
              <a:gd name="connsiteY131" fmla="*/ 694267 h 791794"/>
              <a:gd name="connsiteX132" fmla="*/ 2528515 w 2790908"/>
              <a:gd name="connsiteY132" fmla="*/ 670413 h 791794"/>
              <a:gd name="connsiteX133" fmla="*/ 2544418 w 2790908"/>
              <a:gd name="connsiteY133" fmla="*/ 646559 h 791794"/>
              <a:gd name="connsiteX134" fmla="*/ 2568272 w 2790908"/>
              <a:gd name="connsiteY134" fmla="*/ 662462 h 791794"/>
              <a:gd name="connsiteX135" fmla="*/ 2600077 w 2790908"/>
              <a:gd name="connsiteY135" fmla="*/ 670413 h 791794"/>
              <a:gd name="connsiteX136" fmla="*/ 2623931 w 2790908"/>
              <a:gd name="connsiteY136" fmla="*/ 678365 h 791794"/>
              <a:gd name="connsiteX137" fmla="*/ 2655736 w 2790908"/>
              <a:gd name="connsiteY137" fmla="*/ 670413 h 791794"/>
              <a:gd name="connsiteX138" fmla="*/ 2671639 w 2790908"/>
              <a:gd name="connsiteY138" fmla="*/ 638608 h 791794"/>
              <a:gd name="connsiteX139" fmla="*/ 2695493 w 2790908"/>
              <a:gd name="connsiteY139" fmla="*/ 662462 h 791794"/>
              <a:gd name="connsiteX140" fmla="*/ 2743200 w 2790908"/>
              <a:gd name="connsiteY140" fmla="*/ 670413 h 791794"/>
              <a:gd name="connsiteX141" fmla="*/ 2790908 w 2790908"/>
              <a:gd name="connsiteY141" fmla="*/ 686316 h 791794"/>
              <a:gd name="connsiteX0" fmla="*/ 0 w 2790908"/>
              <a:gd name="connsiteY0" fmla="*/ 670413 h 791794"/>
              <a:gd name="connsiteX1" fmla="*/ 47708 w 2790908"/>
              <a:gd name="connsiteY1" fmla="*/ 662462 h 791794"/>
              <a:gd name="connsiteX2" fmla="*/ 55660 w 2790908"/>
              <a:gd name="connsiteY2" fmla="*/ 686316 h 791794"/>
              <a:gd name="connsiteX3" fmla="*/ 87465 w 2790908"/>
              <a:gd name="connsiteY3" fmla="*/ 678365 h 791794"/>
              <a:gd name="connsiteX4" fmla="*/ 111319 w 2790908"/>
              <a:gd name="connsiteY4" fmla="*/ 662462 h 791794"/>
              <a:gd name="connsiteX5" fmla="*/ 174929 w 2790908"/>
              <a:gd name="connsiteY5" fmla="*/ 678365 h 791794"/>
              <a:gd name="connsiteX6" fmla="*/ 206734 w 2790908"/>
              <a:gd name="connsiteY6" fmla="*/ 686316 h 791794"/>
              <a:gd name="connsiteX7" fmla="*/ 238540 w 2790908"/>
              <a:gd name="connsiteY7" fmla="*/ 694267 h 791794"/>
              <a:gd name="connsiteX8" fmla="*/ 262394 w 2790908"/>
              <a:gd name="connsiteY8" fmla="*/ 694267 h 791794"/>
              <a:gd name="connsiteX9" fmla="*/ 286247 w 2790908"/>
              <a:gd name="connsiteY9" fmla="*/ 702218 h 791794"/>
              <a:gd name="connsiteX10" fmla="*/ 310101 w 2790908"/>
              <a:gd name="connsiteY10" fmla="*/ 694267 h 791794"/>
              <a:gd name="connsiteX11" fmla="*/ 349858 w 2790908"/>
              <a:gd name="connsiteY11" fmla="*/ 670413 h 791794"/>
              <a:gd name="connsiteX12" fmla="*/ 405517 w 2790908"/>
              <a:gd name="connsiteY12" fmla="*/ 702218 h 791794"/>
              <a:gd name="connsiteX13" fmla="*/ 413468 w 2790908"/>
              <a:gd name="connsiteY13" fmla="*/ 678365 h 791794"/>
              <a:gd name="connsiteX14" fmla="*/ 461176 w 2790908"/>
              <a:gd name="connsiteY14" fmla="*/ 686316 h 791794"/>
              <a:gd name="connsiteX15" fmla="*/ 492981 w 2790908"/>
              <a:gd name="connsiteY15" fmla="*/ 726072 h 791794"/>
              <a:gd name="connsiteX16" fmla="*/ 508884 w 2790908"/>
              <a:gd name="connsiteY16" fmla="*/ 702218 h 791794"/>
              <a:gd name="connsiteX17" fmla="*/ 516835 w 2790908"/>
              <a:gd name="connsiteY17" fmla="*/ 678365 h 791794"/>
              <a:gd name="connsiteX18" fmla="*/ 540689 w 2790908"/>
              <a:gd name="connsiteY18" fmla="*/ 670413 h 791794"/>
              <a:gd name="connsiteX19" fmla="*/ 564543 w 2790908"/>
              <a:gd name="connsiteY19" fmla="*/ 654511 h 791794"/>
              <a:gd name="connsiteX20" fmla="*/ 572494 w 2790908"/>
              <a:gd name="connsiteY20" fmla="*/ 519338 h 791794"/>
              <a:gd name="connsiteX21" fmla="*/ 588397 w 2790908"/>
              <a:gd name="connsiteY21" fmla="*/ 495485 h 791794"/>
              <a:gd name="connsiteX22" fmla="*/ 596348 w 2790908"/>
              <a:gd name="connsiteY22" fmla="*/ 463679 h 791794"/>
              <a:gd name="connsiteX23" fmla="*/ 588397 w 2790908"/>
              <a:gd name="connsiteY23" fmla="*/ 241043 h 791794"/>
              <a:gd name="connsiteX24" fmla="*/ 604300 w 2790908"/>
              <a:gd name="connsiteY24" fmla="*/ 217189 h 791794"/>
              <a:gd name="connsiteX25" fmla="*/ 620202 w 2790908"/>
              <a:gd name="connsiteY25" fmla="*/ 145627 h 791794"/>
              <a:gd name="connsiteX26" fmla="*/ 644056 w 2790908"/>
              <a:gd name="connsiteY26" fmla="*/ 82017 h 791794"/>
              <a:gd name="connsiteX27" fmla="*/ 667910 w 2790908"/>
              <a:gd name="connsiteY27" fmla="*/ 66114 h 791794"/>
              <a:gd name="connsiteX28" fmla="*/ 707667 w 2790908"/>
              <a:gd name="connsiteY28" fmla="*/ 105871 h 791794"/>
              <a:gd name="connsiteX29" fmla="*/ 723569 w 2790908"/>
              <a:gd name="connsiteY29" fmla="*/ 129725 h 791794"/>
              <a:gd name="connsiteX30" fmla="*/ 755374 w 2790908"/>
              <a:gd name="connsiteY30" fmla="*/ 177432 h 791794"/>
              <a:gd name="connsiteX31" fmla="*/ 779228 w 2790908"/>
              <a:gd name="connsiteY31" fmla="*/ 161530 h 791794"/>
              <a:gd name="connsiteX32" fmla="*/ 818985 w 2790908"/>
              <a:gd name="connsiteY32" fmla="*/ 129725 h 791794"/>
              <a:gd name="connsiteX33" fmla="*/ 842839 w 2790908"/>
              <a:gd name="connsiteY33" fmla="*/ 145627 h 791794"/>
              <a:gd name="connsiteX34" fmla="*/ 874644 w 2790908"/>
              <a:gd name="connsiteY34" fmla="*/ 137676 h 791794"/>
              <a:gd name="connsiteX35" fmla="*/ 906449 w 2790908"/>
              <a:gd name="connsiteY35" fmla="*/ 161530 h 791794"/>
              <a:gd name="connsiteX36" fmla="*/ 938254 w 2790908"/>
              <a:gd name="connsiteY36" fmla="*/ 113822 h 791794"/>
              <a:gd name="connsiteX37" fmla="*/ 946206 w 2790908"/>
              <a:gd name="connsiteY37" fmla="*/ 137676 h 791794"/>
              <a:gd name="connsiteX38" fmla="*/ 970060 w 2790908"/>
              <a:gd name="connsiteY38" fmla="*/ 74065 h 791794"/>
              <a:gd name="connsiteX39" fmla="*/ 985962 w 2790908"/>
              <a:gd name="connsiteY39" fmla="*/ 137676 h 791794"/>
              <a:gd name="connsiteX40" fmla="*/ 993914 w 2790908"/>
              <a:gd name="connsiteY40" fmla="*/ 193335 h 791794"/>
              <a:gd name="connsiteX41" fmla="*/ 1009816 w 2790908"/>
              <a:gd name="connsiteY41" fmla="*/ 241043 h 791794"/>
              <a:gd name="connsiteX42" fmla="*/ 1017767 w 2790908"/>
              <a:gd name="connsiteY42" fmla="*/ 209238 h 791794"/>
              <a:gd name="connsiteX43" fmla="*/ 1033670 w 2790908"/>
              <a:gd name="connsiteY43" fmla="*/ 185384 h 791794"/>
              <a:gd name="connsiteX44" fmla="*/ 1041621 w 2790908"/>
              <a:gd name="connsiteY44" fmla="*/ 161530 h 791794"/>
              <a:gd name="connsiteX45" fmla="*/ 1073427 w 2790908"/>
              <a:gd name="connsiteY45" fmla="*/ 209238 h 791794"/>
              <a:gd name="connsiteX46" fmla="*/ 1081378 w 2790908"/>
              <a:gd name="connsiteY46" fmla="*/ 248994 h 791794"/>
              <a:gd name="connsiteX47" fmla="*/ 1097280 w 2790908"/>
              <a:gd name="connsiteY47" fmla="*/ 392118 h 791794"/>
              <a:gd name="connsiteX48" fmla="*/ 1105232 w 2790908"/>
              <a:gd name="connsiteY48" fmla="*/ 415972 h 791794"/>
              <a:gd name="connsiteX49" fmla="*/ 1113183 w 2790908"/>
              <a:gd name="connsiteY49" fmla="*/ 447777 h 791794"/>
              <a:gd name="connsiteX50" fmla="*/ 1129086 w 2790908"/>
              <a:gd name="connsiteY50" fmla="*/ 471631 h 791794"/>
              <a:gd name="connsiteX51" fmla="*/ 1137037 w 2790908"/>
              <a:gd name="connsiteY51" fmla="*/ 590900 h 791794"/>
              <a:gd name="connsiteX52" fmla="*/ 1144988 w 2790908"/>
              <a:gd name="connsiteY52" fmla="*/ 630657 h 791794"/>
              <a:gd name="connsiteX53" fmla="*/ 1152940 w 2790908"/>
              <a:gd name="connsiteY53" fmla="*/ 773780 h 791794"/>
              <a:gd name="connsiteX54" fmla="*/ 1176794 w 2790908"/>
              <a:gd name="connsiteY54" fmla="*/ 765829 h 791794"/>
              <a:gd name="connsiteX55" fmla="*/ 1192696 w 2790908"/>
              <a:gd name="connsiteY55" fmla="*/ 678365 h 791794"/>
              <a:gd name="connsiteX56" fmla="*/ 1200647 w 2790908"/>
              <a:gd name="connsiteY56" fmla="*/ 646559 h 791794"/>
              <a:gd name="connsiteX57" fmla="*/ 1208599 w 2790908"/>
              <a:gd name="connsiteY57" fmla="*/ 670413 h 791794"/>
              <a:gd name="connsiteX58" fmla="*/ 1224501 w 2790908"/>
              <a:gd name="connsiteY58" fmla="*/ 710170 h 791794"/>
              <a:gd name="connsiteX59" fmla="*/ 1240404 w 2790908"/>
              <a:gd name="connsiteY59" fmla="*/ 686316 h 791794"/>
              <a:gd name="connsiteX60" fmla="*/ 1248355 w 2790908"/>
              <a:gd name="connsiteY60" fmla="*/ 654511 h 791794"/>
              <a:gd name="connsiteX61" fmla="*/ 1272209 w 2790908"/>
              <a:gd name="connsiteY61" fmla="*/ 670413 h 791794"/>
              <a:gd name="connsiteX62" fmla="*/ 1280160 w 2790908"/>
              <a:gd name="connsiteY62" fmla="*/ 702218 h 791794"/>
              <a:gd name="connsiteX63" fmla="*/ 1288112 w 2790908"/>
              <a:gd name="connsiteY63" fmla="*/ 678365 h 791794"/>
              <a:gd name="connsiteX64" fmla="*/ 1296063 w 2790908"/>
              <a:gd name="connsiteY64" fmla="*/ 702218 h 791794"/>
              <a:gd name="connsiteX65" fmla="*/ 1311966 w 2790908"/>
              <a:gd name="connsiteY65" fmla="*/ 734024 h 791794"/>
              <a:gd name="connsiteX66" fmla="*/ 1327868 w 2790908"/>
              <a:gd name="connsiteY66" fmla="*/ 710170 h 791794"/>
              <a:gd name="connsiteX67" fmla="*/ 1335820 w 2790908"/>
              <a:gd name="connsiteY67" fmla="*/ 670413 h 791794"/>
              <a:gd name="connsiteX68" fmla="*/ 1359674 w 2790908"/>
              <a:gd name="connsiteY68" fmla="*/ 718121 h 791794"/>
              <a:gd name="connsiteX69" fmla="*/ 1391479 w 2790908"/>
              <a:gd name="connsiteY69" fmla="*/ 670413 h 791794"/>
              <a:gd name="connsiteX70" fmla="*/ 1415333 w 2790908"/>
              <a:gd name="connsiteY70" fmla="*/ 702218 h 791794"/>
              <a:gd name="connsiteX71" fmla="*/ 1423284 w 2790908"/>
              <a:gd name="connsiteY71" fmla="*/ 662462 h 791794"/>
              <a:gd name="connsiteX72" fmla="*/ 1447138 w 2790908"/>
              <a:gd name="connsiteY72" fmla="*/ 654511 h 791794"/>
              <a:gd name="connsiteX73" fmla="*/ 1455089 w 2790908"/>
              <a:gd name="connsiteY73" fmla="*/ 702218 h 791794"/>
              <a:gd name="connsiteX74" fmla="*/ 1463040 w 2790908"/>
              <a:gd name="connsiteY74" fmla="*/ 678365 h 791794"/>
              <a:gd name="connsiteX75" fmla="*/ 1494846 w 2790908"/>
              <a:gd name="connsiteY75" fmla="*/ 694267 h 791794"/>
              <a:gd name="connsiteX76" fmla="*/ 1502797 w 2790908"/>
              <a:gd name="connsiteY76" fmla="*/ 598852 h 791794"/>
              <a:gd name="connsiteX77" fmla="*/ 1534602 w 2790908"/>
              <a:gd name="connsiteY77" fmla="*/ 686316 h 791794"/>
              <a:gd name="connsiteX78" fmla="*/ 1550505 w 2790908"/>
              <a:gd name="connsiteY78" fmla="*/ 710170 h 791794"/>
              <a:gd name="connsiteX79" fmla="*/ 1606164 w 2790908"/>
              <a:gd name="connsiteY79" fmla="*/ 686316 h 791794"/>
              <a:gd name="connsiteX80" fmla="*/ 1653872 w 2790908"/>
              <a:gd name="connsiteY80" fmla="*/ 678365 h 791794"/>
              <a:gd name="connsiteX81" fmla="*/ 1669774 w 2790908"/>
              <a:gd name="connsiteY81" fmla="*/ 622705 h 791794"/>
              <a:gd name="connsiteX82" fmla="*/ 1685677 w 2790908"/>
              <a:gd name="connsiteY82" fmla="*/ 479582 h 791794"/>
              <a:gd name="connsiteX83" fmla="*/ 1701580 w 2790908"/>
              <a:gd name="connsiteY83" fmla="*/ 431874 h 791794"/>
              <a:gd name="connsiteX84" fmla="*/ 1709531 w 2790908"/>
              <a:gd name="connsiteY84" fmla="*/ 288751 h 791794"/>
              <a:gd name="connsiteX85" fmla="*/ 1765190 w 2790908"/>
              <a:gd name="connsiteY85" fmla="*/ 336458 h 791794"/>
              <a:gd name="connsiteX86" fmla="*/ 1758990 w 2790908"/>
              <a:gd name="connsiteY86" fmla="*/ 216996 h 791794"/>
              <a:gd name="connsiteX87" fmla="*/ 1757239 w 2790908"/>
              <a:gd name="connsiteY87" fmla="*/ 113822 h 791794"/>
              <a:gd name="connsiteX88" fmla="*/ 1765190 w 2790908"/>
              <a:gd name="connsiteY88" fmla="*/ 66114 h 791794"/>
              <a:gd name="connsiteX89" fmla="*/ 1804947 w 2790908"/>
              <a:gd name="connsiteY89" fmla="*/ 89968 h 791794"/>
              <a:gd name="connsiteX90" fmla="*/ 1812898 w 2790908"/>
              <a:gd name="connsiteY90" fmla="*/ 137676 h 791794"/>
              <a:gd name="connsiteX91" fmla="*/ 1828800 w 2790908"/>
              <a:gd name="connsiteY91" fmla="*/ 264897 h 791794"/>
              <a:gd name="connsiteX92" fmla="*/ 1852654 w 2790908"/>
              <a:gd name="connsiteY92" fmla="*/ 256945 h 791794"/>
              <a:gd name="connsiteX93" fmla="*/ 1860606 w 2790908"/>
              <a:gd name="connsiteY93" fmla="*/ 233092 h 791794"/>
              <a:gd name="connsiteX94" fmla="*/ 1876508 w 2790908"/>
              <a:gd name="connsiteY94" fmla="*/ 209238 h 791794"/>
              <a:gd name="connsiteX95" fmla="*/ 1884460 w 2790908"/>
              <a:gd name="connsiteY95" fmla="*/ 177432 h 791794"/>
              <a:gd name="connsiteX96" fmla="*/ 1900362 w 2790908"/>
              <a:gd name="connsiteY96" fmla="*/ 129725 h 791794"/>
              <a:gd name="connsiteX97" fmla="*/ 1924216 w 2790908"/>
              <a:gd name="connsiteY97" fmla="*/ 153578 h 791794"/>
              <a:gd name="connsiteX98" fmla="*/ 1932167 w 2790908"/>
              <a:gd name="connsiteY98" fmla="*/ 177432 h 791794"/>
              <a:gd name="connsiteX99" fmla="*/ 1979875 w 2790908"/>
              <a:gd name="connsiteY99" fmla="*/ 161530 h 791794"/>
              <a:gd name="connsiteX100" fmla="*/ 1988228 w 2790908"/>
              <a:gd name="connsiteY100" fmla="*/ 4171 h 791794"/>
              <a:gd name="connsiteX101" fmla="*/ 1989578 w 2790908"/>
              <a:gd name="connsiteY101" fmla="*/ 58163 h 791794"/>
              <a:gd name="connsiteX102" fmla="*/ 1995778 w 2790908"/>
              <a:gd name="connsiteY102" fmla="*/ 193335 h 791794"/>
              <a:gd name="connsiteX103" fmla="*/ 2003729 w 2790908"/>
              <a:gd name="connsiteY103" fmla="*/ 256945 h 791794"/>
              <a:gd name="connsiteX104" fmla="*/ 2019632 w 2790908"/>
              <a:gd name="connsiteY104" fmla="*/ 304653 h 791794"/>
              <a:gd name="connsiteX105" fmla="*/ 2035534 w 2790908"/>
              <a:gd name="connsiteY105" fmla="*/ 201286 h 791794"/>
              <a:gd name="connsiteX106" fmla="*/ 2043486 w 2790908"/>
              <a:gd name="connsiteY106" fmla="*/ 145627 h 791794"/>
              <a:gd name="connsiteX107" fmla="*/ 2059388 w 2790908"/>
              <a:gd name="connsiteY107" fmla="*/ 177432 h 791794"/>
              <a:gd name="connsiteX108" fmla="*/ 2122999 w 2790908"/>
              <a:gd name="connsiteY108" fmla="*/ 177432 h 791794"/>
              <a:gd name="connsiteX109" fmla="*/ 2146853 w 2790908"/>
              <a:gd name="connsiteY109" fmla="*/ 185384 h 791794"/>
              <a:gd name="connsiteX110" fmla="*/ 2178658 w 2790908"/>
              <a:gd name="connsiteY110" fmla="*/ 169481 h 791794"/>
              <a:gd name="connsiteX111" fmla="*/ 2194560 w 2790908"/>
              <a:gd name="connsiteY111" fmla="*/ 201286 h 791794"/>
              <a:gd name="connsiteX112" fmla="*/ 2210463 w 2790908"/>
              <a:gd name="connsiteY112" fmla="*/ 225140 h 791794"/>
              <a:gd name="connsiteX113" fmla="*/ 2218414 w 2790908"/>
              <a:gd name="connsiteY113" fmla="*/ 256945 h 791794"/>
              <a:gd name="connsiteX114" fmla="*/ 2234317 w 2790908"/>
              <a:gd name="connsiteY114" fmla="*/ 288751 h 791794"/>
              <a:gd name="connsiteX115" fmla="*/ 2242268 w 2790908"/>
              <a:gd name="connsiteY115" fmla="*/ 352361 h 791794"/>
              <a:gd name="connsiteX116" fmla="*/ 2250220 w 2790908"/>
              <a:gd name="connsiteY116" fmla="*/ 392118 h 791794"/>
              <a:gd name="connsiteX117" fmla="*/ 2258171 w 2790908"/>
              <a:gd name="connsiteY117" fmla="*/ 479582 h 791794"/>
              <a:gd name="connsiteX118" fmla="*/ 2266122 w 2790908"/>
              <a:gd name="connsiteY118" fmla="*/ 519338 h 791794"/>
              <a:gd name="connsiteX119" fmla="*/ 2274074 w 2790908"/>
              <a:gd name="connsiteY119" fmla="*/ 590900 h 791794"/>
              <a:gd name="connsiteX120" fmla="*/ 2289976 w 2790908"/>
              <a:gd name="connsiteY120" fmla="*/ 622705 h 791794"/>
              <a:gd name="connsiteX121" fmla="*/ 2297927 w 2790908"/>
              <a:gd name="connsiteY121" fmla="*/ 646559 h 791794"/>
              <a:gd name="connsiteX122" fmla="*/ 2313830 w 2790908"/>
              <a:gd name="connsiteY122" fmla="*/ 749926 h 791794"/>
              <a:gd name="connsiteX123" fmla="*/ 2321781 w 2790908"/>
              <a:gd name="connsiteY123" fmla="*/ 789683 h 791794"/>
              <a:gd name="connsiteX124" fmla="*/ 2353587 w 2790908"/>
              <a:gd name="connsiteY124" fmla="*/ 781732 h 791794"/>
              <a:gd name="connsiteX125" fmla="*/ 2401294 w 2790908"/>
              <a:gd name="connsiteY125" fmla="*/ 765829 h 791794"/>
              <a:gd name="connsiteX126" fmla="*/ 2409246 w 2790908"/>
              <a:gd name="connsiteY126" fmla="*/ 741975 h 791794"/>
              <a:gd name="connsiteX127" fmla="*/ 2417197 w 2790908"/>
              <a:gd name="connsiteY127" fmla="*/ 710170 h 791794"/>
              <a:gd name="connsiteX128" fmla="*/ 2472856 w 2790908"/>
              <a:gd name="connsiteY128" fmla="*/ 638608 h 791794"/>
              <a:gd name="connsiteX129" fmla="*/ 2496710 w 2790908"/>
              <a:gd name="connsiteY129" fmla="*/ 590900 h 791794"/>
              <a:gd name="connsiteX130" fmla="*/ 2512613 w 2790908"/>
              <a:gd name="connsiteY130" fmla="*/ 622705 h 791794"/>
              <a:gd name="connsiteX131" fmla="*/ 2520564 w 2790908"/>
              <a:gd name="connsiteY131" fmla="*/ 694267 h 791794"/>
              <a:gd name="connsiteX132" fmla="*/ 2528515 w 2790908"/>
              <a:gd name="connsiteY132" fmla="*/ 670413 h 791794"/>
              <a:gd name="connsiteX133" fmla="*/ 2544418 w 2790908"/>
              <a:gd name="connsiteY133" fmla="*/ 646559 h 791794"/>
              <a:gd name="connsiteX134" fmla="*/ 2568272 w 2790908"/>
              <a:gd name="connsiteY134" fmla="*/ 662462 h 791794"/>
              <a:gd name="connsiteX135" fmla="*/ 2600077 w 2790908"/>
              <a:gd name="connsiteY135" fmla="*/ 670413 h 791794"/>
              <a:gd name="connsiteX136" fmla="*/ 2623931 w 2790908"/>
              <a:gd name="connsiteY136" fmla="*/ 678365 h 791794"/>
              <a:gd name="connsiteX137" fmla="*/ 2655736 w 2790908"/>
              <a:gd name="connsiteY137" fmla="*/ 670413 h 791794"/>
              <a:gd name="connsiteX138" fmla="*/ 2671639 w 2790908"/>
              <a:gd name="connsiteY138" fmla="*/ 638608 h 791794"/>
              <a:gd name="connsiteX139" fmla="*/ 2695493 w 2790908"/>
              <a:gd name="connsiteY139" fmla="*/ 662462 h 791794"/>
              <a:gd name="connsiteX140" fmla="*/ 2743200 w 2790908"/>
              <a:gd name="connsiteY140" fmla="*/ 670413 h 791794"/>
              <a:gd name="connsiteX141" fmla="*/ 2790908 w 2790908"/>
              <a:gd name="connsiteY141" fmla="*/ 686316 h 791794"/>
              <a:gd name="connsiteX0" fmla="*/ 0 w 2790908"/>
              <a:gd name="connsiteY0" fmla="*/ 670413 h 791794"/>
              <a:gd name="connsiteX1" fmla="*/ 47708 w 2790908"/>
              <a:gd name="connsiteY1" fmla="*/ 662462 h 791794"/>
              <a:gd name="connsiteX2" fmla="*/ 55660 w 2790908"/>
              <a:gd name="connsiteY2" fmla="*/ 686316 h 791794"/>
              <a:gd name="connsiteX3" fmla="*/ 87465 w 2790908"/>
              <a:gd name="connsiteY3" fmla="*/ 678365 h 791794"/>
              <a:gd name="connsiteX4" fmla="*/ 111319 w 2790908"/>
              <a:gd name="connsiteY4" fmla="*/ 662462 h 791794"/>
              <a:gd name="connsiteX5" fmla="*/ 174929 w 2790908"/>
              <a:gd name="connsiteY5" fmla="*/ 678365 h 791794"/>
              <a:gd name="connsiteX6" fmla="*/ 206734 w 2790908"/>
              <a:gd name="connsiteY6" fmla="*/ 686316 h 791794"/>
              <a:gd name="connsiteX7" fmla="*/ 238540 w 2790908"/>
              <a:gd name="connsiteY7" fmla="*/ 694267 h 791794"/>
              <a:gd name="connsiteX8" fmla="*/ 262394 w 2790908"/>
              <a:gd name="connsiteY8" fmla="*/ 694267 h 791794"/>
              <a:gd name="connsiteX9" fmla="*/ 286247 w 2790908"/>
              <a:gd name="connsiteY9" fmla="*/ 702218 h 791794"/>
              <a:gd name="connsiteX10" fmla="*/ 310101 w 2790908"/>
              <a:gd name="connsiteY10" fmla="*/ 694267 h 791794"/>
              <a:gd name="connsiteX11" fmla="*/ 349858 w 2790908"/>
              <a:gd name="connsiteY11" fmla="*/ 670413 h 791794"/>
              <a:gd name="connsiteX12" fmla="*/ 405517 w 2790908"/>
              <a:gd name="connsiteY12" fmla="*/ 702218 h 791794"/>
              <a:gd name="connsiteX13" fmla="*/ 413468 w 2790908"/>
              <a:gd name="connsiteY13" fmla="*/ 678365 h 791794"/>
              <a:gd name="connsiteX14" fmla="*/ 461176 w 2790908"/>
              <a:gd name="connsiteY14" fmla="*/ 686316 h 791794"/>
              <a:gd name="connsiteX15" fmla="*/ 492981 w 2790908"/>
              <a:gd name="connsiteY15" fmla="*/ 726072 h 791794"/>
              <a:gd name="connsiteX16" fmla="*/ 508884 w 2790908"/>
              <a:gd name="connsiteY16" fmla="*/ 702218 h 791794"/>
              <a:gd name="connsiteX17" fmla="*/ 516835 w 2790908"/>
              <a:gd name="connsiteY17" fmla="*/ 678365 h 791794"/>
              <a:gd name="connsiteX18" fmla="*/ 540689 w 2790908"/>
              <a:gd name="connsiteY18" fmla="*/ 670413 h 791794"/>
              <a:gd name="connsiteX19" fmla="*/ 564543 w 2790908"/>
              <a:gd name="connsiteY19" fmla="*/ 654511 h 791794"/>
              <a:gd name="connsiteX20" fmla="*/ 572494 w 2790908"/>
              <a:gd name="connsiteY20" fmla="*/ 519338 h 791794"/>
              <a:gd name="connsiteX21" fmla="*/ 588397 w 2790908"/>
              <a:gd name="connsiteY21" fmla="*/ 495485 h 791794"/>
              <a:gd name="connsiteX22" fmla="*/ 596348 w 2790908"/>
              <a:gd name="connsiteY22" fmla="*/ 463679 h 791794"/>
              <a:gd name="connsiteX23" fmla="*/ 588397 w 2790908"/>
              <a:gd name="connsiteY23" fmla="*/ 241043 h 791794"/>
              <a:gd name="connsiteX24" fmla="*/ 604300 w 2790908"/>
              <a:gd name="connsiteY24" fmla="*/ 217189 h 791794"/>
              <a:gd name="connsiteX25" fmla="*/ 620202 w 2790908"/>
              <a:gd name="connsiteY25" fmla="*/ 145627 h 791794"/>
              <a:gd name="connsiteX26" fmla="*/ 644056 w 2790908"/>
              <a:gd name="connsiteY26" fmla="*/ 82017 h 791794"/>
              <a:gd name="connsiteX27" fmla="*/ 667910 w 2790908"/>
              <a:gd name="connsiteY27" fmla="*/ 66114 h 791794"/>
              <a:gd name="connsiteX28" fmla="*/ 707667 w 2790908"/>
              <a:gd name="connsiteY28" fmla="*/ 105871 h 791794"/>
              <a:gd name="connsiteX29" fmla="*/ 723569 w 2790908"/>
              <a:gd name="connsiteY29" fmla="*/ 129725 h 791794"/>
              <a:gd name="connsiteX30" fmla="*/ 755374 w 2790908"/>
              <a:gd name="connsiteY30" fmla="*/ 177432 h 791794"/>
              <a:gd name="connsiteX31" fmla="*/ 779228 w 2790908"/>
              <a:gd name="connsiteY31" fmla="*/ 161530 h 791794"/>
              <a:gd name="connsiteX32" fmla="*/ 818985 w 2790908"/>
              <a:gd name="connsiteY32" fmla="*/ 129725 h 791794"/>
              <a:gd name="connsiteX33" fmla="*/ 842839 w 2790908"/>
              <a:gd name="connsiteY33" fmla="*/ 145627 h 791794"/>
              <a:gd name="connsiteX34" fmla="*/ 874644 w 2790908"/>
              <a:gd name="connsiteY34" fmla="*/ 137676 h 791794"/>
              <a:gd name="connsiteX35" fmla="*/ 906449 w 2790908"/>
              <a:gd name="connsiteY35" fmla="*/ 161530 h 791794"/>
              <a:gd name="connsiteX36" fmla="*/ 938254 w 2790908"/>
              <a:gd name="connsiteY36" fmla="*/ 113822 h 791794"/>
              <a:gd name="connsiteX37" fmla="*/ 946206 w 2790908"/>
              <a:gd name="connsiteY37" fmla="*/ 137676 h 791794"/>
              <a:gd name="connsiteX38" fmla="*/ 970060 w 2790908"/>
              <a:gd name="connsiteY38" fmla="*/ 74065 h 791794"/>
              <a:gd name="connsiteX39" fmla="*/ 985962 w 2790908"/>
              <a:gd name="connsiteY39" fmla="*/ 137676 h 791794"/>
              <a:gd name="connsiteX40" fmla="*/ 993914 w 2790908"/>
              <a:gd name="connsiteY40" fmla="*/ 193335 h 791794"/>
              <a:gd name="connsiteX41" fmla="*/ 1009816 w 2790908"/>
              <a:gd name="connsiteY41" fmla="*/ 241043 h 791794"/>
              <a:gd name="connsiteX42" fmla="*/ 1017767 w 2790908"/>
              <a:gd name="connsiteY42" fmla="*/ 209238 h 791794"/>
              <a:gd name="connsiteX43" fmla="*/ 1033670 w 2790908"/>
              <a:gd name="connsiteY43" fmla="*/ 185384 h 791794"/>
              <a:gd name="connsiteX44" fmla="*/ 1041621 w 2790908"/>
              <a:gd name="connsiteY44" fmla="*/ 161530 h 791794"/>
              <a:gd name="connsiteX45" fmla="*/ 1073427 w 2790908"/>
              <a:gd name="connsiteY45" fmla="*/ 209238 h 791794"/>
              <a:gd name="connsiteX46" fmla="*/ 1081378 w 2790908"/>
              <a:gd name="connsiteY46" fmla="*/ 248994 h 791794"/>
              <a:gd name="connsiteX47" fmla="*/ 1097280 w 2790908"/>
              <a:gd name="connsiteY47" fmla="*/ 392118 h 791794"/>
              <a:gd name="connsiteX48" fmla="*/ 1105232 w 2790908"/>
              <a:gd name="connsiteY48" fmla="*/ 415972 h 791794"/>
              <a:gd name="connsiteX49" fmla="*/ 1113183 w 2790908"/>
              <a:gd name="connsiteY49" fmla="*/ 447777 h 791794"/>
              <a:gd name="connsiteX50" fmla="*/ 1129086 w 2790908"/>
              <a:gd name="connsiteY50" fmla="*/ 471631 h 791794"/>
              <a:gd name="connsiteX51" fmla="*/ 1137037 w 2790908"/>
              <a:gd name="connsiteY51" fmla="*/ 590900 h 791794"/>
              <a:gd name="connsiteX52" fmla="*/ 1144988 w 2790908"/>
              <a:gd name="connsiteY52" fmla="*/ 630657 h 791794"/>
              <a:gd name="connsiteX53" fmla="*/ 1152940 w 2790908"/>
              <a:gd name="connsiteY53" fmla="*/ 773780 h 791794"/>
              <a:gd name="connsiteX54" fmla="*/ 1176794 w 2790908"/>
              <a:gd name="connsiteY54" fmla="*/ 765829 h 791794"/>
              <a:gd name="connsiteX55" fmla="*/ 1192696 w 2790908"/>
              <a:gd name="connsiteY55" fmla="*/ 678365 h 791794"/>
              <a:gd name="connsiteX56" fmla="*/ 1200647 w 2790908"/>
              <a:gd name="connsiteY56" fmla="*/ 646559 h 791794"/>
              <a:gd name="connsiteX57" fmla="*/ 1208599 w 2790908"/>
              <a:gd name="connsiteY57" fmla="*/ 670413 h 791794"/>
              <a:gd name="connsiteX58" fmla="*/ 1224501 w 2790908"/>
              <a:gd name="connsiteY58" fmla="*/ 710170 h 791794"/>
              <a:gd name="connsiteX59" fmla="*/ 1240404 w 2790908"/>
              <a:gd name="connsiteY59" fmla="*/ 686316 h 791794"/>
              <a:gd name="connsiteX60" fmla="*/ 1248355 w 2790908"/>
              <a:gd name="connsiteY60" fmla="*/ 654511 h 791794"/>
              <a:gd name="connsiteX61" fmla="*/ 1272209 w 2790908"/>
              <a:gd name="connsiteY61" fmla="*/ 670413 h 791794"/>
              <a:gd name="connsiteX62" fmla="*/ 1280160 w 2790908"/>
              <a:gd name="connsiteY62" fmla="*/ 702218 h 791794"/>
              <a:gd name="connsiteX63" fmla="*/ 1288112 w 2790908"/>
              <a:gd name="connsiteY63" fmla="*/ 678365 h 791794"/>
              <a:gd name="connsiteX64" fmla="*/ 1296063 w 2790908"/>
              <a:gd name="connsiteY64" fmla="*/ 702218 h 791794"/>
              <a:gd name="connsiteX65" fmla="*/ 1311966 w 2790908"/>
              <a:gd name="connsiteY65" fmla="*/ 734024 h 791794"/>
              <a:gd name="connsiteX66" fmla="*/ 1327868 w 2790908"/>
              <a:gd name="connsiteY66" fmla="*/ 710170 h 791794"/>
              <a:gd name="connsiteX67" fmla="*/ 1335820 w 2790908"/>
              <a:gd name="connsiteY67" fmla="*/ 670413 h 791794"/>
              <a:gd name="connsiteX68" fmla="*/ 1359674 w 2790908"/>
              <a:gd name="connsiteY68" fmla="*/ 718121 h 791794"/>
              <a:gd name="connsiteX69" fmla="*/ 1391479 w 2790908"/>
              <a:gd name="connsiteY69" fmla="*/ 670413 h 791794"/>
              <a:gd name="connsiteX70" fmla="*/ 1415333 w 2790908"/>
              <a:gd name="connsiteY70" fmla="*/ 702218 h 791794"/>
              <a:gd name="connsiteX71" fmla="*/ 1423284 w 2790908"/>
              <a:gd name="connsiteY71" fmla="*/ 662462 h 791794"/>
              <a:gd name="connsiteX72" fmla="*/ 1447138 w 2790908"/>
              <a:gd name="connsiteY72" fmla="*/ 654511 h 791794"/>
              <a:gd name="connsiteX73" fmla="*/ 1455089 w 2790908"/>
              <a:gd name="connsiteY73" fmla="*/ 702218 h 791794"/>
              <a:gd name="connsiteX74" fmla="*/ 1463040 w 2790908"/>
              <a:gd name="connsiteY74" fmla="*/ 678365 h 791794"/>
              <a:gd name="connsiteX75" fmla="*/ 1494846 w 2790908"/>
              <a:gd name="connsiteY75" fmla="*/ 694267 h 791794"/>
              <a:gd name="connsiteX76" fmla="*/ 1502797 w 2790908"/>
              <a:gd name="connsiteY76" fmla="*/ 598852 h 791794"/>
              <a:gd name="connsiteX77" fmla="*/ 1534602 w 2790908"/>
              <a:gd name="connsiteY77" fmla="*/ 686316 h 791794"/>
              <a:gd name="connsiteX78" fmla="*/ 1550505 w 2790908"/>
              <a:gd name="connsiteY78" fmla="*/ 710170 h 791794"/>
              <a:gd name="connsiteX79" fmla="*/ 1606164 w 2790908"/>
              <a:gd name="connsiteY79" fmla="*/ 686316 h 791794"/>
              <a:gd name="connsiteX80" fmla="*/ 1653872 w 2790908"/>
              <a:gd name="connsiteY80" fmla="*/ 678365 h 791794"/>
              <a:gd name="connsiteX81" fmla="*/ 1669774 w 2790908"/>
              <a:gd name="connsiteY81" fmla="*/ 622705 h 791794"/>
              <a:gd name="connsiteX82" fmla="*/ 1685677 w 2790908"/>
              <a:gd name="connsiteY82" fmla="*/ 479582 h 791794"/>
              <a:gd name="connsiteX83" fmla="*/ 1701580 w 2790908"/>
              <a:gd name="connsiteY83" fmla="*/ 431874 h 791794"/>
              <a:gd name="connsiteX84" fmla="*/ 1709531 w 2790908"/>
              <a:gd name="connsiteY84" fmla="*/ 288751 h 791794"/>
              <a:gd name="connsiteX85" fmla="*/ 1745785 w 2790908"/>
              <a:gd name="connsiteY85" fmla="*/ 345884 h 791794"/>
              <a:gd name="connsiteX86" fmla="*/ 1758990 w 2790908"/>
              <a:gd name="connsiteY86" fmla="*/ 216996 h 791794"/>
              <a:gd name="connsiteX87" fmla="*/ 1757239 w 2790908"/>
              <a:gd name="connsiteY87" fmla="*/ 113822 h 791794"/>
              <a:gd name="connsiteX88" fmla="*/ 1765190 w 2790908"/>
              <a:gd name="connsiteY88" fmla="*/ 66114 h 791794"/>
              <a:gd name="connsiteX89" fmla="*/ 1804947 w 2790908"/>
              <a:gd name="connsiteY89" fmla="*/ 89968 h 791794"/>
              <a:gd name="connsiteX90" fmla="*/ 1812898 w 2790908"/>
              <a:gd name="connsiteY90" fmla="*/ 137676 h 791794"/>
              <a:gd name="connsiteX91" fmla="*/ 1828800 w 2790908"/>
              <a:gd name="connsiteY91" fmla="*/ 264897 h 791794"/>
              <a:gd name="connsiteX92" fmla="*/ 1852654 w 2790908"/>
              <a:gd name="connsiteY92" fmla="*/ 256945 h 791794"/>
              <a:gd name="connsiteX93" fmla="*/ 1860606 w 2790908"/>
              <a:gd name="connsiteY93" fmla="*/ 233092 h 791794"/>
              <a:gd name="connsiteX94" fmla="*/ 1876508 w 2790908"/>
              <a:gd name="connsiteY94" fmla="*/ 209238 h 791794"/>
              <a:gd name="connsiteX95" fmla="*/ 1884460 w 2790908"/>
              <a:gd name="connsiteY95" fmla="*/ 177432 h 791794"/>
              <a:gd name="connsiteX96" fmla="*/ 1900362 w 2790908"/>
              <a:gd name="connsiteY96" fmla="*/ 129725 h 791794"/>
              <a:gd name="connsiteX97" fmla="*/ 1924216 w 2790908"/>
              <a:gd name="connsiteY97" fmla="*/ 153578 h 791794"/>
              <a:gd name="connsiteX98" fmla="*/ 1932167 w 2790908"/>
              <a:gd name="connsiteY98" fmla="*/ 177432 h 791794"/>
              <a:gd name="connsiteX99" fmla="*/ 1979875 w 2790908"/>
              <a:gd name="connsiteY99" fmla="*/ 161530 h 791794"/>
              <a:gd name="connsiteX100" fmla="*/ 1988228 w 2790908"/>
              <a:gd name="connsiteY100" fmla="*/ 4171 h 791794"/>
              <a:gd name="connsiteX101" fmla="*/ 1989578 w 2790908"/>
              <a:gd name="connsiteY101" fmla="*/ 58163 h 791794"/>
              <a:gd name="connsiteX102" fmla="*/ 1995778 w 2790908"/>
              <a:gd name="connsiteY102" fmla="*/ 193335 h 791794"/>
              <a:gd name="connsiteX103" fmla="*/ 2003729 w 2790908"/>
              <a:gd name="connsiteY103" fmla="*/ 256945 h 791794"/>
              <a:gd name="connsiteX104" fmla="*/ 2019632 w 2790908"/>
              <a:gd name="connsiteY104" fmla="*/ 304653 h 791794"/>
              <a:gd name="connsiteX105" fmla="*/ 2035534 w 2790908"/>
              <a:gd name="connsiteY105" fmla="*/ 201286 h 791794"/>
              <a:gd name="connsiteX106" fmla="*/ 2043486 w 2790908"/>
              <a:gd name="connsiteY106" fmla="*/ 145627 h 791794"/>
              <a:gd name="connsiteX107" fmla="*/ 2059388 w 2790908"/>
              <a:gd name="connsiteY107" fmla="*/ 177432 h 791794"/>
              <a:gd name="connsiteX108" fmla="*/ 2122999 w 2790908"/>
              <a:gd name="connsiteY108" fmla="*/ 177432 h 791794"/>
              <a:gd name="connsiteX109" fmla="*/ 2146853 w 2790908"/>
              <a:gd name="connsiteY109" fmla="*/ 185384 h 791794"/>
              <a:gd name="connsiteX110" fmla="*/ 2178658 w 2790908"/>
              <a:gd name="connsiteY110" fmla="*/ 169481 h 791794"/>
              <a:gd name="connsiteX111" fmla="*/ 2194560 w 2790908"/>
              <a:gd name="connsiteY111" fmla="*/ 201286 h 791794"/>
              <a:gd name="connsiteX112" fmla="*/ 2210463 w 2790908"/>
              <a:gd name="connsiteY112" fmla="*/ 225140 h 791794"/>
              <a:gd name="connsiteX113" fmla="*/ 2218414 w 2790908"/>
              <a:gd name="connsiteY113" fmla="*/ 256945 h 791794"/>
              <a:gd name="connsiteX114" fmla="*/ 2234317 w 2790908"/>
              <a:gd name="connsiteY114" fmla="*/ 288751 h 791794"/>
              <a:gd name="connsiteX115" fmla="*/ 2242268 w 2790908"/>
              <a:gd name="connsiteY115" fmla="*/ 352361 h 791794"/>
              <a:gd name="connsiteX116" fmla="*/ 2250220 w 2790908"/>
              <a:gd name="connsiteY116" fmla="*/ 392118 h 791794"/>
              <a:gd name="connsiteX117" fmla="*/ 2258171 w 2790908"/>
              <a:gd name="connsiteY117" fmla="*/ 479582 h 791794"/>
              <a:gd name="connsiteX118" fmla="*/ 2266122 w 2790908"/>
              <a:gd name="connsiteY118" fmla="*/ 519338 h 791794"/>
              <a:gd name="connsiteX119" fmla="*/ 2274074 w 2790908"/>
              <a:gd name="connsiteY119" fmla="*/ 590900 h 791794"/>
              <a:gd name="connsiteX120" fmla="*/ 2289976 w 2790908"/>
              <a:gd name="connsiteY120" fmla="*/ 622705 h 791794"/>
              <a:gd name="connsiteX121" fmla="*/ 2297927 w 2790908"/>
              <a:gd name="connsiteY121" fmla="*/ 646559 h 791794"/>
              <a:gd name="connsiteX122" fmla="*/ 2313830 w 2790908"/>
              <a:gd name="connsiteY122" fmla="*/ 749926 h 791794"/>
              <a:gd name="connsiteX123" fmla="*/ 2321781 w 2790908"/>
              <a:gd name="connsiteY123" fmla="*/ 789683 h 791794"/>
              <a:gd name="connsiteX124" fmla="*/ 2353587 w 2790908"/>
              <a:gd name="connsiteY124" fmla="*/ 781732 h 791794"/>
              <a:gd name="connsiteX125" fmla="*/ 2401294 w 2790908"/>
              <a:gd name="connsiteY125" fmla="*/ 765829 h 791794"/>
              <a:gd name="connsiteX126" fmla="*/ 2409246 w 2790908"/>
              <a:gd name="connsiteY126" fmla="*/ 741975 h 791794"/>
              <a:gd name="connsiteX127" fmla="*/ 2417197 w 2790908"/>
              <a:gd name="connsiteY127" fmla="*/ 710170 h 791794"/>
              <a:gd name="connsiteX128" fmla="*/ 2472856 w 2790908"/>
              <a:gd name="connsiteY128" fmla="*/ 638608 h 791794"/>
              <a:gd name="connsiteX129" fmla="*/ 2496710 w 2790908"/>
              <a:gd name="connsiteY129" fmla="*/ 590900 h 791794"/>
              <a:gd name="connsiteX130" fmla="*/ 2512613 w 2790908"/>
              <a:gd name="connsiteY130" fmla="*/ 622705 h 791794"/>
              <a:gd name="connsiteX131" fmla="*/ 2520564 w 2790908"/>
              <a:gd name="connsiteY131" fmla="*/ 694267 h 791794"/>
              <a:gd name="connsiteX132" fmla="*/ 2528515 w 2790908"/>
              <a:gd name="connsiteY132" fmla="*/ 670413 h 791794"/>
              <a:gd name="connsiteX133" fmla="*/ 2544418 w 2790908"/>
              <a:gd name="connsiteY133" fmla="*/ 646559 h 791794"/>
              <a:gd name="connsiteX134" fmla="*/ 2568272 w 2790908"/>
              <a:gd name="connsiteY134" fmla="*/ 662462 h 791794"/>
              <a:gd name="connsiteX135" fmla="*/ 2600077 w 2790908"/>
              <a:gd name="connsiteY135" fmla="*/ 670413 h 791794"/>
              <a:gd name="connsiteX136" fmla="*/ 2623931 w 2790908"/>
              <a:gd name="connsiteY136" fmla="*/ 678365 h 791794"/>
              <a:gd name="connsiteX137" fmla="*/ 2655736 w 2790908"/>
              <a:gd name="connsiteY137" fmla="*/ 670413 h 791794"/>
              <a:gd name="connsiteX138" fmla="*/ 2671639 w 2790908"/>
              <a:gd name="connsiteY138" fmla="*/ 638608 h 791794"/>
              <a:gd name="connsiteX139" fmla="*/ 2695493 w 2790908"/>
              <a:gd name="connsiteY139" fmla="*/ 662462 h 791794"/>
              <a:gd name="connsiteX140" fmla="*/ 2743200 w 2790908"/>
              <a:gd name="connsiteY140" fmla="*/ 670413 h 791794"/>
              <a:gd name="connsiteX141" fmla="*/ 2790908 w 2790908"/>
              <a:gd name="connsiteY141" fmla="*/ 686316 h 791794"/>
              <a:gd name="connsiteX0" fmla="*/ 0 w 2790908"/>
              <a:gd name="connsiteY0" fmla="*/ 670413 h 791794"/>
              <a:gd name="connsiteX1" fmla="*/ 47708 w 2790908"/>
              <a:gd name="connsiteY1" fmla="*/ 662462 h 791794"/>
              <a:gd name="connsiteX2" fmla="*/ 55660 w 2790908"/>
              <a:gd name="connsiteY2" fmla="*/ 686316 h 791794"/>
              <a:gd name="connsiteX3" fmla="*/ 87465 w 2790908"/>
              <a:gd name="connsiteY3" fmla="*/ 678365 h 791794"/>
              <a:gd name="connsiteX4" fmla="*/ 111319 w 2790908"/>
              <a:gd name="connsiteY4" fmla="*/ 662462 h 791794"/>
              <a:gd name="connsiteX5" fmla="*/ 174929 w 2790908"/>
              <a:gd name="connsiteY5" fmla="*/ 678365 h 791794"/>
              <a:gd name="connsiteX6" fmla="*/ 206734 w 2790908"/>
              <a:gd name="connsiteY6" fmla="*/ 686316 h 791794"/>
              <a:gd name="connsiteX7" fmla="*/ 238540 w 2790908"/>
              <a:gd name="connsiteY7" fmla="*/ 694267 h 791794"/>
              <a:gd name="connsiteX8" fmla="*/ 262394 w 2790908"/>
              <a:gd name="connsiteY8" fmla="*/ 694267 h 791794"/>
              <a:gd name="connsiteX9" fmla="*/ 286247 w 2790908"/>
              <a:gd name="connsiteY9" fmla="*/ 702218 h 791794"/>
              <a:gd name="connsiteX10" fmla="*/ 310101 w 2790908"/>
              <a:gd name="connsiteY10" fmla="*/ 694267 h 791794"/>
              <a:gd name="connsiteX11" fmla="*/ 349858 w 2790908"/>
              <a:gd name="connsiteY11" fmla="*/ 670413 h 791794"/>
              <a:gd name="connsiteX12" fmla="*/ 405517 w 2790908"/>
              <a:gd name="connsiteY12" fmla="*/ 702218 h 791794"/>
              <a:gd name="connsiteX13" fmla="*/ 413468 w 2790908"/>
              <a:gd name="connsiteY13" fmla="*/ 678365 h 791794"/>
              <a:gd name="connsiteX14" fmla="*/ 461176 w 2790908"/>
              <a:gd name="connsiteY14" fmla="*/ 686316 h 791794"/>
              <a:gd name="connsiteX15" fmla="*/ 492981 w 2790908"/>
              <a:gd name="connsiteY15" fmla="*/ 726072 h 791794"/>
              <a:gd name="connsiteX16" fmla="*/ 508884 w 2790908"/>
              <a:gd name="connsiteY16" fmla="*/ 702218 h 791794"/>
              <a:gd name="connsiteX17" fmla="*/ 516835 w 2790908"/>
              <a:gd name="connsiteY17" fmla="*/ 678365 h 791794"/>
              <a:gd name="connsiteX18" fmla="*/ 540689 w 2790908"/>
              <a:gd name="connsiteY18" fmla="*/ 670413 h 791794"/>
              <a:gd name="connsiteX19" fmla="*/ 564543 w 2790908"/>
              <a:gd name="connsiteY19" fmla="*/ 654511 h 791794"/>
              <a:gd name="connsiteX20" fmla="*/ 572494 w 2790908"/>
              <a:gd name="connsiteY20" fmla="*/ 519338 h 791794"/>
              <a:gd name="connsiteX21" fmla="*/ 588397 w 2790908"/>
              <a:gd name="connsiteY21" fmla="*/ 495485 h 791794"/>
              <a:gd name="connsiteX22" fmla="*/ 596348 w 2790908"/>
              <a:gd name="connsiteY22" fmla="*/ 463679 h 791794"/>
              <a:gd name="connsiteX23" fmla="*/ 588397 w 2790908"/>
              <a:gd name="connsiteY23" fmla="*/ 241043 h 791794"/>
              <a:gd name="connsiteX24" fmla="*/ 604300 w 2790908"/>
              <a:gd name="connsiteY24" fmla="*/ 217189 h 791794"/>
              <a:gd name="connsiteX25" fmla="*/ 620202 w 2790908"/>
              <a:gd name="connsiteY25" fmla="*/ 145627 h 791794"/>
              <a:gd name="connsiteX26" fmla="*/ 644056 w 2790908"/>
              <a:gd name="connsiteY26" fmla="*/ 82017 h 791794"/>
              <a:gd name="connsiteX27" fmla="*/ 667910 w 2790908"/>
              <a:gd name="connsiteY27" fmla="*/ 66114 h 791794"/>
              <a:gd name="connsiteX28" fmla="*/ 707667 w 2790908"/>
              <a:gd name="connsiteY28" fmla="*/ 105871 h 791794"/>
              <a:gd name="connsiteX29" fmla="*/ 723569 w 2790908"/>
              <a:gd name="connsiteY29" fmla="*/ 129725 h 791794"/>
              <a:gd name="connsiteX30" fmla="*/ 755374 w 2790908"/>
              <a:gd name="connsiteY30" fmla="*/ 177432 h 791794"/>
              <a:gd name="connsiteX31" fmla="*/ 779228 w 2790908"/>
              <a:gd name="connsiteY31" fmla="*/ 161530 h 791794"/>
              <a:gd name="connsiteX32" fmla="*/ 818985 w 2790908"/>
              <a:gd name="connsiteY32" fmla="*/ 129725 h 791794"/>
              <a:gd name="connsiteX33" fmla="*/ 842839 w 2790908"/>
              <a:gd name="connsiteY33" fmla="*/ 145627 h 791794"/>
              <a:gd name="connsiteX34" fmla="*/ 874644 w 2790908"/>
              <a:gd name="connsiteY34" fmla="*/ 137676 h 791794"/>
              <a:gd name="connsiteX35" fmla="*/ 906449 w 2790908"/>
              <a:gd name="connsiteY35" fmla="*/ 161530 h 791794"/>
              <a:gd name="connsiteX36" fmla="*/ 938254 w 2790908"/>
              <a:gd name="connsiteY36" fmla="*/ 113822 h 791794"/>
              <a:gd name="connsiteX37" fmla="*/ 946206 w 2790908"/>
              <a:gd name="connsiteY37" fmla="*/ 137676 h 791794"/>
              <a:gd name="connsiteX38" fmla="*/ 970060 w 2790908"/>
              <a:gd name="connsiteY38" fmla="*/ 74065 h 791794"/>
              <a:gd name="connsiteX39" fmla="*/ 985962 w 2790908"/>
              <a:gd name="connsiteY39" fmla="*/ 137676 h 791794"/>
              <a:gd name="connsiteX40" fmla="*/ 993914 w 2790908"/>
              <a:gd name="connsiteY40" fmla="*/ 193335 h 791794"/>
              <a:gd name="connsiteX41" fmla="*/ 1009816 w 2790908"/>
              <a:gd name="connsiteY41" fmla="*/ 241043 h 791794"/>
              <a:gd name="connsiteX42" fmla="*/ 1017767 w 2790908"/>
              <a:gd name="connsiteY42" fmla="*/ 209238 h 791794"/>
              <a:gd name="connsiteX43" fmla="*/ 1033670 w 2790908"/>
              <a:gd name="connsiteY43" fmla="*/ 185384 h 791794"/>
              <a:gd name="connsiteX44" fmla="*/ 1041621 w 2790908"/>
              <a:gd name="connsiteY44" fmla="*/ 161530 h 791794"/>
              <a:gd name="connsiteX45" fmla="*/ 1073427 w 2790908"/>
              <a:gd name="connsiteY45" fmla="*/ 209238 h 791794"/>
              <a:gd name="connsiteX46" fmla="*/ 1081378 w 2790908"/>
              <a:gd name="connsiteY46" fmla="*/ 248994 h 791794"/>
              <a:gd name="connsiteX47" fmla="*/ 1097280 w 2790908"/>
              <a:gd name="connsiteY47" fmla="*/ 392118 h 791794"/>
              <a:gd name="connsiteX48" fmla="*/ 1105232 w 2790908"/>
              <a:gd name="connsiteY48" fmla="*/ 415972 h 791794"/>
              <a:gd name="connsiteX49" fmla="*/ 1113183 w 2790908"/>
              <a:gd name="connsiteY49" fmla="*/ 447777 h 791794"/>
              <a:gd name="connsiteX50" fmla="*/ 1129086 w 2790908"/>
              <a:gd name="connsiteY50" fmla="*/ 471631 h 791794"/>
              <a:gd name="connsiteX51" fmla="*/ 1137037 w 2790908"/>
              <a:gd name="connsiteY51" fmla="*/ 590900 h 791794"/>
              <a:gd name="connsiteX52" fmla="*/ 1144988 w 2790908"/>
              <a:gd name="connsiteY52" fmla="*/ 630657 h 791794"/>
              <a:gd name="connsiteX53" fmla="*/ 1152940 w 2790908"/>
              <a:gd name="connsiteY53" fmla="*/ 773780 h 791794"/>
              <a:gd name="connsiteX54" fmla="*/ 1176794 w 2790908"/>
              <a:gd name="connsiteY54" fmla="*/ 765829 h 791794"/>
              <a:gd name="connsiteX55" fmla="*/ 1192696 w 2790908"/>
              <a:gd name="connsiteY55" fmla="*/ 678365 h 791794"/>
              <a:gd name="connsiteX56" fmla="*/ 1200647 w 2790908"/>
              <a:gd name="connsiteY56" fmla="*/ 646559 h 791794"/>
              <a:gd name="connsiteX57" fmla="*/ 1208599 w 2790908"/>
              <a:gd name="connsiteY57" fmla="*/ 670413 h 791794"/>
              <a:gd name="connsiteX58" fmla="*/ 1224501 w 2790908"/>
              <a:gd name="connsiteY58" fmla="*/ 710170 h 791794"/>
              <a:gd name="connsiteX59" fmla="*/ 1240404 w 2790908"/>
              <a:gd name="connsiteY59" fmla="*/ 686316 h 791794"/>
              <a:gd name="connsiteX60" fmla="*/ 1248355 w 2790908"/>
              <a:gd name="connsiteY60" fmla="*/ 654511 h 791794"/>
              <a:gd name="connsiteX61" fmla="*/ 1272209 w 2790908"/>
              <a:gd name="connsiteY61" fmla="*/ 670413 h 791794"/>
              <a:gd name="connsiteX62" fmla="*/ 1280160 w 2790908"/>
              <a:gd name="connsiteY62" fmla="*/ 702218 h 791794"/>
              <a:gd name="connsiteX63" fmla="*/ 1288112 w 2790908"/>
              <a:gd name="connsiteY63" fmla="*/ 678365 h 791794"/>
              <a:gd name="connsiteX64" fmla="*/ 1296063 w 2790908"/>
              <a:gd name="connsiteY64" fmla="*/ 702218 h 791794"/>
              <a:gd name="connsiteX65" fmla="*/ 1311966 w 2790908"/>
              <a:gd name="connsiteY65" fmla="*/ 734024 h 791794"/>
              <a:gd name="connsiteX66" fmla="*/ 1327868 w 2790908"/>
              <a:gd name="connsiteY66" fmla="*/ 710170 h 791794"/>
              <a:gd name="connsiteX67" fmla="*/ 1335820 w 2790908"/>
              <a:gd name="connsiteY67" fmla="*/ 670413 h 791794"/>
              <a:gd name="connsiteX68" fmla="*/ 1359674 w 2790908"/>
              <a:gd name="connsiteY68" fmla="*/ 718121 h 791794"/>
              <a:gd name="connsiteX69" fmla="*/ 1391479 w 2790908"/>
              <a:gd name="connsiteY69" fmla="*/ 670413 h 791794"/>
              <a:gd name="connsiteX70" fmla="*/ 1415333 w 2790908"/>
              <a:gd name="connsiteY70" fmla="*/ 702218 h 791794"/>
              <a:gd name="connsiteX71" fmla="*/ 1423284 w 2790908"/>
              <a:gd name="connsiteY71" fmla="*/ 662462 h 791794"/>
              <a:gd name="connsiteX72" fmla="*/ 1447138 w 2790908"/>
              <a:gd name="connsiteY72" fmla="*/ 654511 h 791794"/>
              <a:gd name="connsiteX73" fmla="*/ 1455089 w 2790908"/>
              <a:gd name="connsiteY73" fmla="*/ 702218 h 791794"/>
              <a:gd name="connsiteX74" fmla="*/ 1463040 w 2790908"/>
              <a:gd name="connsiteY74" fmla="*/ 678365 h 791794"/>
              <a:gd name="connsiteX75" fmla="*/ 1494846 w 2790908"/>
              <a:gd name="connsiteY75" fmla="*/ 694267 h 791794"/>
              <a:gd name="connsiteX76" fmla="*/ 1502797 w 2790908"/>
              <a:gd name="connsiteY76" fmla="*/ 598852 h 791794"/>
              <a:gd name="connsiteX77" fmla="*/ 1534602 w 2790908"/>
              <a:gd name="connsiteY77" fmla="*/ 686316 h 791794"/>
              <a:gd name="connsiteX78" fmla="*/ 1550505 w 2790908"/>
              <a:gd name="connsiteY78" fmla="*/ 710170 h 791794"/>
              <a:gd name="connsiteX79" fmla="*/ 1606164 w 2790908"/>
              <a:gd name="connsiteY79" fmla="*/ 686316 h 791794"/>
              <a:gd name="connsiteX80" fmla="*/ 1653872 w 2790908"/>
              <a:gd name="connsiteY80" fmla="*/ 678365 h 791794"/>
              <a:gd name="connsiteX81" fmla="*/ 1669774 w 2790908"/>
              <a:gd name="connsiteY81" fmla="*/ 622705 h 791794"/>
              <a:gd name="connsiteX82" fmla="*/ 1685677 w 2790908"/>
              <a:gd name="connsiteY82" fmla="*/ 479582 h 791794"/>
              <a:gd name="connsiteX83" fmla="*/ 1701580 w 2790908"/>
              <a:gd name="connsiteY83" fmla="*/ 431874 h 791794"/>
              <a:gd name="connsiteX84" fmla="*/ 1709531 w 2790908"/>
              <a:gd name="connsiteY84" fmla="*/ 288751 h 791794"/>
              <a:gd name="connsiteX85" fmla="*/ 1745785 w 2790908"/>
              <a:gd name="connsiteY85" fmla="*/ 345884 h 791794"/>
              <a:gd name="connsiteX86" fmla="*/ 1758990 w 2790908"/>
              <a:gd name="connsiteY86" fmla="*/ 216996 h 791794"/>
              <a:gd name="connsiteX87" fmla="*/ 1757239 w 2790908"/>
              <a:gd name="connsiteY87" fmla="*/ 113822 h 791794"/>
              <a:gd name="connsiteX88" fmla="*/ 1765190 w 2790908"/>
              <a:gd name="connsiteY88" fmla="*/ 66114 h 791794"/>
              <a:gd name="connsiteX89" fmla="*/ 1804947 w 2790908"/>
              <a:gd name="connsiteY89" fmla="*/ 89968 h 791794"/>
              <a:gd name="connsiteX90" fmla="*/ 1812898 w 2790908"/>
              <a:gd name="connsiteY90" fmla="*/ 137676 h 791794"/>
              <a:gd name="connsiteX91" fmla="*/ 1828800 w 2790908"/>
              <a:gd name="connsiteY91" fmla="*/ 264897 h 791794"/>
              <a:gd name="connsiteX92" fmla="*/ 1852654 w 2790908"/>
              <a:gd name="connsiteY92" fmla="*/ 256945 h 791794"/>
              <a:gd name="connsiteX93" fmla="*/ 1860606 w 2790908"/>
              <a:gd name="connsiteY93" fmla="*/ 233092 h 791794"/>
              <a:gd name="connsiteX94" fmla="*/ 1876508 w 2790908"/>
              <a:gd name="connsiteY94" fmla="*/ 209238 h 791794"/>
              <a:gd name="connsiteX95" fmla="*/ 1884460 w 2790908"/>
              <a:gd name="connsiteY95" fmla="*/ 177432 h 791794"/>
              <a:gd name="connsiteX96" fmla="*/ 1900362 w 2790908"/>
              <a:gd name="connsiteY96" fmla="*/ 129725 h 791794"/>
              <a:gd name="connsiteX97" fmla="*/ 1924216 w 2790908"/>
              <a:gd name="connsiteY97" fmla="*/ 153578 h 791794"/>
              <a:gd name="connsiteX98" fmla="*/ 1932167 w 2790908"/>
              <a:gd name="connsiteY98" fmla="*/ 177432 h 791794"/>
              <a:gd name="connsiteX99" fmla="*/ 1979875 w 2790908"/>
              <a:gd name="connsiteY99" fmla="*/ 161530 h 791794"/>
              <a:gd name="connsiteX100" fmla="*/ 1988228 w 2790908"/>
              <a:gd name="connsiteY100" fmla="*/ 4171 h 791794"/>
              <a:gd name="connsiteX101" fmla="*/ 1989578 w 2790908"/>
              <a:gd name="connsiteY101" fmla="*/ 58163 h 791794"/>
              <a:gd name="connsiteX102" fmla="*/ 1995778 w 2790908"/>
              <a:gd name="connsiteY102" fmla="*/ 193335 h 791794"/>
              <a:gd name="connsiteX103" fmla="*/ 2003729 w 2790908"/>
              <a:gd name="connsiteY103" fmla="*/ 256945 h 791794"/>
              <a:gd name="connsiteX104" fmla="*/ 2014781 w 2790908"/>
              <a:gd name="connsiteY104" fmla="*/ 354924 h 791794"/>
              <a:gd name="connsiteX105" fmla="*/ 2035534 w 2790908"/>
              <a:gd name="connsiteY105" fmla="*/ 201286 h 791794"/>
              <a:gd name="connsiteX106" fmla="*/ 2043486 w 2790908"/>
              <a:gd name="connsiteY106" fmla="*/ 145627 h 791794"/>
              <a:gd name="connsiteX107" fmla="*/ 2059388 w 2790908"/>
              <a:gd name="connsiteY107" fmla="*/ 177432 h 791794"/>
              <a:gd name="connsiteX108" fmla="*/ 2122999 w 2790908"/>
              <a:gd name="connsiteY108" fmla="*/ 177432 h 791794"/>
              <a:gd name="connsiteX109" fmla="*/ 2146853 w 2790908"/>
              <a:gd name="connsiteY109" fmla="*/ 185384 h 791794"/>
              <a:gd name="connsiteX110" fmla="*/ 2178658 w 2790908"/>
              <a:gd name="connsiteY110" fmla="*/ 169481 h 791794"/>
              <a:gd name="connsiteX111" fmla="*/ 2194560 w 2790908"/>
              <a:gd name="connsiteY111" fmla="*/ 201286 h 791794"/>
              <a:gd name="connsiteX112" fmla="*/ 2210463 w 2790908"/>
              <a:gd name="connsiteY112" fmla="*/ 225140 h 791794"/>
              <a:gd name="connsiteX113" fmla="*/ 2218414 w 2790908"/>
              <a:gd name="connsiteY113" fmla="*/ 256945 h 791794"/>
              <a:gd name="connsiteX114" fmla="*/ 2234317 w 2790908"/>
              <a:gd name="connsiteY114" fmla="*/ 288751 h 791794"/>
              <a:gd name="connsiteX115" fmla="*/ 2242268 w 2790908"/>
              <a:gd name="connsiteY115" fmla="*/ 352361 h 791794"/>
              <a:gd name="connsiteX116" fmla="*/ 2250220 w 2790908"/>
              <a:gd name="connsiteY116" fmla="*/ 392118 h 791794"/>
              <a:gd name="connsiteX117" fmla="*/ 2258171 w 2790908"/>
              <a:gd name="connsiteY117" fmla="*/ 479582 h 791794"/>
              <a:gd name="connsiteX118" fmla="*/ 2266122 w 2790908"/>
              <a:gd name="connsiteY118" fmla="*/ 519338 h 791794"/>
              <a:gd name="connsiteX119" fmla="*/ 2274074 w 2790908"/>
              <a:gd name="connsiteY119" fmla="*/ 590900 h 791794"/>
              <a:gd name="connsiteX120" fmla="*/ 2289976 w 2790908"/>
              <a:gd name="connsiteY120" fmla="*/ 622705 h 791794"/>
              <a:gd name="connsiteX121" fmla="*/ 2297927 w 2790908"/>
              <a:gd name="connsiteY121" fmla="*/ 646559 h 791794"/>
              <a:gd name="connsiteX122" fmla="*/ 2313830 w 2790908"/>
              <a:gd name="connsiteY122" fmla="*/ 749926 h 791794"/>
              <a:gd name="connsiteX123" fmla="*/ 2321781 w 2790908"/>
              <a:gd name="connsiteY123" fmla="*/ 789683 h 791794"/>
              <a:gd name="connsiteX124" fmla="*/ 2353587 w 2790908"/>
              <a:gd name="connsiteY124" fmla="*/ 781732 h 791794"/>
              <a:gd name="connsiteX125" fmla="*/ 2401294 w 2790908"/>
              <a:gd name="connsiteY125" fmla="*/ 765829 h 791794"/>
              <a:gd name="connsiteX126" fmla="*/ 2409246 w 2790908"/>
              <a:gd name="connsiteY126" fmla="*/ 741975 h 791794"/>
              <a:gd name="connsiteX127" fmla="*/ 2417197 w 2790908"/>
              <a:gd name="connsiteY127" fmla="*/ 710170 h 791794"/>
              <a:gd name="connsiteX128" fmla="*/ 2472856 w 2790908"/>
              <a:gd name="connsiteY128" fmla="*/ 638608 h 791794"/>
              <a:gd name="connsiteX129" fmla="*/ 2496710 w 2790908"/>
              <a:gd name="connsiteY129" fmla="*/ 590900 h 791794"/>
              <a:gd name="connsiteX130" fmla="*/ 2512613 w 2790908"/>
              <a:gd name="connsiteY130" fmla="*/ 622705 h 791794"/>
              <a:gd name="connsiteX131" fmla="*/ 2520564 w 2790908"/>
              <a:gd name="connsiteY131" fmla="*/ 694267 h 791794"/>
              <a:gd name="connsiteX132" fmla="*/ 2528515 w 2790908"/>
              <a:gd name="connsiteY132" fmla="*/ 670413 h 791794"/>
              <a:gd name="connsiteX133" fmla="*/ 2544418 w 2790908"/>
              <a:gd name="connsiteY133" fmla="*/ 646559 h 791794"/>
              <a:gd name="connsiteX134" fmla="*/ 2568272 w 2790908"/>
              <a:gd name="connsiteY134" fmla="*/ 662462 h 791794"/>
              <a:gd name="connsiteX135" fmla="*/ 2600077 w 2790908"/>
              <a:gd name="connsiteY135" fmla="*/ 670413 h 791794"/>
              <a:gd name="connsiteX136" fmla="*/ 2623931 w 2790908"/>
              <a:gd name="connsiteY136" fmla="*/ 678365 h 791794"/>
              <a:gd name="connsiteX137" fmla="*/ 2655736 w 2790908"/>
              <a:gd name="connsiteY137" fmla="*/ 670413 h 791794"/>
              <a:gd name="connsiteX138" fmla="*/ 2671639 w 2790908"/>
              <a:gd name="connsiteY138" fmla="*/ 638608 h 791794"/>
              <a:gd name="connsiteX139" fmla="*/ 2695493 w 2790908"/>
              <a:gd name="connsiteY139" fmla="*/ 662462 h 791794"/>
              <a:gd name="connsiteX140" fmla="*/ 2743200 w 2790908"/>
              <a:gd name="connsiteY140" fmla="*/ 670413 h 791794"/>
              <a:gd name="connsiteX141" fmla="*/ 2790908 w 2790908"/>
              <a:gd name="connsiteY141" fmla="*/ 686316 h 791794"/>
              <a:gd name="connsiteX0" fmla="*/ 0 w 2790908"/>
              <a:gd name="connsiteY0" fmla="*/ 670413 h 833476"/>
              <a:gd name="connsiteX1" fmla="*/ 47708 w 2790908"/>
              <a:gd name="connsiteY1" fmla="*/ 662462 h 833476"/>
              <a:gd name="connsiteX2" fmla="*/ 55660 w 2790908"/>
              <a:gd name="connsiteY2" fmla="*/ 686316 h 833476"/>
              <a:gd name="connsiteX3" fmla="*/ 87465 w 2790908"/>
              <a:gd name="connsiteY3" fmla="*/ 678365 h 833476"/>
              <a:gd name="connsiteX4" fmla="*/ 111319 w 2790908"/>
              <a:gd name="connsiteY4" fmla="*/ 662462 h 833476"/>
              <a:gd name="connsiteX5" fmla="*/ 174929 w 2790908"/>
              <a:gd name="connsiteY5" fmla="*/ 678365 h 833476"/>
              <a:gd name="connsiteX6" fmla="*/ 206734 w 2790908"/>
              <a:gd name="connsiteY6" fmla="*/ 686316 h 833476"/>
              <a:gd name="connsiteX7" fmla="*/ 238540 w 2790908"/>
              <a:gd name="connsiteY7" fmla="*/ 694267 h 833476"/>
              <a:gd name="connsiteX8" fmla="*/ 262394 w 2790908"/>
              <a:gd name="connsiteY8" fmla="*/ 694267 h 833476"/>
              <a:gd name="connsiteX9" fmla="*/ 286247 w 2790908"/>
              <a:gd name="connsiteY9" fmla="*/ 702218 h 833476"/>
              <a:gd name="connsiteX10" fmla="*/ 310101 w 2790908"/>
              <a:gd name="connsiteY10" fmla="*/ 694267 h 833476"/>
              <a:gd name="connsiteX11" fmla="*/ 349858 w 2790908"/>
              <a:gd name="connsiteY11" fmla="*/ 670413 h 833476"/>
              <a:gd name="connsiteX12" fmla="*/ 405517 w 2790908"/>
              <a:gd name="connsiteY12" fmla="*/ 702218 h 833476"/>
              <a:gd name="connsiteX13" fmla="*/ 413468 w 2790908"/>
              <a:gd name="connsiteY13" fmla="*/ 678365 h 833476"/>
              <a:gd name="connsiteX14" fmla="*/ 461176 w 2790908"/>
              <a:gd name="connsiteY14" fmla="*/ 686316 h 833476"/>
              <a:gd name="connsiteX15" fmla="*/ 492981 w 2790908"/>
              <a:gd name="connsiteY15" fmla="*/ 726072 h 833476"/>
              <a:gd name="connsiteX16" fmla="*/ 508884 w 2790908"/>
              <a:gd name="connsiteY16" fmla="*/ 702218 h 833476"/>
              <a:gd name="connsiteX17" fmla="*/ 516835 w 2790908"/>
              <a:gd name="connsiteY17" fmla="*/ 678365 h 833476"/>
              <a:gd name="connsiteX18" fmla="*/ 540689 w 2790908"/>
              <a:gd name="connsiteY18" fmla="*/ 670413 h 833476"/>
              <a:gd name="connsiteX19" fmla="*/ 564543 w 2790908"/>
              <a:gd name="connsiteY19" fmla="*/ 654511 h 833476"/>
              <a:gd name="connsiteX20" fmla="*/ 572494 w 2790908"/>
              <a:gd name="connsiteY20" fmla="*/ 519338 h 833476"/>
              <a:gd name="connsiteX21" fmla="*/ 588397 w 2790908"/>
              <a:gd name="connsiteY21" fmla="*/ 495485 h 833476"/>
              <a:gd name="connsiteX22" fmla="*/ 596348 w 2790908"/>
              <a:gd name="connsiteY22" fmla="*/ 463679 h 833476"/>
              <a:gd name="connsiteX23" fmla="*/ 588397 w 2790908"/>
              <a:gd name="connsiteY23" fmla="*/ 241043 h 833476"/>
              <a:gd name="connsiteX24" fmla="*/ 604300 w 2790908"/>
              <a:gd name="connsiteY24" fmla="*/ 217189 h 833476"/>
              <a:gd name="connsiteX25" fmla="*/ 620202 w 2790908"/>
              <a:gd name="connsiteY25" fmla="*/ 145627 h 833476"/>
              <a:gd name="connsiteX26" fmla="*/ 644056 w 2790908"/>
              <a:gd name="connsiteY26" fmla="*/ 82017 h 833476"/>
              <a:gd name="connsiteX27" fmla="*/ 667910 w 2790908"/>
              <a:gd name="connsiteY27" fmla="*/ 66114 h 833476"/>
              <a:gd name="connsiteX28" fmla="*/ 707667 w 2790908"/>
              <a:gd name="connsiteY28" fmla="*/ 105871 h 833476"/>
              <a:gd name="connsiteX29" fmla="*/ 723569 w 2790908"/>
              <a:gd name="connsiteY29" fmla="*/ 129725 h 833476"/>
              <a:gd name="connsiteX30" fmla="*/ 755374 w 2790908"/>
              <a:gd name="connsiteY30" fmla="*/ 177432 h 833476"/>
              <a:gd name="connsiteX31" fmla="*/ 779228 w 2790908"/>
              <a:gd name="connsiteY31" fmla="*/ 161530 h 833476"/>
              <a:gd name="connsiteX32" fmla="*/ 818985 w 2790908"/>
              <a:gd name="connsiteY32" fmla="*/ 129725 h 833476"/>
              <a:gd name="connsiteX33" fmla="*/ 842839 w 2790908"/>
              <a:gd name="connsiteY33" fmla="*/ 145627 h 833476"/>
              <a:gd name="connsiteX34" fmla="*/ 874644 w 2790908"/>
              <a:gd name="connsiteY34" fmla="*/ 137676 h 833476"/>
              <a:gd name="connsiteX35" fmla="*/ 906449 w 2790908"/>
              <a:gd name="connsiteY35" fmla="*/ 161530 h 833476"/>
              <a:gd name="connsiteX36" fmla="*/ 938254 w 2790908"/>
              <a:gd name="connsiteY36" fmla="*/ 113822 h 833476"/>
              <a:gd name="connsiteX37" fmla="*/ 946206 w 2790908"/>
              <a:gd name="connsiteY37" fmla="*/ 137676 h 833476"/>
              <a:gd name="connsiteX38" fmla="*/ 970060 w 2790908"/>
              <a:gd name="connsiteY38" fmla="*/ 74065 h 833476"/>
              <a:gd name="connsiteX39" fmla="*/ 985962 w 2790908"/>
              <a:gd name="connsiteY39" fmla="*/ 137676 h 833476"/>
              <a:gd name="connsiteX40" fmla="*/ 993914 w 2790908"/>
              <a:gd name="connsiteY40" fmla="*/ 193335 h 833476"/>
              <a:gd name="connsiteX41" fmla="*/ 1009816 w 2790908"/>
              <a:gd name="connsiteY41" fmla="*/ 241043 h 833476"/>
              <a:gd name="connsiteX42" fmla="*/ 1017767 w 2790908"/>
              <a:gd name="connsiteY42" fmla="*/ 209238 h 833476"/>
              <a:gd name="connsiteX43" fmla="*/ 1033670 w 2790908"/>
              <a:gd name="connsiteY43" fmla="*/ 185384 h 833476"/>
              <a:gd name="connsiteX44" fmla="*/ 1041621 w 2790908"/>
              <a:gd name="connsiteY44" fmla="*/ 161530 h 833476"/>
              <a:gd name="connsiteX45" fmla="*/ 1073427 w 2790908"/>
              <a:gd name="connsiteY45" fmla="*/ 209238 h 833476"/>
              <a:gd name="connsiteX46" fmla="*/ 1081378 w 2790908"/>
              <a:gd name="connsiteY46" fmla="*/ 248994 h 833476"/>
              <a:gd name="connsiteX47" fmla="*/ 1097280 w 2790908"/>
              <a:gd name="connsiteY47" fmla="*/ 392118 h 833476"/>
              <a:gd name="connsiteX48" fmla="*/ 1105232 w 2790908"/>
              <a:gd name="connsiteY48" fmla="*/ 415972 h 833476"/>
              <a:gd name="connsiteX49" fmla="*/ 1113183 w 2790908"/>
              <a:gd name="connsiteY49" fmla="*/ 447777 h 833476"/>
              <a:gd name="connsiteX50" fmla="*/ 1129086 w 2790908"/>
              <a:gd name="connsiteY50" fmla="*/ 471631 h 833476"/>
              <a:gd name="connsiteX51" fmla="*/ 1137037 w 2790908"/>
              <a:gd name="connsiteY51" fmla="*/ 590900 h 833476"/>
              <a:gd name="connsiteX52" fmla="*/ 1144988 w 2790908"/>
              <a:gd name="connsiteY52" fmla="*/ 630657 h 833476"/>
              <a:gd name="connsiteX53" fmla="*/ 1157791 w 2790908"/>
              <a:gd name="connsiteY53" fmla="*/ 833476 h 833476"/>
              <a:gd name="connsiteX54" fmla="*/ 1176794 w 2790908"/>
              <a:gd name="connsiteY54" fmla="*/ 765829 h 833476"/>
              <a:gd name="connsiteX55" fmla="*/ 1192696 w 2790908"/>
              <a:gd name="connsiteY55" fmla="*/ 678365 h 833476"/>
              <a:gd name="connsiteX56" fmla="*/ 1200647 w 2790908"/>
              <a:gd name="connsiteY56" fmla="*/ 646559 h 833476"/>
              <a:gd name="connsiteX57" fmla="*/ 1208599 w 2790908"/>
              <a:gd name="connsiteY57" fmla="*/ 670413 h 833476"/>
              <a:gd name="connsiteX58" fmla="*/ 1224501 w 2790908"/>
              <a:gd name="connsiteY58" fmla="*/ 710170 h 833476"/>
              <a:gd name="connsiteX59" fmla="*/ 1240404 w 2790908"/>
              <a:gd name="connsiteY59" fmla="*/ 686316 h 833476"/>
              <a:gd name="connsiteX60" fmla="*/ 1248355 w 2790908"/>
              <a:gd name="connsiteY60" fmla="*/ 654511 h 833476"/>
              <a:gd name="connsiteX61" fmla="*/ 1272209 w 2790908"/>
              <a:gd name="connsiteY61" fmla="*/ 670413 h 833476"/>
              <a:gd name="connsiteX62" fmla="*/ 1280160 w 2790908"/>
              <a:gd name="connsiteY62" fmla="*/ 702218 h 833476"/>
              <a:gd name="connsiteX63" fmla="*/ 1288112 w 2790908"/>
              <a:gd name="connsiteY63" fmla="*/ 678365 h 833476"/>
              <a:gd name="connsiteX64" fmla="*/ 1296063 w 2790908"/>
              <a:gd name="connsiteY64" fmla="*/ 702218 h 833476"/>
              <a:gd name="connsiteX65" fmla="*/ 1311966 w 2790908"/>
              <a:gd name="connsiteY65" fmla="*/ 734024 h 833476"/>
              <a:gd name="connsiteX66" fmla="*/ 1327868 w 2790908"/>
              <a:gd name="connsiteY66" fmla="*/ 710170 h 833476"/>
              <a:gd name="connsiteX67" fmla="*/ 1335820 w 2790908"/>
              <a:gd name="connsiteY67" fmla="*/ 670413 h 833476"/>
              <a:gd name="connsiteX68" fmla="*/ 1359674 w 2790908"/>
              <a:gd name="connsiteY68" fmla="*/ 718121 h 833476"/>
              <a:gd name="connsiteX69" fmla="*/ 1391479 w 2790908"/>
              <a:gd name="connsiteY69" fmla="*/ 670413 h 833476"/>
              <a:gd name="connsiteX70" fmla="*/ 1415333 w 2790908"/>
              <a:gd name="connsiteY70" fmla="*/ 702218 h 833476"/>
              <a:gd name="connsiteX71" fmla="*/ 1423284 w 2790908"/>
              <a:gd name="connsiteY71" fmla="*/ 662462 h 833476"/>
              <a:gd name="connsiteX72" fmla="*/ 1447138 w 2790908"/>
              <a:gd name="connsiteY72" fmla="*/ 654511 h 833476"/>
              <a:gd name="connsiteX73" fmla="*/ 1455089 w 2790908"/>
              <a:gd name="connsiteY73" fmla="*/ 702218 h 833476"/>
              <a:gd name="connsiteX74" fmla="*/ 1463040 w 2790908"/>
              <a:gd name="connsiteY74" fmla="*/ 678365 h 833476"/>
              <a:gd name="connsiteX75" fmla="*/ 1494846 w 2790908"/>
              <a:gd name="connsiteY75" fmla="*/ 694267 h 833476"/>
              <a:gd name="connsiteX76" fmla="*/ 1502797 w 2790908"/>
              <a:gd name="connsiteY76" fmla="*/ 598852 h 833476"/>
              <a:gd name="connsiteX77" fmla="*/ 1534602 w 2790908"/>
              <a:gd name="connsiteY77" fmla="*/ 686316 h 833476"/>
              <a:gd name="connsiteX78" fmla="*/ 1550505 w 2790908"/>
              <a:gd name="connsiteY78" fmla="*/ 710170 h 833476"/>
              <a:gd name="connsiteX79" fmla="*/ 1606164 w 2790908"/>
              <a:gd name="connsiteY79" fmla="*/ 686316 h 833476"/>
              <a:gd name="connsiteX80" fmla="*/ 1653872 w 2790908"/>
              <a:gd name="connsiteY80" fmla="*/ 678365 h 833476"/>
              <a:gd name="connsiteX81" fmla="*/ 1669774 w 2790908"/>
              <a:gd name="connsiteY81" fmla="*/ 622705 h 833476"/>
              <a:gd name="connsiteX82" fmla="*/ 1685677 w 2790908"/>
              <a:gd name="connsiteY82" fmla="*/ 479582 h 833476"/>
              <a:gd name="connsiteX83" fmla="*/ 1701580 w 2790908"/>
              <a:gd name="connsiteY83" fmla="*/ 431874 h 833476"/>
              <a:gd name="connsiteX84" fmla="*/ 1709531 w 2790908"/>
              <a:gd name="connsiteY84" fmla="*/ 288751 h 833476"/>
              <a:gd name="connsiteX85" fmla="*/ 1745785 w 2790908"/>
              <a:gd name="connsiteY85" fmla="*/ 345884 h 833476"/>
              <a:gd name="connsiteX86" fmla="*/ 1758990 w 2790908"/>
              <a:gd name="connsiteY86" fmla="*/ 216996 h 833476"/>
              <a:gd name="connsiteX87" fmla="*/ 1757239 w 2790908"/>
              <a:gd name="connsiteY87" fmla="*/ 113822 h 833476"/>
              <a:gd name="connsiteX88" fmla="*/ 1765190 w 2790908"/>
              <a:gd name="connsiteY88" fmla="*/ 66114 h 833476"/>
              <a:gd name="connsiteX89" fmla="*/ 1804947 w 2790908"/>
              <a:gd name="connsiteY89" fmla="*/ 89968 h 833476"/>
              <a:gd name="connsiteX90" fmla="*/ 1812898 w 2790908"/>
              <a:gd name="connsiteY90" fmla="*/ 137676 h 833476"/>
              <a:gd name="connsiteX91" fmla="*/ 1828800 w 2790908"/>
              <a:gd name="connsiteY91" fmla="*/ 264897 h 833476"/>
              <a:gd name="connsiteX92" fmla="*/ 1852654 w 2790908"/>
              <a:gd name="connsiteY92" fmla="*/ 256945 h 833476"/>
              <a:gd name="connsiteX93" fmla="*/ 1860606 w 2790908"/>
              <a:gd name="connsiteY93" fmla="*/ 233092 h 833476"/>
              <a:gd name="connsiteX94" fmla="*/ 1876508 w 2790908"/>
              <a:gd name="connsiteY94" fmla="*/ 209238 h 833476"/>
              <a:gd name="connsiteX95" fmla="*/ 1884460 w 2790908"/>
              <a:gd name="connsiteY95" fmla="*/ 177432 h 833476"/>
              <a:gd name="connsiteX96" fmla="*/ 1900362 w 2790908"/>
              <a:gd name="connsiteY96" fmla="*/ 129725 h 833476"/>
              <a:gd name="connsiteX97" fmla="*/ 1924216 w 2790908"/>
              <a:gd name="connsiteY97" fmla="*/ 153578 h 833476"/>
              <a:gd name="connsiteX98" fmla="*/ 1932167 w 2790908"/>
              <a:gd name="connsiteY98" fmla="*/ 177432 h 833476"/>
              <a:gd name="connsiteX99" fmla="*/ 1979875 w 2790908"/>
              <a:gd name="connsiteY99" fmla="*/ 161530 h 833476"/>
              <a:gd name="connsiteX100" fmla="*/ 1988228 w 2790908"/>
              <a:gd name="connsiteY100" fmla="*/ 4171 h 833476"/>
              <a:gd name="connsiteX101" fmla="*/ 1989578 w 2790908"/>
              <a:gd name="connsiteY101" fmla="*/ 58163 h 833476"/>
              <a:gd name="connsiteX102" fmla="*/ 1995778 w 2790908"/>
              <a:gd name="connsiteY102" fmla="*/ 193335 h 833476"/>
              <a:gd name="connsiteX103" fmla="*/ 2003729 w 2790908"/>
              <a:gd name="connsiteY103" fmla="*/ 256945 h 833476"/>
              <a:gd name="connsiteX104" fmla="*/ 2014781 w 2790908"/>
              <a:gd name="connsiteY104" fmla="*/ 354924 h 833476"/>
              <a:gd name="connsiteX105" fmla="*/ 2035534 w 2790908"/>
              <a:gd name="connsiteY105" fmla="*/ 201286 h 833476"/>
              <a:gd name="connsiteX106" fmla="*/ 2043486 w 2790908"/>
              <a:gd name="connsiteY106" fmla="*/ 145627 h 833476"/>
              <a:gd name="connsiteX107" fmla="*/ 2059388 w 2790908"/>
              <a:gd name="connsiteY107" fmla="*/ 177432 h 833476"/>
              <a:gd name="connsiteX108" fmla="*/ 2122999 w 2790908"/>
              <a:gd name="connsiteY108" fmla="*/ 177432 h 833476"/>
              <a:gd name="connsiteX109" fmla="*/ 2146853 w 2790908"/>
              <a:gd name="connsiteY109" fmla="*/ 185384 h 833476"/>
              <a:gd name="connsiteX110" fmla="*/ 2178658 w 2790908"/>
              <a:gd name="connsiteY110" fmla="*/ 169481 h 833476"/>
              <a:gd name="connsiteX111" fmla="*/ 2194560 w 2790908"/>
              <a:gd name="connsiteY111" fmla="*/ 201286 h 833476"/>
              <a:gd name="connsiteX112" fmla="*/ 2210463 w 2790908"/>
              <a:gd name="connsiteY112" fmla="*/ 225140 h 833476"/>
              <a:gd name="connsiteX113" fmla="*/ 2218414 w 2790908"/>
              <a:gd name="connsiteY113" fmla="*/ 256945 h 833476"/>
              <a:gd name="connsiteX114" fmla="*/ 2234317 w 2790908"/>
              <a:gd name="connsiteY114" fmla="*/ 288751 h 833476"/>
              <a:gd name="connsiteX115" fmla="*/ 2242268 w 2790908"/>
              <a:gd name="connsiteY115" fmla="*/ 352361 h 833476"/>
              <a:gd name="connsiteX116" fmla="*/ 2250220 w 2790908"/>
              <a:gd name="connsiteY116" fmla="*/ 392118 h 833476"/>
              <a:gd name="connsiteX117" fmla="*/ 2258171 w 2790908"/>
              <a:gd name="connsiteY117" fmla="*/ 479582 h 833476"/>
              <a:gd name="connsiteX118" fmla="*/ 2266122 w 2790908"/>
              <a:gd name="connsiteY118" fmla="*/ 519338 h 833476"/>
              <a:gd name="connsiteX119" fmla="*/ 2274074 w 2790908"/>
              <a:gd name="connsiteY119" fmla="*/ 590900 h 833476"/>
              <a:gd name="connsiteX120" fmla="*/ 2289976 w 2790908"/>
              <a:gd name="connsiteY120" fmla="*/ 622705 h 833476"/>
              <a:gd name="connsiteX121" fmla="*/ 2297927 w 2790908"/>
              <a:gd name="connsiteY121" fmla="*/ 646559 h 833476"/>
              <a:gd name="connsiteX122" fmla="*/ 2313830 w 2790908"/>
              <a:gd name="connsiteY122" fmla="*/ 749926 h 833476"/>
              <a:gd name="connsiteX123" fmla="*/ 2321781 w 2790908"/>
              <a:gd name="connsiteY123" fmla="*/ 789683 h 833476"/>
              <a:gd name="connsiteX124" fmla="*/ 2353587 w 2790908"/>
              <a:gd name="connsiteY124" fmla="*/ 781732 h 833476"/>
              <a:gd name="connsiteX125" fmla="*/ 2401294 w 2790908"/>
              <a:gd name="connsiteY125" fmla="*/ 765829 h 833476"/>
              <a:gd name="connsiteX126" fmla="*/ 2409246 w 2790908"/>
              <a:gd name="connsiteY126" fmla="*/ 741975 h 833476"/>
              <a:gd name="connsiteX127" fmla="*/ 2417197 w 2790908"/>
              <a:gd name="connsiteY127" fmla="*/ 710170 h 833476"/>
              <a:gd name="connsiteX128" fmla="*/ 2472856 w 2790908"/>
              <a:gd name="connsiteY128" fmla="*/ 638608 h 833476"/>
              <a:gd name="connsiteX129" fmla="*/ 2496710 w 2790908"/>
              <a:gd name="connsiteY129" fmla="*/ 590900 h 833476"/>
              <a:gd name="connsiteX130" fmla="*/ 2512613 w 2790908"/>
              <a:gd name="connsiteY130" fmla="*/ 622705 h 833476"/>
              <a:gd name="connsiteX131" fmla="*/ 2520564 w 2790908"/>
              <a:gd name="connsiteY131" fmla="*/ 694267 h 833476"/>
              <a:gd name="connsiteX132" fmla="*/ 2528515 w 2790908"/>
              <a:gd name="connsiteY132" fmla="*/ 670413 h 833476"/>
              <a:gd name="connsiteX133" fmla="*/ 2544418 w 2790908"/>
              <a:gd name="connsiteY133" fmla="*/ 646559 h 833476"/>
              <a:gd name="connsiteX134" fmla="*/ 2568272 w 2790908"/>
              <a:gd name="connsiteY134" fmla="*/ 662462 h 833476"/>
              <a:gd name="connsiteX135" fmla="*/ 2600077 w 2790908"/>
              <a:gd name="connsiteY135" fmla="*/ 670413 h 833476"/>
              <a:gd name="connsiteX136" fmla="*/ 2623931 w 2790908"/>
              <a:gd name="connsiteY136" fmla="*/ 678365 h 833476"/>
              <a:gd name="connsiteX137" fmla="*/ 2655736 w 2790908"/>
              <a:gd name="connsiteY137" fmla="*/ 670413 h 833476"/>
              <a:gd name="connsiteX138" fmla="*/ 2671639 w 2790908"/>
              <a:gd name="connsiteY138" fmla="*/ 638608 h 833476"/>
              <a:gd name="connsiteX139" fmla="*/ 2695493 w 2790908"/>
              <a:gd name="connsiteY139" fmla="*/ 662462 h 833476"/>
              <a:gd name="connsiteX140" fmla="*/ 2743200 w 2790908"/>
              <a:gd name="connsiteY140" fmla="*/ 670413 h 833476"/>
              <a:gd name="connsiteX141" fmla="*/ 2790908 w 2790908"/>
              <a:gd name="connsiteY141" fmla="*/ 686316 h 833476"/>
              <a:gd name="connsiteX0" fmla="*/ 0 w 2790908"/>
              <a:gd name="connsiteY0" fmla="*/ 670413 h 833476"/>
              <a:gd name="connsiteX1" fmla="*/ 47708 w 2790908"/>
              <a:gd name="connsiteY1" fmla="*/ 662462 h 833476"/>
              <a:gd name="connsiteX2" fmla="*/ 55660 w 2790908"/>
              <a:gd name="connsiteY2" fmla="*/ 686316 h 833476"/>
              <a:gd name="connsiteX3" fmla="*/ 87465 w 2790908"/>
              <a:gd name="connsiteY3" fmla="*/ 678365 h 833476"/>
              <a:gd name="connsiteX4" fmla="*/ 111319 w 2790908"/>
              <a:gd name="connsiteY4" fmla="*/ 662462 h 833476"/>
              <a:gd name="connsiteX5" fmla="*/ 174929 w 2790908"/>
              <a:gd name="connsiteY5" fmla="*/ 678365 h 833476"/>
              <a:gd name="connsiteX6" fmla="*/ 206734 w 2790908"/>
              <a:gd name="connsiteY6" fmla="*/ 686316 h 833476"/>
              <a:gd name="connsiteX7" fmla="*/ 238540 w 2790908"/>
              <a:gd name="connsiteY7" fmla="*/ 694267 h 833476"/>
              <a:gd name="connsiteX8" fmla="*/ 262394 w 2790908"/>
              <a:gd name="connsiteY8" fmla="*/ 694267 h 833476"/>
              <a:gd name="connsiteX9" fmla="*/ 286247 w 2790908"/>
              <a:gd name="connsiteY9" fmla="*/ 702218 h 833476"/>
              <a:gd name="connsiteX10" fmla="*/ 310101 w 2790908"/>
              <a:gd name="connsiteY10" fmla="*/ 694267 h 833476"/>
              <a:gd name="connsiteX11" fmla="*/ 349858 w 2790908"/>
              <a:gd name="connsiteY11" fmla="*/ 670413 h 833476"/>
              <a:gd name="connsiteX12" fmla="*/ 405517 w 2790908"/>
              <a:gd name="connsiteY12" fmla="*/ 702218 h 833476"/>
              <a:gd name="connsiteX13" fmla="*/ 413468 w 2790908"/>
              <a:gd name="connsiteY13" fmla="*/ 678365 h 833476"/>
              <a:gd name="connsiteX14" fmla="*/ 461176 w 2790908"/>
              <a:gd name="connsiteY14" fmla="*/ 686316 h 833476"/>
              <a:gd name="connsiteX15" fmla="*/ 492981 w 2790908"/>
              <a:gd name="connsiteY15" fmla="*/ 726072 h 833476"/>
              <a:gd name="connsiteX16" fmla="*/ 508884 w 2790908"/>
              <a:gd name="connsiteY16" fmla="*/ 702218 h 833476"/>
              <a:gd name="connsiteX17" fmla="*/ 516835 w 2790908"/>
              <a:gd name="connsiteY17" fmla="*/ 678365 h 833476"/>
              <a:gd name="connsiteX18" fmla="*/ 540689 w 2790908"/>
              <a:gd name="connsiteY18" fmla="*/ 670413 h 833476"/>
              <a:gd name="connsiteX19" fmla="*/ 564543 w 2790908"/>
              <a:gd name="connsiteY19" fmla="*/ 654511 h 833476"/>
              <a:gd name="connsiteX20" fmla="*/ 572494 w 2790908"/>
              <a:gd name="connsiteY20" fmla="*/ 519338 h 833476"/>
              <a:gd name="connsiteX21" fmla="*/ 588397 w 2790908"/>
              <a:gd name="connsiteY21" fmla="*/ 495485 h 833476"/>
              <a:gd name="connsiteX22" fmla="*/ 596348 w 2790908"/>
              <a:gd name="connsiteY22" fmla="*/ 463679 h 833476"/>
              <a:gd name="connsiteX23" fmla="*/ 598100 w 2790908"/>
              <a:gd name="connsiteY23" fmla="*/ 253611 h 833476"/>
              <a:gd name="connsiteX24" fmla="*/ 604300 w 2790908"/>
              <a:gd name="connsiteY24" fmla="*/ 217189 h 833476"/>
              <a:gd name="connsiteX25" fmla="*/ 620202 w 2790908"/>
              <a:gd name="connsiteY25" fmla="*/ 145627 h 833476"/>
              <a:gd name="connsiteX26" fmla="*/ 644056 w 2790908"/>
              <a:gd name="connsiteY26" fmla="*/ 82017 h 833476"/>
              <a:gd name="connsiteX27" fmla="*/ 667910 w 2790908"/>
              <a:gd name="connsiteY27" fmla="*/ 66114 h 833476"/>
              <a:gd name="connsiteX28" fmla="*/ 707667 w 2790908"/>
              <a:gd name="connsiteY28" fmla="*/ 105871 h 833476"/>
              <a:gd name="connsiteX29" fmla="*/ 723569 w 2790908"/>
              <a:gd name="connsiteY29" fmla="*/ 129725 h 833476"/>
              <a:gd name="connsiteX30" fmla="*/ 755374 w 2790908"/>
              <a:gd name="connsiteY30" fmla="*/ 177432 h 833476"/>
              <a:gd name="connsiteX31" fmla="*/ 779228 w 2790908"/>
              <a:gd name="connsiteY31" fmla="*/ 161530 h 833476"/>
              <a:gd name="connsiteX32" fmla="*/ 818985 w 2790908"/>
              <a:gd name="connsiteY32" fmla="*/ 129725 h 833476"/>
              <a:gd name="connsiteX33" fmla="*/ 842839 w 2790908"/>
              <a:gd name="connsiteY33" fmla="*/ 145627 h 833476"/>
              <a:gd name="connsiteX34" fmla="*/ 874644 w 2790908"/>
              <a:gd name="connsiteY34" fmla="*/ 137676 h 833476"/>
              <a:gd name="connsiteX35" fmla="*/ 906449 w 2790908"/>
              <a:gd name="connsiteY35" fmla="*/ 161530 h 833476"/>
              <a:gd name="connsiteX36" fmla="*/ 938254 w 2790908"/>
              <a:gd name="connsiteY36" fmla="*/ 113822 h 833476"/>
              <a:gd name="connsiteX37" fmla="*/ 946206 w 2790908"/>
              <a:gd name="connsiteY37" fmla="*/ 137676 h 833476"/>
              <a:gd name="connsiteX38" fmla="*/ 970060 w 2790908"/>
              <a:gd name="connsiteY38" fmla="*/ 74065 h 833476"/>
              <a:gd name="connsiteX39" fmla="*/ 985962 w 2790908"/>
              <a:gd name="connsiteY39" fmla="*/ 137676 h 833476"/>
              <a:gd name="connsiteX40" fmla="*/ 993914 w 2790908"/>
              <a:gd name="connsiteY40" fmla="*/ 193335 h 833476"/>
              <a:gd name="connsiteX41" fmla="*/ 1009816 w 2790908"/>
              <a:gd name="connsiteY41" fmla="*/ 241043 h 833476"/>
              <a:gd name="connsiteX42" fmla="*/ 1017767 w 2790908"/>
              <a:gd name="connsiteY42" fmla="*/ 209238 h 833476"/>
              <a:gd name="connsiteX43" fmla="*/ 1033670 w 2790908"/>
              <a:gd name="connsiteY43" fmla="*/ 185384 h 833476"/>
              <a:gd name="connsiteX44" fmla="*/ 1041621 w 2790908"/>
              <a:gd name="connsiteY44" fmla="*/ 161530 h 833476"/>
              <a:gd name="connsiteX45" fmla="*/ 1073427 w 2790908"/>
              <a:gd name="connsiteY45" fmla="*/ 209238 h 833476"/>
              <a:gd name="connsiteX46" fmla="*/ 1081378 w 2790908"/>
              <a:gd name="connsiteY46" fmla="*/ 248994 h 833476"/>
              <a:gd name="connsiteX47" fmla="*/ 1097280 w 2790908"/>
              <a:gd name="connsiteY47" fmla="*/ 392118 h 833476"/>
              <a:gd name="connsiteX48" fmla="*/ 1105232 w 2790908"/>
              <a:gd name="connsiteY48" fmla="*/ 415972 h 833476"/>
              <a:gd name="connsiteX49" fmla="*/ 1113183 w 2790908"/>
              <a:gd name="connsiteY49" fmla="*/ 447777 h 833476"/>
              <a:gd name="connsiteX50" fmla="*/ 1129086 w 2790908"/>
              <a:gd name="connsiteY50" fmla="*/ 471631 h 833476"/>
              <a:gd name="connsiteX51" fmla="*/ 1137037 w 2790908"/>
              <a:gd name="connsiteY51" fmla="*/ 590900 h 833476"/>
              <a:gd name="connsiteX52" fmla="*/ 1144988 w 2790908"/>
              <a:gd name="connsiteY52" fmla="*/ 630657 h 833476"/>
              <a:gd name="connsiteX53" fmla="*/ 1157791 w 2790908"/>
              <a:gd name="connsiteY53" fmla="*/ 833476 h 833476"/>
              <a:gd name="connsiteX54" fmla="*/ 1176794 w 2790908"/>
              <a:gd name="connsiteY54" fmla="*/ 765829 h 833476"/>
              <a:gd name="connsiteX55" fmla="*/ 1192696 w 2790908"/>
              <a:gd name="connsiteY55" fmla="*/ 678365 h 833476"/>
              <a:gd name="connsiteX56" fmla="*/ 1200647 w 2790908"/>
              <a:gd name="connsiteY56" fmla="*/ 646559 h 833476"/>
              <a:gd name="connsiteX57" fmla="*/ 1208599 w 2790908"/>
              <a:gd name="connsiteY57" fmla="*/ 670413 h 833476"/>
              <a:gd name="connsiteX58" fmla="*/ 1224501 w 2790908"/>
              <a:gd name="connsiteY58" fmla="*/ 710170 h 833476"/>
              <a:gd name="connsiteX59" fmla="*/ 1240404 w 2790908"/>
              <a:gd name="connsiteY59" fmla="*/ 686316 h 833476"/>
              <a:gd name="connsiteX60" fmla="*/ 1248355 w 2790908"/>
              <a:gd name="connsiteY60" fmla="*/ 654511 h 833476"/>
              <a:gd name="connsiteX61" fmla="*/ 1272209 w 2790908"/>
              <a:gd name="connsiteY61" fmla="*/ 670413 h 833476"/>
              <a:gd name="connsiteX62" fmla="*/ 1280160 w 2790908"/>
              <a:gd name="connsiteY62" fmla="*/ 702218 h 833476"/>
              <a:gd name="connsiteX63" fmla="*/ 1288112 w 2790908"/>
              <a:gd name="connsiteY63" fmla="*/ 678365 h 833476"/>
              <a:gd name="connsiteX64" fmla="*/ 1296063 w 2790908"/>
              <a:gd name="connsiteY64" fmla="*/ 702218 h 833476"/>
              <a:gd name="connsiteX65" fmla="*/ 1311966 w 2790908"/>
              <a:gd name="connsiteY65" fmla="*/ 734024 h 833476"/>
              <a:gd name="connsiteX66" fmla="*/ 1327868 w 2790908"/>
              <a:gd name="connsiteY66" fmla="*/ 710170 h 833476"/>
              <a:gd name="connsiteX67" fmla="*/ 1335820 w 2790908"/>
              <a:gd name="connsiteY67" fmla="*/ 670413 h 833476"/>
              <a:gd name="connsiteX68" fmla="*/ 1359674 w 2790908"/>
              <a:gd name="connsiteY68" fmla="*/ 718121 h 833476"/>
              <a:gd name="connsiteX69" fmla="*/ 1391479 w 2790908"/>
              <a:gd name="connsiteY69" fmla="*/ 670413 h 833476"/>
              <a:gd name="connsiteX70" fmla="*/ 1415333 w 2790908"/>
              <a:gd name="connsiteY70" fmla="*/ 702218 h 833476"/>
              <a:gd name="connsiteX71" fmla="*/ 1423284 w 2790908"/>
              <a:gd name="connsiteY71" fmla="*/ 662462 h 833476"/>
              <a:gd name="connsiteX72" fmla="*/ 1447138 w 2790908"/>
              <a:gd name="connsiteY72" fmla="*/ 654511 h 833476"/>
              <a:gd name="connsiteX73" fmla="*/ 1455089 w 2790908"/>
              <a:gd name="connsiteY73" fmla="*/ 702218 h 833476"/>
              <a:gd name="connsiteX74" fmla="*/ 1463040 w 2790908"/>
              <a:gd name="connsiteY74" fmla="*/ 678365 h 833476"/>
              <a:gd name="connsiteX75" fmla="*/ 1494846 w 2790908"/>
              <a:gd name="connsiteY75" fmla="*/ 694267 h 833476"/>
              <a:gd name="connsiteX76" fmla="*/ 1502797 w 2790908"/>
              <a:gd name="connsiteY76" fmla="*/ 598852 h 833476"/>
              <a:gd name="connsiteX77" fmla="*/ 1534602 w 2790908"/>
              <a:gd name="connsiteY77" fmla="*/ 686316 h 833476"/>
              <a:gd name="connsiteX78" fmla="*/ 1550505 w 2790908"/>
              <a:gd name="connsiteY78" fmla="*/ 710170 h 833476"/>
              <a:gd name="connsiteX79" fmla="*/ 1606164 w 2790908"/>
              <a:gd name="connsiteY79" fmla="*/ 686316 h 833476"/>
              <a:gd name="connsiteX80" fmla="*/ 1653872 w 2790908"/>
              <a:gd name="connsiteY80" fmla="*/ 678365 h 833476"/>
              <a:gd name="connsiteX81" fmla="*/ 1669774 w 2790908"/>
              <a:gd name="connsiteY81" fmla="*/ 622705 h 833476"/>
              <a:gd name="connsiteX82" fmla="*/ 1685677 w 2790908"/>
              <a:gd name="connsiteY82" fmla="*/ 479582 h 833476"/>
              <a:gd name="connsiteX83" fmla="*/ 1701580 w 2790908"/>
              <a:gd name="connsiteY83" fmla="*/ 431874 h 833476"/>
              <a:gd name="connsiteX84" fmla="*/ 1709531 w 2790908"/>
              <a:gd name="connsiteY84" fmla="*/ 288751 h 833476"/>
              <a:gd name="connsiteX85" fmla="*/ 1745785 w 2790908"/>
              <a:gd name="connsiteY85" fmla="*/ 345884 h 833476"/>
              <a:gd name="connsiteX86" fmla="*/ 1758990 w 2790908"/>
              <a:gd name="connsiteY86" fmla="*/ 216996 h 833476"/>
              <a:gd name="connsiteX87" fmla="*/ 1757239 w 2790908"/>
              <a:gd name="connsiteY87" fmla="*/ 113822 h 833476"/>
              <a:gd name="connsiteX88" fmla="*/ 1765190 w 2790908"/>
              <a:gd name="connsiteY88" fmla="*/ 66114 h 833476"/>
              <a:gd name="connsiteX89" fmla="*/ 1804947 w 2790908"/>
              <a:gd name="connsiteY89" fmla="*/ 89968 h 833476"/>
              <a:gd name="connsiteX90" fmla="*/ 1812898 w 2790908"/>
              <a:gd name="connsiteY90" fmla="*/ 137676 h 833476"/>
              <a:gd name="connsiteX91" fmla="*/ 1828800 w 2790908"/>
              <a:gd name="connsiteY91" fmla="*/ 264897 h 833476"/>
              <a:gd name="connsiteX92" fmla="*/ 1852654 w 2790908"/>
              <a:gd name="connsiteY92" fmla="*/ 256945 h 833476"/>
              <a:gd name="connsiteX93" fmla="*/ 1860606 w 2790908"/>
              <a:gd name="connsiteY93" fmla="*/ 233092 h 833476"/>
              <a:gd name="connsiteX94" fmla="*/ 1876508 w 2790908"/>
              <a:gd name="connsiteY94" fmla="*/ 209238 h 833476"/>
              <a:gd name="connsiteX95" fmla="*/ 1884460 w 2790908"/>
              <a:gd name="connsiteY95" fmla="*/ 177432 h 833476"/>
              <a:gd name="connsiteX96" fmla="*/ 1900362 w 2790908"/>
              <a:gd name="connsiteY96" fmla="*/ 129725 h 833476"/>
              <a:gd name="connsiteX97" fmla="*/ 1924216 w 2790908"/>
              <a:gd name="connsiteY97" fmla="*/ 153578 h 833476"/>
              <a:gd name="connsiteX98" fmla="*/ 1932167 w 2790908"/>
              <a:gd name="connsiteY98" fmla="*/ 177432 h 833476"/>
              <a:gd name="connsiteX99" fmla="*/ 1979875 w 2790908"/>
              <a:gd name="connsiteY99" fmla="*/ 161530 h 833476"/>
              <a:gd name="connsiteX100" fmla="*/ 1988228 w 2790908"/>
              <a:gd name="connsiteY100" fmla="*/ 4171 h 833476"/>
              <a:gd name="connsiteX101" fmla="*/ 1989578 w 2790908"/>
              <a:gd name="connsiteY101" fmla="*/ 58163 h 833476"/>
              <a:gd name="connsiteX102" fmla="*/ 1995778 w 2790908"/>
              <a:gd name="connsiteY102" fmla="*/ 193335 h 833476"/>
              <a:gd name="connsiteX103" fmla="*/ 2003729 w 2790908"/>
              <a:gd name="connsiteY103" fmla="*/ 256945 h 833476"/>
              <a:gd name="connsiteX104" fmla="*/ 2014781 w 2790908"/>
              <a:gd name="connsiteY104" fmla="*/ 354924 h 833476"/>
              <a:gd name="connsiteX105" fmla="*/ 2035534 w 2790908"/>
              <a:gd name="connsiteY105" fmla="*/ 201286 h 833476"/>
              <a:gd name="connsiteX106" fmla="*/ 2043486 w 2790908"/>
              <a:gd name="connsiteY106" fmla="*/ 145627 h 833476"/>
              <a:gd name="connsiteX107" fmla="*/ 2059388 w 2790908"/>
              <a:gd name="connsiteY107" fmla="*/ 177432 h 833476"/>
              <a:gd name="connsiteX108" fmla="*/ 2122999 w 2790908"/>
              <a:gd name="connsiteY108" fmla="*/ 177432 h 833476"/>
              <a:gd name="connsiteX109" fmla="*/ 2146853 w 2790908"/>
              <a:gd name="connsiteY109" fmla="*/ 185384 h 833476"/>
              <a:gd name="connsiteX110" fmla="*/ 2178658 w 2790908"/>
              <a:gd name="connsiteY110" fmla="*/ 169481 h 833476"/>
              <a:gd name="connsiteX111" fmla="*/ 2194560 w 2790908"/>
              <a:gd name="connsiteY111" fmla="*/ 201286 h 833476"/>
              <a:gd name="connsiteX112" fmla="*/ 2210463 w 2790908"/>
              <a:gd name="connsiteY112" fmla="*/ 225140 h 833476"/>
              <a:gd name="connsiteX113" fmla="*/ 2218414 w 2790908"/>
              <a:gd name="connsiteY113" fmla="*/ 256945 h 833476"/>
              <a:gd name="connsiteX114" fmla="*/ 2234317 w 2790908"/>
              <a:gd name="connsiteY114" fmla="*/ 288751 h 833476"/>
              <a:gd name="connsiteX115" fmla="*/ 2242268 w 2790908"/>
              <a:gd name="connsiteY115" fmla="*/ 352361 h 833476"/>
              <a:gd name="connsiteX116" fmla="*/ 2250220 w 2790908"/>
              <a:gd name="connsiteY116" fmla="*/ 392118 h 833476"/>
              <a:gd name="connsiteX117" fmla="*/ 2258171 w 2790908"/>
              <a:gd name="connsiteY117" fmla="*/ 479582 h 833476"/>
              <a:gd name="connsiteX118" fmla="*/ 2266122 w 2790908"/>
              <a:gd name="connsiteY118" fmla="*/ 519338 h 833476"/>
              <a:gd name="connsiteX119" fmla="*/ 2274074 w 2790908"/>
              <a:gd name="connsiteY119" fmla="*/ 590900 h 833476"/>
              <a:gd name="connsiteX120" fmla="*/ 2289976 w 2790908"/>
              <a:gd name="connsiteY120" fmla="*/ 622705 h 833476"/>
              <a:gd name="connsiteX121" fmla="*/ 2297927 w 2790908"/>
              <a:gd name="connsiteY121" fmla="*/ 646559 h 833476"/>
              <a:gd name="connsiteX122" fmla="*/ 2313830 w 2790908"/>
              <a:gd name="connsiteY122" fmla="*/ 749926 h 833476"/>
              <a:gd name="connsiteX123" fmla="*/ 2321781 w 2790908"/>
              <a:gd name="connsiteY123" fmla="*/ 789683 h 833476"/>
              <a:gd name="connsiteX124" fmla="*/ 2353587 w 2790908"/>
              <a:gd name="connsiteY124" fmla="*/ 781732 h 833476"/>
              <a:gd name="connsiteX125" fmla="*/ 2401294 w 2790908"/>
              <a:gd name="connsiteY125" fmla="*/ 765829 h 833476"/>
              <a:gd name="connsiteX126" fmla="*/ 2409246 w 2790908"/>
              <a:gd name="connsiteY126" fmla="*/ 741975 h 833476"/>
              <a:gd name="connsiteX127" fmla="*/ 2417197 w 2790908"/>
              <a:gd name="connsiteY127" fmla="*/ 710170 h 833476"/>
              <a:gd name="connsiteX128" fmla="*/ 2472856 w 2790908"/>
              <a:gd name="connsiteY128" fmla="*/ 638608 h 833476"/>
              <a:gd name="connsiteX129" fmla="*/ 2496710 w 2790908"/>
              <a:gd name="connsiteY129" fmla="*/ 590900 h 833476"/>
              <a:gd name="connsiteX130" fmla="*/ 2512613 w 2790908"/>
              <a:gd name="connsiteY130" fmla="*/ 622705 h 833476"/>
              <a:gd name="connsiteX131" fmla="*/ 2520564 w 2790908"/>
              <a:gd name="connsiteY131" fmla="*/ 694267 h 833476"/>
              <a:gd name="connsiteX132" fmla="*/ 2528515 w 2790908"/>
              <a:gd name="connsiteY132" fmla="*/ 670413 h 833476"/>
              <a:gd name="connsiteX133" fmla="*/ 2544418 w 2790908"/>
              <a:gd name="connsiteY133" fmla="*/ 646559 h 833476"/>
              <a:gd name="connsiteX134" fmla="*/ 2568272 w 2790908"/>
              <a:gd name="connsiteY134" fmla="*/ 662462 h 833476"/>
              <a:gd name="connsiteX135" fmla="*/ 2600077 w 2790908"/>
              <a:gd name="connsiteY135" fmla="*/ 670413 h 833476"/>
              <a:gd name="connsiteX136" fmla="*/ 2623931 w 2790908"/>
              <a:gd name="connsiteY136" fmla="*/ 678365 h 833476"/>
              <a:gd name="connsiteX137" fmla="*/ 2655736 w 2790908"/>
              <a:gd name="connsiteY137" fmla="*/ 670413 h 833476"/>
              <a:gd name="connsiteX138" fmla="*/ 2671639 w 2790908"/>
              <a:gd name="connsiteY138" fmla="*/ 638608 h 833476"/>
              <a:gd name="connsiteX139" fmla="*/ 2695493 w 2790908"/>
              <a:gd name="connsiteY139" fmla="*/ 662462 h 833476"/>
              <a:gd name="connsiteX140" fmla="*/ 2743200 w 2790908"/>
              <a:gd name="connsiteY140" fmla="*/ 670413 h 833476"/>
              <a:gd name="connsiteX141" fmla="*/ 2790908 w 2790908"/>
              <a:gd name="connsiteY141" fmla="*/ 686316 h 833476"/>
              <a:gd name="connsiteX0" fmla="*/ 0 w 2790908"/>
              <a:gd name="connsiteY0" fmla="*/ 670413 h 833476"/>
              <a:gd name="connsiteX1" fmla="*/ 47708 w 2790908"/>
              <a:gd name="connsiteY1" fmla="*/ 662462 h 833476"/>
              <a:gd name="connsiteX2" fmla="*/ 55660 w 2790908"/>
              <a:gd name="connsiteY2" fmla="*/ 686316 h 833476"/>
              <a:gd name="connsiteX3" fmla="*/ 87465 w 2790908"/>
              <a:gd name="connsiteY3" fmla="*/ 678365 h 833476"/>
              <a:gd name="connsiteX4" fmla="*/ 111319 w 2790908"/>
              <a:gd name="connsiteY4" fmla="*/ 662462 h 833476"/>
              <a:gd name="connsiteX5" fmla="*/ 174929 w 2790908"/>
              <a:gd name="connsiteY5" fmla="*/ 678365 h 833476"/>
              <a:gd name="connsiteX6" fmla="*/ 206734 w 2790908"/>
              <a:gd name="connsiteY6" fmla="*/ 686316 h 833476"/>
              <a:gd name="connsiteX7" fmla="*/ 238540 w 2790908"/>
              <a:gd name="connsiteY7" fmla="*/ 694267 h 833476"/>
              <a:gd name="connsiteX8" fmla="*/ 262394 w 2790908"/>
              <a:gd name="connsiteY8" fmla="*/ 694267 h 833476"/>
              <a:gd name="connsiteX9" fmla="*/ 286247 w 2790908"/>
              <a:gd name="connsiteY9" fmla="*/ 702218 h 833476"/>
              <a:gd name="connsiteX10" fmla="*/ 310101 w 2790908"/>
              <a:gd name="connsiteY10" fmla="*/ 694267 h 833476"/>
              <a:gd name="connsiteX11" fmla="*/ 349858 w 2790908"/>
              <a:gd name="connsiteY11" fmla="*/ 670413 h 833476"/>
              <a:gd name="connsiteX12" fmla="*/ 405517 w 2790908"/>
              <a:gd name="connsiteY12" fmla="*/ 702218 h 833476"/>
              <a:gd name="connsiteX13" fmla="*/ 413468 w 2790908"/>
              <a:gd name="connsiteY13" fmla="*/ 678365 h 833476"/>
              <a:gd name="connsiteX14" fmla="*/ 461176 w 2790908"/>
              <a:gd name="connsiteY14" fmla="*/ 686316 h 833476"/>
              <a:gd name="connsiteX15" fmla="*/ 492981 w 2790908"/>
              <a:gd name="connsiteY15" fmla="*/ 726072 h 833476"/>
              <a:gd name="connsiteX16" fmla="*/ 508884 w 2790908"/>
              <a:gd name="connsiteY16" fmla="*/ 702218 h 833476"/>
              <a:gd name="connsiteX17" fmla="*/ 516835 w 2790908"/>
              <a:gd name="connsiteY17" fmla="*/ 678365 h 833476"/>
              <a:gd name="connsiteX18" fmla="*/ 540689 w 2790908"/>
              <a:gd name="connsiteY18" fmla="*/ 670413 h 833476"/>
              <a:gd name="connsiteX19" fmla="*/ 564543 w 2790908"/>
              <a:gd name="connsiteY19" fmla="*/ 654511 h 833476"/>
              <a:gd name="connsiteX20" fmla="*/ 572494 w 2790908"/>
              <a:gd name="connsiteY20" fmla="*/ 519338 h 833476"/>
              <a:gd name="connsiteX21" fmla="*/ 588397 w 2790908"/>
              <a:gd name="connsiteY21" fmla="*/ 495485 h 833476"/>
              <a:gd name="connsiteX22" fmla="*/ 596348 w 2790908"/>
              <a:gd name="connsiteY22" fmla="*/ 463679 h 833476"/>
              <a:gd name="connsiteX23" fmla="*/ 598100 w 2790908"/>
              <a:gd name="connsiteY23" fmla="*/ 253611 h 833476"/>
              <a:gd name="connsiteX24" fmla="*/ 604300 w 2790908"/>
              <a:gd name="connsiteY24" fmla="*/ 217189 h 833476"/>
              <a:gd name="connsiteX25" fmla="*/ 620202 w 2790908"/>
              <a:gd name="connsiteY25" fmla="*/ 145627 h 833476"/>
              <a:gd name="connsiteX26" fmla="*/ 644056 w 2790908"/>
              <a:gd name="connsiteY26" fmla="*/ 82017 h 833476"/>
              <a:gd name="connsiteX27" fmla="*/ 667910 w 2790908"/>
              <a:gd name="connsiteY27" fmla="*/ 66114 h 833476"/>
              <a:gd name="connsiteX28" fmla="*/ 707667 w 2790908"/>
              <a:gd name="connsiteY28" fmla="*/ 105871 h 833476"/>
              <a:gd name="connsiteX29" fmla="*/ 723569 w 2790908"/>
              <a:gd name="connsiteY29" fmla="*/ 129725 h 833476"/>
              <a:gd name="connsiteX30" fmla="*/ 755374 w 2790908"/>
              <a:gd name="connsiteY30" fmla="*/ 177432 h 833476"/>
              <a:gd name="connsiteX31" fmla="*/ 779228 w 2790908"/>
              <a:gd name="connsiteY31" fmla="*/ 161530 h 833476"/>
              <a:gd name="connsiteX32" fmla="*/ 818985 w 2790908"/>
              <a:gd name="connsiteY32" fmla="*/ 129725 h 833476"/>
              <a:gd name="connsiteX33" fmla="*/ 842839 w 2790908"/>
              <a:gd name="connsiteY33" fmla="*/ 145627 h 833476"/>
              <a:gd name="connsiteX34" fmla="*/ 874644 w 2790908"/>
              <a:gd name="connsiteY34" fmla="*/ 137676 h 833476"/>
              <a:gd name="connsiteX35" fmla="*/ 906449 w 2790908"/>
              <a:gd name="connsiteY35" fmla="*/ 161530 h 833476"/>
              <a:gd name="connsiteX36" fmla="*/ 938254 w 2790908"/>
              <a:gd name="connsiteY36" fmla="*/ 113822 h 833476"/>
              <a:gd name="connsiteX37" fmla="*/ 946206 w 2790908"/>
              <a:gd name="connsiteY37" fmla="*/ 137676 h 833476"/>
              <a:gd name="connsiteX38" fmla="*/ 970060 w 2790908"/>
              <a:gd name="connsiteY38" fmla="*/ 74065 h 833476"/>
              <a:gd name="connsiteX39" fmla="*/ 985962 w 2790908"/>
              <a:gd name="connsiteY39" fmla="*/ 137676 h 833476"/>
              <a:gd name="connsiteX40" fmla="*/ 993914 w 2790908"/>
              <a:gd name="connsiteY40" fmla="*/ 193335 h 833476"/>
              <a:gd name="connsiteX41" fmla="*/ 1009816 w 2790908"/>
              <a:gd name="connsiteY41" fmla="*/ 241043 h 833476"/>
              <a:gd name="connsiteX42" fmla="*/ 1017767 w 2790908"/>
              <a:gd name="connsiteY42" fmla="*/ 209238 h 833476"/>
              <a:gd name="connsiteX43" fmla="*/ 1033670 w 2790908"/>
              <a:gd name="connsiteY43" fmla="*/ 185384 h 833476"/>
              <a:gd name="connsiteX44" fmla="*/ 1041621 w 2790908"/>
              <a:gd name="connsiteY44" fmla="*/ 161530 h 833476"/>
              <a:gd name="connsiteX45" fmla="*/ 1073427 w 2790908"/>
              <a:gd name="connsiteY45" fmla="*/ 209238 h 833476"/>
              <a:gd name="connsiteX46" fmla="*/ 1081378 w 2790908"/>
              <a:gd name="connsiteY46" fmla="*/ 248994 h 833476"/>
              <a:gd name="connsiteX47" fmla="*/ 1097280 w 2790908"/>
              <a:gd name="connsiteY47" fmla="*/ 392118 h 833476"/>
              <a:gd name="connsiteX48" fmla="*/ 1105232 w 2790908"/>
              <a:gd name="connsiteY48" fmla="*/ 415972 h 833476"/>
              <a:gd name="connsiteX49" fmla="*/ 1113183 w 2790908"/>
              <a:gd name="connsiteY49" fmla="*/ 447777 h 833476"/>
              <a:gd name="connsiteX50" fmla="*/ 1129086 w 2790908"/>
              <a:gd name="connsiteY50" fmla="*/ 471631 h 833476"/>
              <a:gd name="connsiteX51" fmla="*/ 1137037 w 2790908"/>
              <a:gd name="connsiteY51" fmla="*/ 590900 h 833476"/>
              <a:gd name="connsiteX52" fmla="*/ 1144988 w 2790908"/>
              <a:gd name="connsiteY52" fmla="*/ 630657 h 833476"/>
              <a:gd name="connsiteX53" fmla="*/ 1157791 w 2790908"/>
              <a:gd name="connsiteY53" fmla="*/ 833476 h 833476"/>
              <a:gd name="connsiteX54" fmla="*/ 1176794 w 2790908"/>
              <a:gd name="connsiteY54" fmla="*/ 765829 h 833476"/>
              <a:gd name="connsiteX55" fmla="*/ 1192696 w 2790908"/>
              <a:gd name="connsiteY55" fmla="*/ 678365 h 833476"/>
              <a:gd name="connsiteX56" fmla="*/ 1200647 w 2790908"/>
              <a:gd name="connsiteY56" fmla="*/ 646559 h 833476"/>
              <a:gd name="connsiteX57" fmla="*/ 1208599 w 2790908"/>
              <a:gd name="connsiteY57" fmla="*/ 670413 h 833476"/>
              <a:gd name="connsiteX58" fmla="*/ 1224501 w 2790908"/>
              <a:gd name="connsiteY58" fmla="*/ 710170 h 833476"/>
              <a:gd name="connsiteX59" fmla="*/ 1240404 w 2790908"/>
              <a:gd name="connsiteY59" fmla="*/ 686316 h 833476"/>
              <a:gd name="connsiteX60" fmla="*/ 1248355 w 2790908"/>
              <a:gd name="connsiteY60" fmla="*/ 654511 h 833476"/>
              <a:gd name="connsiteX61" fmla="*/ 1272209 w 2790908"/>
              <a:gd name="connsiteY61" fmla="*/ 670413 h 833476"/>
              <a:gd name="connsiteX62" fmla="*/ 1280160 w 2790908"/>
              <a:gd name="connsiteY62" fmla="*/ 702218 h 833476"/>
              <a:gd name="connsiteX63" fmla="*/ 1288112 w 2790908"/>
              <a:gd name="connsiteY63" fmla="*/ 678365 h 833476"/>
              <a:gd name="connsiteX64" fmla="*/ 1296063 w 2790908"/>
              <a:gd name="connsiteY64" fmla="*/ 702218 h 833476"/>
              <a:gd name="connsiteX65" fmla="*/ 1311966 w 2790908"/>
              <a:gd name="connsiteY65" fmla="*/ 734024 h 833476"/>
              <a:gd name="connsiteX66" fmla="*/ 1327868 w 2790908"/>
              <a:gd name="connsiteY66" fmla="*/ 710170 h 833476"/>
              <a:gd name="connsiteX67" fmla="*/ 1335820 w 2790908"/>
              <a:gd name="connsiteY67" fmla="*/ 670413 h 833476"/>
              <a:gd name="connsiteX68" fmla="*/ 1359674 w 2790908"/>
              <a:gd name="connsiteY68" fmla="*/ 718121 h 833476"/>
              <a:gd name="connsiteX69" fmla="*/ 1391479 w 2790908"/>
              <a:gd name="connsiteY69" fmla="*/ 670413 h 833476"/>
              <a:gd name="connsiteX70" fmla="*/ 1415333 w 2790908"/>
              <a:gd name="connsiteY70" fmla="*/ 702218 h 833476"/>
              <a:gd name="connsiteX71" fmla="*/ 1423284 w 2790908"/>
              <a:gd name="connsiteY71" fmla="*/ 662462 h 833476"/>
              <a:gd name="connsiteX72" fmla="*/ 1447138 w 2790908"/>
              <a:gd name="connsiteY72" fmla="*/ 654511 h 833476"/>
              <a:gd name="connsiteX73" fmla="*/ 1455089 w 2790908"/>
              <a:gd name="connsiteY73" fmla="*/ 702218 h 833476"/>
              <a:gd name="connsiteX74" fmla="*/ 1463040 w 2790908"/>
              <a:gd name="connsiteY74" fmla="*/ 678365 h 833476"/>
              <a:gd name="connsiteX75" fmla="*/ 1494846 w 2790908"/>
              <a:gd name="connsiteY75" fmla="*/ 694267 h 833476"/>
              <a:gd name="connsiteX76" fmla="*/ 1502797 w 2790908"/>
              <a:gd name="connsiteY76" fmla="*/ 598852 h 833476"/>
              <a:gd name="connsiteX77" fmla="*/ 1534602 w 2790908"/>
              <a:gd name="connsiteY77" fmla="*/ 686316 h 833476"/>
              <a:gd name="connsiteX78" fmla="*/ 1550505 w 2790908"/>
              <a:gd name="connsiteY78" fmla="*/ 710170 h 833476"/>
              <a:gd name="connsiteX79" fmla="*/ 1606164 w 2790908"/>
              <a:gd name="connsiteY79" fmla="*/ 686316 h 833476"/>
              <a:gd name="connsiteX80" fmla="*/ 1653872 w 2790908"/>
              <a:gd name="connsiteY80" fmla="*/ 678365 h 833476"/>
              <a:gd name="connsiteX81" fmla="*/ 1669774 w 2790908"/>
              <a:gd name="connsiteY81" fmla="*/ 622705 h 833476"/>
              <a:gd name="connsiteX82" fmla="*/ 1685677 w 2790908"/>
              <a:gd name="connsiteY82" fmla="*/ 479582 h 833476"/>
              <a:gd name="connsiteX83" fmla="*/ 1701580 w 2790908"/>
              <a:gd name="connsiteY83" fmla="*/ 431874 h 833476"/>
              <a:gd name="connsiteX84" fmla="*/ 1709531 w 2790908"/>
              <a:gd name="connsiteY84" fmla="*/ 288751 h 833476"/>
              <a:gd name="connsiteX85" fmla="*/ 1745785 w 2790908"/>
              <a:gd name="connsiteY85" fmla="*/ 345884 h 833476"/>
              <a:gd name="connsiteX86" fmla="*/ 1758990 w 2790908"/>
              <a:gd name="connsiteY86" fmla="*/ 216996 h 833476"/>
              <a:gd name="connsiteX87" fmla="*/ 1757239 w 2790908"/>
              <a:gd name="connsiteY87" fmla="*/ 113822 h 833476"/>
              <a:gd name="connsiteX88" fmla="*/ 1765190 w 2790908"/>
              <a:gd name="connsiteY88" fmla="*/ 66114 h 833476"/>
              <a:gd name="connsiteX89" fmla="*/ 1804947 w 2790908"/>
              <a:gd name="connsiteY89" fmla="*/ 89968 h 833476"/>
              <a:gd name="connsiteX90" fmla="*/ 1812898 w 2790908"/>
              <a:gd name="connsiteY90" fmla="*/ 137676 h 833476"/>
              <a:gd name="connsiteX91" fmla="*/ 1828800 w 2790908"/>
              <a:gd name="connsiteY91" fmla="*/ 264897 h 833476"/>
              <a:gd name="connsiteX92" fmla="*/ 1852654 w 2790908"/>
              <a:gd name="connsiteY92" fmla="*/ 256945 h 833476"/>
              <a:gd name="connsiteX93" fmla="*/ 1860606 w 2790908"/>
              <a:gd name="connsiteY93" fmla="*/ 233092 h 833476"/>
              <a:gd name="connsiteX94" fmla="*/ 1876508 w 2790908"/>
              <a:gd name="connsiteY94" fmla="*/ 209238 h 833476"/>
              <a:gd name="connsiteX95" fmla="*/ 1884460 w 2790908"/>
              <a:gd name="connsiteY95" fmla="*/ 177432 h 833476"/>
              <a:gd name="connsiteX96" fmla="*/ 1900362 w 2790908"/>
              <a:gd name="connsiteY96" fmla="*/ 129725 h 833476"/>
              <a:gd name="connsiteX97" fmla="*/ 1924216 w 2790908"/>
              <a:gd name="connsiteY97" fmla="*/ 153578 h 833476"/>
              <a:gd name="connsiteX98" fmla="*/ 1932167 w 2790908"/>
              <a:gd name="connsiteY98" fmla="*/ 177432 h 833476"/>
              <a:gd name="connsiteX99" fmla="*/ 1979875 w 2790908"/>
              <a:gd name="connsiteY99" fmla="*/ 161530 h 833476"/>
              <a:gd name="connsiteX100" fmla="*/ 1988228 w 2790908"/>
              <a:gd name="connsiteY100" fmla="*/ 4171 h 833476"/>
              <a:gd name="connsiteX101" fmla="*/ 1989578 w 2790908"/>
              <a:gd name="connsiteY101" fmla="*/ 58163 h 833476"/>
              <a:gd name="connsiteX102" fmla="*/ 1995778 w 2790908"/>
              <a:gd name="connsiteY102" fmla="*/ 193335 h 833476"/>
              <a:gd name="connsiteX103" fmla="*/ 2003729 w 2790908"/>
              <a:gd name="connsiteY103" fmla="*/ 256945 h 833476"/>
              <a:gd name="connsiteX104" fmla="*/ 2014781 w 2790908"/>
              <a:gd name="connsiteY104" fmla="*/ 354924 h 833476"/>
              <a:gd name="connsiteX105" fmla="*/ 2035534 w 2790908"/>
              <a:gd name="connsiteY105" fmla="*/ 201286 h 833476"/>
              <a:gd name="connsiteX106" fmla="*/ 2043486 w 2790908"/>
              <a:gd name="connsiteY106" fmla="*/ 145627 h 833476"/>
              <a:gd name="connsiteX107" fmla="*/ 2059388 w 2790908"/>
              <a:gd name="connsiteY107" fmla="*/ 177432 h 833476"/>
              <a:gd name="connsiteX108" fmla="*/ 2122999 w 2790908"/>
              <a:gd name="connsiteY108" fmla="*/ 177432 h 833476"/>
              <a:gd name="connsiteX109" fmla="*/ 2146853 w 2790908"/>
              <a:gd name="connsiteY109" fmla="*/ 185384 h 833476"/>
              <a:gd name="connsiteX110" fmla="*/ 2178658 w 2790908"/>
              <a:gd name="connsiteY110" fmla="*/ 169481 h 833476"/>
              <a:gd name="connsiteX111" fmla="*/ 2194560 w 2790908"/>
              <a:gd name="connsiteY111" fmla="*/ 201286 h 833476"/>
              <a:gd name="connsiteX112" fmla="*/ 2210463 w 2790908"/>
              <a:gd name="connsiteY112" fmla="*/ 225140 h 833476"/>
              <a:gd name="connsiteX113" fmla="*/ 2218414 w 2790908"/>
              <a:gd name="connsiteY113" fmla="*/ 256945 h 833476"/>
              <a:gd name="connsiteX114" fmla="*/ 2234317 w 2790908"/>
              <a:gd name="connsiteY114" fmla="*/ 288751 h 833476"/>
              <a:gd name="connsiteX115" fmla="*/ 2242268 w 2790908"/>
              <a:gd name="connsiteY115" fmla="*/ 352361 h 833476"/>
              <a:gd name="connsiteX116" fmla="*/ 2250220 w 2790908"/>
              <a:gd name="connsiteY116" fmla="*/ 392118 h 833476"/>
              <a:gd name="connsiteX117" fmla="*/ 2258171 w 2790908"/>
              <a:gd name="connsiteY117" fmla="*/ 479582 h 833476"/>
              <a:gd name="connsiteX118" fmla="*/ 2266122 w 2790908"/>
              <a:gd name="connsiteY118" fmla="*/ 519338 h 833476"/>
              <a:gd name="connsiteX119" fmla="*/ 2274074 w 2790908"/>
              <a:gd name="connsiteY119" fmla="*/ 590900 h 833476"/>
              <a:gd name="connsiteX120" fmla="*/ 2289976 w 2790908"/>
              <a:gd name="connsiteY120" fmla="*/ 622705 h 833476"/>
              <a:gd name="connsiteX121" fmla="*/ 2297927 w 2790908"/>
              <a:gd name="connsiteY121" fmla="*/ 646559 h 833476"/>
              <a:gd name="connsiteX122" fmla="*/ 2313830 w 2790908"/>
              <a:gd name="connsiteY122" fmla="*/ 749926 h 833476"/>
              <a:gd name="connsiteX123" fmla="*/ 2321781 w 2790908"/>
              <a:gd name="connsiteY123" fmla="*/ 789683 h 833476"/>
              <a:gd name="connsiteX124" fmla="*/ 2353587 w 2790908"/>
              <a:gd name="connsiteY124" fmla="*/ 781732 h 833476"/>
              <a:gd name="connsiteX125" fmla="*/ 2401294 w 2790908"/>
              <a:gd name="connsiteY125" fmla="*/ 765829 h 833476"/>
              <a:gd name="connsiteX126" fmla="*/ 2409246 w 2790908"/>
              <a:gd name="connsiteY126" fmla="*/ 741975 h 833476"/>
              <a:gd name="connsiteX127" fmla="*/ 2417197 w 2790908"/>
              <a:gd name="connsiteY127" fmla="*/ 710170 h 833476"/>
              <a:gd name="connsiteX128" fmla="*/ 2472856 w 2790908"/>
              <a:gd name="connsiteY128" fmla="*/ 638608 h 833476"/>
              <a:gd name="connsiteX129" fmla="*/ 2496710 w 2790908"/>
              <a:gd name="connsiteY129" fmla="*/ 590900 h 833476"/>
              <a:gd name="connsiteX130" fmla="*/ 2512613 w 2790908"/>
              <a:gd name="connsiteY130" fmla="*/ 622705 h 833476"/>
              <a:gd name="connsiteX131" fmla="*/ 2520564 w 2790908"/>
              <a:gd name="connsiteY131" fmla="*/ 694267 h 833476"/>
              <a:gd name="connsiteX132" fmla="*/ 2528515 w 2790908"/>
              <a:gd name="connsiteY132" fmla="*/ 670413 h 833476"/>
              <a:gd name="connsiteX133" fmla="*/ 2544418 w 2790908"/>
              <a:gd name="connsiteY133" fmla="*/ 646559 h 833476"/>
              <a:gd name="connsiteX134" fmla="*/ 2568272 w 2790908"/>
              <a:gd name="connsiteY134" fmla="*/ 662462 h 833476"/>
              <a:gd name="connsiteX135" fmla="*/ 2600077 w 2790908"/>
              <a:gd name="connsiteY135" fmla="*/ 670413 h 833476"/>
              <a:gd name="connsiteX136" fmla="*/ 2623931 w 2790908"/>
              <a:gd name="connsiteY136" fmla="*/ 678365 h 833476"/>
              <a:gd name="connsiteX137" fmla="*/ 2655736 w 2790908"/>
              <a:gd name="connsiteY137" fmla="*/ 670413 h 833476"/>
              <a:gd name="connsiteX138" fmla="*/ 2671639 w 2790908"/>
              <a:gd name="connsiteY138" fmla="*/ 638608 h 833476"/>
              <a:gd name="connsiteX139" fmla="*/ 2695493 w 2790908"/>
              <a:gd name="connsiteY139" fmla="*/ 662462 h 833476"/>
              <a:gd name="connsiteX140" fmla="*/ 2743200 w 2790908"/>
              <a:gd name="connsiteY140" fmla="*/ 670413 h 833476"/>
              <a:gd name="connsiteX141" fmla="*/ 2790908 w 2790908"/>
              <a:gd name="connsiteY141" fmla="*/ 686316 h 833476"/>
              <a:gd name="connsiteX0" fmla="*/ 0 w 2790908"/>
              <a:gd name="connsiteY0" fmla="*/ 670413 h 833476"/>
              <a:gd name="connsiteX1" fmla="*/ 47708 w 2790908"/>
              <a:gd name="connsiteY1" fmla="*/ 662462 h 833476"/>
              <a:gd name="connsiteX2" fmla="*/ 55660 w 2790908"/>
              <a:gd name="connsiteY2" fmla="*/ 686316 h 833476"/>
              <a:gd name="connsiteX3" fmla="*/ 87465 w 2790908"/>
              <a:gd name="connsiteY3" fmla="*/ 678365 h 833476"/>
              <a:gd name="connsiteX4" fmla="*/ 111319 w 2790908"/>
              <a:gd name="connsiteY4" fmla="*/ 662462 h 833476"/>
              <a:gd name="connsiteX5" fmla="*/ 174929 w 2790908"/>
              <a:gd name="connsiteY5" fmla="*/ 678365 h 833476"/>
              <a:gd name="connsiteX6" fmla="*/ 206734 w 2790908"/>
              <a:gd name="connsiteY6" fmla="*/ 686316 h 833476"/>
              <a:gd name="connsiteX7" fmla="*/ 238540 w 2790908"/>
              <a:gd name="connsiteY7" fmla="*/ 694267 h 833476"/>
              <a:gd name="connsiteX8" fmla="*/ 262394 w 2790908"/>
              <a:gd name="connsiteY8" fmla="*/ 694267 h 833476"/>
              <a:gd name="connsiteX9" fmla="*/ 286247 w 2790908"/>
              <a:gd name="connsiteY9" fmla="*/ 702218 h 833476"/>
              <a:gd name="connsiteX10" fmla="*/ 310101 w 2790908"/>
              <a:gd name="connsiteY10" fmla="*/ 694267 h 833476"/>
              <a:gd name="connsiteX11" fmla="*/ 349858 w 2790908"/>
              <a:gd name="connsiteY11" fmla="*/ 670413 h 833476"/>
              <a:gd name="connsiteX12" fmla="*/ 405517 w 2790908"/>
              <a:gd name="connsiteY12" fmla="*/ 702218 h 833476"/>
              <a:gd name="connsiteX13" fmla="*/ 413468 w 2790908"/>
              <a:gd name="connsiteY13" fmla="*/ 678365 h 833476"/>
              <a:gd name="connsiteX14" fmla="*/ 461176 w 2790908"/>
              <a:gd name="connsiteY14" fmla="*/ 686316 h 833476"/>
              <a:gd name="connsiteX15" fmla="*/ 492981 w 2790908"/>
              <a:gd name="connsiteY15" fmla="*/ 726072 h 833476"/>
              <a:gd name="connsiteX16" fmla="*/ 508884 w 2790908"/>
              <a:gd name="connsiteY16" fmla="*/ 702218 h 833476"/>
              <a:gd name="connsiteX17" fmla="*/ 516835 w 2790908"/>
              <a:gd name="connsiteY17" fmla="*/ 678365 h 833476"/>
              <a:gd name="connsiteX18" fmla="*/ 540689 w 2790908"/>
              <a:gd name="connsiteY18" fmla="*/ 670413 h 833476"/>
              <a:gd name="connsiteX19" fmla="*/ 564543 w 2790908"/>
              <a:gd name="connsiteY19" fmla="*/ 654511 h 833476"/>
              <a:gd name="connsiteX20" fmla="*/ 572494 w 2790908"/>
              <a:gd name="connsiteY20" fmla="*/ 519338 h 833476"/>
              <a:gd name="connsiteX21" fmla="*/ 588397 w 2790908"/>
              <a:gd name="connsiteY21" fmla="*/ 495485 h 833476"/>
              <a:gd name="connsiteX22" fmla="*/ 596348 w 2790908"/>
              <a:gd name="connsiteY22" fmla="*/ 463679 h 833476"/>
              <a:gd name="connsiteX23" fmla="*/ 598100 w 2790908"/>
              <a:gd name="connsiteY23" fmla="*/ 253611 h 833476"/>
              <a:gd name="connsiteX24" fmla="*/ 604300 w 2790908"/>
              <a:gd name="connsiteY24" fmla="*/ 217189 h 833476"/>
              <a:gd name="connsiteX25" fmla="*/ 620202 w 2790908"/>
              <a:gd name="connsiteY25" fmla="*/ 145627 h 833476"/>
              <a:gd name="connsiteX26" fmla="*/ 644056 w 2790908"/>
              <a:gd name="connsiteY26" fmla="*/ 82017 h 833476"/>
              <a:gd name="connsiteX27" fmla="*/ 667910 w 2790908"/>
              <a:gd name="connsiteY27" fmla="*/ 97533 h 833476"/>
              <a:gd name="connsiteX28" fmla="*/ 707667 w 2790908"/>
              <a:gd name="connsiteY28" fmla="*/ 105871 h 833476"/>
              <a:gd name="connsiteX29" fmla="*/ 723569 w 2790908"/>
              <a:gd name="connsiteY29" fmla="*/ 129725 h 833476"/>
              <a:gd name="connsiteX30" fmla="*/ 755374 w 2790908"/>
              <a:gd name="connsiteY30" fmla="*/ 177432 h 833476"/>
              <a:gd name="connsiteX31" fmla="*/ 779228 w 2790908"/>
              <a:gd name="connsiteY31" fmla="*/ 161530 h 833476"/>
              <a:gd name="connsiteX32" fmla="*/ 818985 w 2790908"/>
              <a:gd name="connsiteY32" fmla="*/ 129725 h 833476"/>
              <a:gd name="connsiteX33" fmla="*/ 842839 w 2790908"/>
              <a:gd name="connsiteY33" fmla="*/ 145627 h 833476"/>
              <a:gd name="connsiteX34" fmla="*/ 874644 w 2790908"/>
              <a:gd name="connsiteY34" fmla="*/ 137676 h 833476"/>
              <a:gd name="connsiteX35" fmla="*/ 906449 w 2790908"/>
              <a:gd name="connsiteY35" fmla="*/ 161530 h 833476"/>
              <a:gd name="connsiteX36" fmla="*/ 938254 w 2790908"/>
              <a:gd name="connsiteY36" fmla="*/ 113822 h 833476"/>
              <a:gd name="connsiteX37" fmla="*/ 946206 w 2790908"/>
              <a:gd name="connsiteY37" fmla="*/ 137676 h 833476"/>
              <a:gd name="connsiteX38" fmla="*/ 970060 w 2790908"/>
              <a:gd name="connsiteY38" fmla="*/ 74065 h 833476"/>
              <a:gd name="connsiteX39" fmla="*/ 985962 w 2790908"/>
              <a:gd name="connsiteY39" fmla="*/ 137676 h 833476"/>
              <a:gd name="connsiteX40" fmla="*/ 993914 w 2790908"/>
              <a:gd name="connsiteY40" fmla="*/ 193335 h 833476"/>
              <a:gd name="connsiteX41" fmla="*/ 1009816 w 2790908"/>
              <a:gd name="connsiteY41" fmla="*/ 241043 h 833476"/>
              <a:gd name="connsiteX42" fmla="*/ 1017767 w 2790908"/>
              <a:gd name="connsiteY42" fmla="*/ 209238 h 833476"/>
              <a:gd name="connsiteX43" fmla="*/ 1033670 w 2790908"/>
              <a:gd name="connsiteY43" fmla="*/ 185384 h 833476"/>
              <a:gd name="connsiteX44" fmla="*/ 1041621 w 2790908"/>
              <a:gd name="connsiteY44" fmla="*/ 161530 h 833476"/>
              <a:gd name="connsiteX45" fmla="*/ 1073427 w 2790908"/>
              <a:gd name="connsiteY45" fmla="*/ 209238 h 833476"/>
              <a:gd name="connsiteX46" fmla="*/ 1081378 w 2790908"/>
              <a:gd name="connsiteY46" fmla="*/ 248994 h 833476"/>
              <a:gd name="connsiteX47" fmla="*/ 1097280 w 2790908"/>
              <a:gd name="connsiteY47" fmla="*/ 392118 h 833476"/>
              <a:gd name="connsiteX48" fmla="*/ 1105232 w 2790908"/>
              <a:gd name="connsiteY48" fmla="*/ 415972 h 833476"/>
              <a:gd name="connsiteX49" fmla="*/ 1113183 w 2790908"/>
              <a:gd name="connsiteY49" fmla="*/ 447777 h 833476"/>
              <a:gd name="connsiteX50" fmla="*/ 1129086 w 2790908"/>
              <a:gd name="connsiteY50" fmla="*/ 471631 h 833476"/>
              <a:gd name="connsiteX51" fmla="*/ 1137037 w 2790908"/>
              <a:gd name="connsiteY51" fmla="*/ 590900 h 833476"/>
              <a:gd name="connsiteX52" fmla="*/ 1144988 w 2790908"/>
              <a:gd name="connsiteY52" fmla="*/ 630657 h 833476"/>
              <a:gd name="connsiteX53" fmla="*/ 1157791 w 2790908"/>
              <a:gd name="connsiteY53" fmla="*/ 833476 h 833476"/>
              <a:gd name="connsiteX54" fmla="*/ 1176794 w 2790908"/>
              <a:gd name="connsiteY54" fmla="*/ 765829 h 833476"/>
              <a:gd name="connsiteX55" fmla="*/ 1192696 w 2790908"/>
              <a:gd name="connsiteY55" fmla="*/ 678365 h 833476"/>
              <a:gd name="connsiteX56" fmla="*/ 1200647 w 2790908"/>
              <a:gd name="connsiteY56" fmla="*/ 646559 h 833476"/>
              <a:gd name="connsiteX57" fmla="*/ 1208599 w 2790908"/>
              <a:gd name="connsiteY57" fmla="*/ 670413 h 833476"/>
              <a:gd name="connsiteX58" fmla="*/ 1224501 w 2790908"/>
              <a:gd name="connsiteY58" fmla="*/ 710170 h 833476"/>
              <a:gd name="connsiteX59" fmla="*/ 1240404 w 2790908"/>
              <a:gd name="connsiteY59" fmla="*/ 686316 h 833476"/>
              <a:gd name="connsiteX60" fmla="*/ 1248355 w 2790908"/>
              <a:gd name="connsiteY60" fmla="*/ 654511 h 833476"/>
              <a:gd name="connsiteX61" fmla="*/ 1272209 w 2790908"/>
              <a:gd name="connsiteY61" fmla="*/ 670413 h 833476"/>
              <a:gd name="connsiteX62" fmla="*/ 1280160 w 2790908"/>
              <a:gd name="connsiteY62" fmla="*/ 702218 h 833476"/>
              <a:gd name="connsiteX63" fmla="*/ 1288112 w 2790908"/>
              <a:gd name="connsiteY63" fmla="*/ 678365 h 833476"/>
              <a:gd name="connsiteX64" fmla="*/ 1296063 w 2790908"/>
              <a:gd name="connsiteY64" fmla="*/ 702218 h 833476"/>
              <a:gd name="connsiteX65" fmla="*/ 1311966 w 2790908"/>
              <a:gd name="connsiteY65" fmla="*/ 734024 h 833476"/>
              <a:gd name="connsiteX66" fmla="*/ 1327868 w 2790908"/>
              <a:gd name="connsiteY66" fmla="*/ 710170 h 833476"/>
              <a:gd name="connsiteX67" fmla="*/ 1335820 w 2790908"/>
              <a:gd name="connsiteY67" fmla="*/ 670413 h 833476"/>
              <a:gd name="connsiteX68" fmla="*/ 1359674 w 2790908"/>
              <a:gd name="connsiteY68" fmla="*/ 718121 h 833476"/>
              <a:gd name="connsiteX69" fmla="*/ 1391479 w 2790908"/>
              <a:gd name="connsiteY69" fmla="*/ 670413 h 833476"/>
              <a:gd name="connsiteX70" fmla="*/ 1415333 w 2790908"/>
              <a:gd name="connsiteY70" fmla="*/ 702218 h 833476"/>
              <a:gd name="connsiteX71" fmla="*/ 1423284 w 2790908"/>
              <a:gd name="connsiteY71" fmla="*/ 662462 h 833476"/>
              <a:gd name="connsiteX72" fmla="*/ 1447138 w 2790908"/>
              <a:gd name="connsiteY72" fmla="*/ 654511 h 833476"/>
              <a:gd name="connsiteX73" fmla="*/ 1455089 w 2790908"/>
              <a:gd name="connsiteY73" fmla="*/ 702218 h 833476"/>
              <a:gd name="connsiteX74" fmla="*/ 1463040 w 2790908"/>
              <a:gd name="connsiteY74" fmla="*/ 678365 h 833476"/>
              <a:gd name="connsiteX75" fmla="*/ 1494846 w 2790908"/>
              <a:gd name="connsiteY75" fmla="*/ 694267 h 833476"/>
              <a:gd name="connsiteX76" fmla="*/ 1502797 w 2790908"/>
              <a:gd name="connsiteY76" fmla="*/ 598852 h 833476"/>
              <a:gd name="connsiteX77" fmla="*/ 1534602 w 2790908"/>
              <a:gd name="connsiteY77" fmla="*/ 686316 h 833476"/>
              <a:gd name="connsiteX78" fmla="*/ 1550505 w 2790908"/>
              <a:gd name="connsiteY78" fmla="*/ 710170 h 833476"/>
              <a:gd name="connsiteX79" fmla="*/ 1606164 w 2790908"/>
              <a:gd name="connsiteY79" fmla="*/ 686316 h 833476"/>
              <a:gd name="connsiteX80" fmla="*/ 1653872 w 2790908"/>
              <a:gd name="connsiteY80" fmla="*/ 678365 h 833476"/>
              <a:gd name="connsiteX81" fmla="*/ 1669774 w 2790908"/>
              <a:gd name="connsiteY81" fmla="*/ 622705 h 833476"/>
              <a:gd name="connsiteX82" fmla="*/ 1685677 w 2790908"/>
              <a:gd name="connsiteY82" fmla="*/ 479582 h 833476"/>
              <a:gd name="connsiteX83" fmla="*/ 1701580 w 2790908"/>
              <a:gd name="connsiteY83" fmla="*/ 431874 h 833476"/>
              <a:gd name="connsiteX84" fmla="*/ 1709531 w 2790908"/>
              <a:gd name="connsiteY84" fmla="*/ 288751 h 833476"/>
              <a:gd name="connsiteX85" fmla="*/ 1745785 w 2790908"/>
              <a:gd name="connsiteY85" fmla="*/ 345884 h 833476"/>
              <a:gd name="connsiteX86" fmla="*/ 1758990 w 2790908"/>
              <a:gd name="connsiteY86" fmla="*/ 216996 h 833476"/>
              <a:gd name="connsiteX87" fmla="*/ 1757239 w 2790908"/>
              <a:gd name="connsiteY87" fmla="*/ 113822 h 833476"/>
              <a:gd name="connsiteX88" fmla="*/ 1765190 w 2790908"/>
              <a:gd name="connsiteY88" fmla="*/ 66114 h 833476"/>
              <a:gd name="connsiteX89" fmla="*/ 1804947 w 2790908"/>
              <a:gd name="connsiteY89" fmla="*/ 89968 h 833476"/>
              <a:gd name="connsiteX90" fmla="*/ 1812898 w 2790908"/>
              <a:gd name="connsiteY90" fmla="*/ 137676 h 833476"/>
              <a:gd name="connsiteX91" fmla="*/ 1828800 w 2790908"/>
              <a:gd name="connsiteY91" fmla="*/ 264897 h 833476"/>
              <a:gd name="connsiteX92" fmla="*/ 1852654 w 2790908"/>
              <a:gd name="connsiteY92" fmla="*/ 256945 h 833476"/>
              <a:gd name="connsiteX93" fmla="*/ 1860606 w 2790908"/>
              <a:gd name="connsiteY93" fmla="*/ 233092 h 833476"/>
              <a:gd name="connsiteX94" fmla="*/ 1876508 w 2790908"/>
              <a:gd name="connsiteY94" fmla="*/ 209238 h 833476"/>
              <a:gd name="connsiteX95" fmla="*/ 1884460 w 2790908"/>
              <a:gd name="connsiteY95" fmla="*/ 177432 h 833476"/>
              <a:gd name="connsiteX96" fmla="*/ 1900362 w 2790908"/>
              <a:gd name="connsiteY96" fmla="*/ 129725 h 833476"/>
              <a:gd name="connsiteX97" fmla="*/ 1924216 w 2790908"/>
              <a:gd name="connsiteY97" fmla="*/ 153578 h 833476"/>
              <a:gd name="connsiteX98" fmla="*/ 1932167 w 2790908"/>
              <a:gd name="connsiteY98" fmla="*/ 177432 h 833476"/>
              <a:gd name="connsiteX99" fmla="*/ 1979875 w 2790908"/>
              <a:gd name="connsiteY99" fmla="*/ 161530 h 833476"/>
              <a:gd name="connsiteX100" fmla="*/ 1988228 w 2790908"/>
              <a:gd name="connsiteY100" fmla="*/ 4171 h 833476"/>
              <a:gd name="connsiteX101" fmla="*/ 1989578 w 2790908"/>
              <a:gd name="connsiteY101" fmla="*/ 58163 h 833476"/>
              <a:gd name="connsiteX102" fmla="*/ 1995778 w 2790908"/>
              <a:gd name="connsiteY102" fmla="*/ 193335 h 833476"/>
              <a:gd name="connsiteX103" fmla="*/ 2003729 w 2790908"/>
              <a:gd name="connsiteY103" fmla="*/ 256945 h 833476"/>
              <a:gd name="connsiteX104" fmla="*/ 2014781 w 2790908"/>
              <a:gd name="connsiteY104" fmla="*/ 354924 h 833476"/>
              <a:gd name="connsiteX105" fmla="*/ 2035534 w 2790908"/>
              <a:gd name="connsiteY105" fmla="*/ 201286 h 833476"/>
              <a:gd name="connsiteX106" fmla="*/ 2043486 w 2790908"/>
              <a:gd name="connsiteY106" fmla="*/ 145627 h 833476"/>
              <a:gd name="connsiteX107" fmla="*/ 2059388 w 2790908"/>
              <a:gd name="connsiteY107" fmla="*/ 177432 h 833476"/>
              <a:gd name="connsiteX108" fmla="*/ 2122999 w 2790908"/>
              <a:gd name="connsiteY108" fmla="*/ 177432 h 833476"/>
              <a:gd name="connsiteX109" fmla="*/ 2146853 w 2790908"/>
              <a:gd name="connsiteY109" fmla="*/ 185384 h 833476"/>
              <a:gd name="connsiteX110" fmla="*/ 2178658 w 2790908"/>
              <a:gd name="connsiteY110" fmla="*/ 169481 h 833476"/>
              <a:gd name="connsiteX111" fmla="*/ 2194560 w 2790908"/>
              <a:gd name="connsiteY111" fmla="*/ 201286 h 833476"/>
              <a:gd name="connsiteX112" fmla="*/ 2210463 w 2790908"/>
              <a:gd name="connsiteY112" fmla="*/ 225140 h 833476"/>
              <a:gd name="connsiteX113" fmla="*/ 2218414 w 2790908"/>
              <a:gd name="connsiteY113" fmla="*/ 256945 h 833476"/>
              <a:gd name="connsiteX114" fmla="*/ 2234317 w 2790908"/>
              <a:gd name="connsiteY114" fmla="*/ 288751 h 833476"/>
              <a:gd name="connsiteX115" fmla="*/ 2242268 w 2790908"/>
              <a:gd name="connsiteY115" fmla="*/ 352361 h 833476"/>
              <a:gd name="connsiteX116" fmla="*/ 2250220 w 2790908"/>
              <a:gd name="connsiteY116" fmla="*/ 392118 h 833476"/>
              <a:gd name="connsiteX117" fmla="*/ 2258171 w 2790908"/>
              <a:gd name="connsiteY117" fmla="*/ 479582 h 833476"/>
              <a:gd name="connsiteX118" fmla="*/ 2266122 w 2790908"/>
              <a:gd name="connsiteY118" fmla="*/ 519338 h 833476"/>
              <a:gd name="connsiteX119" fmla="*/ 2274074 w 2790908"/>
              <a:gd name="connsiteY119" fmla="*/ 590900 h 833476"/>
              <a:gd name="connsiteX120" fmla="*/ 2289976 w 2790908"/>
              <a:gd name="connsiteY120" fmla="*/ 622705 h 833476"/>
              <a:gd name="connsiteX121" fmla="*/ 2297927 w 2790908"/>
              <a:gd name="connsiteY121" fmla="*/ 646559 h 833476"/>
              <a:gd name="connsiteX122" fmla="*/ 2313830 w 2790908"/>
              <a:gd name="connsiteY122" fmla="*/ 749926 h 833476"/>
              <a:gd name="connsiteX123" fmla="*/ 2321781 w 2790908"/>
              <a:gd name="connsiteY123" fmla="*/ 789683 h 833476"/>
              <a:gd name="connsiteX124" fmla="*/ 2353587 w 2790908"/>
              <a:gd name="connsiteY124" fmla="*/ 781732 h 833476"/>
              <a:gd name="connsiteX125" fmla="*/ 2401294 w 2790908"/>
              <a:gd name="connsiteY125" fmla="*/ 765829 h 833476"/>
              <a:gd name="connsiteX126" fmla="*/ 2409246 w 2790908"/>
              <a:gd name="connsiteY126" fmla="*/ 741975 h 833476"/>
              <a:gd name="connsiteX127" fmla="*/ 2417197 w 2790908"/>
              <a:gd name="connsiteY127" fmla="*/ 710170 h 833476"/>
              <a:gd name="connsiteX128" fmla="*/ 2472856 w 2790908"/>
              <a:gd name="connsiteY128" fmla="*/ 638608 h 833476"/>
              <a:gd name="connsiteX129" fmla="*/ 2496710 w 2790908"/>
              <a:gd name="connsiteY129" fmla="*/ 590900 h 833476"/>
              <a:gd name="connsiteX130" fmla="*/ 2512613 w 2790908"/>
              <a:gd name="connsiteY130" fmla="*/ 622705 h 833476"/>
              <a:gd name="connsiteX131" fmla="*/ 2520564 w 2790908"/>
              <a:gd name="connsiteY131" fmla="*/ 694267 h 833476"/>
              <a:gd name="connsiteX132" fmla="*/ 2528515 w 2790908"/>
              <a:gd name="connsiteY132" fmla="*/ 670413 h 833476"/>
              <a:gd name="connsiteX133" fmla="*/ 2544418 w 2790908"/>
              <a:gd name="connsiteY133" fmla="*/ 646559 h 833476"/>
              <a:gd name="connsiteX134" fmla="*/ 2568272 w 2790908"/>
              <a:gd name="connsiteY134" fmla="*/ 662462 h 833476"/>
              <a:gd name="connsiteX135" fmla="*/ 2600077 w 2790908"/>
              <a:gd name="connsiteY135" fmla="*/ 670413 h 833476"/>
              <a:gd name="connsiteX136" fmla="*/ 2623931 w 2790908"/>
              <a:gd name="connsiteY136" fmla="*/ 678365 h 833476"/>
              <a:gd name="connsiteX137" fmla="*/ 2655736 w 2790908"/>
              <a:gd name="connsiteY137" fmla="*/ 670413 h 833476"/>
              <a:gd name="connsiteX138" fmla="*/ 2671639 w 2790908"/>
              <a:gd name="connsiteY138" fmla="*/ 638608 h 833476"/>
              <a:gd name="connsiteX139" fmla="*/ 2695493 w 2790908"/>
              <a:gd name="connsiteY139" fmla="*/ 662462 h 833476"/>
              <a:gd name="connsiteX140" fmla="*/ 2743200 w 2790908"/>
              <a:gd name="connsiteY140" fmla="*/ 670413 h 833476"/>
              <a:gd name="connsiteX141" fmla="*/ 2790908 w 2790908"/>
              <a:gd name="connsiteY141" fmla="*/ 686316 h 833476"/>
              <a:gd name="connsiteX0" fmla="*/ 0 w 2790908"/>
              <a:gd name="connsiteY0" fmla="*/ 670413 h 833476"/>
              <a:gd name="connsiteX1" fmla="*/ 47708 w 2790908"/>
              <a:gd name="connsiteY1" fmla="*/ 662462 h 833476"/>
              <a:gd name="connsiteX2" fmla="*/ 55660 w 2790908"/>
              <a:gd name="connsiteY2" fmla="*/ 686316 h 833476"/>
              <a:gd name="connsiteX3" fmla="*/ 87465 w 2790908"/>
              <a:gd name="connsiteY3" fmla="*/ 678365 h 833476"/>
              <a:gd name="connsiteX4" fmla="*/ 111319 w 2790908"/>
              <a:gd name="connsiteY4" fmla="*/ 662462 h 833476"/>
              <a:gd name="connsiteX5" fmla="*/ 174929 w 2790908"/>
              <a:gd name="connsiteY5" fmla="*/ 678365 h 833476"/>
              <a:gd name="connsiteX6" fmla="*/ 206734 w 2790908"/>
              <a:gd name="connsiteY6" fmla="*/ 686316 h 833476"/>
              <a:gd name="connsiteX7" fmla="*/ 238540 w 2790908"/>
              <a:gd name="connsiteY7" fmla="*/ 694267 h 833476"/>
              <a:gd name="connsiteX8" fmla="*/ 262394 w 2790908"/>
              <a:gd name="connsiteY8" fmla="*/ 694267 h 833476"/>
              <a:gd name="connsiteX9" fmla="*/ 286247 w 2790908"/>
              <a:gd name="connsiteY9" fmla="*/ 702218 h 833476"/>
              <a:gd name="connsiteX10" fmla="*/ 310101 w 2790908"/>
              <a:gd name="connsiteY10" fmla="*/ 694267 h 833476"/>
              <a:gd name="connsiteX11" fmla="*/ 349858 w 2790908"/>
              <a:gd name="connsiteY11" fmla="*/ 670413 h 833476"/>
              <a:gd name="connsiteX12" fmla="*/ 405517 w 2790908"/>
              <a:gd name="connsiteY12" fmla="*/ 702218 h 833476"/>
              <a:gd name="connsiteX13" fmla="*/ 413468 w 2790908"/>
              <a:gd name="connsiteY13" fmla="*/ 678365 h 833476"/>
              <a:gd name="connsiteX14" fmla="*/ 461176 w 2790908"/>
              <a:gd name="connsiteY14" fmla="*/ 686316 h 833476"/>
              <a:gd name="connsiteX15" fmla="*/ 492981 w 2790908"/>
              <a:gd name="connsiteY15" fmla="*/ 726072 h 833476"/>
              <a:gd name="connsiteX16" fmla="*/ 508884 w 2790908"/>
              <a:gd name="connsiteY16" fmla="*/ 702218 h 833476"/>
              <a:gd name="connsiteX17" fmla="*/ 516835 w 2790908"/>
              <a:gd name="connsiteY17" fmla="*/ 678365 h 833476"/>
              <a:gd name="connsiteX18" fmla="*/ 540689 w 2790908"/>
              <a:gd name="connsiteY18" fmla="*/ 670413 h 833476"/>
              <a:gd name="connsiteX19" fmla="*/ 564543 w 2790908"/>
              <a:gd name="connsiteY19" fmla="*/ 654511 h 833476"/>
              <a:gd name="connsiteX20" fmla="*/ 572494 w 2790908"/>
              <a:gd name="connsiteY20" fmla="*/ 519338 h 833476"/>
              <a:gd name="connsiteX21" fmla="*/ 588397 w 2790908"/>
              <a:gd name="connsiteY21" fmla="*/ 495485 h 833476"/>
              <a:gd name="connsiteX22" fmla="*/ 596348 w 2790908"/>
              <a:gd name="connsiteY22" fmla="*/ 463679 h 833476"/>
              <a:gd name="connsiteX23" fmla="*/ 598100 w 2790908"/>
              <a:gd name="connsiteY23" fmla="*/ 253611 h 833476"/>
              <a:gd name="connsiteX24" fmla="*/ 604300 w 2790908"/>
              <a:gd name="connsiteY24" fmla="*/ 217189 h 833476"/>
              <a:gd name="connsiteX25" fmla="*/ 620202 w 2790908"/>
              <a:gd name="connsiteY25" fmla="*/ 145627 h 833476"/>
              <a:gd name="connsiteX26" fmla="*/ 644056 w 2790908"/>
              <a:gd name="connsiteY26" fmla="*/ 82017 h 833476"/>
              <a:gd name="connsiteX27" fmla="*/ 672761 w 2790908"/>
              <a:gd name="connsiteY27" fmla="*/ 59830 h 833476"/>
              <a:gd name="connsiteX28" fmla="*/ 707667 w 2790908"/>
              <a:gd name="connsiteY28" fmla="*/ 105871 h 833476"/>
              <a:gd name="connsiteX29" fmla="*/ 723569 w 2790908"/>
              <a:gd name="connsiteY29" fmla="*/ 129725 h 833476"/>
              <a:gd name="connsiteX30" fmla="*/ 755374 w 2790908"/>
              <a:gd name="connsiteY30" fmla="*/ 177432 h 833476"/>
              <a:gd name="connsiteX31" fmla="*/ 779228 w 2790908"/>
              <a:gd name="connsiteY31" fmla="*/ 161530 h 833476"/>
              <a:gd name="connsiteX32" fmla="*/ 818985 w 2790908"/>
              <a:gd name="connsiteY32" fmla="*/ 129725 h 833476"/>
              <a:gd name="connsiteX33" fmla="*/ 842839 w 2790908"/>
              <a:gd name="connsiteY33" fmla="*/ 145627 h 833476"/>
              <a:gd name="connsiteX34" fmla="*/ 874644 w 2790908"/>
              <a:gd name="connsiteY34" fmla="*/ 137676 h 833476"/>
              <a:gd name="connsiteX35" fmla="*/ 906449 w 2790908"/>
              <a:gd name="connsiteY35" fmla="*/ 161530 h 833476"/>
              <a:gd name="connsiteX36" fmla="*/ 938254 w 2790908"/>
              <a:gd name="connsiteY36" fmla="*/ 113822 h 833476"/>
              <a:gd name="connsiteX37" fmla="*/ 946206 w 2790908"/>
              <a:gd name="connsiteY37" fmla="*/ 137676 h 833476"/>
              <a:gd name="connsiteX38" fmla="*/ 970060 w 2790908"/>
              <a:gd name="connsiteY38" fmla="*/ 74065 h 833476"/>
              <a:gd name="connsiteX39" fmla="*/ 985962 w 2790908"/>
              <a:gd name="connsiteY39" fmla="*/ 137676 h 833476"/>
              <a:gd name="connsiteX40" fmla="*/ 993914 w 2790908"/>
              <a:gd name="connsiteY40" fmla="*/ 193335 h 833476"/>
              <a:gd name="connsiteX41" fmla="*/ 1009816 w 2790908"/>
              <a:gd name="connsiteY41" fmla="*/ 241043 h 833476"/>
              <a:gd name="connsiteX42" fmla="*/ 1017767 w 2790908"/>
              <a:gd name="connsiteY42" fmla="*/ 209238 h 833476"/>
              <a:gd name="connsiteX43" fmla="*/ 1033670 w 2790908"/>
              <a:gd name="connsiteY43" fmla="*/ 185384 h 833476"/>
              <a:gd name="connsiteX44" fmla="*/ 1041621 w 2790908"/>
              <a:gd name="connsiteY44" fmla="*/ 161530 h 833476"/>
              <a:gd name="connsiteX45" fmla="*/ 1073427 w 2790908"/>
              <a:gd name="connsiteY45" fmla="*/ 209238 h 833476"/>
              <a:gd name="connsiteX46" fmla="*/ 1081378 w 2790908"/>
              <a:gd name="connsiteY46" fmla="*/ 248994 h 833476"/>
              <a:gd name="connsiteX47" fmla="*/ 1097280 w 2790908"/>
              <a:gd name="connsiteY47" fmla="*/ 392118 h 833476"/>
              <a:gd name="connsiteX48" fmla="*/ 1105232 w 2790908"/>
              <a:gd name="connsiteY48" fmla="*/ 415972 h 833476"/>
              <a:gd name="connsiteX49" fmla="*/ 1113183 w 2790908"/>
              <a:gd name="connsiteY49" fmla="*/ 447777 h 833476"/>
              <a:gd name="connsiteX50" fmla="*/ 1129086 w 2790908"/>
              <a:gd name="connsiteY50" fmla="*/ 471631 h 833476"/>
              <a:gd name="connsiteX51" fmla="*/ 1137037 w 2790908"/>
              <a:gd name="connsiteY51" fmla="*/ 590900 h 833476"/>
              <a:gd name="connsiteX52" fmla="*/ 1144988 w 2790908"/>
              <a:gd name="connsiteY52" fmla="*/ 630657 h 833476"/>
              <a:gd name="connsiteX53" fmla="*/ 1157791 w 2790908"/>
              <a:gd name="connsiteY53" fmla="*/ 833476 h 833476"/>
              <a:gd name="connsiteX54" fmla="*/ 1176794 w 2790908"/>
              <a:gd name="connsiteY54" fmla="*/ 765829 h 833476"/>
              <a:gd name="connsiteX55" fmla="*/ 1192696 w 2790908"/>
              <a:gd name="connsiteY55" fmla="*/ 678365 h 833476"/>
              <a:gd name="connsiteX56" fmla="*/ 1200647 w 2790908"/>
              <a:gd name="connsiteY56" fmla="*/ 646559 h 833476"/>
              <a:gd name="connsiteX57" fmla="*/ 1208599 w 2790908"/>
              <a:gd name="connsiteY57" fmla="*/ 670413 h 833476"/>
              <a:gd name="connsiteX58" fmla="*/ 1224501 w 2790908"/>
              <a:gd name="connsiteY58" fmla="*/ 710170 h 833476"/>
              <a:gd name="connsiteX59" fmla="*/ 1240404 w 2790908"/>
              <a:gd name="connsiteY59" fmla="*/ 686316 h 833476"/>
              <a:gd name="connsiteX60" fmla="*/ 1248355 w 2790908"/>
              <a:gd name="connsiteY60" fmla="*/ 654511 h 833476"/>
              <a:gd name="connsiteX61" fmla="*/ 1272209 w 2790908"/>
              <a:gd name="connsiteY61" fmla="*/ 670413 h 833476"/>
              <a:gd name="connsiteX62" fmla="*/ 1280160 w 2790908"/>
              <a:gd name="connsiteY62" fmla="*/ 702218 h 833476"/>
              <a:gd name="connsiteX63" fmla="*/ 1288112 w 2790908"/>
              <a:gd name="connsiteY63" fmla="*/ 678365 h 833476"/>
              <a:gd name="connsiteX64" fmla="*/ 1296063 w 2790908"/>
              <a:gd name="connsiteY64" fmla="*/ 702218 h 833476"/>
              <a:gd name="connsiteX65" fmla="*/ 1311966 w 2790908"/>
              <a:gd name="connsiteY65" fmla="*/ 734024 h 833476"/>
              <a:gd name="connsiteX66" fmla="*/ 1327868 w 2790908"/>
              <a:gd name="connsiteY66" fmla="*/ 710170 h 833476"/>
              <a:gd name="connsiteX67" fmla="*/ 1335820 w 2790908"/>
              <a:gd name="connsiteY67" fmla="*/ 670413 h 833476"/>
              <a:gd name="connsiteX68" fmla="*/ 1359674 w 2790908"/>
              <a:gd name="connsiteY68" fmla="*/ 718121 h 833476"/>
              <a:gd name="connsiteX69" fmla="*/ 1391479 w 2790908"/>
              <a:gd name="connsiteY69" fmla="*/ 670413 h 833476"/>
              <a:gd name="connsiteX70" fmla="*/ 1415333 w 2790908"/>
              <a:gd name="connsiteY70" fmla="*/ 702218 h 833476"/>
              <a:gd name="connsiteX71" fmla="*/ 1423284 w 2790908"/>
              <a:gd name="connsiteY71" fmla="*/ 662462 h 833476"/>
              <a:gd name="connsiteX72" fmla="*/ 1447138 w 2790908"/>
              <a:gd name="connsiteY72" fmla="*/ 654511 h 833476"/>
              <a:gd name="connsiteX73" fmla="*/ 1455089 w 2790908"/>
              <a:gd name="connsiteY73" fmla="*/ 702218 h 833476"/>
              <a:gd name="connsiteX74" fmla="*/ 1463040 w 2790908"/>
              <a:gd name="connsiteY74" fmla="*/ 678365 h 833476"/>
              <a:gd name="connsiteX75" fmla="*/ 1494846 w 2790908"/>
              <a:gd name="connsiteY75" fmla="*/ 694267 h 833476"/>
              <a:gd name="connsiteX76" fmla="*/ 1502797 w 2790908"/>
              <a:gd name="connsiteY76" fmla="*/ 598852 h 833476"/>
              <a:gd name="connsiteX77" fmla="*/ 1534602 w 2790908"/>
              <a:gd name="connsiteY77" fmla="*/ 686316 h 833476"/>
              <a:gd name="connsiteX78" fmla="*/ 1550505 w 2790908"/>
              <a:gd name="connsiteY78" fmla="*/ 710170 h 833476"/>
              <a:gd name="connsiteX79" fmla="*/ 1606164 w 2790908"/>
              <a:gd name="connsiteY79" fmla="*/ 686316 h 833476"/>
              <a:gd name="connsiteX80" fmla="*/ 1653872 w 2790908"/>
              <a:gd name="connsiteY80" fmla="*/ 678365 h 833476"/>
              <a:gd name="connsiteX81" fmla="*/ 1669774 w 2790908"/>
              <a:gd name="connsiteY81" fmla="*/ 622705 h 833476"/>
              <a:gd name="connsiteX82" fmla="*/ 1685677 w 2790908"/>
              <a:gd name="connsiteY82" fmla="*/ 479582 h 833476"/>
              <a:gd name="connsiteX83" fmla="*/ 1701580 w 2790908"/>
              <a:gd name="connsiteY83" fmla="*/ 431874 h 833476"/>
              <a:gd name="connsiteX84" fmla="*/ 1709531 w 2790908"/>
              <a:gd name="connsiteY84" fmla="*/ 288751 h 833476"/>
              <a:gd name="connsiteX85" fmla="*/ 1745785 w 2790908"/>
              <a:gd name="connsiteY85" fmla="*/ 345884 h 833476"/>
              <a:gd name="connsiteX86" fmla="*/ 1758990 w 2790908"/>
              <a:gd name="connsiteY86" fmla="*/ 216996 h 833476"/>
              <a:gd name="connsiteX87" fmla="*/ 1757239 w 2790908"/>
              <a:gd name="connsiteY87" fmla="*/ 113822 h 833476"/>
              <a:gd name="connsiteX88" fmla="*/ 1765190 w 2790908"/>
              <a:gd name="connsiteY88" fmla="*/ 66114 h 833476"/>
              <a:gd name="connsiteX89" fmla="*/ 1804947 w 2790908"/>
              <a:gd name="connsiteY89" fmla="*/ 89968 h 833476"/>
              <a:gd name="connsiteX90" fmla="*/ 1812898 w 2790908"/>
              <a:gd name="connsiteY90" fmla="*/ 137676 h 833476"/>
              <a:gd name="connsiteX91" fmla="*/ 1828800 w 2790908"/>
              <a:gd name="connsiteY91" fmla="*/ 264897 h 833476"/>
              <a:gd name="connsiteX92" fmla="*/ 1852654 w 2790908"/>
              <a:gd name="connsiteY92" fmla="*/ 256945 h 833476"/>
              <a:gd name="connsiteX93" fmla="*/ 1860606 w 2790908"/>
              <a:gd name="connsiteY93" fmla="*/ 233092 h 833476"/>
              <a:gd name="connsiteX94" fmla="*/ 1876508 w 2790908"/>
              <a:gd name="connsiteY94" fmla="*/ 209238 h 833476"/>
              <a:gd name="connsiteX95" fmla="*/ 1884460 w 2790908"/>
              <a:gd name="connsiteY95" fmla="*/ 177432 h 833476"/>
              <a:gd name="connsiteX96" fmla="*/ 1900362 w 2790908"/>
              <a:gd name="connsiteY96" fmla="*/ 129725 h 833476"/>
              <a:gd name="connsiteX97" fmla="*/ 1924216 w 2790908"/>
              <a:gd name="connsiteY97" fmla="*/ 153578 h 833476"/>
              <a:gd name="connsiteX98" fmla="*/ 1932167 w 2790908"/>
              <a:gd name="connsiteY98" fmla="*/ 177432 h 833476"/>
              <a:gd name="connsiteX99" fmla="*/ 1979875 w 2790908"/>
              <a:gd name="connsiteY99" fmla="*/ 161530 h 833476"/>
              <a:gd name="connsiteX100" fmla="*/ 1988228 w 2790908"/>
              <a:gd name="connsiteY100" fmla="*/ 4171 h 833476"/>
              <a:gd name="connsiteX101" fmla="*/ 1989578 w 2790908"/>
              <a:gd name="connsiteY101" fmla="*/ 58163 h 833476"/>
              <a:gd name="connsiteX102" fmla="*/ 1995778 w 2790908"/>
              <a:gd name="connsiteY102" fmla="*/ 193335 h 833476"/>
              <a:gd name="connsiteX103" fmla="*/ 2003729 w 2790908"/>
              <a:gd name="connsiteY103" fmla="*/ 256945 h 833476"/>
              <a:gd name="connsiteX104" fmla="*/ 2014781 w 2790908"/>
              <a:gd name="connsiteY104" fmla="*/ 354924 h 833476"/>
              <a:gd name="connsiteX105" fmla="*/ 2035534 w 2790908"/>
              <a:gd name="connsiteY105" fmla="*/ 201286 h 833476"/>
              <a:gd name="connsiteX106" fmla="*/ 2043486 w 2790908"/>
              <a:gd name="connsiteY106" fmla="*/ 145627 h 833476"/>
              <a:gd name="connsiteX107" fmla="*/ 2059388 w 2790908"/>
              <a:gd name="connsiteY107" fmla="*/ 177432 h 833476"/>
              <a:gd name="connsiteX108" fmla="*/ 2122999 w 2790908"/>
              <a:gd name="connsiteY108" fmla="*/ 177432 h 833476"/>
              <a:gd name="connsiteX109" fmla="*/ 2146853 w 2790908"/>
              <a:gd name="connsiteY109" fmla="*/ 185384 h 833476"/>
              <a:gd name="connsiteX110" fmla="*/ 2178658 w 2790908"/>
              <a:gd name="connsiteY110" fmla="*/ 169481 h 833476"/>
              <a:gd name="connsiteX111" fmla="*/ 2194560 w 2790908"/>
              <a:gd name="connsiteY111" fmla="*/ 201286 h 833476"/>
              <a:gd name="connsiteX112" fmla="*/ 2210463 w 2790908"/>
              <a:gd name="connsiteY112" fmla="*/ 225140 h 833476"/>
              <a:gd name="connsiteX113" fmla="*/ 2218414 w 2790908"/>
              <a:gd name="connsiteY113" fmla="*/ 256945 h 833476"/>
              <a:gd name="connsiteX114" fmla="*/ 2234317 w 2790908"/>
              <a:gd name="connsiteY114" fmla="*/ 288751 h 833476"/>
              <a:gd name="connsiteX115" fmla="*/ 2242268 w 2790908"/>
              <a:gd name="connsiteY115" fmla="*/ 352361 h 833476"/>
              <a:gd name="connsiteX116" fmla="*/ 2250220 w 2790908"/>
              <a:gd name="connsiteY116" fmla="*/ 392118 h 833476"/>
              <a:gd name="connsiteX117" fmla="*/ 2258171 w 2790908"/>
              <a:gd name="connsiteY117" fmla="*/ 479582 h 833476"/>
              <a:gd name="connsiteX118" fmla="*/ 2266122 w 2790908"/>
              <a:gd name="connsiteY118" fmla="*/ 519338 h 833476"/>
              <a:gd name="connsiteX119" fmla="*/ 2274074 w 2790908"/>
              <a:gd name="connsiteY119" fmla="*/ 590900 h 833476"/>
              <a:gd name="connsiteX120" fmla="*/ 2289976 w 2790908"/>
              <a:gd name="connsiteY120" fmla="*/ 622705 h 833476"/>
              <a:gd name="connsiteX121" fmla="*/ 2297927 w 2790908"/>
              <a:gd name="connsiteY121" fmla="*/ 646559 h 833476"/>
              <a:gd name="connsiteX122" fmla="*/ 2313830 w 2790908"/>
              <a:gd name="connsiteY122" fmla="*/ 749926 h 833476"/>
              <a:gd name="connsiteX123" fmla="*/ 2321781 w 2790908"/>
              <a:gd name="connsiteY123" fmla="*/ 789683 h 833476"/>
              <a:gd name="connsiteX124" fmla="*/ 2353587 w 2790908"/>
              <a:gd name="connsiteY124" fmla="*/ 781732 h 833476"/>
              <a:gd name="connsiteX125" fmla="*/ 2401294 w 2790908"/>
              <a:gd name="connsiteY125" fmla="*/ 765829 h 833476"/>
              <a:gd name="connsiteX126" fmla="*/ 2409246 w 2790908"/>
              <a:gd name="connsiteY126" fmla="*/ 741975 h 833476"/>
              <a:gd name="connsiteX127" fmla="*/ 2417197 w 2790908"/>
              <a:gd name="connsiteY127" fmla="*/ 710170 h 833476"/>
              <a:gd name="connsiteX128" fmla="*/ 2472856 w 2790908"/>
              <a:gd name="connsiteY128" fmla="*/ 638608 h 833476"/>
              <a:gd name="connsiteX129" fmla="*/ 2496710 w 2790908"/>
              <a:gd name="connsiteY129" fmla="*/ 590900 h 833476"/>
              <a:gd name="connsiteX130" fmla="*/ 2512613 w 2790908"/>
              <a:gd name="connsiteY130" fmla="*/ 622705 h 833476"/>
              <a:gd name="connsiteX131" fmla="*/ 2520564 w 2790908"/>
              <a:gd name="connsiteY131" fmla="*/ 694267 h 833476"/>
              <a:gd name="connsiteX132" fmla="*/ 2528515 w 2790908"/>
              <a:gd name="connsiteY132" fmla="*/ 670413 h 833476"/>
              <a:gd name="connsiteX133" fmla="*/ 2544418 w 2790908"/>
              <a:gd name="connsiteY133" fmla="*/ 646559 h 833476"/>
              <a:gd name="connsiteX134" fmla="*/ 2568272 w 2790908"/>
              <a:gd name="connsiteY134" fmla="*/ 662462 h 833476"/>
              <a:gd name="connsiteX135" fmla="*/ 2600077 w 2790908"/>
              <a:gd name="connsiteY135" fmla="*/ 670413 h 833476"/>
              <a:gd name="connsiteX136" fmla="*/ 2623931 w 2790908"/>
              <a:gd name="connsiteY136" fmla="*/ 678365 h 833476"/>
              <a:gd name="connsiteX137" fmla="*/ 2655736 w 2790908"/>
              <a:gd name="connsiteY137" fmla="*/ 670413 h 833476"/>
              <a:gd name="connsiteX138" fmla="*/ 2671639 w 2790908"/>
              <a:gd name="connsiteY138" fmla="*/ 638608 h 833476"/>
              <a:gd name="connsiteX139" fmla="*/ 2695493 w 2790908"/>
              <a:gd name="connsiteY139" fmla="*/ 662462 h 833476"/>
              <a:gd name="connsiteX140" fmla="*/ 2743200 w 2790908"/>
              <a:gd name="connsiteY140" fmla="*/ 670413 h 833476"/>
              <a:gd name="connsiteX141" fmla="*/ 2790908 w 2790908"/>
              <a:gd name="connsiteY141" fmla="*/ 686316 h 833476"/>
              <a:gd name="connsiteX0" fmla="*/ 0 w 2790908"/>
              <a:gd name="connsiteY0" fmla="*/ 670413 h 833476"/>
              <a:gd name="connsiteX1" fmla="*/ 47708 w 2790908"/>
              <a:gd name="connsiteY1" fmla="*/ 662462 h 833476"/>
              <a:gd name="connsiteX2" fmla="*/ 55660 w 2790908"/>
              <a:gd name="connsiteY2" fmla="*/ 686316 h 833476"/>
              <a:gd name="connsiteX3" fmla="*/ 87465 w 2790908"/>
              <a:gd name="connsiteY3" fmla="*/ 678365 h 833476"/>
              <a:gd name="connsiteX4" fmla="*/ 111319 w 2790908"/>
              <a:gd name="connsiteY4" fmla="*/ 662462 h 833476"/>
              <a:gd name="connsiteX5" fmla="*/ 174929 w 2790908"/>
              <a:gd name="connsiteY5" fmla="*/ 678365 h 833476"/>
              <a:gd name="connsiteX6" fmla="*/ 206734 w 2790908"/>
              <a:gd name="connsiteY6" fmla="*/ 686316 h 833476"/>
              <a:gd name="connsiteX7" fmla="*/ 238540 w 2790908"/>
              <a:gd name="connsiteY7" fmla="*/ 694267 h 833476"/>
              <a:gd name="connsiteX8" fmla="*/ 262394 w 2790908"/>
              <a:gd name="connsiteY8" fmla="*/ 694267 h 833476"/>
              <a:gd name="connsiteX9" fmla="*/ 286247 w 2790908"/>
              <a:gd name="connsiteY9" fmla="*/ 702218 h 833476"/>
              <a:gd name="connsiteX10" fmla="*/ 310101 w 2790908"/>
              <a:gd name="connsiteY10" fmla="*/ 694267 h 833476"/>
              <a:gd name="connsiteX11" fmla="*/ 349858 w 2790908"/>
              <a:gd name="connsiteY11" fmla="*/ 670413 h 833476"/>
              <a:gd name="connsiteX12" fmla="*/ 405517 w 2790908"/>
              <a:gd name="connsiteY12" fmla="*/ 702218 h 833476"/>
              <a:gd name="connsiteX13" fmla="*/ 413468 w 2790908"/>
              <a:gd name="connsiteY13" fmla="*/ 678365 h 833476"/>
              <a:gd name="connsiteX14" fmla="*/ 461176 w 2790908"/>
              <a:gd name="connsiteY14" fmla="*/ 686316 h 833476"/>
              <a:gd name="connsiteX15" fmla="*/ 492981 w 2790908"/>
              <a:gd name="connsiteY15" fmla="*/ 726072 h 833476"/>
              <a:gd name="connsiteX16" fmla="*/ 508884 w 2790908"/>
              <a:gd name="connsiteY16" fmla="*/ 702218 h 833476"/>
              <a:gd name="connsiteX17" fmla="*/ 516835 w 2790908"/>
              <a:gd name="connsiteY17" fmla="*/ 678365 h 833476"/>
              <a:gd name="connsiteX18" fmla="*/ 540689 w 2790908"/>
              <a:gd name="connsiteY18" fmla="*/ 670413 h 833476"/>
              <a:gd name="connsiteX19" fmla="*/ 564543 w 2790908"/>
              <a:gd name="connsiteY19" fmla="*/ 654511 h 833476"/>
              <a:gd name="connsiteX20" fmla="*/ 572494 w 2790908"/>
              <a:gd name="connsiteY20" fmla="*/ 519338 h 833476"/>
              <a:gd name="connsiteX21" fmla="*/ 588397 w 2790908"/>
              <a:gd name="connsiteY21" fmla="*/ 495485 h 833476"/>
              <a:gd name="connsiteX22" fmla="*/ 596348 w 2790908"/>
              <a:gd name="connsiteY22" fmla="*/ 463679 h 833476"/>
              <a:gd name="connsiteX23" fmla="*/ 598100 w 2790908"/>
              <a:gd name="connsiteY23" fmla="*/ 253611 h 833476"/>
              <a:gd name="connsiteX24" fmla="*/ 604300 w 2790908"/>
              <a:gd name="connsiteY24" fmla="*/ 217189 h 833476"/>
              <a:gd name="connsiteX25" fmla="*/ 620202 w 2790908"/>
              <a:gd name="connsiteY25" fmla="*/ 145627 h 833476"/>
              <a:gd name="connsiteX26" fmla="*/ 644056 w 2790908"/>
              <a:gd name="connsiteY26" fmla="*/ 110294 h 833476"/>
              <a:gd name="connsiteX27" fmla="*/ 672761 w 2790908"/>
              <a:gd name="connsiteY27" fmla="*/ 59830 h 833476"/>
              <a:gd name="connsiteX28" fmla="*/ 707667 w 2790908"/>
              <a:gd name="connsiteY28" fmla="*/ 105871 h 833476"/>
              <a:gd name="connsiteX29" fmla="*/ 723569 w 2790908"/>
              <a:gd name="connsiteY29" fmla="*/ 129725 h 833476"/>
              <a:gd name="connsiteX30" fmla="*/ 755374 w 2790908"/>
              <a:gd name="connsiteY30" fmla="*/ 177432 h 833476"/>
              <a:gd name="connsiteX31" fmla="*/ 779228 w 2790908"/>
              <a:gd name="connsiteY31" fmla="*/ 161530 h 833476"/>
              <a:gd name="connsiteX32" fmla="*/ 818985 w 2790908"/>
              <a:gd name="connsiteY32" fmla="*/ 129725 h 833476"/>
              <a:gd name="connsiteX33" fmla="*/ 842839 w 2790908"/>
              <a:gd name="connsiteY33" fmla="*/ 145627 h 833476"/>
              <a:gd name="connsiteX34" fmla="*/ 874644 w 2790908"/>
              <a:gd name="connsiteY34" fmla="*/ 137676 h 833476"/>
              <a:gd name="connsiteX35" fmla="*/ 906449 w 2790908"/>
              <a:gd name="connsiteY35" fmla="*/ 161530 h 833476"/>
              <a:gd name="connsiteX36" fmla="*/ 938254 w 2790908"/>
              <a:gd name="connsiteY36" fmla="*/ 113822 h 833476"/>
              <a:gd name="connsiteX37" fmla="*/ 946206 w 2790908"/>
              <a:gd name="connsiteY37" fmla="*/ 137676 h 833476"/>
              <a:gd name="connsiteX38" fmla="*/ 970060 w 2790908"/>
              <a:gd name="connsiteY38" fmla="*/ 74065 h 833476"/>
              <a:gd name="connsiteX39" fmla="*/ 985962 w 2790908"/>
              <a:gd name="connsiteY39" fmla="*/ 137676 h 833476"/>
              <a:gd name="connsiteX40" fmla="*/ 993914 w 2790908"/>
              <a:gd name="connsiteY40" fmla="*/ 193335 h 833476"/>
              <a:gd name="connsiteX41" fmla="*/ 1009816 w 2790908"/>
              <a:gd name="connsiteY41" fmla="*/ 241043 h 833476"/>
              <a:gd name="connsiteX42" fmla="*/ 1017767 w 2790908"/>
              <a:gd name="connsiteY42" fmla="*/ 209238 h 833476"/>
              <a:gd name="connsiteX43" fmla="*/ 1033670 w 2790908"/>
              <a:gd name="connsiteY43" fmla="*/ 185384 h 833476"/>
              <a:gd name="connsiteX44" fmla="*/ 1041621 w 2790908"/>
              <a:gd name="connsiteY44" fmla="*/ 161530 h 833476"/>
              <a:gd name="connsiteX45" fmla="*/ 1073427 w 2790908"/>
              <a:gd name="connsiteY45" fmla="*/ 209238 h 833476"/>
              <a:gd name="connsiteX46" fmla="*/ 1081378 w 2790908"/>
              <a:gd name="connsiteY46" fmla="*/ 248994 h 833476"/>
              <a:gd name="connsiteX47" fmla="*/ 1097280 w 2790908"/>
              <a:gd name="connsiteY47" fmla="*/ 392118 h 833476"/>
              <a:gd name="connsiteX48" fmla="*/ 1105232 w 2790908"/>
              <a:gd name="connsiteY48" fmla="*/ 415972 h 833476"/>
              <a:gd name="connsiteX49" fmla="*/ 1113183 w 2790908"/>
              <a:gd name="connsiteY49" fmla="*/ 447777 h 833476"/>
              <a:gd name="connsiteX50" fmla="*/ 1129086 w 2790908"/>
              <a:gd name="connsiteY50" fmla="*/ 471631 h 833476"/>
              <a:gd name="connsiteX51" fmla="*/ 1137037 w 2790908"/>
              <a:gd name="connsiteY51" fmla="*/ 590900 h 833476"/>
              <a:gd name="connsiteX52" fmla="*/ 1144988 w 2790908"/>
              <a:gd name="connsiteY52" fmla="*/ 630657 h 833476"/>
              <a:gd name="connsiteX53" fmla="*/ 1157791 w 2790908"/>
              <a:gd name="connsiteY53" fmla="*/ 833476 h 833476"/>
              <a:gd name="connsiteX54" fmla="*/ 1176794 w 2790908"/>
              <a:gd name="connsiteY54" fmla="*/ 765829 h 833476"/>
              <a:gd name="connsiteX55" fmla="*/ 1192696 w 2790908"/>
              <a:gd name="connsiteY55" fmla="*/ 678365 h 833476"/>
              <a:gd name="connsiteX56" fmla="*/ 1200647 w 2790908"/>
              <a:gd name="connsiteY56" fmla="*/ 646559 h 833476"/>
              <a:gd name="connsiteX57" fmla="*/ 1208599 w 2790908"/>
              <a:gd name="connsiteY57" fmla="*/ 670413 h 833476"/>
              <a:gd name="connsiteX58" fmla="*/ 1224501 w 2790908"/>
              <a:gd name="connsiteY58" fmla="*/ 710170 h 833476"/>
              <a:gd name="connsiteX59" fmla="*/ 1240404 w 2790908"/>
              <a:gd name="connsiteY59" fmla="*/ 686316 h 833476"/>
              <a:gd name="connsiteX60" fmla="*/ 1248355 w 2790908"/>
              <a:gd name="connsiteY60" fmla="*/ 654511 h 833476"/>
              <a:gd name="connsiteX61" fmla="*/ 1272209 w 2790908"/>
              <a:gd name="connsiteY61" fmla="*/ 670413 h 833476"/>
              <a:gd name="connsiteX62" fmla="*/ 1280160 w 2790908"/>
              <a:gd name="connsiteY62" fmla="*/ 702218 h 833476"/>
              <a:gd name="connsiteX63" fmla="*/ 1288112 w 2790908"/>
              <a:gd name="connsiteY63" fmla="*/ 678365 h 833476"/>
              <a:gd name="connsiteX64" fmla="*/ 1296063 w 2790908"/>
              <a:gd name="connsiteY64" fmla="*/ 702218 h 833476"/>
              <a:gd name="connsiteX65" fmla="*/ 1311966 w 2790908"/>
              <a:gd name="connsiteY65" fmla="*/ 734024 h 833476"/>
              <a:gd name="connsiteX66" fmla="*/ 1327868 w 2790908"/>
              <a:gd name="connsiteY66" fmla="*/ 710170 h 833476"/>
              <a:gd name="connsiteX67" fmla="*/ 1335820 w 2790908"/>
              <a:gd name="connsiteY67" fmla="*/ 670413 h 833476"/>
              <a:gd name="connsiteX68" fmla="*/ 1359674 w 2790908"/>
              <a:gd name="connsiteY68" fmla="*/ 718121 h 833476"/>
              <a:gd name="connsiteX69" fmla="*/ 1391479 w 2790908"/>
              <a:gd name="connsiteY69" fmla="*/ 670413 h 833476"/>
              <a:gd name="connsiteX70" fmla="*/ 1415333 w 2790908"/>
              <a:gd name="connsiteY70" fmla="*/ 702218 h 833476"/>
              <a:gd name="connsiteX71" fmla="*/ 1423284 w 2790908"/>
              <a:gd name="connsiteY71" fmla="*/ 662462 h 833476"/>
              <a:gd name="connsiteX72" fmla="*/ 1447138 w 2790908"/>
              <a:gd name="connsiteY72" fmla="*/ 654511 h 833476"/>
              <a:gd name="connsiteX73" fmla="*/ 1455089 w 2790908"/>
              <a:gd name="connsiteY73" fmla="*/ 702218 h 833476"/>
              <a:gd name="connsiteX74" fmla="*/ 1463040 w 2790908"/>
              <a:gd name="connsiteY74" fmla="*/ 678365 h 833476"/>
              <a:gd name="connsiteX75" fmla="*/ 1494846 w 2790908"/>
              <a:gd name="connsiteY75" fmla="*/ 694267 h 833476"/>
              <a:gd name="connsiteX76" fmla="*/ 1502797 w 2790908"/>
              <a:gd name="connsiteY76" fmla="*/ 598852 h 833476"/>
              <a:gd name="connsiteX77" fmla="*/ 1534602 w 2790908"/>
              <a:gd name="connsiteY77" fmla="*/ 686316 h 833476"/>
              <a:gd name="connsiteX78" fmla="*/ 1550505 w 2790908"/>
              <a:gd name="connsiteY78" fmla="*/ 710170 h 833476"/>
              <a:gd name="connsiteX79" fmla="*/ 1606164 w 2790908"/>
              <a:gd name="connsiteY79" fmla="*/ 686316 h 833476"/>
              <a:gd name="connsiteX80" fmla="*/ 1653872 w 2790908"/>
              <a:gd name="connsiteY80" fmla="*/ 678365 h 833476"/>
              <a:gd name="connsiteX81" fmla="*/ 1669774 w 2790908"/>
              <a:gd name="connsiteY81" fmla="*/ 622705 h 833476"/>
              <a:gd name="connsiteX82" fmla="*/ 1685677 w 2790908"/>
              <a:gd name="connsiteY82" fmla="*/ 479582 h 833476"/>
              <a:gd name="connsiteX83" fmla="*/ 1701580 w 2790908"/>
              <a:gd name="connsiteY83" fmla="*/ 431874 h 833476"/>
              <a:gd name="connsiteX84" fmla="*/ 1709531 w 2790908"/>
              <a:gd name="connsiteY84" fmla="*/ 288751 h 833476"/>
              <a:gd name="connsiteX85" fmla="*/ 1745785 w 2790908"/>
              <a:gd name="connsiteY85" fmla="*/ 345884 h 833476"/>
              <a:gd name="connsiteX86" fmla="*/ 1758990 w 2790908"/>
              <a:gd name="connsiteY86" fmla="*/ 216996 h 833476"/>
              <a:gd name="connsiteX87" fmla="*/ 1757239 w 2790908"/>
              <a:gd name="connsiteY87" fmla="*/ 113822 h 833476"/>
              <a:gd name="connsiteX88" fmla="*/ 1765190 w 2790908"/>
              <a:gd name="connsiteY88" fmla="*/ 66114 h 833476"/>
              <a:gd name="connsiteX89" fmla="*/ 1804947 w 2790908"/>
              <a:gd name="connsiteY89" fmla="*/ 89968 h 833476"/>
              <a:gd name="connsiteX90" fmla="*/ 1812898 w 2790908"/>
              <a:gd name="connsiteY90" fmla="*/ 137676 h 833476"/>
              <a:gd name="connsiteX91" fmla="*/ 1828800 w 2790908"/>
              <a:gd name="connsiteY91" fmla="*/ 264897 h 833476"/>
              <a:gd name="connsiteX92" fmla="*/ 1852654 w 2790908"/>
              <a:gd name="connsiteY92" fmla="*/ 256945 h 833476"/>
              <a:gd name="connsiteX93" fmla="*/ 1860606 w 2790908"/>
              <a:gd name="connsiteY93" fmla="*/ 233092 h 833476"/>
              <a:gd name="connsiteX94" fmla="*/ 1876508 w 2790908"/>
              <a:gd name="connsiteY94" fmla="*/ 209238 h 833476"/>
              <a:gd name="connsiteX95" fmla="*/ 1884460 w 2790908"/>
              <a:gd name="connsiteY95" fmla="*/ 177432 h 833476"/>
              <a:gd name="connsiteX96" fmla="*/ 1900362 w 2790908"/>
              <a:gd name="connsiteY96" fmla="*/ 129725 h 833476"/>
              <a:gd name="connsiteX97" fmla="*/ 1924216 w 2790908"/>
              <a:gd name="connsiteY97" fmla="*/ 153578 h 833476"/>
              <a:gd name="connsiteX98" fmla="*/ 1932167 w 2790908"/>
              <a:gd name="connsiteY98" fmla="*/ 177432 h 833476"/>
              <a:gd name="connsiteX99" fmla="*/ 1979875 w 2790908"/>
              <a:gd name="connsiteY99" fmla="*/ 161530 h 833476"/>
              <a:gd name="connsiteX100" fmla="*/ 1988228 w 2790908"/>
              <a:gd name="connsiteY100" fmla="*/ 4171 h 833476"/>
              <a:gd name="connsiteX101" fmla="*/ 1989578 w 2790908"/>
              <a:gd name="connsiteY101" fmla="*/ 58163 h 833476"/>
              <a:gd name="connsiteX102" fmla="*/ 1995778 w 2790908"/>
              <a:gd name="connsiteY102" fmla="*/ 193335 h 833476"/>
              <a:gd name="connsiteX103" fmla="*/ 2003729 w 2790908"/>
              <a:gd name="connsiteY103" fmla="*/ 256945 h 833476"/>
              <a:gd name="connsiteX104" fmla="*/ 2014781 w 2790908"/>
              <a:gd name="connsiteY104" fmla="*/ 354924 h 833476"/>
              <a:gd name="connsiteX105" fmla="*/ 2035534 w 2790908"/>
              <a:gd name="connsiteY105" fmla="*/ 201286 h 833476"/>
              <a:gd name="connsiteX106" fmla="*/ 2043486 w 2790908"/>
              <a:gd name="connsiteY106" fmla="*/ 145627 h 833476"/>
              <a:gd name="connsiteX107" fmla="*/ 2059388 w 2790908"/>
              <a:gd name="connsiteY107" fmla="*/ 177432 h 833476"/>
              <a:gd name="connsiteX108" fmla="*/ 2122999 w 2790908"/>
              <a:gd name="connsiteY108" fmla="*/ 177432 h 833476"/>
              <a:gd name="connsiteX109" fmla="*/ 2146853 w 2790908"/>
              <a:gd name="connsiteY109" fmla="*/ 185384 h 833476"/>
              <a:gd name="connsiteX110" fmla="*/ 2178658 w 2790908"/>
              <a:gd name="connsiteY110" fmla="*/ 169481 h 833476"/>
              <a:gd name="connsiteX111" fmla="*/ 2194560 w 2790908"/>
              <a:gd name="connsiteY111" fmla="*/ 201286 h 833476"/>
              <a:gd name="connsiteX112" fmla="*/ 2210463 w 2790908"/>
              <a:gd name="connsiteY112" fmla="*/ 225140 h 833476"/>
              <a:gd name="connsiteX113" fmla="*/ 2218414 w 2790908"/>
              <a:gd name="connsiteY113" fmla="*/ 256945 h 833476"/>
              <a:gd name="connsiteX114" fmla="*/ 2234317 w 2790908"/>
              <a:gd name="connsiteY114" fmla="*/ 288751 h 833476"/>
              <a:gd name="connsiteX115" fmla="*/ 2242268 w 2790908"/>
              <a:gd name="connsiteY115" fmla="*/ 352361 h 833476"/>
              <a:gd name="connsiteX116" fmla="*/ 2250220 w 2790908"/>
              <a:gd name="connsiteY116" fmla="*/ 392118 h 833476"/>
              <a:gd name="connsiteX117" fmla="*/ 2258171 w 2790908"/>
              <a:gd name="connsiteY117" fmla="*/ 479582 h 833476"/>
              <a:gd name="connsiteX118" fmla="*/ 2266122 w 2790908"/>
              <a:gd name="connsiteY118" fmla="*/ 519338 h 833476"/>
              <a:gd name="connsiteX119" fmla="*/ 2274074 w 2790908"/>
              <a:gd name="connsiteY119" fmla="*/ 590900 h 833476"/>
              <a:gd name="connsiteX120" fmla="*/ 2289976 w 2790908"/>
              <a:gd name="connsiteY120" fmla="*/ 622705 h 833476"/>
              <a:gd name="connsiteX121" fmla="*/ 2297927 w 2790908"/>
              <a:gd name="connsiteY121" fmla="*/ 646559 h 833476"/>
              <a:gd name="connsiteX122" fmla="*/ 2313830 w 2790908"/>
              <a:gd name="connsiteY122" fmla="*/ 749926 h 833476"/>
              <a:gd name="connsiteX123" fmla="*/ 2321781 w 2790908"/>
              <a:gd name="connsiteY123" fmla="*/ 789683 h 833476"/>
              <a:gd name="connsiteX124" fmla="*/ 2353587 w 2790908"/>
              <a:gd name="connsiteY124" fmla="*/ 781732 h 833476"/>
              <a:gd name="connsiteX125" fmla="*/ 2401294 w 2790908"/>
              <a:gd name="connsiteY125" fmla="*/ 765829 h 833476"/>
              <a:gd name="connsiteX126" fmla="*/ 2409246 w 2790908"/>
              <a:gd name="connsiteY126" fmla="*/ 741975 h 833476"/>
              <a:gd name="connsiteX127" fmla="*/ 2417197 w 2790908"/>
              <a:gd name="connsiteY127" fmla="*/ 710170 h 833476"/>
              <a:gd name="connsiteX128" fmla="*/ 2472856 w 2790908"/>
              <a:gd name="connsiteY128" fmla="*/ 638608 h 833476"/>
              <a:gd name="connsiteX129" fmla="*/ 2496710 w 2790908"/>
              <a:gd name="connsiteY129" fmla="*/ 590900 h 833476"/>
              <a:gd name="connsiteX130" fmla="*/ 2512613 w 2790908"/>
              <a:gd name="connsiteY130" fmla="*/ 622705 h 833476"/>
              <a:gd name="connsiteX131" fmla="*/ 2520564 w 2790908"/>
              <a:gd name="connsiteY131" fmla="*/ 694267 h 833476"/>
              <a:gd name="connsiteX132" fmla="*/ 2528515 w 2790908"/>
              <a:gd name="connsiteY132" fmla="*/ 670413 h 833476"/>
              <a:gd name="connsiteX133" fmla="*/ 2544418 w 2790908"/>
              <a:gd name="connsiteY133" fmla="*/ 646559 h 833476"/>
              <a:gd name="connsiteX134" fmla="*/ 2568272 w 2790908"/>
              <a:gd name="connsiteY134" fmla="*/ 662462 h 833476"/>
              <a:gd name="connsiteX135" fmla="*/ 2600077 w 2790908"/>
              <a:gd name="connsiteY135" fmla="*/ 670413 h 833476"/>
              <a:gd name="connsiteX136" fmla="*/ 2623931 w 2790908"/>
              <a:gd name="connsiteY136" fmla="*/ 678365 h 833476"/>
              <a:gd name="connsiteX137" fmla="*/ 2655736 w 2790908"/>
              <a:gd name="connsiteY137" fmla="*/ 670413 h 833476"/>
              <a:gd name="connsiteX138" fmla="*/ 2671639 w 2790908"/>
              <a:gd name="connsiteY138" fmla="*/ 638608 h 833476"/>
              <a:gd name="connsiteX139" fmla="*/ 2695493 w 2790908"/>
              <a:gd name="connsiteY139" fmla="*/ 662462 h 833476"/>
              <a:gd name="connsiteX140" fmla="*/ 2743200 w 2790908"/>
              <a:gd name="connsiteY140" fmla="*/ 670413 h 833476"/>
              <a:gd name="connsiteX141" fmla="*/ 2790908 w 2790908"/>
              <a:gd name="connsiteY141" fmla="*/ 686316 h 833476"/>
              <a:gd name="connsiteX0" fmla="*/ 0 w 2790908"/>
              <a:gd name="connsiteY0" fmla="*/ 670413 h 833476"/>
              <a:gd name="connsiteX1" fmla="*/ 47708 w 2790908"/>
              <a:gd name="connsiteY1" fmla="*/ 662462 h 833476"/>
              <a:gd name="connsiteX2" fmla="*/ 55660 w 2790908"/>
              <a:gd name="connsiteY2" fmla="*/ 686316 h 833476"/>
              <a:gd name="connsiteX3" fmla="*/ 87465 w 2790908"/>
              <a:gd name="connsiteY3" fmla="*/ 678365 h 833476"/>
              <a:gd name="connsiteX4" fmla="*/ 111319 w 2790908"/>
              <a:gd name="connsiteY4" fmla="*/ 662462 h 833476"/>
              <a:gd name="connsiteX5" fmla="*/ 174929 w 2790908"/>
              <a:gd name="connsiteY5" fmla="*/ 678365 h 833476"/>
              <a:gd name="connsiteX6" fmla="*/ 206734 w 2790908"/>
              <a:gd name="connsiteY6" fmla="*/ 686316 h 833476"/>
              <a:gd name="connsiteX7" fmla="*/ 238540 w 2790908"/>
              <a:gd name="connsiteY7" fmla="*/ 694267 h 833476"/>
              <a:gd name="connsiteX8" fmla="*/ 262394 w 2790908"/>
              <a:gd name="connsiteY8" fmla="*/ 694267 h 833476"/>
              <a:gd name="connsiteX9" fmla="*/ 286247 w 2790908"/>
              <a:gd name="connsiteY9" fmla="*/ 702218 h 833476"/>
              <a:gd name="connsiteX10" fmla="*/ 310101 w 2790908"/>
              <a:gd name="connsiteY10" fmla="*/ 694267 h 833476"/>
              <a:gd name="connsiteX11" fmla="*/ 349858 w 2790908"/>
              <a:gd name="connsiteY11" fmla="*/ 670413 h 833476"/>
              <a:gd name="connsiteX12" fmla="*/ 405517 w 2790908"/>
              <a:gd name="connsiteY12" fmla="*/ 702218 h 833476"/>
              <a:gd name="connsiteX13" fmla="*/ 413468 w 2790908"/>
              <a:gd name="connsiteY13" fmla="*/ 678365 h 833476"/>
              <a:gd name="connsiteX14" fmla="*/ 461176 w 2790908"/>
              <a:gd name="connsiteY14" fmla="*/ 686316 h 833476"/>
              <a:gd name="connsiteX15" fmla="*/ 492981 w 2790908"/>
              <a:gd name="connsiteY15" fmla="*/ 726072 h 833476"/>
              <a:gd name="connsiteX16" fmla="*/ 508884 w 2790908"/>
              <a:gd name="connsiteY16" fmla="*/ 702218 h 833476"/>
              <a:gd name="connsiteX17" fmla="*/ 516835 w 2790908"/>
              <a:gd name="connsiteY17" fmla="*/ 678365 h 833476"/>
              <a:gd name="connsiteX18" fmla="*/ 540689 w 2790908"/>
              <a:gd name="connsiteY18" fmla="*/ 670413 h 833476"/>
              <a:gd name="connsiteX19" fmla="*/ 564543 w 2790908"/>
              <a:gd name="connsiteY19" fmla="*/ 654511 h 833476"/>
              <a:gd name="connsiteX20" fmla="*/ 572494 w 2790908"/>
              <a:gd name="connsiteY20" fmla="*/ 519338 h 833476"/>
              <a:gd name="connsiteX21" fmla="*/ 588397 w 2790908"/>
              <a:gd name="connsiteY21" fmla="*/ 495485 h 833476"/>
              <a:gd name="connsiteX22" fmla="*/ 596348 w 2790908"/>
              <a:gd name="connsiteY22" fmla="*/ 463679 h 833476"/>
              <a:gd name="connsiteX23" fmla="*/ 598100 w 2790908"/>
              <a:gd name="connsiteY23" fmla="*/ 253611 h 833476"/>
              <a:gd name="connsiteX24" fmla="*/ 604300 w 2790908"/>
              <a:gd name="connsiteY24" fmla="*/ 217189 h 833476"/>
              <a:gd name="connsiteX25" fmla="*/ 620202 w 2790908"/>
              <a:gd name="connsiteY25" fmla="*/ 145627 h 833476"/>
              <a:gd name="connsiteX26" fmla="*/ 644056 w 2790908"/>
              <a:gd name="connsiteY26" fmla="*/ 110294 h 833476"/>
              <a:gd name="connsiteX27" fmla="*/ 687314 w 2790908"/>
              <a:gd name="connsiteY27" fmla="*/ 40978 h 833476"/>
              <a:gd name="connsiteX28" fmla="*/ 707667 w 2790908"/>
              <a:gd name="connsiteY28" fmla="*/ 105871 h 833476"/>
              <a:gd name="connsiteX29" fmla="*/ 723569 w 2790908"/>
              <a:gd name="connsiteY29" fmla="*/ 129725 h 833476"/>
              <a:gd name="connsiteX30" fmla="*/ 755374 w 2790908"/>
              <a:gd name="connsiteY30" fmla="*/ 177432 h 833476"/>
              <a:gd name="connsiteX31" fmla="*/ 779228 w 2790908"/>
              <a:gd name="connsiteY31" fmla="*/ 161530 h 833476"/>
              <a:gd name="connsiteX32" fmla="*/ 818985 w 2790908"/>
              <a:gd name="connsiteY32" fmla="*/ 129725 h 833476"/>
              <a:gd name="connsiteX33" fmla="*/ 842839 w 2790908"/>
              <a:gd name="connsiteY33" fmla="*/ 145627 h 833476"/>
              <a:gd name="connsiteX34" fmla="*/ 874644 w 2790908"/>
              <a:gd name="connsiteY34" fmla="*/ 137676 h 833476"/>
              <a:gd name="connsiteX35" fmla="*/ 906449 w 2790908"/>
              <a:gd name="connsiteY35" fmla="*/ 161530 h 833476"/>
              <a:gd name="connsiteX36" fmla="*/ 938254 w 2790908"/>
              <a:gd name="connsiteY36" fmla="*/ 113822 h 833476"/>
              <a:gd name="connsiteX37" fmla="*/ 946206 w 2790908"/>
              <a:gd name="connsiteY37" fmla="*/ 137676 h 833476"/>
              <a:gd name="connsiteX38" fmla="*/ 970060 w 2790908"/>
              <a:gd name="connsiteY38" fmla="*/ 74065 h 833476"/>
              <a:gd name="connsiteX39" fmla="*/ 985962 w 2790908"/>
              <a:gd name="connsiteY39" fmla="*/ 137676 h 833476"/>
              <a:gd name="connsiteX40" fmla="*/ 993914 w 2790908"/>
              <a:gd name="connsiteY40" fmla="*/ 193335 h 833476"/>
              <a:gd name="connsiteX41" fmla="*/ 1009816 w 2790908"/>
              <a:gd name="connsiteY41" fmla="*/ 241043 h 833476"/>
              <a:gd name="connsiteX42" fmla="*/ 1017767 w 2790908"/>
              <a:gd name="connsiteY42" fmla="*/ 209238 h 833476"/>
              <a:gd name="connsiteX43" fmla="*/ 1033670 w 2790908"/>
              <a:gd name="connsiteY43" fmla="*/ 185384 h 833476"/>
              <a:gd name="connsiteX44" fmla="*/ 1041621 w 2790908"/>
              <a:gd name="connsiteY44" fmla="*/ 161530 h 833476"/>
              <a:gd name="connsiteX45" fmla="*/ 1073427 w 2790908"/>
              <a:gd name="connsiteY45" fmla="*/ 209238 h 833476"/>
              <a:gd name="connsiteX46" fmla="*/ 1081378 w 2790908"/>
              <a:gd name="connsiteY46" fmla="*/ 248994 h 833476"/>
              <a:gd name="connsiteX47" fmla="*/ 1097280 w 2790908"/>
              <a:gd name="connsiteY47" fmla="*/ 392118 h 833476"/>
              <a:gd name="connsiteX48" fmla="*/ 1105232 w 2790908"/>
              <a:gd name="connsiteY48" fmla="*/ 415972 h 833476"/>
              <a:gd name="connsiteX49" fmla="*/ 1113183 w 2790908"/>
              <a:gd name="connsiteY49" fmla="*/ 447777 h 833476"/>
              <a:gd name="connsiteX50" fmla="*/ 1129086 w 2790908"/>
              <a:gd name="connsiteY50" fmla="*/ 471631 h 833476"/>
              <a:gd name="connsiteX51" fmla="*/ 1137037 w 2790908"/>
              <a:gd name="connsiteY51" fmla="*/ 590900 h 833476"/>
              <a:gd name="connsiteX52" fmla="*/ 1144988 w 2790908"/>
              <a:gd name="connsiteY52" fmla="*/ 630657 h 833476"/>
              <a:gd name="connsiteX53" fmla="*/ 1157791 w 2790908"/>
              <a:gd name="connsiteY53" fmla="*/ 833476 h 833476"/>
              <a:gd name="connsiteX54" fmla="*/ 1176794 w 2790908"/>
              <a:gd name="connsiteY54" fmla="*/ 765829 h 833476"/>
              <a:gd name="connsiteX55" fmla="*/ 1192696 w 2790908"/>
              <a:gd name="connsiteY55" fmla="*/ 678365 h 833476"/>
              <a:gd name="connsiteX56" fmla="*/ 1200647 w 2790908"/>
              <a:gd name="connsiteY56" fmla="*/ 646559 h 833476"/>
              <a:gd name="connsiteX57" fmla="*/ 1208599 w 2790908"/>
              <a:gd name="connsiteY57" fmla="*/ 670413 h 833476"/>
              <a:gd name="connsiteX58" fmla="*/ 1224501 w 2790908"/>
              <a:gd name="connsiteY58" fmla="*/ 710170 h 833476"/>
              <a:gd name="connsiteX59" fmla="*/ 1240404 w 2790908"/>
              <a:gd name="connsiteY59" fmla="*/ 686316 h 833476"/>
              <a:gd name="connsiteX60" fmla="*/ 1248355 w 2790908"/>
              <a:gd name="connsiteY60" fmla="*/ 654511 h 833476"/>
              <a:gd name="connsiteX61" fmla="*/ 1272209 w 2790908"/>
              <a:gd name="connsiteY61" fmla="*/ 670413 h 833476"/>
              <a:gd name="connsiteX62" fmla="*/ 1280160 w 2790908"/>
              <a:gd name="connsiteY62" fmla="*/ 702218 h 833476"/>
              <a:gd name="connsiteX63" fmla="*/ 1288112 w 2790908"/>
              <a:gd name="connsiteY63" fmla="*/ 678365 h 833476"/>
              <a:gd name="connsiteX64" fmla="*/ 1296063 w 2790908"/>
              <a:gd name="connsiteY64" fmla="*/ 702218 h 833476"/>
              <a:gd name="connsiteX65" fmla="*/ 1311966 w 2790908"/>
              <a:gd name="connsiteY65" fmla="*/ 734024 h 833476"/>
              <a:gd name="connsiteX66" fmla="*/ 1327868 w 2790908"/>
              <a:gd name="connsiteY66" fmla="*/ 710170 h 833476"/>
              <a:gd name="connsiteX67" fmla="*/ 1335820 w 2790908"/>
              <a:gd name="connsiteY67" fmla="*/ 670413 h 833476"/>
              <a:gd name="connsiteX68" fmla="*/ 1359674 w 2790908"/>
              <a:gd name="connsiteY68" fmla="*/ 718121 h 833476"/>
              <a:gd name="connsiteX69" fmla="*/ 1391479 w 2790908"/>
              <a:gd name="connsiteY69" fmla="*/ 670413 h 833476"/>
              <a:gd name="connsiteX70" fmla="*/ 1415333 w 2790908"/>
              <a:gd name="connsiteY70" fmla="*/ 702218 h 833476"/>
              <a:gd name="connsiteX71" fmla="*/ 1423284 w 2790908"/>
              <a:gd name="connsiteY71" fmla="*/ 662462 h 833476"/>
              <a:gd name="connsiteX72" fmla="*/ 1447138 w 2790908"/>
              <a:gd name="connsiteY72" fmla="*/ 654511 h 833476"/>
              <a:gd name="connsiteX73" fmla="*/ 1455089 w 2790908"/>
              <a:gd name="connsiteY73" fmla="*/ 702218 h 833476"/>
              <a:gd name="connsiteX74" fmla="*/ 1463040 w 2790908"/>
              <a:gd name="connsiteY74" fmla="*/ 678365 h 833476"/>
              <a:gd name="connsiteX75" fmla="*/ 1494846 w 2790908"/>
              <a:gd name="connsiteY75" fmla="*/ 694267 h 833476"/>
              <a:gd name="connsiteX76" fmla="*/ 1502797 w 2790908"/>
              <a:gd name="connsiteY76" fmla="*/ 598852 h 833476"/>
              <a:gd name="connsiteX77" fmla="*/ 1534602 w 2790908"/>
              <a:gd name="connsiteY77" fmla="*/ 686316 h 833476"/>
              <a:gd name="connsiteX78" fmla="*/ 1550505 w 2790908"/>
              <a:gd name="connsiteY78" fmla="*/ 710170 h 833476"/>
              <a:gd name="connsiteX79" fmla="*/ 1606164 w 2790908"/>
              <a:gd name="connsiteY79" fmla="*/ 686316 h 833476"/>
              <a:gd name="connsiteX80" fmla="*/ 1653872 w 2790908"/>
              <a:gd name="connsiteY80" fmla="*/ 678365 h 833476"/>
              <a:gd name="connsiteX81" fmla="*/ 1669774 w 2790908"/>
              <a:gd name="connsiteY81" fmla="*/ 622705 h 833476"/>
              <a:gd name="connsiteX82" fmla="*/ 1685677 w 2790908"/>
              <a:gd name="connsiteY82" fmla="*/ 479582 h 833476"/>
              <a:gd name="connsiteX83" fmla="*/ 1701580 w 2790908"/>
              <a:gd name="connsiteY83" fmla="*/ 431874 h 833476"/>
              <a:gd name="connsiteX84" fmla="*/ 1709531 w 2790908"/>
              <a:gd name="connsiteY84" fmla="*/ 288751 h 833476"/>
              <a:gd name="connsiteX85" fmla="*/ 1745785 w 2790908"/>
              <a:gd name="connsiteY85" fmla="*/ 345884 h 833476"/>
              <a:gd name="connsiteX86" fmla="*/ 1758990 w 2790908"/>
              <a:gd name="connsiteY86" fmla="*/ 216996 h 833476"/>
              <a:gd name="connsiteX87" fmla="*/ 1757239 w 2790908"/>
              <a:gd name="connsiteY87" fmla="*/ 113822 h 833476"/>
              <a:gd name="connsiteX88" fmla="*/ 1765190 w 2790908"/>
              <a:gd name="connsiteY88" fmla="*/ 66114 h 833476"/>
              <a:gd name="connsiteX89" fmla="*/ 1804947 w 2790908"/>
              <a:gd name="connsiteY89" fmla="*/ 89968 h 833476"/>
              <a:gd name="connsiteX90" fmla="*/ 1812898 w 2790908"/>
              <a:gd name="connsiteY90" fmla="*/ 137676 h 833476"/>
              <a:gd name="connsiteX91" fmla="*/ 1828800 w 2790908"/>
              <a:gd name="connsiteY91" fmla="*/ 264897 h 833476"/>
              <a:gd name="connsiteX92" fmla="*/ 1852654 w 2790908"/>
              <a:gd name="connsiteY92" fmla="*/ 256945 h 833476"/>
              <a:gd name="connsiteX93" fmla="*/ 1860606 w 2790908"/>
              <a:gd name="connsiteY93" fmla="*/ 233092 h 833476"/>
              <a:gd name="connsiteX94" fmla="*/ 1876508 w 2790908"/>
              <a:gd name="connsiteY94" fmla="*/ 209238 h 833476"/>
              <a:gd name="connsiteX95" fmla="*/ 1884460 w 2790908"/>
              <a:gd name="connsiteY95" fmla="*/ 177432 h 833476"/>
              <a:gd name="connsiteX96" fmla="*/ 1900362 w 2790908"/>
              <a:gd name="connsiteY96" fmla="*/ 129725 h 833476"/>
              <a:gd name="connsiteX97" fmla="*/ 1924216 w 2790908"/>
              <a:gd name="connsiteY97" fmla="*/ 153578 h 833476"/>
              <a:gd name="connsiteX98" fmla="*/ 1932167 w 2790908"/>
              <a:gd name="connsiteY98" fmla="*/ 177432 h 833476"/>
              <a:gd name="connsiteX99" fmla="*/ 1979875 w 2790908"/>
              <a:gd name="connsiteY99" fmla="*/ 161530 h 833476"/>
              <a:gd name="connsiteX100" fmla="*/ 1988228 w 2790908"/>
              <a:gd name="connsiteY100" fmla="*/ 4171 h 833476"/>
              <a:gd name="connsiteX101" fmla="*/ 1989578 w 2790908"/>
              <a:gd name="connsiteY101" fmla="*/ 58163 h 833476"/>
              <a:gd name="connsiteX102" fmla="*/ 1995778 w 2790908"/>
              <a:gd name="connsiteY102" fmla="*/ 193335 h 833476"/>
              <a:gd name="connsiteX103" fmla="*/ 2003729 w 2790908"/>
              <a:gd name="connsiteY103" fmla="*/ 256945 h 833476"/>
              <a:gd name="connsiteX104" fmla="*/ 2014781 w 2790908"/>
              <a:gd name="connsiteY104" fmla="*/ 354924 h 833476"/>
              <a:gd name="connsiteX105" fmla="*/ 2035534 w 2790908"/>
              <a:gd name="connsiteY105" fmla="*/ 201286 h 833476"/>
              <a:gd name="connsiteX106" fmla="*/ 2043486 w 2790908"/>
              <a:gd name="connsiteY106" fmla="*/ 145627 h 833476"/>
              <a:gd name="connsiteX107" fmla="*/ 2059388 w 2790908"/>
              <a:gd name="connsiteY107" fmla="*/ 177432 h 833476"/>
              <a:gd name="connsiteX108" fmla="*/ 2122999 w 2790908"/>
              <a:gd name="connsiteY108" fmla="*/ 177432 h 833476"/>
              <a:gd name="connsiteX109" fmla="*/ 2146853 w 2790908"/>
              <a:gd name="connsiteY109" fmla="*/ 185384 h 833476"/>
              <a:gd name="connsiteX110" fmla="*/ 2178658 w 2790908"/>
              <a:gd name="connsiteY110" fmla="*/ 169481 h 833476"/>
              <a:gd name="connsiteX111" fmla="*/ 2194560 w 2790908"/>
              <a:gd name="connsiteY111" fmla="*/ 201286 h 833476"/>
              <a:gd name="connsiteX112" fmla="*/ 2210463 w 2790908"/>
              <a:gd name="connsiteY112" fmla="*/ 225140 h 833476"/>
              <a:gd name="connsiteX113" fmla="*/ 2218414 w 2790908"/>
              <a:gd name="connsiteY113" fmla="*/ 256945 h 833476"/>
              <a:gd name="connsiteX114" fmla="*/ 2234317 w 2790908"/>
              <a:gd name="connsiteY114" fmla="*/ 288751 h 833476"/>
              <a:gd name="connsiteX115" fmla="*/ 2242268 w 2790908"/>
              <a:gd name="connsiteY115" fmla="*/ 352361 h 833476"/>
              <a:gd name="connsiteX116" fmla="*/ 2250220 w 2790908"/>
              <a:gd name="connsiteY116" fmla="*/ 392118 h 833476"/>
              <a:gd name="connsiteX117" fmla="*/ 2258171 w 2790908"/>
              <a:gd name="connsiteY117" fmla="*/ 479582 h 833476"/>
              <a:gd name="connsiteX118" fmla="*/ 2266122 w 2790908"/>
              <a:gd name="connsiteY118" fmla="*/ 519338 h 833476"/>
              <a:gd name="connsiteX119" fmla="*/ 2274074 w 2790908"/>
              <a:gd name="connsiteY119" fmla="*/ 590900 h 833476"/>
              <a:gd name="connsiteX120" fmla="*/ 2289976 w 2790908"/>
              <a:gd name="connsiteY120" fmla="*/ 622705 h 833476"/>
              <a:gd name="connsiteX121" fmla="*/ 2297927 w 2790908"/>
              <a:gd name="connsiteY121" fmla="*/ 646559 h 833476"/>
              <a:gd name="connsiteX122" fmla="*/ 2313830 w 2790908"/>
              <a:gd name="connsiteY122" fmla="*/ 749926 h 833476"/>
              <a:gd name="connsiteX123" fmla="*/ 2321781 w 2790908"/>
              <a:gd name="connsiteY123" fmla="*/ 789683 h 833476"/>
              <a:gd name="connsiteX124" fmla="*/ 2353587 w 2790908"/>
              <a:gd name="connsiteY124" fmla="*/ 781732 h 833476"/>
              <a:gd name="connsiteX125" fmla="*/ 2401294 w 2790908"/>
              <a:gd name="connsiteY125" fmla="*/ 765829 h 833476"/>
              <a:gd name="connsiteX126" fmla="*/ 2409246 w 2790908"/>
              <a:gd name="connsiteY126" fmla="*/ 741975 h 833476"/>
              <a:gd name="connsiteX127" fmla="*/ 2417197 w 2790908"/>
              <a:gd name="connsiteY127" fmla="*/ 710170 h 833476"/>
              <a:gd name="connsiteX128" fmla="*/ 2472856 w 2790908"/>
              <a:gd name="connsiteY128" fmla="*/ 638608 h 833476"/>
              <a:gd name="connsiteX129" fmla="*/ 2496710 w 2790908"/>
              <a:gd name="connsiteY129" fmla="*/ 590900 h 833476"/>
              <a:gd name="connsiteX130" fmla="*/ 2512613 w 2790908"/>
              <a:gd name="connsiteY130" fmla="*/ 622705 h 833476"/>
              <a:gd name="connsiteX131" fmla="*/ 2520564 w 2790908"/>
              <a:gd name="connsiteY131" fmla="*/ 694267 h 833476"/>
              <a:gd name="connsiteX132" fmla="*/ 2528515 w 2790908"/>
              <a:gd name="connsiteY132" fmla="*/ 670413 h 833476"/>
              <a:gd name="connsiteX133" fmla="*/ 2544418 w 2790908"/>
              <a:gd name="connsiteY133" fmla="*/ 646559 h 833476"/>
              <a:gd name="connsiteX134" fmla="*/ 2568272 w 2790908"/>
              <a:gd name="connsiteY134" fmla="*/ 662462 h 833476"/>
              <a:gd name="connsiteX135" fmla="*/ 2600077 w 2790908"/>
              <a:gd name="connsiteY135" fmla="*/ 670413 h 833476"/>
              <a:gd name="connsiteX136" fmla="*/ 2623931 w 2790908"/>
              <a:gd name="connsiteY136" fmla="*/ 678365 h 833476"/>
              <a:gd name="connsiteX137" fmla="*/ 2655736 w 2790908"/>
              <a:gd name="connsiteY137" fmla="*/ 670413 h 833476"/>
              <a:gd name="connsiteX138" fmla="*/ 2671639 w 2790908"/>
              <a:gd name="connsiteY138" fmla="*/ 638608 h 833476"/>
              <a:gd name="connsiteX139" fmla="*/ 2695493 w 2790908"/>
              <a:gd name="connsiteY139" fmla="*/ 662462 h 833476"/>
              <a:gd name="connsiteX140" fmla="*/ 2743200 w 2790908"/>
              <a:gd name="connsiteY140" fmla="*/ 670413 h 833476"/>
              <a:gd name="connsiteX141" fmla="*/ 2790908 w 2790908"/>
              <a:gd name="connsiteY141" fmla="*/ 686316 h 833476"/>
              <a:gd name="connsiteX0" fmla="*/ 0 w 2790908"/>
              <a:gd name="connsiteY0" fmla="*/ 670413 h 833476"/>
              <a:gd name="connsiteX1" fmla="*/ 47708 w 2790908"/>
              <a:gd name="connsiteY1" fmla="*/ 662462 h 833476"/>
              <a:gd name="connsiteX2" fmla="*/ 55660 w 2790908"/>
              <a:gd name="connsiteY2" fmla="*/ 686316 h 833476"/>
              <a:gd name="connsiteX3" fmla="*/ 87465 w 2790908"/>
              <a:gd name="connsiteY3" fmla="*/ 678365 h 833476"/>
              <a:gd name="connsiteX4" fmla="*/ 111319 w 2790908"/>
              <a:gd name="connsiteY4" fmla="*/ 662462 h 833476"/>
              <a:gd name="connsiteX5" fmla="*/ 174929 w 2790908"/>
              <a:gd name="connsiteY5" fmla="*/ 678365 h 833476"/>
              <a:gd name="connsiteX6" fmla="*/ 206734 w 2790908"/>
              <a:gd name="connsiteY6" fmla="*/ 686316 h 833476"/>
              <a:gd name="connsiteX7" fmla="*/ 238540 w 2790908"/>
              <a:gd name="connsiteY7" fmla="*/ 694267 h 833476"/>
              <a:gd name="connsiteX8" fmla="*/ 262394 w 2790908"/>
              <a:gd name="connsiteY8" fmla="*/ 694267 h 833476"/>
              <a:gd name="connsiteX9" fmla="*/ 286247 w 2790908"/>
              <a:gd name="connsiteY9" fmla="*/ 702218 h 833476"/>
              <a:gd name="connsiteX10" fmla="*/ 310101 w 2790908"/>
              <a:gd name="connsiteY10" fmla="*/ 694267 h 833476"/>
              <a:gd name="connsiteX11" fmla="*/ 349858 w 2790908"/>
              <a:gd name="connsiteY11" fmla="*/ 670413 h 833476"/>
              <a:gd name="connsiteX12" fmla="*/ 405517 w 2790908"/>
              <a:gd name="connsiteY12" fmla="*/ 702218 h 833476"/>
              <a:gd name="connsiteX13" fmla="*/ 413468 w 2790908"/>
              <a:gd name="connsiteY13" fmla="*/ 678365 h 833476"/>
              <a:gd name="connsiteX14" fmla="*/ 461176 w 2790908"/>
              <a:gd name="connsiteY14" fmla="*/ 686316 h 833476"/>
              <a:gd name="connsiteX15" fmla="*/ 492981 w 2790908"/>
              <a:gd name="connsiteY15" fmla="*/ 726072 h 833476"/>
              <a:gd name="connsiteX16" fmla="*/ 508884 w 2790908"/>
              <a:gd name="connsiteY16" fmla="*/ 702218 h 833476"/>
              <a:gd name="connsiteX17" fmla="*/ 516835 w 2790908"/>
              <a:gd name="connsiteY17" fmla="*/ 678365 h 833476"/>
              <a:gd name="connsiteX18" fmla="*/ 540689 w 2790908"/>
              <a:gd name="connsiteY18" fmla="*/ 670413 h 833476"/>
              <a:gd name="connsiteX19" fmla="*/ 564543 w 2790908"/>
              <a:gd name="connsiteY19" fmla="*/ 654511 h 833476"/>
              <a:gd name="connsiteX20" fmla="*/ 572494 w 2790908"/>
              <a:gd name="connsiteY20" fmla="*/ 519338 h 833476"/>
              <a:gd name="connsiteX21" fmla="*/ 588397 w 2790908"/>
              <a:gd name="connsiteY21" fmla="*/ 495485 h 833476"/>
              <a:gd name="connsiteX22" fmla="*/ 596348 w 2790908"/>
              <a:gd name="connsiteY22" fmla="*/ 463679 h 833476"/>
              <a:gd name="connsiteX23" fmla="*/ 598100 w 2790908"/>
              <a:gd name="connsiteY23" fmla="*/ 253611 h 833476"/>
              <a:gd name="connsiteX24" fmla="*/ 604300 w 2790908"/>
              <a:gd name="connsiteY24" fmla="*/ 217189 h 833476"/>
              <a:gd name="connsiteX25" fmla="*/ 625053 w 2790908"/>
              <a:gd name="connsiteY25" fmla="*/ 76505 h 833476"/>
              <a:gd name="connsiteX26" fmla="*/ 644056 w 2790908"/>
              <a:gd name="connsiteY26" fmla="*/ 110294 h 833476"/>
              <a:gd name="connsiteX27" fmla="*/ 687314 w 2790908"/>
              <a:gd name="connsiteY27" fmla="*/ 40978 h 833476"/>
              <a:gd name="connsiteX28" fmla="*/ 707667 w 2790908"/>
              <a:gd name="connsiteY28" fmla="*/ 105871 h 833476"/>
              <a:gd name="connsiteX29" fmla="*/ 723569 w 2790908"/>
              <a:gd name="connsiteY29" fmla="*/ 129725 h 833476"/>
              <a:gd name="connsiteX30" fmla="*/ 755374 w 2790908"/>
              <a:gd name="connsiteY30" fmla="*/ 177432 h 833476"/>
              <a:gd name="connsiteX31" fmla="*/ 779228 w 2790908"/>
              <a:gd name="connsiteY31" fmla="*/ 161530 h 833476"/>
              <a:gd name="connsiteX32" fmla="*/ 818985 w 2790908"/>
              <a:gd name="connsiteY32" fmla="*/ 129725 h 833476"/>
              <a:gd name="connsiteX33" fmla="*/ 842839 w 2790908"/>
              <a:gd name="connsiteY33" fmla="*/ 145627 h 833476"/>
              <a:gd name="connsiteX34" fmla="*/ 874644 w 2790908"/>
              <a:gd name="connsiteY34" fmla="*/ 137676 h 833476"/>
              <a:gd name="connsiteX35" fmla="*/ 906449 w 2790908"/>
              <a:gd name="connsiteY35" fmla="*/ 161530 h 833476"/>
              <a:gd name="connsiteX36" fmla="*/ 938254 w 2790908"/>
              <a:gd name="connsiteY36" fmla="*/ 113822 h 833476"/>
              <a:gd name="connsiteX37" fmla="*/ 946206 w 2790908"/>
              <a:gd name="connsiteY37" fmla="*/ 137676 h 833476"/>
              <a:gd name="connsiteX38" fmla="*/ 970060 w 2790908"/>
              <a:gd name="connsiteY38" fmla="*/ 74065 h 833476"/>
              <a:gd name="connsiteX39" fmla="*/ 985962 w 2790908"/>
              <a:gd name="connsiteY39" fmla="*/ 137676 h 833476"/>
              <a:gd name="connsiteX40" fmla="*/ 993914 w 2790908"/>
              <a:gd name="connsiteY40" fmla="*/ 193335 h 833476"/>
              <a:gd name="connsiteX41" fmla="*/ 1009816 w 2790908"/>
              <a:gd name="connsiteY41" fmla="*/ 241043 h 833476"/>
              <a:gd name="connsiteX42" fmla="*/ 1017767 w 2790908"/>
              <a:gd name="connsiteY42" fmla="*/ 209238 h 833476"/>
              <a:gd name="connsiteX43" fmla="*/ 1033670 w 2790908"/>
              <a:gd name="connsiteY43" fmla="*/ 185384 h 833476"/>
              <a:gd name="connsiteX44" fmla="*/ 1041621 w 2790908"/>
              <a:gd name="connsiteY44" fmla="*/ 161530 h 833476"/>
              <a:gd name="connsiteX45" fmla="*/ 1073427 w 2790908"/>
              <a:gd name="connsiteY45" fmla="*/ 209238 h 833476"/>
              <a:gd name="connsiteX46" fmla="*/ 1081378 w 2790908"/>
              <a:gd name="connsiteY46" fmla="*/ 248994 h 833476"/>
              <a:gd name="connsiteX47" fmla="*/ 1097280 w 2790908"/>
              <a:gd name="connsiteY47" fmla="*/ 392118 h 833476"/>
              <a:gd name="connsiteX48" fmla="*/ 1105232 w 2790908"/>
              <a:gd name="connsiteY48" fmla="*/ 415972 h 833476"/>
              <a:gd name="connsiteX49" fmla="*/ 1113183 w 2790908"/>
              <a:gd name="connsiteY49" fmla="*/ 447777 h 833476"/>
              <a:gd name="connsiteX50" fmla="*/ 1129086 w 2790908"/>
              <a:gd name="connsiteY50" fmla="*/ 471631 h 833476"/>
              <a:gd name="connsiteX51" fmla="*/ 1137037 w 2790908"/>
              <a:gd name="connsiteY51" fmla="*/ 590900 h 833476"/>
              <a:gd name="connsiteX52" fmla="*/ 1144988 w 2790908"/>
              <a:gd name="connsiteY52" fmla="*/ 630657 h 833476"/>
              <a:gd name="connsiteX53" fmla="*/ 1157791 w 2790908"/>
              <a:gd name="connsiteY53" fmla="*/ 833476 h 833476"/>
              <a:gd name="connsiteX54" fmla="*/ 1176794 w 2790908"/>
              <a:gd name="connsiteY54" fmla="*/ 765829 h 833476"/>
              <a:gd name="connsiteX55" fmla="*/ 1192696 w 2790908"/>
              <a:gd name="connsiteY55" fmla="*/ 678365 h 833476"/>
              <a:gd name="connsiteX56" fmla="*/ 1200647 w 2790908"/>
              <a:gd name="connsiteY56" fmla="*/ 646559 h 833476"/>
              <a:gd name="connsiteX57" fmla="*/ 1208599 w 2790908"/>
              <a:gd name="connsiteY57" fmla="*/ 670413 h 833476"/>
              <a:gd name="connsiteX58" fmla="*/ 1224501 w 2790908"/>
              <a:gd name="connsiteY58" fmla="*/ 710170 h 833476"/>
              <a:gd name="connsiteX59" fmla="*/ 1240404 w 2790908"/>
              <a:gd name="connsiteY59" fmla="*/ 686316 h 833476"/>
              <a:gd name="connsiteX60" fmla="*/ 1248355 w 2790908"/>
              <a:gd name="connsiteY60" fmla="*/ 654511 h 833476"/>
              <a:gd name="connsiteX61" fmla="*/ 1272209 w 2790908"/>
              <a:gd name="connsiteY61" fmla="*/ 670413 h 833476"/>
              <a:gd name="connsiteX62" fmla="*/ 1280160 w 2790908"/>
              <a:gd name="connsiteY62" fmla="*/ 702218 h 833476"/>
              <a:gd name="connsiteX63" fmla="*/ 1288112 w 2790908"/>
              <a:gd name="connsiteY63" fmla="*/ 678365 h 833476"/>
              <a:gd name="connsiteX64" fmla="*/ 1296063 w 2790908"/>
              <a:gd name="connsiteY64" fmla="*/ 702218 h 833476"/>
              <a:gd name="connsiteX65" fmla="*/ 1311966 w 2790908"/>
              <a:gd name="connsiteY65" fmla="*/ 734024 h 833476"/>
              <a:gd name="connsiteX66" fmla="*/ 1327868 w 2790908"/>
              <a:gd name="connsiteY66" fmla="*/ 710170 h 833476"/>
              <a:gd name="connsiteX67" fmla="*/ 1335820 w 2790908"/>
              <a:gd name="connsiteY67" fmla="*/ 670413 h 833476"/>
              <a:gd name="connsiteX68" fmla="*/ 1359674 w 2790908"/>
              <a:gd name="connsiteY68" fmla="*/ 718121 h 833476"/>
              <a:gd name="connsiteX69" fmla="*/ 1391479 w 2790908"/>
              <a:gd name="connsiteY69" fmla="*/ 670413 h 833476"/>
              <a:gd name="connsiteX70" fmla="*/ 1415333 w 2790908"/>
              <a:gd name="connsiteY70" fmla="*/ 702218 h 833476"/>
              <a:gd name="connsiteX71" fmla="*/ 1423284 w 2790908"/>
              <a:gd name="connsiteY71" fmla="*/ 662462 h 833476"/>
              <a:gd name="connsiteX72" fmla="*/ 1447138 w 2790908"/>
              <a:gd name="connsiteY72" fmla="*/ 654511 h 833476"/>
              <a:gd name="connsiteX73" fmla="*/ 1455089 w 2790908"/>
              <a:gd name="connsiteY73" fmla="*/ 702218 h 833476"/>
              <a:gd name="connsiteX74" fmla="*/ 1463040 w 2790908"/>
              <a:gd name="connsiteY74" fmla="*/ 678365 h 833476"/>
              <a:gd name="connsiteX75" fmla="*/ 1494846 w 2790908"/>
              <a:gd name="connsiteY75" fmla="*/ 694267 h 833476"/>
              <a:gd name="connsiteX76" fmla="*/ 1502797 w 2790908"/>
              <a:gd name="connsiteY76" fmla="*/ 598852 h 833476"/>
              <a:gd name="connsiteX77" fmla="*/ 1534602 w 2790908"/>
              <a:gd name="connsiteY77" fmla="*/ 686316 h 833476"/>
              <a:gd name="connsiteX78" fmla="*/ 1550505 w 2790908"/>
              <a:gd name="connsiteY78" fmla="*/ 710170 h 833476"/>
              <a:gd name="connsiteX79" fmla="*/ 1606164 w 2790908"/>
              <a:gd name="connsiteY79" fmla="*/ 686316 h 833476"/>
              <a:gd name="connsiteX80" fmla="*/ 1653872 w 2790908"/>
              <a:gd name="connsiteY80" fmla="*/ 678365 h 833476"/>
              <a:gd name="connsiteX81" fmla="*/ 1669774 w 2790908"/>
              <a:gd name="connsiteY81" fmla="*/ 622705 h 833476"/>
              <a:gd name="connsiteX82" fmla="*/ 1685677 w 2790908"/>
              <a:gd name="connsiteY82" fmla="*/ 479582 h 833476"/>
              <a:gd name="connsiteX83" fmla="*/ 1701580 w 2790908"/>
              <a:gd name="connsiteY83" fmla="*/ 431874 h 833476"/>
              <a:gd name="connsiteX84" fmla="*/ 1709531 w 2790908"/>
              <a:gd name="connsiteY84" fmla="*/ 288751 h 833476"/>
              <a:gd name="connsiteX85" fmla="*/ 1745785 w 2790908"/>
              <a:gd name="connsiteY85" fmla="*/ 345884 h 833476"/>
              <a:gd name="connsiteX86" fmla="*/ 1758990 w 2790908"/>
              <a:gd name="connsiteY86" fmla="*/ 216996 h 833476"/>
              <a:gd name="connsiteX87" fmla="*/ 1757239 w 2790908"/>
              <a:gd name="connsiteY87" fmla="*/ 113822 h 833476"/>
              <a:gd name="connsiteX88" fmla="*/ 1765190 w 2790908"/>
              <a:gd name="connsiteY88" fmla="*/ 66114 h 833476"/>
              <a:gd name="connsiteX89" fmla="*/ 1804947 w 2790908"/>
              <a:gd name="connsiteY89" fmla="*/ 89968 h 833476"/>
              <a:gd name="connsiteX90" fmla="*/ 1812898 w 2790908"/>
              <a:gd name="connsiteY90" fmla="*/ 137676 h 833476"/>
              <a:gd name="connsiteX91" fmla="*/ 1828800 w 2790908"/>
              <a:gd name="connsiteY91" fmla="*/ 264897 h 833476"/>
              <a:gd name="connsiteX92" fmla="*/ 1852654 w 2790908"/>
              <a:gd name="connsiteY92" fmla="*/ 256945 h 833476"/>
              <a:gd name="connsiteX93" fmla="*/ 1860606 w 2790908"/>
              <a:gd name="connsiteY93" fmla="*/ 233092 h 833476"/>
              <a:gd name="connsiteX94" fmla="*/ 1876508 w 2790908"/>
              <a:gd name="connsiteY94" fmla="*/ 209238 h 833476"/>
              <a:gd name="connsiteX95" fmla="*/ 1884460 w 2790908"/>
              <a:gd name="connsiteY95" fmla="*/ 177432 h 833476"/>
              <a:gd name="connsiteX96" fmla="*/ 1900362 w 2790908"/>
              <a:gd name="connsiteY96" fmla="*/ 129725 h 833476"/>
              <a:gd name="connsiteX97" fmla="*/ 1924216 w 2790908"/>
              <a:gd name="connsiteY97" fmla="*/ 153578 h 833476"/>
              <a:gd name="connsiteX98" fmla="*/ 1932167 w 2790908"/>
              <a:gd name="connsiteY98" fmla="*/ 177432 h 833476"/>
              <a:gd name="connsiteX99" fmla="*/ 1979875 w 2790908"/>
              <a:gd name="connsiteY99" fmla="*/ 161530 h 833476"/>
              <a:gd name="connsiteX100" fmla="*/ 1988228 w 2790908"/>
              <a:gd name="connsiteY100" fmla="*/ 4171 h 833476"/>
              <a:gd name="connsiteX101" fmla="*/ 1989578 w 2790908"/>
              <a:gd name="connsiteY101" fmla="*/ 58163 h 833476"/>
              <a:gd name="connsiteX102" fmla="*/ 1995778 w 2790908"/>
              <a:gd name="connsiteY102" fmla="*/ 193335 h 833476"/>
              <a:gd name="connsiteX103" fmla="*/ 2003729 w 2790908"/>
              <a:gd name="connsiteY103" fmla="*/ 256945 h 833476"/>
              <a:gd name="connsiteX104" fmla="*/ 2014781 w 2790908"/>
              <a:gd name="connsiteY104" fmla="*/ 354924 h 833476"/>
              <a:gd name="connsiteX105" fmla="*/ 2035534 w 2790908"/>
              <a:gd name="connsiteY105" fmla="*/ 201286 h 833476"/>
              <a:gd name="connsiteX106" fmla="*/ 2043486 w 2790908"/>
              <a:gd name="connsiteY106" fmla="*/ 145627 h 833476"/>
              <a:gd name="connsiteX107" fmla="*/ 2059388 w 2790908"/>
              <a:gd name="connsiteY107" fmla="*/ 177432 h 833476"/>
              <a:gd name="connsiteX108" fmla="*/ 2122999 w 2790908"/>
              <a:gd name="connsiteY108" fmla="*/ 177432 h 833476"/>
              <a:gd name="connsiteX109" fmla="*/ 2146853 w 2790908"/>
              <a:gd name="connsiteY109" fmla="*/ 185384 h 833476"/>
              <a:gd name="connsiteX110" fmla="*/ 2178658 w 2790908"/>
              <a:gd name="connsiteY110" fmla="*/ 169481 h 833476"/>
              <a:gd name="connsiteX111" fmla="*/ 2194560 w 2790908"/>
              <a:gd name="connsiteY111" fmla="*/ 201286 h 833476"/>
              <a:gd name="connsiteX112" fmla="*/ 2210463 w 2790908"/>
              <a:gd name="connsiteY112" fmla="*/ 225140 h 833476"/>
              <a:gd name="connsiteX113" fmla="*/ 2218414 w 2790908"/>
              <a:gd name="connsiteY113" fmla="*/ 256945 h 833476"/>
              <a:gd name="connsiteX114" fmla="*/ 2234317 w 2790908"/>
              <a:gd name="connsiteY114" fmla="*/ 288751 h 833476"/>
              <a:gd name="connsiteX115" fmla="*/ 2242268 w 2790908"/>
              <a:gd name="connsiteY115" fmla="*/ 352361 h 833476"/>
              <a:gd name="connsiteX116" fmla="*/ 2250220 w 2790908"/>
              <a:gd name="connsiteY116" fmla="*/ 392118 h 833476"/>
              <a:gd name="connsiteX117" fmla="*/ 2258171 w 2790908"/>
              <a:gd name="connsiteY117" fmla="*/ 479582 h 833476"/>
              <a:gd name="connsiteX118" fmla="*/ 2266122 w 2790908"/>
              <a:gd name="connsiteY118" fmla="*/ 519338 h 833476"/>
              <a:gd name="connsiteX119" fmla="*/ 2274074 w 2790908"/>
              <a:gd name="connsiteY119" fmla="*/ 590900 h 833476"/>
              <a:gd name="connsiteX120" fmla="*/ 2289976 w 2790908"/>
              <a:gd name="connsiteY120" fmla="*/ 622705 h 833476"/>
              <a:gd name="connsiteX121" fmla="*/ 2297927 w 2790908"/>
              <a:gd name="connsiteY121" fmla="*/ 646559 h 833476"/>
              <a:gd name="connsiteX122" fmla="*/ 2313830 w 2790908"/>
              <a:gd name="connsiteY122" fmla="*/ 749926 h 833476"/>
              <a:gd name="connsiteX123" fmla="*/ 2321781 w 2790908"/>
              <a:gd name="connsiteY123" fmla="*/ 789683 h 833476"/>
              <a:gd name="connsiteX124" fmla="*/ 2353587 w 2790908"/>
              <a:gd name="connsiteY124" fmla="*/ 781732 h 833476"/>
              <a:gd name="connsiteX125" fmla="*/ 2401294 w 2790908"/>
              <a:gd name="connsiteY125" fmla="*/ 765829 h 833476"/>
              <a:gd name="connsiteX126" fmla="*/ 2409246 w 2790908"/>
              <a:gd name="connsiteY126" fmla="*/ 741975 h 833476"/>
              <a:gd name="connsiteX127" fmla="*/ 2417197 w 2790908"/>
              <a:gd name="connsiteY127" fmla="*/ 710170 h 833476"/>
              <a:gd name="connsiteX128" fmla="*/ 2472856 w 2790908"/>
              <a:gd name="connsiteY128" fmla="*/ 638608 h 833476"/>
              <a:gd name="connsiteX129" fmla="*/ 2496710 w 2790908"/>
              <a:gd name="connsiteY129" fmla="*/ 590900 h 833476"/>
              <a:gd name="connsiteX130" fmla="*/ 2512613 w 2790908"/>
              <a:gd name="connsiteY130" fmla="*/ 622705 h 833476"/>
              <a:gd name="connsiteX131" fmla="*/ 2520564 w 2790908"/>
              <a:gd name="connsiteY131" fmla="*/ 694267 h 833476"/>
              <a:gd name="connsiteX132" fmla="*/ 2528515 w 2790908"/>
              <a:gd name="connsiteY132" fmla="*/ 670413 h 833476"/>
              <a:gd name="connsiteX133" fmla="*/ 2544418 w 2790908"/>
              <a:gd name="connsiteY133" fmla="*/ 646559 h 833476"/>
              <a:gd name="connsiteX134" fmla="*/ 2568272 w 2790908"/>
              <a:gd name="connsiteY134" fmla="*/ 662462 h 833476"/>
              <a:gd name="connsiteX135" fmla="*/ 2600077 w 2790908"/>
              <a:gd name="connsiteY135" fmla="*/ 670413 h 833476"/>
              <a:gd name="connsiteX136" fmla="*/ 2623931 w 2790908"/>
              <a:gd name="connsiteY136" fmla="*/ 678365 h 833476"/>
              <a:gd name="connsiteX137" fmla="*/ 2655736 w 2790908"/>
              <a:gd name="connsiteY137" fmla="*/ 670413 h 833476"/>
              <a:gd name="connsiteX138" fmla="*/ 2671639 w 2790908"/>
              <a:gd name="connsiteY138" fmla="*/ 638608 h 833476"/>
              <a:gd name="connsiteX139" fmla="*/ 2695493 w 2790908"/>
              <a:gd name="connsiteY139" fmla="*/ 662462 h 833476"/>
              <a:gd name="connsiteX140" fmla="*/ 2743200 w 2790908"/>
              <a:gd name="connsiteY140" fmla="*/ 670413 h 833476"/>
              <a:gd name="connsiteX141" fmla="*/ 2790908 w 2790908"/>
              <a:gd name="connsiteY141" fmla="*/ 686316 h 833476"/>
              <a:gd name="connsiteX0" fmla="*/ 0 w 2790908"/>
              <a:gd name="connsiteY0" fmla="*/ 670413 h 833476"/>
              <a:gd name="connsiteX1" fmla="*/ 47708 w 2790908"/>
              <a:gd name="connsiteY1" fmla="*/ 662462 h 833476"/>
              <a:gd name="connsiteX2" fmla="*/ 55660 w 2790908"/>
              <a:gd name="connsiteY2" fmla="*/ 686316 h 833476"/>
              <a:gd name="connsiteX3" fmla="*/ 87465 w 2790908"/>
              <a:gd name="connsiteY3" fmla="*/ 678365 h 833476"/>
              <a:gd name="connsiteX4" fmla="*/ 111319 w 2790908"/>
              <a:gd name="connsiteY4" fmla="*/ 662462 h 833476"/>
              <a:gd name="connsiteX5" fmla="*/ 174929 w 2790908"/>
              <a:gd name="connsiteY5" fmla="*/ 678365 h 833476"/>
              <a:gd name="connsiteX6" fmla="*/ 206734 w 2790908"/>
              <a:gd name="connsiteY6" fmla="*/ 686316 h 833476"/>
              <a:gd name="connsiteX7" fmla="*/ 238540 w 2790908"/>
              <a:gd name="connsiteY7" fmla="*/ 694267 h 833476"/>
              <a:gd name="connsiteX8" fmla="*/ 262394 w 2790908"/>
              <a:gd name="connsiteY8" fmla="*/ 694267 h 833476"/>
              <a:gd name="connsiteX9" fmla="*/ 286247 w 2790908"/>
              <a:gd name="connsiteY9" fmla="*/ 702218 h 833476"/>
              <a:gd name="connsiteX10" fmla="*/ 310101 w 2790908"/>
              <a:gd name="connsiteY10" fmla="*/ 694267 h 833476"/>
              <a:gd name="connsiteX11" fmla="*/ 349858 w 2790908"/>
              <a:gd name="connsiteY11" fmla="*/ 670413 h 833476"/>
              <a:gd name="connsiteX12" fmla="*/ 405517 w 2790908"/>
              <a:gd name="connsiteY12" fmla="*/ 702218 h 833476"/>
              <a:gd name="connsiteX13" fmla="*/ 413468 w 2790908"/>
              <a:gd name="connsiteY13" fmla="*/ 678365 h 833476"/>
              <a:gd name="connsiteX14" fmla="*/ 461176 w 2790908"/>
              <a:gd name="connsiteY14" fmla="*/ 686316 h 833476"/>
              <a:gd name="connsiteX15" fmla="*/ 492981 w 2790908"/>
              <a:gd name="connsiteY15" fmla="*/ 726072 h 833476"/>
              <a:gd name="connsiteX16" fmla="*/ 508884 w 2790908"/>
              <a:gd name="connsiteY16" fmla="*/ 702218 h 833476"/>
              <a:gd name="connsiteX17" fmla="*/ 516835 w 2790908"/>
              <a:gd name="connsiteY17" fmla="*/ 678365 h 833476"/>
              <a:gd name="connsiteX18" fmla="*/ 540689 w 2790908"/>
              <a:gd name="connsiteY18" fmla="*/ 670413 h 833476"/>
              <a:gd name="connsiteX19" fmla="*/ 564543 w 2790908"/>
              <a:gd name="connsiteY19" fmla="*/ 654511 h 833476"/>
              <a:gd name="connsiteX20" fmla="*/ 572494 w 2790908"/>
              <a:gd name="connsiteY20" fmla="*/ 519338 h 833476"/>
              <a:gd name="connsiteX21" fmla="*/ 588397 w 2790908"/>
              <a:gd name="connsiteY21" fmla="*/ 495485 h 833476"/>
              <a:gd name="connsiteX22" fmla="*/ 596348 w 2790908"/>
              <a:gd name="connsiteY22" fmla="*/ 463679 h 833476"/>
              <a:gd name="connsiteX23" fmla="*/ 598100 w 2790908"/>
              <a:gd name="connsiteY23" fmla="*/ 253611 h 833476"/>
              <a:gd name="connsiteX24" fmla="*/ 604300 w 2790908"/>
              <a:gd name="connsiteY24" fmla="*/ 217189 h 833476"/>
              <a:gd name="connsiteX25" fmla="*/ 625053 w 2790908"/>
              <a:gd name="connsiteY25" fmla="*/ 76505 h 833476"/>
              <a:gd name="connsiteX26" fmla="*/ 644056 w 2790908"/>
              <a:gd name="connsiteY26" fmla="*/ 110294 h 833476"/>
              <a:gd name="connsiteX27" fmla="*/ 687314 w 2790908"/>
              <a:gd name="connsiteY27" fmla="*/ 40978 h 833476"/>
              <a:gd name="connsiteX28" fmla="*/ 707667 w 2790908"/>
              <a:gd name="connsiteY28" fmla="*/ 105871 h 833476"/>
              <a:gd name="connsiteX29" fmla="*/ 723569 w 2790908"/>
              <a:gd name="connsiteY29" fmla="*/ 129725 h 833476"/>
              <a:gd name="connsiteX30" fmla="*/ 755374 w 2790908"/>
              <a:gd name="connsiteY30" fmla="*/ 177432 h 833476"/>
              <a:gd name="connsiteX31" fmla="*/ 779228 w 2790908"/>
              <a:gd name="connsiteY31" fmla="*/ 161530 h 833476"/>
              <a:gd name="connsiteX32" fmla="*/ 818985 w 2790908"/>
              <a:gd name="connsiteY32" fmla="*/ 129725 h 833476"/>
              <a:gd name="connsiteX33" fmla="*/ 842839 w 2790908"/>
              <a:gd name="connsiteY33" fmla="*/ 145627 h 833476"/>
              <a:gd name="connsiteX34" fmla="*/ 874644 w 2790908"/>
              <a:gd name="connsiteY34" fmla="*/ 137676 h 833476"/>
              <a:gd name="connsiteX35" fmla="*/ 906449 w 2790908"/>
              <a:gd name="connsiteY35" fmla="*/ 161530 h 833476"/>
              <a:gd name="connsiteX36" fmla="*/ 938254 w 2790908"/>
              <a:gd name="connsiteY36" fmla="*/ 113822 h 833476"/>
              <a:gd name="connsiteX37" fmla="*/ 946206 w 2790908"/>
              <a:gd name="connsiteY37" fmla="*/ 137676 h 833476"/>
              <a:gd name="connsiteX38" fmla="*/ 970060 w 2790908"/>
              <a:gd name="connsiteY38" fmla="*/ 74065 h 833476"/>
              <a:gd name="connsiteX39" fmla="*/ 985962 w 2790908"/>
              <a:gd name="connsiteY39" fmla="*/ 137676 h 833476"/>
              <a:gd name="connsiteX40" fmla="*/ 993914 w 2790908"/>
              <a:gd name="connsiteY40" fmla="*/ 193335 h 833476"/>
              <a:gd name="connsiteX41" fmla="*/ 1009816 w 2790908"/>
              <a:gd name="connsiteY41" fmla="*/ 241043 h 833476"/>
              <a:gd name="connsiteX42" fmla="*/ 1017767 w 2790908"/>
              <a:gd name="connsiteY42" fmla="*/ 209238 h 833476"/>
              <a:gd name="connsiteX43" fmla="*/ 1033670 w 2790908"/>
              <a:gd name="connsiteY43" fmla="*/ 185384 h 833476"/>
              <a:gd name="connsiteX44" fmla="*/ 1041621 w 2790908"/>
              <a:gd name="connsiteY44" fmla="*/ 161530 h 833476"/>
              <a:gd name="connsiteX45" fmla="*/ 1073427 w 2790908"/>
              <a:gd name="connsiteY45" fmla="*/ 209238 h 833476"/>
              <a:gd name="connsiteX46" fmla="*/ 1081378 w 2790908"/>
              <a:gd name="connsiteY46" fmla="*/ 248994 h 833476"/>
              <a:gd name="connsiteX47" fmla="*/ 1097280 w 2790908"/>
              <a:gd name="connsiteY47" fmla="*/ 392118 h 833476"/>
              <a:gd name="connsiteX48" fmla="*/ 1105232 w 2790908"/>
              <a:gd name="connsiteY48" fmla="*/ 415972 h 833476"/>
              <a:gd name="connsiteX49" fmla="*/ 1113183 w 2790908"/>
              <a:gd name="connsiteY49" fmla="*/ 447777 h 833476"/>
              <a:gd name="connsiteX50" fmla="*/ 1129086 w 2790908"/>
              <a:gd name="connsiteY50" fmla="*/ 471631 h 833476"/>
              <a:gd name="connsiteX51" fmla="*/ 1137037 w 2790908"/>
              <a:gd name="connsiteY51" fmla="*/ 590900 h 833476"/>
              <a:gd name="connsiteX52" fmla="*/ 1144988 w 2790908"/>
              <a:gd name="connsiteY52" fmla="*/ 630657 h 833476"/>
              <a:gd name="connsiteX53" fmla="*/ 1157791 w 2790908"/>
              <a:gd name="connsiteY53" fmla="*/ 833476 h 833476"/>
              <a:gd name="connsiteX54" fmla="*/ 1176794 w 2790908"/>
              <a:gd name="connsiteY54" fmla="*/ 765829 h 833476"/>
              <a:gd name="connsiteX55" fmla="*/ 1192696 w 2790908"/>
              <a:gd name="connsiteY55" fmla="*/ 678365 h 833476"/>
              <a:gd name="connsiteX56" fmla="*/ 1200647 w 2790908"/>
              <a:gd name="connsiteY56" fmla="*/ 646559 h 833476"/>
              <a:gd name="connsiteX57" fmla="*/ 1208599 w 2790908"/>
              <a:gd name="connsiteY57" fmla="*/ 670413 h 833476"/>
              <a:gd name="connsiteX58" fmla="*/ 1224501 w 2790908"/>
              <a:gd name="connsiteY58" fmla="*/ 710170 h 833476"/>
              <a:gd name="connsiteX59" fmla="*/ 1240404 w 2790908"/>
              <a:gd name="connsiteY59" fmla="*/ 686316 h 833476"/>
              <a:gd name="connsiteX60" fmla="*/ 1248355 w 2790908"/>
              <a:gd name="connsiteY60" fmla="*/ 654511 h 833476"/>
              <a:gd name="connsiteX61" fmla="*/ 1272209 w 2790908"/>
              <a:gd name="connsiteY61" fmla="*/ 670413 h 833476"/>
              <a:gd name="connsiteX62" fmla="*/ 1280160 w 2790908"/>
              <a:gd name="connsiteY62" fmla="*/ 702218 h 833476"/>
              <a:gd name="connsiteX63" fmla="*/ 1288112 w 2790908"/>
              <a:gd name="connsiteY63" fmla="*/ 678365 h 833476"/>
              <a:gd name="connsiteX64" fmla="*/ 1296063 w 2790908"/>
              <a:gd name="connsiteY64" fmla="*/ 702218 h 833476"/>
              <a:gd name="connsiteX65" fmla="*/ 1311966 w 2790908"/>
              <a:gd name="connsiteY65" fmla="*/ 734024 h 833476"/>
              <a:gd name="connsiteX66" fmla="*/ 1327868 w 2790908"/>
              <a:gd name="connsiteY66" fmla="*/ 710170 h 833476"/>
              <a:gd name="connsiteX67" fmla="*/ 1335820 w 2790908"/>
              <a:gd name="connsiteY67" fmla="*/ 670413 h 833476"/>
              <a:gd name="connsiteX68" fmla="*/ 1359674 w 2790908"/>
              <a:gd name="connsiteY68" fmla="*/ 718121 h 833476"/>
              <a:gd name="connsiteX69" fmla="*/ 1391479 w 2790908"/>
              <a:gd name="connsiteY69" fmla="*/ 670413 h 833476"/>
              <a:gd name="connsiteX70" fmla="*/ 1415333 w 2790908"/>
              <a:gd name="connsiteY70" fmla="*/ 702218 h 833476"/>
              <a:gd name="connsiteX71" fmla="*/ 1423284 w 2790908"/>
              <a:gd name="connsiteY71" fmla="*/ 662462 h 833476"/>
              <a:gd name="connsiteX72" fmla="*/ 1447138 w 2790908"/>
              <a:gd name="connsiteY72" fmla="*/ 654511 h 833476"/>
              <a:gd name="connsiteX73" fmla="*/ 1455089 w 2790908"/>
              <a:gd name="connsiteY73" fmla="*/ 702218 h 833476"/>
              <a:gd name="connsiteX74" fmla="*/ 1463040 w 2790908"/>
              <a:gd name="connsiteY74" fmla="*/ 678365 h 833476"/>
              <a:gd name="connsiteX75" fmla="*/ 1494846 w 2790908"/>
              <a:gd name="connsiteY75" fmla="*/ 694267 h 833476"/>
              <a:gd name="connsiteX76" fmla="*/ 1502797 w 2790908"/>
              <a:gd name="connsiteY76" fmla="*/ 598852 h 833476"/>
              <a:gd name="connsiteX77" fmla="*/ 1534602 w 2790908"/>
              <a:gd name="connsiteY77" fmla="*/ 686316 h 833476"/>
              <a:gd name="connsiteX78" fmla="*/ 1550505 w 2790908"/>
              <a:gd name="connsiteY78" fmla="*/ 710170 h 833476"/>
              <a:gd name="connsiteX79" fmla="*/ 1606164 w 2790908"/>
              <a:gd name="connsiteY79" fmla="*/ 686316 h 833476"/>
              <a:gd name="connsiteX80" fmla="*/ 1653872 w 2790908"/>
              <a:gd name="connsiteY80" fmla="*/ 678365 h 833476"/>
              <a:gd name="connsiteX81" fmla="*/ 1669774 w 2790908"/>
              <a:gd name="connsiteY81" fmla="*/ 622705 h 833476"/>
              <a:gd name="connsiteX82" fmla="*/ 1685677 w 2790908"/>
              <a:gd name="connsiteY82" fmla="*/ 479582 h 833476"/>
              <a:gd name="connsiteX83" fmla="*/ 1701580 w 2790908"/>
              <a:gd name="connsiteY83" fmla="*/ 431874 h 833476"/>
              <a:gd name="connsiteX84" fmla="*/ 1709531 w 2790908"/>
              <a:gd name="connsiteY84" fmla="*/ 288751 h 833476"/>
              <a:gd name="connsiteX85" fmla="*/ 1745785 w 2790908"/>
              <a:gd name="connsiteY85" fmla="*/ 345884 h 833476"/>
              <a:gd name="connsiteX86" fmla="*/ 1758990 w 2790908"/>
              <a:gd name="connsiteY86" fmla="*/ 216996 h 833476"/>
              <a:gd name="connsiteX87" fmla="*/ 1757239 w 2790908"/>
              <a:gd name="connsiteY87" fmla="*/ 113822 h 833476"/>
              <a:gd name="connsiteX88" fmla="*/ 1779743 w 2790908"/>
              <a:gd name="connsiteY88" fmla="*/ 28411 h 833476"/>
              <a:gd name="connsiteX89" fmla="*/ 1804947 w 2790908"/>
              <a:gd name="connsiteY89" fmla="*/ 89968 h 833476"/>
              <a:gd name="connsiteX90" fmla="*/ 1812898 w 2790908"/>
              <a:gd name="connsiteY90" fmla="*/ 137676 h 833476"/>
              <a:gd name="connsiteX91" fmla="*/ 1828800 w 2790908"/>
              <a:gd name="connsiteY91" fmla="*/ 264897 h 833476"/>
              <a:gd name="connsiteX92" fmla="*/ 1852654 w 2790908"/>
              <a:gd name="connsiteY92" fmla="*/ 256945 h 833476"/>
              <a:gd name="connsiteX93" fmla="*/ 1860606 w 2790908"/>
              <a:gd name="connsiteY93" fmla="*/ 233092 h 833476"/>
              <a:gd name="connsiteX94" fmla="*/ 1876508 w 2790908"/>
              <a:gd name="connsiteY94" fmla="*/ 209238 h 833476"/>
              <a:gd name="connsiteX95" fmla="*/ 1884460 w 2790908"/>
              <a:gd name="connsiteY95" fmla="*/ 177432 h 833476"/>
              <a:gd name="connsiteX96" fmla="*/ 1900362 w 2790908"/>
              <a:gd name="connsiteY96" fmla="*/ 129725 h 833476"/>
              <a:gd name="connsiteX97" fmla="*/ 1924216 w 2790908"/>
              <a:gd name="connsiteY97" fmla="*/ 153578 h 833476"/>
              <a:gd name="connsiteX98" fmla="*/ 1932167 w 2790908"/>
              <a:gd name="connsiteY98" fmla="*/ 177432 h 833476"/>
              <a:gd name="connsiteX99" fmla="*/ 1979875 w 2790908"/>
              <a:gd name="connsiteY99" fmla="*/ 161530 h 833476"/>
              <a:gd name="connsiteX100" fmla="*/ 1988228 w 2790908"/>
              <a:gd name="connsiteY100" fmla="*/ 4171 h 833476"/>
              <a:gd name="connsiteX101" fmla="*/ 1989578 w 2790908"/>
              <a:gd name="connsiteY101" fmla="*/ 58163 h 833476"/>
              <a:gd name="connsiteX102" fmla="*/ 1995778 w 2790908"/>
              <a:gd name="connsiteY102" fmla="*/ 193335 h 833476"/>
              <a:gd name="connsiteX103" fmla="*/ 2003729 w 2790908"/>
              <a:gd name="connsiteY103" fmla="*/ 256945 h 833476"/>
              <a:gd name="connsiteX104" fmla="*/ 2014781 w 2790908"/>
              <a:gd name="connsiteY104" fmla="*/ 354924 h 833476"/>
              <a:gd name="connsiteX105" fmla="*/ 2035534 w 2790908"/>
              <a:gd name="connsiteY105" fmla="*/ 201286 h 833476"/>
              <a:gd name="connsiteX106" fmla="*/ 2043486 w 2790908"/>
              <a:gd name="connsiteY106" fmla="*/ 145627 h 833476"/>
              <a:gd name="connsiteX107" fmla="*/ 2059388 w 2790908"/>
              <a:gd name="connsiteY107" fmla="*/ 177432 h 833476"/>
              <a:gd name="connsiteX108" fmla="*/ 2122999 w 2790908"/>
              <a:gd name="connsiteY108" fmla="*/ 177432 h 833476"/>
              <a:gd name="connsiteX109" fmla="*/ 2146853 w 2790908"/>
              <a:gd name="connsiteY109" fmla="*/ 185384 h 833476"/>
              <a:gd name="connsiteX110" fmla="*/ 2178658 w 2790908"/>
              <a:gd name="connsiteY110" fmla="*/ 169481 h 833476"/>
              <a:gd name="connsiteX111" fmla="*/ 2194560 w 2790908"/>
              <a:gd name="connsiteY111" fmla="*/ 201286 h 833476"/>
              <a:gd name="connsiteX112" fmla="*/ 2210463 w 2790908"/>
              <a:gd name="connsiteY112" fmla="*/ 225140 h 833476"/>
              <a:gd name="connsiteX113" fmla="*/ 2218414 w 2790908"/>
              <a:gd name="connsiteY113" fmla="*/ 256945 h 833476"/>
              <a:gd name="connsiteX114" fmla="*/ 2234317 w 2790908"/>
              <a:gd name="connsiteY114" fmla="*/ 288751 h 833476"/>
              <a:gd name="connsiteX115" fmla="*/ 2242268 w 2790908"/>
              <a:gd name="connsiteY115" fmla="*/ 352361 h 833476"/>
              <a:gd name="connsiteX116" fmla="*/ 2250220 w 2790908"/>
              <a:gd name="connsiteY116" fmla="*/ 392118 h 833476"/>
              <a:gd name="connsiteX117" fmla="*/ 2258171 w 2790908"/>
              <a:gd name="connsiteY117" fmla="*/ 479582 h 833476"/>
              <a:gd name="connsiteX118" fmla="*/ 2266122 w 2790908"/>
              <a:gd name="connsiteY118" fmla="*/ 519338 h 833476"/>
              <a:gd name="connsiteX119" fmla="*/ 2274074 w 2790908"/>
              <a:gd name="connsiteY119" fmla="*/ 590900 h 833476"/>
              <a:gd name="connsiteX120" fmla="*/ 2289976 w 2790908"/>
              <a:gd name="connsiteY120" fmla="*/ 622705 h 833476"/>
              <a:gd name="connsiteX121" fmla="*/ 2297927 w 2790908"/>
              <a:gd name="connsiteY121" fmla="*/ 646559 h 833476"/>
              <a:gd name="connsiteX122" fmla="*/ 2313830 w 2790908"/>
              <a:gd name="connsiteY122" fmla="*/ 749926 h 833476"/>
              <a:gd name="connsiteX123" fmla="*/ 2321781 w 2790908"/>
              <a:gd name="connsiteY123" fmla="*/ 789683 h 833476"/>
              <a:gd name="connsiteX124" fmla="*/ 2353587 w 2790908"/>
              <a:gd name="connsiteY124" fmla="*/ 781732 h 833476"/>
              <a:gd name="connsiteX125" fmla="*/ 2401294 w 2790908"/>
              <a:gd name="connsiteY125" fmla="*/ 765829 h 833476"/>
              <a:gd name="connsiteX126" fmla="*/ 2409246 w 2790908"/>
              <a:gd name="connsiteY126" fmla="*/ 741975 h 833476"/>
              <a:gd name="connsiteX127" fmla="*/ 2417197 w 2790908"/>
              <a:gd name="connsiteY127" fmla="*/ 710170 h 833476"/>
              <a:gd name="connsiteX128" fmla="*/ 2472856 w 2790908"/>
              <a:gd name="connsiteY128" fmla="*/ 638608 h 833476"/>
              <a:gd name="connsiteX129" fmla="*/ 2496710 w 2790908"/>
              <a:gd name="connsiteY129" fmla="*/ 590900 h 833476"/>
              <a:gd name="connsiteX130" fmla="*/ 2512613 w 2790908"/>
              <a:gd name="connsiteY130" fmla="*/ 622705 h 833476"/>
              <a:gd name="connsiteX131" fmla="*/ 2520564 w 2790908"/>
              <a:gd name="connsiteY131" fmla="*/ 694267 h 833476"/>
              <a:gd name="connsiteX132" fmla="*/ 2528515 w 2790908"/>
              <a:gd name="connsiteY132" fmla="*/ 670413 h 833476"/>
              <a:gd name="connsiteX133" fmla="*/ 2544418 w 2790908"/>
              <a:gd name="connsiteY133" fmla="*/ 646559 h 833476"/>
              <a:gd name="connsiteX134" fmla="*/ 2568272 w 2790908"/>
              <a:gd name="connsiteY134" fmla="*/ 662462 h 833476"/>
              <a:gd name="connsiteX135" fmla="*/ 2600077 w 2790908"/>
              <a:gd name="connsiteY135" fmla="*/ 670413 h 833476"/>
              <a:gd name="connsiteX136" fmla="*/ 2623931 w 2790908"/>
              <a:gd name="connsiteY136" fmla="*/ 678365 h 833476"/>
              <a:gd name="connsiteX137" fmla="*/ 2655736 w 2790908"/>
              <a:gd name="connsiteY137" fmla="*/ 670413 h 833476"/>
              <a:gd name="connsiteX138" fmla="*/ 2671639 w 2790908"/>
              <a:gd name="connsiteY138" fmla="*/ 638608 h 833476"/>
              <a:gd name="connsiteX139" fmla="*/ 2695493 w 2790908"/>
              <a:gd name="connsiteY139" fmla="*/ 662462 h 833476"/>
              <a:gd name="connsiteX140" fmla="*/ 2743200 w 2790908"/>
              <a:gd name="connsiteY140" fmla="*/ 670413 h 833476"/>
              <a:gd name="connsiteX141" fmla="*/ 2790908 w 2790908"/>
              <a:gd name="connsiteY141" fmla="*/ 686316 h 833476"/>
              <a:gd name="connsiteX0" fmla="*/ 0 w 2790908"/>
              <a:gd name="connsiteY0" fmla="*/ 670413 h 833476"/>
              <a:gd name="connsiteX1" fmla="*/ 47708 w 2790908"/>
              <a:gd name="connsiteY1" fmla="*/ 662462 h 833476"/>
              <a:gd name="connsiteX2" fmla="*/ 55660 w 2790908"/>
              <a:gd name="connsiteY2" fmla="*/ 686316 h 833476"/>
              <a:gd name="connsiteX3" fmla="*/ 87465 w 2790908"/>
              <a:gd name="connsiteY3" fmla="*/ 678365 h 833476"/>
              <a:gd name="connsiteX4" fmla="*/ 111319 w 2790908"/>
              <a:gd name="connsiteY4" fmla="*/ 662462 h 833476"/>
              <a:gd name="connsiteX5" fmla="*/ 174929 w 2790908"/>
              <a:gd name="connsiteY5" fmla="*/ 678365 h 833476"/>
              <a:gd name="connsiteX6" fmla="*/ 206734 w 2790908"/>
              <a:gd name="connsiteY6" fmla="*/ 686316 h 833476"/>
              <a:gd name="connsiteX7" fmla="*/ 238540 w 2790908"/>
              <a:gd name="connsiteY7" fmla="*/ 694267 h 833476"/>
              <a:gd name="connsiteX8" fmla="*/ 262394 w 2790908"/>
              <a:gd name="connsiteY8" fmla="*/ 694267 h 833476"/>
              <a:gd name="connsiteX9" fmla="*/ 286247 w 2790908"/>
              <a:gd name="connsiteY9" fmla="*/ 702218 h 833476"/>
              <a:gd name="connsiteX10" fmla="*/ 310101 w 2790908"/>
              <a:gd name="connsiteY10" fmla="*/ 694267 h 833476"/>
              <a:gd name="connsiteX11" fmla="*/ 349858 w 2790908"/>
              <a:gd name="connsiteY11" fmla="*/ 670413 h 833476"/>
              <a:gd name="connsiteX12" fmla="*/ 405517 w 2790908"/>
              <a:gd name="connsiteY12" fmla="*/ 702218 h 833476"/>
              <a:gd name="connsiteX13" fmla="*/ 413468 w 2790908"/>
              <a:gd name="connsiteY13" fmla="*/ 678365 h 833476"/>
              <a:gd name="connsiteX14" fmla="*/ 461176 w 2790908"/>
              <a:gd name="connsiteY14" fmla="*/ 686316 h 833476"/>
              <a:gd name="connsiteX15" fmla="*/ 492981 w 2790908"/>
              <a:gd name="connsiteY15" fmla="*/ 726072 h 833476"/>
              <a:gd name="connsiteX16" fmla="*/ 508884 w 2790908"/>
              <a:gd name="connsiteY16" fmla="*/ 702218 h 833476"/>
              <a:gd name="connsiteX17" fmla="*/ 516835 w 2790908"/>
              <a:gd name="connsiteY17" fmla="*/ 678365 h 833476"/>
              <a:gd name="connsiteX18" fmla="*/ 540689 w 2790908"/>
              <a:gd name="connsiteY18" fmla="*/ 670413 h 833476"/>
              <a:gd name="connsiteX19" fmla="*/ 564543 w 2790908"/>
              <a:gd name="connsiteY19" fmla="*/ 654511 h 833476"/>
              <a:gd name="connsiteX20" fmla="*/ 572494 w 2790908"/>
              <a:gd name="connsiteY20" fmla="*/ 519338 h 833476"/>
              <a:gd name="connsiteX21" fmla="*/ 588397 w 2790908"/>
              <a:gd name="connsiteY21" fmla="*/ 495485 h 833476"/>
              <a:gd name="connsiteX22" fmla="*/ 596348 w 2790908"/>
              <a:gd name="connsiteY22" fmla="*/ 463679 h 833476"/>
              <a:gd name="connsiteX23" fmla="*/ 598100 w 2790908"/>
              <a:gd name="connsiteY23" fmla="*/ 253611 h 833476"/>
              <a:gd name="connsiteX24" fmla="*/ 604300 w 2790908"/>
              <a:gd name="connsiteY24" fmla="*/ 217189 h 833476"/>
              <a:gd name="connsiteX25" fmla="*/ 625053 w 2790908"/>
              <a:gd name="connsiteY25" fmla="*/ 76505 h 833476"/>
              <a:gd name="connsiteX26" fmla="*/ 644056 w 2790908"/>
              <a:gd name="connsiteY26" fmla="*/ 110294 h 833476"/>
              <a:gd name="connsiteX27" fmla="*/ 687314 w 2790908"/>
              <a:gd name="connsiteY27" fmla="*/ 40978 h 833476"/>
              <a:gd name="connsiteX28" fmla="*/ 707667 w 2790908"/>
              <a:gd name="connsiteY28" fmla="*/ 105871 h 833476"/>
              <a:gd name="connsiteX29" fmla="*/ 723569 w 2790908"/>
              <a:gd name="connsiteY29" fmla="*/ 129725 h 833476"/>
              <a:gd name="connsiteX30" fmla="*/ 755374 w 2790908"/>
              <a:gd name="connsiteY30" fmla="*/ 177432 h 833476"/>
              <a:gd name="connsiteX31" fmla="*/ 779228 w 2790908"/>
              <a:gd name="connsiteY31" fmla="*/ 161530 h 833476"/>
              <a:gd name="connsiteX32" fmla="*/ 818985 w 2790908"/>
              <a:gd name="connsiteY32" fmla="*/ 129725 h 833476"/>
              <a:gd name="connsiteX33" fmla="*/ 842839 w 2790908"/>
              <a:gd name="connsiteY33" fmla="*/ 145627 h 833476"/>
              <a:gd name="connsiteX34" fmla="*/ 874644 w 2790908"/>
              <a:gd name="connsiteY34" fmla="*/ 137676 h 833476"/>
              <a:gd name="connsiteX35" fmla="*/ 906449 w 2790908"/>
              <a:gd name="connsiteY35" fmla="*/ 161530 h 833476"/>
              <a:gd name="connsiteX36" fmla="*/ 938254 w 2790908"/>
              <a:gd name="connsiteY36" fmla="*/ 113822 h 833476"/>
              <a:gd name="connsiteX37" fmla="*/ 946206 w 2790908"/>
              <a:gd name="connsiteY37" fmla="*/ 137676 h 833476"/>
              <a:gd name="connsiteX38" fmla="*/ 970060 w 2790908"/>
              <a:gd name="connsiteY38" fmla="*/ 74065 h 833476"/>
              <a:gd name="connsiteX39" fmla="*/ 985962 w 2790908"/>
              <a:gd name="connsiteY39" fmla="*/ 137676 h 833476"/>
              <a:gd name="connsiteX40" fmla="*/ 993914 w 2790908"/>
              <a:gd name="connsiteY40" fmla="*/ 193335 h 833476"/>
              <a:gd name="connsiteX41" fmla="*/ 1009816 w 2790908"/>
              <a:gd name="connsiteY41" fmla="*/ 241043 h 833476"/>
              <a:gd name="connsiteX42" fmla="*/ 1017767 w 2790908"/>
              <a:gd name="connsiteY42" fmla="*/ 209238 h 833476"/>
              <a:gd name="connsiteX43" fmla="*/ 1033670 w 2790908"/>
              <a:gd name="connsiteY43" fmla="*/ 185384 h 833476"/>
              <a:gd name="connsiteX44" fmla="*/ 1041621 w 2790908"/>
              <a:gd name="connsiteY44" fmla="*/ 161530 h 833476"/>
              <a:gd name="connsiteX45" fmla="*/ 1073427 w 2790908"/>
              <a:gd name="connsiteY45" fmla="*/ 209238 h 833476"/>
              <a:gd name="connsiteX46" fmla="*/ 1081378 w 2790908"/>
              <a:gd name="connsiteY46" fmla="*/ 248994 h 833476"/>
              <a:gd name="connsiteX47" fmla="*/ 1097280 w 2790908"/>
              <a:gd name="connsiteY47" fmla="*/ 392118 h 833476"/>
              <a:gd name="connsiteX48" fmla="*/ 1105232 w 2790908"/>
              <a:gd name="connsiteY48" fmla="*/ 415972 h 833476"/>
              <a:gd name="connsiteX49" fmla="*/ 1113183 w 2790908"/>
              <a:gd name="connsiteY49" fmla="*/ 447777 h 833476"/>
              <a:gd name="connsiteX50" fmla="*/ 1129086 w 2790908"/>
              <a:gd name="connsiteY50" fmla="*/ 471631 h 833476"/>
              <a:gd name="connsiteX51" fmla="*/ 1137037 w 2790908"/>
              <a:gd name="connsiteY51" fmla="*/ 590900 h 833476"/>
              <a:gd name="connsiteX52" fmla="*/ 1144988 w 2790908"/>
              <a:gd name="connsiteY52" fmla="*/ 630657 h 833476"/>
              <a:gd name="connsiteX53" fmla="*/ 1157791 w 2790908"/>
              <a:gd name="connsiteY53" fmla="*/ 833476 h 833476"/>
              <a:gd name="connsiteX54" fmla="*/ 1176794 w 2790908"/>
              <a:gd name="connsiteY54" fmla="*/ 765829 h 833476"/>
              <a:gd name="connsiteX55" fmla="*/ 1192696 w 2790908"/>
              <a:gd name="connsiteY55" fmla="*/ 678365 h 833476"/>
              <a:gd name="connsiteX56" fmla="*/ 1200647 w 2790908"/>
              <a:gd name="connsiteY56" fmla="*/ 646559 h 833476"/>
              <a:gd name="connsiteX57" fmla="*/ 1208599 w 2790908"/>
              <a:gd name="connsiteY57" fmla="*/ 670413 h 833476"/>
              <a:gd name="connsiteX58" fmla="*/ 1224501 w 2790908"/>
              <a:gd name="connsiteY58" fmla="*/ 710170 h 833476"/>
              <a:gd name="connsiteX59" fmla="*/ 1240404 w 2790908"/>
              <a:gd name="connsiteY59" fmla="*/ 686316 h 833476"/>
              <a:gd name="connsiteX60" fmla="*/ 1248355 w 2790908"/>
              <a:gd name="connsiteY60" fmla="*/ 654511 h 833476"/>
              <a:gd name="connsiteX61" fmla="*/ 1272209 w 2790908"/>
              <a:gd name="connsiteY61" fmla="*/ 670413 h 833476"/>
              <a:gd name="connsiteX62" fmla="*/ 1280160 w 2790908"/>
              <a:gd name="connsiteY62" fmla="*/ 702218 h 833476"/>
              <a:gd name="connsiteX63" fmla="*/ 1288112 w 2790908"/>
              <a:gd name="connsiteY63" fmla="*/ 678365 h 833476"/>
              <a:gd name="connsiteX64" fmla="*/ 1296063 w 2790908"/>
              <a:gd name="connsiteY64" fmla="*/ 702218 h 833476"/>
              <a:gd name="connsiteX65" fmla="*/ 1311966 w 2790908"/>
              <a:gd name="connsiteY65" fmla="*/ 734024 h 833476"/>
              <a:gd name="connsiteX66" fmla="*/ 1327868 w 2790908"/>
              <a:gd name="connsiteY66" fmla="*/ 710170 h 833476"/>
              <a:gd name="connsiteX67" fmla="*/ 1335820 w 2790908"/>
              <a:gd name="connsiteY67" fmla="*/ 670413 h 833476"/>
              <a:gd name="connsiteX68" fmla="*/ 1359674 w 2790908"/>
              <a:gd name="connsiteY68" fmla="*/ 718121 h 833476"/>
              <a:gd name="connsiteX69" fmla="*/ 1391479 w 2790908"/>
              <a:gd name="connsiteY69" fmla="*/ 670413 h 833476"/>
              <a:gd name="connsiteX70" fmla="*/ 1415333 w 2790908"/>
              <a:gd name="connsiteY70" fmla="*/ 702218 h 833476"/>
              <a:gd name="connsiteX71" fmla="*/ 1423284 w 2790908"/>
              <a:gd name="connsiteY71" fmla="*/ 662462 h 833476"/>
              <a:gd name="connsiteX72" fmla="*/ 1447138 w 2790908"/>
              <a:gd name="connsiteY72" fmla="*/ 654511 h 833476"/>
              <a:gd name="connsiteX73" fmla="*/ 1455089 w 2790908"/>
              <a:gd name="connsiteY73" fmla="*/ 702218 h 833476"/>
              <a:gd name="connsiteX74" fmla="*/ 1463040 w 2790908"/>
              <a:gd name="connsiteY74" fmla="*/ 678365 h 833476"/>
              <a:gd name="connsiteX75" fmla="*/ 1494846 w 2790908"/>
              <a:gd name="connsiteY75" fmla="*/ 694267 h 833476"/>
              <a:gd name="connsiteX76" fmla="*/ 1502797 w 2790908"/>
              <a:gd name="connsiteY76" fmla="*/ 598852 h 833476"/>
              <a:gd name="connsiteX77" fmla="*/ 1534602 w 2790908"/>
              <a:gd name="connsiteY77" fmla="*/ 686316 h 833476"/>
              <a:gd name="connsiteX78" fmla="*/ 1550505 w 2790908"/>
              <a:gd name="connsiteY78" fmla="*/ 710170 h 833476"/>
              <a:gd name="connsiteX79" fmla="*/ 1606164 w 2790908"/>
              <a:gd name="connsiteY79" fmla="*/ 686316 h 833476"/>
              <a:gd name="connsiteX80" fmla="*/ 1653872 w 2790908"/>
              <a:gd name="connsiteY80" fmla="*/ 678365 h 833476"/>
              <a:gd name="connsiteX81" fmla="*/ 1669774 w 2790908"/>
              <a:gd name="connsiteY81" fmla="*/ 622705 h 833476"/>
              <a:gd name="connsiteX82" fmla="*/ 1685677 w 2790908"/>
              <a:gd name="connsiteY82" fmla="*/ 479582 h 833476"/>
              <a:gd name="connsiteX83" fmla="*/ 1701580 w 2790908"/>
              <a:gd name="connsiteY83" fmla="*/ 431874 h 833476"/>
              <a:gd name="connsiteX84" fmla="*/ 1709531 w 2790908"/>
              <a:gd name="connsiteY84" fmla="*/ 288751 h 833476"/>
              <a:gd name="connsiteX85" fmla="*/ 1745785 w 2790908"/>
              <a:gd name="connsiteY85" fmla="*/ 345884 h 833476"/>
              <a:gd name="connsiteX86" fmla="*/ 1758990 w 2790908"/>
              <a:gd name="connsiteY86" fmla="*/ 216996 h 833476"/>
              <a:gd name="connsiteX87" fmla="*/ 1757239 w 2790908"/>
              <a:gd name="connsiteY87" fmla="*/ 113822 h 833476"/>
              <a:gd name="connsiteX88" fmla="*/ 1779743 w 2790908"/>
              <a:gd name="connsiteY88" fmla="*/ 28411 h 833476"/>
              <a:gd name="connsiteX89" fmla="*/ 1804947 w 2790908"/>
              <a:gd name="connsiteY89" fmla="*/ 89968 h 833476"/>
              <a:gd name="connsiteX90" fmla="*/ 1812898 w 2790908"/>
              <a:gd name="connsiteY90" fmla="*/ 137676 h 833476"/>
              <a:gd name="connsiteX91" fmla="*/ 1828800 w 2790908"/>
              <a:gd name="connsiteY91" fmla="*/ 264897 h 833476"/>
              <a:gd name="connsiteX92" fmla="*/ 1847803 w 2790908"/>
              <a:gd name="connsiteY92" fmla="*/ 313500 h 833476"/>
              <a:gd name="connsiteX93" fmla="*/ 1860606 w 2790908"/>
              <a:gd name="connsiteY93" fmla="*/ 233092 h 833476"/>
              <a:gd name="connsiteX94" fmla="*/ 1876508 w 2790908"/>
              <a:gd name="connsiteY94" fmla="*/ 209238 h 833476"/>
              <a:gd name="connsiteX95" fmla="*/ 1884460 w 2790908"/>
              <a:gd name="connsiteY95" fmla="*/ 177432 h 833476"/>
              <a:gd name="connsiteX96" fmla="*/ 1900362 w 2790908"/>
              <a:gd name="connsiteY96" fmla="*/ 129725 h 833476"/>
              <a:gd name="connsiteX97" fmla="*/ 1924216 w 2790908"/>
              <a:gd name="connsiteY97" fmla="*/ 153578 h 833476"/>
              <a:gd name="connsiteX98" fmla="*/ 1932167 w 2790908"/>
              <a:gd name="connsiteY98" fmla="*/ 177432 h 833476"/>
              <a:gd name="connsiteX99" fmla="*/ 1979875 w 2790908"/>
              <a:gd name="connsiteY99" fmla="*/ 161530 h 833476"/>
              <a:gd name="connsiteX100" fmla="*/ 1988228 w 2790908"/>
              <a:gd name="connsiteY100" fmla="*/ 4171 h 833476"/>
              <a:gd name="connsiteX101" fmla="*/ 1989578 w 2790908"/>
              <a:gd name="connsiteY101" fmla="*/ 58163 h 833476"/>
              <a:gd name="connsiteX102" fmla="*/ 1995778 w 2790908"/>
              <a:gd name="connsiteY102" fmla="*/ 193335 h 833476"/>
              <a:gd name="connsiteX103" fmla="*/ 2003729 w 2790908"/>
              <a:gd name="connsiteY103" fmla="*/ 256945 h 833476"/>
              <a:gd name="connsiteX104" fmla="*/ 2014781 w 2790908"/>
              <a:gd name="connsiteY104" fmla="*/ 354924 h 833476"/>
              <a:gd name="connsiteX105" fmla="*/ 2035534 w 2790908"/>
              <a:gd name="connsiteY105" fmla="*/ 201286 h 833476"/>
              <a:gd name="connsiteX106" fmla="*/ 2043486 w 2790908"/>
              <a:gd name="connsiteY106" fmla="*/ 145627 h 833476"/>
              <a:gd name="connsiteX107" fmla="*/ 2059388 w 2790908"/>
              <a:gd name="connsiteY107" fmla="*/ 177432 h 833476"/>
              <a:gd name="connsiteX108" fmla="*/ 2122999 w 2790908"/>
              <a:gd name="connsiteY108" fmla="*/ 177432 h 833476"/>
              <a:gd name="connsiteX109" fmla="*/ 2146853 w 2790908"/>
              <a:gd name="connsiteY109" fmla="*/ 185384 h 833476"/>
              <a:gd name="connsiteX110" fmla="*/ 2178658 w 2790908"/>
              <a:gd name="connsiteY110" fmla="*/ 169481 h 833476"/>
              <a:gd name="connsiteX111" fmla="*/ 2194560 w 2790908"/>
              <a:gd name="connsiteY111" fmla="*/ 201286 h 833476"/>
              <a:gd name="connsiteX112" fmla="*/ 2210463 w 2790908"/>
              <a:gd name="connsiteY112" fmla="*/ 225140 h 833476"/>
              <a:gd name="connsiteX113" fmla="*/ 2218414 w 2790908"/>
              <a:gd name="connsiteY113" fmla="*/ 256945 h 833476"/>
              <a:gd name="connsiteX114" fmla="*/ 2234317 w 2790908"/>
              <a:gd name="connsiteY114" fmla="*/ 288751 h 833476"/>
              <a:gd name="connsiteX115" fmla="*/ 2242268 w 2790908"/>
              <a:gd name="connsiteY115" fmla="*/ 352361 h 833476"/>
              <a:gd name="connsiteX116" fmla="*/ 2250220 w 2790908"/>
              <a:gd name="connsiteY116" fmla="*/ 392118 h 833476"/>
              <a:gd name="connsiteX117" fmla="*/ 2258171 w 2790908"/>
              <a:gd name="connsiteY117" fmla="*/ 479582 h 833476"/>
              <a:gd name="connsiteX118" fmla="*/ 2266122 w 2790908"/>
              <a:gd name="connsiteY118" fmla="*/ 519338 h 833476"/>
              <a:gd name="connsiteX119" fmla="*/ 2274074 w 2790908"/>
              <a:gd name="connsiteY119" fmla="*/ 590900 h 833476"/>
              <a:gd name="connsiteX120" fmla="*/ 2289976 w 2790908"/>
              <a:gd name="connsiteY120" fmla="*/ 622705 h 833476"/>
              <a:gd name="connsiteX121" fmla="*/ 2297927 w 2790908"/>
              <a:gd name="connsiteY121" fmla="*/ 646559 h 833476"/>
              <a:gd name="connsiteX122" fmla="*/ 2313830 w 2790908"/>
              <a:gd name="connsiteY122" fmla="*/ 749926 h 833476"/>
              <a:gd name="connsiteX123" fmla="*/ 2321781 w 2790908"/>
              <a:gd name="connsiteY123" fmla="*/ 789683 h 833476"/>
              <a:gd name="connsiteX124" fmla="*/ 2353587 w 2790908"/>
              <a:gd name="connsiteY124" fmla="*/ 781732 h 833476"/>
              <a:gd name="connsiteX125" fmla="*/ 2401294 w 2790908"/>
              <a:gd name="connsiteY125" fmla="*/ 765829 h 833476"/>
              <a:gd name="connsiteX126" fmla="*/ 2409246 w 2790908"/>
              <a:gd name="connsiteY126" fmla="*/ 741975 h 833476"/>
              <a:gd name="connsiteX127" fmla="*/ 2417197 w 2790908"/>
              <a:gd name="connsiteY127" fmla="*/ 710170 h 833476"/>
              <a:gd name="connsiteX128" fmla="*/ 2472856 w 2790908"/>
              <a:gd name="connsiteY128" fmla="*/ 638608 h 833476"/>
              <a:gd name="connsiteX129" fmla="*/ 2496710 w 2790908"/>
              <a:gd name="connsiteY129" fmla="*/ 590900 h 833476"/>
              <a:gd name="connsiteX130" fmla="*/ 2512613 w 2790908"/>
              <a:gd name="connsiteY130" fmla="*/ 622705 h 833476"/>
              <a:gd name="connsiteX131" fmla="*/ 2520564 w 2790908"/>
              <a:gd name="connsiteY131" fmla="*/ 694267 h 833476"/>
              <a:gd name="connsiteX132" fmla="*/ 2528515 w 2790908"/>
              <a:gd name="connsiteY132" fmla="*/ 670413 h 833476"/>
              <a:gd name="connsiteX133" fmla="*/ 2544418 w 2790908"/>
              <a:gd name="connsiteY133" fmla="*/ 646559 h 833476"/>
              <a:gd name="connsiteX134" fmla="*/ 2568272 w 2790908"/>
              <a:gd name="connsiteY134" fmla="*/ 662462 h 833476"/>
              <a:gd name="connsiteX135" fmla="*/ 2600077 w 2790908"/>
              <a:gd name="connsiteY135" fmla="*/ 670413 h 833476"/>
              <a:gd name="connsiteX136" fmla="*/ 2623931 w 2790908"/>
              <a:gd name="connsiteY136" fmla="*/ 678365 h 833476"/>
              <a:gd name="connsiteX137" fmla="*/ 2655736 w 2790908"/>
              <a:gd name="connsiteY137" fmla="*/ 670413 h 833476"/>
              <a:gd name="connsiteX138" fmla="*/ 2671639 w 2790908"/>
              <a:gd name="connsiteY138" fmla="*/ 638608 h 833476"/>
              <a:gd name="connsiteX139" fmla="*/ 2695493 w 2790908"/>
              <a:gd name="connsiteY139" fmla="*/ 662462 h 833476"/>
              <a:gd name="connsiteX140" fmla="*/ 2743200 w 2790908"/>
              <a:gd name="connsiteY140" fmla="*/ 670413 h 833476"/>
              <a:gd name="connsiteX141" fmla="*/ 2790908 w 2790908"/>
              <a:gd name="connsiteY141" fmla="*/ 686316 h 833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2790908" h="833476">
                <a:moveTo>
                  <a:pt x="0" y="670413"/>
                </a:moveTo>
                <a:cubicBezTo>
                  <a:pt x="15903" y="667763"/>
                  <a:pt x="32206" y="658033"/>
                  <a:pt x="47708" y="662462"/>
                </a:cubicBezTo>
                <a:cubicBezTo>
                  <a:pt x="55767" y="664765"/>
                  <a:pt x="47878" y="683203"/>
                  <a:pt x="55660" y="686316"/>
                </a:cubicBezTo>
                <a:cubicBezTo>
                  <a:pt x="65806" y="690375"/>
                  <a:pt x="76863" y="681015"/>
                  <a:pt x="87465" y="678365"/>
                </a:cubicBezTo>
                <a:cubicBezTo>
                  <a:pt x="95416" y="673064"/>
                  <a:pt x="101763" y="662462"/>
                  <a:pt x="111319" y="662462"/>
                </a:cubicBezTo>
                <a:cubicBezTo>
                  <a:pt x="133175" y="662462"/>
                  <a:pt x="174929" y="678365"/>
                  <a:pt x="174929" y="678365"/>
                </a:cubicBezTo>
                <a:cubicBezTo>
                  <a:pt x="224525" y="645301"/>
                  <a:pt x="179301" y="664370"/>
                  <a:pt x="206734" y="686316"/>
                </a:cubicBezTo>
                <a:cubicBezTo>
                  <a:pt x="215268" y="693143"/>
                  <a:pt x="227938" y="691617"/>
                  <a:pt x="238540" y="694267"/>
                </a:cubicBezTo>
                <a:cubicBezTo>
                  <a:pt x="274729" y="748553"/>
                  <a:pt x="237704" y="706612"/>
                  <a:pt x="262394" y="694267"/>
                </a:cubicBezTo>
                <a:cubicBezTo>
                  <a:pt x="269890" y="690519"/>
                  <a:pt x="278296" y="699568"/>
                  <a:pt x="286247" y="702218"/>
                </a:cubicBezTo>
                <a:cubicBezTo>
                  <a:pt x="294198" y="699568"/>
                  <a:pt x="302604" y="698015"/>
                  <a:pt x="310101" y="694267"/>
                </a:cubicBezTo>
                <a:cubicBezTo>
                  <a:pt x="323924" y="687356"/>
                  <a:pt x="334498" y="672120"/>
                  <a:pt x="349858" y="670413"/>
                </a:cubicBezTo>
                <a:cubicBezTo>
                  <a:pt x="358503" y="669452"/>
                  <a:pt x="397363" y="696783"/>
                  <a:pt x="405517" y="702218"/>
                </a:cubicBezTo>
                <a:cubicBezTo>
                  <a:pt x="408167" y="694267"/>
                  <a:pt x="407542" y="684291"/>
                  <a:pt x="413468" y="678365"/>
                </a:cubicBezTo>
                <a:cubicBezTo>
                  <a:pt x="433221" y="658612"/>
                  <a:pt x="445361" y="675773"/>
                  <a:pt x="461176" y="686316"/>
                </a:cubicBezTo>
                <a:cubicBezTo>
                  <a:pt x="464826" y="697268"/>
                  <a:pt x="470502" y="730568"/>
                  <a:pt x="492981" y="726072"/>
                </a:cubicBezTo>
                <a:cubicBezTo>
                  <a:pt x="502352" y="724198"/>
                  <a:pt x="503583" y="710169"/>
                  <a:pt x="508884" y="702218"/>
                </a:cubicBezTo>
                <a:cubicBezTo>
                  <a:pt x="511534" y="694267"/>
                  <a:pt x="510909" y="684291"/>
                  <a:pt x="516835" y="678365"/>
                </a:cubicBezTo>
                <a:cubicBezTo>
                  <a:pt x="522762" y="672438"/>
                  <a:pt x="533192" y="674161"/>
                  <a:pt x="540689" y="670413"/>
                </a:cubicBezTo>
                <a:cubicBezTo>
                  <a:pt x="549236" y="666139"/>
                  <a:pt x="556592" y="659812"/>
                  <a:pt x="564543" y="654511"/>
                </a:cubicBezTo>
                <a:cubicBezTo>
                  <a:pt x="567193" y="609453"/>
                  <a:pt x="565799" y="563974"/>
                  <a:pt x="572494" y="519338"/>
                </a:cubicBezTo>
                <a:cubicBezTo>
                  <a:pt x="573912" y="509888"/>
                  <a:pt x="584633" y="504268"/>
                  <a:pt x="588397" y="495485"/>
                </a:cubicBezTo>
                <a:cubicBezTo>
                  <a:pt x="592702" y="485440"/>
                  <a:pt x="593698" y="474281"/>
                  <a:pt x="596348" y="463679"/>
                </a:cubicBezTo>
                <a:cubicBezTo>
                  <a:pt x="592665" y="423167"/>
                  <a:pt x="596161" y="327065"/>
                  <a:pt x="598100" y="253611"/>
                </a:cubicBezTo>
                <a:cubicBezTo>
                  <a:pt x="598352" y="244058"/>
                  <a:pt x="598999" y="225140"/>
                  <a:pt x="604300" y="217189"/>
                </a:cubicBezTo>
                <a:cubicBezTo>
                  <a:pt x="623700" y="139587"/>
                  <a:pt x="618427" y="94321"/>
                  <a:pt x="625053" y="76505"/>
                </a:cubicBezTo>
                <a:cubicBezTo>
                  <a:pt x="631679" y="58689"/>
                  <a:pt x="633679" y="116215"/>
                  <a:pt x="644056" y="110294"/>
                </a:cubicBezTo>
                <a:cubicBezTo>
                  <a:pt x="654433" y="104373"/>
                  <a:pt x="679363" y="46279"/>
                  <a:pt x="687314" y="40978"/>
                </a:cubicBezTo>
                <a:cubicBezTo>
                  <a:pt x="729725" y="104593"/>
                  <a:pt x="701625" y="91080"/>
                  <a:pt x="707667" y="105871"/>
                </a:cubicBezTo>
                <a:cubicBezTo>
                  <a:pt x="713709" y="120662"/>
                  <a:pt x="718268" y="121774"/>
                  <a:pt x="723569" y="129725"/>
                </a:cubicBezTo>
                <a:cubicBezTo>
                  <a:pt x="727441" y="149087"/>
                  <a:pt x="722248" y="182953"/>
                  <a:pt x="755374" y="177432"/>
                </a:cubicBezTo>
                <a:cubicBezTo>
                  <a:pt x="764800" y="175861"/>
                  <a:pt x="771277" y="166831"/>
                  <a:pt x="779228" y="161530"/>
                </a:cubicBezTo>
                <a:cubicBezTo>
                  <a:pt x="788520" y="147592"/>
                  <a:pt x="795941" y="125884"/>
                  <a:pt x="818985" y="129725"/>
                </a:cubicBezTo>
                <a:cubicBezTo>
                  <a:pt x="828411" y="131296"/>
                  <a:pt x="834888" y="140326"/>
                  <a:pt x="842839" y="145627"/>
                </a:cubicBezTo>
                <a:cubicBezTo>
                  <a:pt x="853441" y="142977"/>
                  <a:pt x="864042" y="135026"/>
                  <a:pt x="874644" y="137676"/>
                </a:cubicBezTo>
                <a:cubicBezTo>
                  <a:pt x="887500" y="140890"/>
                  <a:pt x="894041" y="166183"/>
                  <a:pt x="906449" y="161530"/>
                </a:cubicBezTo>
                <a:cubicBezTo>
                  <a:pt x="924345" y="154819"/>
                  <a:pt x="938254" y="113822"/>
                  <a:pt x="938254" y="113822"/>
                </a:cubicBezTo>
                <a:cubicBezTo>
                  <a:pt x="940905" y="121773"/>
                  <a:pt x="938255" y="140326"/>
                  <a:pt x="946206" y="137676"/>
                </a:cubicBezTo>
                <a:cubicBezTo>
                  <a:pt x="957545" y="133897"/>
                  <a:pt x="967947" y="82518"/>
                  <a:pt x="970060" y="74065"/>
                </a:cubicBezTo>
                <a:cubicBezTo>
                  <a:pt x="975361" y="95269"/>
                  <a:pt x="981676" y="116244"/>
                  <a:pt x="985962" y="137676"/>
                </a:cubicBezTo>
                <a:cubicBezTo>
                  <a:pt x="989637" y="156053"/>
                  <a:pt x="989700" y="175074"/>
                  <a:pt x="993914" y="193335"/>
                </a:cubicBezTo>
                <a:cubicBezTo>
                  <a:pt x="997683" y="209669"/>
                  <a:pt x="1009816" y="241043"/>
                  <a:pt x="1009816" y="241043"/>
                </a:cubicBezTo>
                <a:cubicBezTo>
                  <a:pt x="1012466" y="230441"/>
                  <a:pt x="1013462" y="219282"/>
                  <a:pt x="1017767" y="209238"/>
                </a:cubicBezTo>
                <a:cubicBezTo>
                  <a:pt x="1021531" y="200454"/>
                  <a:pt x="1029396" y="193931"/>
                  <a:pt x="1033670" y="185384"/>
                </a:cubicBezTo>
                <a:cubicBezTo>
                  <a:pt x="1037418" y="177887"/>
                  <a:pt x="1038971" y="169481"/>
                  <a:pt x="1041621" y="161530"/>
                </a:cubicBezTo>
                <a:cubicBezTo>
                  <a:pt x="1052223" y="177433"/>
                  <a:pt x="1069679" y="190496"/>
                  <a:pt x="1073427" y="209238"/>
                </a:cubicBezTo>
                <a:cubicBezTo>
                  <a:pt x="1076077" y="222490"/>
                  <a:pt x="1079630" y="235593"/>
                  <a:pt x="1081378" y="248994"/>
                </a:cubicBezTo>
                <a:cubicBezTo>
                  <a:pt x="1087586" y="296592"/>
                  <a:pt x="1082099" y="346580"/>
                  <a:pt x="1097280" y="392118"/>
                </a:cubicBezTo>
                <a:cubicBezTo>
                  <a:pt x="1099931" y="400069"/>
                  <a:pt x="1102929" y="407913"/>
                  <a:pt x="1105232" y="415972"/>
                </a:cubicBezTo>
                <a:cubicBezTo>
                  <a:pt x="1108234" y="426479"/>
                  <a:pt x="1108878" y="437733"/>
                  <a:pt x="1113183" y="447777"/>
                </a:cubicBezTo>
                <a:cubicBezTo>
                  <a:pt x="1116947" y="456561"/>
                  <a:pt x="1123785" y="463680"/>
                  <a:pt x="1129086" y="471631"/>
                </a:cubicBezTo>
                <a:cubicBezTo>
                  <a:pt x="1131736" y="511387"/>
                  <a:pt x="1133072" y="551253"/>
                  <a:pt x="1137037" y="590900"/>
                </a:cubicBezTo>
                <a:cubicBezTo>
                  <a:pt x="1138382" y="604348"/>
                  <a:pt x="1141529" y="590228"/>
                  <a:pt x="1144988" y="630657"/>
                </a:cubicBezTo>
                <a:cubicBezTo>
                  <a:pt x="1148447" y="671086"/>
                  <a:pt x="1155140" y="785768"/>
                  <a:pt x="1157791" y="833476"/>
                </a:cubicBezTo>
                <a:cubicBezTo>
                  <a:pt x="1160441" y="820224"/>
                  <a:pt x="1170977" y="791681"/>
                  <a:pt x="1176794" y="765829"/>
                </a:cubicBezTo>
                <a:cubicBezTo>
                  <a:pt x="1182611" y="739977"/>
                  <a:pt x="1181063" y="695815"/>
                  <a:pt x="1192696" y="678365"/>
                </a:cubicBezTo>
                <a:cubicBezTo>
                  <a:pt x="1195346" y="667763"/>
                  <a:pt x="1190873" y="651447"/>
                  <a:pt x="1200647" y="646559"/>
                </a:cubicBezTo>
                <a:cubicBezTo>
                  <a:pt x="1208144" y="642810"/>
                  <a:pt x="1205656" y="662565"/>
                  <a:pt x="1208599" y="670413"/>
                </a:cubicBezTo>
                <a:cubicBezTo>
                  <a:pt x="1213611" y="683777"/>
                  <a:pt x="1219200" y="696918"/>
                  <a:pt x="1224501" y="710170"/>
                </a:cubicBezTo>
                <a:cubicBezTo>
                  <a:pt x="1229802" y="702219"/>
                  <a:pt x="1236640" y="695100"/>
                  <a:pt x="1240404" y="686316"/>
                </a:cubicBezTo>
                <a:cubicBezTo>
                  <a:pt x="1244709" y="676272"/>
                  <a:pt x="1238581" y="659398"/>
                  <a:pt x="1248355" y="654511"/>
                </a:cubicBezTo>
                <a:cubicBezTo>
                  <a:pt x="1256902" y="650237"/>
                  <a:pt x="1264258" y="665112"/>
                  <a:pt x="1272209" y="670413"/>
                </a:cubicBezTo>
                <a:cubicBezTo>
                  <a:pt x="1274859" y="681015"/>
                  <a:pt x="1270386" y="697331"/>
                  <a:pt x="1280160" y="702218"/>
                </a:cubicBezTo>
                <a:cubicBezTo>
                  <a:pt x="1287656" y="705966"/>
                  <a:pt x="1279731" y="678365"/>
                  <a:pt x="1288112" y="678365"/>
                </a:cubicBezTo>
                <a:cubicBezTo>
                  <a:pt x="1296493" y="678365"/>
                  <a:pt x="1292762" y="694515"/>
                  <a:pt x="1296063" y="702218"/>
                </a:cubicBezTo>
                <a:cubicBezTo>
                  <a:pt x="1300732" y="713113"/>
                  <a:pt x="1306665" y="723422"/>
                  <a:pt x="1311966" y="734024"/>
                </a:cubicBezTo>
                <a:cubicBezTo>
                  <a:pt x="1317267" y="726073"/>
                  <a:pt x="1324513" y="719118"/>
                  <a:pt x="1327868" y="710170"/>
                </a:cubicBezTo>
                <a:cubicBezTo>
                  <a:pt x="1332613" y="697516"/>
                  <a:pt x="1324575" y="677910"/>
                  <a:pt x="1335820" y="670413"/>
                </a:cubicBezTo>
                <a:cubicBezTo>
                  <a:pt x="1344226" y="664809"/>
                  <a:pt x="1359352" y="717155"/>
                  <a:pt x="1359674" y="718121"/>
                </a:cubicBezTo>
                <a:cubicBezTo>
                  <a:pt x="1363003" y="708133"/>
                  <a:pt x="1372670" y="667278"/>
                  <a:pt x="1391479" y="670413"/>
                </a:cubicBezTo>
                <a:cubicBezTo>
                  <a:pt x="1404551" y="672592"/>
                  <a:pt x="1407382" y="691616"/>
                  <a:pt x="1415333" y="702218"/>
                </a:cubicBezTo>
                <a:cubicBezTo>
                  <a:pt x="1417983" y="688966"/>
                  <a:pt x="1415787" y="673707"/>
                  <a:pt x="1423284" y="662462"/>
                </a:cubicBezTo>
                <a:cubicBezTo>
                  <a:pt x="1427933" y="655488"/>
                  <a:pt x="1441902" y="647966"/>
                  <a:pt x="1447138" y="654511"/>
                </a:cubicBezTo>
                <a:cubicBezTo>
                  <a:pt x="1457209" y="667100"/>
                  <a:pt x="1452439" y="686316"/>
                  <a:pt x="1455089" y="702218"/>
                </a:cubicBezTo>
                <a:cubicBezTo>
                  <a:pt x="1457739" y="694267"/>
                  <a:pt x="1454822" y="680009"/>
                  <a:pt x="1463040" y="678365"/>
                </a:cubicBezTo>
                <a:cubicBezTo>
                  <a:pt x="1474663" y="676040"/>
                  <a:pt x="1489545" y="704869"/>
                  <a:pt x="1494846" y="694267"/>
                </a:cubicBezTo>
                <a:cubicBezTo>
                  <a:pt x="1509119" y="665721"/>
                  <a:pt x="1500147" y="630657"/>
                  <a:pt x="1502797" y="598852"/>
                </a:cubicBezTo>
                <a:cubicBezTo>
                  <a:pt x="1520470" y="740235"/>
                  <a:pt x="1502828" y="765752"/>
                  <a:pt x="1534602" y="686316"/>
                </a:cubicBezTo>
                <a:cubicBezTo>
                  <a:pt x="1539903" y="694267"/>
                  <a:pt x="1541439" y="707148"/>
                  <a:pt x="1550505" y="710170"/>
                </a:cubicBezTo>
                <a:cubicBezTo>
                  <a:pt x="1574476" y="718160"/>
                  <a:pt x="1588175" y="692312"/>
                  <a:pt x="1606164" y="686316"/>
                </a:cubicBezTo>
                <a:cubicBezTo>
                  <a:pt x="1621459" y="681218"/>
                  <a:pt x="1637969" y="681015"/>
                  <a:pt x="1653872" y="678365"/>
                </a:cubicBezTo>
                <a:cubicBezTo>
                  <a:pt x="1659389" y="661813"/>
                  <a:pt x="1667470" y="639603"/>
                  <a:pt x="1669774" y="622705"/>
                </a:cubicBezTo>
                <a:cubicBezTo>
                  <a:pt x="1676260" y="575144"/>
                  <a:pt x="1677785" y="526930"/>
                  <a:pt x="1685677" y="479582"/>
                </a:cubicBezTo>
                <a:cubicBezTo>
                  <a:pt x="1688433" y="463047"/>
                  <a:pt x="1701580" y="431874"/>
                  <a:pt x="1701580" y="431874"/>
                </a:cubicBezTo>
                <a:cubicBezTo>
                  <a:pt x="1704230" y="384166"/>
                  <a:pt x="1702164" y="303083"/>
                  <a:pt x="1709531" y="288751"/>
                </a:cubicBezTo>
                <a:cubicBezTo>
                  <a:pt x="1716899" y="274419"/>
                  <a:pt x="1737542" y="357843"/>
                  <a:pt x="1745785" y="345884"/>
                </a:cubicBezTo>
                <a:cubicBezTo>
                  <a:pt x="1754028" y="333925"/>
                  <a:pt x="1752109" y="237640"/>
                  <a:pt x="1758990" y="216996"/>
                </a:cubicBezTo>
                <a:cubicBezTo>
                  <a:pt x="1761641" y="187841"/>
                  <a:pt x="1753780" y="145253"/>
                  <a:pt x="1757239" y="113822"/>
                </a:cubicBezTo>
                <a:cubicBezTo>
                  <a:pt x="1760698" y="82391"/>
                  <a:pt x="1765323" y="35621"/>
                  <a:pt x="1779743" y="28411"/>
                </a:cubicBezTo>
                <a:cubicBezTo>
                  <a:pt x="1793566" y="21499"/>
                  <a:pt x="1791695" y="82017"/>
                  <a:pt x="1804947" y="89968"/>
                </a:cubicBezTo>
                <a:cubicBezTo>
                  <a:pt x="1807597" y="105871"/>
                  <a:pt x="1811118" y="121653"/>
                  <a:pt x="1812898" y="137676"/>
                </a:cubicBezTo>
                <a:cubicBezTo>
                  <a:pt x="1827072" y="265243"/>
                  <a:pt x="1811289" y="194850"/>
                  <a:pt x="1828800" y="264897"/>
                </a:cubicBezTo>
                <a:cubicBezTo>
                  <a:pt x="1836751" y="262246"/>
                  <a:pt x="1841876" y="319427"/>
                  <a:pt x="1847803" y="313500"/>
                </a:cubicBezTo>
                <a:cubicBezTo>
                  <a:pt x="1853729" y="307574"/>
                  <a:pt x="1855822" y="250469"/>
                  <a:pt x="1860606" y="233092"/>
                </a:cubicBezTo>
                <a:cubicBezTo>
                  <a:pt x="1865390" y="215715"/>
                  <a:pt x="1871207" y="217189"/>
                  <a:pt x="1876508" y="209238"/>
                </a:cubicBezTo>
                <a:cubicBezTo>
                  <a:pt x="1879159" y="198636"/>
                  <a:pt x="1881320" y="187899"/>
                  <a:pt x="1884460" y="177432"/>
                </a:cubicBezTo>
                <a:cubicBezTo>
                  <a:pt x="1889277" y="161376"/>
                  <a:pt x="1900362" y="129725"/>
                  <a:pt x="1900362" y="129725"/>
                </a:cubicBezTo>
                <a:cubicBezTo>
                  <a:pt x="1908313" y="137676"/>
                  <a:pt x="1917979" y="144222"/>
                  <a:pt x="1924216" y="153578"/>
                </a:cubicBezTo>
                <a:cubicBezTo>
                  <a:pt x="1928865" y="160552"/>
                  <a:pt x="1923870" y="176247"/>
                  <a:pt x="1932167" y="177432"/>
                </a:cubicBezTo>
                <a:cubicBezTo>
                  <a:pt x="1948761" y="179803"/>
                  <a:pt x="1970532" y="190407"/>
                  <a:pt x="1979875" y="161530"/>
                </a:cubicBezTo>
                <a:cubicBezTo>
                  <a:pt x="1989218" y="132653"/>
                  <a:pt x="1986611" y="21399"/>
                  <a:pt x="1988228" y="4171"/>
                </a:cubicBezTo>
                <a:cubicBezTo>
                  <a:pt x="1989845" y="-13057"/>
                  <a:pt x="1988320" y="26636"/>
                  <a:pt x="1989578" y="58163"/>
                </a:cubicBezTo>
                <a:cubicBezTo>
                  <a:pt x="1990836" y="89690"/>
                  <a:pt x="1993420" y="160205"/>
                  <a:pt x="1995778" y="193335"/>
                </a:cubicBezTo>
                <a:cubicBezTo>
                  <a:pt x="1998136" y="226465"/>
                  <a:pt x="2000562" y="230014"/>
                  <a:pt x="2003729" y="256945"/>
                </a:cubicBezTo>
                <a:cubicBezTo>
                  <a:pt x="2006896" y="283876"/>
                  <a:pt x="2009480" y="339021"/>
                  <a:pt x="2014781" y="354924"/>
                </a:cubicBezTo>
                <a:cubicBezTo>
                  <a:pt x="2031909" y="303537"/>
                  <a:pt x="2030750" y="236169"/>
                  <a:pt x="2035534" y="201286"/>
                </a:cubicBezTo>
                <a:cubicBezTo>
                  <a:pt x="2040318" y="166403"/>
                  <a:pt x="2040835" y="164180"/>
                  <a:pt x="2043486" y="145627"/>
                </a:cubicBezTo>
                <a:cubicBezTo>
                  <a:pt x="2048787" y="156229"/>
                  <a:pt x="2050282" y="169844"/>
                  <a:pt x="2059388" y="177432"/>
                </a:cubicBezTo>
                <a:cubicBezTo>
                  <a:pt x="2078962" y="193744"/>
                  <a:pt x="2103425" y="182326"/>
                  <a:pt x="2122999" y="177432"/>
                </a:cubicBezTo>
                <a:cubicBezTo>
                  <a:pt x="2130950" y="180083"/>
                  <a:pt x="2138556" y="186569"/>
                  <a:pt x="2146853" y="185384"/>
                </a:cubicBezTo>
                <a:cubicBezTo>
                  <a:pt x="2158587" y="183708"/>
                  <a:pt x="2167413" y="165733"/>
                  <a:pt x="2178658" y="169481"/>
                </a:cubicBezTo>
                <a:cubicBezTo>
                  <a:pt x="2189903" y="173229"/>
                  <a:pt x="2188679" y="190995"/>
                  <a:pt x="2194560" y="201286"/>
                </a:cubicBezTo>
                <a:cubicBezTo>
                  <a:pt x="2199301" y="209583"/>
                  <a:pt x="2205162" y="217189"/>
                  <a:pt x="2210463" y="225140"/>
                </a:cubicBezTo>
                <a:cubicBezTo>
                  <a:pt x="2213113" y="235742"/>
                  <a:pt x="2214577" y="246713"/>
                  <a:pt x="2218414" y="256945"/>
                </a:cubicBezTo>
                <a:cubicBezTo>
                  <a:pt x="2222576" y="268044"/>
                  <a:pt x="2231442" y="277252"/>
                  <a:pt x="2234317" y="288751"/>
                </a:cubicBezTo>
                <a:cubicBezTo>
                  <a:pt x="2239500" y="309481"/>
                  <a:pt x="2239019" y="331241"/>
                  <a:pt x="2242268" y="352361"/>
                </a:cubicBezTo>
                <a:cubicBezTo>
                  <a:pt x="2244323" y="365719"/>
                  <a:pt x="2247569" y="378866"/>
                  <a:pt x="2250220" y="392118"/>
                </a:cubicBezTo>
                <a:cubicBezTo>
                  <a:pt x="2252870" y="421273"/>
                  <a:pt x="2254540" y="450533"/>
                  <a:pt x="2258171" y="479582"/>
                </a:cubicBezTo>
                <a:cubicBezTo>
                  <a:pt x="2259847" y="492992"/>
                  <a:pt x="2264211" y="505959"/>
                  <a:pt x="2266122" y="519338"/>
                </a:cubicBezTo>
                <a:cubicBezTo>
                  <a:pt x="2269516" y="543098"/>
                  <a:pt x="2268677" y="567514"/>
                  <a:pt x="2274074" y="590900"/>
                </a:cubicBezTo>
                <a:cubicBezTo>
                  <a:pt x="2276739" y="602449"/>
                  <a:pt x="2285307" y="611810"/>
                  <a:pt x="2289976" y="622705"/>
                </a:cubicBezTo>
                <a:cubicBezTo>
                  <a:pt x="2293277" y="630409"/>
                  <a:pt x="2295277" y="638608"/>
                  <a:pt x="2297927" y="646559"/>
                </a:cubicBezTo>
                <a:cubicBezTo>
                  <a:pt x="2303228" y="681015"/>
                  <a:pt x="2308099" y="715539"/>
                  <a:pt x="2313830" y="749926"/>
                </a:cubicBezTo>
                <a:cubicBezTo>
                  <a:pt x="2316052" y="763257"/>
                  <a:pt x="2311228" y="781240"/>
                  <a:pt x="2321781" y="789683"/>
                </a:cubicBezTo>
                <a:cubicBezTo>
                  <a:pt x="2330314" y="796510"/>
                  <a:pt x="2343120" y="784872"/>
                  <a:pt x="2353587" y="781732"/>
                </a:cubicBezTo>
                <a:cubicBezTo>
                  <a:pt x="2369643" y="776915"/>
                  <a:pt x="2401294" y="765829"/>
                  <a:pt x="2401294" y="765829"/>
                </a:cubicBezTo>
                <a:cubicBezTo>
                  <a:pt x="2403945" y="757878"/>
                  <a:pt x="2406943" y="750034"/>
                  <a:pt x="2409246" y="741975"/>
                </a:cubicBezTo>
                <a:cubicBezTo>
                  <a:pt x="2412248" y="731468"/>
                  <a:pt x="2412310" y="719944"/>
                  <a:pt x="2417197" y="710170"/>
                </a:cubicBezTo>
                <a:cubicBezTo>
                  <a:pt x="2480709" y="583144"/>
                  <a:pt x="2420502" y="717139"/>
                  <a:pt x="2472856" y="638608"/>
                </a:cubicBezTo>
                <a:cubicBezTo>
                  <a:pt x="2482718" y="623814"/>
                  <a:pt x="2488759" y="606803"/>
                  <a:pt x="2496710" y="590900"/>
                </a:cubicBezTo>
                <a:cubicBezTo>
                  <a:pt x="2502011" y="601502"/>
                  <a:pt x="2509948" y="611155"/>
                  <a:pt x="2512613" y="622705"/>
                </a:cubicBezTo>
                <a:cubicBezTo>
                  <a:pt x="2518010" y="646091"/>
                  <a:pt x="2512975" y="671498"/>
                  <a:pt x="2520564" y="694267"/>
                </a:cubicBezTo>
                <a:cubicBezTo>
                  <a:pt x="2523214" y="702218"/>
                  <a:pt x="2524767" y="677910"/>
                  <a:pt x="2528515" y="670413"/>
                </a:cubicBezTo>
                <a:cubicBezTo>
                  <a:pt x="2532789" y="661866"/>
                  <a:pt x="2539117" y="654510"/>
                  <a:pt x="2544418" y="646559"/>
                </a:cubicBezTo>
                <a:cubicBezTo>
                  <a:pt x="2552369" y="651860"/>
                  <a:pt x="2559488" y="658698"/>
                  <a:pt x="2568272" y="662462"/>
                </a:cubicBezTo>
                <a:cubicBezTo>
                  <a:pt x="2578316" y="666767"/>
                  <a:pt x="2589570" y="667411"/>
                  <a:pt x="2600077" y="670413"/>
                </a:cubicBezTo>
                <a:cubicBezTo>
                  <a:pt x="2608136" y="672716"/>
                  <a:pt x="2615980" y="675714"/>
                  <a:pt x="2623931" y="678365"/>
                </a:cubicBezTo>
                <a:cubicBezTo>
                  <a:pt x="2634533" y="675714"/>
                  <a:pt x="2647341" y="677409"/>
                  <a:pt x="2655736" y="670413"/>
                </a:cubicBezTo>
                <a:cubicBezTo>
                  <a:pt x="2664842" y="662825"/>
                  <a:pt x="2660016" y="640932"/>
                  <a:pt x="2671639" y="638608"/>
                </a:cubicBezTo>
                <a:cubicBezTo>
                  <a:pt x="2682666" y="636403"/>
                  <a:pt x="2685217" y="657895"/>
                  <a:pt x="2695493" y="662462"/>
                </a:cubicBezTo>
                <a:cubicBezTo>
                  <a:pt x="2710225" y="669010"/>
                  <a:pt x="2727298" y="667763"/>
                  <a:pt x="2743200" y="670413"/>
                </a:cubicBezTo>
                <a:cubicBezTo>
                  <a:pt x="2773670" y="690727"/>
                  <a:pt x="2757498" y="686316"/>
                  <a:pt x="2790908" y="686316"/>
                </a:cubicBezTo>
              </a:path>
            </a:pathLst>
          </a:custGeom>
          <a:noFill/>
          <a:ln w="19050">
            <a:solidFill>
              <a:srgbClr val="00B050"/>
            </a:solidFill>
          </a:ln>
        </p:spPr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97435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9697" y="3441429"/>
            <a:ext cx="394851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a run of pulses are fed into a scope – </a:t>
            </a:r>
          </a:p>
          <a:p>
            <a:r>
              <a:rPr lang="en-GB" sz="1600" dirty="0"/>
              <a:t>locked on to one or two pulse widths</a:t>
            </a:r>
          </a:p>
          <a:p>
            <a:r>
              <a:rPr lang="en-GB" sz="1600" dirty="0"/>
              <a:t>superimposed 1’s and 0’s </a:t>
            </a:r>
          </a:p>
          <a:p>
            <a:endParaRPr lang="en-GB" sz="1600" dirty="0"/>
          </a:p>
        </p:txBody>
      </p:sp>
      <p:sp>
        <p:nvSpPr>
          <p:cNvPr id="3" name="Right Arrow 2"/>
          <p:cNvSpPr/>
          <p:nvPr/>
        </p:nvSpPr>
        <p:spPr>
          <a:xfrm>
            <a:off x="4203857" y="2158269"/>
            <a:ext cx="595222" cy="439947"/>
          </a:xfrm>
          <a:prstGeom prst="rightArrow">
            <a:avLst>
              <a:gd name="adj1" fmla="val 50000"/>
              <a:gd name="adj2" fmla="val 69608"/>
            </a:avLst>
          </a:prstGeom>
          <a:solidFill>
            <a:srgbClr val="92D050"/>
          </a:solidFill>
          <a:ln>
            <a:solidFill>
              <a:schemeClr val="accent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pic>
        <p:nvPicPr>
          <p:cNvPr id="4" name="Picture 2" descr="http://202.67.224.135/pdimage/25/4320525_attenat7340analogoscilloscop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28533" y="3234139"/>
            <a:ext cx="4977935" cy="3111210"/>
          </a:xfrm>
          <a:prstGeom prst="rect">
            <a:avLst/>
          </a:prstGeom>
          <a:noFill/>
        </p:spPr>
      </p:pic>
      <p:sp>
        <p:nvSpPr>
          <p:cNvPr id="5" name="Right Arrow 4"/>
          <p:cNvSpPr/>
          <p:nvPr/>
        </p:nvSpPr>
        <p:spPr>
          <a:xfrm rot="5400000">
            <a:off x="6410067" y="3244538"/>
            <a:ext cx="595222" cy="439947"/>
          </a:xfrm>
          <a:prstGeom prst="rightArrow">
            <a:avLst>
              <a:gd name="adj1" fmla="val 50000"/>
              <a:gd name="adj2" fmla="val 69608"/>
            </a:avLst>
          </a:prstGeom>
          <a:solidFill>
            <a:srgbClr val="92D050"/>
          </a:solidFill>
          <a:ln>
            <a:solidFill>
              <a:schemeClr val="accent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cxnSp>
        <p:nvCxnSpPr>
          <p:cNvPr id="6" name="Straight Arrow Connector 5"/>
          <p:cNvCxnSpPr>
            <a:cxnSpLocks/>
          </p:cNvCxnSpPr>
          <p:nvPr/>
        </p:nvCxnSpPr>
        <p:spPr>
          <a:xfrm flipV="1">
            <a:off x="3125616" y="4602625"/>
            <a:ext cx="1939694" cy="779383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85763" y="333375"/>
            <a:ext cx="27398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ISI – Eye Diagram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5762" y="880220"/>
            <a:ext cx="755053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indent="-180975"/>
            <a:r>
              <a:rPr lang="en-GB" sz="1600" dirty="0"/>
              <a:t>Demonstrated by “eye pattern” analysis of impulse response</a:t>
            </a:r>
          </a:p>
          <a:p>
            <a:pPr marL="180975" indent="-180975"/>
            <a:r>
              <a:rPr lang="en-GB" sz="1600" dirty="0"/>
              <a:t>It indicates the performance of a transmission system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3472" y="2776664"/>
            <a:ext cx="824065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/>
              <a:t>original generated signal   →   transmission system   →   received signal</a:t>
            </a:r>
          </a:p>
        </p:txBody>
      </p:sp>
      <p:grpSp>
        <p:nvGrpSpPr>
          <p:cNvPr id="10" name="Group 64"/>
          <p:cNvGrpSpPr/>
          <p:nvPr/>
        </p:nvGrpSpPr>
        <p:grpSpPr>
          <a:xfrm>
            <a:off x="654170" y="5124089"/>
            <a:ext cx="2347822" cy="681487"/>
            <a:chOff x="654170" y="5124089"/>
            <a:chExt cx="2347822" cy="681487"/>
          </a:xfrm>
        </p:grpSpPr>
        <p:grpSp>
          <p:nvGrpSpPr>
            <p:cNvPr id="11" name="Group 43"/>
            <p:cNvGrpSpPr/>
            <p:nvPr/>
          </p:nvGrpSpPr>
          <p:grpSpPr>
            <a:xfrm>
              <a:off x="654170" y="5183037"/>
              <a:ext cx="2321943" cy="622539"/>
              <a:chOff x="654170" y="5183037"/>
              <a:chExt cx="2321943" cy="622539"/>
            </a:xfrm>
          </p:grpSpPr>
          <p:sp>
            <p:nvSpPr>
              <p:cNvPr id="35" name="Freeform 34"/>
              <p:cNvSpPr/>
              <p:nvPr/>
            </p:nvSpPr>
            <p:spPr>
              <a:xfrm>
                <a:off x="750499" y="5191665"/>
                <a:ext cx="2181044" cy="537713"/>
              </a:xfrm>
              <a:custGeom>
                <a:avLst/>
                <a:gdLst>
                  <a:gd name="connsiteX0" fmla="*/ 0 w 2181044"/>
                  <a:gd name="connsiteY0" fmla="*/ 467264 h 537713"/>
                  <a:gd name="connsiteX1" fmla="*/ 319177 w 2181044"/>
                  <a:gd name="connsiteY1" fmla="*/ 467264 h 537713"/>
                  <a:gd name="connsiteX2" fmla="*/ 388188 w 2181044"/>
                  <a:gd name="connsiteY2" fmla="*/ 277483 h 537713"/>
                  <a:gd name="connsiteX3" fmla="*/ 431320 w 2181044"/>
                  <a:gd name="connsiteY3" fmla="*/ 104955 h 537713"/>
                  <a:gd name="connsiteX4" fmla="*/ 500332 w 2181044"/>
                  <a:gd name="connsiteY4" fmla="*/ 18691 h 537713"/>
                  <a:gd name="connsiteX5" fmla="*/ 707366 w 2181044"/>
                  <a:gd name="connsiteY5" fmla="*/ 18691 h 537713"/>
                  <a:gd name="connsiteX6" fmla="*/ 785003 w 2181044"/>
                  <a:gd name="connsiteY6" fmla="*/ 53196 h 537713"/>
                  <a:gd name="connsiteX7" fmla="*/ 845388 w 2181044"/>
                  <a:gd name="connsiteY7" fmla="*/ 199845 h 537713"/>
                  <a:gd name="connsiteX8" fmla="*/ 862641 w 2181044"/>
                  <a:gd name="connsiteY8" fmla="*/ 467264 h 537713"/>
                  <a:gd name="connsiteX9" fmla="*/ 940279 w 2181044"/>
                  <a:gd name="connsiteY9" fmla="*/ 501770 h 537713"/>
                  <a:gd name="connsiteX10" fmla="*/ 1121433 w 2181044"/>
                  <a:gd name="connsiteY10" fmla="*/ 510396 h 537713"/>
                  <a:gd name="connsiteX11" fmla="*/ 1207698 w 2181044"/>
                  <a:gd name="connsiteY11" fmla="*/ 510396 h 537713"/>
                  <a:gd name="connsiteX12" fmla="*/ 1250830 w 2181044"/>
                  <a:gd name="connsiteY12" fmla="*/ 346494 h 537713"/>
                  <a:gd name="connsiteX13" fmla="*/ 1285335 w 2181044"/>
                  <a:gd name="connsiteY13" fmla="*/ 242977 h 537713"/>
                  <a:gd name="connsiteX14" fmla="*/ 1337094 w 2181044"/>
                  <a:gd name="connsiteY14" fmla="*/ 87702 h 537713"/>
                  <a:gd name="connsiteX15" fmla="*/ 1397479 w 2181044"/>
                  <a:gd name="connsiteY15" fmla="*/ 10064 h 537713"/>
                  <a:gd name="connsiteX16" fmla="*/ 1587260 w 2181044"/>
                  <a:gd name="connsiteY16" fmla="*/ 27317 h 537713"/>
                  <a:gd name="connsiteX17" fmla="*/ 1664898 w 2181044"/>
                  <a:gd name="connsiteY17" fmla="*/ 53196 h 537713"/>
                  <a:gd name="connsiteX18" fmla="*/ 1733909 w 2181044"/>
                  <a:gd name="connsiteY18" fmla="*/ 225725 h 537713"/>
                  <a:gd name="connsiteX19" fmla="*/ 1751162 w 2181044"/>
                  <a:gd name="connsiteY19" fmla="*/ 363747 h 537713"/>
                  <a:gd name="connsiteX20" fmla="*/ 1785667 w 2181044"/>
                  <a:gd name="connsiteY20" fmla="*/ 510396 h 537713"/>
                  <a:gd name="connsiteX21" fmla="*/ 1846052 w 2181044"/>
                  <a:gd name="connsiteY21" fmla="*/ 519023 h 537713"/>
                  <a:gd name="connsiteX22" fmla="*/ 2009954 w 2181044"/>
                  <a:gd name="connsiteY22" fmla="*/ 519023 h 537713"/>
                  <a:gd name="connsiteX23" fmla="*/ 2156603 w 2181044"/>
                  <a:gd name="connsiteY23" fmla="*/ 475891 h 537713"/>
                  <a:gd name="connsiteX24" fmla="*/ 2156603 w 2181044"/>
                  <a:gd name="connsiteY24" fmla="*/ 467264 h 53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181044" h="537713">
                    <a:moveTo>
                      <a:pt x="0" y="467264"/>
                    </a:moveTo>
                    <a:cubicBezTo>
                      <a:pt x="127239" y="483079"/>
                      <a:pt x="254479" y="498894"/>
                      <a:pt x="319177" y="467264"/>
                    </a:cubicBezTo>
                    <a:cubicBezTo>
                      <a:pt x="383875" y="435634"/>
                      <a:pt x="369498" y="337868"/>
                      <a:pt x="388188" y="277483"/>
                    </a:cubicBezTo>
                    <a:cubicBezTo>
                      <a:pt x="406878" y="217098"/>
                      <a:pt x="412629" y="148087"/>
                      <a:pt x="431320" y="104955"/>
                    </a:cubicBezTo>
                    <a:cubicBezTo>
                      <a:pt x="450011" y="61823"/>
                      <a:pt x="454324" y="33068"/>
                      <a:pt x="500332" y="18691"/>
                    </a:cubicBezTo>
                    <a:cubicBezTo>
                      <a:pt x="546340" y="4314"/>
                      <a:pt x="659921" y="12940"/>
                      <a:pt x="707366" y="18691"/>
                    </a:cubicBezTo>
                    <a:cubicBezTo>
                      <a:pt x="754811" y="24442"/>
                      <a:pt x="761999" y="23004"/>
                      <a:pt x="785003" y="53196"/>
                    </a:cubicBezTo>
                    <a:cubicBezTo>
                      <a:pt x="808007" y="83388"/>
                      <a:pt x="832448" y="130834"/>
                      <a:pt x="845388" y="199845"/>
                    </a:cubicBezTo>
                    <a:cubicBezTo>
                      <a:pt x="858328" y="268856"/>
                      <a:pt x="846826" y="416943"/>
                      <a:pt x="862641" y="467264"/>
                    </a:cubicBezTo>
                    <a:cubicBezTo>
                      <a:pt x="878456" y="517585"/>
                      <a:pt x="897147" y="494581"/>
                      <a:pt x="940279" y="501770"/>
                    </a:cubicBezTo>
                    <a:cubicBezTo>
                      <a:pt x="983411" y="508959"/>
                      <a:pt x="1076863" y="508958"/>
                      <a:pt x="1121433" y="510396"/>
                    </a:cubicBezTo>
                    <a:cubicBezTo>
                      <a:pt x="1166003" y="511834"/>
                      <a:pt x="1186132" y="537713"/>
                      <a:pt x="1207698" y="510396"/>
                    </a:cubicBezTo>
                    <a:cubicBezTo>
                      <a:pt x="1229264" y="483079"/>
                      <a:pt x="1237890" y="391064"/>
                      <a:pt x="1250830" y="346494"/>
                    </a:cubicBezTo>
                    <a:cubicBezTo>
                      <a:pt x="1263770" y="301924"/>
                      <a:pt x="1285335" y="242977"/>
                      <a:pt x="1285335" y="242977"/>
                    </a:cubicBezTo>
                    <a:cubicBezTo>
                      <a:pt x="1299712" y="199845"/>
                      <a:pt x="1318403" y="126521"/>
                      <a:pt x="1337094" y="87702"/>
                    </a:cubicBezTo>
                    <a:cubicBezTo>
                      <a:pt x="1355785" y="48883"/>
                      <a:pt x="1355785" y="20128"/>
                      <a:pt x="1397479" y="10064"/>
                    </a:cubicBezTo>
                    <a:cubicBezTo>
                      <a:pt x="1439173" y="0"/>
                      <a:pt x="1542690" y="20128"/>
                      <a:pt x="1587260" y="27317"/>
                    </a:cubicBezTo>
                    <a:cubicBezTo>
                      <a:pt x="1631830" y="34506"/>
                      <a:pt x="1640457" y="20128"/>
                      <a:pt x="1664898" y="53196"/>
                    </a:cubicBezTo>
                    <a:cubicBezTo>
                      <a:pt x="1689340" y="86264"/>
                      <a:pt x="1719532" y="173967"/>
                      <a:pt x="1733909" y="225725"/>
                    </a:cubicBezTo>
                    <a:cubicBezTo>
                      <a:pt x="1748286" y="277483"/>
                      <a:pt x="1742536" y="316302"/>
                      <a:pt x="1751162" y="363747"/>
                    </a:cubicBezTo>
                    <a:cubicBezTo>
                      <a:pt x="1759788" y="411192"/>
                      <a:pt x="1769852" y="484517"/>
                      <a:pt x="1785667" y="510396"/>
                    </a:cubicBezTo>
                    <a:cubicBezTo>
                      <a:pt x="1801482" y="536275"/>
                      <a:pt x="1808671" y="517585"/>
                      <a:pt x="1846052" y="519023"/>
                    </a:cubicBezTo>
                    <a:cubicBezTo>
                      <a:pt x="1883433" y="520461"/>
                      <a:pt x="1958196" y="526212"/>
                      <a:pt x="2009954" y="519023"/>
                    </a:cubicBezTo>
                    <a:cubicBezTo>
                      <a:pt x="2061712" y="511834"/>
                      <a:pt x="2132162" y="484517"/>
                      <a:pt x="2156603" y="475891"/>
                    </a:cubicBezTo>
                    <a:cubicBezTo>
                      <a:pt x="2181044" y="467265"/>
                      <a:pt x="2168823" y="467264"/>
                      <a:pt x="2156603" y="467264"/>
                    </a:cubicBezTo>
                  </a:path>
                </a:pathLst>
              </a:custGeom>
              <a:noFill/>
              <a:ln w="28575">
                <a:solidFill>
                  <a:srgbClr val="33CC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6" name="Freeform 35"/>
              <p:cNvSpPr/>
              <p:nvPr/>
            </p:nvSpPr>
            <p:spPr>
              <a:xfrm flipH="1" flipV="1">
                <a:off x="654170" y="5194540"/>
                <a:ext cx="2261558" cy="576532"/>
              </a:xfrm>
              <a:custGeom>
                <a:avLst/>
                <a:gdLst>
                  <a:gd name="connsiteX0" fmla="*/ 0 w 2181044"/>
                  <a:gd name="connsiteY0" fmla="*/ 467264 h 537713"/>
                  <a:gd name="connsiteX1" fmla="*/ 319177 w 2181044"/>
                  <a:gd name="connsiteY1" fmla="*/ 467264 h 537713"/>
                  <a:gd name="connsiteX2" fmla="*/ 388188 w 2181044"/>
                  <a:gd name="connsiteY2" fmla="*/ 277483 h 537713"/>
                  <a:gd name="connsiteX3" fmla="*/ 431320 w 2181044"/>
                  <a:gd name="connsiteY3" fmla="*/ 104955 h 537713"/>
                  <a:gd name="connsiteX4" fmla="*/ 500332 w 2181044"/>
                  <a:gd name="connsiteY4" fmla="*/ 18691 h 537713"/>
                  <a:gd name="connsiteX5" fmla="*/ 707366 w 2181044"/>
                  <a:gd name="connsiteY5" fmla="*/ 18691 h 537713"/>
                  <a:gd name="connsiteX6" fmla="*/ 785003 w 2181044"/>
                  <a:gd name="connsiteY6" fmla="*/ 53196 h 537713"/>
                  <a:gd name="connsiteX7" fmla="*/ 845388 w 2181044"/>
                  <a:gd name="connsiteY7" fmla="*/ 199845 h 537713"/>
                  <a:gd name="connsiteX8" fmla="*/ 862641 w 2181044"/>
                  <a:gd name="connsiteY8" fmla="*/ 467264 h 537713"/>
                  <a:gd name="connsiteX9" fmla="*/ 940279 w 2181044"/>
                  <a:gd name="connsiteY9" fmla="*/ 501770 h 537713"/>
                  <a:gd name="connsiteX10" fmla="*/ 1121433 w 2181044"/>
                  <a:gd name="connsiteY10" fmla="*/ 510396 h 537713"/>
                  <a:gd name="connsiteX11" fmla="*/ 1207698 w 2181044"/>
                  <a:gd name="connsiteY11" fmla="*/ 510396 h 537713"/>
                  <a:gd name="connsiteX12" fmla="*/ 1250830 w 2181044"/>
                  <a:gd name="connsiteY12" fmla="*/ 346494 h 537713"/>
                  <a:gd name="connsiteX13" fmla="*/ 1285335 w 2181044"/>
                  <a:gd name="connsiteY13" fmla="*/ 242977 h 537713"/>
                  <a:gd name="connsiteX14" fmla="*/ 1337094 w 2181044"/>
                  <a:gd name="connsiteY14" fmla="*/ 87702 h 537713"/>
                  <a:gd name="connsiteX15" fmla="*/ 1397479 w 2181044"/>
                  <a:gd name="connsiteY15" fmla="*/ 10064 h 537713"/>
                  <a:gd name="connsiteX16" fmla="*/ 1587260 w 2181044"/>
                  <a:gd name="connsiteY16" fmla="*/ 27317 h 537713"/>
                  <a:gd name="connsiteX17" fmla="*/ 1664898 w 2181044"/>
                  <a:gd name="connsiteY17" fmla="*/ 53196 h 537713"/>
                  <a:gd name="connsiteX18" fmla="*/ 1733909 w 2181044"/>
                  <a:gd name="connsiteY18" fmla="*/ 225725 h 537713"/>
                  <a:gd name="connsiteX19" fmla="*/ 1751162 w 2181044"/>
                  <a:gd name="connsiteY19" fmla="*/ 363747 h 537713"/>
                  <a:gd name="connsiteX20" fmla="*/ 1785667 w 2181044"/>
                  <a:gd name="connsiteY20" fmla="*/ 510396 h 537713"/>
                  <a:gd name="connsiteX21" fmla="*/ 1846052 w 2181044"/>
                  <a:gd name="connsiteY21" fmla="*/ 519023 h 537713"/>
                  <a:gd name="connsiteX22" fmla="*/ 2009954 w 2181044"/>
                  <a:gd name="connsiteY22" fmla="*/ 519023 h 537713"/>
                  <a:gd name="connsiteX23" fmla="*/ 2156603 w 2181044"/>
                  <a:gd name="connsiteY23" fmla="*/ 475891 h 537713"/>
                  <a:gd name="connsiteX24" fmla="*/ 2156603 w 2181044"/>
                  <a:gd name="connsiteY24" fmla="*/ 467264 h 53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181044" h="537713">
                    <a:moveTo>
                      <a:pt x="0" y="467264"/>
                    </a:moveTo>
                    <a:cubicBezTo>
                      <a:pt x="127239" y="483079"/>
                      <a:pt x="254479" y="498894"/>
                      <a:pt x="319177" y="467264"/>
                    </a:cubicBezTo>
                    <a:cubicBezTo>
                      <a:pt x="383875" y="435634"/>
                      <a:pt x="369498" y="337868"/>
                      <a:pt x="388188" y="277483"/>
                    </a:cubicBezTo>
                    <a:cubicBezTo>
                      <a:pt x="406878" y="217098"/>
                      <a:pt x="412629" y="148087"/>
                      <a:pt x="431320" y="104955"/>
                    </a:cubicBezTo>
                    <a:cubicBezTo>
                      <a:pt x="450011" y="61823"/>
                      <a:pt x="454324" y="33068"/>
                      <a:pt x="500332" y="18691"/>
                    </a:cubicBezTo>
                    <a:cubicBezTo>
                      <a:pt x="546340" y="4314"/>
                      <a:pt x="659921" y="12940"/>
                      <a:pt x="707366" y="18691"/>
                    </a:cubicBezTo>
                    <a:cubicBezTo>
                      <a:pt x="754811" y="24442"/>
                      <a:pt x="761999" y="23004"/>
                      <a:pt x="785003" y="53196"/>
                    </a:cubicBezTo>
                    <a:cubicBezTo>
                      <a:pt x="808007" y="83388"/>
                      <a:pt x="832448" y="130834"/>
                      <a:pt x="845388" y="199845"/>
                    </a:cubicBezTo>
                    <a:cubicBezTo>
                      <a:pt x="858328" y="268856"/>
                      <a:pt x="846826" y="416943"/>
                      <a:pt x="862641" y="467264"/>
                    </a:cubicBezTo>
                    <a:cubicBezTo>
                      <a:pt x="878456" y="517585"/>
                      <a:pt x="897147" y="494581"/>
                      <a:pt x="940279" y="501770"/>
                    </a:cubicBezTo>
                    <a:cubicBezTo>
                      <a:pt x="983411" y="508959"/>
                      <a:pt x="1076863" y="508958"/>
                      <a:pt x="1121433" y="510396"/>
                    </a:cubicBezTo>
                    <a:cubicBezTo>
                      <a:pt x="1166003" y="511834"/>
                      <a:pt x="1186132" y="537713"/>
                      <a:pt x="1207698" y="510396"/>
                    </a:cubicBezTo>
                    <a:cubicBezTo>
                      <a:pt x="1229264" y="483079"/>
                      <a:pt x="1237890" y="391064"/>
                      <a:pt x="1250830" y="346494"/>
                    </a:cubicBezTo>
                    <a:cubicBezTo>
                      <a:pt x="1263770" y="301924"/>
                      <a:pt x="1285335" y="242977"/>
                      <a:pt x="1285335" y="242977"/>
                    </a:cubicBezTo>
                    <a:cubicBezTo>
                      <a:pt x="1299712" y="199845"/>
                      <a:pt x="1318403" y="126521"/>
                      <a:pt x="1337094" y="87702"/>
                    </a:cubicBezTo>
                    <a:cubicBezTo>
                      <a:pt x="1355785" y="48883"/>
                      <a:pt x="1355785" y="20128"/>
                      <a:pt x="1397479" y="10064"/>
                    </a:cubicBezTo>
                    <a:cubicBezTo>
                      <a:pt x="1439173" y="0"/>
                      <a:pt x="1542690" y="20128"/>
                      <a:pt x="1587260" y="27317"/>
                    </a:cubicBezTo>
                    <a:cubicBezTo>
                      <a:pt x="1631830" y="34506"/>
                      <a:pt x="1640457" y="20128"/>
                      <a:pt x="1664898" y="53196"/>
                    </a:cubicBezTo>
                    <a:cubicBezTo>
                      <a:pt x="1689340" y="86264"/>
                      <a:pt x="1719532" y="173967"/>
                      <a:pt x="1733909" y="225725"/>
                    </a:cubicBezTo>
                    <a:cubicBezTo>
                      <a:pt x="1748286" y="277483"/>
                      <a:pt x="1742536" y="316302"/>
                      <a:pt x="1751162" y="363747"/>
                    </a:cubicBezTo>
                    <a:cubicBezTo>
                      <a:pt x="1759788" y="411192"/>
                      <a:pt x="1769852" y="484517"/>
                      <a:pt x="1785667" y="510396"/>
                    </a:cubicBezTo>
                    <a:cubicBezTo>
                      <a:pt x="1801482" y="536275"/>
                      <a:pt x="1808671" y="517585"/>
                      <a:pt x="1846052" y="519023"/>
                    </a:cubicBezTo>
                    <a:cubicBezTo>
                      <a:pt x="1883433" y="520461"/>
                      <a:pt x="1958196" y="526212"/>
                      <a:pt x="2009954" y="519023"/>
                    </a:cubicBezTo>
                    <a:cubicBezTo>
                      <a:pt x="2061712" y="511834"/>
                      <a:pt x="2132162" y="484517"/>
                      <a:pt x="2156603" y="475891"/>
                    </a:cubicBezTo>
                    <a:cubicBezTo>
                      <a:pt x="2181044" y="467265"/>
                      <a:pt x="2168823" y="467264"/>
                      <a:pt x="2156603" y="467264"/>
                    </a:cubicBezTo>
                  </a:path>
                </a:pathLst>
              </a:custGeom>
              <a:noFill/>
              <a:ln w="28575">
                <a:solidFill>
                  <a:srgbClr val="33CC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7" name="Freeform 36"/>
              <p:cNvSpPr/>
              <p:nvPr/>
            </p:nvSpPr>
            <p:spPr>
              <a:xfrm>
                <a:off x="776377" y="5183037"/>
                <a:ext cx="2173857" cy="576532"/>
              </a:xfrm>
              <a:custGeom>
                <a:avLst/>
                <a:gdLst>
                  <a:gd name="connsiteX0" fmla="*/ 0 w 2173857"/>
                  <a:gd name="connsiteY0" fmla="*/ 501771 h 576532"/>
                  <a:gd name="connsiteX1" fmla="*/ 69012 w 2173857"/>
                  <a:gd name="connsiteY1" fmla="*/ 501771 h 576532"/>
                  <a:gd name="connsiteX2" fmla="*/ 345057 w 2173857"/>
                  <a:gd name="connsiteY2" fmla="*/ 458638 h 576532"/>
                  <a:gd name="connsiteX3" fmla="*/ 379563 w 2173857"/>
                  <a:gd name="connsiteY3" fmla="*/ 251605 h 576532"/>
                  <a:gd name="connsiteX4" fmla="*/ 457200 w 2173857"/>
                  <a:gd name="connsiteY4" fmla="*/ 79076 h 576532"/>
                  <a:gd name="connsiteX5" fmla="*/ 577970 w 2173857"/>
                  <a:gd name="connsiteY5" fmla="*/ 10065 h 576532"/>
                  <a:gd name="connsiteX6" fmla="*/ 733246 w 2173857"/>
                  <a:gd name="connsiteY6" fmla="*/ 61823 h 576532"/>
                  <a:gd name="connsiteX7" fmla="*/ 836763 w 2173857"/>
                  <a:gd name="connsiteY7" fmla="*/ 381001 h 576532"/>
                  <a:gd name="connsiteX8" fmla="*/ 940280 w 2173857"/>
                  <a:gd name="connsiteY8" fmla="*/ 544903 h 576532"/>
                  <a:gd name="connsiteX9" fmla="*/ 1112808 w 2173857"/>
                  <a:gd name="connsiteY9" fmla="*/ 553529 h 576532"/>
                  <a:gd name="connsiteX10" fmla="*/ 1181819 w 2173857"/>
                  <a:gd name="connsiteY10" fmla="*/ 475891 h 576532"/>
                  <a:gd name="connsiteX11" fmla="*/ 1285336 w 2173857"/>
                  <a:gd name="connsiteY11" fmla="*/ 234352 h 576532"/>
                  <a:gd name="connsiteX12" fmla="*/ 1371600 w 2173857"/>
                  <a:gd name="connsiteY12" fmla="*/ 96329 h 576532"/>
                  <a:gd name="connsiteX13" fmla="*/ 1544129 w 2173857"/>
                  <a:gd name="connsiteY13" fmla="*/ 44571 h 576532"/>
                  <a:gd name="connsiteX14" fmla="*/ 1656272 w 2173857"/>
                  <a:gd name="connsiteY14" fmla="*/ 96329 h 576532"/>
                  <a:gd name="connsiteX15" fmla="*/ 1708031 w 2173857"/>
                  <a:gd name="connsiteY15" fmla="*/ 286110 h 576532"/>
                  <a:gd name="connsiteX16" fmla="*/ 1777042 w 2173857"/>
                  <a:gd name="connsiteY16" fmla="*/ 484518 h 576532"/>
                  <a:gd name="connsiteX17" fmla="*/ 1846053 w 2173857"/>
                  <a:gd name="connsiteY17" fmla="*/ 562155 h 576532"/>
                  <a:gd name="connsiteX18" fmla="*/ 2053087 w 2173857"/>
                  <a:gd name="connsiteY18" fmla="*/ 570782 h 576532"/>
                  <a:gd name="connsiteX19" fmla="*/ 2173857 w 2173857"/>
                  <a:gd name="connsiteY19" fmla="*/ 536276 h 5765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73857" h="576532">
                    <a:moveTo>
                      <a:pt x="0" y="501771"/>
                    </a:moveTo>
                    <a:cubicBezTo>
                      <a:pt x="5751" y="505365"/>
                      <a:pt x="11503" y="508960"/>
                      <a:pt x="69012" y="501771"/>
                    </a:cubicBezTo>
                    <a:cubicBezTo>
                      <a:pt x="126522" y="494582"/>
                      <a:pt x="293299" y="500332"/>
                      <a:pt x="345057" y="458638"/>
                    </a:cubicBezTo>
                    <a:cubicBezTo>
                      <a:pt x="396815" y="416944"/>
                      <a:pt x="360873" y="314865"/>
                      <a:pt x="379563" y="251605"/>
                    </a:cubicBezTo>
                    <a:cubicBezTo>
                      <a:pt x="398253" y="188345"/>
                      <a:pt x="424132" y="119333"/>
                      <a:pt x="457200" y="79076"/>
                    </a:cubicBezTo>
                    <a:cubicBezTo>
                      <a:pt x="490268" y="38819"/>
                      <a:pt x="531962" y="12940"/>
                      <a:pt x="577970" y="10065"/>
                    </a:cubicBezTo>
                    <a:cubicBezTo>
                      <a:pt x="623978" y="7190"/>
                      <a:pt x="690114" y="0"/>
                      <a:pt x="733246" y="61823"/>
                    </a:cubicBezTo>
                    <a:cubicBezTo>
                      <a:pt x="776378" y="123646"/>
                      <a:pt x="802257" y="300488"/>
                      <a:pt x="836763" y="381001"/>
                    </a:cubicBezTo>
                    <a:cubicBezTo>
                      <a:pt x="871269" y="461514"/>
                      <a:pt x="894273" y="516148"/>
                      <a:pt x="940280" y="544903"/>
                    </a:cubicBezTo>
                    <a:cubicBezTo>
                      <a:pt x="986287" y="573658"/>
                      <a:pt x="1072552" y="565031"/>
                      <a:pt x="1112808" y="553529"/>
                    </a:cubicBezTo>
                    <a:cubicBezTo>
                      <a:pt x="1153065" y="542027"/>
                      <a:pt x="1153064" y="529087"/>
                      <a:pt x="1181819" y="475891"/>
                    </a:cubicBezTo>
                    <a:cubicBezTo>
                      <a:pt x="1210574" y="422695"/>
                      <a:pt x="1253706" y="297612"/>
                      <a:pt x="1285336" y="234352"/>
                    </a:cubicBezTo>
                    <a:cubicBezTo>
                      <a:pt x="1316966" y="171092"/>
                      <a:pt x="1328468" y="127959"/>
                      <a:pt x="1371600" y="96329"/>
                    </a:cubicBezTo>
                    <a:cubicBezTo>
                      <a:pt x="1414732" y="64699"/>
                      <a:pt x="1496684" y="44571"/>
                      <a:pt x="1544129" y="44571"/>
                    </a:cubicBezTo>
                    <a:cubicBezTo>
                      <a:pt x="1591574" y="44571"/>
                      <a:pt x="1628955" y="56072"/>
                      <a:pt x="1656272" y="96329"/>
                    </a:cubicBezTo>
                    <a:cubicBezTo>
                      <a:pt x="1683589" y="136586"/>
                      <a:pt x="1687903" y="221412"/>
                      <a:pt x="1708031" y="286110"/>
                    </a:cubicBezTo>
                    <a:cubicBezTo>
                      <a:pt x="1728159" y="350808"/>
                      <a:pt x="1754038" y="438511"/>
                      <a:pt x="1777042" y="484518"/>
                    </a:cubicBezTo>
                    <a:cubicBezTo>
                      <a:pt x="1800046" y="530525"/>
                      <a:pt x="1800046" y="547778"/>
                      <a:pt x="1846053" y="562155"/>
                    </a:cubicBezTo>
                    <a:cubicBezTo>
                      <a:pt x="1892060" y="576532"/>
                      <a:pt x="1998453" y="575095"/>
                      <a:pt x="2053087" y="570782"/>
                    </a:cubicBezTo>
                    <a:cubicBezTo>
                      <a:pt x="2107721" y="566469"/>
                      <a:pt x="2140789" y="551372"/>
                      <a:pt x="2173857" y="536276"/>
                    </a:cubicBezTo>
                  </a:path>
                </a:pathLst>
              </a:custGeom>
              <a:ln w="28575">
                <a:solidFill>
                  <a:srgbClr val="33CC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8" name="Freeform 37"/>
              <p:cNvSpPr/>
              <p:nvPr/>
            </p:nvSpPr>
            <p:spPr>
              <a:xfrm>
                <a:off x="733245" y="5211792"/>
                <a:ext cx="2147978" cy="550653"/>
              </a:xfrm>
              <a:custGeom>
                <a:avLst/>
                <a:gdLst>
                  <a:gd name="connsiteX0" fmla="*/ 0 w 2147978"/>
                  <a:gd name="connsiteY0" fmla="*/ 58948 h 550653"/>
                  <a:gd name="connsiteX1" fmla="*/ 86264 w 2147978"/>
                  <a:gd name="connsiteY1" fmla="*/ 15816 h 550653"/>
                  <a:gd name="connsiteX2" fmla="*/ 207034 w 2147978"/>
                  <a:gd name="connsiteY2" fmla="*/ 7189 h 550653"/>
                  <a:gd name="connsiteX3" fmla="*/ 336430 w 2147978"/>
                  <a:gd name="connsiteY3" fmla="*/ 58948 h 550653"/>
                  <a:gd name="connsiteX4" fmla="*/ 370936 w 2147978"/>
                  <a:gd name="connsiteY4" fmla="*/ 231476 h 550653"/>
                  <a:gd name="connsiteX5" fmla="*/ 448574 w 2147978"/>
                  <a:gd name="connsiteY5" fmla="*/ 447136 h 550653"/>
                  <a:gd name="connsiteX6" fmla="*/ 560717 w 2147978"/>
                  <a:gd name="connsiteY6" fmla="*/ 507521 h 550653"/>
                  <a:gd name="connsiteX7" fmla="*/ 715993 w 2147978"/>
                  <a:gd name="connsiteY7" fmla="*/ 516148 h 550653"/>
                  <a:gd name="connsiteX8" fmla="*/ 785004 w 2147978"/>
                  <a:gd name="connsiteY8" fmla="*/ 447136 h 550653"/>
                  <a:gd name="connsiteX9" fmla="*/ 854015 w 2147978"/>
                  <a:gd name="connsiteY9" fmla="*/ 300487 h 550653"/>
                  <a:gd name="connsiteX10" fmla="*/ 897147 w 2147978"/>
                  <a:gd name="connsiteY10" fmla="*/ 162465 h 550653"/>
                  <a:gd name="connsiteX11" fmla="*/ 957532 w 2147978"/>
                  <a:gd name="connsiteY11" fmla="*/ 41695 h 550653"/>
                  <a:gd name="connsiteX12" fmla="*/ 1035170 w 2147978"/>
                  <a:gd name="connsiteY12" fmla="*/ 15816 h 550653"/>
                  <a:gd name="connsiteX13" fmla="*/ 1173193 w 2147978"/>
                  <a:gd name="connsiteY13" fmla="*/ 24442 h 550653"/>
                  <a:gd name="connsiteX14" fmla="*/ 1259457 w 2147978"/>
                  <a:gd name="connsiteY14" fmla="*/ 93453 h 550653"/>
                  <a:gd name="connsiteX15" fmla="*/ 1319842 w 2147978"/>
                  <a:gd name="connsiteY15" fmla="*/ 283234 h 550653"/>
                  <a:gd name="connsiteX16" fmla="*/ 1319842 w 2147978"/>
                  <a:gd name="connsiteY16" fmla="*/ 395378 h 550653"/>
                  <a:gd name="connsiteX17" fmla="*/ 1414732 w 2147978"/>
                  <a:gd name="connsiteY17" fmla="*/ 498895 h 550653"/>
                  <a:gd name="connsiteX18" fmla="*/ 1570008 w 2147978"/>
                  <a:gd name="connsiteY18" fmla="*/ 550653 h 550653"/>
                  <a:gd name="connsiteX19" fmla="*/ 1716657 w 2147978"/>
                  <a:gd name="connsiteY19" fmla="*/ 498895 h 550653"/>
                  <a:gd name="connsiteX20" fmla="*/ 1777042 w 2147978"/>
                  <a:gd name="connsiteY20" fmla="*/ 369499 h 550653"/>
                  <a:gd name="connsiteX21" fmla="*/ 1828800 w 2147978"/>
                  <a:gd name="connsiteY21" fmla="*/ 188344 h 550653"/>
                  <a:gd name="connsiteX22" fmla="*/ 1828800 w 2147978"/>
                  <a:gd name="connsiteY22" fmla="*/ 119333 h 550653"/>
                  <a:gd name="connsiteX23" fmla="*/ 1897812 w 2147978"/>
                  <a:gd name="connsiteY23" fmla="*/ 67574 h 550653"/>
                  <a:gd name="connsiteX24" fmla="*/ 2044461 w 2147978"/>
                  <a:gd name="connsiteY24" fmla="*/ 41695 h 550653"/>
                  <a:gd name="connsiteX25" fmla="*/ 2147978 w 2147978"/>
                  <a:gd name="connsiteY25" fmla="*/ 58948 h 550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2147978" h="550653">
                    <a:moveTo>
                      <a:pt x="0" y="58948"/>
                    </a:moveTo>
                    <a:cubicBezTo>
                      <a:pt x="25879" y="41695"/>
                      <a:pt x="51758" y="24443"/>
                      <a:pt x="86264" y="15816"/>
                    </a:cubicBezTo>
                    <a:cubicBezTo>
                      <a:pt x="120770" y="7189"/>
                      <a:pt x="165340" y="0"/>
                      <a:pt x="207034" y="7189"/>
                    </a:cubicBezTo>
                    <a:cubicBezTo>
                      <a:pt x="248728" y="14378"/>
                      <a:pt x="309113" y="21567"/>
                      <a:pt x="336430" y="58948"/>
                    </a:cubicBezTo>
                    <a:cubicBezTo>
                      <a:pt x="363747" y="96329"/>
                      <a:pt x="352245" y="166778"/>
                      <a:pt x="370936" y="231476"/>
                    </a:cubicBezTo>
                    <a:cubicBezTo>
                      <a:pt x="389627" y="296174"/>
                      <a:pt x="416944" y="401129"/>
                      <a:pt x="448574" y="447136"/>
                    </a:cubicBezTo>
                    <a:cubicBezTo>
                      <a:pt x="480204" y="493143"/>
                      <a:pt x="516147" y="496019"/>
                      <a:pt x="560717" y="507521"/>
                    </a:cubicBezTo>
                    <a:cubicBezTo>
                      <a:pt x="605287" y="519023"/>
                      <a:pt x="678612" y="526212"/>
                      <a:pt x="715993" y="516148"/>
                    </a:cubicBezTo>
                    <a:cubicBezTo>
                      <a:pt x="753374" y="506084"/>
                      <a:pt x="762000" y="483079"/>
                      <a:pt x="785004" y="447136"/>
                    </a:cubicBezTo>
                    <a:cubicBezTo>
                      <a:pt x="808008" y="411193"/>
                      <a:pt x="835325" y="347932"/>
                      <a:pt x="854015" y="300487"/>
                    </a:cubicBezTo>
                    <a:cubicBezTo>
                      <a:pt x="872706" y="253042"/>
                      <a:pt x="879894" y="205597"/>
                      <a:pt x="897147" y="162465"/>
                    </a:cubicBezTo>
                    <a:cubicBezTo>
                      <a:pt x="914400" y="119333"/>
                      <a:pt x="934528" y="66137"/>
                      <a:pt x="957532" y="41695"/>
                    </a:cubicBezTo>
                    <a:cubicBezTo>
                      <a:pt x="980536" y="17254"/>
                      <a:pt x="999227" y="18692"/>
                      <a:pt x="1035170" y="15816"/>
                    </a:cubicBezTo>
                    <a:cubicBezTo>
                      <a:pt x="1071114" y="12941"/>
                      <a:pt x="1135812" y="11503"/>
                      <a:pt x="1173193" y="24442"/>
                    </a:cubicBezTo>
                    <a:cubicBezTo>
                      <a:pt x="1210574" y="37381"/>
                      <a:pt x="1235016" y="50321"/>
                      <a:pt x="1259457" y="93453"/>
                    </a:cubicBezTo>
                    <a:cubicBezTo>
                      <a:pt x="1283899" y="136585"/>
                      <a:pt x="1309778" y="232913"/>
                      <a:pt x="1319842" y="283234"/>
                    </a:cubicBezTo>
                    <a:cubicBezTo>
                      <a:pt x="1329906" y="333555"/>
                      <a:pt x="1304027" y="359435"/>
                      <a:pt x="1319842" y="395378"/>
                    </a:cubicBezTo>
                    <a:cubicBezTo>
                      <a:pt x="1335657" y="431321"/>
                      <a:pt x="1373038" y="473016"/>
                      <a:pt x="1414732" y="498895"/>
                    </a:cubicBezTo>
                    <a:cubicBezTo>
                      <a:pt x="1456426" y="524774"/>
                      <a:pt x="1519687" y="550653"/>
                      <a:pt x="1570008" y="550653"/>
                    </a:cubicBezTo>
                    <a:cubicBezTo>
                      <a:pt x="1620329" y="550653"/>
                      <a:pt x="1682151" y="529087"/>
                      <a:pt x="1716657" y="498895"/>
                    </a:cubicBezTo>
                    <a:cubicBezTo>
                      <a:pt x="1751163" y="468703"/>
                      <a:pt x="1758352" y="421257"/>
                      <a:pt x="1777042" y="369499"/>
                    </a:cubicBezTo>
                    <a:cubicBezTo>
                      <a:pt x="1795732" y="317741"/>
                      <a:pt x="1820174" y="230038"/>
                      <a:pt x="1828800" y="188344"/>
                    </a:cubicBezTo>
                    <a:cubicBezTo>
                      <a:pt x="1837426" y="146650"/>
                      <a:pt x="1817298" y="139461"/>
                      <a:pt x="1828800" y="119333"/>
                    </a:cubicBezTo>
                    <a:cubicBezTo>
                      <a:pt x="1840302" y="99205"/>
                      <a:pt x="1861869" y="80514"/>
                      <a:pt x="1897812" y="67574"/>
                    </a:cubicBezTo>
                    <a:cubicBezTo>
                      <a:pt x="1933755" y="54634"/>
                      <a:pt x="2002767" y="43133"/>
                      <a:pt x="2044461" y="41695"/>
                    </a:cubicBezTo>
                    <a:cubicBezTo>
                      <a:pt x="2086155" y="40257"/>
                      <a:pt x="2117066" y="49602"/>
                      <a:pt x="2147978" y="58948"/>
                    </a:cubicBezTo>
                  </a:path>
                </a:pathLst>
              </a:custGeom>
              <a:ln w="28575">
                <a:solidFill>
                  <a:srgbClr val="33CC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9" name="Freeform 38"/>
              <p:cNvSpPr/>
              <p:nvPr/>
            </p:nvSpPr>
            <p:spPr>
              <a:xfrm>
                <a:off x="767751" y="5194540"/>
                <a:ext cx="2208362" cy="560716"/>
              </a:xfrm>
              <a:custGeom>
                <a:avLst/>
                <a:gdLst>
                  <a:gd name="connsiteX0" fmla="*/ 0 w 2208362"/>
                  <a:gd name="connsiteY0" fmla="*/ 447135 h 560716"/>
                  <a:gd name="connsiteX1" fmla="*/ 241540 w 2208362"/>
                  <a:gd name="connsiteY1" fmla="*/ 455762 h 560716"/>
                  <a:gd name="connsiteX2" fmla="*/ 370936 w 2208362"/>
                  <a:gd name="connsiteY2" fmla="*/ 343618 h 560716"/>
                  <a:gd name="connsiteX3" fmla="*/ 439947 w 2208362"/>
                  <a:gd name="connsiteY3" fmla="*/ 162464 h 560716"/>
                  <a:gd name="connsiteX4" fmla="*/ 560717 w 2208362"/>
                  <a:gd name="connsiteY4" fmla="*/ 41694 h 560716"/>
                  <a:gd name="connsiteX5" fmla="*/ 707366 w 2208362"/>
                  <a:gd name="connsiteY5" fmla="*/ 50320 h 560716"/>
                  <a:gd name="connsiteX6" fmla="*/ 802257 w 2208362"/>
                  <a:gd name="connsiteY6" fmla="*/ 248728 h 560716"/>
                  <a:gd name="connsiteX7" fmla="*/ 836762 w 2208362"/>
                  <a:gd name="connsiteY7" fmla="*/ 412630 h 560716"/>
                  <a:gd name="connsiteX8" fmla="*/ 931653 w 2208362"/>
                  <a:gd name="connsiteY8" fmla="*/ 542026 h 560716"/>
                  <a:gd name="connsiteX9" fmla="*/ 1130060 w 2208362"/>
                  <a:gd name="connsiteY9" fmla="*/ 524773 h 560716"/>
                  <a:gd name="connsiteX10" fmla="*/ 1224951 w 2208362"/>
                  <a:gd name="connsiteY10" fmla="*/ 369498 h 560716"/>
                  <a:gd name="connsiteX11" fmla="*/ 1302589 w 2208362"/>
                  <a:gd name="connsiteY11" fmla="*/ 205596 h 560716"/>
                  <a:gd name="connsiteX12" fmla="*/ 1423358 w 2208362"/>
                  <a:gd name="connsiteY12" fmla="*/ 24441 h 560716"/>
                  <a:gd name="connsiteX13" fmla="*/ 1587260 w 2208362"/>
                  <a:gd name="connsiteY13" fmla="*/ 58947 h 560716"/>
                  <a:gd name="connsiteX14" fmla="*/ 1682151 w 2208362"/>
                  <a:gd name="connsiteY14" fmla="*/ 136585 h 560716"/>
                  <a:gd name="connsiteX15" fmla="*/ 1716657 w 2208362"/>
                  <a:gd name="connsiteY15" fmla="*/ 309113 h 560716"/>
                  <a:gd name="connsiteX16" fmla="*/ 1777041 w 2208362"/>
                  <a:gd name="connsiteY16" fmla="*/ 507520 h 560716"/>
                  <a:gd name="connsiteX17" fmla="*/ 1949570 w 2208362"/>
                  <a:gd name="connsiteY17" fmla="*/ 542026 h 560716"/>
                  <a:gd name="connsiteX18" fmla="*/ 2122098 w 2208362"/>
                  <a:gd name="connsiteY18" fmla="*/ 524773 h 560716"/>
                  <a:gd name="connsiteX19" fmla="*/ 2139351 w 2208362"/>
                  <a:gd name="connsiteY19" fmla="*/ 524773 h 560716"/>
                  <a:gd name="connsiteX20" fmla="*/ 2208362 w 2208362"/>
                  <a:gd name="connsiteY20" fmla="*/ 507520 h 560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208362" h="560716">
                    <a:moveTo>
                      <a:pt x="0" y="447135"/>
                    </a:moveTo>
                    <a:cubicBezTo>
                      <a:pt x="89858" y="460075"/>
                      <a:pt x="179717" y="473015"/>
                      <a:pt x="241540" y="455762"/>
                    </a:cubicBezTo>
                    <a:cubicBezTo>
                      <a:pt x="303363" y="438509"/>
                      <a:pt x="337868" y="392501"/>
                      <a:pt x="370936" y="343618"/>
                    </a:cubicBezTo>
                    <a:cubicBezTo>
                      <a:pt x="404004" y="294735"/>
                      <a:pt x="408317" y="212785"/>
                      <a:pt x="439947" y="162464"/>
                    </a:cubicBezTo>
                    <a:cubicBezTo>
                      <a:pt x="471577" y="112143"/>
                      <a:pt x="516147" y="60385"/>
                      <a:pt x="560717" y="41694"/>
                    </a:cubicBezTo>
                    <a:cubicBezTo>
                      <a:pt x="605287" y="23003"/>
                      <a:pt x="667109" y="15814"/>
                      <a:pt x="707366" y="50320"/>
                    </a:cubicBezTo>
                    <a:cubicBezTo>
                      <a:pt x="747623" y="84826"/>
                      <a:pt x="780691" y="188343"/>
                      <a:pt x="802257" y="248728"/>
                    </a:cubicBezTo>
                    <a:cubicBezTo>
                      <a:pt x="823823" y="309113"/>
                      <a:pt x="815196" y="363747"/>
                      <a:pt x="836762" y="412630"/>
                    </a:cubicBezTo>
                    <a:cubicBezTo>
                      <a:pt x="858328" y="461513"/>
                      <a:pt x="882770" y="523336"/>
                      <a:pt x="931653" y="542026"/>
                    </a:cubicBezTo>
                    <a:cubicBezTo>
                      <a:pt x="980536" y="560716"/>
                      <a:pt x="1081177" y="553528"/>
                      <a:pt x="1130060" y="524773"/>
                    </a:cubicBezTo>
                    <a:cubicBezTo>
                      <a:pt x="1178943" y="496018"/>
                      <a:pt x="1196196" y="422694"/>
                      <a:pt x="1224951" y="369498"/>
                    </a:cubicBezTo>
                    <a:cubicBezTo>
                      <a:pt x="1253706" y="316302"/>
                      <a:pt x="1269521" y="263106"/>
                      <a:pt x="1302589" y="205596"/>
                    </a:cubicBezTo>
                    <a:cubicBezTo>
                      <a:pt x="1335657" y="148086"/>
                      <a:pt x="1375913" y="48882"/>
                      <a:pt x="1423358" y="24441"/>
                    </a:cubicBezTo>
                    <a:cubicBezTo>
                      <a:pt x="1470803" y="0"/>
                      <a:pt x="1544128" y="40256"/>
                      <a:pt x="1587260" y="58947"/>
                    </a:cubicBezTo>
                    <a:cubicBezTo>
                      <a:pt x="1630392" y="77638"/>
                      <a:pt x="1660585" y="94891"/>
                      <a:pt x="1682151" y="136585"/>
                    </a:cubicBezTo>
                    <a:cubicBezTo>
                      <a:pt x="1703717" y="178279"/>
                      <a:pt x="1700842" y="247291"/>
                      <a:pt x="1716657" y="309113"/>
                    </a:cubicBezTo>
                    <a:cubicBezTo>
                      <a:pt x="1732472" y="370935"/>
                      <a:pt x="1738222" y="468701"/>
                      <a:pt x="1777041" y="507520"/>
                    </a:cubicBezTo>
                    <a:cubicBezTo>
                      <a:pt x="1815860" y="546339"/>
                      <a:pt x="1892060" y="539150"/>
                      <a:pt x="1949570" y="542026"/>
                    </a:cubicBezTo>
                    <a:cubicBezTo>
                      <a:pt x="2007080" y="544902"/>
                      <a:pt x="2090468" y="527648"/>
                      <a:pt x="2122098" y="524773"/>
                    </a:cubicBezTo>
                    <a:cubicBezTo>
                      <a:pt x="2153728" y="521898"/>
                      <a:pt x="2124974" y="527648"/>
                      <a:pt x="2139351" y="524773"/>
                    </a:cubicBezTo>
                    <a:cubicBezTo>
                      <a:pt x="2153728" y="521898"/>
                      <a:pt x="2181045" y="514709"/>
                      <a:pt x="2208362" y="507520"/>
                    </a:cubicBezTo>
                  </a:path>
                </a:pathLst>
              </a:custGeom>
              <a:ln w="28575">
                <a:solidFill>
                  <a:srgbClr val="33CC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0" name="Freeform 39"/>
              <p:cNvSpPr/>
              <p:nvPr/>
            </p:nvSpPr>
            <p:spPr>
              <a:xfrm>
                <a:off x="776377" y="5198853"/>
                <a:ext cx="2061714" cy="592347"/>
              </a:xfrm>
              <a:custGeom>
                <a:avLst/>
                <a:gdLst>
                  <a:gd name="connsiteX0" fmla="*/ 0 w 2061714"/>
                  <a:gd name="connsiteY0" fmla="*/ 71887 h 592347"/>
                  <a:gd name="connsiteX1" fmla="*/ 138023 w 2061714"/>
                  <a:gd name="connsiteY1" fmla="*/ 20128 h 592347"/>
                  <a:gd name="connsiteX2" fmla="*/ 284672 w 2061714"/>
                  <a:gd name="connsiteY2" fmla="*/ 80513 h 592347"/>
                  <a:gd name="connsiteX3" fmla="*/ 345057 w 2061714"/>
                  <a:gd name="connsiteY3" fmla="*/ 235789 h 592347"/>
                  <a:gd name="connsiteX4" fmla="*/ 362310 w 2061714"/>
                  <a:gd name="connsiteY4" fmla="*/ 391064 h 592347"/>
                  <a:gd name="connsiteX5" fmla="*/ 439948 w 2061714"/>
                  <a:gd name="connsiteY5" fmla="*/ 520460 h 592347"/>
                  <a:gd name="connsiteX6" fmla="*/ 698740 w 2061714"/>
                  <a:gd name="connsiteY6" fmla="*/ 529087 h 592347"/>
                  <a:gd name="connsiteX7" fmla="*/ 759125 w 2061714"/>
                  <a:gd name="connsiteY7" fmla="*/ 425570 h 592347"/>
                  <a:gd name="connsiteX8" fmla="*/ 845389 w 2061714"/>
                  <a:gd name="connsiteY8" fmla="*/ 278921 h 592347"/>
                  <a:gd name="connsiteX9" fmla="*/ 948906 w 2061714"/>
                  <a:gd name="connsiteY9" fmla="*/ 63260 h 592347"/>
                  <a:gd name="connsiteX10" fmla="*/ 1035170 w 2061714"/>
                  <a:gd name="connsiteY10" fmla="*/ 28755 h 592347"/>
                  <a:gd name="connsiteX11" fmla="*/ 1224951 w 2061714"/>
                  <a:gd name="connsiteY11" fmla="*/ 63260 h 592347"/>
                  <a:gd name="connsiteX12" fmla="*/ 1293963 w 2061714"/>
                  <a:gd name="connsiteY12" fmla="*/ 408317 h 592347"/>
                  <a:gd name="connsiteX13" fmla="*/ 1388853 w 2061714"/>
                  <a:gd name="connsiteY13" fmla="*/ 563592 h 592347"/>
                  <a:gd name="connsiteX14" fmla="*/ 1518249 w 2061714"/>
                  <a:gd name="connsiteY14" fmla="*/ 580845 h 592347"/>
                  <a:gd name="connsiteX15" fmla="*/ 1682151 w 2061714"/>
                  <a:gd name="connsiteY15" fmla="*/ 503207 h 592347"/>
                  <a:gd name="connsiteX16" fmla="*/ 1742536 w 2061714"/>
                  <a:gd name="connsiteY16" fmla="*/ 347932 h 592347"/>
                  <a:gd name="connsiteX17" fmla="*/ 1802921 w 2061714"/>
                  <a:gd name="connsiteY17" fmla="*/ 192656 h 592347"/>
                  <a:gd name="connsiteX18" fmla="*/ 1906438 w 2061714"/>
                  <a:gd name="connsiteY18" fmla="*/ 97766 h 592347"/>
                  <a:gd name="connsiteX19" fmla="*/ 2035834 w 2061714"/>
                  <a:gd name="connsiteY19" fmla="*/ 63260 h 592347"/>
                  <a:gd name="connsiteX20" fmla="*/ 2061714 w 2061714"/>
                  <a:gd name="connsiteY20" fmla="*/ 63260 h 5923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061714" h="592347">
                    <a:moveTo>
                      <a:pt x="0" y="71887"/>
                    </a:moveTo>
                    <a:cubicBezTo>
                      <a:pt x="45289" y="45288"/>
                      <a:pt x="90578" y="18690"/>
                      <a:pt x="138023" y="20128"/>
                    </a:cubicBezTo>
                    <a:cubicBezTo>
                      <a:pt x="185468" y="21566"/>
                      <a:pt x="250166" y="44570"/>
                      <a:pt x="284672" y="80513"/>
                    </a:cubicBezTo>
                    <a:cubicBezTo>
                      <a:pt x="319178" y="116457"/>
                      <a:pt x="332117" y="184031"/>
                      <a:pt x="345057" y="235789"/>
                    </a:cubicBezTo>
                    <a:cubicBezTo>
                      <a:pt x="357997" y="287547"/>
                      <a:pt x="346495" y="343619"/>
                      <a:pt x="362310" y="391064"/>
                    </a:cubicBezTo>
                    <a:cubicBezTo>
                      <a:pt x="378125" y="438509"/>
                      <a:pt x="383876" y="497456"/>
                      <a:pt x="439948" y="520460"/>
                    </a:cubicBezTo>
                    <a:cubicBezTo>
                      <a:pt x="496020" y="543464"/>
                      <a:pt x="645544" y="544902"/>
                      <a:pt x="698740" y="529087"/>
                    </a:cubicBezTo>
                    <a:cubicBezTo>
                      <a:pt x="751936" y="513272"/>
                      <a:pt x="759125" y="425570"/>
                      <a:pt x="759125" y="425570"/>
                    </a:cubicBezTo>
                    <a:cubicBezTo>
                      <a:pt x="783566" y="383876"/>
                      <a:pt x="813759" y="339306"/>
                      <a:pt x="845389" y="278921"/>
                    </a:cubicBezTo>
                    <a:cubicBezTo>
                      <a:pt x="877019" y="218536"/>
                      <a:pt x="917276" y="104954"/>
                      <a:pt x="948906" y="63260"/>
                    </a:cubicBezTo>
                    <a:cubicBezTo>
                      <a:pt x="980536" y="21566"/>
                      <a:pt x="989163" y="28755"/>
                      <a:pt x="1035170" y="28755"/>
                    </a:cubicBezTo>
                    <a:cubicBezTo>
                      <a:pt x="1081177" y="28755"/>
                      <a:pt x="1181819" y="0"/>
                      <a:pt x="1224951" y="63260"/>
                    </a:cubicBezTo>
                    <a:cubicBezTo>
                      <a:pt x="1268083" y="126520"/>
                      <a:pt x="1266646" y="324928"/>
                      <a:pt x="1293963" y="408317"/>
                    </a:cubicBezTo>
                    <a:cubicBezTo>
                      <a:pt x="1321280" y="491706"/>
                      <a:pt x="1351472" y="534837"/>
                      <a:pt x="1388853" y="563592"/>
                    </a:cubicBezTo>
                    <a:cubicBezTo>
                      <a:pt x="1426234" y="592347"/>
                      <a:pt x="1469366" y="590909"/>
                      <a:pt x="1518249" y="580845"/>
                    </a:cubicBezTo>
                    <a:cubicBezTo>
                      <a:pt x="1567132" y="570781"/>
                      <a:pt x="1644770" y="542026"/>
                      <a:pt x="1682151" y="503207"/>
                    </a:cubicBezTo>
                    <a:cubicBezTo>
                      <a:pt x="1719532" y="464388"/>
                      <a:pt x="1742536" y="347932"/>
                      <a:pt x="1742536" y="347932"/>
                    </a:cubicBezTo>
                    <a:cubicBezTo>
                      <a:pt x="1762664" y="296174"/>
                      <a:pt x="1775604" y="234350"/>
                      <a:pt x="1802921" y="192656"/>
                    </a:cubicBezTo>
                    <a:cubicBezTo>
                      <a:pt x="1830238" y="150962"/>
                      <a:pt x="1867619" y="119332"/>
                      <a:pt x="1906438" y="97766"/>
                    </a:cubicBezTo>
                    <a:cubicBezTo>
                      <a:pt x="1945257" y="76200"/>
                      <a:pt x="2009955" y="69011"/>
                      <a:pt x="2035834" y="63260"/>
                    </a:cubicBezTo>
                    <a:cubicBezTo>
                      <a:pt x="2061713" y="57509"/>
                      <a:pt x="2061713" y="60384"/>
                      <a:pt x="2061714" y="63260"/>
                    </a:cubicBezTo>
                  </a:path>
                </a:pathLst>
              </a:custGeom>
              <a:ln w="28575">
                <a:solidFill>
                  <a:srgbClr val="33CC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1" name="Freeform 40"/>
              <p:cNvSpPr/>
              <p:nvPr/>
            </p:nvSpPr>
            <p:spPr>
              <a:xfrm>
                <a:off x="819509" y="5233359"/>
                <a:ext cx="2139351" cy="569343"/>
              </a:xfrm>
              <a:custGeom>
                <a:avLst/>
                <a:gdLst>
                  <a:gd name="connsiteX0" fmla="*/ 0 w 2139351"/>
                  <a:gd name="connsiteY0" fmla="*/ 460075 h 569343"/>
                  <a:gd name="connsiteX1" fmla="*/ 138023 w 2139351"/>
                  <a:gd name="connsiteY1" fmla="*/ 503207 h 569343"/>
                  <a:gd name="connsiteX2" fmla="*/ 258793 w 2139351"/>
                  <a:gd name="connsiteY2" fmla="*/ 425569 h 569343"/>
                  <a:gd name="connsiteX3" fmla="*/ 327804 w 2139351"/>
                  <a:gd name="connsiteY3" fmla="*/ 261667 h 569343"/>
                  <a:gd name="connsiteX4" fmla="*/ 439948 w 2139351"/>
                  <a:gd name="connsiteY4" fmla="*/ 89139 h 569343"/>
                  <a:gd name="connsiteX5" fmla="*/ 603849 w 2139351"/>
                  <a:gd name="connsiteY5" fmla="*/ 2875 h 569343"/>
                  <a:gd name="connsiteX6" fmla="*/ 715993 w 2139351"/>
                  <a:gd name="connsiteY6" fmla="*/ 71886 h 569343"/>
                  <a:gd name="connsiteX7" fmla="*/ 793631 w 2139351"/>
                  <a:gd name="connsiteY7" fmla="*/ 278920 h 569343"/>
                  <a:gd name="connsiteX8" fmla="*/ 828136 w 2139351"/>
                  <a:gd name="connsiteY8" fmla="*/ 460075 h 569343"/>
                  <a:gd name="connsiteX9" fmla="*/ 1035170 w 2139351"/>
                  <a:gd name="connsiteY9" fmla="*/ 520460 h 569343"/>
                  <a:gd name="connsiteX10" fmla="*/ 1147314 w 2139351"/>
                  <a:gd name="connsiteY10" fmla="*/ 416943 h 569343"/>
                  <a:gd name="connsiteX11" fmla="*/ 1276710 w 2139351"/>
                  <a:gd name="connsiteY11" fmla="*/ 166777 h 569343"/>
                  <a:gd name="connsiteX12" fmla="*/ 1371600 w 2139351"/>
                  <a:gd name="connsiteY12" fmla="*/ 37381 h 569343"/>
                  <a:gd name="connsiteX13" fmla="*/ 1570008 w 2139351"/>
                  <a:gd name="connsiteY13" fmla="*/ 28754 h 569343"/>
                  <a:gd name="connsiteX14" fmla="*/ 1647646 w 2139351"/>
                  <a:gd name="connsiteY14" fmla="*/ 192656 h 569343"/>
                  <a:gd name="connsiteX15" fmla="*/ 1751163 w 2139351"/>
                  <a:gd name="connsiteY15" fmla="*/ 460075 h 569343"/>
                  <a:gd name="connsiteX16" fmla="*/ 1846053 w 2139351"/>
                  <a:gd name="connsiteY16" fmla="*/ 554966 h 569343"/>
                  <a:gd name="connsiteX17" fmla="*/ 2044461 w 2139351"/>
                  <a:gd name="connsiteY17" fmla="*/ 546339 h 569343"/>
                  <a:gd name="connsiteX18" fmla="*/ 2139351 w 2139351"/>
                  <a:gd name="connsiteY18" fmla="*/ 494581 h 5693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139351" h="569343">
                    <a:moveTo>
                      <a:pt x="0" y="460075"/>
                    </a:moveTo>
                    <a:cubicBezTo>
                      <a:pt x="47445" y="484516"/>
                      <a:pt x="94891" y="508958"/>
                      <a:pt x="138023" y="503207"/>
                    </a:cubicBezTo>
                    <a:cubicBezTo>
                      <a:pt x="181155" y="497456"/>
                      <a:pt x="227163" y="465826"/>
                      <a:pt x="258793" y="425569"/>
                    </a:cubicBezTo>
                    <a:cubicBezTo>
                      <a:pt x="290423" y="385312"/>
                      <a:pt x="297612" y="317739"/>
                      <a:pt x="327804" y="261667"/>
                    </a:cubicBezTo>
                    <a:cubicBezTo>
                      <a:pt x="357996" y="205595"/>
                      <a:pt x="393941" y="132271"/>
                      <a:pt x="439948" y="89139"/>
                    </a:cubicBezTo>
                    <a:cubicBezTo>
                      <a:pt x="485956" y="46007"/>
                      <a:pt x="557842" y="5750"/>
                      <a:pt x="603849" y="2875"/>
                    </a:cubicBezTo>
                    <a:cubicBezTo>
                      <a:pt x="649856" y="0"/>
                      <a:pt x="684363" y="25879"/>
                      <a:pt x="715993" y="71886"/>
                    </a:cubicBezTo>
                    <a:cubicBezTo>
                      <a:pt x="747623" y="117894"/>
                      <a:pt x="774941" y="214222"/>
                      <a:pt x="793631" y="278920"/>
                    </a:cubicBezTo>
                    <a:cubicBezTo>
                      <a:pt x="812321" y="343618"/>
                      <a:pt x="787880" y="419818"/>
                      <a:pt x="828136" y="460075"/>
                    </a:cubicBezTo>
                    <a:cubicBezTo>
                      <a:pt x="868392" y="500332"/>
                      <a:pt x="981974" y="527649"/>
                      <a:pt x="1035170" y="520460"/>
                    </a:cubicBezTo>
                    <a:cubicBezTo>
                      <a:pt x="1088366" y="513271"/>
                      <a:pt x="1107057" y="475890"/>
                      <a:pt x="1147314" y="416943"/>
                    </a:cubicBezTo>
                    <a:cubicBezTo>
                      <a:pt x="1187571" y="357996"/>
                      <a:pt x="1239329" y="230037"/>
                      <a:pt x="1276710" y="166777"/>
                    </a:cubicBezTo>
                    <a:cubicBezTo>
                      <a:pt x="1314091" y="103517"/>
                      <a:pt x="1322717" y="60385"/>
                      <a:pt x="1371600" y="37381"/>
                    </a:cubicBezTo>
                    <a:cubicBezTo>
                      <a:pt x="1420483" y="14377"/>
                      <a:pt x="1524000" y="2875"/>
                      <a:pt x="1570008" y="28754"/>
                    </a:cubicBezTo>
                    <a:cubicBezTo>
                      <a:pt x="1616016" y="54633"/>
                      <a:pt x="1617454" y="120769"/>
                      <a:pt x="1647646" y="192656"/>
                    </a:cubicBezTo>
                    <a:cubicBezTo>
                      <a:pt x="1677838" y="264543"/>
                      <a:pt x="1718095" y="399690"/>
                      <a:pt x="1751163" y="460075"/>
                    </a:cubicBezTo>
                    <a:cubicBezTo>
                      <a:pt x="1784231" y="520460"/>
                      <a:pt x="1797170" y="540589"/>
                      <a:pt x="1846053" y="554966"/>
                    </a:cubicBezTo>
                    <a:cubicBezTo>
                      <a:pt x="1894936" y="569343"/>
                      <a:pt x="1995578" y="556403"/>
                      <a:pt x="2044461" y="546339"/>
                    </a:cubicBezTo>
                    <a:cubicBezTo>
                      <a:pt x="2093344" y="536275"/>
                      <a:pt x="2139351" y="494581"/>
                      <a:pt x="2139351" y="494581"/>
                    </a:cubicBezTo>
                  </a:path>
                </a:pathLst>
              </a:custGeom>
              <a:ln w="28575">
                <a:solidFill>
                  <a:srgbClr val="33CC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2" name="Freeform 41"/>
              <p:cNvSpPr/>
              <p:nvPr/>
            </p:nvSpPr>
            <p:spPr>
              <a:xfrm>
                <a:off x="767751" y="5246298"/>
                <a:ext cx="2104845" cy="534838"/>
              </a:xfrm>
              <a:custGeom>
                <a:avLst/>
                <a:gdLst>
                  <a:gd name="connsiteX0" fmla="*/ 0 w 2104845"/>
                  <a:gd name="connsiteY0" fmla="*/ 76200 h 534838"/>
                  <a:gd name="connsiteX1" fmla="*/ 112143 w 2104845"/>
                  <a:gd name="connsiteY1" fmla="*/ 7189 h 534838"/>
                  <a:gd name="connsiteX2" fmla="*/ 258792 w 2104845"/>
                  <a:gd name="connsiteY2" fmla="*/ 33068 h 534838"/>
                  <a:gd name="connsiteX3" fmla="*/ 327804 w 2104845"/>
                  <a:gd name="connsiteY3" fmla="*/ 188344 h 534838"/>
                  <a:gd name="connsiteX4" fmla="*/ 457200 w 2104845"/>
                  <a:gd name="connsiteY4" fmla="*/ 395377 h 534838"/>
                  <a:gd name="connsiteX5" fmla="*/ 595223 w 2104845"/>
                  <a:gd name="connsiteY5" fmla="*/ 507521 h 534838"/>
                  <a:gd name="connsiteX6" fmla="*/ 741872 w 2104845"/>
                  <a:gd name="connsiteY6" fmla="*/ 438510 h 534838"/>
                  <a:gd name="connsiteX7" fmla="*/ 854015 w 2104845"/>
                  <a:gd name="connsiteY7" fmla="*/ 222849 h 534838"/>
                  <a:gd name="connsiteX8" fmla="*/ 983411 w 2104845"/>
                  <a:gd name="connsiteY8" fmla="*/ 41694 h 534838"/>
                  <a:gd name="connsiteX9" fmla="*/ 1130060 w 2104845"/>
                  <a:gd name="connsiteY9" fmla="*/ 33068 h 534838"/>
                  <a:gd name="connsiteX10" fmla="*/ 1259457 w 2104845"/>
                  <a:gd name="connsiteY10" fmla="*/ 145211 h 534838"/>
                  <a:gd name="connsiteX11" fmla="*/ 1268083 w 2104845"/>
                  <a:gd name="connsiteY11" fmla="*/ 291860 h 534838"/>
                  <a:gd name="connsiteX12" fmla="*/ 1380226 w 2104845"/>
                  <a:gd name="connsiteY12" fmla="*/ 490268 h 534838"/>
                  <a:gd name="connsiteX13" fmla="*/ 1621766 w 2104845"/>
                  <a:gd name="connsiteY13" fmla="*/ 507521 h 534838"/>
                  <a:gd name="connsiteX14" fmla="*/ 1733909 w 2104845"/>
                  <a:gd name="connsiteY14" fmla="*/ 326366 h 534838"/>
                  <a:gd name="connsiteX15" fmla="*/ 1863306 w 2104845"/>
                  <a:gd name="connsiteY15" fmla="*/ 119332 h 534838"/>
                  <a:gd name="connsiteX16" fmla="*/ 2027207 w 2104845"/>
                  <a:gd name="connsiteY16" fmla="*/ 24442 h 534838"/>
                  <a:gd name="connsiteX17" fmla="*/ 2104845 w 2104845"/>
                  <a:gd name="connsiteY17" fmla="*/ 24442 h 534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04845" h="534838">
                    <a:moveTo>
                      <a:pt x="0" y="76200"/>
                    </a:moveTo>
                    <a:cubicBezTo>
                      <a:pt x="34505" y="45289"/>
                      <a:pt x="69011" y="14378"/>
                      <a:pt x="112143" y="7189"/>
                    </a:cubicBezTo>
                    <a:cubicBezTo>
                      <a:pt x="155275" y="0"/>
                      <a:pt x="222849" y="2876"/>
                      <a:pt x="258792" y="33068"/>
                    </a:cubicBezTo>
                    <a:cubicBezTo>
                      <a:pt x="294735" y="63260"/>
                      <a:pt x="294736" y="127959"/>
                      <a:pt x="327804" y="188344"/>
                    </a:cubicBezTo>
                    <a:cubicBezTo>
                      <a:pt x="360872" y="248729"/>
                      <a:pt x="412630" y="342181"/>
                      <a:pt x="457200" y="395377"/>
                    </a:cubicBezTo>
                    <a:cubicBezTo>
                      <a:pt x="501770" y="448573"/>
                      <a:pt x="547778" y="500332"/>
                      <a:pt x="595223" y="507521"/>
                    </a:cubicBezTo>
                    <a:cubicBezTo>
                      <a:pt x="642668" y="514710"/>
                      <a:pt x="698740" y="485955"/>
                      <a:pt x="741872" y="438510"/>
                    </a:cubicBezTo>
                    <a:cubicBezTo>
                      <a:pt x="785004" y="391065"/>
                      <a:pt x="813759" y="288985"/>
                      <a:pt x="854015" y="222849"/>
                    </a:cubicBezTo>
                    <a:cubicBezTo>
                      <a:pt x="894272" y="156713"/>
                      <a:pt x="937404" y="73324"/>
                      <a:pt x="983411" y="41694"/>
                    </a:cubicBezTo>
                    <a:cubicBezTo>
                      <a:pt x="1029418" y="10064"/>
                      <a:pt x="1084052" y="15815"/>
                      <a:pt x="1130060" y="33068"/>
                    </a:cubicBezTo>
                    <a:cubicBezTo>
                      <a:pt x="1176068" y="50321"/>
                      <a:pt x="1236453" y="102079"/>
                      <a:pt x="1259457" y="145211"/>
                    </a:cubicBezTo>
                    <a:cubicBezTo>
                      <a:pt x="1282461" y="188343"/>
                      <a:pt x="1247955" y="234351"/>
                      <a:pt x="1268083" y="291860"/>
                    </a:cubicBezTo>
                    <a:cubicBezTo>
                      <a:pt x="1288211" y="349370"/>
                      <a:pt x="1321279" y="454325"/>
                      <a:pt x="1380226" y="490268"/>
                    </a:cubicBezTo>
                    <a:cubicBezTo>
                      <a:pt x="1439173" y="526211"/>
                      <a:pt x="1562819" y="534838"/>
                      <a:pt x="1621766" y="507521"/>
                    </a:cubicBezTo>
                    <a:cubicBezTo>
                      <a:pt x="1680713" y="480204"/>
                      <a:pt x="1733909" y="326366"/>
                      <a:pt x="1733909" y="326366"/>
                    </a:cubicBezTo>
                    <a:cubicBezTo>
                      <a:pt x="1774166" y="261668"/>
                      <a:pt x="1814423" y="169653"/>
                      <a:pt x="1863306" y="119332"/>
                    </a:cubicBezTo>
                    <a:cubicBezTo>
                      <a:pt x="1912189" y="69011"/>
                      <a:pt x="1986951" y="40257"/>
                      <a:pt x="2027207" y="24442"/>
                    </a:cubicBezTo>
                    <a:cubicBezTo>
                      <a:pt x="2067464" y="8627"/>
                      <a:pt x="2104845" y="24442"/>
                      <a:pt x="2104845" y="24442"/>
                    </a:cubicBezTo>
                  </a:path>
                </a:pathLst>
              </a:custGeom>
              <a:ln w="28575">
                <a:solidFill>
                  <a:srgbClr val="33CC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3" name="Freeform 42"/>
              <p:cNvSpPr/>
              <p:nvPr/>
            </p:nvSpPr>
            <p:spPr>
              <a:xfrm>
                <a:off x="802257" y="5183037"/>
                <a:ext cx="2060275" cy="622539"/>
              </a:xfrm>
              <a:custGeom>
                <a:avLst/>
                <a:gdLst>
                  <a:gd name="connsiteX0" fmla="*/ 0 w 2060275"/>
                  <a:gd name="connsiteY0" fmla="*/ 113581 h 685800"/>
                  <a:gd name="connsiteX1" fmla="*/ 181154 w 2060275"/>
                  <a:gd name="connsiteY1" fmla="*/ 87702 h 685800"/>
                  <a:gd name="connsiteX2" fmla="*/ 276045 w 2060275"/>
                  <a:gd name="connsiteY2" fmla="*/ 130834 h 685800"/>
                  <a:gd name="connsiteX3" fmla="*/ 379562 w 2060275"/>
                  <a:gd name="connsiteY3" fmla="*/ 389626 h 685800"/>
                  <a:gd name="connsiteX4" fmla="*/ 448573 w 2060275"/>
                  <a:gd name="connsiteY4" fmla="*/ 562154 h 685800"/>
                  <a:gd name="connsiteX5" fmla="*/ 638354 w 2060275"/>
                  <a:gd name="connsiteY5" fmla="*/ 579407 h 685800"/>
                  <a:gd name="connsiteX6" fmla="*/ 819509 w 2060275"/>
                  <a:gd name="connsiteY6" fmla="*/ 303362 h 685800"/>
                  <a:gd name="connsiteX7" fmla="*/ 914400 w 2060275"/>
                  <a:gd name="connsiteY7" fmla="*/ 87702 h 685800"/>
                  <a:gd name="connsiteX8" fmla="*/ 1017917 w 2060275"/>
                  <a:gd name="connsiteY8" fmla="*/ 10064 h 685800"/>
                  <a:gd name="connsiteX9" fmla="*/ 1138686 w 2060275"/>
                  <a:gd name="connsiteY9" fmla="*/ 27317 h 685800"/>
                  <a:gd name="connsiteX10" fmla="*/ 1216324 w 2060275"/>
                  <a:gd name="connsiteY10" fmla="*/ 173966 h 685800"/>
                  <a:gd name="connsiteX11" fmla="*/ 1285335 w 2060275"/>
                  <a:gd name="connsiteY11" fmla="*/ 363747 h 685800"/>
                  <a:gd name="connsiteX12" fmla="*/ 1337094 w 2060275"/>
                  <a:gd name="connsiteY12" fmla="*/ 579407 h 685800"/>
                  <a:gd name="connsiteX13" fmla="*/ 1552754 w 2060275"/>
                  <a:gd name="connsiteY13" fmla="*/ 657045 h 685800"/>
                  <a:gd name="connsiteX14" fmla="*/ 1742535 w 2060275"/>
                  <a:gd name="connsiteY14" fmla="*/ 406879 h 685800"/>
                  <a:gd name="connsiteX15" fmla="*/ 1794294 w 2060275"/>
                  <a:gd name="connsiteY15" fmla="*/ 208471 h 685800"/>
                  <a:gd name="connsiteX16" fmla="*/ 1906437 w 2060275"/>
                  <a:gd name="connsiteY16" fmla="*/ 96328 h 685800"/>
                  <a:gd name="connsiteX17" fmla="*/ 2035834 w 2060275"/>
                  <a:gd name="connsiteY17" fmla="*/ 79075 h 685800"/>
                  <a:gd name="connsiteX18" fmla="*/ 2053086 w 2060275"/>
                  <a:gd name="connsiteY18" fmla="*/ 61822 h 685800"/>
                  <a:gd name="connsiteX0" fmla="*/ 0 w 2060275"/>
                  <a:gd name="connsiteY0" fmla="*/ 113581 h 622539"/>
                  <a:gd name="connsiteX1" fmla="*/ 181154 w 2060275"/>
                  <a:gd name="connsiteY1" fmla="*/ 87702 h 622539"/>
                  <a:gd name="connsiteX2" fmla="*/ 276045 w 2060275"/>
                  <a:gd name="connsiteY2" fmla="*/ 130834 h 622539"/>
                  <a:gd name="connsiteX3" fmla="*/ 379562 w 2060275"/>
                  <a:gd name="connsiteY3" fmla="*/ 389626 h 622539"/>
                  <a:gd name="connsiteX4" fmla="*/ 448573 w 2060275"/>
                  <a:gd name="connsiteY4" fmla="*/ 562154 h 622539"/>
                  <a:gd name="connsiteX5" fmla="*/ 638354 w 2060275"/>
                  <a:gd name="connsiteY5" fmla="*/ 579407 h 622539"/>
                  <a:gd name="connsiteX6" fmla="*/ 819509 w 2060275"/>
                  <a:gd name="connsiteY6" fmla="*/ 303362 h 622539"/>
                  <a:gd name="connsiteX7" fmla="*/ 914400 w 2060275"/>
                  <a:gd name="connsiteY7" fmla="*/ 87702 h 622539"/>
                  <a:gd name="connsiteX8" fmla="*/ 1017917 w 2060275"/>
                  <a:gd name="connsiteY8" fmla="*/ 10064 h 622539"/>
                  <a:gd name="connsiteX9" fmla="*/ 1138686 w 2060275"/>
                  <a:gd name="connsiteY9" fmla="*/ 27317 h 622539"/>
                  <a:gd name="connsiteX10" fmla="*/ 1216324 w 2060275"/>
                  <a:gd name="connsiteY10" fmla="*/ 173966 h 622539"/>
                  <a:gd name="connsiteX11" fmla="*/ 1285335 w 2060275"/>
                  <a:gd name="connsiteY11" fmla="*/ 363747 h 622539"/>
                  <a:gd name="connsiteX12" fmla="*/ 1337094 w 2060275"/>
                  <a:gd name="connsiteY12" fmla="*/ 579407 h 622539"/>
                  <a:gd name="connsiteX13" fmla="*/ 1578633 w 2060275"/>
                  <a:gd name="connsiteY13" fmla="*/ 579407 h 622539"/>
                  <a:gd name="connsiteX14" fmla="*/ 1742535 w 2060275"/>
                  <a:gd name="connsiteY14" fmla="*/ 406879 h 622539"/>
                  <a:gd name="connsiteX15" fmla="*/ 1794294 w 2060275"/>
                  <a:gd name="connsiteY15" fmla="*/ 208471 h 622539"/>
                  <a:gd name="connsiteX16" fmla="*/ 1906437 w 2060275"/>
                  <a:gd name="connsiteY16" fmla="*/ 96328 h 622539"/>
                  <a:gd name="connsiteX17" fmla="*/ 2035834 w 2060275"/>
                  <a:gd name="connsiteY17" fmla="*/ 79075 h 622539"/>
                  <a:gd name="connsiteX18" fmla="*/ 2053086 w 2060275"/>
                  <a:gd name="connsiteY18" fmla="*/ 61822 h 622539"/>
                  <a:gd name="connsiteX0" fmla="*/ 0 w 2060275"/>
                  <a:gd name="connsiteY0" fmla="*/ 113581 h 622539"/>
                  <a:gd name="connsiteX1" fmla="*/ 181154 w 2060275"/>
                  <a:gd name="connsiteY1" fmla="*/ 87702 h 622539"/>
                  <a:gd name="connsiteX2" fmla="*/ 276045 w 2060275"/>
                  <a:gd name="connsiteY2" fmla="*/ 130834 h 622539"/>
                  <a:gd name="connsiteX3" fmla="*/ 379562 w 2060275"/>
                  <a:gd name="connsiteY3" fmla="*/ 389626 h 622539"/>
                  <a:gd name="connsiteX4" fmla="*/ 448573 w 2060275"/>
                  <a:gd name="connsiteY4" fmla="*/ 562154 h 622539"/>
                  <a:gd name="connsiteX5" fmla="*/ 638354 w 2060275"/>
                  <a:gd name="connsiteY5" fmla="*/ 579407 h 622539"/>
                  <a:gd name="connsiteX6" fmla="*/ 819509 w 2060275"/>
                  <a:gd name="connsiteY6" fmla="*/ 303362 h 622539"/>
                  <a:gd name="connsiteX7" fmla="*/ 914400 w 2060275"/>
                  <a:gd name="connsiteY7" fmla="*/ 87702 h 622539"/>
                  <a:gd name="connsiteX8" fmla="*/ 1017917 w 2060275"/>
                  <a:gd name="connsiteY8" fmla="*/ 10064 h 622539"/>
                  <a:gd name="connsiteX9" fmla="*/ 1138686 w 2060275"/>
                  <a:gd name="connsiteY9" fmla="*/ 27317 h 622539"/>
                  <a:gd name="connsiteX10" fmla="*/ 1216324 w 2060275"/>
                  <a:gd name="connsiteY10" fmla="*/ 173966 h 622539"/>
                  <a:gd name="connsiteX11" fmla="*/ 1285335 w 2060275"/>
                  <a:gd name="connsiteY11" fmla="*/ 363747 h 622539"/>
                  <a:gd name="connsiteX12" fmla="*/ 1362973 w 2060275"/>
                  <a:gd name="connsiteY12" fmla="*/ 544901 h 622539"/>
                  <a:gd name="connsiteX13" fmla="*/ 1578633 w 2060275"/>
                  <a:gd name="connsiteY13" fmla="*/ 579407 h 622539"/>
                  <a:gd name="connsiteX14" fmla="*/ 1742535 w 2060275"/>
                  <a:gd name="connsiteY14" fmla="*/ 406879 h 622539"/>
                  <a:gd name="connsiteX15" fmla="*/ 1794294 w 2060275"/>
                  <a:gd name="connsiteY15" fmla="*/ 208471 h 622539"/>
                  <a:gd name="connsiteX16" fmla="*/ 1906437 w 2060275"/>
                  <a:gd name="connsiteY16" fmla="*/ 96328 h 622539"/>
                  <a:gd name="connsiteX17" fmla="*/ 2035834 w 2060275"/>
                  <a:gd name="connsiteY17" fmla="*/ 79075 h 622539"/>
                  <a:gd name="connsiteX18" fmla="*/ 2053086 w 2060275"/>
                  <a:gd name="connsiteY18" fmla="*/ 61822 h 622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060275" h="622539">
                    <a:moveTo>
                      <a:pt x="0" y="113581"/>
                    </a:moveTo>
                    <a:cubicBezTo>
                      <a:pt x="67573" y="99204"/>
                      <a:pt x="135147" y="84827"/>
                      <a:pt x="181154" y="87702"/>
                    </a:cubicBezTo>
                    <a:cubicBezTo>
                      <a:pt x="227161" y="90577"/>
                      <a:pt x="242977" y="80513"/>
                      <a:pt x="276045" y="130834"/>
                    </a:cubicBezTo>
                    <a:cubicBezTo>
                      <a:pt x="309113" y="181155"/>
                      <a:pt x="379562" y="389626"/>
                      <a:pt x="379562" y="389626"/>
                    </a:cubicBezTo>
                    <a:cubicBezTo>
                      <a:pt x="408317" y="461513"/>
                      <a:pt x="405441" y="530524"/>
                      <a:pt x="448573" y="562154"/>
                    </a:cubicBezTo>
                    <a:cubicBezTo>
                      <a:pt x="491705" y="593784"/>
                      <a:pt x="576531" y="622539"/>
                      <a:pt x="638354" y="579407"/>
                    </a:cubicBezTo>
                    <a:cubicBezTo>
                      <a:pt x="700177" y="536275"/>
                      <a:pt x="773501" y="385313"/>
                      <a:pt x="819509" y="303362"/>
                    </a:cubicBezTo>
                    <a:cubicBezTo>
                      <a:pt x="865517" y="221411"/>
                      <a:pt x="881332" y="136585"/>
                      <a:pt x="914400" y="87702"/>
                    </a:cubicBezTo>
                    <a:cubicBezTo>
                      <a:pt x="947468" y="38819"/>
                      <a:pt x="980536" y="20128"/>
                      <a:pt x="1017917" y="10064"/>
                    </a:cubicBezTo>
                    <a:cubicBezTo>
                      <a:pt x="1055298" y="0"/>
                      <a:pt x="1105618" y="0"/>
                      <a:pt x="1138686" y="27317"/>
                    </a:cubicBezTo>
                    <a:cubicBezTo>
                      <a:pt x="1171754" y="54634"/>
                      <a:pt x="1191883" y="117894"/>
                      <a:pt x="1216324" y="173966"/>
                    </a:cubicBezTo>
                    <a:cubicBezTo>
                      <a:pt x="1240765" y="230038"/>
                      <a:pt x="1260894" y="301925"/>
                      <a:pt x="1285335" y="363747"/>
                    </a:cubicBezTo>
                    <a:cubicBezTo>
                      <a:pt x="1309776" y="425569"/>
                      <a:pt x="1314090" y="508958"/>
                      <a:pt x="1362973" y="544901"/>
                    </a:cubicBezTo>
                    <a:cubicBezTo>
                      <a:pt x="1411856" y="580844"/>
                      <a:pt x="1515373" y="602411"/>
                      <a:pt x="1578633" y="579407"/>
                    </a:cubicBezTo>
                    <a:cubicBezTo>
                      <a:pt x="1641893" y="556403"/>
                      <a:pt x="1706592" y="468702"/>
                      <a:pt x="1742535" y="406879"/>
                    </a:cubicBezTo>
                    <a:cubicBezTo>
                      <a:pt x="1778479" y="345056"/>
                      <a:pt x="1766977" y="260229"/>
                      <a:pt x="1794294" y="208471"/>
                    </a:cubicBezTo>
                    <a:cubicBezTo>
                      <a:pt x="1821611" y="156713"/>
                      <a:pt x="1866180" y="117894"/>
                      <a:pt x="1906437" y="96328"/>
                    </a:cubicBezTo>
                    <a:cubicBezTo>
                      <a:pt x="1946694" y="74762"/>
                      <a:pt x="2011393" y="84826"/>
                      <a:pt x="2035834" y="79075"/>
                    </a:cubicBezTo>
                    <a:cubicBezTo>
                      <a:pt x="2060275" y="73324"/>
                      <a:pt x="2053086" y="61822"/>
                      <a:pt x="2053086" y="61822"/>
                    </a:cubicBezTo>
                  </a:path>
                </a:pathLst>
              </a:custGeom>
              <a:ln w="28575">
                <a:solidFill>
                  <a:srgbClr val="33CC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2" name="Group 44"/>
            <p:cNvGrpSpPr/>
            <p:nvPr/>
          </p:nvGrpSpPr>
          <p:grpSpPr>
            <a:xfrm>
              <a:off x="680049" y="5157158"/>
              <a:ext cx="2321943" cy="622539"/>
              <a:chOff x="654170" y="5183037"/>
              <a:chExt cx="2321943" cy="622539"/>
            </a:xfrm>
          </p:grpSpPr>
          <p:sp>
            <p:nvSpPr>
              <p:cNvPr id="46" name="Freeform 45"/>
              <p:cNvSpPr/>
              <p:nvPr/>
            </p:nvSpPr>
            <p:spPr>
              <a:xfrm>
                <a:off x="750499" y="5191665"/>
                <a:ext cx="2181044" cy="537713"/>
              </a:xfrm>
              <a:custGeom>
                <a:avLst/>
                <a:gdLst>
                  <a:gd name="connsiteX0" fmla="*/ 0 w 2181044"/>
                  <a:gd name="connsiteY0" fmla="*/ 467264 h 537713"/>
                  <a:gd name="connsiteX1" fmla="*/ 319177 w 2181044"/>
                  <a:gd name="connsiteY1" fmla="*/ 467264 h 537713"/>
                  <a:gd name="connsiteX2" fmla="*/ 388188 w 2181044"/>
                  <a:gd name="connsiteY2" fmla="*/ 277483 h 537713"/>
                  <a:gd name="connsiteX3" fmla="*/ 431320 w 2181044"/>
                  <a:gd name="connsiteY3" fmla="*/ 104955 h 537713"/>
                  <a:gd name="connsiteX4" fmla="*/ 500332 w 2181044"/>
                  <a:gd name="connsiteY4" fmla="*/ 18691 h 537713"/>
                  <a:gd name="connsiteX5" fmla="*/ 707366 w 2181044"/>
                  <a:gd name="connsiteY5" fmla="*/ 18691 h 537713"/>
                  <a:gd name="connsiteX6" fmla="*/ 785003 w 2181044"/>
                  <a:gd name="connsiteY6" fmla="*/ 53196 h 537713"/>
                  <a:gd name="connsiteX7" fmla="*/ 845388 w 2181044"/>
                  <a:gd name="connsiteY7" fmla="*/ 199845 h 537713"/>
                  <a:gd name="connsiteX8" fmla="*/ 862641 w 2181044"/>
                  <a:gd name="connsiteY8" fmla="*/ 467264 h 537713"/>
                  <a:gd name="connsiteX9" fmla="*/ 940279 w 2181044"/>
                  <a:gd name="connsiteY9" fmla="*/ 501770 h 537713"/>
                  <a:gd name="connsiteX10" fmla="*/ 1121433 w 2181044"/>
                  <a:gd name="connsiteY10" fmla="*/ 510396 h 537713"/>
                  <a:gd name="connsiteX11" fmla="*/ 1207698 w 2181044"/>
                  <a:gd name="connsiteY11" fmla="*/ 510396 h 537713"/>
                  <a:gd name="connsiteX12" fmla="*/ 1250830 w 2181044"/>
                  <a:gd name="connsiteY12" fmla="*/ 346494 h 537713"/>
                  <a:gd name="connsiteX13" fmla="*/ 1285335 w 2181044"/>
                  <a:gd name="connsiteY13" fmla="*/ 242977 h 537713"/>
                  <a:gd name="connsiteX14" fmla="*/ 1337094 w 2181044"/>
                  <a:gd name="connsiteY14" fmla="*/ 87702 h 537713"/>
                  <a:gd name="connsiteX15" fmla="*/ 1397479 w 2181044"/>
                  <a:gd name="connsiteY15" fmla="*/ 10064 h 537713"/>
                  <a:gd name="connsiteX16" fmla="*/ 1587260 w 2181044"/>
                  <a:gd name="connsiteY16" fmla="*/ 27317 h 537713"/>
                  <a:gd name="connsiteX17" fmla="*/ 1664898 w 2181044"/>
                  <a:gd name="connsiteY17" fmla="*/ 53196 h 537713"/>
                  <a:gd name="connsiteX18" fmla="*/ 1733909 w 2181044"/>
                  <a:gd name="connsiteY18" fmla="*/ 225725 h 537713"/>
                  <a:gd name="connsiteX19" fmla="*/ 1751162 w 2181044"/>
                  <a:gd name="connsiteY19" fmla="*/ 363747 h 537713"/>
                  <a:gd name="connsiteX20" fmla="*/ 1785667 w 2181044"/>
                  <a:gd name="connsiteY20" fmla="*/ 510396 h 537713"/>
                  <a:gd name="connsiteX21" fmla="*/ 1846052 w 2181044"/>
                  <a:gd name="connsiteY21" fmla="*/ 519023 h 537713"/>
                  <a:gd name="connsiteX22" fmla="*/ 2009954 w 2181044"/>
                  <a:gd name="connsiteY22" fmla="*/ 519023 h 537713"/>
                  <a:gd name="connsiteX23" fmla="*/ 2156603 w 2181044"/>
                  <a:gd name="connsiteY23" fmla="*/ 475891 h 537713"/>
                  <a:gd name="connsiteX24" fmla="*/ 2156603 w 2181044"/>
                  <a:gd name="connsiteY24" fmla="*/ 467264 h 53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181044" h="537713">
                    <a:moveTo>
                      <a:pt x="0" y="467264"/>
                    </a:moveTo>
                    <a:cubicBezTo>
                      <a:pt x="127239" y="483079"/>
                      <a:pt x="254479" y="498894"/>
                      <a:pt x="319177" y="467264"/>
                    </a:cubicBezTo>
                    <a:cubicBezTo>
                      <a:pt x="383875" y="435634"/>
                      <a:pt x="369498" y="337868"/>
                      <a:pt x="388188" y="277483"/>
                    </a:cubicBezTo>
                    <a:cubicBezTo>
                      <a:pt x="406878" y="217098"/>
                      <a:pt x="412629" y="148087"/>
                      <a:pt x="431320" y="104955"/>
                    </a:cubicBezTo>
                    <a:cubicBezTo>
                      <a:pt x="450011" y="61823"/>
                      <a:pt x="454324" y="33068"/>
                      <a:pt x="500332" y="18691"/>
                    </a:cubicBezTo>
                    <a:cubicBezTo>
                      <a:pt x="546340" y="4314"/>
                      <a:pt x="659921" y="12940"/>
                      <a:pt x="707366" y="18691"/>
                    </a:cubicBezTo>
                    <a:cubicBezTo>
                      <a:pt x="754811" y="24442"/>
                      <a:pt x="761999" y="23004"/>
                      <a:pt x="785003" y="53196"/>
                    </a:cubicBezTo>
                    <a:cubicBezTo>
                      <a:pt x="808007" y="83388"/>
                      <a:pt x="832448" y="130834"/>
                      <a:pt x="845388" y="199845"/>
                    </a:cubicBezTo>
                    <a:cubicBezTo>
                      <a:pt x="858328" y="268856"/>
                      <a:pt x="846826" y="416943"/>
                      <a:pt x="862641" y="467264"/>
                    </a:cubicBezTo>
                    <a:cubicBezTo>
                      <a:pt x="878456" y="517585"/>
                      <a:pt x="897147" y="494581"/>
                      <a:pt x="940279" y="501770"/>
                    </a:cubicBezTo>
                    <a:cubicBezTo>
                      <a:pt x="983411" y="508959"/>
                      <a:pt x="1076863" y="508958"/>
                      <a:pt x="1121433" y="510396"/>
                    </a:cubicBezTo>
                    <a:cubicBezTo>
                      <a:pt x="1166003" y="511834"/>
                      <a:pt x="1186132" y="537713"/>
                      <a:pt x="1207698" y="510396"/>
                    </a:cubicBezTo>
                    <a:cubicBezTo>
                      <a:pt x="1229264" y="483079"/>
                      <a:pt x="1237890" y="391064"/>
                      <a:pt x="1250830" y="346494"/>
                    </a:cubicBezTo>
                    <a:cubicBezTo>
                      <a:pt x="1263770" y="301924"/>
                      <a:pt x="1285335" y="242977"/>
                      <a:pt x="1285335" y="242977"/>
                    </a:cubicBezTo>
                    <a:cubicBezTo>
                      <a:pt x="1299712" y="199845"/>
                      <a:pt x="1318403" y="126521"/>
                      <a:pt x="1337094" y="87702"/>
                    </a:cubicBezTo>
                    <a:cubicBezTo>
                      <a:pt x="1355785" y="48883"/>
                      <a:pt x="1355785" y="20128"/>
                      <a:pt x="1397479" y="10064"/>
                    </a:cubicBezTo>
                    <a:cubicBezTo>
                      <a:pt x="1439173" y="0"/>
                      <a:pt x="1542690" y="20128"/>
                      <a:pt x="1587260" y="27317"/>
                    </a:cubicBezTo>
                    <a:cubicBezTo>
                      <a:pt x="1631830" y="34506"/>
                      <a:pt x="1640457" y="20128"/>
                      <a:pt x="1664898" y="53196"/>
                    </a:cubicBezTo>
                    <a:cubicBezTo>
                      <a:pt x="1689340" y="86264"/>
                      <a:pt x="1719532" y="173967"/>
                      <a:pt x="1733909" y="225725"/>
                    </a:cubicBezTo>
                    <a:cubicBezTo>
                      <a:pt x="1748286" y="277483"/>
                      <a:pt x="1742536" y="316302"/>
                      <a:pt x="1751162" y="363747"/>
                    </a:cubicBezTo>
                    <a:cubicBezTo>
                      <a:pt x="1759788" y="411192"/>
                      <a:pt x="1769852" y="484517"/>
                      <a:pt x="1785667" y="510396"/>
                    </a:cubicBezTo>
                    <a:cubicBezTo>
                      <a:pt x="1801482" y="536275"/>
                      <a:pt x="1808671" y="517585"/>
                      <a:pt x="1846052" y="519023"/>
                    </a:cubicBezTo>
                    <a:cubicBezTo>
                      <a:pt x="1883433" y="520461"/>
                      <a:pt x="1958196" y="526212"/>
                      <a:pt x="2009954" y="519023"/>
                    </a:cubicBezTo>
                    <a:cubicBezTo>
                      <a:pt x="2061712" y="511834"/>
                      <a:pt x="2132162" y="484517"/>
                      <a:pt x="2156603" y="475891"/>
                    </a:cubicBezTo>
                    <a:cubicBezTo>
                      <a:pt x="2181044" y="467265"/>
                      <a:pt x="2168823" y="467264"/>
                      <a:pt x="2156603" y="467264"/>
                    </a:cubicBezTo>
                  </a:path>
                </a:pathLst>
              </a:custGeom>
              <a:noFill/>
              <a:ln w="28575">
                <a:solidFill>
                  <a:srgbClr val="33CC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7" name="Freeform 46"/>
              <p:cNvSpPr/>
              <p:nvPr/>
            </p:nvSpPr>
            <p:spPr>
              <a:xfrm flipH="1" flipV="1">
                <a:off x="654170" y="5194540"/>
                <a:ext cx="2261558" cy="576532"/>
              </a:xfrm>
              <a:custGeom>
                <a:avLst/>
                <a:gdLst>
                  <a:gd name="connsiteX0" fmla="*/ 0 w 2181044"/>
                  <a:gd name="connsiteY0" fmla="*/ 467264 h 537713"/>
                  <a:gd name="connsiteX1" fmla="*/ 319177 w 2181044"/>
                  <a:gd name="connsiteY1" fmla="*/ 467264 h 537713"/>
                  <a:gd name="connsiteX2" fmla="*/ 388188 w 2181044"/>
                  <a:gd name="connsiteY2" fmla="*/ 277483 h 537713"/>
                  <a:gd name="connsiteX3" fmla="*/ 431320 w 2181044"/>
                  <a:gd name="connsiteY3" fmla="*/ 104955 h 537713"/>
                  <a:gd name="connsiteX4" fmla="*/ 500332 w 2181044"/>
                  <a:gd name="connsiteY4" fmla="*/ 18691 h 537713"/>
                  <a:gd name="connsiteX5" fmla="*/ 707366 w 2181044"/>
                  <a:gd name="connsiteY5" fmla="*/ 18691 h 537713"/>
                  <a:gd name="connsiteX6" fmla="*/ 785003 w 2181044"/>
                  <a:gd name="connsiteY6" fmla="*/ 53196 h 537713"/>
                  <a:gd name="connsiteX7" fmla="*/ 845388 w 2181044"/>
                  <a:gd name="connsiteY7" fmla="*/ 199845 h 537713"/>
                  <a:gd name="connsiteX8" fmla="*/ 862641 w 2181044"/>
                  <a:gd name="connsiteY8" fmla="*/ 467264 h 537713"/>
                  <a:gd name="connsiteX9" fmla="*/ 940279 w 2181044"/>
                  <a:gd name="connsiteY9" fmla="*/ 501770 h 537713"/>
                  <a:gd name="connsiteX10" fmla="*/ 1121433 w 2181044"/>
                  <a:gd name="connsiteY10" fmla="*/ 510396 h 537713"/>
                  <a:gd name="connsiteX11" fmla="*/ 1207698 w 2181044"/>
                  <a:gd name="connsiteY11" fmla="*/ 510396 h 537713"/>
                  <a:gd name="connsiteX12" fmla="*/ 1250830 w 2181044"/>
                  <a:gd name="connsiteY12" fmla="*/ 346494 h 537713"/>
                  <a:gd name="connsiteX13" fmla="*/ 1285335 w 2181044"/>
                  <a:gd name="connsiteY13" fmla="*/ 242977 h 537713"/>
                  <a:gd name="connsiteX14" fmla="*/ 1337094 w 2181044"/>
                  <a:gd name="connsiteY14" fmla="*/ 87702 h 537713"/>
                  <a:gd name="connsiteX15" fmla="*/ 1397479 w 2181044"/>
                  <a:gd name="connsiteY15" fmla="*/ 10064 h 537713"/>
                  <a:gd name="connsiteX16" fmla="*/ 1587260 w 2181044"/>
                  <a:gd name="connsiteY16" fmla="*/ 27317 h 537713"/>
                  <a:gd name="connsiteX17" fmla="*/ 1664898 w 2181044"/>
                  <a:gd name="connsiteY17" fmla="*/ 53196 h 537713"/>
                  <a:gd name="connsiteX18" fmla="*/ 1733909 w 2181044"/>
                  <a:gd name="connsiteY18" fmla="*/ 225725 h 537713"/>
                  <a:gd name="connsiteX19" fmla="*/ 1751162 w 2181044"/>
                  <a:gd name="connsiteY19" fmla="*/ 363747 h 537713"/>
                  <a:gd name="connsiteX20" fmla="*/ 1785667 w 2181044"/>
                  <a:gd name="connsiteY20" fmla="*/ 510396 h 537713"/>
                  <a:gd name="connsiteX21" fmla="*/ 1846052 w 2181044"/>
                  <a:gd name="connsiteY21" fmla="*/ 519023 h 537713"/>
                  <a:gd name="connsiteX22" fmla="*/ 2009954 w 2181044"/>
                  <a:gd name="connsiteY22" fmla="*/ 519023 h 537713"/>
                  <a:gd name="connsiteX23" fmla="*/ 2156603 w 2181044"/>
                  <a:gd name="connsiteY23" fmla="*/ 475891 h 537713"/>
                  <a:gd name="connsiteX24" fmla="*/ 2156603 w 2181044"/>
                  <a:gd name="connsiteY24" fmla="*/ 467264 h 53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181044" h="537713">
                    <a:moveTo>
                      <a:pt x="0" y="467264"/>
                    </a:moveTo>
                    <a:cubicBezTo>
                      <a:pt x="127239" y="483079"/>
                      <a:pt x="254479" y="498894"/>
                      <a:pt x="319177" y="467264"/>
                    </a:cubicBezTo>
                    <a:cubicBezTo>
                      <a:pt x="383875" y="435634"/>
                      <a:pt x="369498" y="337868"/>
                      <a:pt x="388188" y="277483"/>
                    </a:cubicBezTo>
                    <a:cubicBezTo>
                      <a:pt x="406878" y="217098"/>
                      <a:pt x="412629" y="148087"/>
                      <a:pt x="431320" y="104955"/>
                    </a:cubicBezTo>
                    <a:cubicBezTo>
                      <a:pt x="450011" y="61823"/>
                      <a:pt x="454324" y="33068"/>
                      <a:pt x="500332" y="18691"/>
                    </a:cubicBezTo>
                    <a:cubicBezTo>
                      <a:pt x="546340" y="4314"/>
                      <a:pt x="659921" y="12940"/>
                      <a:pt x="707366" y="18691"/>
                    </a:cubicBezTo>
                    <a:cubicBezTo>
                      <a:pt x="754811" y="24442"/>
                      <a:pt x="761999" y="23004"/>
                      <a:pt x="785003" y="53196"/>
                    </a:cubicBezTo>
                    <a:cubicBezTo>
                      <a:pt x="808007" y="83388"/>
                      <a:pt x="832448" y="130834"/>
                      <a:pt x="845388" y="199845"/>
                    </a:cubicBezTo>
                    <a:cubicBezTo>
                      <a:pt x="858328" y="268856"/>
                      <a:pt x="846826" y="416943"/>
                      <a:pt x="862641" y="467264"/>
                    </a:cubicBezTo>
                    <a:cubicBezTo>
                      <a:pt x="878456" y="517585"/>
                      <a:pt x="897147" y="494581"/>
                      <a:pt x="940279" y="501770"/>
                    </a:cubicBezTo>
                    <a:cubicBezTo>
                      <a:pt x="983411" y="508959"/>
                      <a:pt x="1076863" y="508958"/>
                      <a:pt x="1121433" y="510396"/>
                    </a:cubicBezTo>
                    <a:cubicBezTo>
                      <a:pt x="1166003" y="511834"/>
                      <a:pt x="1186132" y="537713"/>
                      <a:pt x="1207698" y="510396"/>
                    </a:cubicBezTo>
                    <a:cubicBezTo>
                      <a:pt x="1229264" y="483079"/>
                      <a:pt x="1237890" y="391064"/>
                      <a:pt x="1250830" y="346494"/>
                    </a:cubicBezTo>
                    <a:cubicBezTo>
                      <a:pt x="1263770" y="301924"/>
                      <a:pt x="1285335" y="242977"/>
                      <a:pt x="1285335" y="242977"/>
                    </a:cubicBezTo>
                    <a:cubicBezTo>
                      <a:pt x="1299712" y="199845"/>
                      <a:pt x="1318403" y="126521"/>
                      <a:pt x="1337094" y="87702"/>
                    </a:cubicBezTo>
                    <a:cubicBezTo>
                      <a:pt x="1355785" y="48883"/>
                      <a:pt x="1355785" y="20128"/>
                      <a:pt x="1397479" y="10064"/>
                    </a:cubicBezTo>
                    <a:cubicBezTo>
                      <a:pt x="1439173" y="0"/>
                      <a:pt x="1542690" y="20128"/>
                      <a:pt x="1587260" y="27317"/>
                    </a:cubicBezTo>
                    <a:cubicBezTo>
                      <a:pt x="1631830" y="34506"/>
                      <a:pt x="1640457" y="20128"/>
                      <a:pt x="1664898" y="53196"/>
                    </a:cubicBezTo>
                    <a:cubicBezTo>
                      <a:pt x="1689340" y="86264"/>
                      <a:pt x="1719532" y="173967"/>
                      <a:pt x="1733909" y="225725"/>
                    </a:cubicBezTo>
                    <a:cubicBezTo>
                      <a:pt x="1748286" y="277483"/>
                      <a:pt x="1742536" y="316302"/>
                      <a:pt x="1751162" y="363747"/>
                    </a:cubicBezTo>
                    <a:cubicBezTo>
                      <a:pt x="1759788" y="411192"/>
                      <a:pt x="1769852" y="484517"/>
                      <a:pt x="1785667" y="510396"/>
                    </a:cubicBezTo>
                    <a:cubicBezTo>
                      <a:pt x="1801482" y="536275"/>
                      <a:pt x="1808671" y="517585"/>
                      <a:pt x="1846052" y="519023"/>
                    </a:cubicBezTo>
                    <a:cubicBezTo>
                      <a:pt x="1883433" y="520461"/>
                      <a:pt x="1958196" y="526212"/>
                      <a:pt x="2009954" y="519023"/>
                    </a:cubicBezTo>
                    <a:cubicBezTo>
                      <a:pt x="2061712" y="511834"/>
                      <a:pt x="2132162" y="484517"/>
                      <a:pt x="2156603" y="475891"/>
                    </a:cubicBezTo>
                    <a:cubicBezTo>
                      <a:pt x="2181044" y="467265"/>
                      <a:pt x="2168823" y="467264"/>
                      <a:pt x="2156603" y="467264"/>
                    </a:cubicBezTo>
                  </a:path>
                </a:pathLst>
              </a:custGeom>
              <a:noFill/>
              <a:ln w="28575">
                <a:solidFill>
                  <a:srgbClr val="33CC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8" name="Freeform 47"/>
              <p:cNvSpPr/>
              <p:nvPr/>
            </p:nvSpPr>
            <p:spPr>
              <a:xfrm>
                <a:off x="776377" y="5183037"/>
                <a:ext cx="2173857" cy="576532"/>
              </a:xfrm>
              <a:custGeom>
                <a:avLst/>
                <a:gdLst>
                  <a:gd name="connsiteX0" fmla="*/ 0 w 2173857"/>
                  <a:gd name="connsiteY0" fmla="*/ 501771 h 576532"/>
                  <a:gd name="connsiteX1" fmla="*/ 69012 w 2173857"/>
                  <a:gd name="connsiteY1" fmla="*/ 501771 h 576532"/>
                  <a:gd name="connsiteX2" fmla="*/ 345057 w 2173857"/>
                  <a:gd name="connsiteY2" fmla="*/ 458638 h 576532"/>
                  <a:gd name="connsiteX3" fmla="*/ 379563 w 2173857"/>
                  <a:gd name="connsiteY3" fmla="*/ 251605 h 576532"/>
                  <a:gd name="connsiteX4" fmla="*/ 457200 w 2173857"/>
                  <a:gd name="connsiteY4" fmla="*/ 79076 h 576532"/>
                  <a:gd name="connsiteX5" fmla="*/ 577970 w 2173857"/>
                  <a:gd name="connsiteY5" fmla="*/ 10065 h 576532"/>
                  <a:gd name="connsiteX6" fmla="*/ 733246 w 2173857"/>
                  <a:gd name="connsiteY6" fmla="*/ 61823 h 576532"/>
                  <a:gd name="connsiteX7" fmla="*/ 836763 w 2173857"/>
                  <a:gd name="connsiteY7" fmla="*/ 381001 h 576532"/>
                  <a:gd name="connsiteX8" fmla="*/ 940280 w 2173857"/>
                  <a:gd name="connsiteY8" fmla="*/ 544903 h 576532"/>
                  <a:gd name="connsiteX9" fmla="*/ 1112808 w 2173857"/>
                  <a:gd name="connsiteY9" fmla="*/ 553529 h 576532"/>
                  <a:gd name="connsiteX10" fmla="*/ 1181819 w 2173857"/>
                  <a:gd name="connsiteY10" fmla="*/ 475891 h 576532"/>
                  <a:gd name="connsiteX11" fmla="*/ 1285336 w 2173857"/>
                  <a:gd name="connsiteY11" fmla="*/ 234352 h 576532"/>
                  <a:gd name="connsiteX12" fmla="*/ 1371600 w 2173857"/>
                  <a:gd name="connsiteY12" fmla="*/ 96329 h 576532"/>
                  <a:gd name="connsiteX13" fmla="*/ 1544129 w 2173857"/>
                  <a:gd name="connsiteY13" fmla="*/ 44571 h 576532"/>
                  <a:gd name="connsiteX14" fmla="*/ 1656272 w 2173857"/>
                  <a:gd name="connsiteY14" fmla="*/ 96329 h 576532"/>
                  <a:gd name="connsiteX15" fmla="*/ 1708031 w 2173857"/>
                  <a:gd name="connsiteY15" fmla="*/ 286110 h 576532"/>
                  <a:gd name="connsiteX16" fmla="*/ 1777042 w 2173857"/>
                  <a:gd name="connsiteY16" fmla="*/ 484518 h 576532"/>
                  <a:gd name="connsiteX17" fmla="*/ 1846053 w 2173857"/>
                  <a:gd name="connsiteY17" fmla="*/ 562155 h 576532"/>
                  <a:gd name="connsiteX18" fmla="*/ 2053087 w 2173857"/>
                  <a:gd name="connsiteY18" fmla="*/ 570782 h 576532"/>
                  <a:gd name="connsiteX19" fmla="*/ 2173857 w 2173857"/>
                  <a:gd name="connsiteY19" fmla="*/ 536276 h 5765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73857" h="576532">
                    <a:moveTo>
                      <a:pt x="0" y="501771"/>
                    </a:moveTo>
                    <a:cubicBezTo>
                      <a:pt x="5751" y="505365"/>
                      <a:pt x="11503" y="508960"/>
                      <a:pt x="69012" y="501771"/>
                    </a:cubicBezTo>
                    <a:cubicBezTo>
                      <a:pt x="126522" y="494582"/>
                      <a:pt x="293299" y="500332"/>
                      <a:pt x="345057" y="458638"/>
                    </a:cubicBezTo>
                    <a:cubicBezTo>
                      <a:pt x="396815" y="416944"/>
                      <a:pt x="360873" y="314865"/>
                      <a:pt x="379563" y="251605"/>
                    </a:cubicBezTo>
                    <a:cubicBezTo>
                      <a:pt x="398253" y="188345"/>
                      <a:pt x="424132" y="119333"/>
                      <a:pt x="457200" y="79076"/>
                    </a:cubicBezTo>
                    <a:cubicBezTo>
                      <a:pt x="490268" y="38819"/>
                      <a:pt x="531962" y="12940"/>
                      <a:pt x="577970" y="10065"/>
                    </a:cubicBezTo>
                    <a:cubicBezTo>
                      <a:pt x="623978" y="7190"/>
                      <a:pt x="690114" y="0"/>
                      <a:pt x="733246" y="61823"/>
                    </a:cubicBezTo>
                    <a:cubicBezTo>
                      <a:pt x="776378" y="123646"/>
                      <a:pt x="802257" y="300488"/>
                      <a:pt x="836763" y="381001"/>
                    </a:cubicBezTo>
                    <a:cubicBezTo>
                      <a:pt x="871269" y="461514"/>
                      <a:pt x="894273" y="516148"/>
                      <a:pt x="940280" y="544903"/>
                    </a:cubicBezTo>
                    <a:cubicBezTo>
                      <a:pt x="986287" y="573658"/>
                      <a:pt x="1072552" y="565031"/>
                      <a:pt x="1112808" y="553529"/>
                    </a:cubicBezTo>
                    <a:cubicBezTo>
                      <a:pt x="1153065" y="542027"/>
                      <a:pt x="1153064" y="529087"/>
                      <a:pt x="1181819" y="475891"/>
                    </a:cubicBezTo>
                    <a:cubicBezTo>
                      <a:pt x="1210574" y="422695"/>
                      <a:pt x="1253706" y="297612"/>
                      <a:pt x="1285336" y="234352"/>
                    </a:cubicBezTo>
                    <a:cubicBezTo>
                      <a:pt x="1316966" y="171092"/>
                      <a:pt x="1328468" y="127959"/>
                      <a:pt x="1371600" y="96329"/>
                    </a:cubicBezTo>
                    <a:cubicBezTo>
                      <a:pt x="1414732" y="64699"/>
                      <a:pt x="1496684" y="44571"/>
                      <a:pt x="1544129" y="44571"/>
                    </a:cubicBezTo>
                    <a:cubicBezTo>
                      <a:pt x="1591574" y="44571"/>
                      <a:pt x="1628955" y="56072"/>
                      <a:pt x="1656272" y="96329"/>
                    </a:cubicBezTo>
                    <a:cubicBezTo>
                      <a:pt x="1683589" y="136586"/>
                      <a:pt x="1687903" y="221412"/>
                      <a:pt x="1708031" y="286110"/>
                    </a:cubicBezTo>
                    <a:cubicBezTo>
                      <a:pt x="1728159" y="350808"/>
                      <a:pt x="1754038" y="438511"/>
                      <a:pt x="1777042" y="484518"/>
                    </a:cubicBezTo>
                    <a:cubicBezTo>
                      <a:pt x="1800046" y="530525"/>
                      <a:pt x="1800046" y="547778"/>
                      <a:pt x="1846053" y="562155"/>
                    </a:cubicBezTo>
                    <a:cubicBezTo>
                      <a:pt x="1892060" y="576532"/>
                      <a:pt x="1998453" y="575095"/>
                      <a:pt x="2053087" y="570782"/>
                    </a:cubicBezTo>
                    <a:cubicBezTo>
                      <a:pt x="2107721" y="566469"/>
                      <a:pt x="2140789" y="551372"/>
                      <a:pt x="2173857" y="536276"/>
                    </a:cubicBezTo>
                  </a:path>
                </a:pathLst>
              </a:custGeom>
              <a:ln w="28575">
                <a:solidFill>
                  <a:srgbClr val="33CC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9" name="Freeform 48"/>
              <p:cNvSpPr/>
              <p:nvPr/>
            </p:nvSpPr>
            <p:spPr>
              <a:xfrm>
                <a:off x="733245" y="5211792"/>
                <a:ext cx="2147978" cy="550653"/>
              </a:xfrm>
              <a:custGeom>
                <a:avLst/>
                <a:gdLst>
                  <a:gd name="connsiteX0" fmla="*/ 0 w 2147978"/>
                  <a:gd name="connsiteY0" fmla="*/ 58948 h 550653"/>
                  <a:gd name="connsiteX1" fmla="*/ 86264 w 2147978"/>
                  <a:gd name="connsiteY1" fmla="*/ 15816 h 550653"/>
                  <a:gd name="connsiteX2" fmla="*/ 207034 w 2147978"/>
                  <a:gd name="connsiteY2" fmla="*/ 7189 h 550653"/>
                  <a:gd name="connsiteX3" fmla="*/ 336430 w 2147978"/>
                  <a:gd name="connsiteY3" fmla="*/ 58948 h 550653"/>
                  <a:gd name="connsiteX4" fmla="*/ 370936 w 2147978"/>
                  <a:gd name="connsiteY4" fmla="*/ 231476 h 550653"/>
                  <a:gd name="connsiteX5" fmla="*/ 448574 w 2147978"/>
                  <a:gd name="connsiteY5" fmla="*/ 447136 h 550653"/>
                  <a:gd name="connsiteX6" fmla="*/ 560717 w 2147978"/>
                  <a:gd name="connsiteY6" fmla="*/ 507521 h 550653"/>
                  <a:gd name="connsiteX7" fmla="*/ 715993 w 2147978"/>
                  <a:gd name="connsiteY7" fmla="*/ 516148 h 550653"/>
                  <a:gd name="connsiteX8" fmla="*/ 785004 w 2147978"/>
                  <a:gd name="connsiteY8" fmla="*/ 447136 h 550653"/>
                  <a:gd name="connsiteX9" fmla="*/ 854015 w 2147978"/>
                  <a:gd name="connsiteY9" fmla="*/ 300487 h 550653"/>
                  <a:gd name="connsiteX10" fmla="*/ 897147 w 2147978"/>
                  <a:gd name="connsiteY10" fmla="*/ 162465 h 550653"/>
                  <a:gd name="connsiteX11" fmla="*/ 957532 w 2147978"/>
                  <a:gd name="connsiteY11" fmla="*/ 41695 h 550653"/>
                  <a:gd name="connsiteX12" fmla="*/ 1035170 w 2147978"/>
                  <a:gd name="connsiteY12" fmla="*/ 15816 h 550653"/>
                  <a:gd name="connsiteX13" fmla="*/ 1173193 w 2147978"/>
                  <a:gd name="connsiteY13" fmla="*/ 24442 h 550653"/>
                  <a:gd name="connsiteX14" fmla="*/ 1259457 w 2147978"/>
                  <a:gd name="connsiteY14" fmla="*/ 93453 h 550653"/>
                  <a:gd name="connsiteX15" fmla="*/ 1319842 w 2147978"/>
                  <a:gd name="connsiteY15" fmla="*/ 283234 h 550653"/>
                  <a:gd name="connsiteX16" fmla="*/ 1319842 w 2147978"/>
                  <a:gd name="connsiteY16" fmla="*/ 395378 h 550653"/>
                  <a:gd name="connsiteX17" fmla="*/ 1414732 w 2147978"/>
                  <a:gd name="connsiteY17" fmla="*/ 498895 h 550653"/>
                  <a:gd name="connsiteX18" fmla="*/ 1570008 w 2147978"/>
                  <a:gd name="connsiteY18" fmla="*/ 550653 h 550653"/>
                  <a:gd name="connsiteX19" fmla="*/ 1716657 w 2147978"/>
                  <a:gd name="connsiteY19" fmla="*/ 498895 h 550653"/>
                  <a:gd name="connsiteX20" fmla="*/ 1777042 w 2147978"/>
                  <a:gd name="connsiteY20" fmla="*/ 369499 h 550653"/>
                  <a:gd name="connsiteX21" fmla="*/ 1828800 w 2147978"/>
                  <a:gd name="connsiteY21" fmla="*/ 188344 h 550653"/>
                  <a:gd name="connsiteX22" fmla="*/ 1828800 w 2147978"/>
                  <a:gd name="connsiteY22" fmla="*/ 119333 h 550653"/>
                  <a:gd name="connsiteX23" fmla="*/ 1897812 w 2147978"/>
                  <a:gd name="connsiteY23" fmla="*/ 67574 h 550653"/>
                  <a:gd name="connsiteX24" fmla="*/ 2044461 w 2147978"/>
                  <a:gd name="connsiteY24" fmla="*/ 41695 h 550653"/>
                  <a:gd name="connsiteX25" fmla="*/ 2147978 w 2147978"/>
                  <a:gd name="connsiteY25" fmla="*/ 58948 h 550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2147978" h="550653">
                    <a:moveTo>
                      <a:pt x="0" y="58948"/>
                    </a:moveTo>
                    <a:cubicBezTo>
                      <a:pt x="25879" y="41695"/>
                      <a:pt x="51758" y="24443"/>
                      <a:pt x="86264" y="15816"/>
                    </a:cubicBezTo>
                    <a:cubicBezTo>
                      <a:pt x="120770" y="7189"/>
                      <a:pt x="165340" y="0"/>
                      <a:pt x="207034" y="7189"/>
                    </a:cubicBezTo>
                    <a:cubicBezTo>
                      <a:pt x="248728" y="14378"/>
                      <a:pt x="309113" y="21567"/>
                      <a:pt x="336430" y="58948"/>
                    </a:cubicBezTo>
                    <a:cubicBezTo>
                      <a:pt x="363747" y="96329"/>
                      <a:pt x="352245" y="166778"/>
                      <a:pt x="370936" y="231476"/>
                    </a:cubicBezTo>
                    <a:cubicBezTo>
                      <a:pt x="389627" y="296174"/>
                      <a:pt x="416944" y="401129"/>
                      <a:pt x="448574" y="447136"/>
                    </a:cubicBezTo>
                    <a:cubicBezTo>
                      <a:pt x="480204" y="493143"/>
                      <a:pt x="516147" y="496019"/>
                      <a:pt x="560717" y="507521"/>
                    </a:cubicBezTo>
                    <a:cubicBezTo>
                      <a:pt x="605287" y="519023"/>
                      <a:pt x="678612" y="526212"/>
                      <a:pt x="715993" y="516148"/>
                    </a:cubicBezTo>
                    <a:cubicBezTo>
                      <a:pt x="753374" y="506084"/>
                      <a:pt x="762000" y="483079"/>
                      <a:pt x="785004" y="447136"/>
                    </a:cubicBezTo>
                    <a:cubicBezTo>
                      <a:pt x="808008" y="411193"/>
                      <a:pt x="835325" y="347932"/>
                      <a:pt x="854015" y="300487"/>
                    </a:cubicBezTo>
                    <a:cubicBezTo>
                      <a:pt x="872706" y="253042"/>
                      <a:pt x="879894" y="205597"/>
                      <a:pt x="897147" y="162465"/>
                    </a:cubicBezTo>
                    <a:cubicBezTo>
                      <a:pt x="914400" y="119333"/>
                      <a:pt x="934528" y="66137"/>
                      <a:pt x="957532" y="41695"/>
                    </a:cubicBezTo>
                    <a:cubicBezTo>
                      <a:pt x="980536" y="17254"/>
                      <a:pt x="999227" y="18692"/>
                      <a:pt x="1035170" y="15816"/>
                    </a:cubicBezTo>
                    <a:cubicBezTo>
                      <a:pt x="1071114" y="12941"/>
                      <a:pt x="1135812" y="11503"/>
                      <a:pt x="1173193" y="24442"/>
                    </a:cubicBezTo>
                    <a:cubicBezTo>
                      <a:pt x="1210574" y="37381"/>
                      <a:pt x="1235016" y="50321"/>
                      <a:pt x="1259457" y="93453"/>
                    </a:cubicBezTo>
                    <a:cubicBezTo>
                      <a:pt x="1283899" y="136585"/>
                      <a:pt x="1309778" y="232913"/>
                      <a:pt x="1319842" y="283234"/>
                    </a:cubicBezTo>
                    <a:cubicBezTo>
                      <a:pt x="1329906" y="333555"/>
                      <a:pt x="1304027" y="359435"/>
                      <a:pt x="1319842" y="395378"/>
                    </a:cubicBezTo>
                    <a:cubicBezTo>
                      <a:pt x="1335657" y="431321"/>
                      <a:pt x="1373038" y="473016"/>
                      <a:pt x="1414732" y="498895"/>
                    </a:cubicBezTo>
                    <a:cubicBezTo>
                      <a:pt x="1456426" y="524774"/>
                      <a:pt x="1519687" y="550653"/>
                      <a:pt x="1570008" y="550653"/>
                    </a:cubicBezTo>
                    <a:cubicBezTo>
                      <a:pt x="1620329" y="550653"/>
                      <a:pt x="1682151" y="529087"/>
                      <a:pt x="1716657" y="498895"/>
                    </a:cubicBezTo>
                    <a:cubicBezTo>
                      <a:pt x="1751163" y="468703"/>
                      <a:pt x="1758352" y="421257"/>
                      <a:pt x="1777042" y="369499"/>
                    </a:cubicBezTo>
                    <a:cubicBezTo>
                      <a:pt x="1795732" y="317741"/>
                      <a:pt x="1820174" y="230038"/>
                      <a:pt x="1828800" y="188344"/>
                    </a:cubicBezTo>
                    <a:cubicBezTo>
                      <a:pt x="1837426" y="146650"/>
                      <a:pt x="1817298" y="139461"/>
                      <a:pt x="1828800" y="119333"/>
                    </a:cubicBezTo>
                    <a:cubicBezTo>
                      <a:pt x="1840302" y="99205"/>
                      <a:pt x="1861869" y="80514"/>
                      <a:pt x="1897812" y="67574"/>
                    </a:cubicBezTo>
                    <a:cubicBezTo>
                      <a:pt x="1933755" y="54634"/>
                      <a:pt x="2002767" y="43133"/>
                      <a:pt x="2044461" y="41695"/>
                    </a:cubicBezTo>
                    <a:cubicBezTo>
                      <a:pt x="2086155" y="40257"/>
                      <a:pt x="2117066" y="49602"/>
                      <a:pt x="2147978" y="58948"/>
                    </a:cubicBezTo>
                  </a:path>
                </a:pathLst>
              </a:custGeom>
              <a:ln w="28575">
                <a:solidFill>
                  <a:srgbClr val="33CC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0" name="Freeform 49"/>
              <p:cNvSpPr/>
              <p:nvPr/>
            </p:nvSpPr>
            <p:spPr>
              <a:xfrm>
                <a:off x="767751" y="5194540"/>
                <a:ext cx="2208362" cy="560716"/>
              </a:xfrm>
              <a:custGeom>
                <a:avLst/>
                <a:gdLst>
                  <a:gd name="connsiteX0" fmla="*/ 0 w 2208362"/>
                  <a:gd name="connsiteY0" fmla="*/ 447135 h 560716"/>
                  <a:gd name="connsiteX1" fmla="*/ 241540 w 2208362"/>
                  <a:gd name="connsiteY1" fmla="*/ 455762 h 560716"/>
                  <a:gd name="connsiteX2" fmla="*/ 370936 w 2208362"/>
                  <a:gd name="connsiteY2" fmla="*/ 343618 h 560716"/>
                  <a:gd name="connsiteX3" fmla="*/ 439947 w 2208362"/>
                  <a:gd name="connsiteY3" fmla="*/ 162464 h 560716"/>
                  <a:gd name="connsiteX4" fmla="*/ 560717 w 2208362"/>
                  <a:gd name="connsiteY4" fmla="*/ 41694 h 560716"/>
                  <a:gd name="connsiteX5" fmla="*/ 707366 w 2208362"/>
                  <a:gd name="connsiteY5" fmla="*/ 50320 h 560716"/>
                  <a:gd name="connsiteX6" fmla="*/ 802257 w 2208362"/>
                  <a:gd name="connsiteY6" fmla="*/ 248728 h 560716"/>
                  <a:gd name="connsiteX7" fmla="*/ 836762 w 2208362"/>
                  <a:gd name="connsiteY7" fmla="*/ 412630 h 560716"/>
                  <a:gd name="connsiteX8" fmla="*/ 931653 w 2208362"/>
                  <a:gd name="connsiteY8" fmla="*/ 542026 h 560716"/>
                  <a:gd name="connsiteX9" fmla="*/ 1130060 w 2208362"/>
                  <a:gd name="connsiteY9" fmla="*/ 524773 h 560716"/>
                  <a:gd name="connsiteX10" fmla="*/ 1224951 w 2208362"/>
                  <a:gd name="connsiteY10" fmla="*/ 369498 h 560716"/>
                  <a:gd name="connsiteX11" fmla="*/ 1302589 w 2208362"/>
                  <a:gd name="connsiteY11" fmla="*/ 205596 h 560716"/>
                  <a:gd name="connsiteX12" fmla="*/ 1423358 w 2208362"/>
                  <a:gd name="connsiteY12" fmla="*/ 24441 h 560716"/>
                  <a:gd name="connsiteX13" fmla="*/ 1587260 w 2208362"/>
                  <a:gd name="connsiteY13" fmla="*/ 58947 h 560716"/>
                  <a:gd name="connsiteX14" fmla="*/ 1682151 w 2208362"/>
                  <a:gd name="connsiteY14" fmla="*/ 136585 h 560716"/>
                  <a:gd name="connsiteX15" fmla="*/ 1716657 w 2208362"/>
                  <a:gd name="connsiteY15" fmla="*/ 309113 h 560716"/>
                  <a:gd name="connsiteX16" fmla="*/ 1777041 w 2208362"/>
                  <a:gd name="connsiteY16" fmla="*/ 507520 h 560716"/>
                  <a:gd name="connsiteX17" fmla="*/ 1949570 w 2208362"/>
                  <a:gd name="connsiteY17" fmla="*/ 542026 h 560716"/>
                  <a:gd name="connsiteX18" fmla="*/ 2122098 w 2208362"/>
                  <a:gd name="connsiteY18" fmla="*/ 524773 h 560716"/>
                  <a:gd name="connsiteX19" fmla="*/ 2139351 w 2208362"/>
                  <a:gd name="connsiteY19" fmla="*/ 524773 h 560716"/>
                  <a:gd name="connsiteX20" fmla="*/ 2208362 w 2208362"/>
                  <a:gd name="connsiteY20" fmla="*/ 507520 h 560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208362" h="560716">
                    <a:moveTo>
                      <a:pt x="0" y="447135"/>
                    </a:moveTo>
                    <a:cubicBezTo>
                      <a:pt x="89858" y="460075"/>
                      <a:pt x="179717" y="473015"/>
                      <a:pt x="241540" y="455762"/>
                    </a:cubicBezTo>
                    <a:cubicBezTo>
                      <a:pt x="303363" y="438509"/>
                      <a:pt x="337868" y="392501"/>
                      <a:pt x="370936" y="343618"/>
                    </a:cubicBezTo>
                    <a:cubicBezTo>
                      <a:pt x="404004" y="294735"/>
                      <a:pt x="408317" y="212785"/>
                      <a:pt x="439947" y="162464"/>
                    </a:cubicBezTo>
                    <a:cubicBezTo>
                      <a:pt x="471577" y="112143"/>
                      <a:pt x="516147" y="60385"/>
                      <a:pt x="560717" y="41694"/>
                    </a:cubicBezTo>
                    <a:cubicBezTo>
                      <a:pt x="605287" y="23003"/>
                      <a:pt x="667109" y="15814"/>
                      <a:pt x="707366" y="50320"/>
                    </a:cubicBezTo>
                    <a:cubicBezTo>
                      <a:pt x="747623" y="84826"/>
                      <a:pt x="780691" y="188343"/>
                      <a:pt x="802257" y="248728"/>
                    </a:cubicBezTo>
                    <a:cubicBezTo>
                      <a:pt x="823823" y="309113"/>
                      <a:pt x="815196" y="363747"/>
                      <a:pt x="836762" y="412630"/>
                    </a:cubicBezTo>
                    <a:cubicBezTo>
                      <a:pt x="858328" y="461513"/>
                      <a:pt x="882770" y="523336"/>
                      <a:pt x="931653" y="542026"/>
                    </a:cubicBezTo>
                    <a:cubicBezTo>
                      <a:pt x="980536" y="560716"/>
                      <a:pt x="1081177" y="553528"/>
                      <a:pt x="1130060" y="524773"/>
                    </a:cubicBezTo>
                    <a:cubicBezTo>
                      <a:pt x="1178943" y="496018"/>
                      <a:pt x="1196196" y="422694"/>
                      <a:pt x="1224951" y="369498"/>
                    </a:cubicBezTo>
                    <a:cubicBezTo>
                      <a:pt x="1253706" y="316302"/>
                      <a:pt x="1269521" y="263106"/>
                      <a:pt x="1302589" y="205596"/>
                    </a:cubicBezTo>
                    <a:cubicBezTo>
                      <a:pt x="1335657" y="148086"/>
                      <a:pt x="1375913" y="48882"/>
                      <a:pt x="1423358" y="24441"/>
                    </a:cubicBezTo>
                    <a:cubicBezTo>
                      <a:pt x="1470803" y="0"/>
                      <a:pt x="1544128" y="40256"/>
                      <a:pt x="1587260" y="58947"/>
                    </a:cubicBezTo>
                    <a:cubicBezTo>
                      <a:pt x="1630392" y="77638"/>
                      <a:pt x="1660585" y="94891"/>
                      <a:pt x="1682151" y="136585"/>
                    </a:cubicBezTo>
                    <a:cubicBezTo>
                      <a:pt x="1703717" y="178279"/>
                      <a:pt x="1700842" y="247291"/>
                      <a:pt x="1716657" y="309113"/>
                    </a:cubicBezTo>
                    <a:cubicBezTo>
                      <a:pt x="1732472" y="370935"/>
                      <a:pt x="1738222" y="468701"/>
                      <a:pt x="1777041" y="507520"/>
                    </a:cubicBezTo>
                    <a:cubicBezTo>
                      <a:pt x="1815860" y="546339"/>
                      <a:pt x="1892060" y="539150"/>
                      <a:pt x="1949570" y="542026"/>
                    </a:cubicBezTo>
                    <a:cubicBezTo>
                      <a:pt x="2007080" y="544902"/>
                      <a:pt x="2090468" y="527648"/>
                      <a:pt x="2122098" y="524773"/>
                    </a:cubicBezTo>
                    <a:cubicBezTo>
                      <a:pt x="2153728" y="521898"/>
                      <a:pt x="2124974" y="527648"/>
                      <a:pt x="2139351" y="524773"/>
                    </a:cubicBezTo>
                    <a:cubicBezTo>
                      <a:pt x="2153728" y="521898"/>
                      <a:pt x="2181045" y="514709"/>
                      <a:pt x="2208362" y="507520"/>
                    </a:cubicBezTo>
                  </a:path>
                </a:pathLst>
              </a:custGeom>
              <a:ln w="28575">
                <a:solidFill>
                  <a:srgbClr val="33CC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1" name="Freeform 50"/>
              <p:cNvSpPr/>
              <p:nvPr/>
            </p:nvSpPr>
            <p:spPr>
              <a:xfrm>
                <a:off x="776377" y="5198853"/>
                <a:ext cx="2061714" cy="592347"/>
              </a:xfrm>
              <a:custGeom>
                <a:avLst/>
                <a:gdLst>
                  <a:gd name="connsiteX0" fmla="*/ 0 w 2061714"/>
                  <a:gd name="connsiteY0" fmla="*/ 71887 h 592347"/>
                  <a:gd name="connsiteX1" fmla="*/ 138023 w 2061714"/>
                  <a:gd name="connsiteY1" fmla="*/ 20128 h 592347"/>
                  <a:gd name="connsiteX2" fmla="*/ 284672 w 2061714"/>
                  <a:gd name="connsiteY2" fmla="*/ 80513 h 592347"/>
                  <a:gd name="connsiteX3" fmla="*/ 345057 w 2061714"/>
                  <a:gd name="connsiteY3" fmla="*/ 235789 h 592347"/>
                  <a:gd name="connsiteX4" fmla="*/ 362310 w 2061714"/>
                  <a:gd name="connsiteY4" fmla="*/ 391064 h 592347"/>
                  <a:gd name="connsiteX5" fmla="*/ 439948 w 2061714"/>
                  <a:gd name="connsiteY5" fmla="*/ 520460 h 592347"/>
                  <a:gd name="connsiteX6" fmla="*/ 698740 w 2061714"/>
                  <a:gd name="connsiteY6" fmla="*/ 529087 h 592347"/>
                  <a:gd name="connsiteX7" fmla="*/ 759125 w 2061714"/>
                  <a:gd name="connsiteY7" fmla="*/ 425570 h 592347"/>
                  <a:gd name="connsiteX8" fmla="*/ 845389 w 2061714"/>
                  <a:gd name="connsiteY8" fmla="*/ 278921 h 592347"/>
                  <a:gd name="connsiteX9" fmla="*/ 948906 w 2061714"/>
                  <a:gd name="connsiteY9" fmla="*/ 63260 h 592347"/>
                  <a:gd name="connsiteX10" fmla="*/ 1035170 w 2061714"/>
                  <a:gd name="connsiteY10" fmla="*/ 28755 h 592347"/>
                  <a:gd name="connsiteX11" fmla="*/ 1224951 w 2061714"/>
                  <a:gd name="connsiteY11" fmla="*/ 63260 h 592347"/>
                  <a:gd name="connsiteX12" fmla="*/ 1293963 w 2061714"/>
                  <a:gd name="connsiteY12" fmla="*/ 408317 h 592347"/>
                  <a:gd name="connsiteX13" fmla="*/ 1388853 w 2061714"/>
                  <a:gd name="connsiteY13" fmla="*/ 563592 h 592347"/>
                  <a:gd name="connsiteX14" fmla="*/ 1518249 w 2061714"/>
                  <a:gd name="connsiteY14" fmla="*/ 580845 h 592347"/>
                  <a:gd name="connsiteX15" fmla="*/ 1682151 w 2061714"/>
                  <a:gd name="connsiteY15" fmla="*/ 503207 h 592347"/>
                  <a:gd name="connsiteX16" fmla="*/ 1742536 w 2061714"/>
                  <a:gd name="connsiteY16" fmla="*/ 347932 h 592347"/>
                  <a:gd name="connsiteX17" fmla="*/ 1802921 w 2061714"/>
                  <a:gd name="connsiteY17" fmla="*/ 192656 h 592347"/>
                  <a:gd name="connsiteX18" fmla="*/ 1906438 w 2061714"/>
                  <a:gd name="connsiteY18" fmla="*/ 97766 h 592347"/>
                  <a:gd name="connsiteX19" fmla="*/ 2035834 w 2061714"/>
                  <a:gd name="connsiteY19" fmla="*/ 63260 h 592347"/>
                  <a:gd name="connsiteX20" fmla="*/ 2061714 w 2061714"/>
                  <a:gd name="connsiteY20" fmla="*/ 63260 h 5923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061714" h="592347">
                    <a:moveTo>
                      <a:pt x="0" y="71887"/>
                    </a:moveTo>
                    <a:cubicBezTo>
                      <a:pt x="45289" y="45288"/>
                      <a:pt x="90578" y="18690"/>
                      <a:pt x="138023" y="20128"/>
                    </a:cubicBezTo>
                    <a:cubicBezTo>
                      <a:pt x="185468" y="21566"/>
                      <a:pt x="250166" y="44570"/>
                      <a:pt x="284672" y="80513"/>
                    </a:cubicBezTo>
                    <a:cubicBezTo>
                      <a:pt x="319178" y="116457"/>
                      <a:pt x="332117" y="184031"/>
                      <a:pt x="345057" y="235789"/>
                    </a:cubicBezTo>
                    <a:cubicBezTo>
                      <a:pt x="357997" y="287547"/>
                      <a:pt x="346495" y="343619"/>
                      <a:pt x="362310" y="391064"/>
                    </a:cubicBezTo>
                    <a:cubicBezTo>
                      <a:pt x="378125" y="438509"/>
                      <a:pt x="383876" y="497456"/>
                      <a:pt x="439948" y="520460"/>
                    </a:cubicBezTo>
                    <a:cubicBezTo>
                      <a:pt x="496020" y="543464"/>
                      <a:pt x="645544" y="544902"/>
                      <a:pt x="698740" y="529087"/>
                    </a:cubicBezTo>
                    <a:cubicBezTo>
                      <a:pt x="751936" y="513272"/>
                      <a:pt x="759125" y="425570"/>
                      <a:pt x="759125" y="425570"/>
                    </a:cubicBezTo>
                    <a:cubicBezTo>
                      <a:pt x="783566" y="383876"/>
                      <a:pt x="813759" y="339306"/>
                      <a:pt x="845389" y="278921"/>
                    </a:cubicBezTo>
                    <a:cubicBezTo>
                      <a:pt x="877019" y="218536"/>
                      <a:pt x="917276" y="104954"/>
                      <a:pt x="948906" y="63260"/>
                    </a:cubicBezTo>
                    <a:cubicBezTo>
                      <a:pt x="980536" y="21566"/>
                      <a:pt x="989163" y="28755"/>
                      <a:pt x="1035170" y="28755"/>
                    </a:cubicBezTo>
                    <a:cubicBezTo>
                      <a:pt x="1081177" y="28755"/>
                      <a:pt x="1181819" y="0"/>
                      <a:pt x="1224951" y="63260"/>
                    </a:cubicBezTo>
                    <a:cubicBezTo>
                      <a:pt x="1268083" y="126520"/>
                      <a:pt x="1266646" y="324928"/>
                      <a:pt x="1293963" y="408317"/>
                    </a:cubicBezTo>
                    <a:cubicBezTo>
                      <a:pt x="1321280" y="491706"/>
                      <a:pt x="1351472" y="534837"/>
                      <a:pt x="1388853" y="563592"/>
                    </a:cubicBezTo>
                    <a:cubicBezTo>
                      <a:pt x="1426234" y="592347"/>
                      <a:pt x="1469366" y="590909"/>
                      <a:pt x="1518249" y="580845"/>
                    </a:cubicBezTo>
                    <a:cubicBezTo>
                      <a:pt x="1567132" y="570781"/>
                      <a:pt x="1644770" y="542026"/>
                      <a:pt x="1682151" y="503207"/>
                    </a:cubicBezTo>
                    <a:cubicBezTo>
                      <a:pt x="1719532" y="464388"/>
                      <a:pt x="1742536" y="347932"/>
                      <a:pt x="1742536" y="347932"/>
                    </a:cubicBezTo>
                    <a:cubicBezTo>
                      <a:pt x="1762664" y="296174"/>
                      <a:pt x="1775604" y="234350"/>
                      <a:pt x="1802921" y="192656"/>
                    </a:cubicBezTo>
                    <a:cubicBezTo>
                      <a:pt x="1830238" y="150962"/>
                      <a:pt x="1867619" y="119332"/>
                      <a:pt x="1906438" y="97766"/>
                    </a:cubicBezTo>
                    <a:cubicBezTo>
                      <a:pt x="1945257" y="76200"/>
                      <a:pt x="2009955" y="69011"/>
                      <a:pt x="2035834" y="63260"/>
                    </a:cubicBezTo>
                    <a:cubicBezTo>
                      <a:pt x="2061713" y="57509"/>
                      <a:pt x="2061713" y="60384"/>
                      <a:pt x="2061714" y="63260"/>
                    </a:cubicBezTo>
                  </a:path>
                </a:pathLst>
              </a:custGeom>
              <a:ln w="28575">
                <a:solidFill>
                  <a:srgbClr val="33CC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2" name="Freeform 51"/>
              <p:cNvSpPr/>
              <p:nvPr/>
            </p:nvSpPr>
            <p:spPr>
              <a:xfrm>
                <a:off x="819509" y="5233359"/>
                <a:ext cx="2139351" cy="569343"/>
              </a:xfrm>
              <a:custGeom>
                <a:avLst/>
                <a:gdLst>
                  <a:gd name="connsiteX0" fmla="*/ 0 w 2139351"/>
                  <a:gd name="connsiteY0" fmla="*/ 460075 h 569343"/>
                  <a:gd name="connsiteX1" fmla="*/ 138023 w 2139351"/>
                  <a:gd name="connsiteY1" fmla="*/ 503207 h 569343"/>
                  <a:gd name="connsiteX2" fmla="*/ 258793 w 2139351"/>
                  <a:gd name="connsiteY2" fmla="*/ 425569 h 569343"/>
                  <a:gd name="connsiteX3" fmla="*/ 327804 w 2139351"/>
                  <a:gd name="connsiteY3" fmla="*/ 261667 h 569343"/>
                  <a:gd name="connsiteX4" fmla="*/ 439948 w 2139351"/>
                  <a:gd name="connsiteY4" fmla="*/ 89139 h 569343"/>
                  <a:gd name="connsiteX5" fmla="*/ 603849 w 2139351"/>
                  <a:gd name="connsiteY5" fmla="*/ 2875 h 569343"/>
                  <a:gd name="connsiteX6" fmla="*/ 715993 w 2139351"/>
                  <a:gd name="connsiteY6" fmla="*/ 71886 h 569343"/>
                  <a:gd name="connsiteX7" fmla="*/ 793631 w 2139351"/>
                  <a:gd name="connsiteY7" fmla="*/ 278920 h 569343"/>
                  <a:gd name="connsiteX8" fmla="*/ 828136 w 2139351"/>
                  <a:gd name="connsiteY8" fmla="*/ 460075 h 569343"/>
                  <a:gd name="connsiteX9" fmla="*/ 1035170 w 2139351"/>
                  <a:gd name="connsiteY9" fmla="*/ 520460 h 569343"/>
                  <a:gd name="connsiteX10" fmla="*/ 1147314 w 2139351"/>
                  <a:gd name="connsiteY10" fmla="*/ 416943 h 569343"/>
                  <a:gd name="connsiteX11" fmla="*/ 1276710 w 2139351"/>
                  <a:gd name="connsiteY11" fmla="*/ 166777 h 569343"/>
                  <a:gd name="connsiteX12" fmla="*/ 1371600 w 2139351"/>
                  <a:gd name="connsiteY12" fmla="*/ 37381 h 569343"/>
                  <a:gd name="connsiteX13" fmla="*/ 1570008 w 2139351"/>
                  <a:gd name="connsiteY13" fmla="*/ 28754 h 569343"/>
                  <a:gd name="connsiteX14" fmla="*/ 1647646 w 2139351"/>
                  <a:gd name="connsiteY14" fmla="*/ 192656 h 569343"/>
                  <a:gd name="connsiteX15" fmla="*/ 1751163 w 2139351"/>
                  <a:gd name="connsiteY15" fmla="*/ 460075 h 569343"/>
                  <a:gd name="connsiteX16" fmla="*/ 1846053 w 2139351"/>
                  <a:gd name="connsiteY16" fmla="*/ 554966 h 569343"/>
                  <a:gd name="connsiteX17" fmla="*/ 2044461 w 2139351"/>
                  <a:gd name="connsiteY17" fmla="*/ 546339 h 569343"/>
                  <a:gd name="connsiteX18" fmla="*/ 2139351 w 2139351"/>
                  <a:gd name="connsiteY18" fmla="*/ 494581 h 5693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139351" h="569343">
                    <a:moveTo>
                      <a:pt x="0" y="460075"/>
                    </a:moveTo>
                    <a:cubicBezTo>
                      <a:pt x="47445" y="484516"/>
                      <a:pt x="94891" y="508958"/>
                      <a:pt x="138023" y="503207"/>
                    </a:cubicBezTo>
                    <a:cubicBezTo>
                      <a:pt x="181155" y="497456"/>
                      <a:pt x="227163" y="465826"/>
                      <a:pt x="258793" y="425569"/>
                    </a:cubicBezTo>
                    <a:cubicBezTo>
                      <a:pt x="290423" y="385312"/>
                      <a:pt x="297612" y="317739"/>
                      <a:pt x="327804" y="261667"/>
                    </a:cubicBezTo>
                    <a:cubicBezTo>
                      <a:pt x="357996" y="205595"/>
                      <a:pt x="393941" y="132271"/>
                      <a:pt x="439948" y="89139"/>
                    </a:cubicBezTo>
                    <a:cubicBezTo>
                      <a:pt x="485956" y="46007"/>
                      <a:pt x="557842" y="5750"/>
                      <a:pt x="603849" y="2875"/>
                    </a:cubicBezTo>
                    <a:cubicBezTo>
                      <a:pt x="649856" y="0"/>
                      <a:pt x="684363" y="25879"/>
                      <a:pt x="715993" y="71886"/>
                    </a:cubicBezTo>
                    <a:cubicBezTo>
                      <a:pt x="747623" y="117894"/>
                      <a:pt x="774941" y="214222"/>
                      <a:pt x="793631" y="278920"/>
                    </a:cubicBezTo>
                    <a:cubicBezTo>
                      <a:pt x="812321" y="343618"/>
                      <a:pt x="787880" y="419818"/>
                      <a:pt x="828136" y="460075"/>
                    </a:cubicBezTo>
                    <a:cubicBezTo>
                      <a:pt x="868392" y="500332"/>
                      <a:pt x="981974" y="527649"/>
                      <a:pt x="1035170" y="520460"/>
                    </a:cubicBezTo>
                    <a:cubicBezTo>
                      <a:pt x="1088366" y="513271"/>
                      <a:pt x="1107057" y="475890"/>
                      <a:pt x="1147314" y="416943"/>
                    </a:cubicBezTo>
                    <a:cubicBezTo>
                      <a:pt x="1187571" y="357996"/>
                      <a:pt x="1239329" y="230037"/>
                      <a:pt x="1276710" y="166777"/>
                    </a:cubicBezTo>
                    <a:cubicBezTo>
                      <a:pt x="1314091" y="103517"/>
                      <a:pt x="1322717" y="60385"/>
                      <a:pt x="1371600" y="37381"/>
                    </a:cubicBezTo>
                    <a:cubicBezTo>
                      <a:pt x="1420483" y="14377"/>
                      <a:pt x="1524000" y="2875"/>
                      <a:pt x="1570008" y="28754"/>
                    </a:cubicBezTo>
                    <a:cubicBezTo>
                      <a:pt x="1616016" y="54633"/>
                      <a:pt x="1617454" y="120769"/>
                      <a:pt x="1647646" y="192656"/>
                    </a:cubicBezTo>
                    <a:cubicBezTo>
                      <a:pt x="1677838" y="264543"/>
                      <a:pt x="1718095" y="399690"/>
                      <a:pt x="1751163" y="460075"/>
                    </a:cubicBezTo>
                    <a:cubicBezTo>
                      <a:pt x="1784231" y="520460"/>
                      <a:pt x="1797170" y="540589"/>
                      <a:pt x="1846053" y="554966"/>
                    </a:cubicBezTo>
                    <a:cubicBezTo>
                      <a:pt x="1894936" y="569343"/>
                      <a:pt x="1995578" y="556403"/>
                      <a:pt x="2044461" y="546339"/>
                    </a:cubicBezTo>
                    <a:cubicBezTo>
                      <a:pt x="2093344" y="536275"/>
                      <a:pt x="2139351" y="494581"/>
                      <a:pt x="2139351" y="494581"/>
                    </a:cubicBezTo>
                  </a:path>
                </a:pathLst>
              </a:custGeom>
              <a:ln w="28575">
                <a:solidFill>
                  <a:srgbClr val="33CC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3" name="Freeform 52"/>
              <p:cNvSpPr/>
              <p:nvPr/>
            </p:nvSpPr>
            <p:spPr>
              <a:xfrm>
                <a:off x="767751" y="5246298"/>
                <a:ext cx="2104845" cy="534838"/>
              </a:xfrm>
              <a:custGeom>
                <a:avLst/>
                <a:gdLst>
                  <a:gd name="connsiteX0" fmla="*/ 0 w 2104845"/>
                  <a:gd name="connsiteY0" fmla="*/ 76200 h 534838"/>
                  <a:gd name="connsiteX1" fmla="*/ 112143 w 2104845"/>
                  <a:gd name="connsiteY1" fmla="*/ 7189 h 534838"/>
                  <a:gd name="connsiteX2" fmla="*/ 258792 w 2104845"/>
                  <a:gd name="connsiteY2" fmla="*/ 33068 h 534838"/>
                  <a:gd name="connsiteX3" fmla="*/ 327804 w 2104845"/>
                  <a:gd name="connsiteY3" fmla="*/ 188344 h 534838"/>
                  <a:gd name="connsiteX4" fmla="*/ 457200 w 2104845"/>
                  <a:gd name="connsiteY4" fmla="*/ 395377 h 534838"/>
                  <a:gd name="connsiteX5" fmla="*/ 595223 w 2104845"/>
                  <a:gd name="connsiteY5" fmla="*/ 507521 h 534838"/>
                  <a:gd name="connsiteX6" fmla="*/ 741872 w 2104845"/>
                  <a:gd name="connsiteY6" fmla="*/ 438510 h 534838"/>
                  <a:gd name="connsiteX7" fmla="*/ 854015 w 2104845"/>
                  <a:gd name="connsiteY7" fmla="*/ 222849 h 534838"/>
                  <a:gd name="connsiteX8" fmla="*/ 983411 w 2104845"/>
                  <a:gd name="connsiteY8" fmla="*/ 41694 h 534838"/>
                  <a:gd name="connsiteX9" fmla="*/ 1130060 w 2104845"/>
                  <a:gd name="connsiteY9" fmla="*/ 33068 h 534838"/>
                  <a:gd name="connsiteX10" fmla="*/ 1259457 w 2104845"/>
                  <a:gd name="connsiteY10" fmla="*/ 145211 h 534838"/>
                  <a:gd name="connsiteX11" fmla="*/ 1268083 w 2104845"/>
                  <a:gd name="connsiteY11" fmla="*/ 291860 h 534838"/>
                  <a:gd name="connsiteX12" fmla="*/ 1380226 w 2104845"/>
                  <a:gd name="connsiteY12" fmla="*/ 490268 h 534838"/>
                  <a:gd name="connsiteX13" fmla="*/ 1621766 w 2104845"/>
                  <a:gd name="connsiteY13" fmla="*/ 507521 h 534838"/>
                  <a:gd name="connsiteX14" fmla="*/ 1733909 w 2104845"/>
                  <a:gd name="connsiteY14" fmla="*/ 326366 h 534838"/>
                  <a:gd name="connsiteX15" fmla="*/ 1863306 w 2104845"/>
                  <a:gd name="connsiteY15" fmla="*/ 119332 h 534838"/>
                  <a:gd name="connsiteX16" fmla="*/ 2027207 w 2104845"/>
                  <a:gd name="connsiteY16" fmla="*/ 24442 h 534838"/>
                  <a:gd name="connsiteX17" fmla="*/ 2104845 w 2104845"/>
                  <a:gd name="connsiteY17" fmla="*/ 24442 h 534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04845" h="534838">
                    <a:moveTo>
                      <a:pt x="0" y="76200"/>
                    </a:moveTo>
                    <a:cubicBezTo>
                      <a:pt x="34505" y="45289"/>
                      <a:pt x="69011" y="14378"/>
                      <a:pt x="112143" y="7189"/>
                    </a:cubicBezTo>
                    <a:cubicBezTo>
                      <a:pt x="155275" y="0"/>
                      <a:pt x="222849" y="2876"/>
                      <a:pt x="258792" y="33068"/>
                    </a:cubicBezTo>
                    <a:cubicBezTo>
                      <a:pt x="294735" y="63260"/>
                      <a:pt x="294736" y="127959"/>
                      <a:pt x="327804" y="188344"/>
                    </a:cubicBezTo>
                    <a:cubicBezTo>
                      <a:pt x="360872" y="248729"/>
                      <a:pt x="412630" y="342181"/>
                      <a:pt x="457200" y="395377"/>
                    </a:cubicBezTo>
                    <a:cubicBezTo>
                      <a:pt x="501770" y="448573"/>
                      <a:pt x="547778" y="500332"/>
                      <a:pt x="595223" y="507521"/>
                    </a:cubicBezTo>
                    <a:cubicBezTo>
                      <a:pt x="642668" y="514710"/>
                      <a:pt x="698740" y="485955"/>
                      <a:pt x="741872" y="438510"/>
                    </a:cubicBezTo>
                    <a:cubicBezTo>
                      <a:pt x="785004" y="391065"/>
                      <a:pt x="813759" y="288985"/>
                      <a:pt x="854015" y="222849"/>
                    </a:cubicBezTo>
                    <a:cubicBezTo>
                      <a:pt x="894272" y="156713"/>
                      <a:pt x="937404" y="73324"/>
                      <a:pt x="983411" y="41694"/>
                    </a:cubicBezTo>
                    <a:cubicBezTo>
                      <a:pt x="1029418" y="10064"/>
                      <a:pt x="1084052" y="15815"/>
                      <a:pt x="1130060" y="33068"/>
                    </a:cubicBezTo>
                    <a:cubicBezTo>
                      <a:pt x="1176068" y="50321"/>
                      <a:pt x="1236453" y="102079"/>
                      <a:pt x="1259457" y="145211"/>
                    </a:cubicBezTo>
                    <a:cubicBezTo>
                      <a:pt x="1282461" y="188343"/>
                      <a:pt x="1247955" y="234351"/>
                      <a:pt x="1268083" y="291860"/>
                    </a:cubicBezTo>
                    <a:cubicBezTo>
                      <a:pt x="1288211" y="349370"/>
                      <a:pt x="1321279" y="454325"/>
                      <a:pt x="1380226" y="490268"/>
                    </a:cubicBezTo>
                    <a:cubicBezTo>
                      <a:pt x="1439173" y="526211"/>
                      <a:pt x="1562819" y="534838"/>
                      <a:pt x="1621766" y="507521"/>
                    </a:cubicBezTo>
                    <a:cubicBezTo>
                      <a:pt x="1680713" y="480204"/>
                      <a:pt x="1733909" y="326366"/>
                      <a:pt x="1733909" y="326366"/>
                    </a:cubicBezTo>
                    <a:cubicBezTo>
                      <a:pt x="1774166" y="261668"/>
                      <a:pt x="1814423" y="169653"/>
                      <a:pt x="1863306" y="119332"/>
                    </a:cubicBezTo>
                    <a:cubicBezTo>
                      <a:pt x="1912189" y="69011"/>
                      <a:pt x="1986951" y="40257"/>
                      <a:pt x="2027207" y="24442"/>
                    </a:cubicBezTo>
                    <a:cubicBezTo>
                      <a:pt x="2067464" y="8627"/>
                      <a:pt x="2104845" y="24442"/>
                      <a:pt x="2104845" y="24442"/>
                    </a:cubicBezTo>
                  </a:path>
                </a:pathLst>
              </a:custGeom>
              <a:ln w="28575">
                <a:solidFill>
                  <a:srgbClr val="33CC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4" name="Freeform 53"/>
              <p:cNvSpPr/>
              <p:nvPr/>
            </p:nvSpPr>
            <p:spPr>
              <a:xfrm>
                <a:off x="802257" y="5183037"/>
                <a:ext cx="2060275" cy="622539"/>
              </a:xfrm>
              <a:custGeom>
                <a:avLst/>
                <a:gdLst>
                  <a:gd name="connsiteX0" fmla="*/ 0 w 2060275"/>
                  <a:gd name="connsiteY0" fmla="*/ 113581 h 685800"/>
                  <a:gd name="connsiteX1" fmla="*/ 181154 w 2060275"/>
                  <a:gd name="connsiteY1" fmla="*/ 87702 h 685800"/>
                  <a:gd name="connsiteX2" fmla="*/ 276045 w 2060275"/>
                  <a:gd name="connsiteY2" fmla="*/ 130834 h 685800"/>
                  <a:gd name="connsiteX3" fmla="*/ 379562 w 2060275"/>
                  <a:gd name="connsiteY3" fmla="*/ 389626 h 685800"/>
                  <a:gd name="connsiteX4" fmla="*/ 448573 w 2060275"/>
                  <a:gd name="connsiteY4" fmla="*/ 562154 h 685800"/>
                  <a:gd name="connsiteX5" fmla="*/ 638354 w 2060275"/>
                  <a:gd name="connsiteY5" fmla="*/ 579407 h 685800"/>
                  <a:gd name="connsiteX6" fmla="*/ 819509 w 2060275"/>
                  <a:gd name="connsiteY6" fmla="*/ 303362 h 685800"/>
                  <a:gd name="connsiteX7" fmla="*/ 914400 w 2060275"/>
                  <a:gd name="connsiteY7" fmla="*/ 87702 h 685800"/>
                  <a:gd name="connsiteX8" fmla="*/ 1017917 w 2060275"/>
                  <a:gd name="connsiteY8" fmla="*/ 10064 h 685800"/>
                  <a:gd name="connsiteX9" fmla="*/ 1138686 w 2060275"/>
                  <a:gd name="connsiteY9" fmla="*/ 27317 h 685800"/>
                  <a:gd name="connsiteX10" fmla="*/ 1216324 w 2060275"/>
                  <a:gd name="connsiteY10" fmla="*/ 173966 h 685800"/>
                  <a:gd name="connsiteX11" fmla="*/ 1285335 w 2060275"/>
                  <a:gd name="connsiteY11" fmla="*/ 363747 h 685800"/>
                  <a:gd name="connsiteX12" fmla="*/ 1337094 w 2060275"/>
                  <a:gd name="connsiteY12" fmla="*/ 579407 h 685800"/>
                  <a:gd name="connsiteX13" fmla="*/ 1552754 w 2060275"/>
                  <a:gd name="connsiteY13" fmla="*/ 657045 h 685800"/>
                  <a:gd name="connsiteX14" fmla="*/ 1742535 w 2060275"/>
                  <a:gd name="connsiteY14" fmla="*/ 406879 h 685800"/>
                  <a:gd name="connsiteX15" fmla="*/ 1794294 w 2060275"/>
                  <a:gd name="connsiteY15" fmla="*/ 208471 h 685800"/>
                  <a:gd name="connsiteX16" fmla="*/ 1906437 w 2060275"/>
                  <a:gd name="connsiteY16" fmla="*/ 96328 h 685800"/>
                  <a:gd name="connsiteX17" fmla="*/ 2035834 w 2060275"/>
                  <a:gd name="connsiteY17" fmla="*/ 79075 h 685800"/>
                  <a:gd name="connsiteX18" fmla="*/ 2053086 w 2060275"/>
                  <a:gd name="connsiteY18" fmla="*/ 61822 h 685800"/>
                  <a:gd name="connsiteX0" fmla="*/ 0 w 2060275"/>
                  <a:gd name="connsiteY0" fmla="*/ 113581 h 622539"/>
                  <a:gd name="connsiteX1" fmla="*/ 181154 w 2060275"/>
                  <a:gd name="connsiteY1" fmla="*/ 87702 h 622539"/>
                  <a:gd name="connsiteX2" fmla="*/ 276045 w 2060275"/>
                  <a:gd name="connsiteY2" fmla="*/ 130834 h 622539"/>
                  <a:gd name="connsiteX3" fmla="*/ 379562 w 2060275"/>
                  <a:gd name="connsiteY3" fmla="*/ 389626 h 622539"/>
                  <a:gd name="connsiteX4" fmla="*/ 448573 w 2060275"/>
                  <a:gd name="connsiteY4" fmla="*/ 562154 h 622539"/>
                  <a:gd name="connsiteX5" fmla="*/ 638354 w 2060275"/>
                  <a:gd name="connsiteY5" fmla="*/ 579407 h 622539"/>
                  <a:gd name="connsiteX6" fmla="*/ 819509 w 2060275"/>
                  <a:gd name="connsiteY6" fmla="*/ 303362 h 622539"/>
                  <a:gd name="connsiteX7" fmla="*/ 914400 w 2060275"/>
                  <a:gd name="connsiteY7" fmla="*/ 87702 h 622539"/>
                  <a:gd name="connsiteX8" fmla="*/ 1017917 w 2060275"/>
                  <a:gd name="connsiteY8" fmla="*/ 10064 h 622539"/>
                  <a:gd name="connsiteX9" fmla="*/ 1138686 w 2060275"/>
                  <a:gd name="connsiteY9" fmla="*/ 27317 h 622539"/>
                  <a:gd name="connsiteX10" fmla="*/ 1216324 w 2060275"/>
                  <a:gd name="connsiteY10" fmla="*/ 173966 h 622539"/>
                  <a:gd name="connsiteX11" fmla="*/ 1285335 w 2060275"/>
                  <a:gd name="connsiteY11" fmla="*/ 363747 h 622539"/>
                  <a:gd name="connsiteX12" fmla="*/ 1337094 w 2060275"/>
                  <a:gd name="connsiteY12" fmla="*/ 579407 h 622539"/>
                  <a:gd name="connsiteX13" fmla="*/ 1578633 w 2060275"/>
                  <a:gd name="connsiteY13" fmla="*/ 579407 h 622539"/>
                  <a:gd name="connsiteX14" fmla="*/ 1742535 w 2060275"/>
                  <a:gd name="connsiteY14" fmla="*/ 406879 h 622539"/>
                  <a:gd name="connsiteX15" fmla="*/ 1794294 w 2060275"/>
                  <a:gd name="connsiteY15" fmla="*/ 208471 h 622539"/>
                  <a:gd name="connsiteX16" fmla="*/ 1906437 w 2060275"/>
                  <a:gd name="connsiteY16" fmla="*/ 96328 h 622539"/>
                  <a:gd name="connsiteX17" fmla="*/ 2035834 w 2060275"/>
                  <a:gd name="connsiteY17" fmla="*/ 79075 h 622539"/>
                  <a:gd name="connsiteX18" fmla="*/ 2053086 w 2060275"/>
                  <a:gd name="connsiteY18" fmla="*/ 61822 h 622539"/>
                  <a:gd name="connsiteX0" fmla="*/ 0 w 2060275"/>
                  <a:gd name="connsiteY0" fmla="*/ 113581 h 622539"/>
                  <a:gd name="connsiteX1" fmla="*/ 181154 w 2060275"/>
                  <a:gd name="connsiteY1" fmla="*/ 87702 h 622539"/>
                  <a:gd name="connsiteX2" fmla="*/ 276045 w 2060275"/>
                  <a:gd name="connsiteY2" fmla="*/ 130834 h 622539"/>
                  <a:gd name="connsiteX3" fmla="*/ 379562 w 2060275"/>
                  <a:gd name="connsiteY3" fmla="*/ 389626 h 622539"/>
                  <a:gd name="connsiteX4" fmla="*/ 448573 w 2060275"/>
                  <a:gd name="connsiteY4" fmla="*/ 562154 h 622539"/>
                  <a:gd name="connsiteX5" fmla="*/ 638354 w 2060275"/>
                  <a:gd name="connsiteY5" fmla="*/ 579407 h 622539"/>
                  <a:gd name="connsiteX6" fmla="*/ 819509 w 2060275"/>
                  <a:gd name="connsiteY6" fmla="*/ 303362 h 622539"/>
                  <a:gd name="connsiteX7" fmla="*/ 914400 w 2060275"/>
                  <a:gd name="connsiteY7" fmla="*/ 87702 h 622539"/>
                  <a:gd name="connsiteX8" fmla="*/ 1017917 w 2060275"/>
                  <a:gd name="connsiteY8" fmla="*/ 10064 h 622539"/>
                  <a:gd name="connsiteX9" fmla="*/ 1138686 w 2060275"/>
                  <a:gd name="connsiteY9" fmla="*/ 27317 h 622539"/>
                  <a:gd name="connsiteX10" fmla="*/ 1216324 w 2060275"/>
                  <a:gd name="connsiteY10" fmla="*/ 173966 h 622539"/>
                  <a:gd name="connsiteX11" fmla="*/ 1285335 w 2060275"/>
                  <a:gd name="connsiteY11" fmla="*/ 363747 h 622539"/>
                  <a:gd name="connsiteX12" fmla="*/ 1362973 w 2060275"/>
                  <a:gd name="connsiteY12" fmla="*/ 544901 h 622539"/>
                  <a:gd name="connsiteX13" fmla="*/ 1578633 w 2060275"/>
                  <a:gd name="connsiteY13" fmla="*/ 579407 h 622539"/>
                  <a:gd name="connsiteX14" fmla="*/ 1742535 w 2060275"/>
                  <a:gd name="connsiteY14" fmla="*/ 406879 h 622539"/>
                  <a:gd name="connsiteX15" fmla="*/ 1794294 w 2060275"/>
                  <a:gd name="connsiteY15" fmla="*/ 208471 h 622539"/>
                  <a:gd name="connsiteX16" fmla="*/ 1906437 w 2060275"/>
                  <a:gd name="connsiteY16" fmla="*/ 96328 h 622539"/>
                  <a:gd name="connsiteX17" fmla="*/ 2035834 w 2060275"/>
                  <a:gd name="connsiteY17" fmla="*/ 79075 h 622539"/>
                  <a:gd name="connsiteX18" fmla="*/ 2053086 w 2060275"/>
                  <a:gd name="connsiteY18" fmla="*/ 61822 h 622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060275" h="622539">
                    <a:moveTo>
                      <a:pt x="0" y="113581"/>
                    </a:moveTo>
                    <a:cubicBezTo>
                      <a:pt x="67573" y="99204"/>
                      <a:pt x="135147" y="84827"/>
                      <a:pt x="181154" y="87702"/>
                    </a:cubicBezTo>
                    <a:cubicBezTo>
                      <a:pt x="227161" y="90577"/>
                      <a:pt x="242977" y="80513"/>
                      <a:pt x="276045" y="130834"/>
                    </a:cubicBezTo>
                    <a:cubicBezTo>
                      <a:pt x="309113" y="181155"/>
                      <a:pt x="379562" y="389626"/>
                      <a:pt x="379562" y="389626"/>
                    </a:cubicBezTo>
                    <a:cubicBezTo>
                      <a:pt x="408317" y="461513"/>
                      <a:pt x="405441" y="530524"/>
                      <a:pt x="448573" y="562154"/>
                    </a:cubicBezTo>
                    <a:cubicBezTo>
                      <a:pt x="491705" y="593784"/>
                      <a:pt x="576531" y="622539"/>
                      <a:pt x="638354" y="579407"/>
                    </a:cubicBezTo>
                    <a:cubicBezTo>
                      <a:pt x="700177" y="536275"/>
                      <a:pt x="773501" y="385313"/>
                      <a:pt x="819509" y="303362"/>
                    </a:cubicBezTo>
                    <a:cubicBezTo>
                      <a:pt x="865517" y="221411"/>
                      <a:pt x="881332" y="136585"/>
                      <a:pt x="914400" y="87702"/>
                    </a:cubicBezTo>
                    <a:cubicBezTo>
                      <a:pt x="947468" y="38819"/>
                      <a:pt x="980536" y="20128"/>
                      <a:pt x="1017917" y="10064"/>
                    </a:cubicBezTo>
                    <a:cubicBezTo>
                      <a:pt x="1055298" y="0"/>
                      <a:pt x="1105618" y="0"/>
                      <a:pt x="1138686" y="27317"/>
                    </a:cubicBezTo>
                    <a:cubicBezTo>
                      <a:pt x="1171754" y="54634"/>
                      <a:pt x="1191883" y="117894"/>
                      <a:pt x="1216324" y="173966"/>
                    </a:cubicBezTo>
                    <a:cubicBezTo>
                      <a:pt x="1240765" y="230038"/>
                      <a:pt x="1260894" y="301925"/>
                      <a:pt x="1285335" y="363747"/>
                    </a:cubicBezTo>
                    <a:cubicBezTo>
                      <a:pt x="1309776" y="425569"/>
                      <a:pt x="1314090" y="508958"/>
                      <a:pt x="1362973" y="544901"/>
                    </a:cubicBezTo>
                    <a:cubicBezTo>
                      <a:pt x="1411856" y="580844"/>
                      <a:pt x="1515373" y="602411"/>
                      <a:pt x="1578633" y="579407"/>
                    </a:cubicBezTo>
                    <a:cubicBezTo>
                      <a:pt x="1641893" y="556403"/>
                      <a:pt x="1706592" y="468702"/>
                      <a:pt x="1742535" y="406879"/>
                    </a:cubicBezTo>
                    <a:cubicBezTo>
                      <a:pt x="1778479" y="345056"/>
                      <a:pt x="1766977" y="260229"/>
                      <a:pt x="1794294" y="208471"/>
                    </a:cubicBezTo>
                    <a:cubicBezTo>
                      <a:pt x="1821611" y="156713"/>
                      <a:pt x="1866180" y="117894"/>
                      <a:pt x="1906437" y="96328"/>
                    </a:cubicBezTo>
                    <a:cubicBezTo>
                      <a:pt x="1946694" y="74762"/>
                      <a:pt x="2011393" y="84826"/>
                      <a:pt x="2035834" y="79075"/>
                    </a:cubicBezTo>
                    <a:cubicBezTo>
                      <a:pt x="2060275" y="73324"/>
                      <a:pt x="2053086" y="61822"/>
                      <a:pt x="2053086" y="61822"/>
                    </a:cubicBezTo>
                  </a:path>
                </a:pathLst>
              </a:custGeom>
              <a:ln w="28575">
                <a:solidFill>
                  <a:srgbClr val="33CC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3" name="Group 54"/>
            <p:cNvGrpSpPr/>
            <p:nvPr/>
          </p:nvGrpSpPr>
          <p:grpSpPr>
            <a:xfrm flipV="1">
              <a:off x="680049" y="5124089"/>
              <a:ext cx="2321943" cy="603850"/>
              <a:chOff x="654170" y="5183037"/>
              <a:chExt cx="2321943" cy="622539"/>
            </a:xfrm>
          </p:grpSpPr>
          <p:sp>
            <p:nvSpPr>
              <p:cNvPr id="56" name="Freeform 55"/>
              <p:cNvSpPr/>
              <p:nvPr/>
            </p:nvSpPr>
            <p:spPr>
              <a:xfrm>
                <a:off x="750499" y="5191665"/>
                <a:ext cx="2181044" cy="537713"/>
              </a:xfrm>
              <a:custGeom>
                <a:avLst/>
                <a:gdLst>
                  <a:gd name="connsiteX0" fmla="*/ 0 w 2181044"/>
                  <a:gd name="connsiteY0" fmla="*/ 467264 h 537713"/>
                  <a:gd name="connsiteX1" fmla="*/ 319177 w 2181044"/>
                  <a:gd name="connsiteY1" fmla="*/ 467264 h 537713"/>
                  <a:gd name="connsiteX2" fmla="*/ 388188 w 2181044"/>
                  <a:gd name="connsiteY2" fmla="*/ 277483 h 537713"/>
                  <a:gd name="connsiteX3" fmla="*/ 431320 w 2181044"/>
                  <a:gd name="connsiteY3" fmla="*/ 104955 h 537713"/>
                  <a:gd name="connsiteX4" fmla="*/ 500332 w 2181044"/>
                  <a:gd name="connsiteY4" fmla="*/ 18691 h 537713"/>
                  <a:gd name="connsiteX5" fmla="*/ 707366 w 2181044"/>
                  <a:gd name="connsiteY5" fmla="*/ 18691 h 537713"/>
                  <a:gd name="connsiteX6" fmla="*/ 785003 w 2181044"/>
                  <a:gd name="connsiteY6" fmla="*/ 53196 h 537713"/>
                  <a:gd name="connsiteX7" fmla="*/ 845388 w 2181044"/>
                  <a:gd name="connsiteY7" fmla="*/ 199845 h 537713"/>
                  <a:gd name="connsiteX8" fmla="*/ 862641 w 2181044"/>
                  <a:gd name="connsiteY8" fmla="*/ 467264 h 537713"/>
                  <a:gd name="connsiteX9" fmla="*/ 940279 w 2181044"/>
                  <a:gd name="connsiteY9" fmla="*/ 501770 h 537713"/>
                  <a:gd name="connsiteX10" fmla="*/ 1121433 w 2181044"/>
                  <a:gd name="connsiteY10" fmla="*/ 510396 h 537713"/>
                  <a:gd name="connsiteX11" fmla="*/ 1207698 w 2181044"/>
                  <a:gd name="connsiteY11" fmla="*/ 510396 h 537713"/>
                  <a:gd name="connsiteX12" fmla="*/ 1250830 w 2181044"/>
                  <a:gd name="connsiteY12" fmla="*/ 346494 h 537713"/>
                  <a:gd name="connsiteX13" fmla="*/ 1285335 w 2181044"/>
                  <a:gd name="connsiteY13" fmla="*/ 242977 h 537713"/>
                  <a:gd name="connsiteX14" fmla="*/ 1337094 w 2181044"/>
                  <a:gd name="connsiteY14" fmla="*/ 87702 h 537713"/>
                  <a:gd name="connsiteX15" fmla="*/ 1397479 w 2181044"/>
                  <a:gd name="connsiteY15" fmla="*/ 10064 h 537713"/>
                  <a:gd name="connsiteX16" fmla="*/ 1587260 w 2181044"/>
                  <a:gd name="connsiteY16" fmla="*/ 27317 h 537713"/>
                  <a:gd name="connsiteX17" fmla="*/ 1664898 w 2181044"/>
                  <a:gd name="connsiteY17" fmla="*/ 53196 h 537713"/>
                  <a:gd name="connsiteX18" fmla="*/ 1733909 w 2181044"/>
                  <a:gd name="connsiteY18" fmla="*/ 225725 h 537713"/>
                  <a:gd name="connsiteX19" fmla="*/ 1751162 w 2181044"/>
                  <a:gd name="connsiteY19" fmla="*/ 363747 h 537713"/>
                  <a:gd name="connsiteX20" fmla="*/ 1785667 w 2181044"/>
                  <a:gd name="connsiteY20" fmla="*/ 510396 h 537713"/>
                  <a:gd name="connsiteX21" fmla="*/ 1846052 w 2181044"/>
                  <a:gd name="connsiteY21" fmla="*/ 519023 h 537713"/>
                  <a:gd name="connsiteX22" fmla="*/ 2009954 w 2181044"/>
                  <a:gd name="connsiteY22" fmla="*/ 519023 h 537713"/>
                  <a:gd name="connsiteX23" fmla="*/ 2156603 w 2181044"/>
                  <a:gd name="connsiteY23" fmla="*/ 475891 h 537713"/>
                  <a:gd name="connsiteX24" fmla="*/ 2156603 w 2181044"/>
                  <a:gd name="connsiteY24" fmla="*/ 467264 h 53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181044" h="537713">
                    <a:moveTo>
                      <a:pt x="0" y="467264"/>
                    </a:moveTo>
                    <a:cubicBezTo>
                      <a:pt x="127239" y="483079"/>
                      <a:pt x="254479" y="498894"/>
                      <a:pt x="319177" y="467264"/>
                    </a:cubicBezTo>
                    <a:cubicBezTo>
                      <a:pt x="383875" y="435634"/>
                      <a:pt x="369498" y="337868"/>
                      <a:pt x="388188" y="277483"/>
                    </a:cubicBezTo>
                    <a:cubicBezTo>
                      <a:pt x="406878" y="217098"/>
                      <a:pt x="412629" y="148087"/>
                      <a:pt x="431320" y="104955"/>
                    </a:cubicBezTo>
                    <a:cubicBezTo>
                      <a:pt x="450011" y="61823"/>
                      <a:pt x="454324" y="33068"/>
                      <a:pt x="500332" y="18691"/>
                    </a:cubicBezTo>
                    <a:cubicBezTo>
                      <a:pt x="546340" y="4314"/>
                      <a:pt x="659921" y="12940"/>
                      <a:pt x="707366" y="18691"/>
                    </a:cubicBezTo>
                    <a:cubicBezTo>
                      <a:pt x="754811" y="24442"/>
                      <a:pt x="761999" y="23004"/>
                      <a:pt x="785003" y="53196"/>
                    </a:cubicBezTo>
                    <a:cubicBezTo>
                      <a:pt x="808007" y="83388"/>
                      <a:pt x="832448" y="130834"/>
                      <a:pt x="845388" y="199845"/>
                    </a:cubicBezTo>
                    <a:cubicBezTo>
                      <a:pt x="858328" y="268856"/>
                      <a:pt x="846826" y="416943"/>
                      <a:pt x="862641" y="467264"/>
                    </a:cubicBezTo>
                    <a:cubicBezTo>
                      <a:pt x="878456" y="517585"/>
                      <a:pt x="897147" y="494581"/>
                      <a:pt x="940279" y="501770"/>
                    </a:cubicBezTo>
                    <a:cubicBezTo>
                      <a:pt x="983411" y="508959"/>
                      <a:pt x="1076863" y="508958"/>
                      <a:pt x="1121433" y="510396"/>
                    </a:cubicBezTo>
                    <a:cubicBezTo>
                      <a:pt x="1166003" y="511834"/>
                      <a:pt x="1186132" y="537713"/>
                      <a:pt x="1207698" y="510396"/>
                    </a:cubicBezTo>
                    <a:cubicBezTo>
                      <a:pt x="1229264" y="483079"/>
                      <a:pt x="1237890" y="391064"/>
                      <a:pt x="1250830" y="346494"/>
                    </a:cubicBezTo>
                    <a:cubicBezTo>
                      <a:pt x="1263770" y="301924"/>
                      <a:pt x="1285335" y="242977"/>
                      <a:pt x="1285335" y="242977"/>
                    </a:cubicBezTo>
                    <a:cubicBezTo>
                      <a:pt x="1299712" y="199845"/>
                      <a:pt x="1318403" y="126521"/>
                      <a:pt x="1337094" y="87702"/>
                    </a:cubicBezTo>
                    <a:cubicBezTo>
                      <a:pt x="1355785" y="48883"/>
                      <a:pt x="1355785" y="20128"/>
                      <a:pt x="1397479" y="10064"/>
                    </a:cubicBezTo>
                    <a:cubicBezTo>
                      <a:pt x="1439173" y="0"/>
                      <a:pt x="1542690" y="20128"/>
                      <a:pt x="1587260" y="27317"/>
                    </a:cubicBezTo>
                    <a:cubicBezTo>
                      <a:pt x="1631830" y="34506"/>
                      <a:pt x="1640457" y="20128"/>
                      <a:pt x="1664898" y="53196"/>
                    </a:cubicBezTo>
                    <a:cubicBezTo>
                      <a:pt x="1689340" y="86264"/>
                      <a:pt x="1719532" y="173967"/>
                      <a:pt x="1733909" y="225725"/>
                    </a:cubicBezTo>
                    <a:cubicBezTo>
                      <a:pt x="1748286" y="277483"/>
                      <a:pt x="1742536" y="316302"/>
                      <a:pt x="1751162" y="363747"/>
                    </a:cubicBezTo>
                    <a:cubicBezTo>
                      <a:pt x="1759788" y="411192"/>
                      <a:pt x="1769852" y="484517"/>
                      <a:pt x="1785667" y="510396"/>
                    </a:cubicBezTo>
                    <a:cubicBezTo>
                      <a:pt x="1801482" y="536275"/>
                      <a:pt x="1808671" y="517585"/>
                      <a:pt x="1846052" y="519023"/>
                    </a:cubicBezTo>
                    <a:cubicBezTo>
                      <a:pt x="1883433" y="520461"/>
                      <a:pt x="1958196" y="526212"/>
                      <a:pt x="2009954" y="519023"/>
                    </a:cubicBezTo>
                    <a:cubicBezTo>
                      <a:pt x="2061712" y="511834"/>
                      <a:pt x="2132162" y="484517"/>
                      <a:pt x="2156603" y="475891"/>
                    </a:cubicBezTo>
                    <a:cubicBezTo>
                      <a:pt x="2181044" y="467265"/>
                      <a:pt x="2168823" y="467264"/>
                      <a:pt x="2156603" y="467264"/>
                    </a:cubicBezTo>
                  </a:path>
                </a:pathLst>
              </a:custGeom>
              <a:noFill/>
              <a:ln w="28575">
                <a:solidFill>
                  <a:srgbClr val="33CC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7" name="Freeform 56"/>
              <p:cNvSpPr/>
              <p:nvPr/>
            </p:nvSpPr>
            <p:spPr>
              <a:xfrm flipH="1" flipV="1">
                <a:off x="654170" y="5194540"/>
                <a:ext cx="2261558" cy="576532"/>
              </a:xfrm>
              <a:custGeom>
                <a:avLst/>
                <a:gdLst>
                  <a:gd name="connsiteX0" fmla="*/ 0 w 2181044"/>
                  <a:gd name="connsiteY0" fmla="*/ 467264 h 537713"/>
                  <a:gd name="connsiteX1" fmla="*/ 319177 w 2181044"/>
                  <a:gd name="connsiteY1" fmla="*/ 467264 h 537713"/>
                  <a:gd name="connsiteX2" fmla="*/ 388188 w 2181044"/>
                  <a:gd name="connsiteY2" fmla="*/ 277483 h 537713"/>
                  <a:gd name="connsiteX3" fmla="*/ 431320 w 2181044"/>
                  <a:gd name="connsiteY3" fmla="*/ 104955 h 537713"/>
                  <a:gd name="connsiteX4" fmla="*/ 500332 w 2181044"/>
                  <a:gd name="connsiteY4" fmla="*/ 18691 h 537713"/>
                  <a:gd name="connsiteX5" fmla="*/ 707366 w 2181044"/>
                  <a:gd name="connsiteY5" fmla="*/ 18691 h 537713"/>
                  <a:gd name="connsiteX6" fmla="*/ 785003 w 2181044"/>
                  <a:gd name="connsiteY6" fmla="*/ 53196 h 537713"/>
                  <a:gd name="connsiteX7" fmla="*/ 845388 w 2181044"/>
                  <a:gd name="connsiteY7" fmla="*/ 199845 h 537713"/>
                  <a:gd name="connsiteX8" fmla="*/ 862641 w 2181044"/>
                  <a:gd name="connsiteY8" fmla="*/ 467264 h 537713"/>
                  <a:gd name="connsiteX9" fmla="*/ 940279 w 2181044"/>
                  <a:gd name="connsiteY9" fmla="*/ 501770 h 537713"/>
                  <a:gd name="connsiteX10" fmla="*/ 1121433 w 2181044"/>
                  <a:gd name="connsiteY10" fmla="*/ 510396 h 537713"/>
                  <a:gd name="connsiteX11" fmla="*/ 1207698 w 2181044"/>
                  <a:gd name="connsiteY11" fmla="*/ 510396 h 537713"/>
                  <a:gd name="connsiteX12" fmla="*/ 1250830 w 2181044"/>
                  <a:gd name="connsiteY12" fmla="*/ 346494 h 537713"/>
                  <a:gd name="connsiteX13" fmla="*/ 1285335 w 2181044"/>
                  <a:gd name="connsiteY13" fmla="*/ 242977 h 537713"/>
                  <a:gd name="connsiteX14" fmla="*/ 1337094 w 2181044"/>
                  <a:gd name="connsiteY14" fmla="*/ 87702 h 537713"/>
                  <a:gd name="connsiteX15" fmla="*/ 1397479 w 2181044"/>
                  <a:gd name="connsiteY15" fmla="*/ 10064 h 537713"/>
                  <a:gd name="connsiteX16" fmla="*/ 1587260 w 2181044"/>
                  <a:gd name="connsiteY16" fmla="*/ 27317 h 537713"/>
                  <a:gd name="connsiteX17" fmla="*/ 1664898 w 2181044"/>
                  <a:gd name="connsiteY17" fmla="*/ 53196 h 537713"/>
                  <a:gd name="connsiteX18" fmla="*/ 1733909 w 2181044"/>
                  <a:gd name="connsiteY18" fmla="*/ 225725 h 537713"/>
                  <a:gd name="connsiteX19" fmla="*/ 1751162 w 2181044"/>
                  <a:gd name="connsiteY19" fmla="*/ 363747 h 537713"/>
                  <a:gd name="connsiteX20" fmla="*/ 1785667 w 2181044"/>
                  <a:gd name="connsiteY20" fmla="*/ 510396 h 537713"/>
                  <a:gd name="connsiteX21" fmla="*/ 1846052 w 2181044"/>
                  <a:gd name="connsiteY21" fmla="*/ 519023 h 537713"/>
                  <a:gd name="connsiteX22" fmla="*/ 2009954 w 2181044"/>
                  <a:gd name="connsiteY22" fmla="*/ 519023 h 537713"/>
                  <a:gd name="connsiteX23" fmla="*/ 2156603 w 2181044"/>
                  <a:gd name="connsiteY23" fmla="*/ 475891 h 537713"/>
                  <a:gd name="connsiteX24" fmla="*/ 2156603 w 2181044"/>
                  <a:gd name="connsiteY24" fmla="*/ 467264 h 53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181044" h="537713">
                    <a:moveTo>
                      <a:pt x="0" y="467264"/>
                    </a:moveTo>
                    <a:cubicBezTo>
                      <a:pt x="127239" y="483079"/>
                      <a:pt x="254479" y="498894"/>
                      <a:pt x="319177" y="467264"/>
                    </a:cubicBezTo>
                    <a:cubicBezTo>
                      <a:pt x="383875" y="435634"/>
                      <a:pt x="369498" y="337868"/>
                      <a:pt x="388188" y="277483"/>
                    </a:cubicBezTo>
                    <a:cubicBezTo>
                      <a:pt x="406878" y="217098"/>
                      <a:pt x="412629" y="148087"/>
                      <a:pt x="431320" y="104955"/>
                    </a:cubicBezTo>
                    <a:cubicBezTo>
                      <a:pt x="450011" y="61823"/>
                      <a:pt x="454324" y="33068"/>
                      <a:pt x="500332" y="18691"/>
                    </a:cubicBezTo>
                    <a:cubicBezTo>
                      <a:pt x="546340" y="4314"/>
                      <a:pt x="659921" y="12940"/>
                      <a:pt x="707366" y="18691"/>
                    </a:cubicBezTo>
                    <a:cubicBezTo>
                      <a:pt x="754811" y="24442"/>
                      <a:pt x="761999" y="23004"/>
                      <a:pt x="785003" y="53196"/>
                    </a:cubicBezTo>
                    <a:cubicBezTo>
                      <a:pt x="808007" y="83388"/>
                      <a:pt x="832448" y="130834"/>
                      <a:pt x="845388" y="199845"/>
                    </a:cubicBezTo>
                    <a:cubicBezTo>
                      <a:pt x="858328" y="268856"/>
                      <a:pt x="846826" y="416943"/>
                      <a:pt x="862641" y="467264"/>
                    </a:cubicBezTo>
                    <a:cubicBezTo>
                      <a:pt x="878456" y="517585"/>
                      <a:pt x="897147" y="494581"/>
                      <a:pt x="940279" y="501770"/>
                    </a:cubicBezTo>
                    <a:cubicBezTo>
                      <a:pt x="983411" y="508959"/>
                      <a:pt x="1076863" y="508958"/>
                      <a:pt x="1121433" y="510396"/>
                    </a:cubicBezTo>
                    <a:cubicBezTo>
                      <a:pt x="1166003" y="511834"/>
                      <a:pt x="1186132" y="537713"/>
                      <a:pt x="1207698" y="510396"/>
                    </a:cubicBezTo>
                    <a:cubicBezTo>
                      <a:pt x="1229264" y="483079"/>
                      <a:pt x="1237890" y="391064"/>
                      <a:pt x="1250830" y="346494"/>
                    </a:cubicBezTo>
                    <a:cubicBezTo>
                      <a:pt x="1263770" y="301924"/>
                      <a:pt x="1285335" y="242977"/>
                      <a:pt x="1285335" y="242977"/>
                    </a:cubicBezTo>
                    <a:cubicBezTo>
                      <a:pt x="1299712" y="199845"/>
                      <a:pt x="1318403" y="126521"/>
                      <a:pt x="1337094" y="87702"/>
                    </a:cubicBezTo>
                    <a:cubicBezTo>
                      <a:pt x="1355785" y="48883"/>
                      <a:pt x="1355785" y="20128"/>
                      <a:pt x="1397479" y="10064"/>
                    </a:cubicBezTo>
                    <a:cubicBezTo>
                      <a:pt x="1439173" y="0"/>
                      <a:pt x="1542690" y="20128"/>
                      <a:pt x="1587260" y="27317"/>
                    </a:cubicBezTo>
                    <a:cubicBezTo>
                      <a:pt x="1631830" y="34506"/>
                      <a:pt x="1640457" y="20128"/>
                      <a:pt x="1664898" y="53196"/>
                    </a:cubicBezTo>
                    <a:cubicBezTo>
                      <a:pt x="1689340" y="86264"/>
                      <a:pt x="1719532" y="173967"/>
                      <a:pt x="1733909" y="225725"/>
                    </a:cubicBezTo>
                    <a:cubicBezTo>
                      <a:pt x="1748286" y="277483"/>
                      <a:pt x="1742536" y="316302"/>
                      <a:pt x="1751162" y="363747"/>
                    </a:cubicBezTo>
                    <a:cubicBezTo>
                      <a:pt x="1759788" y="411192"/>
                      <a:pt x="1769852" y="484517"/>
                      <a:pt x="1785667" y="510396"/>
                    </a:cubicBezTo>
                    <a:cubicBezTo>
                      <a:pt x="1801482" y="536275"/>
                      <a:pt x="1808671" y="517585"/>
                      <a:pt x="1846052" y="519023"/>
                    </a:cubicBezTo>
                    <a:cubicBezTo>
                      <a:pt x="1883433" y="520461"/>
                      <a:pt x="1958196" y="526212"/>
                      <a:pt x="2009954" y="519023"/>
                    </a:cubicBezTo>
                    <a:cubicBezTo>
                      <a:pt x="2061712" y="511834"/>
                      <a:pt x="2132162" y="484517"/>
                      <a:pt x="2156603" y="475891"/>
                    </a:cubicBezTo>
                    <a:cubicBezTo>
                      <a:pt x="2181044" y="467265"/>
                      <a:pt x="2168823" y="467264"/>
                      <a:pt x="2156603" y="467264"/>
                    </a:cubicBezTo>
                  </a:path>
                </a:pathLst>
              </a:custGeom>
              <a:noFill/>
              <a:ln w="28575">
                <a:solidFill>
                  <a:srgbClr val="33CC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8" name="Freeform 57"/>
              <p:cNvSpPr/>
              <p:nvPr/>
            </p:nvSpPr>
            <p:spPr>
              <a:xfrm>
                <a:off x="776377" y="5183037"/>
                <a:ext cx="2173857" cy="576532"/>
              </a:xfrm>
              <a:custGeom>
                <a:avLst/>
                <a:gdLst>
                  <a:gd name="connsiteX0" fmla="*/ 0 w 2173857"/>
                  <a:gd name="connsiteY0" fmla="*/ 501771 h 576532"/>
                  <a:gd name="connsiteX1" fmla="*/ 69012 w 2173857"/>
                  <a:gd name="connsiteY1" fmla="*/ 501771 h 576532"/>
                  <a:gd name="connsiteX2" fmla="*/ 345057 w 2173857"/>
                  <a:gd name="connsiteY2" fmla="*/ 458638 h 576532"/>
                  <a:gd name="connsiteX3" fmla="*/ 379563 w 2173857"/>
                  <a:gd name="connsiteY3" fmla="*/ 251605 h 576532"/>
                  <a:gd name="connsiteX4" fmla="*/ 457200 w 2173857"/>
                  <a:gd name="connsiteY4" fmla="*/ 79076 h 576532"/>
                  <a:gd name="connsiteX5" fmla="*/ 577970 w 2173857"/>
                  <a:gd name="connsiteY5" fmla="*/ 10065 h 576532"/>
                  <a:gd name="connsiteX6" fmla="*/ 733246 w 2173857"/>
                  <a:gd name="connsiteY6" fmla="*/ 61823 h 576532"/>
                  <a:gd name="connsiteX7" fmla="*/ 836763 w 2173857"/>
                  <a:gd name="connsiteY7" fmla="*/ 381001 h 576532"/>
                  <a:gd name="connsiteX8" fmla="*/ 940280 w 2173857"/>
                  <a:gd name="connsiteY8" fmla="*/ 544903 h 576532"/>
                  <a:gd name="connsiteX9" fmla="*/ 1112808 w 2173857"/>
                  <a:gd name="connsiteY9" fmla="*/ 553529 h 576532"/>
                  <a:gd name="connsiteX10" fmla="*/ 1181819 w 2173857"/>
                  <a:gd name="connsiteY10" fmla="*/ 475891 h 576532"/>
                  <a:gd name="connsiteX11" fmla="*/ 1285336 w 2173857"/>
                  <a:gd name="connsiteY11" fmla="*/ 234352 h 576532"/>
                  <a:gd name="connsiteX12" fmla="*/ 1371600 w 2173857"/>
                  <a:gd name="connsiteY12" fmla="*/ 96329 h 576532"/>
                  <a:gd name="connsiteX13" fmla="*/ 1544129 w 2173857"/>
                  <a:gd name="connsiteY13" fmla="*/ 44571 h 576532"/>
                  <a:gd name="connsiteX14" fmla="*/ 1656272 w 2173857"/>
                  <a:gd name="connsiteY14" fmla="*/ 96329 h 576532"/>
                  <a:gd name="connsiteX15" fmla="*/ 1708031 w 2173857"/>
                  <a:gd name="connsiteY15" fmla="*/ 286110 h 576532"/>
                  <a:gd name="connsiteX16" fmla="*/ 1777042 w 2173857"/>
                  <a:gd name="connsiteY16" fmla="*/ 484518 h 576532"/>
                  <a:gd name="connsiteX17" fmla="*/ 1846053 w 2173857"/>
                  <a:gd name="connsiteY17" fmla="*/ 562155 h 576532"/>
                  <a:gd name="connsiteX18" fmla="*/ 2053087 w 2173857"/>
                  <a:gd name="connsiteY18" fmla="*/ 570782 h 576532"/>
                  <a:gd name="connsiteX19" fmla="*/ 2173857 w 2173857"/>
                  <a:gd name="connsiteY19" fmla="*/ 536276 h 5765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73857" h="576532">
                    <a:moveTo>
                      <a:pt x="0" y="501771"/>
                    </a:moveTo>
                    <a:cubicBezTo>
                      <a:pt x="5751" y="505365"/>
                      <a:pt x="11503" y="508960"/>
                      <a:pt x="69012" y="501771"/>
                    </a:cubicBezTo>
                    <a:cubicBezTo>
                      <a:pt x="126522" y="494582"/>
                      <a:pt x="293299" y="500332"/>
                      <a:pt x="345057" y="458638"/>
                    </a:cubicBezTo>
                    <a:cubicBezTo>
                      <a:pt x="396815" y="416944"/>
                      <a:pt x="360873" y="314865"/>
                      <a:pt x="379563" y="251605"/>
                    </a:cubicBezTo>
                    <a:cubicBezTo>
                      <a:pt x="398253" y="188345"/>
                      <a:pt x="424132" y="119333"/>
                      <a:pt x="457200" y="79076"/>
                    </a:cubicBezTo>
                    <a:cubicBezTo>
                      <a:pt x="490268" y="38819"/>
                      <a:pt x="531962" y="12940"/>
                      <a:pt x="577970" y="10065"/>
                    </a:cubicBezTo>
                    <a:cubicBezTo>
                      <a:pt x="623978" y="7190"/>
                      <a:pt x="690114" y="0"/>
                      <a:pt x="733246" y="61823"/>
                    </a:cubicBezTo>
                    <a:cubicBezTo>
                      <a:pt x="776378" y="123646"/>
                      <a:pt x="802257" y="300488"/>
                      <a:pt x="836763" y="381001"/>
                    </a:cubicBezTo>
                    <a:cubicBezTo>
                      <a:pt x="871269" y="461514"/>
                      <a:pt x="894273" y="516148"/>
                      <a:pt x="940280" y="544903"/>
                    </a:cubicBezTo>
                    <a:cubicBezTo>
                      <a:pt x="986287" y="573658"/>
                      <a:pt x="1072552" y="565031"/>
                      <a:pt x="1112808" y="553529"/>
                    </a:cubicBezTo>
                    <a:cubicBezTo>
                      <a:pt x="1153065" y="542027"/>
                      <a:pt x="1153064" y="529087"/>
                      <a:pt x="1181819" y="475891"/>
                    </a:cubicBezTo>
                    <a:cubicBezTo>
                      <a:pt x="1210574" y="422695"/>
                      <a:pt x="1253706" y="297612"/>
                      <a:pt x="1285336" y="234352"/>
                    </a:cubicBezTo>
                    <a:cubicBezTo>
                      <a:pt x="1316966" y="171092"/>
                      <a:pt x="1328468" y="127959"/>
                      <a:pt x="1371600" y="96329"/>
                    </a:cubicBezTo>
                    <a:cubicBezTo>
                      <a:pt x="1414732" y="64699"/>
                      <a:pt x="1496684" y="44571"/>
                      <a:pt x="1544129" y="44571"/>
                    </a:cubicBezTo>
                    <a:cubicBezTo>
                      <a:pt x="1591574" y="44571"/>
                      <a:pt x="1628955" y="56072"/>
                      <a:pt x="1656272" y="96329"/>
                    </a:cubicBezTo>
                    <a:cubicBezTo>
                      <a:pt x="1683589" y="136586"/>
                      <a:pt x="1687903" y="221412"/>
                      <a:pt x="1708031" y="286110"/>
                    </a:cubicBezTo>
                    <a:cubicBezTo>
                      <a:pt x="1728159" y="350808"/>
                      <a:pt x="1754038" y="438511"/>
                      <a:pt x="1777042" y="484518"/>
                    </a:cubicBezTo>
                    <a:cubicBezTo>
                      <a:pt x="1800046" y="530525"/>
                      <a:pt x="1800046" y="547778"/>
                      <a:pt x="1846053" y="562155"/>
                    </a:cubicBezTo>
                    <a:cubicBezTo>
                      <a:pt x="1892060" y="576532"/>
                      <a:pt x="1998453" y="575095"/>
                      <a:pt x="2053087" y="570782"/>
                    </a:cubicBezTo>
                    <a:cubicBezTo>
                      <a:pt x="2107721" y="566469"/>
                      <a:pt x="2140789" y="551372"/>
                      <a:pt x="2173857" y="536276"/>
                    </a:cubicBezTo>
                  </a:path>
                </a:pathLst>
              </a:custGeom>
              <a:ln w="28575">
                <a:solidFill>
                  <a:srgbClr val="33CC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9" name="Freeform 58"/>
              <p:cNvSpPr/>
              <p:nvPr/>
            </p:nvSpPr>
            <p:spPr>
              <a:xfrm>
                <a:off x="733245" y="5211792"/>
                <a:ext cx="2147978" cy="550653"/>
              </a:xfrm>
              <a:custGeom>
                <a:avLst/>
                <a:gdLst>
                  <a:gd name="connsiteX0" fmla="*/ 0 w 2147978"/>
                  <a:gd name="connsiteY0" fmla="*/ 58948 h 550653"/>
                  <a:gd name="connsiteX1" fmla="*/ 86264 w 2147978"/>
                  <a:gd name="connsiteY1" fmla="*/ 15816 h 550653"/>
                  <a:gd name="connsiteX2" fmla="*/ 207034 w 2147978"/>
                  <a:gd name="connsiteY2" fmla="*/ 7189 h 550653"/>
                  <a:gd name="connsiteX3" fmla="*/ 336430 w 2147978"/>
                  <a:gd name="connsiteY3" fmla="*/ 58948 h 550653"/>
                  <a:gd name="connsiteX4" fmla="*/ 370936 w 2147978"/>
                  <a:gd name="connsiteY4" fmla="*/ 231476 h 550653"/>
                  <a:gd name="connsiteX5" fmla="*/ 448574 w 2147978"/>
                  <a:gd name="connsiteY5" fmla="*/ 447136 h 550653"/>
                  <a:gd name="connsiteX6" fmla="*/ 560717 w 2147978"/>
                  <a:gd name="connsiteY6" fmla="*/ 507521 h 550653"/>
                  <a:gd name="connsiteX7" fmla="*/ 715993 w 2147978"/>
                  <a:gd name="connsiteY7" fmla="*/ 516148 h 550653"/>
                  <a:gd name="connsiteX8" fmla="*/ 785004 w 2147978"/>
                  <a:gd name="connsiteY8" fmla="*/ 447136 h 550653"/>
                  <a:gd name="connsiteX9" fmla="*/ 854015 w 2147978"/>
                  <a:gd name="connsiteY9" fmla="*/ 300487 h 550653"/>
                  <a:gd name="connsiteX10" fmla="*/ 897147 w 2147978"/>
                  <a:gd name="connsiteY10" fmla="*/ 162465 h 550653"/>
                  <a:gd name="connsiteX11" fmla="*/ 957532 w 2147978"/>
                  <a:gd name="connsiteY11" fmla="*/ 41695 h 550653"/>
                  <a:gd name="connsiteX12" fmla="*/ 1035170 w 2147978"/>
                  <a:gd name="connsiteY12" fmla="*/ 15816 h 550653"/>
                  <a:gd name="connsiteX13" fmla="*/ 1173193 w 2147978"/>
                  <a:gd name="connsiteY13" fmla="*/ 24442 h 550653"/>
                  <a:gd name="connsiteX14" fmla="*/ 1259457 w 2147978"/>
                  <a:gd name="connsiteY14" fmla="*/ 93453 h 550653"/>
                  <a:gd name="connsiteX15" fmla="*/ 1319842 w 2147978"/>
                  <a:gd name="connsiteY15" fmla="*/ 283234 h 550653"/>
                  <a:gd name="connsiteX16" fmla="*/ 1319842 w 2147978"/>
                  <a:gd name="connsiteY16" fmla="*/ 395378 h 550653"/>
                  <a:gd name="connsiteX17" fmla="*/ 1414732 w 2147978"/>
                  <a:gd name="connsiteY17" fmla="*/ 498895 h 550653"/>
                  <a:gd name="connsiteX18" fmla="*/ 1570008 w 2147978"/>
                  <a:gd name="connsiteY18" fmla="*/ 550653 h 550653"/>
                  <a:gd name="connsiteX19" fmla="*/ 1716657 w 2147978"/>
                  <a:gd name="connsiteY19" fmla="*/ 498895 h 550653"/>
                  <a:gd name="connsiteX20" fmla="*/ 1777042 w 2147978"/>
                  <a:gd name="connsiteY20" fmla="*/ 369499 h 550653"/>
                  <a:gd name="connsiteX21" fmla="*/ 1828800 w 2147978"/>
                  <a:gd name="connsiteY21" fmla="*/ 188344 h 550653"/>
                  <a:gd name="connsiteX22" fmla="*/ 1828800 w 2147978"/>
                  <a:gd name="connsiteY22" fmla="*/ 119333 h 550653"/>
                  <a:gd name="connsiteX23" fmla="*/ 1897812 w 2147978"/>
                  <a:gd name="connsiteY23" fmla="*/ 67574 h 550653"/>
                  <a:gd name="connsiteX24" fmla="*/ 2044461 w 2147978"/>
                  <a:gd name="connsiteY24" fmla="*/ 41695 h 550653"/>
                  <a:gd name="connsiteX25" fmla="*/ 2147978 w 2147978"/>
                  <a:gd name="connsiteY25" fmla="*/ 58948 h 550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2147978" h="550653">
                    <a:moveTo>
                      <a:pt x="0" y="58948"/>
                    </a:moveTo>
                    <a:cubicBezTo>
                      <a:pt x="25879" y="41695"/>
                      <a:pt x="51758" y="24443"/>
                      <a:pt x="86264" y="15816"/>
                    </a:cubicBezTo>
                    <a:cubicBezTo>
                      <a:pt x="120770" y="7189"/>
                      <a:pt x="165340" y="0"/>
                      <a:pt x="207034" y="7189"/>
                    </a:cubicBezTo>
                    <a:cubicBezTo>
                      <a:pt x="248728" y="14378"/>
                      <a:pt x="309113" y="21567"/>
                      <a:pt x="336430" y="58948"/>
                    </a:cubicBezTo>
                    <a:cubicBezTo>
                      <a:pt x="363747" y="96329"/>
                      <a:pt x="352245" y="166778"/>
                      <a:pt x="370936" y="231476"/>
                    </a:cubicBezTo>
                    <a:cubicBezTo>
                      <a:pt x="389627" y="296174"/>
                      <a:pt x="416944" y="401129"/>
                      <a:pt x="448574" y="447136"/>
                    </a:cubicBezTo>
                    <a:cubicBezTo>
                      <a:pt x="480204" y="493143"/>
                      <a:pt x="516147" y="496019"/>
                      <a:pt x="560717" y="507521"/>
                    </a:cubicBezTo>
                    <a:cubicBezTo>
                      <a:pt x="605287" y="519023"/>
                      <a:pt x="678612" y="526212"/>
                      <a:pt x="715993" y="516148"/>
                    </a:cubicBezTo>
                    <a:cubicBezTo>
                      <a:pt x="753374" y="506084"/>
                      <a:pt x="762000" y="483079"/>
                      <a:pt x="785004" y="447136"/>
                    </a:cubicBezTo>
                    <a:cubicBezTo>
                      <a:pt x="808008" y="411193"/>
                      <a:pt x="835325" y="347932"/>
                      <a:pt x="854015" y="300487"/>
                    </a:cubicBezTo>
                    <a:cubicBezTo>
                      <a:pt x="872706" y="253042"/>
                      <a:pt x="879894" y="205597"/>
                      <a:pt x="897147" y="162465"/>
                    </a:cubicBezTo>
                    <a:cubicBezTo>
                      <a:pt x="914400" y="119333"/>
                      <a:pt x="934528" y="66137"/>
                      <a:pt x="957532" y="41695"/>
                    </a:cubicBezTo>
                    <a:cubicBezTo>
                      <a:pt x="980536" y="17254"/>
                      <a:pt x="999227" y="18692"/>
                      <a:pt x="1035170" y="15816"/>
                    </a:cubicBezTo>
                    <a:cubicBezTo>
                      <a:pt x="1071114" y="12941"/>
                      <a:pt x="1135812" y="11503"/>
                      <a:pt x="1173193" y="24442"/>
                    </a:cubicBezTo>
                    <a:cubicBezTo>
                      <a:pt x="1210574" y="37381"/>
                      <a:pt x="1235016" y="50321"/>
                      <a:pt x="1259457" y="93453"/>
                    </a:cubicBezTo>
                    <a:cubicBezTo>
                      <a:pt x="1283899" y="136585"/>
                      <a:pt x="1309778" y="232913"/>
                      <a:pt x="1319842" y="283234"/>
                    </a:cubicBezTo>
                    <a:cubicBezTo>
                      <a:pt x="1329906" y="333555"/>
                      <a:pt x="1304027" y="359435"/>
                      <a:pt x="1319842" y="395378"/>
                    </a:cubicBezTo>
                    <a:cubicBezTo>
                      <a:pt x="1335657" y="431321"/>
                      <a:pt x="1373038" y="473016"/>
                      <a:pt x="1414732" y="498895"/>
                    </a:cubicBezTo>
                    <a:cubicBezTo>
                      <a:pt x="1456426" y="524774"/>
                      <a:pt x="1519687" y="550653"/>
                      <a:pt x="1570008" y="550653"/>
                    </a:cubicBezTo>
                    <a:cubicBezTo>
                      <a:pt x="1620329" y="550653"/>
                      <a:pt x="1682151" y="529087"/>
                      <a:pt x="1716657" y="498895"/>
                    </a:cubicBezTo>
                    <a:cubicBezTo>
                      <a:pt x="1751163" y="468703"/>
                      <a:pt x="1758352" y="421257"/>
                      <a:pt x="1777042" y="369499"/>
                    </a:cubicBezTo>
                    <a:cubicBezTo>
                      <a:pt x="1795732" y="317741"/>
                      <a:pt x="1820174" y="230038"/>
                      <a:pt x="1828800" y="188344"/>
                    </a:cubicBezTo>
                    <a:cubicBezTo>
                      <a:pt x="1837426" y="146650"/>
                      <a:pt x="1817298" y="139461"/>
                      <a:pt x="1828800" y="119333"/>
                    </a:cubicBezTo>
                    <a:cubicBezTo>
                      <a:pt x="1840302" y="99205"/>
                      <a:pt x="1861869" y="80514"/>
                      <a:pt x="1897812" y="67574"/>
                    </a:cubicBezTo>
                    <a:cubicBezTo>
                      <a:pt x="1933755" y="54634"/>
                      <a:pt x="2002767" y="43133"/>
                      <a:pt x="2044461" y="41695"/>
                    </a:cubicBezTo>
                    <a:cubicBezTo>
                      <a:pt x="2086155" y="40257"/>
                      <a:pt x="2117066" y="49602"/>
                      <a:pt x="2147978" y="58948"/>
                    </a:cubicBezTo>
                  </a:path>
                </a:pathLst>
              </a:custGeom>
              <a:ln w="28575">
                <a:solidFill>
                  <a:srgbClr val="33CC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0" name="Freeform 59"/>
              <p:cNvSpPr/>
              <p:nvPr/>
            </p:nvSpPr>
            <p:spPr>
              <a:xfrm>
                <a:off x="767751" y="5194540"/>
                <a:ext cx="2208362" cy="560716"/>
              </a:xfrm>
              <a:custGeom>
                <a:avLst/>
                <a:gdLst>
                  <a:gd name="connsiteX0" fmla="*/ 0 w 2208362"/>
                  <a:gd name="connsiteY0" fmla="*/ 447135 h 560716"/>
                  <a:gd name="connsiteX1" fmla="*/ 241540 w 2208362"/>
                  <a:gd name="connsiteY1" fmla="*/ 455762 h 560716"/>
                  <a:gd name="connsiteX2" fmla="*/ 370936 w 2208362"/>
                  <a:gd name="connsiteY2" fmla="*/ 343618 h 560716"/>
                  <a:gd name="connsiteX3" fmla="*/ 439947 w 2208362"/>
                  <a:gd name="connsiteY3" fmla="*/ 162464 h 560716"/>
                  <a:gd name="connsiteX4" fmla="*/ 560717 w 2208362"/>
                  <a:gd name="connsiteY4" fmla="*/ 41694 h 560716"/>
                  <a:gd name="connsiteX5" fmla="*/ 707366 w 2208362"/>
                  <a:gd name="connsiteY5" fmla="*/ 50320 h 560716"/>
                  <a:gd name="connsiteX6" fmla="*/ 802257 w 2208362"/>
                  <a:gd name="connsiteY6" fmla="*/ 248728 h 560716"/>
                  <a:gd name="connsiteX7" fmla="*/ 836762 w 2208362"/>
                  <a:gd name="connsiteY7" fmla="*/ 412630 h 560716"/>
                  <a:gd name="connsiteX8" fmla="*/ 931653 w 2208362"/>
                  <a:gd name="connsiteY8" fmla="*/ 542026 h 560716"/>
                  <a:gd name="connsiteX9" fmla="*/ 1130060 w 2208362"/>
                  <a:gd name="connsiteY9" fmla="*/ 524773 h 560716"/>
                  <a:gd name="connsiteX10" fmla="*/ 1224951 w 2208362"/>
                  <a:gd name="connsiteY10" fmla="*/ 369498 h 560716"/>
                  <a:gd name="connsiteX11" fmla="*/ 1302589 w 2208362"/>
                  <a:gd name="connsiteY11" fmla="*/ 205596 h 560716"/>
                  <a:gd name="connsiteX12" fmla="*/ 1423358 w 2208362"/>
                  <a:gd name="connsiteY12" fmla="*/ 24441 h 560716"/>
                  <a:gd name="connsiteX13" fmla="*/ 1587260 w 2208362"/>
                  <a:gd name="connsiteY13" fmla="*/ 58947 h 560716"/>
                  <a:gd name="connsiteX14" fmla="*/ 1682151 w 2208362"/>
                  <a:gd name="connsiteY14" fmla="*/ 136585 h 560716"/>
                  <a:gd name="connsiteX15" fmla="*/ 1716657 w 2208362"/>
                  <a:gd name="connsiteY15" fmla="*/ 309113 h 560716"/>
                  <a:gd name="connsiteX16" fmla="*/ 1777041 w 2208362"/>
                  <a:gd name="connsiteY16" fmla="*/ 507520 h 560716"/>
                  <a:gd name="connsiteX17" fmla="*/ 1949570 w 2208362"/>
                  <a:gd name="connsiteY17" fmla="*/ 542026 h 560716"/>
                  <a:gd name="connsiteX18" fmla="*/ 2122098 w 2208362"/>
                  <a:gd name="connsiteY18" fmla="*/ 524773 h 560716"/>
                  <a:gd name="connsiteX19" fmla="*/ 2139351 w 2208362"/>
                  <a:gd name="connsiteY19" fmla="*/ 524773 h 560716"/>
                  <a:gd name="connsiteX20" fmla="*/ 2208362 w 2208362"/>
                  <a:gd name="connsiteY20" fmla="*/ 507520 h 560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208362" h="560716">
                    <a:moveTo>
                      <a:pt x="0" y="447135"/>
                    </a:moveTo>
                    <a:cubicBezTo>
                      <a:pt x="89858" y="460075"/>
                      <a:pt x="179717" y="473015"/>
                      <a:pt x="241540" y="455762"/>
                    </a:cubicBezTo>
                    <a:cubicBezTo>
                      <a:pt x="303363" y="438509"/>
                      <a:pt x="337868" y="392501"/>
                      <a:pt x="370936" y="343618"/>
                    </a:cubicBezTo>
                    <a:cubicBezTo>
                      <a:pt x="404004" y="294735"/>
                      <a:pt x="408317" y="212785"/>
                      <a:pt x="439947" y="162464"/>
                    </a:cubicBezTo>
                    <a:cubicBezTo>
                      <a:pt x="471577" y="112143"/>
                      <a:pt x="516147" y="60385"/>
                      <a:pt x="560717" y="41694"/>
                    </a:cubicBezTo>
                    <a:cubicBezTo>
                      <a:pt x="605287" y="23003"/>
                      <a:pt x="667109" y="15814"/>
                      <a:pt x="707366" y="50320"/>
                    </a:cubicBezTo>
                    <a:cubicBezTo>
                      <a:pt x="747623" y="84826"/>
                      <a:pt x="780691" y="188343"/>
                      <a:pt x="802257" y="248728"/>
                    </a:cubicBezTo>
                    <a:cubicBezTo>
                      <a:pt x="823823" y="309113"/>
                      <a:pt x="815196" y="363747"/>
                      <a:pt x="836762" y="412630"/>
                    </a:cubicBezTo>
                    <a:cubicBezTo>
                      <a:pt x="858328" y="461513"/>
                      <a:pt x="882770" y="523336"/>
                      <a:pt x="931653" y="542026"/>
                    </a:cubicBezTo>
                    <a:cubicBezTo>
                      <a:pt x="980536" y="560716"/>
                      <a:pt x="1081177" y="553528"/>
                      <a:pt x="1130060" y="524773"/>
                    </a:cubicBezTo>
                    <a:cubicBezTo>
                      <a:pt x="1178943" y="496018"/>
                      <a:pt x="1196196" y="422694"/>
                      <a:pt x="1224951" y="369498"/>
                    </a:cubicBezTo>
                    <a:cubicBezTo>
                      <a:pt x="1253706" y="316302"/>
                      <a:pt x="1269521" y="263106"/>
                      <a:pt x="1302589" y="205596"/>
                    </a:cubicBezTo>
                    <a:cubicBezTo>
                      <a:pt x="1335657" y="148086"/>
                      <a:pt x="1375913" y="48882"/>
                      <a:pt x="1423358" y="24441"/>
                    </a:cubicBezTo>
                    <a:cubicBezTo>
                      <a:pt x="1470803" y="0"/>
                      <a:pt x="1544128" y="40256"/>
                      <a:pt x="1587260" y="58947"/>
                    </a:cubicBezTo>
                    <a:cubicBezTo>
                      <a:pt x="1630392" y="77638"/>
                      <a:pt x="1660585" y="94891"/>
                      <a:pt x="1682151" y="136585"/>
                    </a:cubicBezTo>
                    <a:cubicBezTo>
                      <a:pt x="1703717" y="178279"/>
                      <a:pt x="1700842" y="247291"/>
                      <a:pt x="1716657" y="309113"/>
                    </a:cubicBezTo>
                    <a:cubicBezTo>
                      <a:pt x="1732472" y="370935"/>
                      <a:pt x="1738222" y="468701"/>
                      <a:pt x="1777041" y="507520"/>
                    </a:cubicBezTo>
                    <a:cubicBezTo>
                      <a:pt x="1815860" y="546339"/>
                      <a:pt x="1892060" y="539150"/>
                      <a:pt x="1949570" y="542026"/>
                    </a:cubicBezTo>
                    <a:cubicBezTo>
                      <a:pt x="2007080" y="544902"/>
                      <a:pt x="2090468" y="527648"/>
                      <a:pt x="2122098" y="524773"/>
                    </a:cubicBezTo>
                    <a:cubicBezTo>
                      <a:pt x="2153728" y="521898"/>
                      <a:pt x="2124974" y="527648"/>
                      <a:pt x="2139351" y="524773"/>
                    </a:cubicBezTo>
                    <a:cubicBezTo>
                      <a:pt x="2153728" y="521898"/>
                      <a:pt x="2181045" y="514709"/>
                      <a:pt x="2208362" y="507520"/>
                    </a:cubicBezTo>
                  </a:path>
                </a:pathLst>
              </a:custGeom>
              <a:ln w="28575">
                <a:solidFill>
                  <a:srgbClr val="33CC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1" name="Freeform 60"/>
              <p:cNvSpPr/>
              <p:nvPr/>
            </p:nvSpPr>
            <p:spPr>
              <a:xfrm>
                <a:off x="776377" y="5198853"/>
                <a:ext cx="2061714" cy="592347"/>
              </a:xfrm>
              <a:custGeom>
                <a:avLst/>
                <a:gdLst>
                  <a:gd name="connsiteX0" fmla="*/ 0 w 2061714"/>
                  <a:gd name="connsiteY0" fmla="*/ 71887 h 592347"/>
                  <a:gd name="connsiteX1" fmla="*/ 138023 w 2061714"/>
                  <a:gd name="connsiteY1" fmla="*/ 20128 h 592347"/>
                  <a:gd name="connsiteX2" fmla="*/ 284672 w 2061714"/>
                  <a:gd name="connsiteY2" fmla="*/ 80513 h 592347"/>
                  <a:gd name="connsiteX3" fmla="*/ 345057 w 2061714"/>
                  <a:gd name="connsiteY3" fmla="*/ 235789 h 592347"/>
                  <a:gd name="connsiteX4" fmla="*/ 362310 w 2061714"/>
                  <a:gd name="connsiteY4" fmla="*/ 391064 h 592347"/>
                  <a:gd name="connsiteX5" fmla="*/ 439948 w 2061714"/>
                  <a:gd name="connsiteY5" fmla="*/ 520460 h 592347"/>
                  <a:gd name="connsiteX6" fmla="*/ 698740 w 2061714"/>
                  <a:gd name="connsiteY6" fmla="*/ 529087 h 592347"/>
                  <a:gd name="connsiteX7" fmla="*/ 759125 w 2061714"/>
                  <a:gd name="connsiteY7" fmla="*/ 425570 h 592347"/>
                  <a:gd name="connsiteX8" fmla="*/ 845389 w 2061714"/>
                  <a:gd name="connsiteY8" fmla="*/ 278921 h 592347"/>
                  <a:gd name="connsiteX9" fmla="*/ 948906 w 2061714"/>
                  <a:gd name="connsiteY9" fmla="*/ 63260 h 592347"/>
                  <a:gd name="connsiteX10" fmla="*/ 1035170 w 2061714"/>
                  <a:gd name="connsiteY10" fmla="*/ 28755 h 592347"/>
                  <a:gd name="connsiteX11" fmla="*/ 1224951 w 2061714"/>
                  <a:gd name="connsiteY11" fmla="*/ 63260 h 592347"/>
                  <a:gd name="connsiteX12" fmla="*/ 1293963 w 2061714"/>
                  <a:gd name="connsiteY12" fmla="*/ 408317 h 592347"/>
                  <a:gd name="connsiteX13" fmla="*/ 1388853 w 2061714"/>
                  <a:gd name="connsiteY13" fmla="*/ 563592 h 592347"/>
                  <a:gd name="connsiteX14" fmla="*/ 1518249 w 2061714"/>
                  <a:gd name="connsiteY14" fmla="*/ 580845 h 592347"/>
                  <a:gd name="connsiteX15" fmla="*/ 1682151 w 2061714"/>
                  <a:gd name="connsiteY15" fmla="*/ 503207 h 592347"/>
                  <a:gd name="connsiteX16" fmla="*/ 1742536 w 2061714"/>
                  <a:gd name="connsiteY16" fmla="*/ 347932 h 592347"/>
                  <a:gd name="connsiteX17" fmla="*/ 1802921 w 2061714"/>
                  <a:gd name="connsiteY17" fmla="*/ 192656 h 592347"/>
                  <a:gd name="connsiteX18" fmla="*/ 1906438 w 2061714"/>
                  <a:gd name="connsiteY18" fmla="*/ 97766 h 592347"/>
                  <a:gd name="connsiteX19" fmla="*/ 2035834 w 2061714"/>
                  <a:gd name="connsiteY19" fmla="*/ 63260 h 592347"/>
                  <a:gd name="connsiteX20" fmla="*/ 2061714 w 2061714"/>
                  <a:gd name="connsiteY20" fmla="*/ 63260 h 5923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061714" h="592347">
                    <a:moveTo>
                      <a:pt x="0" y="71887"/>
                    </a:moveTo>
                    <a:cubicBezTo>
                      <a:pt x="45289" y="45288"/>
                      <a:pt x="90578" y="18690"/>
                      <a:pt x="138023" y="20128"/>
                    </a:cubicBezTo>
                    <a:cubicBezTo>
                      <a:pt x="185468" y="21566"/>
                      <a:pt x="250166" y="44570"/>
                      <a:pt x="284672" y="80513"/>
                    </a:cubicBezTo>
                    <a:cubicBezTo>
                      <a:pt x="319178" y="116457"/>
                      <a:pt x="332117" y="184031"/>
                      <a:pt x="345057" y="235789"/>
                    </a:cubicBezTo>
                    <a:cubicBezTo>
                      <a:pt x="357997" y="287547"/>
                      <a:pt x="346495" y="343619"/>
                      <a:pt x="362310" y="391064"/>
                    </a:cubicBezTo>
                    <a:cubicBezTo>
                      <a:pt x="378125" y="438509"/>
                      <a:pt x="383876" y="497456"/>
                      <a:pt x="439948" y="520460"/>
                    </a:cubicBezTo>
                    <a:cubicBezTo>
                      <a:pt x="496020" y="543464"/>
                      <a:pt x="645544" y="544902"/>
                      <a:pt x="698740" y="529087"/>
                    </a:cubicBezTo>
                    <a:cubicBezTo>
                      <a:pt x="751936" y="513272"/>
                      <a:pt x="759125" y="425570"/>
                      <a:pt x="759125" y="425570"/>
                    </a:cubicBezTo>
                    <a:cubicBezTo>
                      <a:pt x="783566" y="383876"/>
                      <a:pt x="813759" y="339306"/>
                      <a:pt x="845389" y="278921"/>
                    </a:cubicBezTo>
                    <a:cubicBezTo>
                      <a:pt x="877019" y="218536"/>
                      <a:pt x="917276" y="104954"/>
                      <a:pt x="948906" y="63260"/>
                    </a:cubicBezTo>
                    <a:cubicBezTo>
                      <a:pt x="980536" y="21566"/>
                      <a:pt x="989163" y="28755"/>
                      <a:pt x="1035170" y="28755"/>
                    </a:cubicBezTo>
                    <a:cubicBezTo>
                      <a:pt x="1081177" y="28755"/>
                      <a:pt x="1181819" y="0"/>
                      <a:pt x="1224951" y="63260"/>
                    </a:cubicBezTo>
                    <a:cubicBezTo>
                      <a:pt x="1268083" y="126520"/>
                      <a:pt x="1266646" y="324928"/>
                      <a:pt x="1293963" y="408317"/>
                    </a:cubicBezTo>
                    <a:cubicBezTo>
                      <a:pt x="1321280" y="491706"/>
                      <a:pt x="1351472" y="534837"/>
                      <a:pt x="1388853" y="563592"/>
                    </a:cubicBezTo>
                    <a:cubicBezTo>
                      <a:pt x="1426234" y="592347"/>
                      <a:pt x="1469366" y="590909"/>
                      <a:pt x="1518249" y="580845"/>
                    </a:cubicBezTo>
                    <a:cubicBezTo>
                      <a:pt x="1567132" y="570781"/>
                      <a:pt x="1644770" y="542026"/>
                      <a:pt x="1682151" y="503207"/>
                    </a:cubicBezTo>
                    <a:cubicBezTo>
                      <a:pt x="1719532" y="464388"/>
                      <a:pt x="1742536" y="347932"/>
                      <a:pt x="1742536" y="347932"/>
                    </a:cubicBezTo>
                    <a:cubicBezTo>
                      <a:pt x="1762664" y="296174"/>
                      <a:pt x="1775604" y="234350"/>
                      <a:pt x="1802921" y="192656"/>
                    </a:cubicBezTo>
                    <a:cubicBezTo>
                      <a:pt x="1830238" y="150962"/>
                      <a:pt x="1867619" y="119332"/>
                      <a:pt x="1906438" y="97766"/>
                    </a:cubicBezTo>
                    <a:cubicBezTo>
                      <a:pt x="1945257" y="76200"/>
                      <a:pt x="2009955" y="69011"/>
                      <a:pt x="2035834" y="63260"/>
                    </a:cubicBezTo>
                    <a:cubicBezTo>
                      <a:pt x="2061713" y="57509"/>
                      <a:pt x="2061713" y="60384"/>
                      <a:pt x="2061714" y="63260"/>
                    </a:cubicBezTo>
                  </a:path>
                </a:pathLst>
              </a:custGeom>
              <a:ln w="28575">
                <a:solidFill>
                  <a:srgbClr val="33CC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2" name="Freeform 61"/>
              <p:cNvSpPr/>
              <p:nvPr/>
            </p:nvSpPr>
            <p:spPr>
              <a:xfrm>
                <a:off x="819509" y="5233359"/>
                <a:ext cx="2139351" cy="569343"/>
              </a:xfrm>
              <a:custGeom>
                <a:avLst/>
                <a:gdLst>
                  <a:gd name="connsiteX0" fmla="*/ 0 w 2139351"/>
                  <a:gd name="connsiteY0" fmla="*/ 460075 h 569343"/>
                  <a:gd name="connsiteX1" fmla="*/ 138023 w 2139351"/>
                  <a:gd name="connsiteY1" fmla="*/ 503207 h 569343"/>
                  <a:gd name="connsiteX2" fmla="*/ 258793 w 2139351"/>
                  <a:gd name="connsiteY2" fmla="*/ 425569 h 569343"/>
                  <a:gd name="connsiteX3" fmla="*/ 327804 w 2139351"/>
                  <a:gd name="connsiteY3" fmla="*/ 261667 h 569343"/>
                  <a:gd name="connsiteX4" fmla="*/ 439948 w 2139351"/>
                  <a:gd name="connsiteY4" fmla="*/ 89139 h 569343"/>
                  <a:gd name="connsiteX5" fmla="*/ 603849 w 2139351"/>
                  <a:gd name="connsiteY5" fmla="*/ 2875 h 569343"/>
                  <a:gd name="connsiteX6" fmla="*/ 715993 w 2139351"/>
                  <a:gd name="connsiteY6" fmla="*/ 71886 h 569343"/>
                  <a:gd name="connsiteX7" fmla="*/ 793631 w 2139351"/>
                  <a:gd name="connsiteY7" fmla="*/ 278920 h 569343"/>
                  <a:gd name="connsiteX8" fmla="*/ 828136 w 2139351"/>
                  <a:gd name="connsiteY8" fmla="*/ 460075 h 569343"/>
                  <a:gd name="connsiteX9" fmla="*/ 1035170 w 2139351"/>
                  <a:gd name="connsiteY9" fmla="*/ 520460 h 569343"/>
                  <a:gd name="connsiteX10" fmla="*/ 1147314 w 2139351"/>
                  <a:gd name="connsiteY10" fmla="*/ 416943 h 569343"/>
                  <a:gd name="connsiteX11" fmla="*/ 1276710 w 2139351"/>
                  <a:gd name="connsiteY11" fmla="*/ 166777 h 569343"/>
                  <a:gd name="connsiteX12" fmla="*/ 1371600 w 2139351"/>
                  <a:gd name="connsiteY12" fmla="*/ 37381 h 569343"/>
                  <a:gd name="connsiteX13" fmla="*/ 1570008 w 2139351"/>
                  <a:gd name="connsiteY13" fmla="*/ 28754 h 569343"/>
                  <a:gd name="connsiteX14" fmla="*/ 1647646 w 2139351"/>
                  <a:gd name="connsiteY14" fmla="*/ 192656 h 569343"/>
                  <a:gd name="connsiteX15" fmla="*/ 1751163 w 2139351"/>
                  <a:gd name="connsiteY15" fmla="*/ 460075 h 569343"/>
                  <a:gd name="connsiteX16" fmla="*/ 1846053 w 2139351"/>
                  <a:gd name="connsiteY16" fmla="*/ 554966 h 569343"/>
                  <a:gd name="connsiteX17" fmla="*/ 2044461 w 2139351"/>
                  <a:gd name="connsiteY17" fmla="*/ 546339 h 569343"/>
                  <a:gd name="connsiteX18" fmla="*/ 2139351 w 2139351"/>
                  <a:gd name="connsiteY18" fmla="*/ 494581 h 5693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139351" h="569343">
                    <a:moveTo>
                      <a:pt x="0" y="460075"/>
                    </a:moveTo>
                    <a:cubicBezTo>
                      <a:pt x="47445" y="484516"/>
                      <a:pt x="94891" y="508958"/>
                      <a:pt x="138023" y="503207"/>
                    </a:cubicBezTo>
                    <a:cubicBezTo>
                      <a:pt x="181155" y="497456"/>
                      <a:pt x="227163" y="465826"/>
                      <a:pt x="258793" y="425569"/>
                    </a:cubicBezTo>
                    <a:cubicBezTo>
                      <a:pt x="290423" y="385312"/>
                      <a:pt x="297612" y="317739"/>
                      <a:pt x="327804" y="261667"/>
                    </a:cubicBezTo>
                    <a:cubicBezTo>
                      <a:pt x="357996" y="205595"/>
                      <a:pt x="393941" y="132271"/>
                      <a:pt x="439948" y="89139"/>
                    </a:cubicBezTo>
                    <a:cubicBezTo>
                      <a:pt x="485956" y="46007"/>
                      <a:pt x="557842" y="5750"/>
                      <a:pt x="603849" y="2875"/>
                    </a:cubicBezTo>
                    <a:cubicBezTo>
                      <a:pt x="649856" y="0"/>
                      <a:pt x="684363" y="25879"/>
                      <a:pt x="715993" y="71886"/>
                    </a:cubicBezTo>
                    <a:cubicBezTo>
                      <a:pt x="747623" y="117894"/>
                      <a:pt x="774941" y="214222"/>
                      <a:pt x="793631" y="278920"/>
                    </a:cubicBezTo>
                    <a:cubicBezTo>
                      <a:pt x="812321" y="343618"/>
                      <a:pt x="787880" y="419818"/>
                      <a:pt x="828136" y="460075"/>
                    </a:cubicBezTo>
                    <a:cubicBezTo>
                      <a:pt x="868392" y="500332"/>
                      <a:pt x="981974" y="527649"/>
                      <a:pt x="1035170" y="520460"/>
                    </a:cubicBezTo>
                    <a:cubicBezTo>
                      <a:pt x="1088366" y="513271"/>
                      <a:pt x="1107057" y="475890"/>
                      <a:pt x="1147314" y="416943"/>
                    </a:cubicBezTo>
                    <a:cubicBezTo>
                      <a:pt x="1187571" y="357996"/>
                      <a:pt x="1239329" y="230037"/>
                      <a:pt x="1276710" y="166777"/>
                    </a:cubicBezTo>
                    <a:cubicBezTo>
                      <a:pt x="1314091" y="103517"/>
                      <a:pt x="1322717" y="60385"/>
                      <a:pt x="1371600" y="37381"/>
                    </a:cubicBezTo>
                    <a:cubicBezTo>
                      <a:pt x="1420483" y="14377"/>
                      <a:pt x="1524000" y="2875"/>
                      <a:pt x="1570008" y="28754"/>
                    </a:cubicBezTo>
                    <a:cubicBezTo>
                      <a:pt x="1616016" y="54633"/>
                      <a:pt x="1617454" y="120769"/>
                      <a:pt x="1647646" y="192656"/>
                    </a:cubicBezTo>
                    <a:cubicBezTo>
                      <a:pt x="1677838" y="264543"/>
                      <a:pt x="1718095" y="399690"/>
                      <a:pt x="1751163" y="460075"/>
                    </a:cubicBezTo>
                    <a:cubicBezTo>
                      <a:pt x="1784231" y="520460"/>
                      <a:pt x="1797170" y="540589"/>
                      <a:pt x="1846053" y="554966"/>
                    </a:cubicBezTo>
                    <a:cubicBezTo>
                      <a:pt x="1894936" y="569343"/>
                      <a:pt x="1995578" y="556403"/>
                      <a:pt x="2044461" y="546339"/>
                    </a:cubicBezTo>
                    <a:cubicBezTo>
                      <a:pt x="2093344" y="536275"/>
                      <a:pt x="2139351" y="494581"/>
                      <a:pt x="2139351" y="494581"/>
                    </a:cubicBezTo>
                  </a:path>
                </a:pathLst>
              </a:custGeom>
              <a:ln w="28575">
                <a:solidFill>
                  <a:srgbClr val="33CC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3" name="Freeform 62"/>
              <p:cNvSpPr/>
              <p:nvPr/>
            </p:nvSpPr>
            <p:spPr>
              <a:xfrm>
                <a:off x="767751" y="5246298"/>
                <a:ext cx="2104845" cy="534838"/>
              </a:xfrm>
              <a:custGeom>
                <a:avLst/>
                <a:gdLst>
                  <a:gd name="connsiteX0" fmla="*/ 0 w 2104845"/>
                  <a:gd name="connsiteY0" fmla="*/ 76200 h 534838"/>
                  <a:gd name="connsiteX1" fmla="*/ 112143 w 2104845"/>
                  <a:gd name="connsiteY1" fmla="*/ 7189 h 534838"/>
                  <a:gd name="connsiteX2" fmla="*/ 258792 w 2104845"/>
                  <a:gd name="connsiteY2" fmla="*/ 33068 h 534838"/>
                  <a:gd name="connsiteX3" fmla="*/ 327804 w 2104845"/>
                  <a:gd name="connsiteY3" fmla="*/ 188344 h 534838"/>
                  <a:gd name="connsiteX4" fmla="*/ 457200 w 2104845"/>
                  <a:gd name="connsiteY4" fmla="*/ 395377 h 534838"/>
                  <a:gd name="connsiteX5" fmla="*/ 595223 w 2104845"/>
                  <a:gd name="connsiteY5" fmla="*/ 507521 h 534838"/>
                  <a:gd name="connsiteX6" fmla="*/ 741872 w 2104845"/>
                  <a:gd name="connsiteY6" fmla="*/ 438510 h 534838"/>
                  <a:gd name="connsiteX7" fmla="*/ 854015 w 2104845"/>
                  <a:gd name="connsiteY7" fmla="*/ 222849 h 534838"/>
                  <a:gd name="connsiteX8" fmla="*/ 983411 w 2104845"/>
                  <a:gd name="connsiteY8" fmla="*/ 41694 h 534838"/>
                  <a:gd name="connsiteX9" fmla="*/ 1130060 w 2104845"/>
                  <a:gd name="connsiteY9" fmla="*/ 33068 h 534838"/>
                  <a:gd name="connsiteX10" fmla="*/ 1259457 w 2104845"/>
                  <a:gd name="connsiteY10" fmla="*/ 145211 h 534838"/>
                  <a:gd name="connsiteX11" fmla="*/ 1268083 w 2104845"/>
                  <a:gd name="connsiteY11" fmla="*/ 291860 h 534838"/>
                  <a:gd name="connsiteX12" fmla="*/ 1380226 w 2104845"/>
                  <a:gd name="connsiteY12" fmla="*/ 490268 h 534838"/>
                  <a:gd name="connsiteX13" fmla="*/ 1621766 w 2104845"/>
                  <a:gd name="connsiteY13" fmla="*/ 507521 h 534838"/>
                  <a:gd name="connsiteX14" fmla="*/ 1733909 w 2104845"/>
                  <a:gd name="connsiteY14" fmla="*/ 326366 h 534838"/>
                  <a:gd name="connsiteX15" fmla="*/ 1863306 w 2104845"/>
                  <a:gd name="connsiteY15" fmla="*/ 119332 h 534838"/>
                  <a:gd name="connsiteX16" fmla="*/ 2027207 w 2104845"/>
                  <a:gd name="connsiteY16" fmla="*/ 24442 h 534838"/>
                  <a:gd name="connsiteX17" fmla="*/ 2104845 w 2104845"/>
                  <a:gd name="connsiteY17" fmla="*/ 24442 h 534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04845" h="534838">
                    <a:moveTo>
                      <a:pt x="0" y="76200"/>
                    </a:moveTo>
                    <a:cubicBezTo>
                      <a:pt x="34505" y="45289"/>
                      <a:pt x="69011" y="14378"/>
                      <a:pt x="112143" y="7189"/>
                    </a:cubicBezTo>
                    <a:cubicBezTo>
                      <a:pt x="155275" y="0"/>
                      <a:pt x="222849" y="2876"/>
                      <a:pt x="258792" y="33068"/>
                    </a:cubicBezTo>
                    <a:cubicBezTo>
                      <a:pt x="294735" y="63260"/>
                      <a:pt x="294736" y="127959"/>
                      <a:pt x="327804" y="188344"/>
                    </a:cubicBezTo>
                    <a:cubicBezTo>
                      <a:pt x="360872" y="248729"/>
                      <a:pt x="412630" y="342181"/>
                      <a:pt x="457200" y="395377"/>
                    </a:cubicBezTo>
                    <a:cubicBezTo>
                      <a:pt x="501770" y="448573"/>
                      <a:pt x="547778" y="500332"/>
                      <a:pt x="595223" y="507521"/>
                    </a:cubicBezTo>
                    <a:cubicBezTo>
                      <a:pt x="642668" y="514710"/>
                      <a:pt x="698740" y="485955"/>
                      <a:pt x="741872" y="438510"/>
                    </a:cubicBezTo>
                    <a:cubicBezTo>
                      <a:pt x="785004" y="391065"/>
                      <a:pt x="813759" y="288985"/>
                      <a:pt x="854015" y="222849"/>
                    </a:cubicBezTo>
                    <a:cubicBezTo>
                      <a:pt x="894272" y="156713"/>
                      <a:pt x="937404" y="73324"/>
                      <a:pt x="983411" y="41694"/>
                    </a:cubicBezTo>
                    <a:cubicBezTo>
                      <a:pt x="1029418" y="10064"/>
                      <a:pt x="1084052" y="15815"/>
                      <a:pt x="1130060" y="33068"/>
                    </a:cubicBezTo>
                    <a:cubicBezTo>
                      <a:pt x="1176068" y="50321"/>
                      <a:pt x="1236453" y="102079"/>
                      <a:pt x="1259457" y="145211"/>
                    </a:cubicBezTo>
                    <a:cubicBezTo>
                      <a:pt x="1282461" y="188343"/>
                      <a:pt x="1247955" y="234351"/>
                      <a:pt x="1268083" y="291860"/>
                    </a:cubicBezTo>
                    <a:cubicBezTo>
                      <a:pt x="1288211" y="349370"/>
                      <a:pt x="1321279" y="454325"/>
                      <a:pt x="1380226" y="490268"/>
                    </a:cubicBezTo>
                    <a:cubicBezTo>
                      <a:pt x="1439173" y="526211"/>
                      <a:pt x="1562819" y="534838"/>
                      <a:pt x="1621766" y="507521"/>
                    </a:cubicBezTo>
                    <a:cubicBezTo>
                      <a:pt x="1680713" y="480204"/>
                      <a:pt x="1733909" y="326366"/>
                      <a:pt x="1733909" y="326366"/>
                    </a:cubicBezTo>
                    <a:cubicBezTo>
                      <a:pt x="1774166" y="261668"/>
                      <a:pt x="1814423" y="169653"/>
                      <a:pt x="1863306" y="119332"/>
                    </a:cubicBezTo>
                    <a:cubicBezTo>
                      <a:pt x="1912189" y="69011"/>
                      <a:pt x="1986951" y="40257"/>
                      <a:pt x="2027207" y="24442"/>
                    </a:cubicBezTo>
                    <a:cubicBezTo>
                      <a:pt x="2067464" y="8627"/>
                      <a:pt x="2104845" y="24442"/>
                      <a:pt x="2104845" y="24442"/>
                    </a:cubicBezTo>
                  </a:path>
                </a:pathLst>
              </a:custGeom>
              <a:ln w="28575">
                <a:solidFill>
                  <a:srgbClr val="33CC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4" name="Freeform 63"/>
              <p:cNvSpPr/>
              <p:nvPr/>
            </p:nvSpPr>
            <p:spPr>
              <a:xfrm>
                <a:off x="802257" y="5183037"/>
                <a:ext cx="2060275" cy="622539"/>
              </a:xfrm>
              <a:custGeom>
                <a:avLst/>
                <a:gdLst>
                  <a:gd name="connsiteX0" fmla="*/ 0 w 2060275"/>
                  <a:gd name="connsiteY0" fmla="*/ 113581 h 685800"/>
                  <a:gd name="connsiteX1" fmla="*/ 181154 w 2060275"/>
                  <a:gd name="connsiteY1" fmla="*/ 87702 h 685800"/>
                  <a:gd name="connsiteX2" fmla="*/ 276045 w 2060275"/>
                  <a:gd name="connsiteY2" fmla="*/ 130834 h 685800"/>
                  <a:gd name="connsiteX3" fmla="*/ 379562 w 2060275"/>
                  <a:gd name="connsiteY3" fmla="*/ 389626 h 685800"/>
                  <a:gd name="connsiteX4" fmla="*/ 448573 w 2060275"/>
                  <a:gd name="connsiteY4" fmla="*/ 562154 h 685800"/>
                  <a:gd name="connsiteX5" fmla="*/ 638354 w 2060275"/>
                  <a:gd name="connsiteY5" fmla="*/ 579407 h 685800"/>
                  <a:gd name="connsiteX6" fmla="*/ 819509 w 2060275"/>
                  <a:gd name="connsiteY6" fmla="*/ 303362 h 685800"/>
                  <a:gd name="connsiteX7" fmla="*/ 914400 w 2060275"/>
                  <a:gd name="connsiteY7" fmla="*/ 87702 h 685800"/>
                  <a:gd name="connsiteX8" fmla="*/ 1017917 w 2060275"/>
                  <a:gd name="connsiteY8" fmla="*/ 10064 h 685800"/>
                  <a:gd name="connsiteX9" fmla="*/ 1138686 w 2060275"/>
                  <a:gd name="connsiteY9" fmla="*/ 27317 h 685800"/>
                  <a:gd name="connsiteX10" fmla="*/ 1216324 w 2060275"/>
                  <a:gd name="connsiteY10" fmla="*/ 173966 h 685800"/>
                  <a:gd name="connsiteX11" fmla="*/ 1285335 w 2060275"/>
                  <a:gd name="connsiteY11" fmla="*/ 363747 h 685800"/>
                  <a:gd name="connsiteX12" fmla="*/ 1337094 w 2060275"/>
                  <a:gd name="connsiteY12" fmla="*/ 579407 h 685800"/>
                  <a:gd name="connsiteX13" fmla="*/ 1552754 w 2060275"/>
                  <a:gd name="connsiteY13" fmla="*/ 657045 h 685800"/>
                  <a:gd name="connsiteX14" fmla="*/ 1742535 w 2060275"/>
                  <a:gd name="connsiteY14" fmla="*/ 406879 h 685800"/>
                  <a:gd name="connsiteX15" fmla="*/ 1794294 w 2060275"/>
                  <a:gd name="connsiteY15" fmla="*/ 208471 h 685800"/>
                  <a:gd name="connsiteX16" fmla="*/ 1906437 w 2060275"/>
                  <a:gd name="connsiteY16" fmla="*/ 96328 h 685800"/>
                  <a:gd name="connsiteX17" fmla="*/ 2035834 w 2060275"/>
                  <a:gd name="connsiteY17" fmla="*/ 79075 h 685800"/>
                  <a:gd name="connsiteX18" fmla="*/ 2053086 w 2060275"/>
                  <a:gd name="connsiteY18" fmla="*/ 61822 h 685800"/>
                  <a:gd name="connsiteX0" fmla="*/ 0 w 2060275"/>
                  <a:gd name="connsiteY0" fmla="*/ 113581 h 622539"/>
                  <a:gd name="connsiteX1" fmla="*/ 181154 w 2060275"/>
                  <a:gd name="connsiteY1" fmla="*/ 87702 h 622539"/>
                  <a:gd name="connsiteX2" fmla="*/ 276045 w 2060275"/>
                  <a:gd name="connsiteY2" fmla="*/ 130834 h 622539"/>
                  <a:gd name="connsiteX3" fmla="*/ 379562 w 2060275"/>
                  <a:gd name="connsiteY3" fmla="*/ 389626 h 622539"/>
                  <a:gd name="connsiteX4" fmla="*/ 448573 w 2060275"/>
                  <a:gd name="connsiteY4" fmla="*/ 562154 h 622539"/>
                  <a:gd name="connsiteX5" fmla="*/ 638354 w 2060275"/>
                  <a:gd name="connsiteY5" fmla="*/ 579407 h 622539"/>
                  <a:gd name="connsiteX6" fmla="*/ 819509 w 2060275"/>
                  <a:gd name="connsiteY6" fmla="*/ 303362 h 622539"/>
                  <a:gd name="connsiteX7" fmla="*/ 914400 w 2060275"/>
                  <a:gd name="connsiteY7" fmla="*/ 87702 h 622539"/>
                  <a:gd name="connsiteX8" fmla="*/ 1017917 w 2060275"/>
                  <a:gd name="connsiteY8" fmla="*/ 10064 h 622539"/>
                  <a:gd name="connsiteX9" fmla="*/ 1138686 w 2060275"/>
                  <a:gd name="connsiteY9" fmla="*/ 27317 h 622539"/>
                  <a:gd name="connsiteX10" fmla="*/ 1216324 w 2060275"/>
                  <a:gd name="connsiteY10" fmla="*/ 173966 h 622539"/>
                  <a:gd name="connsiteX11" fmla="*/ 1285335 w 2060275"/>
                  <a:gd name="connsiteY11" fmla="*/ 363747 h 622539"/>
                  <a:gd name="connsiteX12" fmla="*/ 1337094 w 2060275"/>
                  <a:gd name="connsiteY12" fmla="*/ 579407 h 622539"/>
                  <a:gd name="connsiteX13" fmla="*/ 1578633 w 2060275"/>
                  <a:gd name="connsiteY13" fmla="*/ 579407 h 622539"/>
                  <a:gd name="connsiteX14" fmla="*/ 1742535 w 2060275"/>
                  <a:gd name="connsiteY14" fmla="*/ 406879 h 622539"/>
                  <a:gd name="connsiteX15" fmla="*/ 1794294 w 2060275"/>
                  <a:gd name="connsiteY15" fmla="*/ 208471 h 622539"/>
                  <a:gd name="connsiteX16" fmla="*/ 1906437 w 2060275"/>
                  <a:gd name="connsiteY16" fmla="*/ 96328 h 622539"/>
                  <a:gd name="connsiteX17" fmla="*/ 2035834 w 2060275"/>
                  <a:gd name="connsiteY17" fmla="*/ 79075 h 622539"/>
                  <a:gd name="connsiteX18" fmla="*/ 2053086 w 2060275"/>
                  <a:gd name="connsiteY18" fmla="*/ 61822 h 622539"/>
                  <a:gd name="connsiteX0" fmla="*/ 0 w 2060275"/>
                  <a:gd name="connsiteY0" fmla="*/ 113581 h 622539"/>
                  <a:gd name="connsiteX1" fmla="*/ 181154 w 2060275"/>
                  <a:gd name="connsiteY1" fmla="*/ 87702 h 622539"/>
                  <a:gd name="connsiteX2" fmla="*/ 276045 w 2060275"/>
                  <a:gd name="connsiteY2" fmla="*/ 130834 h 622539"/>
                  <a:gd name="connsiteX3" fmla="*/ 379562 w 2060275"/>
                  <a:gd name="connsiteY3" fmla="*/ 389626 h 622539"/>
                  <a:gd name="connsiteX4" fmla="*/ 448573 w 2060275"/>
                  <a:gd name="connsiteY4" fmla="*/ 562154 h 622539"/>
                  <a:gd name="connsiteX5" fmla="*/ 638354 w 2060275"/>
                  <a:gd name="connsiteY5" fmla="*/ 579407 h 622539"/>
                  <a:gd name="connsiteX6" fmla="*/ 819509 w 2060275"/>
                  <a:gd name="connsiteY6" fmla="*/ 303362 h 622539"/>
                  <a:gd name="connsiteX7" fmla="*/ 914400 w 2060275"/>
                  <a:gd name="connsiteY7" fmla="*/ 87702 h 622539"/>
                  <a:gd name="connsiteX8" fmla="*/ 1017917 w 2060275"/>
                  <a:gd name="connsiteY8" fmla="*/ 10064 h 622539"/>
                  <a:gd name="connsiteX9" fmla="*/ 1138686 w 2060275"/>
                  <a:gd name="connsiteY9" fmla="*/ 27317 h 622539"/>
                  <a:gd name="connsiteX10" fmla="*/ 1216324 w 2060275"/>
                  <a:gd name="connsiteY10" fmla="*/ 173966 h 622539"/>
                  <a:gd name="connsiteX11" fmla="*/ 1285335 w 2060275"/>
                  <a:gd name="connsiteY11" fmla="*/ 363747 h 622539"/>
                  <a:gd name="connsiteX12" fmla="*/ 1362973 w 2060275"/>
                  <a:gd name="connsiteY12" fmla="*/ 544901 h 622539"/>
                  <a:gd name="connsiteX13" fmla="*/ 1578633 w 2060275"/>
                  <a:gd name="connsiteY13" fmla="*/ 579407 h 622539"/>
                  <a:gd name="connsiteX14" fmla="*/ 1742535 w 2060275"/>
                  <a:gd name="connsiteY14" fmla="*/ 406879 h 622539"/>
                  <a:gd name="connsiteX15" fmla="*/ 1794294 w 2060275"/>
                  <a:gd name="connsiteY15" fmla="*/ 208471 h 622539"/>
                  <a:gd name="connsiteX16" fmla="*/ 1906437 w 2060275"/>
                  <a:gd name="connsiteY16" fmla="*/ 96328 h 622539"/>
                  <a:gd name="connsiteX17" fmla="*/ 2035834 w 2060275"/>
                  <a:gd name="connsiteY17" fmla="*/ 79075 h 622539"/>
                  <a:gd name="connsiteX18" fmla="*/ 2053086 w 2060275"/>
                  <a:gd name="connsiteY18" fmla="*/ 61822 h 622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060275" h="622539">
                    <a:moveTo>
                      <a:pt x="0" y="113581"/>
                    </a:moveTo>
                    <a:cubicBezTo>
                      <a:pt x="67573" y="99204"/>
                      <a:pt x="135147" y="84827"/>
                      <a:pt x="181154" y="87702"/>
                    </a:cubicBezTo>
                    <a:cubicBezTo>
                      <a:pt x="227161" y="90577"/>
                      <a:pt x="242977" y="80513"/>
                      <a:pt x="276045" y="130834"/>
                    </a:cubicBezTo>
                    <a:cubicBezTo>
                      <a:pt x="309113" y="181155"/>
                      <a:pt x="379562" y="389626"/>
                      <a:pt x="379562" y="389626"/>
                    </a:cubicBezTo>
                    <a:cubicBezTo>
                      <a:pt x="408317" y="461513"/>
                      <a:pt x="405441" y="530524"/>
                      <a:pt x="448573" y="562154"/>
                    </a:cubicBezTo>
                    <a:cubicBezTo>
                      <a:pt x="491705" y="593784"/>
                      <a:pt x="576531" y="622539"/>
                      <a:pt x="638354" y="579407"/>
                    </a:cubicBezTo>
                    <a:cubicBezTo>
                      <a:pt x="700177" y="536275"/>
                      <a:pt x="773501" y="385313"/>
                      <a:pt x="819509" y="303362"/>
                    </a:cubicBezTo>
                    <a:cubicBezTo>
                      <a:pt x="865517" y="221411"/>
                      <a:pt x="881332" y="136585"/>
                      <a:pt x="914400" y="87702"/>
                    </a:cubicBezTo>
                    <a:cubicBezTo>
                      <a:pt x="947468" y="38819"/>
                      <a:pt x="980536" y="20128"/>
                      <a:pt x="1017917" y="10064"/>
                    </a:cubicBezTo>
                    <a:cubicBezTo>
                      <a:pt x="1055298" y="0"/>
                      <a:pt x="1105618" y="0"/>
                      <a:pt x="1138686" y="27317"/>
                    </a:cubicBezTo>
                    <a:cubicBezTo>
                      <a:pt x="1171754" y="54634"/>
                      <a:pt x="1191883" y="117894"/>
                      <a:pt x="1216324" y="173966"/>
                    </a:cubicBezTo>
                    <a:cubicBezTo>
                      <a:pt x="1240765" y="230038"/>
                      <a:pt x="1260894" y="301925"/>
                      <a:pt x="1285335" y="363747"/>
                    </a:cubicBezTo>
                    <a:cubicBezTo>
                      <a:pt x="1309776" y="425569"/>
                      <a:pt x="1314090" y="508958"/>
                      <a:pt x="1362973" y="544901"/>
                    </a:cubicBezTo>
                    <a:cubicBezTo>
                      <a:pt x="1411856" y="580844"/>
                      <a:pt x="1515373" y="602411"/>
                      <a:pt x="1578633" y="579407"/>
                    </a:cubicBezTo>
                    <a:cubicBezTo>
                      <a:pt x="1641893" y="556403"/>
                      <a:pt x="1706592" y="468702"/>
                      <a:pt x="1742535" y="406879"/>
                    </a:cubicBezTo>
                    <a:cubicBezTo>
                      <a:pt x="1778479" y="345056"/>
                      <a:pt x="1766977" y="260229"/>
                      <a:pt x="1794294" y="208471"/>
                    </a:cubicBezTo>
                    <a:cubicBezTo>
                      <a:pt x="1821611" y="156713"/>
                      <a:pt x="1866180" y="117894"/>
                      <a:pt x="1906437" y="96328"/>
                    </a:cubicBezTo>
                    <a:cubicBezTo>
                      <a:pt x="1946694" y="74762"/>
                      <a:pt x="2011393" y="84826"/>
                      <a:pt x="2035834" y="79075"/>
                    </a:cubicBezTo>
                    <a:cubicBezTo>
                      <a:pt x="2060275" y="73324"/>
                      <a:pt x="2053086" y="61822"/>
                      <a:pt x="2053086" y="61822"/>
                    </a:cubicBezTo>
                  </a:path>
                </a:pathLst>
              </a:custGeom>
              <a:ln w="28575">
                <a:solidFill>
                  <a:srgbClr val="33CC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55" name="Freeform: Shape 54"/>
          <p:cNvSpPr/>
          <p:nvPr/>
        </p:nvSpPr>
        <p:spPr>
          <a:xfrm>
            <a:off x="5164181" y="1997167"/>
            <a:ext cx="3347049" cy="593532"/>
          </a:xfrm>
          <a:custGeom>
            <a:avLst/>
            <a:gdLst>
              <a:gd name="connsiteX0" fmla="*/ 0 w 8017934"/>
              <a:gd name="connsiteY0" fmla="*/ 559665 h 601998"/>
              <a:gd name="connsiteX1" fmla="*/ 491067 w 8017934"/>
              <a:gd name="connsiteY1" fmla="*/ 551198 h 601998"/>
              <a:gd name="connsiteX2" fmla="*/ 508000 w 8017934"/>
              <a:gd name="connsiteY2" fmla="*/ 525798 h 601998"/>
              <a:gd name="connsiteX3" fmla="*/ 533400 w 8017934"/>
              <a:gd name="connsiteY3" fmla="*/ 508865 h 601998"/>
              <a:gd name="connsiteX4" fmla="*/ 567267 w 8017934"/>
              <a:gd name="connsiteY4" fmla="*/ 474998 h 601998"/>
              <a:gd name="connsiteX5" fmla="*/ 575734 w 8017934"/>
              <a:gd name="connsiteY5" fmla="*/ 449598 h 601998"/>
              <a:gd name="connsiteX6" fmla="*/ 584200 w 8017934"/>
              <a:gd name="connsiteY6" fmla="*/ 407265 h 601998"/>
              <a:gd name="connsiteX7" fmla="*/ 601134 w 8017934"/>
              <a:gd name="connsiteY7" fmla="*/ 381865 h 601998"/>
              <a:gd name="connsiteX8" fmla="*/ 618067 w 8017934"/>
              <a:gd name="connsiteY8" fmla="*/ 305665 h 601998"/>
              <a:gd name="connsiteX9" fmla="*/ 626534 w 8017934"/>
              <a:gd name="connsiteY9" fmla="*/ 280265 h 601998"/>
              <a:gd name="connsiteX10" fmla="*/ 643467 w 8017934"/>
              <a:gd name="connsiteY10" fmla="*/ 246398 h 601998"/>
              <a:gd name="connsiteX11" fmla="*/ 660400 w 8017934"/>
              <a:gd name="connsiteY11" fmla="*/ 187132 h 601998"/>
              <a:gd name="connsiteX12" fmla="*/ 677334 w 8017934"/>
              <a:gd name="connsiteY12" fmla="*/ 170198 h 601998"/>
              <a:gd name="connsiteX13" fmla="*/ 702734 w 8017934"/>
              <a:gd name="connsiteY13" fmla="*/ 110932 h 601998"/>
              <a:gd name="connsiteX14" fmla="*/ 795867 w 8017934"/>
              <a:gd name="connsiteY14" fmla="*/ 68598 h 601998"/>
              <a:gd name="connsiteX15" fmla="*/ 922867 w 8017934"/>
              <a:gd name="connsiteY15" fmla="*/ 85532 h 601998"/>
              <a:gd name="connsiteX16" fmla="*/ 948267 w 8017934"/>
              <a:gd name="connsiteY16" fmla="*/ 93998 h 601998"/>
              <a:gd name="connsiteX17" fmla="*/ 965200 w 8017934"/>
              <a:gd name="connsiteY17" fmla="*/ 144798 h 601998"/>
              <a:gd name="connsiteX18" fmla="*/ 982134 w 8017934"/>
              <a:gd name="connsiteY18" fmla="*/ 220998 h 601998"/>
              <a:gd name="connsiteX19" fmla="*/ 990600 w 8017934"/>
              <a:gd name="connsiteY19" fmla="*/ 246398 h 601998"/>
              <a:gd name="connsiteX20" fmla="*/ 1007534 w 8017934"/>
              <a:gd name="connsiteY20" fmla="*/ 314132 h 601998"/>
              <a:gd name="connsiteX21" fmla="*/ 1041400 w 8017934"/>
              <a:gd name="connsiteY21" fmla="*/ 364932 h 601998"/>
              <a:gd name="connsiteX22" fmla="*/ 1058334 w 8017934"/>
              <a:gd name="connsiteY22" fmla="*/ 534265 h 601998"/>
              <a:gd name="connsiteX23" fmla="*/ 1083734 w 8017934"/>
              <a:gd name="connsiteY23" fmla="*/ 551198 h 601998"/>
              <a:gd name="connsiteX24" fmla="*/ 1227667 w 8017934"/>
              <a:gd name="connsiteY24" fmla="*/ 559665 h 601998"/>
              <a:gd name="connsiteX25" fmla="*/ 1405467 w 8017934"/>
              <a:gd name="connsiteY25" fmla="*/ 542732 h 601998"/>
              <a:gd name="connsiteX26" fmla="*/ 1439334 w 8017934"/>
              <a:gd name="connsiteY26" fmla="*/ 534265 h 601998"/>
              <a:gd name="connsiteX27" fmla="*/ 1464734 w 8017934"/>
              <a:gd name="connsiteY27" fmla="*/ 517332 h 601998"/>
              <a:gd name="connsiteX28" fmla="*/ 1481667 w 8017934"/>
              <a:gd name="connsiteY28" fmla="*/ 491932 h 601998"/>
              <a:gd name="connsiteX29" fmla="*/ 1490134 w 8017934"/>
              <a:gd name="connsiteY29" fmla="*/ 373398 h 601998"/>
              <a:gd name="connsiteX30" fmla="*/ 1498600 w 8017934"/>
              <a:gd name="connsiteY30" fmla="*/ 339532 h 601998"/>
              <a:gd name="connsiteX31" fmla="*/ 1515534 w 8017934"/>
              <a:gd name="connsiteY31" fmla="*/ 322598 h 601998"/>
              <a:gd name="connsiteX32" fmla="*/ 1524000 w 8017934"/>
              <a:gd name="connsiteY32" fmla="*/ 288732 h 601998"/>
              <a:gd name="connsiteX33" fmla="*/ 1532467 w 8017934"/>
              <a:gd name="connsiteY33" fmla="*/ 263332 h 601998"/>
              <a:gd name="connsiteX34" fmla="*/ 1540934 w 8017934"/>
              <a:gd name="connsiteY34" fmla="*/ 220998 h 601998"/>
              <a:gd name="connsiteX35" fmla="*/ 1557867 w 8017934"/>
              <a:gd name="connsiteY35" fmla="*/ 187132 h 601998"/>
              <a:gd name="connsiteX36" fmla="*/ 1574800 w 8017934"/>
              <a:gd name="connsiteY36" fmla="*/ 127865 h 601998"/>
              <a:gd name="connsiteX37" fmla="*/ 1608667 w 8017934"/>
              <a:gd name="connsiteY37" fmla="*/ 93998 h 601998"/>
              <a:gd name="connsiteX38" fmla="*/ 1634067 w 8017934"/>
              <a:gd name="connsiteY38" fmla="*/ 77065 h 601998"/>
              <a:gd name="connsiteX39" fmla="*/ 1667934 w 8017934"/>
              <a:gd name="connsiteY39" fmla="*/ 68598 h 601998"/>
              <a:gd name="connsiteX40" fmla="*/ 1693334 w 8017934"/>
              <a:gd name="connsiteY40" fmla="*/ 60132 h 601998"/>
              <a:gd name="connsiteX41" fmla="*/ 1718734 w 8017934"/>
              <a:gd name="connsiteY41" fmla="*/ 68598 h 601998"/>
              <a:gd name="connsiteX42" fmla="*/ 1761067 w 8017934"/>
              <a:gd name="connsiteY42" fmla="*/ 85532 h 601998"/>
              <a:gd name="connsiteX43" fmla="*/ 1811867 w 8017934"/>
              <a:gd name="connsiteY43" fmla="*/ 93998 h 601998"/>
              <a:gd name="connsiteX44" fmla="*/ 2192867 w 8017934"/>
              <a:gd name="connsiteY44" fmla="*/ 93998 h 601998"/>
              <a:gd name="connsiteX45" fmla="*/ 2311400 w 8017934"/>
              <a:gd name="connsiteY45" fmla="*/ 102465 h 601998"/>
              <a:gd name="connsiteX46" fmla="*/ 2345267 w 8017934"/>
              <a:gd name="connsiteY46" fmla="*/ 170198 h 601998"/>
              <a:gd name="connsiteX47" fmla="*/ 2345267 w 8017934"/>
              <a:gd name="connsiteY47" fmla="*/ 170198 h 601998"/>
              <a:gd name="connsiteX48" fmla="*/ 2379134 w 8017934"/>
              <a:gd name="connsiteY48" fmla="*/ 246398 h 601998"/>
              <a:gd name="connsiteX49" fmla="*/ 2404534 w 8017934"/>
              <a:gd name="connsiteY49" fmla="*/ 297198 h 601998"/>
              <a:gd name="connsiteX50" fmla="*/ 2421467 w 8017934"/>
              <a:gd name="connsiteY50" fmla="*/ 356465 h 601998"/>
              <a:gd name="connsiteX51" fmla="*/ 2438400 w 8017934"/>
              <a:gd name="connsiteY51" fmla="*/ 390332 h 601998"/>
              <a:gd name="connsiteX52" fmla="*/ 2455334 w 8017934"/>
              <a:gd name="connsiteY52" fmla="*/ 441132 h 601998"/>
              <a:gd name="connsiteX53" fmla="*/ 2463800 w 8017934"/>
              <a:gd name="connsiteY53" fmla="*/ 466532 h 601998"/>
              <a:gd name="connsiteX54" fmla="*/ 2480734 w 8017934"/>
              <a:gd name="connsiteY54" fmla="*/ 483465 h 601998"/>
              <a:gd name="connsiteX55" fmla="*/ 2523067 w 8017934"/>
              <a:gd name="connsiteY55" fmla="*/ 559665 h 601998"/>
              <a:gd name="connsiteX56" fmla="*/ 2582334 w 8017934"/>
              <a:gd name="connsiteY56" fmla="*/ 568132 h 601998"/>
              <a:gd name="connsiteX57" fmla="*/ 2599267 w 8017934"/>
              <a:gd name="connsiteY57" fmla="*/ 525798 h 601998"/>
              <a:gd name="connsiteX58" fmla="*/ 2616200 w 8017934"/>
              <a:gd name="connsiteY58" fmla="*/ 500398 h 601998"/>
              <a:gd name="connsiteX59" fmla="*/ 2658534 w 8017934"/>
              <a:gd name="connsiteY59" fmla="*/ 508865 h 601998"/>
              <a:gd name="connsiteX60" fmla="*/ 2751667 w 8017934"/>
              <a:gd name="connsiteY60" fmla="*/ 534265 h 601998"/>
              <a:gd name="connsiteX61" fmla="*/ 2777067 w 8017934"/>
              <a:gd name="connsiteY61" fmla="*/ 551198 h 601998"/>
              <a:gd name="connsiteX62" fmla="*/ 2802467 w 8017934"/>
              <a:gd name="connsiteY62" fmla="*/ 500398 h 601998"/>
              <a:gd name="connsiteX63" fmla="*/ 2844800 w 8017934"/>
              <a:gd name="connsiteY63" fmla="*/ 483465 h 601998"/>
              <a:gd name="connsiteX64" fmla="*/ 2861734 w 8017934"/>
              <a:gd name="connsiteY64" fmla="*/ 424198 h 601998"/>
              <a:gd name="connsiteX65" fmla="*/ 2887134 w 8017934"/>
              <a:gd name="connsiteY65" fmla="*/ 263332 h 601998"/>
              <a:gd name="connsiteX66" fmla="*/ 2895600 w 8017934"/>
              <a:gd name="connsiteY66" fmla="*/ 195598 h 601998"/>
              <a:gd name="connsiteX67" fmla="*/ 2929467 w 8017934"/>
              <a:gd name="connsiteY67" fmla="*/ 119398 h 601998"/>
              <a:gd name="connsiteX68" fmla="*/ 2963334 w 8017934"/>
              <a:gd name="connsiteY68" fmla="*/ 102465 h 601998"/>
              <a:gd name="connsiteX69" fmla="*/ 3183467 w 8017934"/>
              <a:gd name="connsiteY69" fmla="*/ 77065 h 601998"/>
              <a:gd name="connsiteX70" fmla="*/ 3293534 w 8017934"/>
              <a:gd name="connsiteY70" fmla="*/ 93998 h 601998"/>
              <a:gd name="connsiteX71" fmla="*/ 3302000 w 8017934"/>
              <a:gd name="connsiteY71" fmla="*/ 127865 h 601998"/>
              <a:gd name="connsiteX72" fmla="*/ 3318934 w 8017934"/>
              <a:gd name="connsiteY72" fmla="*/ 204065 h 601998"/>
              <a:gd name="connsiteX73" fmla="*/ 3335867 w 8017934"/>
              <a:gd name="connsiteY73" fmla="*/ 229465 h 601998"/>
              <a:gd name="connsiteX74" fmla="*/ 3352800 w 8017934"/>
              <a:gd name="connsiteY74" fmla="*/ 288732 h 601998"/>
              <a:gd name="connsiteX75" fmla="*/ 3369734 w 8017934"/>
              <a:gd name="connsiteY75" fmla="*/ 322598 h 601998"/>
              <a:gd name="connsiteX76" fmla="*/ 3386667 w 8017934"/>
              <a:gd name="connsiteY76" fmla="*/ 373398 h 601998"/>
              <a:gd name="connsiteX77" fmla="*/ 3395134 w 8017934"/>
              <a:gd name="connsiteY77" fmla="*/ 398798 h 601998"/>
              <a:gd name="connsiteX78" fmla="*/ 3412067 w 8017934"/>
              <a:gd name="connsiteY78" fmla="*/ 415732 h 601998"/>
              <a:gd name="connsiteX79" fmla="*/ 3437467 w 8017934"/>
              <a:gd name="connsiteY79" fmla="*/ 500398 h 601998"/>
              <a:gd name="connsiteX80" fmla="*/ 3454400 w 8017934"/>
              <a:gd name="connsiteY80" fmla="*/ 525798 h 601998"/>
              <a:gd name="connsiteX81" fmla="*/ 3462867 w 8017934"/>
              <a:gd name="connsiteY81" fmla="*/ 551198 h 601998"/>
              <a:gd name="connsiteX82" fmla="*/ 3505200 w 8017934"/>
              <a:gd name="connsiteY82" fmla="*/ 593532 h 601998"/>
              <a:gd name="connsiteX83" fmla="*/ 3784600 w 8017934"/>
              <a:gd name="connsiteY83" fmla="*/ 601998 h 601998"/>
              <a:gd name="connsiteX84" fmla="*/ 3683000 w 8017934"/>
              <a:gd name="connsiteY84" fmla="*/ 576598 h 601998"/>
              <a:gd name="connsiteX85" fmla="*/ 3708400 w 8017934"/>
              <a:gd name="connsiteY85" fmla="*/ 568132 h 601998"/>
              <a:gd name="connsiteX86" fmla="*/ 3683000 w 8017934"/>
              <a:gd name="connsiteY86" fmla="*/ 559665 h 601998"/>
              <a:gd name="connsiteX87" fmla="*/ 3666067 w 8017934"/>
              <a:gd name="connsiteY87" fmla="*/ 534265 h 601998"/>
              <a:gd name="connsiteX88" fmla="*/ 3691467 w 8017934"/>
              <a:gd name="connsiteY88" fmla="*/ 517332 h 601998"/>
              <a:gd name="connsiteX89" fmla="*/ 3810000 w 8017934"/>
              <a:gd name="connsiteY89" fmla="*/ 525798 h 601998"/>
              <a:gd name="connsiteX90" fmla="*/ 4004734 w 8017934"/>
              <a:gd name="connsiteY90" fmla="*/ 551198 h 601998"/>
              <a:gd name="connsiteX91" fmla="*/ 4174067 w 8017934"/>
              <a:gd name="connsiteY91" fmla="*/ 542732 h 601998"/>
              <a:gd name="connsiteX92" fmla="*/ 4191000 w 8017934"/>
              <a:gd name="connsiteY92" fmla="*/ 525798 h 601998"/>
              <a:gd name="connsiteX93" fmla="*/ 4199467 w 8017934"/>
              <a:gd name="connsiteY93" fmla="*/ 500398 h 601998"/>
              <a:gd name="connsiteX94" fmla="*/ 4216400 w 8017934"/>
              <a:gd name="connsiteY94" fmla="*/ 466532 h 601998"/>
              <a:gd name="connsiteX95" fmla="*/ 4216400 w 8017934"/>
              <a:gd name="connsiteY95" fmla="*/ 178665 h 601998"/>
              <a:gd name="connsiteX96" fmla="*/ 4224867 w 8017934"/>
              <a:gd name="connsiteY96" fmla="*/ 153265 h 601998"/>
              <a:gd name="connsiteX97" fmla="*/ 4258734 w 8017934"/>
              <a:gd name="connsiteY97" fmla="*/ 127865 h 601998"/>
              <a:gd name="connsiteX98" fmla="*/ 5164667 w 8017934"/>
              <a:gd name="connsiteY98" fmla="*/ 339532 h 601998"/>
              <a:gd name="connsiteX99" fmla="*/ 5190067 w 8017934"/>
              <a:gd name="connsiteY99" fmla="*/ 390332 h 601998"/>
              <a:gd name="connsiteX100" fmla="*/ 5207000 w 8017934"/>
              <a:gd name="connsiteY100" fmla="*/ 441132 h 601998"/>
              <a:gd name="connsiteX101" fmla="*/ 5274734 w 8017934"/>
              <a:gd name="connsiteY101" fmla="*/ 483465 h 601998"/>
              <a:gd name="connsiteX102" fmla="*/ 5317067 w 8017934"/>
              <a:gd name="connsiteY102" fmla="*/ 525798 h 601998"/>
              <a:gd name="connsiteX103" fmla="*/ 5308600 w 8017934"/>
              <a:gd name="connsiteY103" fmla="*/ 517332 h 601998"/>
              <a:gd name="connsiteX104" fmla="*/ 5266267 w 8017934"/>
              <a:gd name="connsiteY104" fmla="*/ 542732 h 601998"/>
              <a:gd name="connsiteX105" fmla="*/ 5283200 w 8017934"/>
              <a:gd name="connsiteY105" fmla="*/ 517332 h 601998"/>
              <a:gd name="connsiteX106" fmla="*/ 5342467 w 8017934"/>
              <a:gd name="connsiteY106" fmla="*/ 500398 h 601998"/>
              <a:gd name="connsiteX107" fmla="*/ 5401734 w 8017934"/>
              <a:gd name="connsiteY107" fmla="*/ 483465 h 601998"/>
              <a:gd name="connsiteX108" fmla="*/ 5435600 w 8017934"/>
              <a:gd name="connsiteY108" fmla="*/ 466532 h 601998"/>
              <a:gd name="connsiteX109" fmla="*/ 5537200 w 8017934"/>
              <a:gd name="connsiteY109" fmla="*/ 458065 h 601998"/>
              <a:gd name="connsiteX110" fmla="*/ 5562600 w 8017934"/>
              <a:gd name="connsiteY110" fmla="*/ 407265 h 601998"/>
              <a:gd name="connsiteX111" fmla="*/ 5579534 w 8017934"/>
              <a:gd name="connsiteY111" fmla="*/ 373398 h 601998"/>
              <a:gd name="connsiteX112" fmla="*/ 5613400 w 8017934"/>
              <a:gd name="connsiteY112" fmla="*/ 314132 h 601998"/>
              <a:gd name="connsiteX113" fmla="*/ 5621867 w 8017934"/>
              <a:gd name="connsiteY113" fmla="*/ 280265 h 601998"/>
              <a:gd name="connsiteX114" fmla="*/ 5630334 w 8017934"/>
              <a:gd name="connsiteY114" fmla="*/ 170198 h 601998"/>
              <a:gd name="connsiteX115" fmla="*/ 5638800 w 8017934"/>
              <a:gd name="connsiteY115" fmla="*/ 136332 h 601998"/>
              <a:gd name="connsiteX116" fmla="*/ 5689600 w 8017934"/>
              <a:gd name="connsiteY116" fmla="*/ 93998 h 601998"/>
              <a:gd name="connsiteX117" fmla="*/ 5731934 w 8017934"/>
              <a:gd name="connsiteY117" fmla="*/ 85532 h 601998"/>
              <a:gd name="connsiteX118" fmla="*/ 5892800 w 8017934"/>
              <a:gd name="connsiteY118" fmla="*/ 93998 h 601998"/>
              <a:gd name="connsiteX119" fmla="*/ 5918200 w 8017934"/>
              <a:gd name="connsiteY119" fmla="*/ 110932 h 601998"/>
              <a:gd name="connsiteX120" fmla="*/ 5960534 w 8017934"/>
              <a:gd name="connsiteY120" fmla="*/ 153265 h 601998"/>
              <a:gd name="connsiteX121" fmla="*/ 6019800 w 8017934"/>
              <a:gd name="connsiteY121" fmla="*/ 187132 h 601998"/>
              <a:gd name="connsiteX122" fmla="*/ 6028267 w 8017934"/>
              <a:gd name="connsiteY122" fmla="*/ 220998 h 601998"/>
              <a:gd name="connsiteX123" fmla="*/ 6062134 w 8017934"/>
              <a:gd name="connsiteY123" fmla="*/ 263332 h 601998"/>
              <a:gd name="connsiteX124" fmla="*/ 6079067 w 8017934"/>
              <a:gd name="connsiteY124" fmla="*/ 288732 h 601998"/>
              <a:gd name="connsiteX125" fmla="*/ 6104467 w 8017934"/>
              <a:gd name="connsiteY125" fmla="*/ 314132 h 601998"/>
              <a:gd name="connsiteX126" fmla="*/ 6138334 w 8017934"/>
              <a:gd name="connsiteY126" fmla="*/ 364932 h 601998"/>
              <a:gd name="connsiteX127" fmla="*/ 6155267 w 8017934"/>
              <a:gd name="connsiteY127" fmla="*/ 458065 h 601998"/>
              <a:gd name="connsiteX128" fmla="*/ 6180667 w 8017934"/>
              <a:gd name="connsiteY128" fmla="*/ 474998 h 601998"/>
              <a:gd name="connsiteX129" fmla="*/ 6197600 w 8017934"/>
              <a:gd name="connsiteY129" fmla="*/ 517332 h 601998"/>
              <a:gd name="connsiteX130" fmla="*/ 6214534 w 8017934"/>
              <a:gd name="connsiteY130" fmla="*/ 534265 h 601998"/>
              <a:gd name="connsiteX131" fmla="*/ 6409267 w 8017934"/>
              <a:gd name="connsiteY131" fmla="*/ 576598 h 601998"/>
              <a:gd name="connsiteX132" fmla="*/ 6443134 w 8017934"/>
              <a:gd name="connsiteY132" fmla="*/ 551198 h 601998"/>
              <a:gd name="connsiteX133" fmla="*/ 6468534 w 8017934"/>
              <a:gd name="connsiteY133" fmla="*/ 441132 h 601998"/>
              <a:gd name="connsiteX134" fmla="*/ 6519334 w 8017934"/>
              <a:gd name="connsiteY134" fmla="*/ 466532 h 601998"/>
              <a:gd name="connsiteX135" fmla="*/ 7035800 w 8017934"/>
              <a:gd name="connsiteY135" fmla="*/ 491932 h 601998"/>
              <a:gd name="connsiteX136" fmla="*/ 7171267 w 8017934"/>
              <a:gd name="connsiteY136" fmla="*/ 525798 h 601998"/>
              <a:gd name="connsiteX137" fmla="*/ 7239000 w 8017934"/>
              <a:gd name="connsiteY137" fmla="*/ 542732 h 601998"/>
              <a:gd name="connsiteX138" fmla="*/ 7416800 w 8017934"/>
              <a:gd name="connsiteY138" fmla="*/ 508865 h 601998"/>
              <a:gd name="connsiteX139" fmla="*/ 7425267 w 8017934"/>
              <a:gd name="connsiteY139" fmla="*/ 466532 h 601998"/>
              <a:gd name="connsiteX140" fmla="*/ 7433734 w 8017934"/>
              <a:gd name="connsiteY140" fmla="*/ 373398 h 601998"/>
              <a:gd name="connsiteX141" fmla="*/ 7450667 w 8017934"/>
              <a:gd name="connsiteY141" fmla="*/ 347998 h 601998"/>
              <a:gd name="connsiteX142" fmla="*/ 7459134 w 8017934"/>
              <a:gd name="connsiteY142" fmla="*/ 305665 h 601998"/>
              <a:gd name="connsiteX143" fmla="*/ 7467600 w 8017934"/>
              <a:gd name="connsiteY143" fmla="*/ 280265 h 601998"/>
              <a:gd name="connsiteX144" fmla="*/ 7476067 w 8017934"/>
              <a:gd name="connsiteY144" fmla="*/ 246398 h 601998"/>
              <a:gd name="connsiteX145" fmla="*/ 7526867 w 8017934"/>
              <a:gd name="connsiteY145" fmla="*/ 229465 h 601998"/>
              <a:gd name="connsiteX146" fmla="*/ 7569200 w 8017934"/>
              <a:gd name="connsiteY146" fmla="*/ 187132 h 601998"/>
              <a:gd name="connsiteX147" fmla="*/ 7611534 w 8017934"/>
              <a:gd name="connsiteY147" fmla="*/ 153265 h 601998"/>
              <a:gd name="connsiteX148" fmla="*/ 7645400 w 8017934"/>
              <a:gd name="connsiteY148" fmla="*/ 127865 h 601998"/>
              <a:gd name="connsiteX149" fmla="*/ 7653867 w 8017934"/>
              <a:gd name="connsiteY149" fmla="*/ 102465 h 601998"/>
              <a:gd name="connsiteX150" fmla="*/ 7730067 w 8017934"/>
              <a:gd name="connsiteY150" fmla="*/ 68598 h 601998"/>
              <a:gd name="connsiteX151" fmla="*/ 7823200 w 8017934"/>
              <a:gd name="connsiteY151" fmla="*/ 43198 h 601998"/>
              <a:gd name="connsiteX152" fmla="*/ 7907867 w 8017934"/>
              <a:gd name="connsiteY152" fmla="*/ 9332 h 601998"/>
              <a:gd name="connsiteX153" fmla="*/ 7941734 w 8017934"/>
              <a:gd name="connsiteY153" fmla="*/ 865 h 601998"/>
              <a:gd name="connsiteX154" fmla="*/ 8017934 w 8017934"/>
              <a:gd name="connsiteY154" fmla="*/ 865 h 601998"/>
              <a:gd name="connsiteX0" fmla="*/ 0 w 8017934"/>
              <a:gd name="connsiteY0" fmla="*/ 559665 h 601998"/>
              <a:gd name="connsiteX1" fmla="*/ 491067 w 8017934"/>
              <a:gd name="connsiteY1" fmla="*/ 551198 h 601998"/>
              <a:gd name="connsiteX2" fmla="*/ 508000 w 8017934"/>
              <a:gd name="connsiteY2" fmla="*/ 525798 h 601998"/>
              <a:gd name="connsiteX3" fmla="*/ 533400 w 8017934"/>
              <a:gd name="connsiteY3" fmla="*/ 508865 h 601998"/>
              <a:gd name="connsiteX4" fmla="*/ 567267 w 8017934"/>
              <a:gd name="connsiteY4" fmla="*/ 474998 h 601998"/>
              <a:gd name="connsiteX5" fmla="*/ 575734 w 8017934"/>
              <a:gd name="connsiteY5" fmla="*/ 449598 h 601998"/>
              <a:gd name="connsiteX6" fmla="*/ 584200 w 8017934"/>
              <a:gd name="connsiteY6" fmla="*/ 407265 h 601998"/>
              <a:gd name="connsiteX7" fmla="*/ 601134 w 8017934"/>
              <a:gd name="connsiteY7" fmla="*/ 381865 h 601998"/>
              <a:gd name="connsiteX8" fmla="*/ 618067 w 8017934"/>
              <a:gd name="connsiteY8" fmla="*/ 305665 h 601998"/>
              <a:gd name="connsiteX9" fmla="*/ 626534 w 8017934"/>
              <a:gd name="connsiteY9" fmla="*/ 280265 h 601998"/>
              <a:gd name="connsiteX10" fmla="*/ 643467 w 8017934"/>
              <a:gd name="connsiteY10" fmla="*/ 246398 h 601998"/>
              <a:gd name="connsiteX11" fmla="*/ 660400 w 8017934"/>
              <a:gd name="connsiteY11" fmla="*/ 187132 h 601998"/>
              <a:gd name="connsiteX12" fmla="*/ 677334 w 8017934"/>
              <a:gd name="connsiteY12" fmla="*/ 170198 h 601998"/>
              <a:gd name="connsiteX13" fmla="*/ 702734 w 8017934"/>
              <a:gd name="connsiteY13" fmla="*/ 110932 h 601998"/>
              <a:gd name="connsiteX14" fmla="*/ 795867 w 8017934"/>
              <a:gd name="connsiteY14" fmla="*/ 68598 h 601998"/>
              <a:gd name="connsiteX15" fmla="*/ 922867 w 8017934"/>
              <a:gd name="connsiteY15" fmla="*/ 85532 h 601998"/>
              <a:gd name="connsiteX16" fmla="*/ 948267 w 8017934"/>
              <a:gd name="connsiteY16" fmla="*/ 93998 h 601998"/>
              <a:gd name="connsiteX17" fmla="*/ 965200 w 8017934"/>
              <a:gd name="connsiteY17" fmla="*/ 144798 h 601998"/>
              <a:gd name="connsiteX18" fmla="*/ 982134 w 8017934"/>
              <a:gd name="connsiteY18" fmla="*/ 220998 h 601998"/>
              <a:gd name="connsiteX19" fmla="*/ 990600 w 8017934"/>
              <a:gd name="connsiteY19" fmla="*/ 246398 h 601998"/>
              <a:gd name="connsiteX20" fmla="*/ 1007534 w 8017934"/>
              <a:gd name="connsiteY20" fmla="*/ 314132 h 601998"/>
              <a:gd name="connsiteX21" fmla="*/ 1041400 w 8017934"/>
              <a:gd name="connsiteY21" fmla="*/ 364932 h 601998"/>
              <a:gd name="connsiteX22" fmla="*/ 1058334 w 8017934"/>
              <a:gd name="connsiteY22" fmla="*/ 534265 h 601998"/>
              <a:gd name="connsiteX23" fmla="*/ 1083734 w 8017934"/>
              <a:gd name="connsiteY23" fmla="*/ 551198 h 601998"/>
              <a:gd name="connsiteX24" fmla="*/ 1227667 w 8017934"/>
              <a:gd name="connsiteY24" fmla="*/ 559665 h 601998"/>
              <a:gd name="connsiteX25" fmla="*/ 1405467 w 8017934"/>
              <a:gd name="connsiteY25" fmla="*/ 542732 h 601998"/>
              <a:gd name="connsiteX26" fmla="*/ 1439334 w 8017934"/>
              <a:gd name="connsiteY26" fmla="*/ 534265 h 601998"/>
              <a:gd name="connsiteX27" fmla="*/ 1464734 w 8017934"/>
              <a:gd name="connsiteY27" fmla="*/ 517332 h 601998"/>
              <a:gd name="connsiteX28" fmla="*/ 1481667 w 8017934"/>
              <a:gd name="connsiteY28" fmla="*/ 491932 h 601998"/>
              <a:gd name="connsiteX29" fmla="*/ 1490134 w 8017934"/>
              <a:gd name="connsiteY29" fmla="*/ 373398 h 601998"/>
              <a:gd name="connsiteX30" fmla="*/ 1498600 w 8017934"/>
              <a:gd name="connsiteY30" fmla="*/ 339532 h 601998"/>
              <a:gd name="connsiteX31" fmla="*/ 1515534 w 8017934"/>
              <a:gd name="connsiteY31" fmla="*/ 322598 h 601998"/>
              <a:gd name="connsiteX32" fmla="*/ 1524000 w 8017934"/>
              <a:gd name="connsiteY32" fmla="*/ 288732 h 601998"/>
              <a:gd name="connsiteX33" fmla="*/ 1532467 w 8017934"/>
              <a:gd name="connsiteY33" fmla="*/ 263332 h 601998"/>
              <a:gd name="connsiteX34" fmla="*/ 1540934 w 8017934"/>
              <a:gd name="connsiteY34" fmla="*/ 220998 h 601998"/>
              <a:gd name="connsiteX35" fmla="*/ 1557867 w 8017934"/>
              <a:gd name="connsiteY35" fmla="*/ 187132 h 601998"/>
              <a:gd name="connsiteX36" fmla="*/ 1574800 w 8017934"/>
              <a:gd name="connsiteY36" fmla="*/ 127865 h 601998"/>
              <a:gd name="connsiteX37" fmla="*/ 1608667 w 8017934"/>
              <a:gd name="connsiteY37" fmla="*/ 93998 h 601998"/>
              <a:gd name="connsiteX38" fmla="*/ 1634067 w 8017934"/>
              <a:gd name="connsiteY38" fmla="*/ 77065 h 601998"/>
              <a:gd name="connsiteX39" fmla="*/ 1667934 w 8017934"/>
              <a:gd name="connsiteY39" fmla="*/ 68598 h 601998"/>
              <a:gd name="connsiteX40" fmla="*/ 1693334 w 8017934"/>
              <a:gd name="connsiteY40" fmla="*/ 60132 h 601998"/>
              <a:gd name="connsiteX41" fmla="*/ 1718734 w 8017934"/>
              <a:gd name="connsiteY41" fmla="*/ 68598 h 601998"/>
              <a:gd name="connsiteX42" fmla="*/ 1761067 w 8017934"/>
              <a:gd name="connsiteY42" fmla="*/ 85532 h 601998"/>
              <a:gd name="connsiteX43" fmla="*/ 1811867 w 8017934"/>
              <a:gd name="connsiteY43" fmla="*/ 93998 h 601998"/>
              <a:gd name="connsiteX44" fmla="*/ 2192867 w 8017934"/>
              <a:gd name="connsiteY44" fmla="*/ 93998 h 601998"/>
              <a:gd name="connsiteX45" fmla="*/ 2311400 w 8017934"/>
              <a:gd name="connsiteY45" fmla="*/ 102465 h 601998"/>
              <a:gd name="connsiteX46" fmla="*/ 2345267 w 8017934"/>
              <a:gd name="connsiteY46" fmla="*/ 170198 h 601998"/>
              <a:gd name="connsiteX47" fmla="*/ 2345267 w 8017934"/>
              <a:gd name="connsiteY47" fmla="*/ 170198 h 601998"/>
              <a:gd name="connsiteX48" fmla="*/ 2379134 w 8017934"/>
              <a:gd name="connsiteY48" fmla="*/ 246398 h 601998"/>
              <a:gd name="connsiteX49" fmla="*/ 2404534 w 8017934"/>
              <a:gd name="connsiteY49" fmla="*/ 297198 h 601998"/>
              <a:gd name="connsiteX50" fmla="*/ 2421467 w 8017934"/>
              <a:gd name="connsiteY50" fmla="*/ 356465 h 601998"/>
              <a:gd name="connsiteX51" fmla="*/ 2438400 w 8017934"/>
              <a:gd name="connsiteY51" fmla="*/ 390332 h 601998"/>
              <a:gd name="connsiteX52" fmla="*/ 2455334 w 8017934"/>
              <a:gd name="connsiteY52" fmla="*/ 441132 h 601998"/>
              <a:gd name="connsiteX53" fmla="*/ 2463800 w 8017934"/>
              <a:gd name="connsiteY53" fmla="*/ 466532 h 601998"/>
              <a:gd name="connsiteX54" fmla="*/ 2480734 w 8017934"/>
              <a:gd name="connsiteY54" fmla="*/ 483465 h 601998"/>
              <a:gd name="connsiteX55" fmla="*/ 2523067 w 8017934"/>
              <a:gd name="connsiteY55" fmla="*/ 559665 h 601998"/>
              <a:gd name="connsiteX56" fmla="*/ 2582334 w 8017934"/>
              <a:gd name="connsiteY56" fmla="*/ 568132 h 601998"/>
              <a:gd name="connsiteX57" fmla="*/ 2599267 w 8017934"/>
              <a:gd name="connsiteY57" fmla="*/ 525798 h 601998"/>
              <a:gd name="connsiteX58" fmla="*/ 2616200 w 8017934"/>
              <a:gd name="connsiteY58" fmla="*/ 500398 h 601998"/>
              <a:gd name="connsiteX59" fmla="*/ 2658534 w 8017934"/>
              <a:gd name="connsiteY59" fmla="*/ 508865 h 601998"/>
              <a:gd name="connsiteX60" fmla="*/ 2751667 w 8017934"/>
              <a:gd name="connsiteY60" fmla="*/ 534265 h 601998"/>
              <a:gd name="connsiteX61" fmla="*/ 2777067 w 8017934"/>
              <a:gd name="connsiteY61" fmla="*/ 551198 h 601998"/>
              <a:gd name="connsiteX62" fmla="*/ 2802467 w 8017934"/>
              <a:gd name="connsiteY62" fmla="*/ 500398 h 601998"/>
              <a:gd name="connsiteX63" fmla="*/ 2844800 w 8017934"/>
              <a:gd name="connsiteY63" fmla="*/ 483465 h 601998"/>
              <a:gd name="connsiteX64" fmla="*/ 2861734 w 8017934"/>
              <a:gd name="connsiteY64" fmla="*/ 424198 h 601998"/>
              <a:gd name="connsiteX65" fmla="*/ 2887134 w 8017934"/>
              <a:gd name="connsiteY65" fmla="*/ 263332 h 601998"/>
              <a:gd name="connsiteX66" fmla="*/ 2895600 w 8017934"/>
              <a:gd name="connsiteY66" fmla="*/ 195598 h 601998"/>
              <a:gd name="connsiteX67" fmla="*/ 2929467 w 8017934"/>
              <a:gd name="connsiteY67" fmla="*/ 119398 h 601998"/>
              <a:gd name="connsiteX68" fmla="*/ 2963334 w 8017934"/>
              <a:gd name="connsiteY68" fmla="*/ 102465 h 601998"/>
              <a:gd name="connsiteX69" fmla="*/ 3183467 w 8017934"/>
              <a:gd name="connsiteY69" fmla="*/ 77065 h 601998"/>
              <a:gd name="connsiteX70" fmla="*/ 3293534 w 8017934"/>
              <a:gd name="connsiteY70" fmla="*/ 93998 h 601998"/>
              <a:gd name="connsiteX71" fmla="*/ 3302000 w 8017934"/>
              <a:gd name="connsiteY71" fmla="*/ 127865 h 601998"/>
              <a:gd name="connsiteX72" fmla="*/ 3318934 w 8017934"/>
              <a:gd name="connsiteY72" fmla="*/ 204065 h 601998"/>
              <a:gd name="connsiteX73" fmla="*/ 3335867 w 8017934"/>
              <a:gd name="connsiteY73" fmla="*/ 229465 h 601998"/>
              <a:gd name="connsiteX74" fmla="*/ 3352800 w 8017934"/>
              <a:gd name="connsiteY74" fmla="*/ 288732 h 601998"/>
              <a:gd name="connsiteX75" fmla="*/ 3369734 w 8017934"/>
              <a:gd name="connsiteY75" fmla="*/ 322598 h 601998"/>
              <a:gd name="connsiteX76" fmla="*/ 3386667 w 8017934"/>
              <a:gd name="connsiteY76" fmla="*/ 373398 h 601998"/>
              <a:gd name="connsiteX77" fmla="*/ 3395134 w 8017934"/>
              <a:gd name="connsiteY77" fmla="*/ 398798 h 601998"/>
              <a:gd name="connsiteX78" fmla="*/ 3412067 w 8017934"/>
              <a:gd name="connsiteY78" fmla="*/ 415732 h 601998"/>
              <a:gd name="connsiteX79" fmla="*/ 3437467 w 8017934"/>
              <a:gd name="connsiteY79" fmla="*/ 500398 h 601998"/>
              <a:gd name="connsiteX80" fmla="*/ 3454400 w 8017934"/>
              <a:gd name="connsiteY80" fmla="*/ 525798 h 601998"/>
              <a:gd name="connsiteX81" fmla="*/ 3462867 w 8017934"/>
              <a:gd name="connsiteY81" fmla="*/ 551198 h 601998"/>
              <a:gd name="connsiteX82" fmla="*/ 3505200 w 8017934"/>
              <a:gd name="connsiteY82" fmla="*/ 593532 h 601998"/>
              <a:gd name="connsiteX83" fmla="*/ 3784600 w 8017934"/>
              <a:gd name="connsiteY83" fmla="*/ 601998 h 601998"/>
              <a:gd name="connsiteX84" fmla="*/ 3683000 w 8017934"/>
              <a:gd name="connsiteY84" fmla="*/ 576598 h 601998"/>
              <a:gd name="connsiteX85" fmla="*/ 3708400 w 8017934"/>
              <a:gd name="connsiteY85" fmla="*/ 568132 h 601998"/>
              <a:gd name="connsiteX86" fmla="*/ 3683000 w 8017934"/>
              <a:gd name="connsiteY86" fmla="*/ 559665 h 601998"/>
              <a:gd name="connsiteX87" fmla="*/ 3666067 w 8017934"/>
              <a:gd name="connsiteY87" fmla="*/ 534265 h 601998"/>
              <a:gd name="connsiteX88" fmla="*/ 3691467 w 8017934"/>
              <a:gd name="connsiteY88" fmla="*/ 517332 h 601998"/>
              <a:gd name="connsiteX89" fmla="*/ 3810000 w 8017934"/>
              <a:gd name="connsiteY89" fmla="*/ 525798 h 601998"/>
              <a:gd name="connsiteX90" fmla="*/ 4004734 w 8017934"/>
              <a:gd name="connsiteY90" fmla="*/ 551198 h 601998"/>
              <a:gd name="connsiteX91" fmla="*/ 4174067 w 8017934"/>
              <a:gd name="connsiteY91" fmla="*/ 542732 h 601998"/>
              <a:gd name="connsiteX92" fmla="*/ 4191000 w 8017934"/>
              <a:gd name="connsiteY92" fmla="*/ 525798 h 601998"/>
              <a:gd name="connsiteX93" fmla="*/ 4199467 w 8017934"/>
              <a:gd name="connsiteY93" fmla="*/ 500398 h 601998"/>
              <a:gd name="connsiteX94" fmla="*/ 4216400 w 8017934"/>
              <a:gd name="connsiteY94" fmla="*/ 466532 h 601998"/>
              <a:gd name="connsiteX95" fmla="*/ 4216400 w 8017934"/>
              <a:gd name="connsiteY95" fmla="*/ 178665 h 601998"/>
              <a:gd name="connsiteX96" fmla="*/ 4224867 w 8017934"/>
              <a:gd name="connsiteY96" fmla="*/ 153265 h 601998"/>
              <a:gd name="connsiteX97" fmla="*/ 4258734 w 8017934"/>
              <a:gd name="connsiteY97" fmla="*/ 127865 h 601998"/>
              <a:gd name="connsiteX98" fmla="*/ 5164667 w 8017934"/>
              <a:gd name="connsiteY98" fmla="*/ 339532 h 601998"/>
              <a:gd name="connsiteX99" fmla="*/ 5190067 w 8017934"/>
              <a:gd name="connsiteY99" fmla="*/ 390332 h 601998"/>
              <a:gd name="connsiteX100" fmla="*/ 5207000 w 8017934"/>
              <a:gd name="connsiteY100" fmla="*/ 441132 h 601998"/>
              <a:gd name="connsiteX101" fmla="*/ 5274734 w 8017934"/>
              <a:gd name="connsiteY101" fmla="*/ 483465 h 601998"/>
              <a:gd name="connsiteX102" fmla="*/ 5317067 w 8017934"/>
              <a:gd name="connsiteY102" fmla="*/ 525798 h 601998"/>
              <a:gd name="connsiteX103" fmla="*/ 5308600 w 8017934"/>
              <a:gd name="connsiteY103" fmla="*/ 517332 h 601998"/>
              <a:gd name="connsiteX104" fmla="*/ 5266267 w 8017934"/>
              <a:gd name="connsiteY104" fmla="*/ 542732 h 601998"/>
              <a:gd name="connsiteX105" fmla="*/ 5283200 w 8017934"/>
              <a:gd name="connsiteY105" fmla="*/ 517332 h 601998"/>
              <a:gd name="connsiteX106" fmla="*/ 5342467 w 8017934"/>
              <a:gd name="connsiteY106" fmla="*/ 500398 h 601998"/>
              <a:gd name="connsiteX107" fmla="*/ 5401734 w 8017934"/>
              <a:gd name="connsiteY107" fmla="*/ 483465 h 601998"/>
              <a:gd name="connsiteX108" fmla="*/ 5435600 w 8017934"/>
              <a:gd name="connsiteY108" fmla="*/ 466532 h 601998"/>
              <a:gd name="connsiteX109" fmla="*/ 5537200 w 8017934"/>
              <a:gd name="connsiteY109" fmla="*/ 458065 h 601998"/>
              <a:gd name="connsiteX110" fmla="*/ 5562600 w 8017934"/>
              <a:gd name="connsiteY110" fmla="*/ 407265 h 601998"/>
              <a:gd name="connsiteX111" fmla="*/ 5579534 w 8017934"/>
              <a:gd name="connsiteY111" fmla="*/ 373398 h 601998"/>
              <a:gd name="connsiteX112" fmla="*/ 5613400 w 8017934"/>
              <a:gd name="connsiteY112" fmla="*/ 314132 h 601998"/>
              <a:gd name="connsiteX113" fmla="*/ 5621867 w 8017934"/>
              <a:gd name="connsiteY113" fmla="*/ 280265 h 601998"/>
              <a:gd name="connsiteX114" fmla="*/ 5630334 w 8017934"/>
              <a:gd name="connsiteY114" fmla="*/ 170198 h 601998"/>
              <a:gd name="connsiteX115" fmla="*/ 5638800 w 8017934"/>
              <a:gd name="connsiteY115" fmla="*/ 136332 h 601998"/>
              <a:gd name="connsiteX116" fmla="*/ 5689600 w 8017934"/>
              <a:gd name="connsiteY116" fmla="*/ 93998 h 601998"/>
              <a:gd name="connsiteX117" fmla="*/ 5731934 w 8017934"/>
              <a:gd name="connsiteY117" fmla="*/ 85532 h 601998"/>
              <a:gd name="connsiteX118" fmla="*/ 5892800 w 8017934"/>
              <a:gd name="connsiteY118" fmla="*/ 93998 h 601998"/>
              <a:gd name="connsiteX119" fmla="*/ 5918200 w 8017934"/>
              <a:gd name="connsiteY119" fmla="*/ 110932 h 601998"/>
              <a:gd name="connsiteX120" fmla="*/ 5960534 w 8017934"/>
              <a:gd name="connsiteY120" fmla="*/ 153265 h 601998"/>
              <a:gd name="connsiteX121" fmla="*/ 6019800 w 8017934"/>
              <a:gd name="connsiteY121" fmla="*/ 187132 h 601998"/>
              <a:gd name="connsiteX122" fmla="*/ 6028267 w 8017934"/>
              <a:gd name="connsiteY122" fmla="*/ 220998 h 601998"/>
              <a:gd name="connsiteX123" fmla="*/ 6062134 w 8017934"/>
              <a:gd name="connsiteY123" fmla="*/ 263332 h 601998"/>
              <a:gd name="connsiteX124" fmla="*/ 6079067 w 8017934"/>
              <a:gd name="connsiteY124" fmla="*/ 288732 h 601998"/>
              <a:gd name="connsiteX125" fmla="*/ 6104467 w 8017934"/>
              <a:gd name="connsiteY125" fmla="*/ 314132 h 601998"/>
              <a:gd name="connsiteX126" fmla="*/ 6138334 w 8017934"/>
              <a:gd name="connsiteY126" fmla="*/ 364932 h 601998"/>
              <a:gd name="connsiteX127" fmla="*/ 6155267 w 8017934"/>
              <a:gd name="connsiteY127" fmla="*/ 458065 h 601998"/>
              <a:gd name="connsiteX128" fmla="*/ 6180667 w 8017934"/>
              <a:gd name="connsiteY128" fmla="*/ 474998 h 601998"/>
              <a:gd name="connsiteX129" fmla="*/ 6197600 w 8017934"/>
              <a:gd name="connsiteY129" fmla="*/ 517332 h 601998"/>
              <a:gd name="connsiteX130" fmla="*/ 6214534 w 8017934"/>
              <a:gd name="connsiteY130" fmla="*/ 534265 h 601998"/>
              <a:gd name="connsiteX131" fmla="*/ 6409267 w 8017934"/>
              <a:gd name="connsiteY131" fmla="*/ 576598 h 601998"/>
              <a:gd name="connsiteX132" fmla="*/ 6443134 w 8017934"/>
              <a:gd name="connsiteY132" fmla="*/ 551198 h 601998"/>
              <a:gd name="connsiteX133" fmla="*/ 6468534 w 8017934"/>
              <a:gd name="connsiteY133" fmla="*/ 441132 h 601998"/>
              <a:gd name="connsiteX134" fmla="*/ 6519334 w 8017934"/>
              <a:gd name="connsiteY134" fmla="*/ 466532 h 601998"/>
              <a:gd name="connsiteX135" fmla="*/ 7035800 w 8017934"/>
              <a:gd name="connsiteY135" fmla="*/ 491932 h 601998"/>
              <a:gd name="connsiteX136" fmla="*/ 7171267 w 8017934"/>
              <a:gd name="connsiteY136" fmla="*/ 525798 h 601998"/>
              <a:gd name="connsiteX137" fmla="*/ 7239000 w 8017934"/>
              <a:gd name="connsiteY137" fmla="*/ 542732 h 601998"/>
              <a:gd name="connsiteX138" fmla="*/ 7416800 w 8017934"/>
              <a:gd name="connsiteY138" fmla="*/ 508865 h 601998"/>
              <a:gd name="connsiteX139" fmla="*/ 7425267 w 8017934"/>
              <a:gd name="connsiteY139" fmla="*/ 466532 h 601998"/>
              <a:gd name="connsiteX140" fmla="*/ 7433734 w 8017934"/>
              <a:gd name="connsiteY140" fmla="*/ 373398 h 601998"/>
              <a:gd name="connsiteX141" fmla="*/ 7450667 w 8017934"/>
              <a:gd name="connsiteY141" fmla="*/ 347998 h 601998"/>
              <a:gd name="connsiteX142" fmla="*/ 7459134 w 8017934"/>
              <a:gd name="connsiteY142" fmla="*/ 305665 h 601998"/>
              <a:gd name="connsiteX143" fmla="*/ 7467600 w 8017934"/>
              <a:gd name="connsiteY143" fmla="*/ 280265 h 601998"/>
              <a:gd name="connsiteX144" fmla="*/ 7476067 w 8017934"/>
              <a:gd name="connsiteY144" fmla="*/ 246398 h 601998"/>
              <a:gd name="connsiteX145" fmla="*/ 7526867 w 8017934"/>
              <a:gd name="connsiteY145" fmla="*/ 229465 h 601998"/>
              <a:gd name="connsiteX146" fmla="*/ 7569200 w 8017934"/>
              <a:gd name="connsiteY146" fmla="*/ 187132 h 601998"/>
              <a:gd name="connsiteX147" fmla="*/ 7611534 w 8017934"/>
              <a:gd name="connsiteY147" fmla="*/ 153265 h 601998"/>
              <a:gd name="connsiteX148" fmla="*/ 7645400 w 8017934"/>
              <a:gd name="connsiteY148" fmla="*/ 127865 h 601998"/>
              <a:gd name="connsiteX149" fmla="*/ 7653867 w 8017934"/>
              <a:gd name="connsiteY149" fmla="*/ 102465 h 601998"/>
              <a:gd name="connsiteX150" fmla="*/ 7730067 w 8017934"/>
              <a:gd name="connsiteY150" fmla="*/ 68598 h 601998"/>
              <a:gd name="connsiteX151" fmla="*/ 7823200 w 8017934"/>
              <a:gd name="connsiteY151" fmla="*/ 43198 h 601998"/>
              <a:gd name="connsiteX152" fmla="*/ 7907867 w 8017934"/>
              <a:gd name="connsiteY152" fmla="*/ 9332 h 601998"/>
              <a:gd name="connsiteX153" fmla="*/ 7941734 w 8017934"/>
              <a:gd name="connsiteY153" fmla="*/ 865 h 601998"/>
              <a:gd name="connsiteX154" fmla="*/ 8017934 w 8017934"/>
              <a:gd name="connsiteY154" fmla="*/ 865 h 601998"/>
              <a:gd name="connsiteX0" fmla="*/ 0 w 8017934"/>
              <a:gd name="connsiteY0" fmla="*/ 559665 h 601998"/>
              <a:gd name="connsiteX1" fmla="*/ 491067 w 8017934"/>
              <a:gd name="connsiteY1" fmla="*/ 551198 h 601998"/>
              <a:gd name="connsiteX2" fmla="*/ 508000 w 8017934"/>
              <a:gd name="connsiteY2" fmla="*/ 525798 h 601998"/>
              <a:gd name="connsiteX3" fmla="*/ 533400 w 8017934"/>
              <a:gd name="connsiteY3" fmla="*/ 508865 h 601998"/>
              <a:gd name="connsiteX4" fmla="*/ 567267 w 8017934"/>
              <a:gd name="connsiteY4" fmla="*/ 474998 h 601998"/>
              <a:gd name="connsiteX5" fmla="*/ 575734 w 8017934"/>
              <a:gd name="connsiteY5" fmla="*/ 449598 h 601998"/>
              <a:gd name="connsiteX6" fmla="*/ 584200 w 8017934"/>
              <a:gd name="connsiteY6" fmla="*/ 407265 h 601998"/>
              <a:gd name="connsiteX7" fmla="*/ 601134 w 8017934"/>
              <a:gd name="connsiteY7" fmla="*/ 381865 h 601998"/>
              <a:gd name="connsiteX8" fmla="*/ 618067 w 8017934"/>
              <a:gd name="connsiteY8" fmla="*/ 305665 h 601998"/>
              <a:gd name="connsiteX9" fmla="*/ 626534 w 8017934"/>
              <a:gd name="connsiteY9" fmla="*/ 280265 h 601998"/>
              <a:gd name="connsiteX10" fmla="*/ 643467 w 8017934"/>
              <a:gd name="connsiteY10" fmla="*/ 246398 h 601998"/>
              <a:gd name="connsiteX11" fmla="*/ 660400 w 8017934"/>
              <a:gd name="connsiteY11" fmla="*/ 187132 h 601998"/>
              <a:gd name="connsiteX12" fmla="*/ 677334 w 8017934"/>
              <a:gd name="connsiteY12" fmla="*/ 170198 h 601998"/>
              <a:gd name="connsiteX13" fmla="*/ 702734 w 8017934"/>
              <a:gd name="connsiteY13" fmla="*/ 110932 h 601998"/>
              <a:gd name="connsiteX14" fmla="*/ 795867 w 8017934"/>
              <a:gd name="connsiteY14" fmla="*/ 68598 h 601998"/>
              <a:gd name="connsiteX15" fmla="*/ 922867 w 8017934"/>
              <a:gd name="connsiteY15" fmla="*/ 85532 h 601998"/>
              <a:gd name="connsiteX16" fmla="*/ 948267 w 8017934"/>
              <a:gd name="connsiteY16" fmla="*/ 93998 h 601998"/>
              <a:gd name="connsiteX17" fmla="*/ 965200 w 8017934"/>
              <a:gd name="connsiteY17" fmla="*/ 144798 h 601998"/>
              <a:gd name="connsiteX18" fmla="*/ 982134 w 8017934"/>
              <a:gd name="connsiteY18" fmla="*/ 220998 h 601998"/>
              <a:gd name="connsiteX19" fmla="*/ 990600 w 8017934"/>
              <a:gd name="connsiteY19" fmla="*/ 246398 h 601998"/>
              <a:gd name="connsiteX20" fmla="*/ 1007534 w 8017934"/>
              <a:gd name="connsiteY20" fmla="*/ 314132 h 601998"/>
              <a:gd name="connsiteX21" fmla="*/ 1041400 w 8017934"/>
              <a:gd name="connsiteY21" fmla="*/ 364932 h 601998"/>
              <a:gd name="connsiteX22" fmla="*/ 1058334 w 8017934"/>
              <a:gd name="connsiteY22" fmla="*/ 534265 h 601998"/>
              <a:gd name="connsiteX23" fmla="*/ 1083734 w 8017934"/>
              <a:gd name="connsiteY23" fmla="*/ 551198 h 601998"/>
              <a:gd name="connsiteX24" fmla="*/ 1227667 w 8017934"/>
              <a:gd name="connsiteY24" fmla="*/ 559665 h 601998"/>
              <a:gd name="connsiteX25" fmla="*/ 1405467 w 8017934"/>
              <a:gd name="connsiteY25" fmla="*/ 542732 h 601998"/>
              <a:gd name="connsiteX26" fmla="*/ 1439334 w 8017934"/>
              <a:gd name="connsiteY26" fmla="*/ 534265 h 601998"/>
              <a:gd name="connsiteX27" fmla="*/ 1464734 w 8017934"/>
              <a:gd name="connsiteY27" fmla="*/ 517332 h 601998"/>
              <a:gd name="connsiteX28" fmla="*/ 1481667 w 8017934"/>
              <a:gd name="connsiteY28" fmla="*/ 491932 h 601998"/>
              <a:gd name="connsiteX29" fmla="*/ 1490134 w 8017934"/>
              <a:gd name="connsiteY29" fmla="*/ 373398 h 601998"/>
              <a:gd name="connsiteX30" fmla="*/ 1498600 w 8017934"/>
              <a:gd name="connsiteY30" fmla="*/ 339532 h 601998"/>
              <a:gd name="connsiteX31" fmla="*/ 1515534 w 8017934"/>
              <a:gd name="connsiteY31" fmla="*/ 322598 h 601998"/>
              <a:gd name="connsiteX32" fmla="*/ 1524000 w 8017934"/>
              <a:gd name="connsiteY32" fmla="*/ 288732 h 601998"/>
              <a:gd name="connsiteX33" fmla="*/ 1532467 w 8017934"/>
              <a:gd name="connsiteY33" fmla="*/ 263332 h 601998"/>
              <a:gd name="connsiteX34" fmla="*/ 1540934 w 8017934"/>
              <a:gd name="connsiteY34" fmla="*/ 220998 h 601998"/>
              <a:gd name="connsiteX35" fmla="*/ 1557867 w 8017934"/>
              <a:gd name="connsiteY35" fmla="*/ 187132 h 601998"/>
              <a:gd name="connsiteX36" fmla="*/ 1574800 w 8017934"/>
              <a:gd name="connsiteY36" fmla="*/ 127865 h 601998"/>
              <a:gd name="connsiteX37" fmla="*/ 1608667 w 8017934"/>
              <a:gd name="connsiteY37" fmla="*/ 93998 h 601998"/>
              <a:gd name="connsiteX38" fmla="*/ 1634067 w 8017934"/>
              <a:gd name="connsiteY38" fmla="*/ 77065 h 601998"/>
              <a:gd name="connsiteX39" fmla="*/ 1667934 w 8017934"/>
              <a:gd name="connsiteY39" fmla="*/ 68598 h 601998"/>
              <a:gd name="connsiteX40" fmla="*/ 1693334 w 8017934"/>
              <a:gd name="connsiteY40" fmla="*/ 60132 h 601998"/>
              <a:gd name="connsiteX41" fmla="*/ 1718734 w 8017934"/>
              <a:gd name="connsiteY41" fmla="*/ 68598 h 601998"/>
              <a:gd name="connsiteX42" fmla="*/ 1761067 w 8017934"/>
              <a:gd name="connsiteY42" fmla="*/ 85532 h 601998"/>
              <a:gd name="connsiteX43" fmla="*/ 1811867 w 8017934"/>
              <a:gd name="connsiteY43" fmla="*/ 93998 h 601998"/>
              <a:gd name="connsiteX44" fmla="*/ 2192867 w 8017934"/>
              <a:gd name="connsiteY44" fmla="*/ 93998 h 601998"/>
              <a:gd name="connsiteX45" fmla="*/ 2311400 w 8017934"/>
              <a:gd name="connsiteY45" fmla="*/ 102465 h 601998"/>
              <a:gd name="connsiteX46" fmla="*/ 2345267 w 8017934"/>
              <a:gd name="connsiteY46" fmla="*/ 170198 h 601998"/>
              <a:gd name="connsiteX47" fmla="*/ 2345267 w 8017934"/>
              <a:gd name="connsiteY47" fmla="*/ 170198 h 601998"/>
              <a:gd name="connsiteX48" fmla="*/ 2379134 w 8017934"/>
              <a:gd name="connsiteY48" fmla="*/ 246398 h 601998"/>
              <a:gd name="connsiteX49" fmla="*/ 2404534 w 8017934"/>
              <a:gd name="connsiteY49" fmla="*/ 297198 h 601998"/>
              <a:gd name="connsiteX50" fmla="*/ 2421467 w 8017934"/>
              <a:gd name="connsiteY50" fmla="*/ 356465 h 601998"/>
              <a:gd name="connsiteX51" fmla="*/ 2438400 w 8017934"/>
              <a:gd name="connsiteY51" fmla="*/ 390332 h 601998"/>
              <a:gd name="connsiteX52" fmla="*/ 2455334 w 8017934"/>
              <a:gd name="connsiteY52" fmla="*/ 441132 h 601998"/>
              <a:gd name="connsiteX53" fmla="*/ 2463800 w 8017934"/>
              <a:gd name="connsiteY53" fmla="*/ 466532 h 601998"/>
              <a:gd name="connsiteX54" fmla="*/ 2480734 w 8017934"/>
              <a:gd name="connsiteY54" fmla="*/ 483465 h 601998"/>
              <a:gd name="connsiteX55" fmla="*/ 2523067 w 8017934"/>
              <a:gd name="connsiteY55" fmla="*/ 559665 h 601998"/>
              <a:gd name="connsiteX56" fmla="*/ 2582334 w 8017934"/>
              <a:gd name="connsiteY56" fmla="*/ 568132 h 601998"/>
              <a:gd name="connsiteX57" fmla="*/ 2599267 w 8017934"/>
              <a:gd name="connsiteY57" fmla="*/ 525798 h 601998"/>
              <a:gd name="connsiteX58" fmla="*/ 2616200 w 8017934"/>
              <a:gd name="connsiteY58" fmla="*/ 500398 h 601998"/>
              <a:gd name="connsiteX59" fmla="*/ 2658534 w 8017934"/>
              <a:gd name="connsiteY59" fmla="*/ 508865 h 601998"/>
              <a:gd name="connsiteX60" fmla="*/ 2751667 w 8017934"/>
              <a:gd name="connsiteY60" fmla="*/ 534265 h 601998"/>
              <a:gd name="connsiteX61" fmla="*/ 2777067 w 8017934"/>
              <a:gd name="connsiteY61" fmla="*/ 551198 h 601998"/>
              <a:gd name="connsiteX62" fmla="*/ 2802467 w 8017934"/>
              <a:gd name="connsiteY62" fmla="*/ 500398 h 601998"/>
              <a:gd name="connsiteX63" fmla="*/ 2844800 w 8017934"/>
              <a:gd name="connsiteY63" fmla="*/ 483465 h 601998"/>
              <a:gd name="connsiteX64" fmla="*/ 2861734 w 8017934"/>
              <a:gd name="connsiteY64" fmla="*/ 424198 h 601998"/>
              <a:gd name="connsiteX65" fmla="*/ 2887134 w 8017934"/>
              <a:gd name="connsiteY65" fmla="*/ 263332 h 601998"/>
              <a:gd name="connsiteX66" fmla="*/ 2895600 w 8017934"/>
              <a:gd name="connsiteY66" fmla="*/ 195598 h 601998"/>
              <a:gd name="connsiteX67" fmla="*/ 2929467 w 8017934"/>
              <a:gd name="connsiteY67" fmla="*/ 119398 h 601998"/>
              <a:gd name="connsiteX68" fmla="*/ 2963334 w 8017934"/>
              <a:gd name="connsiteY68" fmla="*/ 102465 h 601998"/>
              <a:gd name="connsiteX69" fmla="*/ 3183467 w 8017934"/>
              <a:gd name="connsiteY69" fmla="*/ 77065 h 601998"/>
              <a:gd name="connsiteX70" fmla="*/ 3293534 w 8017934"/>
              <a:gd name="connsiteY70" fmla="*/ 93998 h 601998"/>
              <a:gd name="connsiteX71" fmla="*/ 3302000 w 8017934"/>
              <a:gd name="connsiteY71" fmla="*/ 127865 h 601998"/>
              <a:gd name="connsiteX72" fmla="*/ 3318934 w 8017934"/>
              <a:gd name="connsiteY72" fmla="*/ 204065 h 601998"/>
              <a:gd name="connsiteX73" fmla="*/ 3335867 w 8017934"/>
              <a:gd name="connsiteY73" fmla="*/ 229465 h 601998"/>
              <a:gd name="connsiteX74" fmla="*/ 3352800 w 8017934"/>
              <a:gd name="connsiteY74" fmla="*/ 288732 h 601998"/>
              <a:gd name="connsiteX75" fmla="*/ 3369734 w 8017934"/>
              <a:gd name="connsiteY75" fmla="*/ 322598 h 601998"/>
              <a:gd name="connsiteX76" fmla="*/ 3386667 w 8017934"/>
              <a:gd name="connsiteY76" fmla="*/ 373398 h 601998"/>
              <a:gd name="connsiteX77" fmla="*/ 3395134 w 8017934"/>
              <a:gd name="connsiteY77" fmla="*/ 398798 h 601998"/>
              <a:gd name="connsiteX78" fmla="*/ 3412067 w 8017934"/>
              <a:gd name="connsiteY78" fmla="*/ 415732 h 601998"/>
              <a:gd name="connsiteX79" fmla="*/ 3437467 w 8017934"/>
              <a:gd name="connsiteY79" fmla="*/ 500398 h 601998"/>
              <a:gd name="connsiteX80" fmla="*/ 3454400 w 8017934"/>
              <a:gd name="connsiteY80" fmla="*/ 525798 h 601998"/>
              <a:gd name="connsiteX81" fmla="*/ 3462867 w 8017934"/>
              <a:gd name="connsiteY81" fmla="*/ 551198 h 601998"/>
              <a:gd name="connsiteX82" fmla="*/ 3505200 w 8017934"/>
              <a:gd name="connsiteY82" fmla="*/ 593532 h 601998"/>
              <a:gd name="connsiteX83" fmla="*/ 3784600 w 8017934"/>
              <a:gd name="connsiteY83" fmla="*/ 601998 h 601998"/>
              <a:gd name="connsiteX84" fmla="*/ 3683000 w 8017934"/>
              <a:gd name="connsiteY84" fmla="*/ 576598 h 601998"/>
              <a:gd name="connsiteX85" fmla="*/ 3708400 w 8017934"/>
              <a:gd name="connsiteY85" fmla="*/ 568132 h 601998"/>
              <a:gd name="connsiteX86" fmla="*/ 3683000 w 8017934"/>
              <a:gd name="connsiteY86" fmla="*/ 559665 h 601998"/>
              <a:gd name="connsiteX87" fmla="*/ 3666067 w 8017934"/>
              <a:gd name="connsiteY87" fmla="*/ 534265 h 601998"/>
              <a:gd name="connsiteX88" fmla="*/ 3810000 w 8017934"/>
              <a:gd name="connsiteY88" fmla="*/ 525798 h 601998"/>
              <a:gd name="connsiteX89" fmla="*/ 4004734 w 8017934"/>
              <a:gd name="connsiteY89" fmla="*/ 551198 h 601998"/>
              <a:gd name="connsiteX90" fmla="*/ 4174067 w 8017934"/>
              <a:gd name="connsiteY90" fmla="*/ 542732 h 601998"/>
              <a:gd name="connsiteX91" fmla="*/ 4191000 w 8017934"/>
              <a:gd name="connsiteY91" fmla="*/ 525798 h 601998"/>
              <a:gd name="connsiteX92" fmla="*/ 4199467 w 8017934"/>
              <a:gd name="connsiteY92" fmla="*/ 500398 h 601998"/>
              <a:gd name="connsiteX93" fmla="*/ 4216400 w 8017934"/>
              <a:gd name="connsiteY93" fmla="*/ 466532 h 601998"/>
              <a:gd name="connsiteX94" fmla="*/ 4216400 w 8017934"/>
              <a:gd name="connsiteY94" fmla="*/ 178665 h 601998"/>
              <a:gd name="connsiteX95" fmla="*/ 4224867 w 8017934"/>
              <a:gd name="connsiteY95" fmla="*/ 153265 h 601998"/>
              <a:gd name="connsiteX96" fmla="*/ 4258734 w 8017934"/>
              <a:gd name="connsiteY96" fmla="*/ 127865 h 601998"/>
              <a:gd name="connsiteX97" fmla="*/ 5164667 w 8017934"/>
              <a:gd name="connsiteY97" fmla="*/ 339532 h 601998"/>
              <a:gd name="connsiteX98" fmla="*/ 5190067 w 8017934"/>
              <a:gd name="connsiteY98" fmla="*/ 390332 h 601998"/>
              <a:gd name="connsiteX99" fmla="*/ 5207000 w 8017934"/>
              <a:gd name="connsiteY99" fmla="*/ 441132 h 601998"/>
              <a:gd name="connsiteX100" fmla="*/ 5274734 w 8017934"/>
              <a:gd name="connsiteY100" fmla="*/ 483465 h 601998"/>
              <a:gd name="connsiteX101" fmla="*/ 5317067 w 8017934"/>
              <a:gd name="connsiteY101" fmla="*/ 525798 h 601998"/>
              <a:gd name="connsiteX102" fmla="*/ 5308600 w 8017934"/>
              <a:gd name="connsiteY102" fmla="*/ 517332 h 601998"/>
              <a:gd name="connsiteX103" fmla="*/ 5266267 w 8017934"/>
              <a:gd name="connsiteY103" fmla="*/ 542732 h 601998"/>
              <a:gd name="connsiteX104" fmla="*/ 5283200 w 8017934"/>
              <a:gd name="connsiteY104" fmla="*/ 517332 h 601998"/>
              <a:gd name="connsiteX105" fmla="*/ 5342467 w 8017934"/>
              <a:gd name="connsiteY105" fmla="*/ 500398 h 601998"/>
              <a:gd name="connsiteX106" fmla="*/ 5401734 w 8017934"/>
              <a:gd name="connsiteY106" fmla="*/ 483465 h 601998"/>
              <a:gd name="connsiteX107" fmla="*/ 5435600 w 8017934"/>
              <a:gd name="connsiteY107" fmla="*/ 466532 h 601998"/>
              <a:gd name="connsiteX108" fmla="*/ 5537200 w 8017934"/>
              <a:gd name="connsiteY108" fmla="*/ 458065 h 601998"/>
              <a:gd name="connsiteX109" fmla="*/ 5562600 w 8017934"/>
              <a:gd name="connsiteY109" fmla="*/ 407265 h 601998"/>
              <a:gd name="connsiteX110" fmla="*/ 5579534 w 8017934"/>
              <a:gd name="connsiteY110" fmla="*/ 373398 h 601998"/>
              <a:gd name="connsiteX111" fmla="*/ 5613400 w 8017934"/>
              <a:gd name="connsiteY111" fmla="*/ 314132 h 601998"/>
              <a:gd name="connsiteX112" fmla="*/ 5621867 w 8017934"/>
              <a:gd name="connsiteY112" fmla="*/ 280265 h 601998"/>
              <a:gd name="connsiteX113" fmla="*/ 5630334 w 8017934"/>
              <a:gd name="connsiteY113" fmla="*/ 170198 h 601998"/>
              <a:gd name="connsiteX114" fmla="*/ 5638800 w 8017934"/>
              <a:gd name="connsiteY114" fmla="*/ 136332 h 601998"/>
              <a:gd name="connsiteX115" fmla="*/ 5689600 w 8017934"/>
              <a:gd name="connsiteY115" fmla="*/ 93998 h 601998"/>
              <a:gd name="connsiteX116" fmla="*/ 5731934 w 8017934"/>
              <a:gd name="connsiteY116" fmla="*/ 85532 h 601998"/>
              <a:gd name="connsiteX117" fmla="*/ 5892800 w 8017934"/>
              <a:gd name="connsiteY117" fmla="*/ 93998 h 601998"/>
              <a:gd name="connsiteX118" fmla="*/ 5918200 w 8017934"/>
              <a:gd name="connsiteY118" fmla="*/ 110932 h 601998"/>
              <a:gd name="connsiteX119" fmla="*/ 5960534 w 8017934"/>
              <a:gd name="connsiteY119" fmla="*/ 153265 h 601998"/>
              <a:gd name="connsiteX120" fmla="*/ 6019800 w 8017934"/>
              <a:gd name="connsiteY120" fmla="*/ 187132 h 601998"/>
              <a:gd name="connsiteX121" fmla="*/ 6028267 w 8017934"/>
              <a:gd name="connsiteY121" fmla="*/ 220998 h 601998"/>
              <a:gd name="connsiteX122" fmla="*/ 6062134 w 8017934"/>
              <a:gd name="connsiteY122" fmla="*/ 263332 h 601998"/>
              <a:gd name="connsiteX123" fmla="*/ 6079067 w 8017934"/>
              <a:gd name="connsiteY123" fmla="*/ 288732 h 601998"/>
              <a:gd name="connsiteX124" fmla="*/ 6104467 w 8017934"/>
              <a:gd name="connsiteY124" fmla="*/ 314132 h 601998"/>
              <a:gd name="connsiteX125" fmla="*/ 6138334 w 8017934"/>
              <a:gd name="connsiteY125" fmla="*/ 364932 h 601998"/>
              <a:gd name="connsiteX126" fmla="*/ 6155267 w 8017934"/>
              <a:gd name="connsiteY126" fmla="*/ 458065 h 601998"/>
              <a:gd name="connsiteX127" fmla="*/ 6180667 w 8017934"/>
              <a:gd name="connsiteY127" fmla="*/ 474998 h 601998"/>
              <a:gd name="connsiteX128" fmla="*/ 6197600 w 8017934"/>
              <a:gd name="connsiteY128" fmla="*/ 517332 h 601998"/>
              <a:gd name="connsiteX129" fmla="*/ 6214534 w 8017934"/>
              <a:gd name="connsiteY129" fmla="*/ 534265 h 601998"/>
              <a:gd name="connsiteX130" fmla="*/ 6409267 w 8017934"/>
              <a:gd name="connsiteY130" fmla="*/ 576598 h 601998"/>
              <a:gd name="connsiteX131" fmla="*/ 6443134 w 8017934"/>
              <a:gd name="connsiteY131" fmla="*/ 551198 h 601998"/>
              <a:gd name="connsiteX132" fmla="*/ 6468534 w 8017934"/>
              <a:gd name="connsiteY132" fmla="*/ 441132 h 601998"/>
              <a:gd name="connsiteX133" fmla="*/ 6519334 w 8017934"/>
              <a:gd name="connsiteY133" fmla="*/ 466532 h 601998"/>
              <a:gd name="connsiteX134" fmla="*/ 7035800 w 8017934"/>
              <a:gd name="connsiteY134" fmla="*/ 491932 h 601998"/>
              <a:gd name="connsiteX135" fmla="*/ 7171267 w 8017934"/>
              <a:gd name="connsiteY135" fmla="*/ 525798 h 601998"/>
              <a:gd name="connsiteX136" fmla="*/ 7239000 w 8017934"/>
              <a:gd name="connsiteY136" fmla="*/ 542732 h 601998"/>
              <a:gd name="connsiteX137" fmla="*/ 7416800 w 8017934"/>
              <a:gd name="connsiteY137" fmla="*/ 508865 h 601998"/>
              <a:gd name="connsiteX138" fmla="*/ 7425267 w 8017934"/>
              <a:gd name="connsiteY138" fmla="*/ 466532 h 601998"/>
              <a:gd name="connsiteX139" fmla="*/ 7433734 w 8017934"/>
              <a:gd name="connsiteY139" fmla="*/ 373398 h 601998"/>
              <a:gd name="connsiteX140" fmla="*/ 7450667 w 8017934"/>
              <a:gd name="connsiteY140" fmla="*/ 347998 h 601998"/>
              <a:gd name="connsiteX141" fmla="*/ 7459134 w 8017934"/>
              <a:gd name="connsiteY141" fmla="*/ 305665 h 601998"/>
              <a:gd name="connsiteX142" fmla="*/ 7467600 w 8017934"/>
              <a:gd name="connsiteY142" fmla="*/ 280265 h 601998"/>
              <a:gd name="connsiteX143" fmla="*/ 7476067 w 8017934"/>
              <a:gd name="connsiteY143" fmla="*/ 246398 h 601998"/>
              <a:gd name="connsiteX144" fmla="*/ 7526867 w 8017934"/>
              <a:gd name="connsiteY144" fmla="*/ 229465 h 601998"/>
              <a:gd name="connsiteX145" fmla="*/ 7569200 w 8017934"/>
              <a:gd name="connsiteY145" fmla="*/ 187132 h 601998"/>
              <a:gd name="connsiteX146" fmla="*/ 7611534 w 8017934"/>
              <a:gd name="connsiteY146" fmla="*/ 153265 h 601998"/>
              <a:gd name="connsiteX147" fmla="*/ 7645400 w 8017934"/>
              <a:gd name="connsiteY147" fmla="*/ 127865 h 601998"/>
              <a:gd name="connsiteX148" fmla="*/ 7653867 w 8017934"/>
              <a:gd name="connsiteY148" fmla="*/ 102465 h 601998"/>
              <a:gd name="connsiteX149" fmla="*/ 7730067 w 8017934"/>
              <a:gd name="connsiteY149" fmla="*/ 68598 h 601998"/>
              <a:gd name="connsiteX150" fmla="*/ 7823200 w 8017934"/>
              <a:gd name="connsiteY150" fmla="*/ 43198 h 601998"/>
              <a:gd name="connsiteX151" fmla="*/ 7907867 w 8017934"/>
              <a:gd name="connsiteY151" fmla="*/ 9332 h 601998"/>
              <a:gd name="connsiteX152" fmla="*/ 7941734 w 8017934"/>
              <a:gd name="connsiteY152" fmla="*/ 865 h 601998"/>
              <a:gd name="connsiteX153" fmla="*/ 8017934 w 8017934"/>
              <a:gd name="connsiteY153" fmla="*/ 865 h 601998"/>
              <a:gd name="connsiteX0" fmla="*/ 0 w 8017934"/>
              <a:gd name="connsiteY0" fmla="*/ 559665 h 593532"/>
              <a:gd name="connsiteX1" fmla="*/ 491067 w 8017934"/>
              <a:gd name="connsiteY1" fmla="*/ 551198 h 593532"/>
              <a:gd name="connsiteX2" fmla="*/ 508000 w 8017934"/>
              <a:gd name="connsiteY2" fmla="*/ 525798 h 593532"/>
              <a:gd name="connsiteX3" fmla="*/ 533400 w 8017934"/>
              <a:gd name="connsiteY3" fmla="*/ 508865 h 593532"/>
              <a:gd name="connsiteX4" fmla="*/ 567267 w 8017934"/>
              <a:gd name="connsiteY4" fmla="*/ 474998 h 593532"/>
              <a:gd name="connsiteX5" fmla="*/ 575734 w 8017934"/>
              <a:gd name="connsiteY5" fmla="*/ 449598 h 593532"/>
              <a:gd name="connsiteX6" fmla="*/ 584200 w 8017934"/>
              <a:gd name="connsiteY6" fmla="*/ 407265 h 593532"/>
              <a:gd name="connsiteX7" fmla="*/ 601134 w 8017934"/>
              <a:gd name="connsiteY7" fmla="*/ 381865 h 593532"/>
              <a:gd name="connsiteX8" fmla="*/ 618067 w 8017934"/>
              <a:gd name="connsiteY8" fmla="*/ 305665 h 593532"/>
              <a:gd name="connsiteX9" fmla="*/ 626534 w 8017934"/>
              <a:gd name="connsiteY9" fmla="*/ 280265 h 593532"/>
              <a:gd name="connsiteX10" fmla="*/ 643467 w 8017934"/>
              <a:gd name="connsiteY10" fmla="*/ 246398 h 593532"/>
              <a:gd name="connsiteX11" fmla="*/ 660400 w 8017934"/>
              <a:gd name="connsiteY11" fmla="*/ 187132 h 593532"/>
              <a:gd name="connsiteX12" fmla="*/ 677334 w 8017934"/>
              <a:gd name="connsiteY12" fmla="*/ 170198 h 593532"/>
              <a:gd name="connsiteX13" fmla="*/ 702734 w 8017934"/>
              <a:gd name="connsiteY13" fmla="*/ 110932 h 593532"/>
              <a:gd name="connsiteX14" fmla="*/ 795867 w 8017934"/>
              <a:gd name="connsiteY14" fmla="*/ 68598 h 593532"/>
              <a:gd name="connsiteX15" fmla="*/ 922867 w 8017934"/>
              <a:gd name="connsiteY15" fmla="*/ 85532 h 593532"/>
              <a:gd name="connsiteX16" fmla="*/ 948267 w 8017934"/>
              <a:gd name="connsiteY16" fmla="*/ 93998 h 593532"/>
              <a:gd name="connsiteX17" fmla="*/ 965200 w 8017934"/>
              <a:gd name="connsiteY17" fmla="*/ 144798 h 593532"/>
              <a:gd name="connsiteX18" fmla="*/ 982134 w 8017934"/>
              <a:gd name="connsiteY18" fmla="*/ 220998 h 593532"/>
              <a:gd name="connsiteX19" fmla="*/ 990600 w 8017934"/>
              <a:gd name="connsiteY19" fmla="*/ 246398 h 593532"/>
              <a:gd name="connsiteX20" fmla="*/ 1007534 w 8017934"/>
              <a:gd name="connsiteY20" fmla="*/ 314132 h 593532"/>
              <a:gd name="connsiteX21" fmla="*/ 1041400 w 8017934"/>
              <a:gd name="connsiteY21" fmla="*/ 364932 h 593532"/>
              <a:gd name="connsiteX22" fmla="*/ 1058334 w 8017934"/>
              <a:gd name="connsiteY22" fmla="*/ 534265 h 593532"/>
              <a:gd name="connsiteX23" fmla="*/ 1083734 w 8017934"/>
              <a:gd name="connsiteY23" fmla="*/ 551198 h 593532"/>
              <a:gd name="connsiteX24" fmla="*/ 1227667 w 8017934"/>
              <a:gd name="connsiteY24" fmla="*/ 559665 h 593532"/>
              <a:gd name="connsiteX25" fmla="*/ 1405467 w 8017934"/>
              <a:gd name="connsiteY25" fmla="*/ 542732 h 593532"/>
              <a:gd name="connsiteX26" fmla="*/ 1439334 w 8017934"/>
              <a:gd name="connsiteY26" fmla="*/ 534265 h 593532"/>
              <a:gd name="connsiteX27" fmla="*/ 1464734 w 8017934"/>
              <a:gd name="connsiteY27" fmla="*/ 517332 h 593532"/>
              <a:gd name="connsiteX28" fmla="*/ 1481667 w 8017934"/>
              <a:gd name="connsiteY28" fmla="*/ 491932 h 593532"/>
              <a:gd name="connsiteX29" fmla="*/ 1490134 w 8017934"/>
              <a:gd name="connsiteY29" fmla="*/ 373398 h 593532"/>
              <a:gd name="connsiteX30" fmla="*/ 1498600 w 8017934"/>
              <a:gd name="connsiteY30" fmla="*/ 339532 h 593532"/>
              <a:gd name="connsiteX31" fmla="*/ 1515534 w 8017934"/>
              <a:gd name="connsiteY31" fmla="*/ 322598 h 593532"/>
              <a:gd name="connsiteX32" fmla="*/ 1524000 w 8017934"/>
              <a:gd name="connsiteY32" fmla="*/ 288732 h 593532"/>
              <a:gd name="connsiteX33" fmla="*/ 1532467 w 8017934"/>
              <a:gd name="connsiteY33" fmla="*/ 263332 h 593532"/>
              <a:gd name="connsiteX34" fmla="*/ 1540934 w 8017934"/>
              <a:gd name="connsiteY34" fmla="*/ 220998 h 593532"/>
              <a:gd name="connsiteX35" fmla="*/ 1557867 w 8017934"/>
              <a:gd name="connsiteY35" fmla="*/ 187132 h 593532"/>
              <a:gd name="connsiteX36" fmla="*/ 1574800 w 8017934"/>
              <a:gd name="connsiteY36" fmla="*/ 127865 h 593532"/>
              <a:gd name="connsiteX37" fmla="*/ 1608667 w 8017934"/>
              <a:gd name="connsiteY37" fmla="*/ 93998 h 593532"/>
              <a:gd name="connsiteX38" fmla="*/ 1634067 w 8017934"/>
              <a:gd name="connsiteY38" fmla="*/ 77065 h 593532"/>
              <a:gd name="connsiteX39" fmla="*/ 1667934 w 8017934"/>
              <a:gd name="connsiteY39" fmla="*/ 68598 h 593532"/>
              <a:gd name="connsiteX40" fmla="*/ 1693334 w 8017934"/>
              <a:gd name="connsiteY40" fmla="*/ 60132 h 593532"/>
              <a:gd name="connsiteX41" fmla="*/ 1718734 w 8017934"/>
              <a:gd name="connsiteY41" fmla="*/ 68598 h 593532"/>
              <a:gd name="connsiteX42" fmla="*/ 1761067 w 8017934"/>
              <a:gd name="connsiteY42" fmla="*/ 85532 h 593532"/>
              <a:gd name="connsiteX43" fmla="*/ 1811867 w 8017934"/>
              <a:gd name="connsiteY43" fmla="*/ 93998 h 593532"/>
              <a:gd name="connsiteX44" fmla="*/ 2192867 w 8017934"/>
              <a:gd name="connsiteY44" fmla="*/ 93998 h 593532"/>
              <a:gd name="connsiteX45" fmla="*/ 2311400 w 8017934"/>
              <a:gd name="connsiteY45" fmla="*/ 102465 h 593532"/>
              <a:gd name="connsiteX46" fmla="*/ 2345267 w 8017934"/>
              <a:gd name="connsiteY46" fmla="*/ 170198 h 593532"/>
              <a:gd name="connsiteX47" fmla="*/ 2345267 w 8017934"/>
              <a:gd name="connsiteY47" fmla="*/ 170198 h 593532"/>
              <a:gd name="connsiteX48" fmla="*/ 2379134 w 8017934"/>
              <a:gd name="connsiteY48" fmla="*/ 246398 h 593532"/>
              <a:gd name="connsiteX49" fmla="*/ 2404534 w 8017934"/>
              <a:gd name="connsiteY49" fmla="*/ 297198 h 593532"/>
              <a:gd name="connsiteX50" fmla="*/ 2421467 w 8017934"/>
              <a:gd name="connsiteY50" fmla="*/ 356465 h 593532"/>
              <a:gd name="connsiteX51" fmla="*/ 2438400 w 8017934"/>
              <a:gd name="connsiteY51" fmla="*/ 390332 h 593532"/>
              <a:gd name="connsiteX52" fmla="*/ 2455334 w 8017934"/>
              <a:gd name="connsiteY52" fmla="*/ 441132 h 593532"/>
              <a:gd name="connsiteX53" fmla="*/ 2463800 w 8017934"/>
              <a:gd name="connsiteY53" fmla="*/ 466532 h 593532"/>
              <a:gd name="connsiteX54" fmla="*/ 2480734 w 8017934"/>
              <a:gd name="connsiteY54" fmla="*/ 483465 h 593532"/>
              <a:gd name="connsiteX55" fmla="*/ 2523067 w 8017934"/>
              <a:gd name="connsiteY55" fmla="*/ 559665 h 593532"/>
              <a:gd name="connsiteX56" fmla="*/ 2582334 w 8017934"/>
              <a:gd name="connsiteY56" fmla="*/ 568132 h 593532"/>
              <a:gd name="connsiteX57" fmla="*/ 2599267 w 8017934"/>
              <a:gd name="connsiteY57" fmla="*/ 525798 h 593532"/>
              <a:gd name="connsiteX58" fmla="*/ 2616200 w 8017934"/>
              <a:gd name="connsiteY58" fmla="*/ 500398 h 593532"/>
              <a:gd name="connsiteX59" fmla="*/ 2658534 w 8017934"/>
              <a:gd name="connsiteY59" fmla="*/ 508865 h 593532"/>
              <a:gd name="connsiteX60" fmla="*/ 2751667 w 8017934"/>
              <a:gd name="connsiteY60" fmla="*/ 534265 h 593532"/>
              <a:gd name="connsiteX61" fmla="*/ 2777067 w 8017934"/>
              <a:gd name="connsiteY61" fmla="*/ 551198 h 593532"/>
              <a:gd name="connsiteX62" fmla="*/ 2802467 w 8017934"/>
              <a:gd name="connsiteY62" fmla="*/ 500398 h 593532"/>
              <a:gd name="connsiteX63" fmla="*/ 2844800 w 8017934"/>
              <a:gd name="connsiteY63" fmla="*/ 483465 h 593532"/>
              <a:gd name="connsiteX64" fmla="*/ 2861734 w 8017934"/>
              <a:gd name="connsiteY64" fmla="*/ 424198 h 593532"/>
              <a:gd name="connsiteX65" fmla="*/ 2887134 w 8017934"/>
              <a:gd name="connsiteY65" fmla="*/ 263332 h 593532"/>
              <a:gd name="connsiteX66" fmla="*/ 2895600 w 8017934"/>
              <a:gd name="connsiteY66" fmla="*/ 195598 h 593532"/>
              <a:gd name="connsiteX67" fmla="*/ 2929467 w 8017934"/>
              <a:gd name="connsiteY67" fmla="*/ 119398 h 593532"/>
              <a:gd name="connsiteX68" fmla="*/ 2963334 w 8017934"/>
              <a:gd name="connsiteY68" fmla="*/ 102465 h 593532"/>
              <a:gd name="connsiteX69" fmla="*/ 3183467 w 8017934"/>
              <a:gd name="connsiteY69" fmla="*/ 77065 h 593532"/>
              <a:gd name="connsiteX70" fmla="*/ 3293534 w 8017934"/>
              <a:gd name="connsiteY70" fmla="*/ 93998 h 593532"/>
              <a:gd name="connsiteX71" fmla="*/ 3302000 w 8017934"/>
              <a:gd name="connsiteY71" fmla="*/ 127865 h 593532"/>
              <a:gd name="connsiteX72" fmla="*/ 3318934 w 8017934"/>
              <a:gd name="connsiteY72" fmla="*/ 204065 h 593532"/>
              <a:gd name="connsiteX73" fmla="*/ 3335867 w 8017934"/>
              <a:gd name="connsiteY73" fmla="*/ 229465 h 593532"/>
              <a:gd name="connsiteX74" fmla="*/ 3352800 w 8017934"/>
              <a:gd name="connsiteY74" fmla="*/ 288732 h 593532"/>
              <a:gd name="connsiteX75" fmla="*/ 3369734 w 8017934"/>
              <a:gd name="connsiteY75" fmla="*/ 322598 h 593532"/>
              <a:gd name="connsiteX76" fmla="*/ 3386667 w 8017934"/>
              <a:gd name="connsiteY76" fmla="*/ 373398 h 593532"/>
              <a:gd name="connsiteX77" fmla="*/ 3395134 w 8017934"/>
              <a:gd name="connsiteY77" fmla="*/ 398798 h 593532"/>
              <a:gd name="connsiteX78" fmla="*/ 3412067 w 8017934"/>
              <a:gd name="connsiteY78" fmla="*/ 415732 h 593532"/>
              <a:gd name="connsiteX79" fmla="*/ 3437467 w 8017934"/>
              <a:gd name="connsiteY79" fmla="*/ 500398 h 593532"/>
              <a:gd name="connsiteX80" fmla="*/ 3454400 w 8017934"/>
              <a:gd name="connsiteY80" fmla="*/ 525798 h 593532"/>
              <a:gd name="connsiteX81" fmla="*/ 3462867 w 8017934"/>
              <a:gd name="connsiteY81" fmla="*/ 551198 h 593532"/>
              <a:gd name="connsiteX82" fmla="*/ 3505200 w 8017934"/>
              <a:gd name="connsiteY82" fmla="*/ 593532 h 593532"/>
              <a:gd name="connsiteX83" fmla="*/ 3683000 w 8017934"/>
              <a:gd name="connsiteY83" fmla="*/ 576598 h 593532"/>
              <a:gd name="connsiteX84" fmla="*/ 3708400 w 8017934"/>
              <a:gd name="connsiteY84" fmla="*/ 568132 h 593532"/>
              <a:gd name="connsiteX85" fmla="*/ 3683000 w 8017934"/>
              <a:gd name="connsiteY85" fmla="*/ 559665 h 593532"/>
              <a:gd name="connsiteX86" fmla="*/ 3666067 w 8017934"/>
              <a:gd name="connsiteY86" fmla="*/ 534265 h 593532"/>
              <a:gd name="connsiteX87" fmla="*/ 3810000 w 8017934"/>
              <a:gd name="connsiteY87" fmla="*/ 525798 h 593532"/>
              <a:gd name="connsiteX88" fmla="*/ 4004734 w 8017934"/>
              <a:gd name="connsiteY88" fmla="*/ 551198 h 593532"/>
              <a:gd name="connsiteX89" fmla="*/ 4174067 w 8017934"/>
              <a:gd name="connsiteY89" fmla="*/ 542732 h 593532"/>
              <a:gd name="connsiteX90" fmla="*/ 4191000 w 8017934"/>
              <a:gd name="connsiteY90" fmla="*/ 525798 h 593532"/>
              <a:gd name="connsiteX91" fmla="*/ 4199467 w 8017934"/>
              <a:gd name="connsiteY91" fmla="*/ 500398 h 593532"/>
              <a:gd name="connsiteX92" fmla="*/ 4216400 w 8017934"/>
              <a:gd name="connsiteY92" fmla="*/ 466532 h 593532"/>
              <a:gd name="connsiteX93" fmla="*/ 4216400 w 8017934"/>
              <a:gd name="connsiteY93" fmla="*/ 178665 h 593532"/>
              <a:gd name="connsiteX94" fmla="*/ 4224867 w 8017934"/>
              <a:gd name="connsiteY94" fmla="*/ 153265 h 593532"/>
              <a:gd name="connsiteX95" fmla="*/ 4258734 w 8017934"/>
              <a:gd name="connsiteY95" fmla="*/ 127865 h 593532"/>
              <a:gd name="connsiteX96" fmla="*/ 5164667 w 8017934"/>
              <a:gd name="connsiteY96" fmla="*/ 339532 h 593532"/>
              <a:gd name="connsiteX97" fmla="*/ 5190067 w 8017934"/>
              <a:gd name="connsiteY97" fmla="*/ 390332 h 593532"/>
              <a:gd name="connsiteX98" fmla="*/ 5207000 w 8017934"/>
              <a:gd name="connsiteY98" fmla="*/ 441132 h 593532"/>
              <a:gd name="connsiteX99" fmla="*/ 5274734 w 8017934"/>
              <a:gd name="connsiteY99" fmla="*/ 483465 h 593532"/>
              <a:gd name="connsiteX100" fmla="*/ 5317067 w 8017934"/>
              <a:gd name="connsiteY100" fmla="*/ 525798 h 593532"/>
              <a:gd name="connsiteX101" fmla="*/ 5308600 w 8017934"/>
              <a:gd name="connsiteY101" fmla="*/ 517332 h 593532"/>
              <a:gd name="connsiteX102" fmla="*/ 5266267 w 8017934"/>
              <a:gd name="connsiteY102" fmla="*/ 542732 h 593532"/>
              <a:gd name="connsiteX103" fmla="*/ 5283200 w 8017934"/>
              <a:gd name="connsiteY103" fmla="*/ 517332 h 593532"/>
              <a:gd name="connsiteX104" fmla="*/ 5342467 w 8017934"/>
              <a:gd name="connsiteY104" fmla="*/ 500398 h 593532"/>
              <a:gd name="connsiteX105" fmla="*/ 5401734 w 8017934"/>
              <a:gd name="connsiteY105" fmla="*/ 483465 h 593532"/>
              <a:gd name="connsiteX106" fmla="*/ 5435600 w 8017934"/>
              <a:gd name="connsiteY106" fmla="*/ 466532 h 593532"/>
              <a:gd name="connsiteX107" fmla="*/ 5537200 w 8017934"/>
              <a:gd name="connsiteY107" fmla="*/ 458065 h 593532"/>
              <a:gd name="connsiteX108" fmla="*/ 5562600 w 8017934"/>
              <a:gd name="connsiteY108" fmla="*/ 407265 h 593532"/>
              <a:gd name="connsiteX109" fmla="*/ 5579534 w 8017934"/>
              <a:gd name="connsiteY109" fmla="*/ 373398 h 593532"/>
              <a:gd name="connsiteX110" fmla="*/ 5613400 w 8017934"/>
              <a:gd name="connsiteY110" fmla="*/ 314132 h 593532"/>
              <a:gd name="connsiteX111" fmla="*/ 5621867 w 8017934"/>
              <a:gd name="connsiteY111" fmla="*/ 280265 h 593532"/>
              <a:gd name="connsiteX112" fmla="*/ 5630334 w 8017934"/>
              <a:gd name="connsiteY112" fmla="*/ 170198 h 593532"/>
              <a:gd name="connsiteX113" fmla="*/ 5638800 w 8017934"/>
              <a:gd name="connsiteY113" fmla="*/ 136332 h 593532"/>
              <a:gd name="connsiteX114" fmla="*/ 5689600 w 8017934"/>
              <a:gd name="connsiteY114" fmla="*/ 93998 h 593532"/>
              <a:gd name="connsiteX115" fmla="*/ 5731934 w 8017934"/>
              <a:gd name="connsiteY115" fmla="*/ 85532 h 593532"/>
              <a:gd name="connsiteX116" fmla="*/ 5892800 w 8017934"/>
              <a:gd name="connsiteY116" fmla="*/ 93998 h 593532"/>
              <a:gd name="connsiteX117" fmla="*/ 5918200 w 8017934"/>
              <a:gd name="connsiteY117" fmla="*/ 110932 h 593532"/>
              <a:gd name="connsiteX118" fmla="*/ 5960534 w 8017934"/>
              <a:gd name="connsiteY118" fmla="*/ 153265 h 593532"/>
              <a:gd name="connsiteX119" fmla="*/ 6019800 w 8017934"/>
              <a:gd name="connsiteY119" fmla="*/ 187132 h 593532"/>
              <a:gd name="connsiteX120" fmla="*/ 6028267 w 8017934"/>
              <a:gd name="connsiteY120" fmla="*/ 220998 h 593532"/>
              <a:gd name="connsiteX121" fmla="*/ 6062134 w 8017934"/>
              <a:gd name="connsiteY121" fmla="*/ 263332 h 593532"/>
              <a:gd name="connsiteX122" fmla="*/ 6079067 w 8017934"/>
              <a:gd name="connsiteY122" fmla="*/ 288732 h 593532"/>
              <a:gd name="connsiteX123" fmla="*/ 6104467 w 8017934"/>
              <a:gd name="connsiteY123" fmla="*/ 314132 h 593532"/>
              <a:gd name="connsiteX124" fmla="*/ 6138334 w 8017934"/>
              <a:gd name="connsiteY124" fmla="*/ 364932 h 593532"/>
              <a:gd name="connsiteX125" fmla="*/ 6155267 w 8017934"/>
              <a:gd name="connsiteY125" fmla="*/ 458065 h 593532"/>
              <a:gd name="connsiteX126" fmla="*/ 6180667 w 8017934"/>
              <a:gd name="connsiteY126" fmla="*/ 474998 h 593532"/>
              <a:gd name="connsiteX127" fmla="*/ 6197600 w 8017934"/>
              <a:gd name="connsiteY127" fmla="*/ 517332 h 593532"/>
              <a:gd name="connsiteX128" fmla="*/ 6214534 w 8017934"/>
              <a:gd name="connsiteY128" fmla="*/ 534265 h 593532"/>
              <a:gd name="connsiteX129" fmla="*/ 6409267 w 8017934"/>
              <a:gd name="connsiteY129" fmla="*/ 576598 h 593532"/>
              <a:gd name="connsiteX130" fmla="*/ 6443134 w 8017934"/>
              <a:gd name="connsiteY130" fmla="*/ 551198 h 593532"/>
              <a:gd name="connsiteX131" fmla="*/ 6468534 w 8017934"/>
              <a:gd name="connsiteY131" fmla="*/ 441132 h 593532"/>
              <a:gd name="connsiteX132" fmla="*/ 6519334 w 8017934"/>
              <a:gd name="connsiteY132" fmla="*/ 466532 h 593532"/>
              <a:gd name="connsiteX133" fmla="*/ 7035800 w 8017934"/>
              <a:gd name="connsiteY133" fmla="*/ 491932 h 593532"/>
              <a:gd name="connsiteX134" fmla="*/ 7171267 w 8017934"/>
              <a:gd name="connsiteY134" fmla="*/ 525798 h 593532"/>
              <a:gd name="connsiteX135" fmla="*/ 7239000 w 8017934"/>
              <a:gd name="connsiteY135" fmla="*/ 542732 h 593532"/>
              <a:gd name="connsiteX136" fmla="*/ 7416800 w 8017934"/>
              <a:gd name="connsiteY136" fmla="*/ 508865 h 593532"/>
              <a:gd name="connsiteX137" fmla="*/ 7425267 w 8017934"/>
              <a:gd name="connsiteY137" fmla="*/ 466532 h 593532"/>
              <a:gd name="connsiteX138" fmla="*/ 7433734 w 8017934"/>
              <a:gd name="connsiteY138" fmla="*/ 373398 h 593532"/>
              <a:gd name="connsiteX139" fmla="*/ 7450667 w 8017934"/>
              <a:gd name="connsiteY139" fmla="*/ 347998 h 593532"/>
              <a:gd name="connsiteX140" fmla="*/ 7459134 w 8017934"/>
              <a:gd name="connsiteY140" fmla="*/ 305665 h 593532"/>
              <a:gd name="connsiteX141" fmla="*/ 7467600 w 8017934"/>
              <a:gd name="connsiteY141" fmla="*/ 280265 h 593532"/>
              <a:gd name="connsiteX142" fmla="*/ 7476067 w 8017934"/>
              <a:gd name="connsiteY142" fmla="*/ 246398 h 593532"/>
              <a:gd name="connsiteX143" fmla="*/ 7526867 w 8017934"/>
              <a:gd name="connsiteY143" fmla="*/ 229465 h 593532"/>
              <a:gd name="connsiteX144" fmla="*/ 7569200 w 8017934"/>
              <a:gd name="connsiteY144" fmla="*/ 187132 h 593532"/>
              <a:gd name="connsiteX145" fmla="*/ 7611534 w 8017934"/>
              <a:gd name="connsiteY145" fmla="*/ 153265 h 593532"/>
              <a:gd name="connsiteX146" fmla="*/ 7645400 w 8017934"/>
              <a:gd name="connsiteY146" fmla="*/ 127865 h 593532"/>
              <a:gd name="connsiteX147" fmla="*/ 7653867 w 8017934"/>
              <a:gd name="connsiteY147" fmla="*/ 102465 h 593532"/>
              <a:gd name="connsiteX148" fmla="*/ 7730067 w 8017934"/>
              <a:gd name="connsiteY148" fmla="*/ 68598 h 593532"/>
              <a:gd name="connsiteX149" fmla="*/ 7823200 w 8017934"/>
              <a:gd name="connsiteY149" fmla="*/ 43198 h 593532"/>
              <a:gd name="connsiteX150" fmla="*/ 7907867 w 8017934"/>
              <a:gd name="connsiteY150" fmla="*/ 9332 h 593532"/>
              <a:gd name="connsiteX151" fmla="*/ 7941734 w 8017934"/>
              <a:gd name="connsiteY151" fmla="*/ 865 h 593532"/>
              <a:gd name="connsiteX152" fmla="*/ 8017934 w 8017934"/>
              <a:gd name="connsiteY152" fmla="*/ 865 h 593532"/>
              <a:gd name="connsiteX0" fmla="*/ 0 w 8017934"/>
              <a:gd name="connsiteY0" fmla="*/ 559665 h 593532"/>
              <a:gd name="connsiteX1" fmla="*/ 491067 w 8017934"/>
              <a:gd name="connsiteY1" fmla="*/ 551198 h 593532"/>
              <a:gd name="connsiteX2" fmla="*/ 508000 w 8017934"/>
              <a:gd name="connsiteY2" fmla="*/ 525798 h 593532"/>
              <a:gd name="connsiteX3" fmla="*/ 533400 w 8017934"/>
              <a:gd name="connsiteY3" fmla="*/ 508865 h 593532"/>
              <a:gd name="connsiteX4" fmla="*/ 567267 w 8017934"/>
              <a:gd name="connsiteY4" fmla="*/ 474998 h 593532"/>
              <a:gd name="connsiteX5" fmla="*/ 575734 w 8017934"/>
              <a:gd name="connsiteY5" fmla="*/ 449598 h 593532"/>
              <a:gd name="connsiteX6" fmla="*/ 584200 w 8017934"/>
              <a:gd name="connsiteY6" fmla="*/ 407265 h 593532"/>
              <a:gd name="connsiteX7" fmla="*/ 601134 w 8017934"/>
              <a:gd name="connsiteY7" fmla="*/ 381865 h 593532"/>
              <a:gd name="connsiteX8" fmla="*/ 618067 w 8017934"/>
              <a:gd name="connsiteY8" fmla="*/ 305665 h 593532"/>
              <a:gd name="connsiteX9" fmla="*/ 626534 w 8017934"/>
              <a:gd name="connsiteY9" fmla="*/ 280265 h 593532"/>
              <a:gd name="connsiteX10" fmla="*/ 643467 w 8017934"/>
              <a:gd name="connsiteY10" fmla="*/ 246398 h 593532"/>
              <a:gd name="connsiteX11" fmla="*/ 660400 w 8017934"/>
              <a:gd name="connsiteY11" fmla="*/ 187132 h 593532"/>
              <a:gd name="connsiteX12" fmla="*/ 677334 w 8017934"/>
              <a:gd name="connsiteY12" fmla="*/ 170198 h 593532"/>
              <a:gd name="connsiteX13" fmla="*/ 702734 w 8017934"/>
              <a:gd name="connsiteY13" fmla="*/ 110932 h 593532"/>
              <a:gd name="connsiteX14" fmla="*/ 795867 w 8017934"/>
              <a:gd name="connsiteY14" fmla="*/ 68598 h 593532"/>
              <a:gd name="connsiteX15" fmla="*/ 922867 w 8017934"/>
              <a:gd name="connsiteY15" fmla="*/ 85532 h 593532"/>
              <a:gd name="connsiteX16" fmla="*/ 948267 w 8017934"/>
              <a:gd name="connsiteY16" fmla="*/ 93998 h 593532"/>
              <a:gd name="connsiteX17" fmla="*/ 965200 w 8017934"/>
              <a:gd name="connsiteY17" fmla="*/ 144798 h 593532"/>
              <a:gd name="connsiteX18" fmla="*/ 982134 w 8017934"/>
              <a:gd name="connsiteY18" fmla="*/ 220998 h 593532"/>
              <a:gd name="connsiteX19" fmla="*/ 990600 w 8017934"/>
              <a:gd name="connsiteY19" fmla="*/ 246398 h 593532"/>
              <a:gd name="connsiteX20" fmla="*/ 1007534 w 8017934"/>
              <a:gd name="connsiteY20" fmla="*/ 314132 h 593532"/>
              <a:gd name="connsiteX21" fmla="*/ 1041400 w 8017934"/>
              <a:gd name="connsiteY21" fmla="*/ 364932 h 593532"/>
              <a:gd name="connsiteX22" fmla="*/ 1058334 w 8017934"/>
              <a:gd name="connsiteY22" fmla="*/ 534265 h 593532"/>
              <a:gd name="connsiteX23" fmla="*/ 1083734 w 8017934"/>
              <a:gd name="connsiteY23" fmla="*/ 551198 h 593532"/>
              <a:gd name="connsiteX24" fmla="*/ 1227667 w 8017934"/>
              <a:gd name="connsiteY24" fmla="*/ 559665 h 593532"/>
              <a:gd name="connsiteX25" fmla="*/ 1405467 w 8017934"/>
              <a:gd name="connsiteY25" fmla="*/ 542732 h 593532"/>
              <a:gd name="connsiteX26" fmla="*/ 1439334 w 8017934"/>
              <a:gd name="connsiteY26" fmla="*/ 534265 h 593532"/>
              <a:gd name="connsiteX27" fmla="*/ 1464734 w 8017934"/>
              <a:gd name="connsiteY27" fmla="*/ 517332 h 593532"/>
              <a:gd name="connsiteX28" fmla="*/ 1481667 w 8017934"/>
              <a:gd name="connsiteY28" fmla="*/ 491932 h 593532"/>
              <a:gd name="connsiteX29" fmla="*/ 1490134 w 8017934"/>
              <a:gd name="connsiteY29" fmla="*/ 373398 h 593532"/>
              <a:gd name="connsiteX30" fmla="*/ 1498600 w 8017934"/>
              <a:gd name="connsiteY30" fmla="*/ 339532 h 593532"/>
              <a:gd name="connsiteX31" fmla="*/ 1515534 w 8017934"/>
              <a:gd name="connsiteY31" fmla="*/ 322598 h 593532"/>
              <a:gd name="connsiteX32" fmla="*/ 1524000 w 8017934"/>
              <a:gd name="connsiteY32" fmla="*/ 288732 h 593532"/>
              <a:gd name="connsiteX33" fmla="*/ 1532467 w 8017934"/>
              <a:gd name="connsiteY33" fmla="*/ 263332 h 593532"/>
              <a:gd name="connsiteX34" fmla="*/ 1540934 w 8017934"/>
              <a:gd name="connsiteY34" fmla="*/ 220998 h 593532"/>
              <a:gd name="connsiteX35" fmla="*/ 1557867 w 8017934"/>
              <a:gd name="connsiteY35" fmla="*/ 187132 h 593532"/>
              <a:gd name="connsiteX36" fmla="*/ 1574800 w 8017934"/>
              <a:gd name="connsiteY36" fmla="*/ 127865 h 593532"/>
              <a:gd name="connsiteX37" fmla="*/ 1608667 w 8017934"/>
              <a:gd name="connsiteY37" fmla="*/ 93998 h 593532"/>
              <a:gd name="connsiteX38" fmla="*/ 1634067 w 8017934"/>
              <a:gd name="connsiteY38" fmla="*/ 77065 h 593532"/>
              <a:gd name="connsiteX39" fmla="*/ 1667934 w 8017934"/>
              <a:gd name="connsiteY39" fmla="*/ 68598 h 593532"/>
              <a:gd name="connsiteX40" fmla="*/ 1693334 w 8017934"/>
              <a:gd name="connsiteY40" fmla="*/ 60132 h 593532"/>
              <a:gd name="connsiteX41" fmla="*/ 1718734 w 8017934"/>
              <a:gd name="connsiteY41" fmla="*/ 68598 h 593532"/>
              <a:gd name="connsiteX42" fmla="*/ 1761067 w 8017934"/>
              <a:gd name="connsiteY42" fmla="*/ 85532 h 593532"/>
              <a:gd name="connsiteX43" fmla="*/ 1811867 w 8017934"/>
              <a:gd name="connsiteY43" fmla="*/ 93998 h 593532"/>
              <a:gd name="connsiteX44" fmla="*/ 2192867 w 8017934"/>
              <a:gd name="connsiteY44" fmla="*/ 93998 h 593532"/>
              <a:gd name="connsiteX45" fmla="*/ 2311400 w 8017934"/>
              <a:gd name="connsiteY45" fmla="*/ 102465 h 593532"/>
              <a:gd name="connsiteX46" fmla="*/ 2345267 w 8017934"/>
              <a:gd name="connsiteY46" fmla="*/ 170198 h 593532"/>
              <a:gd name="connsiteX47" fmla="*/ 2345267 w 8017934"/>
              <a:gd name="connsiteY47" fmla="*/ 170198 h 593532"/>
              <a:gd name="connsiteX48" fmla="*/ 2379134 w 8017934"/>
              <a:gd name="connsiteY48" fmla="*/ 246398 h 593532"/>
              <a:gd name="connsiteX49" fmla="*/ 2404534 w 8017934"/>
              <a:gd name="connsiteY49" fmla="*/ 297198 h 593532"/>
              <a:gd name="connsiteX50" fmla="*/ 2421467 w 8017934"/>
              <a:gd name="connsiteY50" fmla="*/ 356465 h 593532"/>
              <a:gd name="connsiteX51" fmla="*/ 2438400 w 8017934"/>
              <a:gd name="connsiteY51" fmla="*/ 390332 h 593532"/>
              <a:gd name="connsiteX52" fmla="*/ 2455334 w 8017934"/>
              <a:gd name="connsiteY52" fmla="*/ 441132 h 593532"/>
              <a:gd name="connsiteX53" fmla="*/ 2463800 w 8017934"/>
              <a:gd name="connsiteY53" fmla="*/ 466532 h 593532"/>
              <a:gd name="connsiteX54" fmla="*/ 2480734 w 8017934"/>
              <a:gd name="connsiteY54" fmla="*/ 483465 h 593532"/>
              <a:gd name="connsiteX55" fmla="*/ 2523067 w 8017934"/>
              <a:gd name="connsiteY55" fmla="*/ 559665 h 593532"/>
              <a:gd name="connsiteX56" fmla="*/ 2582334 w 8017934"/>
              <a:gd name="connsiteY56" fmla="*/ 568132 h 593532"/>
              <a:gd name="connsiteX57" fmla="*/ 2599267 w 8017934"/>
              <a:gd name="connsiteY57" fmla="*/ 525798 h 593532"/>
              <a:gd name="connsiteX58" fmla="*/ 2616200 w 8017934"/>
              <a:gd name="connsiteY58" fmla="*/ 500398 h 593532"/>
              <a:gd name="connsiteX59" fmla="*/ 2658534 w 8017934"/>
              <a:gd name="connsiteY59" fmla="*/ 508865 h 593532"/>
              <a:gd name="connsiteX60" fmla="*/ 2751667 w 8017934"/>
              <a:gd name="connsiteY60" fmla="*/ 534265 h 593532"/>
              <a:gd name="connsiteX61" fmla="*/ 2777067 w 8017934"/>
              <a:gd name="connsiteY61" fmla="*/ 551198 h 593532"/>
              <a:gd name="connsiteX62" fmla="*/ 2802467 w 8017934"/>
              <a:gd name="connsiteY62" fmla="*/ 500398 h 593532"/>
              <a:gd name="connsiteX63" fmla="*/ 2844800 w 8017934"/>
              <a:gd name="connsiteY63" fmla="*/ 483465 h 593532"/>
              <a:gd name="connsiteX64" fmla="*/ 2861734 w 8017934"/>
              <a:gd name="connsiteY64" fmla="*/ 424198 h 593532"/>
              <a:gd name="connsiteX65" fmla="*/ 2887134 w 8017934"/>
              <a:gd name="connsiteY65" fmla="*/ 263332 h 593532"/>
              <a:gd name="connsiteX66" fmla="*/ 2895600 w 8017934"/>
              <a:gd name="connsiteY66" fmla="*/ 195598 h 593532"/>
              <a:gd name="connsiteX67" fmla="*/ 2929467 w 8017934"/>
              <a:gd name="connsiteY67" fmla="*/ 119398 h 593532"/>
              <a:gd name="connsiteX68" fmla="*/ 2963334 w 8017934"/>
              <a:gd name="connsiteY68" fmla="*/ 102465 h 593532"/>
              <a:gd name="connsiteX69" fmla="*/ 3183467 w 8017934"/>
              <a:gd name="connsiteY69" fmla="*/ 77065 h 593532"/>
              <a:gd name="connsiteX70" fmla="*/ 3293534 w 8017934"/>
              <a:gd name="connsiteY70" fmla="*/ 93998 h 593532"/>
              <a:gd name="connsiteX71" fmla="*/ 3302000 w 8017934"/>
              <a:gd name="connsiteY71" fmla="*/ 127865 h 593532"/>
              <a:gd name="connsiteX72" fmla="*/ 3318934 w 8017934"/>
              <a:gd name="connsiteY72" fmla="*/ 204065 h 593532"/>
              <a:gd name="connsiteX73" fmla="*/ 3335867 w 8017934"/>
              <a:gd name="connsiteY73" fmla="*/ 229465 h 593532"/>
              <a:gd name="connsiteX74" fmla="*/ 3352800 w 8017934"/>
              <a:gd name="connsiteY74" fmla="*/ 288732 h 593532"/>
              <a:gd name="connsiteX75" fmla="*/ 3369734 w 8017934"/>
              <a:gd name="connsiteY75" fmla="*/ 322598 h 593532"/>
              <a:gd name="connsiteX76" fmla="*/ 3386667 w 8017934"/>
              <a:gd name="connsiteY76" fmla="*/ 373398 h 593532"/>
              <a:gd name="connsiteX77" fmla="*/ 3395134 w 8017934"/>
              <a:gd name="connsiteY77" fmla="*/ 398798 h 593532"/>
              <a:gd name="connsiteX78" fmla="*/ 3412067 w 8017934"/>
              <a:gd name="connsiteY78" fmla="*/ 415732 h 593532"/>
              <a:gd name="connsiteX79" fmla="*/ 3437467 w 8017934"/>
              <a:gd name="connsiteY79" fmla="*/ 500398 h 593532"/>
              <a:gd name="connsiteX80" fmla="*/ 3454400 w 8017934"/>
              <a:gd name="connsiteY80" fmla="*/ 525798 h 593532"/>
              <a:gd name="connsiteX81" fmla="*/ 3462867 w 8017934"/>
              <a:gd name="connsiteY81" fmla="*/ 551198 h 593532"/>
              <a:gd name="connsiteX82" fmla="*/ 3505200 w 8017934"/>
              <a:gd name="connsiteY82" fmla="*/ 593532 h 593532"/>
              <a:gd name="connsiteX83" fmla="*/ 3683000 w 8017934"/>
              <a:gd name="connsiteY83" fmla="*/ 576598 h 593532"/>
              <a:gd name="connsiteX84" fmla="*/ 3708400 w 8017934"/>
              <a:gd name="connsiteY84" fmla="*/ 568132 h 593532"/>
              <a:gd name="connsiteX85" fmla="*/ 3683000 w 8017934"/>
              <a:gd name="connsiteY85" fmla="*/ 559665 h 593532"/>
              <a:gd name="connsiteX86" fmla="*/ 3810000 w 8017934"/>
              <a:gd name="connsiteY86" fmla="*/ 525798 h 593532"/>
              <a:gd name="connsiteX87" fmla="*/ 4004734 w 8017934"/>
              <a:gd name="connsiteY87" fmla="*/ 551198 h 593532"/>
              <a:gd name="connsiteX88" fmla="*/ 4174067 w 8017934"/>
              <a:gd name="connsiteY88" fmla="*/ 542732 h 593532"/>
              <a:gd name="connsiteX89" fmla="*/ 4191000 w 8017934"/>
              <a:gd name="connsiteY89" fmla="*/ 525798 h 593532"/>
              <a:gd name="connsiteX90" fmla="*/ 4199467 w 8017934"/>
              <a:gd name="connsiteY90" fmla="*/ 500398 h 593532"/>
              <a:gd name="connsiteX91" fmla="*/ 4216400 w 8017934"/>
              <a:gd name="connsiteY91" fmla="*/ 466532 h 593532"/>
              <a:gd name="connsiteX92" fmla="*/ 4216400 w 8017934"/>
              <a:gd name="connsiteY92" fmla="*/ 178665 h 593532"/>
              <a:gd name="connsiteX93" fmla="*/ 4224867 w 8017934"/>
              <a:gd name="connsiteY93" fmla="*/ 153265 h 593532"/>
              <a:gd name="connsiteX94" fmla="*/ 4258734 w 8017934"/>
              <a:gd name="connsiteY94" fmla="*/ 127865 h 593532"/>
              <a:gd name="connsiteX95" fmla="*/ 5164667 w 8017934"/>
              <a:gd name="connsiteY95" fmla="*/ 339532 h 593532"/>
              <a:gd name="connsiteX96" fmla="*/ 5190067 w 8017934"/>
              <a:gd name="connsiteY96" fmla="*/ 390332 h 593532"/>
              <a:gd name="connsiteX97" fmla="*/ 5207000 w 8017934"/>
              <a:gd name="connsiteY97" fmla="*/ 441132 h 593532"/>
              <a:gd name="connsiteX98" fmla="*/ 5274734 w 8017934"/>
              <a:gd name="connsiteY98" fmla="*/ 483465 h 593532"/>
              <a:gd name="connsiteX99" fmla="*/ 5317067 w 8017934"/>
              <a:gd name="connsiteY99" fmla="*/ 525798 h 593532"/>
              <a:gd name="connsiteX100" fmla="*/ 5308600 w 8017934"/>
              <a:gd name="connsiteY100" fmla="*/ 517332 h 593532"/>
              <a:gd name="connsiteX101" fmla="*/ 5266267 w 8017934"/>
              <a:gd name="connsiteY101" fmla="*/ 542732 h 593532"/>
              <a:gd name="connsiteX102" fmla="*/ 5283200 w 8017934"/>
              <a:gd name="connsiteY102" fmla="*/ 517332 h 593532"/>
              <a:gd name="connsiteX103" fmla="*/ 5342467 w 8017934"/>
              <a:gd name="connsiteY103" fmla="*/ 500398 h 593532"/>
              <a:gd name="connsiteX104" fmla="*/ 5401734 w 8017934"/>
              <a:gd name="connsiteY104" fmla="*/ 483465 h 593532"/>
              <a:gd name="connsiteX105" fmla="*/ 5435600 w 8017934"/>
              <a:gd name="connsiteY105" fmla="*/ 466532 h 593532"/>
              <a:gd name="connsiteX106" fmla="*/ 5537200 w 8017934"/>
              <a:gd name="connsiteY106" fmla="*/ 458065 h 593532"/>
              <a:gd name="connsiteX107" fmla="*/ 5562600 w 8017934"/>
              <a:gd name="connsiteY107" fmla="*/ 407265 h 593532"/>
              <a:gd name="connsiteX108" fmla="*/ 5579534 w 8017934"/>
              <a:gd name="connsiteY108" fmla="*/ 373398 h 593532"/>
              <a:gd name="connsiteX109" fmla="*/ 5613400 w 8017934"/>
              <a:gd name="connsiteY109" fmla="*/ 314132 h 593532"/>
              <a:gd name="connsiteX110" fmla="*/ 5621867 w 8017934"/>
              <a:gd name="connsiteY110" fmla="*/ 280265 h 593532"/>
              <a:gd name="connsiteX111" fmla="*/ 5630334 w 8017934"/>
              <a:gd name="connsiteY111" fmla="*/ 170198 h 593532"/>
              <a:gd name="connsiteX112" fmla="*/ 5638800 w 8017934"/>
              <a:gd name="connsiteY112" fmla="*/ 136332 h 593532"/>
              <a:gd name="connsiteX113" fmla="*/ 5689600 w 8017934"/>
              <a:gd name="connsiteY113" fmla="*/ 93998 h 593532"/>
              <a:gd name="connsiteX114" fmla="*/ 5731934 w 8017934"/>
              <a:gd name="connsiteY114" fmla="*/ 85532 h 593532"/>
              <a:gd name="connsiteX115" fmla="*/ 5892800 w 8017934"/>
              <a:gd name="connsiteY115" fmla="*/ 93998 h 593532"/>
              <a:gd name="connsiteX116" fmla="*/ 5918200 w 8017934"/>
              <a:gd name="connsiteY116" fmla="*/ 110932 h 593532"/>
              <a:gd name="connsiteX117" fmla="*/ 5960534 w 8017934"/>
              <a:gd name="connsiteY117" fmla="*/ 153265 h 593532"/>
              <a:gd name="connsiteX118" fmla="*/ 6019800 w 8017934"/>
              <a:gd name="connsiteY118" fmla="*/ 187132 h 593532"/>
              <a:gd name="connsiteX119" fmla="*/ 6028267 w 8017934"/>
              <a:gd name="connsiteY119" fmla="*/ 220998 h 593532"/>
              <a:gd name="connsiteX120" fmla="*/ 6062134 w 8017934"/>
              <a:gd name="connsiteY120" fmla="*/ 263332 h 593532"/>
              <a:gd name="connsiteX121" fmla="*/ 6079067 w 8017934"/>
              <a:gd name="connsiteY121" fmla="*/ 288732 h 593532"/>
              <a:gd name="connsiteX122" fmla="*/ 6104467 w 8017934"/>
              <a:gd name="connsiteY122" fmla="*/ 314132 h 593532"/>
              <a:gd name="connsiteX123" fmla="*/ 6138334 w 8017934"/>
              <a:gd name="connsiteY123" fmla="*/ 364932 h 593532"/>
              <a:gd name="connsiteX124" fmla="*/ 6155267 w 8017934"/>
              <a:gd name="connsiteY124" fmla="*/ 458065 h 593532"/>
              <a:gd name="connsiteX125" fmla="*/ 6180667 w 8017934"/>
              <a:gd name="connsiteY125" fmla="*/ 474998 h 593532"/>
              <a:gd name="connsiteX126" fmla="*/ 6197600 w 8017934"/>
              <a:gd name="connsiteY126" fmla="*/ 517332 h 593532"/>
              <a:gd name="connsiteX127" fmla="*/ 6214534 w 8017934"/>
              <a:gd name="connsiteY127" fmla="*/ 534265 h 593532"/>
              <a:gd name="connsiteX128" fmla="*/ 6409267 w 8017934"/>
              <a:gd name="connsiteY128" fmla="*/ 576598 h 593532"/>
              <a:gd name="connsiteX129" fmla="*/ 6443134 w 8017934"/>
              <a:gd name="connsiteY129" fmla="*/ 551198 h 593532"/>
              <a:gd name="connsiteX130" fmla="*/ 6468534 w 8017934"/>
              <a:gd name="connsiteY130" fmla="*/ 441132 h 593532"/>
              <a:gd name="connsiteX131" fmla="*/ 6519334 w 8017934"/>
              <a:gd name="connsiteY131" fmla="*/ 466532 h 593532"/>
              <a:gd name="connsiteX132" fmla="*/ 7035800 w 8017934"/>
              <a:gd name="connsiteY132" fmla="*/ 491932 h 593532"/>
              <a:gd name="connsiteX133" fmla="*/ 7171267 w 8017934"/>
              <a:gd name="connsiteY133" fmla="*/ 525798 h 593532"/>
              <a:gd name="connsiteX134" fmla="*/ 7239000 w 8017934"/>
              <a:gd name="connsiteY134" fmla="*/ 542732 h 593532"/>
              <a:gd name="connsiteX135" fmla="*/ 7416800 w 8017934"/>
              <a:gd name="connsiteY135" fmla="*/ 508865 h 593532"/>
              <a:gd name="connsiteX136" fmla="*/ 7425267 w 8017934"/>
              <a:gd name="connsiteY136" fmla="*/ 466532 h 593532"/>
              <a:gd name="connsiteX137" fmla="*/ 7433734 w 8017934"/>
              <a:gd name="connsiteY137" fmla="*/ 373398 h 593532"/>
              <a:gd name="connsiteX138" fmla="*/ 7450667 w 8017934"/>
              <a:gd name="connsiteY138" fmla="*/ 347998 h 593532"/>
              <a:gd name="connsiteX139" fmla="*/ 7459134 w 8017934"/>
              <a:gd name="connsiteY139" fmla="*/ 305665 h 593532"/>
              <a:gd name="connsiteX140" fmla="*/ 7467600 w 8017934"/>
              <a:gd name="connsiteY140" fmla="*/ 280265 h 593532"/>
              <a:gd name="connsiteX141" fmla="*/ 7476067 w 8017934"/>
              <a:gd name="connsiteY141" fmla="*/ 246398 h 593532"/>
              <a:gd name="connsiteX142" fmla="*/ 7526867 w 8017934"/>
              <a:gd name="connsiteY142" fmla="*/ 229465 h 593532"/>
              <a:gd name="connsiteX143" fmla="*/ 7569200 w 8017934"/>
              <a:gd name="connsiteY143" fmla="*/ 187132 h 593532"/>
              <a:gd name="connsiteX144" fmla="*/ 7611534 w 8017934"/>
              <a:gd name="connsiteY144" fmla="*/ 153265 h 593532"/>
              <a:gd name="connsiteX145" fmla="*/ 7645400 w 8017934"/>
              <a:gd name="connsiteY145" fmla="*/ 127865 h 593532"/>
              <a:gd name="connsiteX146" fmla="*/ 7653867 w 8017934"/>
              <a:gd name="connsiteY146" fmla="*/ 102465 h 593532"/>
              <a:gd name="connsiteX147" fmla="*/ 7730067 w 8017934"/>
              <a:gd name="connsiteY147" fmla="*/ 68598 h 593532"/>
              <a:gd name="connsiteX148" fmla="*/ 7823200 w 8017934"/>
              <a:gd name="connsiteY148" fmla="*/ 43198 h 593532"/>
              <a:gd name="connsiteX149" fmla="*/ 7907867 w 8017934"/>
              <a:gd name="connsiteY149" fmla="*/ 9332 h 593532"/>
              <a:gd name="connsiteX150" fmla="*/ 7941734 w 8017934"/>
              <a:gd name="connsiteY150" fmla="*/ 865 h 593532"/>
              <a:gd name="connsiteX151" fmla="*/ 8017934 w 8017934"/>
              <a:gd name="connsiteY151" fmla="*/ 865 h 593532"/>
              <a:gd name="connsiteX0" fmla="*/ 0 w 8017934"/>
              <a:gd name="connsiteY0" fmla="*/ 559665 h 593532"/>
              <a:gd name="connsiteX1" fmla="*/ 491067 w 8017934"/>
              <a:gd name="connsiteY1" fmla="*/ 551198 h 593532"/>
              <a:gd name="connsiteX2" fmla="*/ 508000 w 8017934"/>
              <a:gd name="connsiteY2" fmla="*/ 525798 h 593532"/>
              <a:gd name="connsiteX3" fmla="*/ 533400 w 8017934"/>
              <a:gd name="connsiteY3" fmla="*/ 508865 h 593532"/>
              <a:gd name="connsiteX4" fmla="*/ 567267 w 8017934"/>
              <a:gd name="connsiteY4" fmla="*/ 474998 h 593532"/>
              <a:gd name="connsiteX5" fmla="*/ 575734 w 8017934"/>
              <a:gd name="connsiteY5" fmla="*/ 449598 h 593532"/>
              <a:gd name="connsiteX6" fmla="*/ 584200 w 8017934"/>
              <a:gd name="connsiteY6" fmla="*/ 407265 h 593532"/>
              <a:gd name="connsiteX7" fmla="*/ 601134 w 8017934"/>
              <a:gd name="connsiteY7" fmla="*/ 381865 h 593532"/>
              <a:gd name="connsiteX8" fmla="*/ 618067 w 8017934"/>
              <a:gd name="connsiteY8" fmla="*/ 305665 h 593532"/>
              <a:gd name="connsiteX9" fmla="*/ 626534 w 8017934"/>
              <a:gd name="connsiteY9" fmla="*/ 280265 h 593532"/>
              <a:gd name="connsiteX10" fmla="*/ 643467 w 8017934"/>
              <a:gd name="connsiteY10" fmla="*/ 246398 h 593532"/>
              <a:gd name="connsiteX11" fmla="*/ 660400 w 8017934"/>
              <a:gd name="connsiteY11" fmla="*/ 187132 h 593532"/>
              <a:gd name="connsiteX12" fmla="*/ 677334 w 8017934"/>
              <a:gd name="connsiteY12" fmla="*/ 170198 h 593532"/>
              <a:gd name="connsiteX13" fmla="*/ 702734 w 8017934"/>
              <a:gd name="connsiteY13" fmla="*/ 110932 h 593532"/>
              <a:gd name="connsiteX14" fmla="*/ 795867 w 8017934"/>
              <a:gd name="connsiteY14" fmla="*/ 68598 h 593532"/>
              <a:gd name="connsiteX15" fmla="*/ 922867 w 8017934"/>
              <a:gd name="connsiteY15" fmla="*/ 85532 h 593532"/>
              <a:gd name="connsiteX16" fmla="*/ 948267 w 8017934"/>
              <a:gd name="connsiteY16" fmla="*/ 93998 h 593532"/>
              <a:gd name="connsiteX17" fmla="*/ 965200 w 8017934"/>
              <a:gd name="connsiteY17" fmla="*/ 144798 h 593532"/>
              <a:gd name="connsiteX18" fmla="*/ 982134 w 8017934"/>
              <a:gd name="connsiteY18" fmla="*/ 220998 h 593532"/>
              <a:gd name="connsiteX19" fmla="*/ 990600 w 8017934"/>
              <a:gd name="connsiteY19" fmla="*/ 246398 h 593532"/>
              <a:gd name="connsiteX20" fmla="*/ 1007534 w 8017934"/>
              <a:gd name="connsiteY20" fmla="*/ 314132 h 593532"/>
              <a:gd name="connsiteX21" fmla="*/ 1041400 w 8017934"/>
              <a:gd name="connsiteY21" fmla="*/ 364932 h 593532"/>
              <a:gd name="connsiteX22" fmla="*/ 1058334 w 8017934"/>
              <a:gd name="connsiteY22" fmla="*/ 534265 h 593532"/>
              <a:gd name="connsiteX23" fmla="*/ 1083734 w 8017934"/>
              <a:gd name="connsiteY23" fmla="*/ 551198 h 593532"/>
              <a:gd name="connsiteX24" fmla="*/ 1227667 w 8017934"/>
              <a:gd name="connsiteY24" fmla="*/ 559665 h 593532"/>
              <a:gd name="connsiteX25" fmla="*/ 1405467 w 8017934"/>
              <a:gd name="connsiteY25" fmla="*/ 542732 h 593532"/>
              <a:gd name="connsiteX26" fmla="*/ 1439334 w 8017934"/>
              <a:gd name="connsiteY26" fmla="*/ 534265 h 593532"/>
              <a:gd name="connsiteX27" fmla="*/ 1464734 w 8017934"/>
              <a:gd name="connsiteY27" fmla="*/ 517332 h 593532"/>
              <a:gd name="connsiteX28" fmla="*/ 1481667 w 8017934"/>
              <a:gd name="connsiteY28" fmla="*/ 491932 h 593532"/>
              <a:gd name="connsiteX29" fmla="*/ 1490134 w 8017934"/>
              <a:gd name="connsiteY29" fmla="*/ 373398 h 593532"/>
              <a:gd name="connsiteX30" fmla="*/ 1498600 w 8017934"/>
              <a:gd name="connsiteY30" fmla="*/ 339532 h 593532"/>
              <a:gd name="connsiteX31" fmla="*/ 1515534 w 8017934"/>
              <a:gd name="connsiteY31" fmla="*/ 322598 h 593532"/>
              <a:gd name="connsiteX32" fmla="*/ 1524000 w 8017934"/>
              <a:gd name="connsiteY32" fmla="*/ 288732 h 593532"/>
              <a:gd name="connsiteX33" fmla="*/ 1532467 w 8017934"/>
              <a:gd name="connsiteY33" fmla="*/ 263332 h 593532"/>
              <a:gd name="connsiteX34" fmla="*/ 1540934 w 8017934"/>
              <a:gd name="connsiteY34" fmla="*/ 220998 h 593532"/>
              <a:gd name="connsiteX35" fmla="*/ 1557867 w 8017934"/>
              <a:gd name="connsiteY35" fmla="*/ 187132 h 593532"/>
              <a:gd name="connsiteX36" fmla="*/ 1574800 w 8017934"/>
              <a:gd name="connsiteY36" fmla="*/ 127865 h 593532"/>
              <a:gd name="connsiteX37" fmla="*/ 1608667 w 8017934"/>
              <a:gd name="connsiteY37" fmla="*/ 93998 h 593532"/>
              <a:gd name="connsiteX38" fmla="*/ 1634067 w 8017934"/>
              <a:gd name="connsiteY38" fmla="*/ 77065 h 593532"/>
              <a:gd name="connsiteX39" fmla="*/ 1667934 w 8017934"/>
              <a:gd name="connsiteY39" fmla="*/ 68598 h 593532"/>
              <a:gd name="connsiteX40" fmla="*/ 1693334 w 8017934"/>
              <a:gd name="connsiteY40" fmla="*/ 60132 h 593532"/>
              <a:gd name="connsiteX41" fmla="*/ 1718734 w 8017934"/>
              <a:gd name="connsiteY41" fmla="*/ 68598 h 593532"/>
              <a:gd name="connsiteX42" fmla="*/ 1761067 w 8017934"/>
              <a:gd name="connsiteY42" fmla="*/ 85532 h 593532"/>
              <a:gd name="connsiteX43" fmla="*/ 1811867 w 8017934"/>
              <a:gd name="connsiteY43" fmla="*/ 93998 h 593532"/>
              <a:gd name="connsiteX44" fmla="*/ 2192867 w 8017934"/>
              <a:gd name="connsiteY44" fmla="*/ 93998 h 593532"/>
              <a:gd name="connsiteX45" fmla="*/ 2311400 w 8017934"/>
              <a:gd name="connsiteY45" fmla="*/ 102465 h 593532"/>
              <a:gd name="connsiteX46" fmla="*/ 2345267 w 8017934"/>
              <a:gd name="connsiteY46" fmla="*/ 170198 h 593532"/>
              <a:gd name="connsiteX47" fmla="*/ 2345267 w 8017934"/>
              <a:gd name="connsiteY47" fmla="*/ 170198 h 593532"/>
              <a:gd name="connsiteX48" fmla="*/ 2379134 w 8017934"/>
              <a:gd name="connsiteY48" fmla="*/ 246398 h 593532"/>
              <a:gd name="connsiteX49" fmla="*/ 2404534 w 8017934"/>
              <a:gd name="connsiteY49" fmla="*/ 297198 h 593532"/>
              <a:gd name="connsiteX50" fmla="*/ 2421467 w 8017934"/>
              <a:gd name="connsiteY50" fmla="*/ 356465 h 593532"/>
              <a:gd name="connsiteX51" fmla="*/ 2438400 w 8017934"/>
              <a:gd name="connsiteY51" fmla="*/ 390332 h 593532"/>
              <a:gd name="connsiteX52" fmla="*/ 2455334 w 8017934"/>
              <a:gd name="connsiteY52" fmla="*/ 441132 h 593532"/>
              <a:gd name="connsiteX53" fmla="*/ 2463800 w 8017934"/>
              <a:gd name="connsiteY53" fmla="*/ 466532 h 593532"/>
              <a:gd name="connsiteX54" fmla="*/ 2480734 w 8017934"/>
              <a:gd name="connsiteY54" fmla="*/ 483465 h 593532"/>
              <a:gd name="connsiteX55" fmla="*/ 2523067 w 8017934"/>
              <a:gd name="connsiteY55" fmla="*/ 559665 h 593532"/>
              <a:gd name="connsiteX56" fmla="*/ 2582334 w 8017934"/>
              <a:gd name="connsiteY56" fmla="*/ 568132 h 593532"/>
              <a:gd name="connsiteX57" fmla="*/ 2599267 w 8017934"/>
              <a:gd name="connsiteY57" fmla="*/ 525798 h 593532"/>
              <a:gd name="connsiteX58" fmla="*/ 2616200 w 8017934"/>
              <a:gd name="connsiteY58" fmla="*/ 500398 h 593532"/>
              <a:gd name="connsiteX59" fmla="*/ 2658534 w 8017934"/>
              <a:gd name="connsiteY59" fmla="*/ 508865 h 593532"/>
              <a:gd name="connsiteX60" fmla="*/ 2751667 w 8017934"/>
              <a:gd name="connsiteY60" fmla="*/ 534265 h 593532"/>
              <a:gd name="connsiteX61" fmla="*/ 2777067 w 8017934"/>
              <a:gd name="connsiteY61" fmla="*/ 551198 h 593532"/>
              <a:gd name="connsiteX62" fmla="*/ 2802467 w 8017934"/>
              <a:gd name="connsiteY62" fmla="*/ 500398 h 593532"/>
              <a:gd name="connsiteX63" fmla="*/ 2844800 w 8017934"/>
              <a:gd name="connsiteY63" fmla="*/ 483465 h 593532"/>
              <a:gd name="connsiteX64" fmla="*/ 2861734 w 8017934"/>
              <a:gd name="connsiteY64" fmla="*/ 424198 h 593532"/>
              <a:gd name="connsiteX65" fmla="*/ 2887134 w 8017934"/>
              <a:gd name="connsiteY65" fmla="*/ 263332 h 593532"/>
              <a:gd name="connsiteX66" fmla="*/ 2895600 w 8017934"/>
              <a:gd name="connsiteY66" fmla="*/ 195598 h 593532"/>
              <a:gd name="connsiteX67" fmla="*/ 2929467 w 8017934"/>
              <a:gd name="connsiteY67" fmla="*/ 119398 h 593532"/>
              <a:gd name="connsiteX68" fmla="*/ 2963334 w 8017934"/>
              <a:gd name="connsiteY68" fmla="*/ 102465 h 593532"/>
              <a:gd name="connsiteX69" fmla="*/ 3183467 w 8017934"/>
              <a:gd name="connsiteY69" fmla="*/ 77065 h 593532"/>
              <a:gd name="connsiteX70" fmla="*/ 3293534 w 8017934"/>
              <a:gd name="connsiteY70" fmla="*/ 93998 h 593532"/>
              <a:gd name="connsiteX71" fmla="*/ 3302000 w 8017934"/>
              <a:gd name="connsiteY71" fmla="*/ 127865 h 593532"/>
              <a:gd name="connsiteX72" fmla="*/ 3318934 w 8017934"/>
              <a:gd name="connsiteY72" fmla="*/ 204065 h 593532"/>
              <a:gd name="connsiteX73" fmla="*/ 3335867 w 8017934"/>
              <a:gd name="connsiteY73" fmla="*/ 229465 h 593532"/>
              <a:gd name="connsiteX74" fmla="*/ 3352800 w 8017934"/>
              <a:gd name="connsiteY74" fmla="*/ 288732 h 593532"/>
              <a:gd name="connsiteX75" fmla="*/ 3369734 w 8017934"/>
              <a:gd name="connsiteY75" fmla="*/ 322598 h 593532"/>
              <a:gd name="connsiteX76" fmla="*/ 3386667 w 8017934"/>
              <a:gd name="connsiteY76" fmla="*/ 373398 h 593532"/>
              <a:gd name="connsiteX77" fmla="*/ 3395134 w 8017934"/>
              <a:gd name="connsiteY77" fmla="*/ 398798 h 593532"/>
              <a:gd name="connsiteX78" fmla="*/ 3412067 w 8017934"/>
              <a:gd name="connsiteY78" fmla="*/ 415732 h 593532"/>
              <a:gd name="connsiteX79" fmla="*/ 3437467 w 8017934"/>
              <a:gd name="connsiteY79" fmla="*/ 500398 h 593532"/>
              <a:gd name="connsiteX80" fmla="*/ 3454400 w 8017934"/>
              <a:gd name="connsiteY80" fmla="*/ 525798 h 593532"/>
              <a:gd name="connsiteX81" fmla="*/ 3462867 w 8017934"/>
              <a:gd name="connsiteY81" fmla="*/ 551198 h 593532"/>
              <a:gd name="connsiteX82" fmla="*/ 3505200 w 8017934"/>
              <a:gd name="connsiteY82" fmla="*/ 593532 h 593532"/>
              <a:gd name="connsiteX83" fmla="*/ 3683000 w 8017934"/>
              <a:gd name="connsiteY83" fmla="*/ 576598 h 593532"/>
              <a:gd name="connsiteX84" fmla="*/ 3708400 w 8017934"/>
              <a:gd name="connsiteY84" fmla="*/ 568132 h 593532"/>
              <a:gd name="connsiteX85" fmla="*/ 3683000 w 8017934"/>
              <a:gd name="connsiteY85" fmla="*/ 559665 h 593532"/>
              <a:gd name="connsiteX86" fmla="*/ 3810000 w 8017934"/>
              <a:gd name="connsiteY86" fmla="*/ 525798 h 593532"/>
              <a:gd name="connsiteX87" fmla="*/ 4004734 w 8017934"/>
              <a:gd name="connsiteY87" fmla="*/ 551198 h 593532"/>
              <a:gd name="connsiteX88" fmla="*/ 4174067 w 8017934"/>
              <a:gd name="connsiteY88" fmla="*/ 542732 h 593532"/>
              <a:gd name="connsiteX89" fmla="*/ 4191000 w 8017934"/>
              <a:gd name="connsiteY89" fmla="*/ 525798 h 593532"/>
              <a:gd name="connsiteX90" fmla="*/ 4199467 w 8017934"/>
              <a:gd name="connsiteY90" fmla="*/ 500398 h 593532"/>
              <a:gd name="connsiteX91" fmla="*/ 4216400 w 8017934"/>
              <a:gd name="connsiteY91" fmla="*/ 466532 h 593532"/>
              <a:gd name="connsiteX92" fmla="*/ 4216400 w 8017934"/>
              <a:gd name="connsiteY92" fmla="*/ 178665 h 593532"/>
              <a:gd name="connsiteX93" fmla="*/ 4224867 w 8017934"/>
              <a:gd name="connsiteY93" fmla="*/ 153265 h 593532"/>
              <a:gd name="connsiteX94" fmla="*/ 4258734 w 8017934"/>
              <a:gd name="connsiteY94" fmla="*/ 127865 h 593532"/>
              <a:gd name="connsiteX95" fmla="*/ 5164667 w 8017934"/>
              <a:gd name="connsiteY95" fmla="*/ 339532 h 593532"/>
              <a:gd name="connsiteX96" fmla="*/ 5190067 w 8017934"/>
              <a:gd name="connsiteY96" fmla="*/ 390332 h 593532"/>
              <a:gd name="connsiteX97" fmla="*/ 5207000 w 8017934"/>
              <a:gd name="connsiteY97" fmla="*/ 441132 h 593532"/>
              <a:gd name="connsiteX98" fmla="*/ 5274734 w 8017934"/>
              <a:gd name="connsiteY98" fmla="*/ 483465 h 593532"/>
              <a:gd name="connsiteX99" fmla="*/ 5317067 w 8017934"/>
              <a:gd name="connsiteY99" fmla="*/ 525798 h 593532"/>
              <a:gd name="connsiteX100" fmla="*/ 5308600 w 8017934"/>
              <a:gd name="connsiteY100" fmla="*/ 517332 h 593532"/>
              <a:gd name="connsiteX101" fmla="*/ 5266267 w 8017934"/>
              <a:gd name="connsiteY101" fmla="*/ 542732 h 593532"/>
              <a:gd name="connsiteX102" fmla="*/ 5342467 w 8017934"/>
              <a:gd name="connsiteY102" fmla="*/ 500398 h 593532"/>
              <a:gd name="connsiteX103" fmla="*/ 5401734 w 8017934"/>
              <a:gd name="connsiteY103" fmla="*/ 483465 h 593532"/>
              <a:gd name="connsiteX104" fmla="*/ 5435600 w 8017934"/>
              <a:gd name="connsiteY104" fmla="*/ 466532 h 593532"/>
              <a:gd name="connsiteX105" fmla="*/ 5537200 w 8017934"/>
              <a:gd name="connsiteY105" fmla="*/ 458065 h 593532"/>
              <a:gd name="connsiteX106" fmla="*/ 5562600 w 8017934"/>
              <a:gd name="connsiteY106" fmla="*/ 407265 h 593532"/>
              <a:gd name="connsiteX107" fmla="*/ 5579534 w 8017934"/>
              <a:gd name="connsiteY107" fmla="*/ 373398 h 593532"/>
              <a:gd name="connsiteX108" fmla="*/ 5613400 w 8017934"/>
              <a:gd name="connsiteY108" fmla="*/ 314132 h 593532"/>
              <a:gd name="connsiteX109" fmla="*/ 5621867 w 8017934"/>
              <a:gd name="connsiteY109" fmla="*/ 280265 h 593532"/>
              <a:gd name="connsiteX110" fmla="*/ 5630334 w 8017934"/>
              <a:gd name="connsiteY110" fmla="*/ 170198 h 593532"/>
              <a:gd name="connsiteX111" fmla="*/ 5638800 w 8017934"/>
              <a:gd name="connsiteY111" fmla="*/ 136332 h 593532"/>
              <a:gd name="connsiteX112" fmla="*/ 5689600 w 8017934"/>
              <a:gd name="connsiteY112" fmla="*/ 93998 h 593532"/>
              <a:gd name="connsiteX113" fmla="*/ 5731934 w 8017934"/>
              <a:gd name="connsiteY113" fmla="*/ 85532 h 593532"/>
              <a:gd name="connsiteX114" fmla="*/ 5892800 w 8017934"/>
              <a:gd name="connsiteY114" fmla="*/ 93998 h 593532"/>
              <a:gd name="connsiteX115" fmla="*/ 5918200 w 8017934"/>
              <a:gd name="connsiteY115" fmla="*/ 110932 h 593532"/>
              <a:gd name="connsiteX116" fmla="*/ 5960534 w 8017934"/>
              <a:gd name="connsiteY116" fmla="*/ 153265 h 593532"/>
              <a:gd name="connsiteX117" fmla="*/ 6019800 w 8017934"/>
              <a:gd name="connsiteY117" fmla="*/ 187132 h 593532"/>
              <a:gd name="connsiteX118" fmla="*/ 6028267 w 8017934"/>
              <a:gd name="connsiteY118" fmla="*/ 220998 h 593532"/>
              <a:gd name="connsiteX119" fmla="*/ 6062134 w 8017934"/>
              <a:gd name="connsiteY119" fmla="*/ 263332 h 593532"/>
              <a:gd name="connsiteX120" fmla="*/ 6079067 w 8017934"/>
              <a:gd name="connsiteY120" fmla="*/ 288732 h 593532"/>
              <a:gd name="connsiteX121" fmla="*/ 6104467 w 8017934"/>
              <a:gd name="connsiteY121" fmla="*/ 314132 h 593532"/>
              <a:gd name="connsiteX122" fmla="*/ 6138334 w 8017934"/>
              <a:gd name="connsiteY122" fmla="*/ 364932 h 593532"/>
              <a:gd name="connsiteX123" fmla="*/ 6155267 w 8017934"/>
              <a:gd name="connsiteY123" fmla="*/ 458065 h 593532"/>
              <a:gd name="connsiteX124" fmla="*/ 6180667 w 8017934"/>
              <a:gd name="connsiteY124" fmla="*/ 474998 h 593532"/>
              <a:gd name="connsiteX125" fmla="*/ 6197600 w 8017934"/>
              <a:gd name="connsiteY125" fmla="*/ 517332 h 593532"/>
              <a:gd name="connsiteX126" fmla="*/ 6214534 w 8017934"/>
              <a:gd name="connsiteY126" fmla="*/ 534265 h 593532"/>
              <a:gd name="connsiteX127" fmla="*/ 6409267 w 8017934"/>
              <a:gd name="connsiteY127" fmla="*/ 576598 h 593532"/>
              <a:gd name="connsiteX128" fmla="*/ 6443134 w 8017934"/>
              <a:gd name="connsiteY128" fmla="*/ 551198 h 593532"/>
              <a:gd name="connsiteX129" fmla="*/ 6468534 w 8017934"/>
              <a:gd name="connsiteY129" fmla="*/ 441132 h 593532"/>
              <a:gd name="connsiteX130" fmla="*/ 6519334 w 8017934"/>
              <a:gd name="connsiteY130" fmla="*/ 466532 h 593532"/>
              <a:gd name="connsiteX131" fmla="*/ 7035800 w 8017934"/>
              <a:gd name="connsiteY131" fmla="*/ 491932 h 593532"/>
              <a:gd name="connsiteX132" fmla="*/ 7171267 w 8017934"/>
              <a:gd name="connsiteY132" fmla="*/ 525798 h 593532"/>
              <a:gd name="connsiteX133" fmla="*/ 7239000 w 8017934"/>
              <a:gd name="connsiteY133" fmla="*/ 542732 h 593532"/>
              <a:gd name="connsiteX134" fmla="*/ 7416800 w 8017934"/>
              <a:gd name="connsiteY134" fmla="*/ 508865 h 593532"/>
              <a:gd name="connsiteX135" fmla="*/ 7425267 w 8017934"/>
              <a:gd name="connsiteY135" fmla="*/ 466532 h 593532"/>
              <a:gd name="connsiteX136" fmla="*/ 7433734 w 8017934"/>
              <a:gd name="connsiteY136" fmla="*/ 373398 h 593532"/>
              <a:gd name="connsiteX137" fmla="*/ 7450667 w 8017934"/>
              <a:gd name="connsiteY137" fmla="*/ 347998 h 593532"/>
              <a:gd name="connsiteX138" fmla="*/ 7459134 w 8017934"/>
              <a:gd name="connsiteY138" fmla="*/ 305665 h 593532"/>
              <a:gd name="connsiteX139" fmla="*/ 7467600 w 8017934"/>
              <a:gd name="connsiteY139" fmla="*/ 280265 h 593532"/>
              <a:gd name="connsiteX140" fmla="*/ 7476067 w 8017934"/>
              <a:gd name="connsiteY140" fmla="*/ 246398 h 593532"/>
              <a:gd name="connsiteX141" fmla="*/ 7526867 w 8017934"/>
              <a:gd name="connsiteY141" fmla="*/ 229465 h 593532"/>
              <a:gd name="connsiteX142" fmla="*/ 7569200 w 8017934"/>
              <a:gd name="connsiteY142" fmla="*/ 187132 h 593532"/>
              <a:gd name="connsiteX143" fmla="*/ 7611534 w 8017934"/>
              <a:gd name="connsiteY143" fmla="*/ 153265 h 593532"/>
              <a:gd name="connsiteX144" fmla="*/ 7645400 w 8017934"/>
              <a:gd name="connsiteY144" fmla="*/ 127865 h 593532"/>
              <a:gd name="connsiteX145" fmla="*/ 7653867 w 8017934"/>
              <a:gd name="connsiteY145" fmla="*/ 102465 h 593532"/>
              <a:gd name="connsiteX146" fmla="*/ 7730067 w 8017934"/>
              <a:gd name="connsiteY146" fmla="*/ 68598 h 593532"/>
              <a:gd name="connsiteX147" fmla="*/ 7823200 w 8017934"/>
              <a:gd name="connsiteY147" fmla="*/ 43198 h 593532"/>
              <a:gd name="connsiteX148" fmla="*/ 7907867 w 8017934"/>
              <a:gd name="connsiteY148" fmla="*/ 9332 h 593532"/>
              <a:gd name="connsiteX149" fmla="*/ 7941734 w 8017934"/>
              <a:gd name="connsiteY149" fmla="*/ 865 h 593532"/>
              <a:gd name="connsiteX150" fmla="*/ 8017934 w 8017934"/>
              <a:gd name="connsiteY150" fmla="*/ 865 h 593532"/>
              <a:gd name="connsiteX0" fmla="*/ 0 w 8017934"/>
              <a:gd name="connsiteY0" fmla="*/ 559665 h 593532"/>
              <a:gd name="connsiteX1" fmla="*/ 491067 w 8017934"/>
              <a:gd name="connsiteY1" fmla="*/ 551198 h 593532"/>
              <a:gd name="connsiteX2" fmla="*/ 508000 w 8017934"/>
              <a:gd name="connsiteY2" fmla="*/ 525798 h 593532"/>
              <a:gd name="connsiteX3" fmla="*/ 533400 w 8017934"/>
              <a:gd name="connsiteY3" fmla="*/ 508865 h 593532"/>
              <a:gd name="connsiteX4" fmla="*/ 567267 w 8017934"/>
              <a:gd name="connsiteY4" fmla="*/ 474998 h 593532"/>
              <a:gd name="connsiteX5" fmla="*/ 575734 w 8017934"/>
              <a:gd name="connsiteY5" fmla="*/ 449598 h 593532"/>
              <a:gd name="connsiteX6" fmla="*/ 584200 w 8017934"/>
              <a:gd name="connsiteY6" fmla="*/ 407265 h 593532"/>
              <a:gd name="connsiteX7" fmla="*/ 601134 w 8017934"/>
              <a:gd name="connsiteY7" fmla="*/ 381865 h 593532"/>
              <a:gd name="connsiteX8" fmla="*/ 618067 w 8017934"/>
              <a:gd name="connsiteY8" fmla="*/ 305665 h 593532"/>
              <a:gd name="connsiteX9" fmla="*/ 626534 w 8017934"/>
              <a:gd name="connsiteY9" fmla="*/ 280265 h 593532"/>
              <a:gd name="connsiteX10" fmla="*/ 643467 w 8017934"/>
              <a:gd name="connsiteY10" fmla="*/ 246398 h 593532"/>
              <a:gd name="connsiteX11" fmla="*/ 660400 w 8017934"/>
              <a:gd name="connsiteY11" fmla="*/ 187132 h 593532"/>
              <a:gd name="connsiteX12" fmla="*/ 677334 w 8017934"/>
              <a:gd name="connsiteY12" fmla="*/ 170198 h 593532"/>
              <a:gd name="connsiteX13" fmla="*/ 702734 w 8017934"/>
              <a:gd name="connsiteY13" fmla="*/ 110932 h 593532"/>
              <a:gd name="connsiteX14" fmla="*/ 795867 w 8017934"/>
              <a:gd name="connsiteY14" fmla="*/ 68598 h 593532"/>
              <a:gd name="connsiteX15" fmla="*/ 922867 w 8017934"/>
              <a:gd name="connsiteY15" fmla="*/ 85532 h 593532"/>
              <a:gd name="connsiteX16" fmla="*/ 948267 w 8017934"/>
              <a:gd name="connsiteY16" fmla="*/ 93998 h 593532"/>
              <a:gd name="connsiteX17" fmla="*/ 965200 w 8017934"/>
              <a:gd name="connsiteY17" fmla="*/ 144798 h 593532"/>
              <a:gd name="connsiteX18" fmla="*/ 982134 w 8017934"/>
              <a:gd name="connsiteY18" fmla="*/ 220998 h 593532"/>
              <a:gd name="connsiteX19" fmla="*/ 990600 w 8017934"/>
              <a:gd name="connsiteY19" fmla="*/ 246398 h 593532"/>
              <a:gd name="connsiteX20" fmla="*/ 1007534 w 8017934"/>
              <a:gd name="connsiteY20" fmla="*/ 314132 h 593532"/>
              <a:gd name="connsiteX21" fmla="*/ 1041400 w 8017934"/>
              <a:gd name="connsiteY21" fmla="*/ 364932 h 593532"/>
              <a:gd name="connsiteX22" fmla="*/ 1058334 w 8017934"/>
              <a:gd name="connsiteY22" fmla="*/ 534265 h 593532"/>
              <a:gd name="connsiteX23" fmla="*/ 1083734 w 8017934"/>
              <a:gd name="connsiteY23" fmla="*/ 551198 h 593532"/>
              <a:gd name="connsiteX24" fmla="*/ 1227667 w 8017934"/>
              <a:gd name="connsiteY24" fmla="*/ 559665 h 593532"/>
              <a:gd name="connsiteX25" fmla="*/ 1405467 w 8017934"/>
              <a:gd name="connsiteY25" fmla="*/ 542732 h 593532"/>
              <a:gd name="connsiteX26" fmla="*/ 1439334 w 8017934"/>
              <a:gd name="connsiteY26" fmla="*/ 534265 h 593532"/>
              <a:gd name="connsiteX27" fmla="*/ 1464734 w 8017934"/>
              <a:gd name="connsiteY27" fmla="*/ 517332 h 593532"/>
              <a:gd name="connsiteX28" fmla="*/ 1481667 w 8017934"/>
              <a:gd name="connsiteY28" fmla="*/ 491932 h 593532"/>
              <a:gd name="connsiteX29" fmla="*/ 1490134 w 8017934"/>
              <a:gd name="connsiteY29" fmla="*/ 373398 h 593532"/>
              <a:gd name="connsiteX30" fmla="*/ 1498600 w 8017934"/>
              <a:gd name="connsiteY30" fmla="*/ 339532 h 593532"/>
              <a:gd name="connsiteX31" fmla="*/ 1515534 w 8017934"/>
              <a:gd name="connsiteY31" fmla="*/ 322598 h 593532"/>
              <a:gd name="connsiteX32" fmla="*/ 1524000 w 8017934"/>
              <a:gd name="connsiteY32" fmla="*/ 288732 h 593532"/>
              <a:gd name="connsiteX33" fmla="*/ 1532467 w 8017934"/>
              <a:gd name="connsiteY33" fmla="*/ 263332 h 593532"/>
              <a:gd name="connsiteX34" fmla="*/ 1540934 w 8017934"/>
              <a:gd name="connsiteY34" fmla="*/ 220998 h 593532"/>
              <a:gd name="connsiteX35" fmla="*/ 1557867 w 8017934"/>
              <a:gd name="connsiteY35" fmla="*/ 187132 h 593532"/>
              <a:gd name="connsiteX36" fmla="*/ 1574800 w 8017934"/>
              <a:gd name="connsiteY36" fmla="*/ 127865 h 593532"/>
              <a:gd name="connsiteX37" fmla="*/ 1608667 w 8017934"/>
              <a:gd name="connsiteY37" fmla="*/ 93998 h 593532"/>
              <a:gd name="connsiteX38" fmla="*/ 1634067 w 8017934"/>
              <a:gd name="connsiteY38" fmla="*/ 77065 h 593532"/>
              <a:gd name="connsiteX39" fmla="*/ 1667934 w 8017934"/>
              <a:gd name="connsiteY39" fmla="*/ 68598 h 593532"/>
              <a:gd name="connsiteX40" fmla="*/ 1693334 w 8017934"/>
              <a:gd name="connsiteY40" fmla="*/ 60132 h 593532"/>
              <a:gd name="connsiteX41" fmla="*/ 1718734 w 8017934"/>
              <a:gd name="connsiteY41" fmla="*/ 68598 h 593532"/>
              <a:gd name="connsiteX42" fmla="*/ 1761067 w 8017934"/>
              <a:gd name="connsiteY42" fmla="*/ 85532 h 593532"/>
              <a:gd name="connsiteX43" fmla="*/ 1811867 w 8017934"/>
              <a:gd name="connsiteY43" fmla="*/ 93998 h 593532"/>
              <a:gd name="connsiteX44" fmla="*/ 2192867 w 8017934"/>
              <a:gd name="connsiteY44" fmla="*/ 93998 h 593532"/>
              <a:gd name="connsiteX45" fmla="*/ 2311400 w 8017934"/>
              <a:gd name="connsiteY45" fmla="*/ 102465 h 593532"/>
              <a:gd name="connsiteX46" fmla="*/ 2345267 w 8017934"/>
              <a:gd name="connsiteY46" fmla="*/ 170198 h 593532"/>
              <a:gd name="connsiteX47" fmla="*/ 2345267 w 8017934"/>
              <a:gd name="connsiteY47" fmla="*/ 170198 h 593532"/>
              <a:gd name="connsiteX48" fmla="*/ 2379134 w 8017934"/>
              <a:gd name="connsiteY48" fmla="*/ 246398 h 593532"/>
              <a:gd name="connsiteX49" fmla="*/ 2404534 w 8017934"/>
              <a:gd name="connsiteY49" fmla="*/ 297198 h 593532"/>
              <a:gd name="connsiteX50" fmla="*/ 2421467 w 8017934"/>
              <a:gd name="connsiteY50" fmla="*/ 356465 h 593532"/>
              <a:gd name="connsiteX51" fmla="*/ 2438400 w 8017934"/>
              <a:gd name="connsiteY51" fmla="*/ 390332 h 593532"/>
              <a:gd name="connsiteX52" fmla="*/ 2455334 w 8017934"/>
              <a:gd name="connsiteY52" fmla="*/ 441132 h 593532"/>
              <a:gd name="connsiteX53" fmla="*/ 2463800 w 8017934"/>
              <a:gd name="connsiteY53" fmla="*/ 466532 h 593532"/>
              <a:gd name="connsiteX54" fmla="*/ 2480734 w 8017934"/>
              <a:gd name="connsiteY54" fmla="*/ 483465 h 593532"/>
              <a:gd name="connsiteX55" fmla="*/ 2523067 w 8017934"/>
              <a:gd name="connsiteY55" fmla="*/ 559665 h 593532"/>
              <a:gd name="connsiteX56" fmla="*/ 2582334 w 8017934"/>
              <a:gd name="connsiteY56" fmla="*/ 568132 h 593532"/>
              <a:gd name="connsiteX57" fmla="*/ 2599267 w 8017934"/>
              <a:gd name="connsiteY57" fmla="*/ 525798 h 593532"/>
              <a:gd name="connsiteX58" fmla="*/ 2616200 w 8017934"/>
              <a:gd name="connsiteY58" fmla="*/ 500398 h 593532"/>
              <a:gd name="connsiteX59" fmla="*/ 2658534 w 8017934"/>
              <a:gd name="connsiteY59" fmla="*/ 508865 h 593532"/>
              <a:gd name="connsiteX60" fmla="*/ 2751667 w 8017934"/>
              <a:gd name="connsiteY60" fmla="*/ 534265 h 593532"/>
              <a:gd name="connsiteX61" fmla="*/ 2777067 w 8017934"/>
              <a:gd name="connsiteY61" fmla="*/ 551198 h 593532"/>
              <a:gd name="connsiteX62" fmla="*/ 2802467 w 8017934"/>
              <a:gd name="connsiteY62" fmla="*/ 500398 h 593532"/>
              <a:gd name="connsiteX63" fmla="*/ 2844800 w 8017934"/>
              <a:gd name="connsiteY63" fmla="*/ 483465 h 593532"/>
              <a:gd name="connsiteX64" fmla="*/ 2861734 w 8017934"/>
              <a:gd name="connsiteY64" fmla="*/ 424198 h 593532"/>
              <a:gd name="connsiteX65" fmla="*/ 2887134 w 8017934"/>
              <a:gd name="connsiteY65" fmla="*/ 263332 h 593532"/>
              <a:gd name="connsiteX66" fmla="*/ 2895600 w 8017934"/>
              <a:gd name="connsiteY66" fmla="*/ 195598 h 593532"/>
              <a:gd name="connsiteX67" fmla="*/ 2929467 w 8017934"/>
              <a:gd name="connsiteY67" fmla="*/ 119398 h 593532"/>
              <a:gd name="connsiteX68" fmla="*/ 2963334 w 8017934"/>
              <a:gd name="connsiteY68" fmla="*/ 102465 h 593532"/>
              <a:gd name="connsiteX69" fmla="*/ 3183467 w 8017934"/>
              <a:gd name="connsiteY69" fmla="*/ 77065 h 593532"/>
              <a:gd name="connsiteX70" fmla="*/ 3293534 w 8017934"/>
              <a:gd name="connsiteY70" fmla="*/ 93998 h 593532"/>
              <a:gd name="connsiteX71" fmla="*/ 3302000 w 8017934"/>
              <a:gd name="connsiteY71" fmla="*/ 127865 h 593532"/>
              <a:gd name="connsiteX72" fmla="*/ 3318934 w 8017934"/>
              <a:gd name="connsiteY72" fmla="*/ 204065 h 593532"/>
              <a:gd name="connsiteX73" fmla="*/ 3335867 w 8017934"/>
              <a:gd name="connsiteY73" fmla="*/ 229465 h 593532"/>
              <a:gd name="connsiteX74" fmla="*/ 3352800 w 8017934"/>
              <a:gd name="connsiteY74" fmla="*/ 288732 h 593532"/>
              <a:gd name="connsiteX75" fmla="*/ 3369734 w 8017934"/>
              <a:gd name="connsiteY75" fmla="*/ 322598 h 593532"/>
              <a:gd name="connsiteX76" fmla="*/ 3386667 w 8017934"/>
              <a:gd name="connsiteY76" fmla="*/ 373398 h 593532"/>
              <a:gd name="connsiteX77" fmla="*/ 3395134 w 8017934"/>
              <a:gd name="connsiteY77" fmla="*/ 398798 h 593532"/>
              <a:gd name="connsiteX78" fmla="*/ 3412067 w 8017934"/>
              <a:gd name="connsiteY78" fmla="*/ 415732 h 593532"/>
              <a:gd name="connsiteX79" fmla="*/ 3437467 w 8017934"/>
              <a:gd name="connsiteY79" fmla="*/ 500398 h 593532"/>
              <a:gd name="connsiteX80" fmla="*/ 3454400 w 8017934"/>
              <a:gd name="connsiteY80" fmla="*/ 525798 h 593532"/>
              <a:gd name="connsiteX81" fmla="*/ 3462867 w 8017934"/>
              <a:gd name="connsiteY81" fmla="*/ 551198 h 593532"/>
              <a:gd name="connsiteX82" fmla="*/ 3505200 w 8017934"/>
              <a:gd name="connsiteY82" fmla="*/ 593532 h 593532"/>
              <a:gd name="connsiteX83" fmla="*/ 3683000 w 8017934"/>
              <a:gd name="connsiteY83" fmla="*/ 576598 h 593532"/>
              <a:gd name="connsiteX84" fmla="*/ 3708400 w 8017934"/>
              <a:gd name="connsiteY84" fmla="*/ 568132 h 593532"/>
              <a:gd name="connsiteX85" fmla="*/ 3683000 w 8017934"/>
              <a:gd name="connsiteY85" fmla="*/ 559665 h 593532"/>
              <a:gd name="connsiteX86" fmla="*/ 3810000 w 8017934"/>
              <a:gd name="connsiteY86" fmla="*/ 525798 h 593532"/>
              <a:gd name="connsiteX87" fmla="*/ 4004734 w 8017934"/>
              <a:gd name="connsiteY87" fmla="*/ 551198 h 593532"/>
              <a:gd name="connsiteX88" fmla="*/ 4174067 w 8017934"/>
              <a:gd name="connsiteY88" fmla="*/ 542732 h 593532"/>
              <a:gd name="connsiteX89" fmla="*/ 4191000 w 8017934"/>
              <a:gd name="connsiteY89" fmla="*/ 525798 h 593532"/>
              <a:gd name="connsiteX90" fmla="*/ 4199467 w 8017934"/>
              <a:gd name="connsiteY90" fmla="*/ 500398 h 593532"/>
              <a:gd name="connsiteX91" fmla="*/ 4216400 w 8017934"/>
              <a:gd name="connsiteY91" fmla="*/ 466532 h 593532"/>
              <a:gd name="connsiteX92" fmla="*/ 4216400 w 8017934"/>
              <a:gd name="connsiteY92" fmla="*/ 178665 h 593532"/>
              <a:gd name="connsiteX93" fmla="*/ 4224867 w 8017934"/>
              <a:gd name="connsiteY93" fmla="*/ 153265 h 593532"/>
              <a:gd name="connsiteX94" fmla="*/ 4258734 w 8017934"/>
              <a:gd name="connsiteY94" fmla="*/ 127865 h 593532"/>
              <a:gd name="connsiteX95" fmla="*/ 5164667 w 8017934"/>
              <a:gd name="connsiteY95" fmla="*/ 339532 h 593532"/>
              <a:gd name="connsiteX96" fmla="*/ 5190067 w 8017934"/>
              <a:gd name="connsiteY96" fmla="*/ 390332 h 593532"/>
              <a:gd name="connsiteX97" fmla="*/ 5207000 w 8017934"/>
              <a:gd name="connsiteY97" fmla="*/ 441132 h 593532"/>
              <a:gd name="connsiteX98" fmla="*/ 5274734 w 8017934"/>
              <a:gd name="connsiteY98" fmla="*/ 483465 h 593532"/>
              <a:gd name="connsiteX99" fmla="*/ 5317067 w 8017934"/>
              <a:gd name="connsiteY99" fmla="*/ 525798 h 593532"/>
              <a:gd name="connsiteX100" fmla="*/ 5308600 w 8017934"/>
              <a:gd name="connsiteY100" fmla="*/ 517332 h 593532"/>
              <a:gd name="connsiteX101" fmla="*/ 5342467 w 8017934"/>
              <a:gd name="connsiteY101" fmla="*/ 500398 h 593532"/>
              <a:gd name="connsiteX102" fmla="*/ 5401734 w 8017934"/>
              <a:gd name="connsiteY102" fmla="*/ 483465 h 593532"/>
              <a:gd name="connsiteX103" fmla="*/ 5435600 w 8017934"/>
              <a:gd name="connsiteY103" fmla="*/ 466532 h 593532"/>
              <a:gd name="connsiteX104" fmla="*/ 5537200 w 8017934"/>
              <a:gd name="connsiteY104" fmla="*/ 458065 h 593532"/>
              <a:gd name="connsiteX105" fmla="*/ 5562600 w 8017934"/>
              <a:gd name="connsiteY105" fmla="*/ 407265 h 593532"/>
              <a:gd name="connsiteX106" fmla="*/ 5579534 w 8017934"/>
              <a:gd name="connsiteY106" fmla="*/ 373398 h 593532"/>
              <a:gd name="connsiteX107" fmla="*/ 5613400 w 8017934"/>
              <a:gd name="connsiteY107" fmla="*/ 314132 h 593532"/>
              <a:gd name="connsiteX108" fmla="*/ 5621867 w 8017934"/>
              <a:gd name="connsiteY108" fmla="*/ 280265 h 593532"/>
              <a:gd name="connsiteX109" fmla="*/ 5630334 w 8017934"/>
              <a:gd name="connsiteY109" fmla="*/ 170198 h 593532"/>
              <a:gd name="connsiteX110" fmla="*/ 5638800 w 8017934"/>
              <a:gd name="connsiteY110" fmla="*/ 136332 h 593532"/>
              <a:gd name="connsiteX111" fmla="*/ 5689600 w 8017934"/>
              <a:gd name="connsiteY111" fmla="*/ 93998 h 593532"/>
              <a:gd name="connsiteX112" fmla="*/ 5731934 w 8017934"/>
              <a:gd name="connsiteY112" fmla="*/ 85532 h 593532"/>
              <a:gd name="connsiteX113" fmla="*/ 5892800 w 8017934"/>
              <a:gd name="connsiteY113" fmla="*/ 93998 h 593532"/>
              <a:gd name="connsiteX114" fmla="*/ 5918200 w 8017934"/>
              <a:gd name="connsiteY114" fmla="*/ 110932 h 593532"/>
              <a:gd name="connsiteX115" fmla="*/ 5960534 w 8017934"/>
              <a:gd name="connsiteY115" fmla="*/ 153265 h 593532"/>
              <a:gd name="connsiteX116" fmla="*/ 6019800 w 8017934"/>
              <a:gd name="connsiteY116" fmla="*/ 187132 h 593532"/>
              <a:gd name="connsiteX117" fmla="*/ 6028267 w 8017934"/>
              <a:gd name="connsiteY117" fmla="*/ 220998 h 593532"/>
              <a:gd name="connsiteX118" fmla="*/ 6062134 w 8017934"/>
              <a:gd name="connsiteY118" fmla="*/ 263332 h 593532"/>
              <a:gd name="connsiteX119" fmla="*/ 6079067 w 8017934"/>
              <a:gd name="connsiteY119" fmla="*/ 288732 h 593532"/>
              <a:gd name="connsiteX120" fmla="*/ 6104467 w 8017934"/>
              <a:gd name="connsiteY120" fmla="*/ 314132 h 593532"/>
              <a:gd name="connsiteX121" fmla="*/ 6138334 w 8017934"/>
              <a:gd name="connsiteY121" fmla="*/ 364932 h 593532"/>
              <a:gd name="connsiteX122" fmla="*/ 6155267 w 8017934"/>
              <a:gd name="connsiteY122" fmla="*/ 458065 h 593532"/>
              <a:gd name="connsiteX123" fmla="*/ 6180667 w 8017934"/>
              <a:gd name="connsiteY123" fmla="*/ 474998 h 593532"/>
              <a:gd name="connsiteX124" fmla="*/ 6197600 w 8017934"/>
              <a:gd name="connsiteY124" fmla="*/ 517332 h 593532"/>
              <a:gd name="connsiteX125" fmla="*/ 6214534 w 8017934"/>
              <a:gd name="connsiteY125" fmla="*/ 534265 h 593532"/>
              <a:gd name="connsiteX126" fmla="*/ 6409267 w 8017934"/>
              <a:gd name="connsiteY126" fmla="*/ 576598 h 593532"/>
              <a:gd name="connsiteX127" fmla="*/ 6443134 w 8017934"/>
              <a:gd name="connsiteY127" fmla="*/ 551198 h 593532"/>
              <a:gd name="connsiteX128" fmla="*/ 6468534 w 8017934"/>
              <a:gd name="connsiteY128" fmla="*/ 441132 h 593532"/>
              <a:gd name="connsiteX129" fmla="*/ 6519334 w 8017934"/>
              <a:gd name="connsiteY129" fmla="*/ 466532 h 593532"/>
              <a:gd name="connsiteX130" fmla="*/ 7035800 w 8017934"/>
              <a:gd name="connsiteY130" fmla="*/ 491932 h 593532"/>
              <a:gd name="connsiteX131" fmla="*/ 7171267 w 8017934"/>
              <a:gd name="connsiteY131" fmla="*/ 525798 h 593532"/>
              <a:gd name="connsiteX132" fmla="*/ 7239000 w 8017934"/>
              <a:gd name="connsiteY132" fmla="*/ 542732 h 593532"/>
              <a:gd name="connsiteX133" fmla="*/ 7416800 w 8017934"/>
              <a:gd name="connsiteY133" fmla="*/ 508865 h 593532"/>
              <a:gd name="connsiteX134" fmla="*/ 7425267 w 8017934"/>
              <a:gd name="connsiteY134" fmla="*/ 466532 h 593532"/>
              <a:gd name="connsiteX135" fmla="*/ 7433734 w 8017934"/>
              <a:gd name="connsiteY135" fmla="*/ 373398 h 593532"/>
              <a:gd name="connsiteX136" fmla="*/ 7450667 w 8017934"/>
              <a:gd name="connsiteY136" fmla="*/ 347998 h 593532"/>
              <a:gd name="connsiteX137" fmla="*/ 7459134 w 8017934"/>
              <a:gd name="connsiteY137" fmla="*/ 305665 h 593532"/>
              <a:gd name="connsiteX138" fmla="*/ 7467600 w 8017934"/>
              <a:gd name="connsiteY138" fmla="*/ 280265 h 593532"/>
              <a:gd name="connsiteX139" fmla="*/ 7476067 w 8017934"/>
              <a:gd name="connsiteY139" fmla="*/ 246398 h 593532"/>
              <a:gd name="connsiteX140" fmla="*/ 7526867 w 8017934"/>
              <a:gd name="connsiteY140" fmla="*/ 229465 h 593532"/>
              <a:gd name="connsiteX141" fmla="*/ 7569200 w 8017934"/>
              <a:gd name="connsiteY141" fmla="*/ 187132 h 593532"/>
              <a:gd name="connsiteX142" fmla="*/ 7611534 w 8017934"/>
              <a:gd name="connsiteY142" fmla="*/ 153265 h 593532"/>
              <a:gd name="connsiteX143" fmla="*/ 7645400 w 8017934"/>
              <a:gd name="connsiteY143" fmla="*/ 127865 h 593532"/>
              <a:gd name="connsiteX144" fmla="*/ 7653867 w 8017934"/>
              <a:gd name="connsiteY144" fmla="*/ 102465 h 593532"/>
              <a:gd name="connsiteX145" fmla="*/ 7730067 w 8017934"/>
              <a:gd name="connsiteY145" fmla="*/ 68598 h 593532"/>
              <a:gd name="connsiteX146" fmla="*/ 7823200 w 8017934"/>
              <a:gd name="connsiteY146" fmla="*/ 43198 h 593532"/>
              <a:gd name="connsiteX147" fmla="*/ 7907867 w 8017934"/>
              <a:gd name="connsiteY147" fmla="*/ 9332 h 593532"/>
              <a:gd name="connsiteX148" fmla="*/ 7941734 w 8017934"/>
              <a:gd name="connsiteY148" fmla="*/ 865 h 593532"/>
              <a:gd name="connsiteX149" fmla="*/ 8017934 w 8017934"/>
              <a:gd name="connsiteY149" fmla="*/ 865 h 593532"/>
              <a:gd name="connsiteX0" fmla="*/ 0 w 8017934"/>
              <a:gd name="connsiteY0" fmla="*/ 559665 h 593532"/>
              <a:gd name="connsiteX1" fmla="*/ 491067 w 8017934"/>
              <a:gd name="connsiteY1" fmla="*/ 551198 h 593532"/>
              <a:gd name="connsiteX2" fmla="*/ 508000 w 8017934"/>
              <a:gd name="connsiteY2" fmla="*/ 525798 h 593532"/>
              <a:gd name="connsiteX3" fmla="*/ 533400 w 8017934"/>
              <a:gd name="connsiteY3" fmla="*/ 508865 h 593532"/>
              <a:gd name="connsiteX4" fmla="*/ 567267 w 8017934"/>
              <a:gd name="connsiteY4" fmla="*/ 474998 h 593532"/>
              <a:gd name="connsiteX5" fmla="*/ 575734 w 8017934"/>
              <a:gd name="connsiteY5" fmla="*/ 449598 h 593532"/>
              <a:gd name="connsiteX6" fmla="*/ 584200 w 8017934"/>
              <a:gd name="connsiteY6" fmla="*/ 407265 h 593532"/>
              <a:gd name="connsiteX7" fmla="*/ 601134 w 8017934"/>
              <a:gd name="connsiteY7" fmla="*/ 381865 h 593532"/>
              <a:gd name="connsiteX8" fmla="*/ 618067 w 8017934"/>
              <a:gd name="connsiteY8" fmla="*/ 305665 h 593532"/>
              <a:gd name="connsiteX9" fmla="*/ 626534 w 8017934"/>
              <a:gd name="connsiteY9" fmla="*/ 280265 h 593532"/>
              <a:gd name="connsiteX10" fmla="*/ 643467 w 8017934"/>
              <a:gd name="connsiteY10" fmla="*/ 246398 h 593532"/>
              <a:gd name="connsiteX11" fmla="*/ 660400 w 8017934"/>
              <a:gd name="connsiteY11" fmla="*/ 187132 h 593532"/>
              <a:gd name="connsiteX12" fmla="*/ 677334 w 8017934"/>
              <a:gd name="connsiteY12" fmla="*/ 170198 h 593532"/>
              <a:gd name="connsiteX13" fmla="*/ 702734 w 8017934"/>
              <a:gd name="connsiteY13" fmla="*/ 110932 h 593532"/>
              <a:gd name="connsiteX14" fmla="*/ 795867 w 8017934"/>
              <a:gd name="connsiteY14" fmla="*/ 68598 h 593532"/>
              <a:gd name="connsiteX15" fmla="*/ 922867 w 8017934"/>
              <a:gd name="connsiteY15" fmla="*/ 85532 h 593532"/>
              <a:gd name="connsiteX16" fmla="*/ 948267 w 8017934"/>
              <a:gd name="connsiteY16" fmla="*/ 93998 h 593532"/>
              <a:gd name="connsiteX17" fmla="*/ 965200 w 8017934"/>
              <a:gd name="connsiteY17" fmla="*/ 144798 h 593532"/>
              <a:gd name="connsiteX18" fmla="*/ 982134 w 8017934"/>
              <a:gd name="connsiteY18" fmla="*/ 220998 h 593532"/>
              <a:gd name="connsiteX19" fmla="*/ 990600 w 8017934"/>
              <a:gd name="connsiteY19" fmla="*/ 246398 h 593532"/>
              <a:gd name="connsiteX20" fmla="*/ 1007534 w 8017934"/>
              <a:gd name="connsiteY20" fmla="*/ 314132 h 593532"/>
              <a:gd name="connsiteX21" fmla="*/ 1041400 w 8017934"/>
              <a:gd name="connsiteY21" fmla="*/ 364932 h 593532"/>
              <a:gd name="connsiteX22" fmla="*/ 1058334 w 8017934"/>
              <a:gd name="connsiteY22" fmla="*/ 534265 h 593532"/>
              <a:gd name="connsiteX23" fmla="*/ 1083734 w 8017934"/>
              <a:gd name="connsiteY23" fmla="*/ 551198 h 593532"/>
              <a:gd name="connsiteX24" fmla="*/ 1227667 w 8017934"/>
              <a:gd name="connsiteY24" fmla="*/ 559665 h 593532"/>
              <a:gd name="connsiteX25" fmla="*/ 1405467 w 8017934"/>
              <a:gd name="connsiteY25" fmla="*/ 542732 h 593532"/>
              <a:gd name="connsiteX26" fmla="*/ 1439334 w 8017934"/>
              <a:gd name="connsiteY26" fmla="*/ 534265 h 593532"/>
              <a:gd name="connsiteX27" fmla="*/ 1464734 w 8017934"/>
              <a:gd name="connsiteY27" fmla="*/ 517332 h 593532"/>
              <a:gd name="connsiteX28" fmla="*/ 1481667 w 8017934"/>
              <a:gd name="connsiteY28" fmla="*/ 491932 h 593532"/>
              <a:gd name="connsiteX29" fmla="*/ 1490134 w 8017934"/>
              <a:gd name="connsiteY29" fmla="*/ 373398 h 593532"/>
              <a:gd name="connsiteX30" fmla="*/ 1498600 w 8017934"/>
              <a:gd name="connsiteY30" fmla="*/ 339532 h 593532"/>
              <a:gd name="connsiteX31" fmla="*/ 1515534 w 8017934"/>
              <a:gd name="connsiteY31" fmla="*/ 322598 h 593532"/>
              <a:gd name="connsiteX32" fmla="*/ 1524000 w 8017934"/>
              <a:gd name="connsiteY32" fmla="*/ 288732 h 593532"/>
              <a:gd name="connsiteX33" fmla="*/ 1532467 w 8017934"/>
              <a:gd name="connsiteY33" fmla="*/ 263332 h 593532"/>
              <a:gd name="connsiteX34" fmla="*/ 1540934 w 8017934"/>
              <a:gd name="connsiteY34" fmla="*/ 220998 h 593532"/>
              <a:gd name="connsiteX35" fmla="*/ 1557867 w 8017934"/>
              <a:gd name="connsiteY35" fmla="*/ 187132 h 593532"/>
              <a:gd name="connsiteX36" fmla="*/ 1574800 w 8017934"/>
              <a:gd name="connsiteY36" fmla="*/ 127865 h 593532"/>
              <a:gd name="connsiteX37" fmla="*/ 1608667 w 8017934"/>
              <a:gd name="connsiteY37" fmla="*/ 93998 h 593532"/>
              <a:gd name="connsiteX38" fmla="*/ 1634067 w 8017934"/>
              <a:gd name="connsiteY38" fmla="*/ 77065 h 593532"/>
              <a:gd name="connsiteX39" fmla="*/ 1667934 w 8017934"/>
              <a:gd name="connsiteY39" fmla="*/ 68598 h 593532"/>
              <a:gd name="connsiteX40" fmla="*/ 1693334 w 8017934"/>
              <a:gd name="connsiteY40" fmla="*/ 60132 h 593532"/>
              <a:gd name="connsiteX41" fmla="*/ 1718734 w 8017934"/>
              <a:gd name="connsiteY41" fmla="*/ 68598 h 593532"/>
              <a:gd name="connsiteX42" fmla="*/ 1761067 w 8017934"/>
              <a:gd name="connsiteY42" fmla="*/ 85532 h 593532"/>
              <a:gd name="connsiteX43" fmla="*/ 1811867 w 8017934"/>
              <a:gd name="connsiteY43" fmla="*/ 93998 h 593532"/>
              <a:gd name="connsiteX44" fmla="*/ 2192867 w 8017934"/>
              <a:gd name="connsiteY44" fmla="*/ 93998 h 593532"/>
              <a:gd name="connsiteX45" fmla="*/ 2311400 w 8017934"/>
              <a:gd name="connsiteY45" fmla="*/ 102465 h 593532"/>
              <a:gd name="connsiteX46" fmla="*/ 2345267 w 8017934"/>
              <a:gd name="connsiteY46" fmla="*/ 170198 h 593532"/>
              <a:gd name="connsiteX47" fmla="*/ 2345267 w 8017934"/>
              <a:gd name="connsiteY47" fmla="*/ 170198 h 593532"/>
              <a:gd name="connsiteX48" fmla="*/ 2379134 w 8017934"/>
              <a:gd name="connsiteY48" fmla="*/ 246398 h 593532"/>
              <a:gd name="connsiteX49" fmla="*/ 2404534 w 8017934"/>
              <a:gd name="connsiteY49" fmla="*/ 297198 h 593532"/>
              <a:gd name="connsiteX50" fmla="*/ 2421467 w 8017934"/>
              <a:gd name="connsiteY50" fmla="*/ 356465 h 593532"/>
              <a:gd name="connsiteX51" fmla="*/ 2438400 w 8017934"/>
              <a:gd name="connsiteY51" fmla="*/ 390332 h 593532"/>
              <a:gd name="connsiteX52" fmla="*/ 2455334 w 8017934"/>
              <a:gd name="connsiteY52" fmla="*/ 441132 h 593532"/>
              <a:gd name="connsiteX53" fmla="*/ 2463800 w 8017934"/>
              <a:gd name="connsiteY53" fmla="*/ 466532 h 593532"/>
              <a:gd name="connsiteX54" fmla="*/ 2480734 w 8017934"/>
              <a:gd name="connsiteY54" fmla="*/ 483465 h 593532"/>
              <a:gd name="connsiteX55" fmla="*/ 2523067 w 8017934"/>
              <a:gd name="connsiteY55" fmla="*/ 559665 h 593532"/>
              <a:gd name="connsiteX56" fmla="*/ 2582334 w 8017934"/>
              <a:gd name="connsiteY56" fmla="*/ 568132 h 593532"/>
              <a:gd name="connsiteX57" fmla="*/ 2599267 w 8017934"/>
              <a:gd name="connsiteY57" fmla="*/ 525798 h 593532"/>
              <a:gd name="connsiteX58" fmla="*/ 2616200 w 8017934"/>
              <a:gd name="connsiteY58" fmla="*/ 500398 h 593532"/>
              <a:gd name="connsiteX59" fmla="*/ 2658534 w 8017934"/>
              <a:gd name="connsiteY59" fmla="*/ 508865 h 593532"/>
              <a:gd name="connsiteX60" fmla="*/ 2751667 w 8017934"/>
              <a:gd name="connsiteY60" fmla="*/ 534265 h 593532"/>
              <a:gd name="connsiteX61" fmla="*/ 2777067 w 8017934"/>
              <a:gd name="connsiteY61" fmla="*/ 551198 h 593532"/>
              <a:gd name="connsiteX62" fmla="*/ 2802467 w 8017934"/>
              <a:gd name="connsiteY62" fmla="*/ 500398 h 593532"/>
              <a:gd name="connsiteX63" fmla="*/ 2844800 w 8017934"/>
              <a:gd name="connsiteY63" fmla="*/ 483465 h 593532"/>
              <a:gd name="connsiteX64" fmla="*/ 2861734 w 8017934"/>
              <a:gd name="connsiteY64" fmla="*/ 424198 h 593532"/>
              <a:gd name="connsiteX65" fmla="*/ 2887134 w 8017934"/>
              <a:gd name="connsiteY65" fmla="*/ 263332 h 593532"/>
              <a:gd name="connsiteX66" fmla="*/ 2895600 w 8017934"/>
              <a:gd name="connsiteY66" fmla="*/ 195598 h 593532"/>
              <a:gd name="connsiteX67" fmla="*/ 2929467 w 8017934"/>
              <a:gd name="connsiteY67" fmla="*/ 119398 h 593532"/>
              <a:gd name="connsiteX68" fmla="*/ 2963334 w 8017934"/>
              <a:gd name="connsiteY68" fmla="*/ 102465 h 593532"/>
              <a:gd name="connsiteX69" fmla="*/ 3183467 w 8017934"/>
              <a:gd name="connsiteY69" fmla="*/ 77065 h 593532"/>
              <a:gd name="connsiteX70" fmla="*/ 3293534 w 8017934"/>
              <a:gd name="connsiteY70" fmla="*/ 93998 h 593532"/>
              <a:gd name="connsiteX71" fmla="*/ 3302000 w 8017934"/>
              <a:gd name="connsiteY71" fmla="*/ 127865 h 593532"/>
              <a:gd name="connsiteX72" fmla="*/ 3318934 w 8017934"/>
              <a:gd name="connsiteY72" fmla="*/ 204065 h 593532"/>
              <a:gd name="connsiteX73" fmla="*/ 3335867 w 8017934"/>
              <a:gd name="connsiteY73" fmla="*/ 229465 h 593532"/>
              <a:gd name="connsiteX74" fmla="*/ 3352800 w 8017934"/>
              <a:gd name="connsiteY74" fmla="*/ 288732 h 593532"/>
              <a:gd name="connsiteX75" fmla="*/ 3369734 w 8017934"/>
              <a:gd name="connsiteY75" fmla="*/ 322598 h 593532"/>
              <a:gd name="connsiteX76" fmla="*/ 3386667 w 8017934"/>
              <a:gd name="connsiteY76" fmla="*/ 373398 h 593532"/>
              <a:gd name="connsiteX77" fmla="*/ 3395134 w 8017934"/>
              <a:gd name="connsiteY77" fmla="*/ 398798 h 593532"/>
              <a:gd name="connsiteX78" fmla="*/ 3412067 w 8017934"/>
              <a:gd name="connsiteY78" fmla="*/ 415732 h 593532"/>
              <a:gd name="connsiteX79" fmla="*/ 3437467 w 8017934"/>
              <a:gd name="connsiteY79" fmla="*/ 500398 h 593532"/>
              <a:gd name="connsiteX80" fmla="*/ 3454400 w 8017934"/>
              <a:gd name="connsiteY80" fmla="*/ 525798 h 593532"/>
              <a:gd name="connsiteX81" fmla="*/ 3462867 w 8017934"/>
              <a:gd name="connsiteY81" fmla="*/ 551198 h 593532"/>
              <a:gd name="connsiteX82" fmla="*/ 3505200 w 8017934"/>
              <a:gd name="connsiteY82" fmla="*/ 593532 h 593532"/>
              <a:gd name="connsiteX83" fmla="*/ 3683000 w 8017934"/>
              <a:gd name="connsiteY83" fmla="*/ 576598 h 593532"/>
              <a:gd name="connsiteX84" fmla="*/ 3708400 w 8017934"/>
              <a:gd name="connsiteY84" fmla="*/ 568132 h 593532"/>
              <a:gd name="connsiteX85" fmla="*/ 3683000 w 8017934"/>
              <a:gd name="connsiteY85" fmla="*/ 559665 h 593532"/>
              <a:gd name="connsiteX86" fmla="*/ 3810000 w 8017934"/>
              <a:gd name="connsiteY86" fmla="*/ 525798 h 593532"/>
              <a:gd name="connsiteX87" fmla="*/ 4004734 w 8017934"/>
              <a:gd name="connsiteY87" fmla="*/ 551198 h 593532"/>
              <a:gd name="connsiteX88" fmla="*/ 4174067 w 8017934"/>
              <a:gd name="connsiteY88" fmla="*/ 542732 h 593532"/>
              <a:gd name="connsiteX89" fmla="*/ 4191000 w 8017934"/>
              <a:gd name="connsiteY89" fmla="*/ 525798 h 593532"/>
              <a:gd name="connsiteX90" fmla="*/ 4199467 w 8017934"/>
              <a:gd name="connsiteY90" fmla="*/ 500398 h 593532"/>
              <a:gd name="connsiteX91" fmla="*/ 4216400 w 8017934"/>
              <a:gd name="connsiteY91" fmla="*/ 466532 h 593532"/>
              <a:gd name="connsiteX92" fmla="*/ 4216400 w 8017934"/>
              <a:gd name="connsiteY92" fmla="*/ 178665 h 593532"/>
              <a:gd name="connsiteX93" fmla="*/ 4224867 w 8017934"/>
              <a:gd name="connsiteY93" fmla="*/ 153265 h 593532"/>
              <a:gd name="connsiteX94" fmla="*/ 4258734 w 8017934"/>
              <a:gd name="connsiteY94" fmla="*/ 127865 h 593532"/>
              <a:gd name="connsiteX95" fmla="*/ 5164667 w 8017934"/>
              <a:gd name="connsiteY95" fmla="*/ 339532 h 593532"/>
              <a:gd name="connsiteX96" fmla="*/ 5190067 w 8017934"/>
              <a:gd name="connsiteY96" fmla="*/ 390332 h 593532"/>
              <a:gd name="connsiteX97" fmla="*/ 5207000 w 8017934"/>
              <a:gd name="connsiteY97" fmla="*/ 441132 h 593532"/>
              <a:gd name="connsiteX98" fmla="*/ 5274734 w 8017934"/>
              <a:gd name="connsiteY98" fmla="*/ 483465 h 593532"/>
              <a:gd name="connsiteX99" fmla="*/ 5317067 w 8017934"/>
              <a:gd name="connsiteY99" fmla="*/ 525798 h 593532"/>
              <a:gd name="connsiteX100" fmla="*/ 5308600 w 8017934"/>
              <a:gd name="connsiteY100" fmla="*/ 517332 h 593532"/>
              <a:gd name="connsiteX101" fmla="*/ 5342467 w 8017934"/>
              <a:gd name="connsiteY101" fmla="*/ 500398 h 593532"/>
              <a:gd name="connsiteX102" fmla="*/ 5401734 w 8017934"/>
              <a:gd name="connsiteY102" fmla="*/ 483465 h 593532"/>
              <a:gd name="connsiteX103" fmla="*/ 5435600 w 8017934"/>
              <a:gd name="connsiteY103" fmla="*/ 466532 h 593532"/>
              <a:gd name="connsiteX104" fmla="*/ 5537200 w 8017934"/>
              <a:gd name="connsiteY104" fmla="*/ 458065 h 593532"/>
              <a:gd name="connsiteX105" fmla="*/ 5562600 w 8017934"/>
              <a:gd name="connsiteY105" fmla="*/ 407265 h 593532"/>
              <a:gd name="connsiteX106" fmla="*/ 5579534 w 8017934"/>
              <a:gd name="connsiteY106" fmla="*/ 373398 h 593532"/>
              <a:gd name="connsiteX107" fmla="*/ 5613400 w 8017934"/>
              <a:gd name="connsiteY107" fmla="*/ 314132 h 593532"/>
              <a:gd name="connsiteX108" fmla="*/ 5621867 w 8017934"/>
              <a:gd name="connsiteY108" fmla="*/ 280265 h 593532"/>
              <a:gd name="connsiteX109" fmla="*/ 5630334 w 8017934"/>
              <a:gd name="connsiteY109" fmla="*/ 170198 h 593532"/>
              <a:gd name="connsiteX110" fmla="*/ 5638800 w 8017934"/>
              <a:gd name="connsiteY110" fmla="*/ 136332 h 593532"/>
              <a:gd name="connsiteX111" fmla="*/ 5689600 w 8017934"/>
              <a:gd name="connsiteY111" fmla="*/ 93998 h 593532"/>
              <a:gd name="connsiteX112" fmla="*/ 5731934 w 8017934"/>
              <a:gd name="connsiteY112" fmla="*/ 85532 h 593532"/>
              <a:gd name="connsiteX113" fmla="*/ 5892800 w 8017934"/>
              <a:gd name="connsiteY113" fmla="*/ 93998 h 593532"/>
              <a:gd name="connsiteX114" fmla="*/ 5918200 w 8017934"/>
              <a:gd name="connsiteY114" fmla="*/ 110932 h 593532"/>
              <a:gd name="connsiteX115" fmla="*/ 5960534 w 8017934"/>
              <a:gd name="connsiteY115" fmla="*/ 153265 h 593532"/>
              <a:gd name="connsiteX116" fmla="*/ 6019800 w 8017934"/>
              <a:gd name="connsiteY116" fmla="*/ 187132 h 593532"/>
              <a:gd name="connsiteX117" fmla="*/ 6028267 w 8017934"/>
              <a:gd name="connsiteY117" fmla="*/ 220998 h 593532"/>
              <a:gd name="connsiteX118" fmla="*/ 6062134 w 8017934"/>
              <a:gd name="connsiteY118" fmla="*/ 263332 h 593532"/>
              <a:gd name="connsiteX119" fmla="*/ 6079067 w 8017934"/>
              <a:gd name="connsiteY119" fmla="*/ 288732 h 593532"/>
              <a:gd name="connsiteX120" fmla="*/ 6104467 w 8017934"/>
              <a:gd name="connsiteY120" fmla="*/ 314132 h 593532"/>
              <a:gd name="connsiteX121" fmla="*/ 6138334 w 8017934"/>
              <a:gd name="connsiteY121" fmla="*/ 364932 h 593532"/>
              <a:gd name="connsiteX122" fmla="*/ 6155267 w 8017934"/>
              <a:gd name="connsiteY122" fmla="*/ 458065 h 593532"/>
              <a:gd name="connsiteX123" fmla="*/ 6180667 w 8017934"/>
              <a:gd name="connsiteY123" fmla="*/ 474998 h 593532"/>
              <a:gd name="connsiteX124" fmla="*/ 6197600 w 8017934"/>
              <a:gd name="connsiteY124" fmla="*/ 517332 h 593532"/>
              <a:gd name="connsiteX125" fmla="*/ 6214534 w 8017934"/>
              <a:gd name="connsiteY125" fmla="*/ 534265 h 593532"/>
              <a:gd name="connsiteX126" fmla="*/ 6409267 w 8017934"/>
              <a:gd name="connsiteY126" fmla="*/ 576598 h 593532"/>
              <a:gd name="connsiteX127" fmla="*/ 6443134 w 8017934"/>
              <a:gd name="connsiteY127" fmla="*/ 551198 h 593532"/>
              <a:gd name="connsiteX128" fmla="*/ 6468534 w 8017934"/>
              <a:gd name="connsiteY128" fmla="*/ 441132 h 593532"/>
              <a:gd name="connsiteX129" fmla="*/ 7035800 w 8017934"/>
              <a:gd name="connsiteY129" fmla="*/ 491932 h 593532"/>
              <a:gd name="connsiteX130" fmla="*/ 7171267 w 8017934"/>
              <a:gd name="connsiteY130" fmla="*/ 525798 h 593532"/>
              <a:gd name="connsiteX131" fmla="*/ 7239000 w 8017934"/>
              <a:gd name="connsiteY131" fmla="*/ 542732 h 593532"/>
              <a:gd name="connsiteX132" fmla="*/ 7416800 w 8017934"/>
              <a:gd name="connsiteY132" fmla="*/ 508865 h 593532"/>
              <a:gd name="connsiteX133" fmla="*/ 7425267 w 8017934"/>
              <a:gd name="connsiteY133" fmla="*/ 466532 h 593532"/>
              <a:gd name="connsiteX134" fmla="*/ 7433734 w 8017934"/>
              <a:gd name="connsiteY134" fmla="*/ 373398 h 593532"/>
              <a:gd name="connsiteX135" fmla="*/ 7450667 w 8017934"/>
              <a:gd name="connsiteY135" fmla="*/ 347998 h 593532"/>
              <a:gd name="connsiteX136" fmla="*/ 7459134 w 8017934"/>
              <a:gd name="connsiteY136" fmla="*/ 305665 h 593532"/>
              <a:gd name="connsiteX137" fmla="*/ 7467600 w 8017934"/>
              <a:gd name="connsiteY137" fmla="*/ 280265 h 593532"/>
              <a:gd name="connsiteX138" fmla="*/ 7476067 w 8017934"/>
              <a:gd name="connsiteY138" fmla="*/ 246398 h 593532"/>
              <a:gd name="connsiteX139" fmla="*/ 7526867 w 8017934"/>
              <a:gd name="connsiteY139" fmla="*/ 229465 h 593532"/>
              <a:gd name="connsiteX140" fmla="*/ 7569200 w 8017934"/>
              <a:gd name="connsiteY140" fmla="*/ 187132 h 593532"/>
              <a:gd name="connsiteX141" fmla="*/ 7611534 w 8017934"/>
              <a:gd name="connsiteY141" fmla="*/ 153265 h 593532"/>
              <a:gd name="connsiteX142" fmla="*/ 7645400 w 8017934"/>
              <a:gd name="connsiteY142" fmla="*/ 127865 h 593532"/>
              <a:gd name="connsiteX143" fmla="*/ 7653867 w 8017934"/>
              <a:gd name="connsiteY143" fmla="*/ 102465 h 593532"/>
              <a:gd name="connsiteX144" fmla="*/ 7730067 w 8017934"/>
              <a:gd name="connsiteY144" fmla="*/ 68598 h 593532"/>
              <a:gd name="connsiteX145" fmla="*/ 7823200 w 8017934"/>
              <a:gd name="connsiteY145" fmla="*/ 43198 h 593532"/>
              <a:gd name="connsiteX146" fmla="*/ 7907867 w 8017934"/>
              <a:gd name="connsiteY146" fmla="*/ 9332 h 593532"/>
              <a:gd name="connsiteX147" fmla="*/ 7941734 w 8017934"/>
              <a:gd name="connsiteY147" fmla="*/ 865 h 593532"/>
              <a:gd name="connsiteX148" fmla="*/ 8017934 w 8017934"/>
              <a:gd name="connsiteY148" fmla="*/ 865 h 593532"/>
              <a:gd name="connsiteX0" fmla="*/ 0 w 8017934"/>
              <a:gd name="connsiteY0" fmla="*/ 559665 h 593532"/>
              <a:gd name="connsiteX1" fmla="*/ 491067 w 8017934"/>
              <a:gd name="connsiteY1" fmla="*/ 551198 h 593532"/>
              <a:gd name="connsiteX2" fmla="*/ 508000 w 8017934"/>
              <a:gd name="connsiteY2" fmla="*/ 525798 h 593532"/>
              <a:gd name="connsiteX3" fmla="*/ 533400 w 8017934"/>
              <a:gd name="connsiteY3" fmla="*/ 508865 h 593532"/>
              <a:gd name="connsiteX4" fmla="*/ 567267 w 8017934"/>
              <a:gd name="connsiteY4" fmla="*/ 474998 h 593532"/>
              <a:gd name="connsiteX5" fmla="*/ 575734 w 8017934"/>
              <a:gd name="connsiteY5" fmla="*/ 449598 h 593532"/>
              <a:gd name="connsiteX6" fmla="*/ 584200 w 8017934"/>
              <a:gd name="connsiteY6" fmla="*/ 407265 h 593532"/>
              <a:gd name="connsiteX7" fmla="*/ 601134 w 8017934"/>
              <a:gd name="connsiteY7" fmla="*/ 381865 h 593532"/>
              <a:gd name="connsiteX8" fmla="*/ 618067 w 8017934"/>
              <a:gd name="connsiteY8" fmla="*/ 305665 h 593532"/>
              <a:gd name="connsiteX9" fmla="*/ 626534 w 8017934"/>
              <a:gd name="connsiteY9" fmla="*/ 280265 h 593532"/>
              <a:gd name="connsiteX10" fmla="*/ 643467 w 8017934"/>
              <a:gd name="connsiteY10" fmla="*/ 246398 h 593532"/>
              <a:gd name="connsiteX11" fmla="*/ 660400 w 8017934"/>
              <a:gd name="connsiteY11" fmla="*/ 187132 h 593532"/>
              <a:gd name="connsiteX12" fmla="*/ 677334 w 8017934"/>
              <a:gd name="connsiteY12" fmla="*/ 170198 h 593532"/>
              <a:gd name="connsiteX13" fmla="*/ 702734 w 8017934"/>
              <a:gd name="connsiteY13" fmla="*/ 110932 h 593532"/>
              <a:gd name="connsiteX14" fmla="*/ 795867 w 8017934"/>
              <a:gd name="connsiteY14" fmla="*/ 68598 h 593532"/>
              <a:gd name="connsiteX15" fmla="*/ 922867 w 8017934"/>
              <a:gd name="connsiteY15" fmla="*/ 85532 h 593532"/>
              <a:gd name="connsiteX16" fmla="*/ 948267 w 8017934"/>
              <a:gd name="connsiteY16" fmla="*/ 93998 h 593532"/>
              <a:gd name="connsiteX17" fmla="*/ 965200 w 8017934"/>
              <a:gd name="connsiteY17" fmla="*/ 144798 h 593532"/>
              <a:gd name="connsiteX18" fmla="*/ 982134 w 8017934"/>
              <a:gd name="connsiteY18" fmla="*/ 220998 h 593532"/>
              <a:gd name="connsiteX19" fmla="*/ 990600 w 8017934"/>
              <a:gd name="connsiteY19" fmla="*/ 246398 h 593532"/>
              <a:gd name="connsiteX20" fmla="*/ 1007534 w 8017934"/>
              <a:gd name="connsiteY20" fmla="*/ 314132 h 593532"/>
              <a:gd name="connsiteX21" fmla="*/ 1041400 w 8017934"/>
              <a:gd name="connsiteY21" fmla="*/ 364932 h 593532"/>
              <a:gd name="connsiteX22" fmla="*/ 1058334 w 8017934"/>
              <a:gd name="connsiteY22" fmla="*/ 534265 h 593532"/>
              <a:gd name="connsiteX23" fmla="*/ 1083734 w 8017934"/>
              <a:gd name="connsiteY23" fmla="*/ 551198 h 593532"/>
              <a:gd name="connsiteX24" fmla="*/ 1227667 w 8017934"/>
              <a:gd name="connsiteY24" fmla="*/ 559665 h 593532"/>
              <a:gd name="connsiteX25" fmla="*/ 1405467 w 8017934"/>
              <a:gd name="connsiteY25" fmla="*/ 542732 h 593532"/>
              <a:gd name="connsiteX26" fmla="*/ 1439334 w 8017934"/>
              <a:gd name="connsiteY26" fmla="*/ 534265 h 593532"/>
              <a:gd name="connsiteX27" fmla="*/ 1464734 w 8017934"/>
              <a:gd name="connsiteY27" fmla="*/ 517332 h 593532"/>
              <a:gd name="connsiteX28" fmla="*/ 1481667 w 8017934"/>
              <a:gd name="connsiteY28" fmla="*/ 491932 h 593532"/>
              <a:gd name="connsiteX29" fmla="*/ 1490134 w 8017934"/>
              <a:gd name="connsiteY29" fmla="*/ 373398 h 593532"/>
              <a:gd name="connsiteX30" fmla="*/ 1498600 w 8017934"/>
              <a:gd name="connsiteY30" fmla="*/ 339532 h 593532"/>
              <a:gd name="connsiteX31" fmla="*/ 1515534 w 8017934"/>
              <a:gd name="connsiteY31" fmla="*/ 322598 h 593532"/>
              <a:gd name="connsiteX32" fmla="*/ 1524000 w 8017934"/>
              <a:gd name="connsiteY32" fmla="*/ 288732 h 593532"/>
              <a:gd name="connsiteX33" fmla="*/ 1532467 w 8017934"/>
              <a:gd name="connsiteY33" fmla="*/ 263332 h 593532"/>
              <a:gd name="connsiteX34" fmla="*/ 1540934 w 8017934"/>
              <a:gd name="connsiteY34" fmla="*/ 220998 h 593532"/>
              <a:gd name="connsiteX35" fmla="*/ 1557867 w 8017934"/>
              <a:gd name="connsiteY35" fmla="*/ 187132 h 593532"/>
              <a:gd name="connsiteX36" fmla="*/ 1574800 w 8017934"/>
              <a:gd name="connsiteY36" fmla="*/ 127865 h 593532"/>
              <a:gd name="connsiteX37" fmla="*/ 1608667 w 8017934"/>
              <a:gd name="connsiteY37" fmla="*/ 93998 h 593532"/>
              <a:gd name="connsiteX38" fmla="*/ 1634067 w 8017934"/>
              <a:gd name="connsiteY38" fmla="*/ 77065 h 593532"/>
              <a:gd name="connsiteX39" fmla="*/ 1667934 w 8017934"/>
              <a:gd name="connsiteY39" fmla="*/ 68598 h 593532"/>
              <a:gd name="connsiteX40" fmla="*/ 1693334 w 8017934"/>
              <a:gd name="connsiteY40" fmla="*/ 60132 h 593532"/>
              <a:gd name="connsiteX41" fmla="*/ 1718734 w 8017934"/>
              <a:gd name="connsiteY41" fmla="*/ 68598 h 593532"/>
              <a:gd name="connsiteX42" fmla="*/ 1761067 w 8017934"/>
              <a:gd name="connsiteY42" fmla="*/ 85532 h 593532"/>
              <a:gd name="connsiteX43" fmla="*/ 1811867 w 8017934"/>
              <a:gd name="connsiteY43" fmla="*/ 93998 h 593532"/>
              <a:gd name="connsiteX44" fmla="*/ 2192867 w 8017934"/>
              <a:gd name="connsiteY44" fmla="*/ 93998 h 593532"/>
              <a:gd name="connsiteX45" fmla="*/ 2311400 w 8017934"/>
              <a:gd name="connsiteY45" fmla="*/ 102465 h 593532"/>
              <a:gd name="connsiteX46" fmla="*/ 2345267 w 8017934"/>
              <a:gd name="connsiteY46" fmla="*/ 170198 h 593532"/>
              <a:gd name="connsiteX47" fmla="*/ 2345267 w 8017934"/>
              <a:gd name="connsiteY47" fmla="*/ 170198 h 593532"/>
              <a:gd name="connsiteX48" fmla="*/ 2379134 w 8017934"/>
              <a:gd name="connsiteY48" fmla="*/ 246398 h 593532"/>
              <a:gd name="connsiteX49" fmla="*/ 2404534 w 8017934"/>
              <a:gd name="connsiteY49" fmla="*/ 297198 h 593532"/>
              <a:gd name="connsiteX50" fmla="*/ 2421467 w 8017934"/>
              <a:gd name="connsiteY50" fmla="*/ 356465 h 593532"/>
              <a:gd name="connsiteX51" fmla="*/ 2438400 w 8017934"/>
              <a:gd name="connsiteY51" fmla="*/ 390332 h 593532"/>
              <a:gd name="connsiteX52" fmla="*/ 2455334 w 8017934"/>
              <a:gd name="connsiteY52" fmla="*/ 441132 h 593532"/>
              <a:gd name="connsiteX53" fmla="*/ 2463800 w 8017934"/>
              <a:gd name="connsiteY53" fmla="*/ 466532 h 593532"/>
              <a:gd name="connsiteX54" fmla="*/ 2480734 w 8017934"/>
              <a:gd name="connsiteY54" fmla="*/ 483465 h 593532"/>
              <a:gd name="connsiteX55" fmla="*/ 2523067 w 8017934"/>
              <a:gd name="connsiteY55" fmla="*/ 559665 h 593532"/>
              <a:gd name="connsiteX56" fmla="*/ 2582334 w 8017934"/>
              <a:gd name="connsiteY56" fmla="*/ 568132 h 593532"/>
              <a:gd name="connsiteX57" fmla="*/ 2599267 w 8017934"/>
              <a:gd name="connsiteY57" fmla="*/ 525798 h 593532"/>
              <a:gd name="connsiteX58" fmla="*/ 2616200 w 8017934"/>
              <a:gd name="connsiteY58" fmla="*/ 500398 h 593532"/>
              <a:gd name="connsiteX59" fmla="*/ 2658534 w 8017934"/>
              <a:gd name="connsiteY59" fmla="*/ 508865 h 593532"/>
              <a:gd name="connsiteX60" fmla="*/ 2751667 w 8017934"/>
              <a:gd name="connsiteY60" fmla="*/ 534265 h 593532"/>
              <a:gd name="connsiteX61" fmla="*/ 2777067 w 8017934"/>
              <a:gd name="connsiteY61" fmla="*/ 551198 h 593532"/>
              <a:gd name="connsiteX62" fmla="*/ 2802467 w 8017934"/>
              <a:gd name="connsiteY62" fmla="*/ 500398 h 593532"/>
              <a:gd name="connsiteX63" fmla="*/ 2844800 w 8017934"/>
              <a:gd name="connsiteY63" fmla="*/ 483465 h 593532"/>
              <a:gd name="connsiteX64" fmla="*/ 2861734 w 8017934"/>
              <a:gd name="connsiteY64" fmla="*/ 424198 h 593532"/>
              <a:gd name="connsiteX65" fmla="*/ 2887134 w 8017934"/>
              <a:gd name="connsiteY65" fmla="*/ 263332 h 593532"/>
              <a:gd name="connsiteX66" fmla="*/ 2895600 w 8017934"/>
              <a:gd name="connsiteY66" fmla="*/ 195598 h 593532"/>
              <a:gd name="connsiteX67" fmla="*/ 2929467 w 8017934"/>
              <a:gd name="connsiteY67" fmla="*/ 119398 h 593532"/>
              <a:gd name="connsiteX68" fmla="*/ 2963334 w 8017934"/>
              <a:gd name="connsiteY68" fmla="*/ 102465 h 593532"/>
              <a:gd name="connsiteX69" fmla="*/ 3183467 w 8017934"/>
              <a:gd name="connsiteY69" fmla="*/ 77065 h 593532"/>
              <a:gd name="connsiteX70" fmla="*/ 3293534 w 8017934"/>
              <a:gd name="connsiteY70" fmla="*/ 93998 h 593532"/>
              <a:gd name="connsiteX71" fmla="*/ 3302000 w 8017934"/>
              <a:gd name="connsiteY71" fmla="*/ 127865 h 593532"/>
              <a:gd name="connsiteX72" fmla="*/ 3318934 w 8017934"/>
              <a:gd name="connsiteY72" fmla="*/ 204065 h 593532"/>
              <a:gd name="connsiteX73" fmla="*/ 3335867 w 8017934"/>
              <a:gd name="connsiteY73" fmla="*/ 229465 h 593532"/>
              <a:gd name="connsiteX74" fmla="*/ 3352800 w 8017934"/>
              <a:gd name="connsiteY74" fmla="*/ 288732 h 593532"/>
              <a:gd name="connsiteX75" fmla="*/ 3369734 w 8017934"/>
              <a:gd name="connsiteY75" fmla="*/ 322598 h 593532"/>
              <a:gd name="connsiteX76" fmla="*/ 3386667 w 8017934"/>
              <a:gd name="connsiteY76" fmla="*/ 373398 h 593532"/>
              <a:gd name="connsiteX77" fmla="*/ 3395134 w 8017934"/>
              <a:gd name="connsiteY77" fmla="*/ 398798 h 593532"/>
              <a:gd name="connsiteX78" fmla="*/ 3412067 w 8017934"/>
              <a:gd name="connsiteY78" fmla="*/ 415732 h 593532"/>
              <a:gd name="connsiteX79" fmla="*/ 3437467 w 8017934"/>
              <a:gd name="connsiteY79" fmla="*/ 500398 h 593532"/>
              <a:gd name="connsiteX80" fmla="*/ 3454400 w 8017934"/>
              <a:gd name="connsiteY80" fmla="*/ 525798 h 593532"/>
              <a:gd name="connsiteX81" fmla="*/ 3462867 w 8017934"/>
              <a:gd name="connsiteY81" fmla="*/ 551198 h 593532"/>
              <a:gd name="connsiteX82" fmla="*/ 3505200 w 8017934"/>
              <a:gd name="connsiteY82" fmla="*/ 593532 h 593532"/>
              <a:gd name="connsiteX83" fmla="*/ 3683000 w 8017934"/>
              <a:gd name="connsiteY83" fmla="*/ 576598 h 593532"/>
              <a:gd name="connsiteX84" fmla="*/ 3708400 w 8017934"/>
              <a:gd name="connsiteY84" fmla="*/ 568132 h 593532"/>
              <a:gd name="connsiteX85" fmla="*/ 3683000 w 8017934"/>
              <a:gd name="connsiteY85" fmla="*/ 559665 h 593532"/>
              <a:gd name="connsiteX86" fmla="*/ 3810000 w 8017934"/>
              <a:gd name="connsiteY86" fmla="*/ 525798 h 593532"/>
              <a:gd name="connsiteX87" fmla="*/ 4004734 w 8017934"/>
              <a:gd name="connsiteY87" fmla="*/ 551198 h 593532"/>
              <a:gd name="connsiteX88" fmla="*/ 4174067 w 8017934"/>
              <a:gd name="connsiteY88" fmla="*/ 542732 h 593532"/>
              <a:gd name="connsiteX89" fmla="*/ 4191000 w 8017934"/>
              <a:gd name="connsiteY89" fmla="*/ 525798 h 593532"/>
              <a:gd name="connsiteX90" fmla="*/ 4199467 w 8017934"/>
              <a:gd name="connsiteY90" fmla="*/ 500398 h 593532"/>
              <a:gd name="connsiteX91" fmla="*/ 4216400 w 8017934"/>
              <a:gd name="connsiteY91" fmla="*/ 466532 h 593532"/>
              <a:gd name="connsiteX92" fmla="*/ 4216400 w 8017934"/>
              <a:gd name="connsiteY92" fmla="*/ 178665 h 593532"/>
              <a:gd name="connsiteX93" fmla="*/ 4224867 w 8017934"/>
              <a:gd name="connsiteY93" fmla="*/ 153265 h 593532"/>
              <a:gd name="connsiteX94" fmla="*/ 4258734 w 8017934"/>
              <a:gd name="connsiteY94" fmla="*/ 127865 h 593532"/>
              <a:gd name="connsiteX95" fmla="*/ 5164667 w 8017934"/>
              <a:gd name="connsiteY95" fmla="*/ 339532 h 593532"/>
              <a:gd name="connsiteX96" fmla="*/ 5190067 w 8017934"/>
              <a:gd name="connsiteY96" fmla="*/ 390332 h 593532"/>
              <a:gd name="connsiteX97" fmla="*/ 5207000 w 8017934"/>
              <a:gd name="connsiteY97" fmla="*/ 441132 h 593532"/>
              <a:gd name="connsiteX98" fmla="*/ 5274734 w 8017934"/>
              <a:gd name="connsiteY98" fmla="*/ 483465 h 593532"/>
              <a:gd name="connsiteX99" fmla="*/ 5317067 w 8017934"/>
              <a:gd name="connsiteY99" fmla="*/ 525798 h 593532"/>
              <a:gd name="connsiteX100" fmla="*/ 5308600 w 8017934"/>
              <a:gd name="connsiteY100" fmla="*/ 517332 h 593532"/>
              <a:gd name="connsiteX101" fmla="*/ 5342467 w 8017934"/>
              <a:gd name="connsiteY101" fmla="*/ 500398 h 593532"/>
              <a:gd name="connsiteX102" fmla="*/ 5401734 w 8017934"/>
              <a:gd name="connsiteY102" fmla="*/ 483465 h 593532"/>
              <a:gd name="connsiteX103" fmla="*/ 5435600 w 8017934"/>
              <a:gd name="connsiteY103" fmla="*/ 466532 h 593532"/>
              <a:gd name="connsiteX104" fmla="*/ 5537200 w 8017934"/>
              <a:gd name="connsiteY104" fmla="*/ 458065 h 593532"/>
              <a:gd name="connsiteX105" fmla="*/ 5562600 w 8017934"/>
              <a:gd name="connsiteY105" fmla="*/ 407265 h 593532"/>
              <a:gd name="connsiteX106" fmla="*/ 5579534 w 8017934"/>
              <a:gd name="connsiteY106" fmla="*/ 373398 h 593532"/>
              <a:gd name="connsiteX107" fmla="*/ 5613400 w 8017934"/>
              <a:gd name="connsiteY107" fmla="*/ 314132 h 593532"/>
              <a:gd name="connsiteX108" fmla="*/ 5621867 w 8017934"/>
              <a:gd name="connsiteY108" fmla="*/ 280265 h 593532"/>
              <a:gd name="connsiteX109" fmla="*/ 5630334 w 8017934"/>
              <a:gd name="connsiteY109" fmla="*/ 170198 h 593532"/>
              <a:gd name="connsiteX110" fmla="*/ 5638800 w 8017934"/>
              <a:gd name="connsiteY110" fmla="*/ 136332 h 593532"/>
              <a:gd name="connsiteX111" fmla="*/ 5689600 w 8017934"/>
              <a:gd name="connsiteY111" fmla="*/ 93998 h 593532"/>
              <a:gd name="connsiteX112" fmla="*/ 5731934 w 8017934"/>
              <a:gd name="connsiteY112" fmla="*/ 85532 h 593532"/>
              <a:gd name="connsiteX113" fmla="*/ 5892800 w 8017934"/>
              <a:gd name="connsiteY113" fmla="*/ 93998 h 593532"/>
              <a:gd name="connsiteX114" fmla="*/ 5918200 w 8017934"/>
              <a:gd name="connsiteY114" fmla="*/ 110932 h 593532"/>
              <a:gd name="connsiteX115" fmla="*/ 5960534 w 8017934"/>
              <a:gd name="connsiteY115" fmla="*/ 153265 h 593532"/>
              <a:gd name="connsiteX116" fmla="*/ 6019800 w 8017934"/>
              <a:gd name="connsiteY116" fmla="*/ 187132 h 593532"/>
              <a:gd name="connsiteX117" fmla="*/ 6028267 w 8017934"/>
              <a:gd name="connsiteY117" fmla="*/ 220998 h 593532"/>
              <a:gd name="connsiteX118" fmla="*/ 6062134 w 8017934"/>
              <a:gd name="connsiteY118" fmla="*/ 263332 h 593532"/>
              <a:gd name="connsiteX119" fmla="*/ 6079067 w 8017934"/>
              <a:gd name="connsiteY119" fmla="*/ 288732 h 593532"/>
              <a:gd name="connsiteX120" fmla="*/ 6104467 w 8017934"/>
              <a:gd name="connsiteY120" fmla="*/ 314132 h 593532"/>
              <a:gd name="connsiteX121" fmla="*/ 6138334 w 8017934"/>
              <a:gd name="connsiteY121" fmla="*/ 364932 h 593532"/>
              <a:gd name="connsiteX122" fmla="*/ 6155267 w 8017934"/>
              <a:gd name="connsiteY122" fmla="*/ 458065 h 593532"/>
              <a:gd name="connsiteX123" fmla="*/ 6180667 w 8017934"/>
              <a:gd name="connsiteY123" fmla="*/ 474998 h 593532"/>
              <a:gd name="connsiteX124" fmla="*/ 6197600 w 8017934"/>
              <a:gd name="connsiteY124" fmla="*/ 517332 h 593532"/>
              <a:gd name="connsiteX125" fmla="*/ 6214534 w 8017934"/>
              <a:gd name="connsiteY125" fmla="*/ 534265 h 593532"/>
              <a:gd name="connsiteX126" fmla="*/ 6409267 w 8017934"/>
              <a:gd name="connsiteY126" fmla="*/ 576598 h 593532"/>
              <a:gd name="connsiteX127" fmla="*/ 6443134 w 8017934"/>
              <a:gd name="connsiteY127" fmla="*/ 551198 h 593532"/>
              <a:gd name="connsiteX128" fmla="*/ 7035800 w 8017934"/>
              <a:gd name="connsiteY128" fmla="*/ 491932 h 593532"/>
              <a:gd name="connsiteX129" fmla="*/ 7171267 w 8017934"/>
              <a:gd name="connsiteY129" fmla="*/ 525798 h 593532"/>
              <a:gd name="connsiteX130" fmla="*/ 7239000 w 8017934"/>
              <a:gd name="connsiteY130" fmla="*/ 542732 h 593532"/>
              <a:gd name="connsiteX131" fmla="*/ 7416800 w 8017934"/>
              <a:gd name="connsiteY131" fmla="*/ 508865 h 593532"/>
              <a:gd name="connsiteX132" fmla="*/ 7425267 w 8017934"/>
              <a:gd name="connsiteY132" fmla="*/ 466532 h 593532"/>
              <a:gd name="connsiteX133" fmla="*/ 7433734 w 8017934"/>
              <a:gd name="connsiteY133" fmla="*/ 373398 h 593532"/>
              <a:gd name="connsiteX134" fmla="*/ 7450667 w 8017934"/>
              <a:gd name="connsiteY134" fmla="*/ 347998 h 593532"/>
              <a:gd name="connsiteX135" fmla="*/ 7459134 w 8017934"/>
              <a:gd name="connsiteY135" fmla="*/ 305665 h 593532"/>
              <a:gd name="connsiteX136" fmla="*/ 7467600 w 8017934"/>
              <a:gd name="connsiteY136" fmla="*/ 280265 h 593532"/>
              <a:gd name="connsiteX137" fmla="*/ 7476067 w 8017934"/>
              <a:gd name="connsiteY137" fmla="*/ 246398 h 593532"/>
              <a:gd name="connsiteX138" fmla="*/ 7526867 w 8017934"/>
              <a:gd name="connsiteY138" fmla="*/ 229465 h 593532"/>
              <a:gd name="connsiteX139" fmla="*/ 7569200 w 8017934"/>
              <a:gd name="connsiteY139" fmla="*/ 187132 h 593532"/>
              <a:gd name="connsiteX140" fmla="*/ 7611534 w 8017934"/>
              <a:gd name="connsiteY140" fmla="*/ 153265 h 593532"/>
              <a:gd name="connsiteX141" fmla="*/ 7645400 w 8017934"/>
              <a:gd name="connsiteY141" fmla="*/ 127865 h 593532"/>
              <a:gd name="connsiteX142" fmla="*/ 7653867 w 8017934"/>
              <a:gd name="connsiteY142" fmla="*/ 102465 h 593532"/>
              <a:gd name="connsiteX143" fmla="*/ 7730067 w 8017934"/>
              <a:gd name="connsiteY143" fmla="*/ 68598 h 593532"/>
              <a:gd name="connsiteX144" fmla="*/ 7823200 w 8017934"/>
              <a:gd name="connsiteY144" fmla="*/ 43198 h 593532"/>
              <a:gd name="connsiteX145" fmla="*/ 7907867 w 8017934"/>
              <a:gd name="connsiteY145" fmla="*/ 9332 h 593532"/>
              <a:gd name="connsiteX146" fmla="*/ 7941734 w 8017934"/>
              <a:gd name="connsiteY146" fmla="*/ 865 h 593532"/>
              <a:gd name="connsiteX147" fmla="*/ 8017934 w 8017934"/>
              <a:gd name="connsiteY147" fmla="*/ 865 h 593532"/>
              <a:gd name="connsiteX0" fmla="*/ 0 w 8017934"/>
              <a:gd name="connsiteY0" fmla="*/ 559665 h 593532"/>
              <a:gd name="connsiteX1" fmla="*/ 491067 w 8017934"/>
              <a:gd name="connsiteY1" fmla="*/ 551198 h 593532"/>
              <a:gd name="connsiteX2" fmla="*/ 508000 w 8017934"/>
              <a:gd name="connsiteY2" fmla="*/ 525798 h 593532"/>
              <a:gd name="connsiteX3" fmla="*/ 533400 w 8017934"/>
              <a:gd name="connsiteY3" fmla="*/ 508865 h 593532"/>
              <a:gd name="connsiteX4" fmla="*/ 567267 w 8017934"/>
              <a:gd name="connsiteY4" fmla="*/ 474998 h 593532"/>
              <a:gd name="connsiteX5" fmla="*/ 575734 w 8017934"/>
              <a:gd name="connsiteY5" fmla="*/ 449598 h 593532"/>
              <a:gd name="connsiteX6" fmla="*/ 584200 w 8017934"/>
              <a:gd name="connsiteY6" fmla="*/ 407265 h 593532"/>
              <a:gd name="connsiteX7" fmla="*/ 601134 w 8017934"/>
              <a:gd name="connsiteY7" fmla="*/ 381865 h 593532"/>
              <a:gd name="connsiteX8" fmla="*/ 618067 w 8017934"/>
              <a:gd name="connsiteY8" fmla="*/ 305665 h 593532"/>
              <a:gd name="connsiteX9" fmla="*/ 626534 w 8017934"/>
              <a:gd name="connsiteY9" fmla="*/ 280265 h 593532"/>
              <a:gd name="connsiteX10" fmla="*/ 643467 w 8017934"/>
              <a:gd name="connsiteY10" fmla="*/ 246398 h 593532"/>
              <a:gd name="connsiteX11" fmla="*/ 660400 w 8017934"/>
              <a:gd name="connsiteY11" fmla="*/ 187132 h 593532"/>
              <a:gd name="connsiteX12" fmla="*/ 677334 w 8017934"/>
              <a:gd name="connsiteY12" fmla="*/ 170198 h 593532"/>
              <a:gd name="connsiteX13" fmla="*/ 702734 w 8017934"/>
              <a:gd name="connsiteY13" fmla="*/ 110932 h 593532"/>
              <a:gd name="connsiteX14" fmla="*/ 795867 w 8017934"/>
              <a:gd name="connsiteY14" fmla="*/ 68598 h 593532"/>
              <a:gd name="connsiteX15" fmla="*/ 922867 w 8017934"/>
              <a:gd name="connsiteY15" fmla="*/ 85532 h 593532"/>
              <a:gd name="connsiteX16" fmla="*/ 948267 w 8017934"/>
              <a:gd name="connsiteY16" fmla="*/ 93998 h 593532"/>
              <a:gd name="connsiteX17" fmla="*/ 965200 w 8017934"/>
              <a:gd name="connsiteY17" fmla="*/ 144798 h 593532"/>
              <a:gd name="connsiteX18" fmla="*/ 982134 w 8017934"/>
              <a:gd name="connsiteY18" fmla="*/ 220998 h 593532"/>
              <a:gd name="connsiteX19" fmla="*/ 990600 w 8017934"/>
              <a:gd name="connsiteY19" fmla="*/ 246398 h 593532"/>
              <a:gd name="connsiteX20" fmla="*/ 1007534 w 8017934"/>
              <a:gd name="connsiteY20" fmla="*/ 314132 h 593532"/>
              <a:gd name="connsiteX21" fmla="*/ 1041400 w 8017934"/>
              <a:gd name="connsiteY21" fmla="*/ 364932 h 593532"/>
              <a:gd name="connsiteX22" fmla="*/ 1058334 w 8017934"/>
              <a:gd name="connsiteY22" fmla="*/ 534265 h 593532"/>
              <a:gd name="connsiteX23" fmla="*/ 1083734 w 8017934"/>
              <a:gd name="connsiteY23" fmla="*/ 551198 h 593532"/>
              <a:gd name="connsiteX24" fmla="*/ 1227667 w 8017934"/>
              <a:gd name="connsiteY24" fmla="*/ 559665 h 593532"/>
              <a:gd name="connsiteX25" fmla="*/ 1405467 w 8017934"/>
              <a:gd name="connsiteY25" fmla="*/ 542732 h 593532"/>
              <a:gd name="connsiteX26" fmla="*/ 1439334 w 8017934"/>
              <a:gd name="connsiteY26" fmla="*/ 534265 h 593532"/>
              <a:gd name="connsiteX27" fmla="*/ 1464734 w 8017934"/>
              <a:gd name="connsiteY27" fmla="*/ 517332 h 593532"/>
              <a:gd name="connsiteX28" fmla="*/ 1481667 w 8017934"/>
              <a:gd name="connsiteY28" fmla="*/ 491932 h 593532"/>
              <a:gd name="connsiteX29" fmla="*/ 1490134 w 8017934"/>
              <a:gd name="connsiteY29" fmla="*/ 373398 h 593532"/>
              <a:gd name="connsiteX30" fmla="*/ 1498600 w 8017934"/>
              <a:gd name="connsiteY30" fmla="*/ 339532 h 593532"/>
              <a:gd name="connsiteX31" fmla="*/ 1515534 w 8017934"/>
              <a:gd name="connsiteY31" fmla="*/ 322598 h 593532"/>
              <a:gd name="connsiteX32" fmla="*/ 1524000 w 8017934"/>
              <a:gd name="connsiteY32" fmla="*/ 288732 h 593532"/>
              <a:gd name="connsiteX33" fmla="*/ 1532467 w 8017934"/>
              <a:gd name="connsiteY33" fmla="*/ 263332 h 593532"/>
              <a:gd name="connsiteX34" fmla="*/ 1540934 w 8017934"/>
              <a:gd name="connsiteY34" fmla="*/ 220998 h 593532"/>
              <a:gd name="connsiteX35" fmla="*/ 1557867 w 8017934"/>
              <a:gd name="connsiteY35" fmla="*/ 187132 h 593532"/>
              <a:gd name="connsiteX36" fmla="*/ 1574800 w 8017934"/>
              <a:gd name="connsiteY36" fmla="*/ 127865 h 593532"/>
              <a:gd name="connsiteX37" fmla="*/ 1608667 w 8017934"/>
              <a:gd name="connsiteY37" fmla="*/ 93998 h 593532"/>
              <a:gd name="connsiteX38" fmla="*/ 1634067 w 8017934"/>
              <a:gd name="connsiteY38" fmla="*/ 77065 h 593532"/>
              <a:gd name="connsiteX39" fmla="*/ 1667934 w 8017934"/>
              <a:gd name="connsiteY39" fmla="*/ 68598 h 593532"/>
              <a:gd name="connsiteX40" fmla="*/ 1693334 w 8017934"/>
              <a:gd name="connsiteY40" fmla="*/ 60132 h 593532"/>
              <a:gd name="connsiteX41" fmla="*/ 1718734 w 8017934"/>
              <a:gd name="connsiteY41" fmla="*/ 68598 h 593532"/>
              <a:gd name="connsiteX42" fmla="*/ 1761067 w 8017934"/>
              <a:gd name="connsiteY42" fmla="*/ 85532 h 593532"/>
              <a:gd name="connsiteX43" fmla="*/ 1811867 w 8017934"/>
              <a:gd name="connsiteY43" fmla="*/ 93998 h 593532"/>
              <a:gd name="connsiteX44" fmla="*/ 2192867 w 8017934"/>
              <a:gd name="connsiteY44" fmla="*/ 93998 h 593532"/>
              <a:gd name="connsiteX45" fmla="*/ 2311400 w 8017934"/>
              <a:gd name="connsiteY45" fmla="*/ 102465 h 593532"/>
              <a:gd name="connsiteX46" fmla="*/ 2345267 w 8017934"/>
              <a:gd name="connsiteY46" fmla="*/ 170198 h 593532"/>
              <a:gd name="connsiteX47" fmla="*/ 2345267 w 8017934"/>
              <a:gd name="connsiteY47" fmla="*/ 170198 h 593532"/>
              <a:gd name="connsiteX48" fmla="*/ 2379134 w 8017934"/>
              <a:gd name="connsiteY48" fmla="*/ 246398 h 593532"/>
              <a:gd name="connsiteX49" fmla="*/ 2404534 w 8017934"/>
              <a:gd name="connsiteY49" fmla="*/ 297198 h 593532"/>
              <a:gd name="connsiteX50" fmla="*/ 2421467 w 8017934"/>
              <a:gd name="connsiteY50" fmla="*/ 356465 h 593532"/>
              <a:gd name="connsiteX51" fmla="*/ 2438400 w 8017934"/>
              <a:gd name="connsiteY51" fmla="*/ 390332 h 593532"/>
              <a:gd name="connsiteX52" fmla="*/ 2455334 w 8017934"/>
              <a:gd name="connsiteY52" fmla="*/ 441132 h 593532"/>
              <a:gd name="connsiteX53" fmla="*/ 2463800 w 8017934"/>
              <a:gd name="connsiteY53" fmla="*/ 466532 h 593532"/>
              <a:gd name="connsiteX54" fmla="*/ 2480734 w 8017934"/>
              <a:gd name="connsiteY54" fmla="*/ 483465 h 593532"/>
              <a:gd name="connsiteX55" fmla="*/ 2523067 w 8017934"/>
              <a:gd name="connsiteY55" fmla="*/ 559665 h 593532"/>
              <a:gd name="connsiteX56" fmla="*/ 2582334 w 8017934"/>
              <a:gd name="connsiteY56" fmla="*/ 568132 h 593532"/>
              <a:gd name="connsiteX57" fmla="*/ 2599267 w 8017934"/>
              <a:gd name="connsiteY57" fmla="*/ 525798 h 593532"/>
              <a:gd name="connsiteX58" fmla="*/ 2616200 w 8017934"/>
              <a:gd name="connsiteY58" fmla="*/ 500398 h 593532"/>
              <a:gd name="connsiteX59" fmla="*/ 2658534 w 8017934"/>
              <a:gd name="connsiteY59" fmla="*/ 508865 h 593532"/>
              <a:gd name="connsiteX60" fmla="*/ 2751667 w 8017934"/>
              <a:gd name="connsiteY60" fmla="*/ 534265 h 593532"/>
              <a:gd name="connsiteX61" fmla="*/ 2777067 w 8017934"/>
              <a:gd name="connsiteY61" fmla="*/ 551198 h 593532"/>
              <a:gd name="connsiteX62" fmla="*/ 2802467 w 8017934"/>
              <a:gd name="connsiteY62" fmla="*/ 500398 h 593532"/>
              <a:gd name="connsiteX63" fmla="*/ 2844800 w 8017934"/>
              <a:gd name="connsiteY63" fmla="*/ 483465 h 593532"/>
              <a:gd name="connsiteX64" fmla="*/ 2861734 w 8017934"/>
              <a:gd name="connsiteY64" fmla="*/ 424198 h 593532"/>
              <a:gd name="connsiteX65" fmla="*/ 2887134 w 8017934"/>
              <a:gd name="connsiteY65" fmla="*/ 263332 h 593532"/>
              <a:gd name="connsiteX66" fmla="*/ 2895600 w 8017934"/>
              <a:gd name="connsiteY66" fmla="*/ 195598 h 593532"/>
              <a:gd name="connsiteX67" fmla="*/ 2929467 w 8017934"/>
              <a:gd name="connsiteY67" fmla="*/ 119398 h 593532"/>
              <a:gd name="connsiteX68" fmla="*/ 2963334 w 8017934"/>
              <a:gd name="connsiteY68" fmla="*/ 102465 h 593532"/>
              <a:gd name="connsiteX69" fmla="*/ 3183467 w 8017934"/>
              <a:gd name="connsiteY69" fmla="*/ 77065 h 593532"/>
              <a:gd name="connsiteX70" fmla="*/ 3293534 w 8017934"/>
              <a:gd name="connsiteY70" fmla="*/ 93998 h 593532"/>
              <a:gd name="connsiteX71" fmla="*/ 3302000 w 8017934"/>
              <a:gd name="connsiteY71" fmla="*/ 127865 h 593532"/>
              <a:gd name="connsiteX72" fmla="*/ 3318934 w 8017934"/>
              <a:gd name="connsiteY72" fmla="*/ 204065 h 593532"/>
              <a:gd name="connsiteX73" fmla="*/ 3335867 w 8017934"/>
              <a:gd name="connsiteY73" fmla="*/ 229465 h 593532"/>
              <a:gd name="connsiteX74" fmla="*/ 3352800 w 8017934"/>
              <a:gd name="connsiteY74" fmla="*/ 288732 h 593532"/>
              <a:gd name="connsiteX75" fmla="*/ 3369734 w 8017934"/>
              <a:gd name="connsiteY75" fmla="*/ 322598 h 593532"/>
              <a:gd name="connsiteX76" fmla="*/ 3386667 w 8017934"/>
              <a:gd name="connsiteY76" fmla="*/ 373398 h 593532"/>
              <a:gd name="connsiteX77" fmla="*/ 3395134 w 8017934"/>
              <a:gd name="connsiteY77" fmla="*/ 398798 h 593532"/>
              <a:gd name="connsiteX78" fmla="*/ 3412067 w 8017934"/>
              <a:gd name="connsiteY78" fmla="*/ 415732 h 593532"/>
              <a:gd name="connsiteX79" fmla="*/ 3437467 w 8017934"/>
              <a:gd name="connsiteY79" fmla="*/ 500398 h 593532"/>
              <a:gd name="connsiteX80" fmla="*/ 3454400 w 8017934"/>
              <a:gd name="connsiteY80" fmla="*/ 525798 h 593532"/>
              <a:gd name="connsiteX81" fmla="*/ 3462867 w 8017934"/>
              <a:gd name="connsiteY81" fmla="*/ 551198 h 593532"/>
              <a:gd name="connsiteX82" fmla="*/ 3505200 w 8017934"/>
              <a:gd name="connsiteY82" fmla="*/ 593532 h 593532"/>
              <a:gd name="connsiteX83" fmla="*/ 3683000 w 8017934"/>
              <a:gd name="connsiteY83" fmla="*/ 576598 h 593532"/>
              <a:gd name="connsiteX84" fmla="*/ 3708400 w 8017934"/>
              <a:gd name="connsiteY84" fmla="*/ 568132 h 593532"/>
              <a:gd name="connsiteX85" fmla="*/ 3683000 w 8017934"/>
              <a:gd name="connsiteY85" fmla="*/ 559665 h 593532"/>
              <a:gd name="connsiteX86" fmla="*/ 3810000 w 8017934"/>
              <a:gd name="connsiteY86" fmla="*/ 525798 h 593532"/>
              <a:gd name="connsiteX87" fmla="*/ 4004734 w 8017934"/>
              <a:gd name="connsiteY87" fmla="*/ 551198 h 593532"/>
              <a:gd name="connsiteX88" fmla="*/ 4174067 w 8017934"/>
              <a:gd name="connsiteY88" fmla="*/ 542732 h 593532"/>
              <a:gd name="connsiteX89" fmla="*/ 4191000 w 8017934"/>
              <a:gd name="connsiteY89" fmla="*/ 525798 h 593532"/>
              <a:gd name="connsiteX90" fmla="*/ 4199467 w 8017934"/>
              <a:gd name="connsiteY90" fmla="*/ 500398 h 593532"/>
              <a:gd name="connsiteX91" fmla="*/ 4216400 w 8017934"/>
              <a:gd name="connsiteY91" fmla="*/ 466532 h 593532"/>
              <a:gd name="connsiteX92" fmla="*/ 4216400 w 8017934"/>
              <a:gd name="connsiteY92" fmla="*/ 178665 h 593532"/>
              <a:gd name="connsiteX93" fmla="*/ 4224867 w 8017934"/>
              <a:gd name="connsiteY93" fmla="*/ 153265 h 593532"/>
              <a:gd name="connsiteX94" fmla="*/ 4258734 w 8017934"/>
              <a:gd name="connsiteY94" fmla="*/ 127865 h 593532"/>
              <a:gd name="connsiteX95" fmla="*/ 5067336 w 8017934"/>
              <a:gd name="connsiteY95" fmla="*/ 134684 h 593532"/>
              <a:gd name="connsiteX96" fmla="*/ 5164667 w 8017934"/>
              <a:gd name="connsiteY96" fmla="*/ 339532 h 593532"/>
              <a:gd name="connsiteX97" fmla="*/ 5190067 w 8017934"/>
              <a:gd name="connsiteY97" fmla="*/ 390332 h 593532"/>
              <a:gd name="connsiteX98" fmla="*/ 5207000 w 8017934"/>
              <a:gd name="connsiteY98" fmla="*/ 441132 h 593532"/>
              <a:gd name="connsiteX99" fmla="*/ 5274734 w 8017934"/>
              <a:gd name="connsiteY99" fmla="*/ 483465 h 593532"/>
              <a:gd name="connsiteX100" fmla="*/ 5317067 w 8017934"/>
              <a:gd name="connsiteY100" fmla="*/ 525798 h 593532"/>
              <a:gd name="connsiteX101" fmla="*/ 5308600 w 8017934"/>
              <a:gd name="connsiteY101" fmla="*/ 517332 h 593532"/>
              <a:gd name="connsiteX102" fmla="*/ 5342467 w 8017934"/>
              <a:gd name="connsiteY102" fmla="*/ 500398 h 593532"/>
              <a:gd name="connsiteX103" fmla="*/ 5401734 w 8017934"/>
              <a:gd name="connsiteY103" fmla="*/ 483465 h 593532"/>
              <a:gd name="connsiteX104" fmla="*/ 5435600 w 8017934"/>
              <a:gd name="connsiteY104" fmla="*/ 466532 h 593532"/>
              <a:gd name="connsiteX105" fmla="*/ 5537200 w 8017934"/>
              <a:gd name="connsiteY105" fmla="*/ 458065 h 593532"/>
              <a:gd name="connsiteX106" fmla="*/ 5562600 w 8017934"/>
              <a:gd name="connsiteY106" fmla="*/ 407265 h 593532"/>
              <a:gd name="connsiteX107" fmla="*/ 5579534 w 8017934"/>
              <a:gd name="connsiteY107" fmla="*/ 373398 h 593532"/>
              <a:gd name="connsiteX108" fmla="*/ 5613400 w 8017934"/>
              <a:gd name="connsiteY108" fmla="*/ 314132 h 593532"/>
              <a:gd name="connsiteX109" fmla="*/ 5621867 w 8017934"/>
              <a:gd name="connsiteY109" fmla="*/ 280265 h 593532"/>
              <a:gd name="connsiteX110" fmla="*/ 5630334 w 8017934"/>
              <a:gd name="connsiteY110" fmla="*/ 170198 h 593532"/>
              <a:gd name="connsiteX111" fmla="*/ 5638800 w 8017934"/>
              <a:gd name="connsiteY111" fmla="*/ 136332 h 593532"/>
              <a:gd name="connsiteX112" fmla="*/ 5689600 w 8017934"/>
              <a:gd name="connsiteY112" fmla="*/ 93998 h 593532"/>
              <a:gd name="connsiteX113" fmla="*/ 5731934 w 8017934"/>
              <a:gd name="connsiteY113" fmla="*/ 85532 h 593532"/>
              <a:gd name="connsiteX114" fmla="*/ 5892800 w 8017934"/>
              <a:gd name="connsiteY114" fmla="*/ 93998 h 593532"/>
              <a:gd name="connsiteX115" fmla="*/ 5918200 w 8017934"/>
              <a:gd name="connsiteY115" fmla="*/ 110932 h 593532"/>
              <a:gd name="connsiteX116" fmla="*/ 5960534 w 8017934"/>
              <a:gd name="connsiteY116" fmla="*/ 153265 h 593532"/>
              <a:gd name="connsiteX117" fmla="*/ 6019800 w 8017934"/>
              <a:gd name="connsiteY117" fmla="*/ 187132 h 593532"/>
              <a:gd name="connsiteX118" fmla="*/ 6028267 w 8017934"/>
              <a:gd name="connsiteY118" fmla="*/ 220998 h 593532"/>
              <a:gd name="connsiteX119" fmla="*/ 6062134 w 8017934"/>
              <a:gd name="connsiteY119" fmla="*/ 263332 h 593532"/>
              <a:gd name="connsiteX120" fmla="*/ 6079067 w 8017934"/>
              <a:gd name="connsiteY120" fmla="*/ 288732 h 593532"/>
              <a:gd name="connsiteX121" fmla="*/ 6104467 w 8017934"/>
              <a:gd name="connsiteY121" fmla="*/ 314132 h 593532"/>
              <a:gd name="connsiteX122" fmla="*/ 6138334 w 8017934"/>
              <a:gd name="connsiteY122" fmla="*/ 364932 h 593532"/>
              <a:gd name="connsiteX123" fmla="*/ 6155267 w 8017934"/>
              <a:gd name="connsiteY123" fmla="*/ 458065 h 593532"/>
              <a:gd name="connsiteX124" fmla="*/ 6180667 w 8017934"/>
              <a:gd name="connsiteY124" fmla="*/ 474998 h 593532"/>
              <a:gd name="connsiteX125" fmla="*/ 6197600 w 8017934"/>
              <a:gd name="connsiteY125" fmla="*/ 517332 h 593532"/>
              <a:gd name="connsiteX126" fmla="*/ 6214534 w 8017934"/>
              <a:gd name="connsiteY126" fmla="*/ 534265 h 593532"/>
              <a:gd name="connsiteX127" fmla="*/ 6409267 w 8017934"/>
              <a:gd name="connsiteY127" fmla="*/ 576598 h 593532"/>
              <a:gd name="connsiteX128" fmla="*/ 6443134 w 8017934"/>
              <a:gd name="connsiteY128" fmla="*/ 551198 h 593532"/>
              <a:gd name="connsiteX129" fmla="*/ 7035800 w 8017934"/>
              <a:gd name="connsiteY129" fmla="*/ 491932 h 593532"/>
              <a:gd name="connsiteX130" fmla="*/ 7171267 w 8017934"/>
              <a:gd name="connsiteY130" fmla="*/ 525798 h 593532"/>
              <a:gd name="connsiteX131" fmla="*/ 7239000 w 8017934"/>
              <a:gd name="connsiteY131" fmla="*/ 542732 h 593532"/>
              <a:gd name="connsiteX132" fmla="*/ 7416800 w 8017934"/>
              <a:gd name="connsiteY132" fmla="*/ 508865 h 593532"/>
              <a:gd name="connsiteX133" fmla="*/ 7425267 w 8017934"/>
              <a:gd name="connsiteY133" fmla="*/ 466532 h 593532"/>
              <a:gd name="connsiteX134" fmla="*/ 7433734 w 8017934"/>
              <a:gd name="connsiteY134" fmla="*/ 373398 h 593532"/>
              <a:gd name="connsiteX135" fmla="*/ 7450667 w 8017934"/>
              <a:gd name="connsiteY135" fmla="*/ 347998 h 593532"/>
              <a:gd name="connsiteX136" fmla="*/ 7459134 w 8017934"/>
              <a:gd name="connsiteY136" fmla="*/ 305665 h 593532"/>
              <a:gd name="connsiteX137" fmla="*/ 7467600 w 8017934"/>
              <a:gd name="connsiteY137" fmla="*/ 280265 h 593532"/>
              <a:gd name="connsiteX138" fmla="*/ 7476067 w 8017934"/>
              <a:gd name="connsiteY138" fmla="*/ 246398 h 593532"/>
              <a:gd name="connsiteX139" fmla="*/ 7526867 w 8017934"/>
              <a:gd name="connsiteY139" fmla="*/ 229465 h 593532"/>
              <a:gd name="connsiteX140" fmla="*/ 7569200 w 8017934"/>
              <a:gd name="connsiteY140" fmla="*/ 187132 h 593532"/>
              <a:gd name="connsiteX141" fmla="*/ 7611534 w 8017934"/>
              <a:gd name="connsiteY141" fmla="*/ 153265 h 593532"/>
              <a:gd name="connsiteX142" fmla="*/ 7645400 w 8017934"/>
              <a:gd name="connsiteY142" fmla="*/ 127865 h 593532"/>
              <a:gd name="connsiteX143" fmla="*/ 7653867 w 8017934"/>
              <a:gd name="connsiteY143" fmla="*/ 102465 h 593532"/>
              <a:gd name="connsiteX144" fmla="*/ 7730067 w 8017934"/>
              <a:gd name="connsiteY144" fmla="*/ 68598 h 593532"/>
              <a:gd name="connsiteX145" fmla="*/ 7823200 w 8017934"/>
              <a:gd name="connsiteY145" fmla="*/ 43198 h 593532"/>
              <a:gd name="connsiteX146" fmla="*/ 7907867 w 8017934"/>
              <a:gd name="connsiteY146" fmla="*/ 9332 h 593532"/>
              <a:gd name="connsiteX147" fmla="*/ 7941734 w 8017934"/>
              <a:gd name="connsiteY147" fmla="*/ 865 h 593532"/>
              <a:gd name="connsiteX148" fmla="*/ 8017934 w 8017934"/>
              <a:gd name="connsiteY148" fmla="*/ 865 h 593532"/>
              <a:gd name="connsiteX0" fmla="*/ 0 w 8017934"/>
              <a:gd name="connsiteY0" fmla="*/ 559665 h 593532"/>
              <a:gd name="connsiteX1" fmla="*/ 491067 w 8017934"/>
              <a:gd name="connsiteY1" fmla="*/ 551198 h 593532"/>
              <a:gd name="connsiteX2" fmla="*/ 508000 w 8017934"/>
              <a:gd name="connsiteY2" fmla="*/ 525798 h 593532"/>
              <a:gd name="connsiteX3" fmla="*/ 533400 w 8017934"/>
              <a:gd name="connsiteY3" fmla="*/ 508865 h 593532"/>
              <a:gd name="connsiteX4" fmla="*/ 567267 w 8017934"/>
              <a:gd name="connsiteY4" fmla="*/ 474998 h 593532"/>
              <a:gd name="connsiteX5" fmla="*/ 575734 w 8017934"/>
              <a:gd name="connsiteY5" fmla="*/ 449598 h 593532"/>
              <a:gd name="connsiteX6" fmla="*/ 584200 w 8017934"/>
              <a:gd name="connsiteY6" fmla="*/ 407265 h 593532"/>
              <a:gd name="connsiteX7" fmla="*/ 601134 w 8017934"/>
              <a:gd name="connsiteY7" fmla="*/ 381865 h 593532"/>
              <a:gd name="connsiteX8" fmla="*/ 618067 w 8017934"/>
              <a:gd name="connsiteY8" fmla="*/ 305665 h 593532"/>
              <a:gd name="connsiteX9" fmla="*/ 626534 w 8017934"/>
              <a:gd name="connsiteY9" fmla="*/ 280265 h 593532"/>
              <a:gd name="connsiteX10" fmla="*/ 643467 w 8017934"/>
              <a:gd name="connsiteY10" fmla="*/ 246398 h 593532"/>
              <a:gd name="connsiteX11" fmla="*/ 660400 w 8017934"/>
              <a:gd name="connsiteY11" fmla="*/ 187132 h 593532"/>
              <a:gd name="connsiteX12" fmla="*/ 677334 w 8017934"/>
              <a:gd name="connsiteY12" fmla="*/ 170198 h 593532"/>
              <a:gd name="connsiteX13" fmla="*/ 702734 w 8017934"/>
              <a:gd name="connsiteY13" fmla="*/ 110932 h 593532"/>
              <a:gd name="connsiteX14" fmla="*/ 795867 w 8017934"/>
              <a:gd name="connsiteY14" fmla="*/ 68598 h 593532"/>
              <a:gd name="connsiteX15" fmla="*/ 922867 w 8017934"/>
              <a:gd name="connsiteY15" fmla="*/ 85532 h 593532"/>
              <a:gd name="connsiteX16" fmla="*/ 948267 w 8017934"/>
              <a:gd name="connsiteY16" fmla="*/ 93998 h 593532"/>
              <a:gd name="connsiteX17" fmla="*/ 965200 w 8017934"/>
              <a:gd name="connsiteY17" fmla="*/ 144798 h 593532"/>
              <a:gd name="connsiteX18" fmla="*/ 982134 w 8017934"/>
              <a:gd name="connsiteY18" fmla="*/ 220998 h 593532"/>
              <a:gd name="connsiteX19" fmla="*/ 990600 w 8017934"/>
              <a:gd name="connsiteY19" fmla="*/ 246398 h 593532"/>
              <a:gd name="connsiteX20" fmla="*/ 1007534 w 8017934"/>
              <a:gd name="connsiteY20" fmla="*/ 314132 h 593532"/>
              <a:gd name="connsiteX21" fmla="*/ 1041400 w 8017934"/>
              <a:gd name="connsiteY21" fmla="*/ 364932 h 593532"/>
              <a:gd name="connsiteX22" fmla="*/ 1058334 w 8017934"/>
              <a:gd name="connsiteY22" fmla="*/ 534265 h 593532"/>
              <a:gd name="connsiteX23" fmla="*/ 1083734 w 8017934"/>
              <a:gd name="connsiteY23" fmla="*/ 551198 h 593532"/>
              <a:gd name="connsiteX24" fmla="*/ 1227667 w 8017934"/>
              <a:gd name="connsiteY24" fmla="*/ 559665 h 593532"/>
              <a:gd name="connsiteX25" fmla="*/ 1405467 w 8017934"/>
              <a:gd name="connsiteY25" fmla="*/ 542732 h 593532"/>
              <a:gd name="connsiteX26" fmla="*/ 1439334 w 8017934"/>
              <a:gd name="connsiteY26" fmla="*/ 534265 h 593532"/>
              <a:gd name="connsiteX27" fmla="*/ 1464734 w 8017934"/>
              <a:gd name="connsiteY27" fmla="*/ 517332 h 593532"/>
              <a:gd name="connsiteX28" fmla="*/ 1481667 w 8017934"/>
              <a:gd name="connsiteY28" fmla="*/ 491932 h 593532"/>
              <a:gd name="connsiteX29" fmla="*/ 1490134 w 8017934"/>
              <a:gd name="connsiteY29" fmla="*/ 373398 h 593532"/>
              <a:gd name="connsiteX30" fmla="*/ 1498600 w 8017934"/>
              <a:gd name="connsiteY30" fmla="*/ 339532 h 593532"/>
              <a:gd name="connsiteX31" fmla="*/ 1515534 w 8017934"/>
              <a:gd name="connsiteY31" fmla="*/ 322598 h 593532"/>
              <a:gd name="connsiteX32" fmla="*/ 1524000 w 8017934"/>
              <a:gd name="connsiteY32" fmla="*/ 288732 h 593532"/>
              <a:gd name="connsiteX33" fmla="*/ 1532467 w 8017934"/>
              <a:gd name="connsiteY33" fmla="*/ 263332 h 593532"/>
              <a:gd name="connsiteX34" fmla="*/ 1540934 w 8017934"/>
              <a:gd name="connsiteY34" fmla="*/ 220998 h 593532"/>
              <a:gd name="connsiteX35" fmla="*/ 1557867 w 8017934"/>
              <a:gd name="connsiteY35" fmla="*/ 187132 h 593532"/>
              <a:gd name="connsiteX36" fmla="*/ 1574800 w 8017934"/>
              <a:gd name="connsiteY36" fmla="*/ 127865 h 593532"/>
              <a:gd name="connsiteX37" fmla="*/ 1608667 w 8017934"/>
              <a:gd name="connsiteY37" fmla="*/ 93998 h 593532"/>
              <a:gd name="connsiteX38" fmla="*/ 1634067 w 8017934"/>
              <a:gd name="connsiteY38" fmla="*/ 77065 h 593532"/>
              <a:gd name="connsiteX39" fmla="*/ 1667934 w 8017934"/>
              <a:gd name="connsiteY39" fmla="*/ 68598 h 593532"/>
              <a:gd name="connsiteX40" fmla="*/ 1693334 w 8017934"/>
              <a:gd name="connsiteY40" fmla="*/ 60132 h 593532"/>
              <a:gd name="connsiteX41" fmla="*/ 1718734 w 8017934"/>
              <a:gd name="connsiteY41" fmla="*/ 68598 h 593532"/>
              <a:gd name="connsiteX42" fmla="*/ 1761067 w 8017934"/>
              <a:gd name="connsiteY42" fmla="*/ 85532 h 593532"/>
              <a:gd name="connsiteX43" fmla="*/ 1811867 w 8017934"/>
              <a:gd name="connsiteY43" fmla="*/ 93998 h 593532"/>
              <a:gd name="connsiteX44" fmla="*/ 2192867 w 8017934"/>
              <a:gd name="connsiteY44" fmla="*/ 93998 h 593532"/>
              <a:gd name="connsiteX45" fmla="*/ 2311400 w 8017934"/>
              <a:gd name="connsiteY45" fmla="*/ 102465 h 593532"/>
              <a:gd name="connsiteX46" fmla="*/ 2345267 w 8017934"/>
              <a:gd name="connsiteY46" fmla="*/ 170198 h 593532"/>
              <a:gd name="connsiteX47" fmla="*/ 2345267 w 8017934"/>
              <a:gd name="connsiteY47" fmla="*/ 170198 h 593532"/>
              <a:gd name="connsiteX48" fmla="*/ 2379134 w 8017934"/>
              <a:gd name="connsiteY48" fmla="*/ 246398 h 593532"/>
              <a:gd name="connsiteX49" fmla="*/ 2404534 w 8017934"/>
              <a:gd name="connsiteY49" fmla="*/ 297198 h 593532"/>
              <a:gd name="connsiteX50" fmla="*/ 2421467 w 8017934"/>
              <a:gd name="connsiteY50" fmla="*/ 356465 h 593532"/>
              <a:gd name="connsiteX51" fmla="*/ 2438400 w 8017934"/>
              <a:gd name="connsiteY51" fmla="*/ 390332 h 593532"/>
              <a:gd name="connsiteX52" fmla="*/ 2455334 w 8017934"/>
              <a:gd name="connsiteY52" fmla="*/ 441132 h 593532"/>
              <a:gd name="connsiteX53" fmla="*/ 2463800 w 8017934"/>
              <a:gd name="connsiteY53" fmla="*/ 466532 h 593532"/>
              <a:gd name="connsiteX54" fmla="*/ 2480734 w 8017934"/>
              <a:gd name="connsiteY54" fmla="*/ 483465 h 593532"/>
              <a:gd name="connsiteX55" fmla="*/ 2523067 w 8017934"/>
              <a:gd name="connsiteY55" fmla="*/ 559665 h 593532"/>
              <a:gd name="connsiteX56" fmla="*/ 2582334 w 8017934"/>
              <a:gd name="connsiteY56" fmla="*/ 568132 h 593532"/>
              <a:gd name="connsiteX57" fmla="*/ 2599267 w 8017934"/>
              <a:gd name="connsiteY57" fmla="*/ 525798 h 593532"/>
              <a:gd name="connsiteX58" fmla="*/ 2616200 w 8017934"/>
              <a:gd name="connsiteY58" fmla="*/ 500398 h 593532"/>
              <a:gd name="connsiteX59" fmla="*/ 2658534 w 8017934"/>
              <a:gd name="connsiteY59" fmla="*/ 508865 h 593532"/>
              <a:gd name="connsiteX60" fmla="*/ 2751667 w 8017934"/>
              <a:gd name="connsiteY60" fmla="*/ 534265 h 593532"/>
              <a:gd name="connsiteX61" fmla="*/ 2777067 w 8017934"/>
              <a:gd name="connsiteY61" fmla="*/ 551198 h 593532"/>
              <a:gd name="connsiteX62" fmla="*/ 2802467 w 8017934"/>
              <a:gd name="connsiteY62" fmla="*/ 500398 h 593532"/>
              <a:gd name="connsiteX63" fmla="*/ 2844800 w 8017934"/>
              <a:gd name="connsiteY63" fmla="*/ 483465 h 593532"/>
              <a:gd name="connsiteX64" fmla="*/ 2861734 w 8017934"/>
              <a:gd name="connsiteY64" fmla="*/ 424198 h 593532"/>
              <a:gd name="connsiteX65" fmla="*/ 2887134 w 8017934"/>
              <a:gd name="connsiteY65" fmla="*/ 263332 h 593532"/>
              <a:gd name="connsiteX66" fmla="*/ 2895600 w 8017934"/>
              <a:gd name="connsiteY66" fmla="*/ 195598 h 593532"/>
              <a:gd name="connsiteX67" fmla="*/ 2929467 w 8017934"/>
              <a:gd name="connsiteY67" fmla="*/ 119398 h 593532"/>
              <a:gd name="connsiteX68" fmla="*/ 2963334 w 8017934"/>
              <a:gd name="connsiteY68" fmla="*/ 102465 h 593532"/>
              <a:gd name="connsiteX69" fmla="*/ 3183467 w 8017934"/>
              <a:gd name="connsiteY69" fmla="*/ 77065 h 593532"/>
              <a:gd name="connsiteX70" fmla="*/ 3293534 w 8017934"/>
              <a:gd name="connsiteY70" fmla="*/ 93998 h 593532"/>
              <a:gd name="connsiteX71" fmla="*/ 3302000 w 8017934"/>
              <a:gd name="connsiteY71" fmla="*/ 127865 h 593532"/>
              <a:gd name="connsiteX72" fmla="*/ 3318934 w 8017934"/>
              <a:gd name="connsiteY72" fmla="*/ 204065 h 593532"/>
              <a:gd name="connsiteX73" fmla="*/ 3335867 w 8017934"/>
              <a:gd name="connsiteY73" fmla="*/ 229465 h 593532"/>
              <a:gd name="connsiteX74" fmla="*/ 3352800 w 8017934"/>
              <a:gd name="connsiteY74" fmla="*/ 288732 h 593532"/>
              <a:gd name="connsiteX75" fmla="*/ 3369734 w 8017934"/>
              <a:gd name="connsiteY75" fmla="*/ 322598 h 593532"/>
              <a:gd name="connsiteX76" fmla="*/ 3386667 w 8017934"/>
              <a:gd name="connsiteY76" fmla="*/ 373398 h 593532"/>
              <a:gd name="connsiteX77" fmla="*/ 3395134 w 8017934"/>
              <a:gd name="connsiteY77" fmla="*/ 398798 h 593532"/>
              <a:gd name="connsiteX78" fmla="*/ 3412067 w 8017934"/>
              <a:gd name="connsiteY78" fmla="*/ 415732 h 593532"/>
              <a:gd name="connsiteX79" fmla="*/ 3437467 w 8017934"/>
              <a:gd name="connsiteY79" fmla="*/ 500398 h 593532"/>
              <a:gd name="connsiteX80" fmla="*/ 3454400 w 8017934"/>
              <a:gd name="connsiteY80" fmla="*/ 525798 h 593532"/>
              <a:gd name="connsiteX81" fmla="*/ 3462867 w 8017934"/>
              <a:gd name="connsiteY81" fmla="*/ 551198 h 593532"/>
              <a:gd name="connsiteX82" fmla="*/ 3505200 w 8017934"/>
              <a:gd name="connsiteY82" fmla="*/ 593532 h 593532"/>
              <a:gd name="connsiteX83" fmla="*/ 3683000 w 8017934"/>
              <a:gd name="connsiteY83" fmla="*/ 576598 h 593532"/>
              <a:gd name="connsiteX84" fmla="*/ 3708400 w 8017934"/>
              <a:gd name="connsiteY84" fmla="*/ 568132 h 593532"/>
              <a:gd name="connsiteX85" fmla="*/ 3683000 w 8017934"/>
              <a:gd name="connsiteY85" fmla="*/ 559665 h 593532"/>
              <a:gd name="connsiteX86" fmla="*/ 3810000 w 8017934"/>
              <a:gd name="connsiteY86" fmla="*/ 525798 h 593532"/>
              <a:gd name="connsiteX87" fmla="*/ 4004734 w 8017934"/>
              <a:gd name="connsiteY87" fmla="*/ 551198 h 593532"/>
              <a:gd name="connsiteX88" fmla="*/ 4174067 w 8017934"/>
              <a:gd name="connsiteY88" fmla="*/ 542732 h 593532"/>
              <a:gd name="connsiteX89" fmla="*/ 4191000 w 8017934"/>
              <a:gd name="connsiteY89" fmla="*/ 525798 h 593532"/>
              <a:gd name="connsiteX90" fmla="*/ 4199467 w 8017934"/>
              <a:gd name="connsiteY90" fmla="*/ 500398 h 593532"/>
              <a:gd name="connsiteX91" fmla="*/ 4216400 w 8017934"/>
              <a:gd name="connsiteY91" fmla="*/ 466532 h 593532"/>
              <a:gd name="connsiteX92" fmla="*/ 4216400 w 8017934"/>
              <a:gd name="connsiteY92" fmla="*/ 178665 h 593532"/>
              <a:gd name="connsiteX93" fmla="*/ 4224867 w 8017934"/>
              <a:gd name="connsiteY93" fmla="*/ 153265 h 593532"/>
              <a:gd name="connsiteX94" fmla="*/ 5067336 w 8017934"/>
              <a:gd name="connsiteY94" fmla="*/ 134684 h 593532"/>
              <a:gd name="connsiteX95" fmla="*/ 5164667 w 8017934"/>
              <a:gd name="connsiteY95" fmla="*/ 339532 h 593532"/>
              <a:gd name="connsiteX96" fmla="*/ 5190067 w 8017934"/>
              <a:gd name="connsiteY96" fmla="*/ 390332 h 593532"/>
              <a:gd name="connsiteX97" fmla="*/ 5207000 w 8017934"/>
              <a:gd name="connsiteY97" fmla="*/ 441132 h 593532"/>
              <a:gd name="connsiteX98" fmla="*/ 5274734 w 8017934"/>
              <a:gd name="connsiteY98" fmla="*/ 483465 h 593532"/>
              <a:gd name="connsiteX99" fmla="*/ 5317067 w 8017934"/>
              <a:gd name="connsiteY99" fmla="*/ 525798 h 593532"/>
              <a:gd name="connsiteX100" fmla="*/ 5308600 w 8017934"/>
              <a:gd name="connsiteY100" fmla="*/ 517332 h 593532"/>
              <a:gd name="connsiteX101" fmla="*/ 5342467 w 8017934"/>
              <a:gd name="connsiteY101" fmla="*/ 500398 h 593532"/>
              <a:gd name="connsiteX102" fmla="*/ 5401734 w 8017934"/>
              <a:gd name="connsiteY102" fmla="*/ 483465 h 593532"/>
              <a:gd name="connsiteX103" fmla="*/ 5435600 w 8017934"/>
              <a:gd name="connsiteY103" fmla="*/ 466532 h 593532"/>
              <a:gd name="connsiteX104" fmla="*/ 5537200 w 8017934"/>
              <a:gd name="connsiteY104" fmla="*/ 458065 h 593532"/>
              <a:gd name="connsiteX105" fmla="*/ 5562600 w 8017934"/>
              <a:gd name="connsiteY105" fmla="*/ 407265 h 593532"/>
              <a:gd name="connsiteX106" fmla="*/ 5579534 w 8017934"/>
              <a:gd name="connsiteY106" fmla="*/ 373398 h 593532"/>
              <a:gd name="connsiteX107" fmla="*/ 5613400 w 8017934"/>
              <a:gd name="connsiteY107" fmla="*/ 314132 h 593532"/>
              <a:gd name="connsiteX108" fmla="*/ 5621867 w 8017934"/>
              <a:gd name="connsiteY108" fmla="*/ 280265 h 593532"/>
              <a:gd name="connsiteX109" fmla="*/ 5630334 w 8017934"/>
              <a:gd name="connsiteY109" fmla="*/ 170198 h 593532"/>
              <a:gd name="connsiteX110" fmla="*/ 5638800 w 8017934"/>
              <a:gd name="connsiteY110" fmla="*/ 136332 h 593532"/>
              <a:gd name="connsiteX111" fmla="*/ 5689600 w 8017934"/>
              <a:gd name="connsiteY111" fmla="*/ 93998 h 593532"/>
              <a:gd name="connsiteX112" fmla="*/ 5731934 w 8017934"/>
              <a:gd name="connsiteY112" fmla="*/ 85532 h 593532"/>
              <a:gd name="connsiteX113" fmla="*/ 5892800 w 8017934"/>
              <a:gd name="connsiteY113" fmla="*/ 93998 h 593532"/>
              <a:gd name="connsiteX114" fmla="*/ 5918200 w 8017934"/>
              <a:gd name="connsiteY114" fmla="*/ 110932 h 593532"/>
              <a:gd name="connsiteX115" fmla="*/ 5960534 w 8017934"/>
              <a:gd name="connsiteY115" fmla="*/ 153265 h 593532"/>
              <a:gd name="connsiteX116" fmla="*/ 6019800 w 8017934"/>
              <a:gd name="connsiteY116" fmla="*/ 187132 h 593532"/>
              <a:gd name="connsiteX117" fmla="*/ 6028267 w 8017934"/>
              <a:gd name="connsiteY117" fmla="*/ 220998 h 593532"/>
              <a:gd name="connsiteX118" fmla="*/ 6062134 w 8017934"/>
              <a:gd name="connsiteY118" fmla="*/ 263332 h 593532"/>
              <a:gd name="connsiteX119" fmla="*/ 6079067 w 8017934"/>
              <a:gd name="connsiteY119" fmla="*/ 288732 h 593532"/>
              <a:gd name="connsiteX120" fmla="*/ 6104467 w 8017934"/>
              <a:gd name="connsiteY120" fmla="*/ 314132 h 593532"/>
              <a:gd name="connsiteX121" fmla="*/ 6138334 w 8017934"/>
              <a:gd name="connsiteY121" fmla="*/ 364932 h 593532"/>
              <a:gd name="connsiteX122" fmla="*/ 6155267 w 8017934"/>
              <a:gd name="connsiteY122" fmla="*/ 458065 h 593532"/>
              <a:gd name="connsiteX123" fmla="*/ 6180667 w 8017934"/>
              <a:gd name="connsiteY123" fmla="*/ 474998 h 593532"/>
              <a:gd name="connsiteX124" fmla="*/ 6197600 w 8017934"/>
              <a:gd name="connsiteY124" fmla="*/ 517332 h 593532"/>
              <a:gd name="connsiteX125" fmla="*/ 6214534 w 8017934"/>
              <a:gd name="connsiteY125" fmla="*/ 534265 h 593532"/>
              <a:gd name="connsiteX126" fmla="*/ 6409267 w 8017934"/>
              <a:gd name="connsiteY126" fmla="*/ 576598 h 593532"/>
              <a:gd name="connsiteX127" fmla="*/ 6443134 w 8017934"/>
              <a:gd name="connsiteY127" fmla="*/ 551198 h 593532"/>
              <a:gd name="connsiteX128" fmla="*/ 7035800 w 8017934"/>
              <a:gd name="connsiteY128" fmla="*/ 491932 h 593532"/>
              <a:gd name="connsiteX129" fmla="*/ 7171267 w 8017934"/>
              <a:gd name="connsiteY129" fmla="*/ 525798 h 593532"/>
              <a:gd name="connsiteX130" fmla="*/ 7239000 w 8017934"/>
              <a:gd name="connsiteY130" fmla="*/ 542732 h 593532"/>
              <a:gd name="connsiteX131" fmla="*/ 7416800 w 8017934"/>
              <a:gd name="connsiteY131" fmla="*/ 508865 h 593532"/>
              <a:gd name="connsiteX132" fmla="*/ 7425267 w 8017934"/>
              <a:gd name="connsiteY132" fmla="*/ 466532 h 593532"/>
              <a:gd name="connsiteX133" fmla="*/ 7433734 w 8017934"/>
              <a:gd name="connsiteY133" fmla="*/ 373398 h 593532"/>
              <a:gd name="connsiteX134" fmla="*/ 7450667 w 8017934"/>
              <a:gd name="connsiteY134" fmla="*/ 347998 h 593532"/>
              <a:gd name="connsiteX135" fmla="*/ 7459134 w 8017934"/>
              <a:gd name="connsiteY135" fmla="*/ 305665 h 593532"/>
              <a:gd name="connsiteX136" fmla="*/ 7467600 w 8017934"/>
              <a:gd name="connsiteY136" fmla="*/ 280265 h 593532"/>
              <a:gd name="connsiteX137" fmla="*/ 7476067 w 8017934"/>
              <a:gd name="connsiteY137" fmla="*/ 246398 h 593532"/>
              <a:gd name="connsiteX138" fmla="*/ 7526867 w 8017934"/>
              <a:gd name="connsiteY138" fmla="*/ 229465 h 593532"/>
              <a:gd name="connsiteX139" fmla="*/ 7569200 w 8017934"/>
              <a:gd name="connsiteY139" fmla="*/ 187132 h 593532"/>
              <a:gd name="connsiteX140" fmla="*/ 7611534 w 8017934"/>
              <a:gd name="connsiteY140" fmla="*/ 153265 h 593532"/>
              <a:gd name="connsiteX141" fmla="*/ 7645400 w 8017934"/>
              <a:gd name="connsiteY141" fmla="*/ 127865 h 593532"/>
              <a:gd name="connsiteX142" fmla="*/ 7653867 w 8017934"/>
              <a:gd name="connsiteY142" fmla="*/ 102465 h 593532"/>
              <a:gd name="connsiteX143" fmla="*/ 7730067 w 8017934"/>
              <a:gd name="connsiteY143" fmla="*/ 68598 h 593532"/>
              <a:gd name="connsiteX144" fmla="*/ 7823200 w 8017934"/>
              <a:gd name="connsiteY144" fmla="*/ 43198 h 593532"/>
              <a:gd name="connsiteX145" fmla="*/ 7907867 w 8017934"/>
              <a:gd name="connsiteY145" fmla="*/ 9332 h 593532"/>
              <a:gd name="connsiteX146" fmla="*/ 7941734 w 8017934"/>
              <a:gd name="connsiteY146" fmla="*/ 865 h 593532"/>
              <a:gd name="connsiteX147" fmla="*/ 8017934 w 8017934"/>
              <a:gd name="connsiteY147" fmla="*/ 865 h 593532"/>
              <a:gd name="connsiteX0" fmla="*/ 0 w 8017934"/>
              <a:gd name="connsiteY0" fmla="*/ 559665 h 593532"/>
              <a:gd name="connsiteX1" fmla="*/ 491067 w 8017934"/>
              <a:gd name="connsiteY1" fmla="*/ 551198 h 593532"/>
              <a:gd name="connsiteX2" fmla="*/ 508000 w 8017934"/>
              <a:gd name="connsiteY2" fmla="*/ 525798 h 593532"/>
              <a:gd name="connsiteX3" fmla="*/ 533400 w 8017934"/>
              <a:gd name="connsiteY3" fmla="*/ 508865 h 593532"/>
              <a:gd name="connsiteX4" fmla="*/ 567267 w 8017934"/>
              <a:gd name="connsiteY4" fmla="*/ 474998 h 593532"/>
              <a:gd name="connsiteX5" fmla="*/ 575734 w 8017934"/>
              <a:gd name="connsiteY5" fmla="*/ 449598 h 593532"/>
              <a:gd name="connsiteX6" fmla="*/ 584200 w 8017934"/>
              <a:gd name="connsiteY6" fmla="*/ 407265 h 593532"/>
              <a:gd name="connsiteX7" fmla="*/ 601134 w 8017934"/>
              <a:gd name="connsiteY7" fmla="*/ 381865 h 593532"/>
              <a:gd name="connsiteX8" fmla="*/ 618067 w 8017934"/>
              <a:gd name="connsiteY8" fmla="*/ 305665 h 593532"/>
              <a:gd name="connsiteX9" fmla="*/ 626534 w 8017934"/>
              <a:gd name="connsiteY9" fmla="*/ 280265 h 593532"/>
              <a:gd name="connsiteX10" fmla="*/ 643467 w 8017934"/>
              <a:gd name="connsiteY10" fmla="*/ 246398 h 593532"/>
              <a:gd name="connsiteX11" fmla="*/ 660400 w 8017934"/>
              <a:gd name="connsiteY11" fmla="*/ 187132 h 593532"/>
              <a:gd name="connsiteX12" fmla="*/ 677334 w 8017934"/>
              <a:gd name="connsiteY12" fmla="*/ 170198 h 593532"/>
              <a:gd name="connsiteX13" fmla="*/ 702734 w 8017934"/>
              <a:gd name="connsiteY13" fmla="*/ 110932 h 593532"/>
              <a:gd name="connsiteX14" fmla="*/ 795867 w 8017934"/>
              <a:gd name="connsiteY14" fmla="*/ 68598 h 593532"/>
              <a:gd name="connsiteX15" fmla="*/ 922867 w 8017934"/>
              <a:gd name="connsiteY15" fmla="*/ 85532 h 593532"/>
              <a:gd name="connsiteX16" fmla="*/ 948267 w 8017934"/>
              <a:gd name="connsiteY16" fmla="*/ 93998 h 593532"/>
              <a:gd name="connsiteX17" fmla="*/ 965200 w 8017934"/>
              <a:gd name="connsiteY17" fmla="*/ 144798 h 593532"/>
              <a:gd name="connsiteX18" fmla="*/ 982134 w 8017934"/>
              <a:gd name="connsiteY18" fmla="*/ 220998 h 593532"/>
              <a:gd name="connsiteX19" fmla="*/ 990600 w 8017934"/>
              <a:gd name="connsiteY19" fmla="*/ 246398 h 593532"/>
              <a:gd name="connsiteX20" fmla="*/ 1007534 w 8017934"/>
              <a:gd name="connsiteY20" fmla="*/ 314132 h 593532"/>
              <a:gd name="connsiteX21" fmla="*/ 1041400 w 8017934"/>
              <a:gd name="connsiteY21" fmla="*/ 364932 h 593532"/>
              <a:gd name="connsiteX22" fmla="*/ 1058334 w 8017934"/>
              <a:gd name="connsiteY22" fmla="*/ 534265 h 593532"/>
              <a:gd name="connsiteX23" fmla="*/ 1083734 w 8017934"/>
              <a:gd name="connsiteY23" fmla="*/ 551198 h 593532"/>
              <a:gd name="connsiteX24" fmla="*/ 1227667 w 8017934"/>
              <a:gd name="connsiteY24" fmla="*/ 559665 h 593532"/>
              <a:gd name="connsiteX25" fmla="*/ 1405467 w 8017934"/>
              <a:gd name="connsiteY25" fmla="*/ 542732 h 593532"/>
              <a:gd name="connsiteX26" fmla="*/ 1439334 w 8017934"/>
              <a:gd name="connsiteY26" fmla="*/ 534265 h 593532"/>
              <a:gd name="connsiteX27" fmla="*/ 1464734 w 8017934"/>
              <a:gd name="connsiteY27" fmla="*/ 517332 h 593532"/>
              <a:gd name="connsiteX28" fmla="*/ 1481667 w 8017934"/>
              <a:gd name="connsiteY28" fmla="*/ 491932 h 593532"/>
              <a:gd name="connsiteX29" fmla="*/ 1490134 w 8017934"/>
              <a:gd name="connsiteY29" fmla="*/ 373398 h 593532"/>
              <a:gd name="connsiteX30" fmla="*/ 1498600 w 8017934"/>
              <a:gd name="connsiteY30" fmla="*/ 339532 h 593532"/>
              <a:gd name="connsiteX31" fmla="*/ 1515534 w 8017934"/>
              <a:gd name="connsiteY31" fmla="*/ 322598 h 593532"/>
              <a:gd name="connsiteX32" fmla="*/ 1524000 w 8017934"/>
              <a:gd name="connsiteY32" fmla="*/ 288732 h 593532"/>
              <a:gd name="connsiteX33" fmla="*/ 1532467 w 8017934"/>
              <a:gd name="connsiteY33" fmla="*/ 263332 h 593532"/>
              <a:gd name="connsiteX34" fmla="*/ 1540934 w 8017934"/>
              <a:gd name="connsiteY34" fmla="*/ 220998 h 593532"/>
              <a:gd name="connsiteX35" fmla="*/ 1557867 w 8017934"/>
              <a:gd name="connsiteY35" fmla="*/ 187132 h 593532"/>
              <a:gd name="connsiteX36" fmla="*/ 1574800 w 8017934"/>
              <a:gd name="connsiteY36" fmla="*/ 127865 h 593532"/>
              <a:gd name="connsiteX37" fmla="*/ 1608667 w 8017934"/>
              <a:gd name="connsiteY37" fmla="*/ 93998 h 593532"/>
              <a:gd name="connsiteX38" fmla="*/ 1634067 w 8017934"/>
              <a:gd name="connsiteY38" fmla="*/ 77065 h 593532"/>
              <a:gd name="connsiteX39" fmla="*/ 1667934 w 8017934"/>
              <a:gd name="connsiteY39" fmla="*/ 68598 h 593532"/>
              <a:gd name="connsiteX40" fmla="*/ 1693334 w 8017934"/>
              <a:gd name="connsiteY40" fmla="*/ 60132 h 593532"/>
              <a:gd name="connsiteX41" fmla="*/ 1718734 w 8017934"/>
              <a:gd name="connsiteY41" fmla="*/ 68598 h 593532"/>
              <a:gd name="connsiteX42" fmla="*/ 1761067 w 8017934"/>
              <a:gd name="connsiteY42" fmla="*/ 85532 h 593532"/>
              <a:gd name="connsiteX43" fmla="*/ 1811867 w 8017934"/>
              <a:gd name="connsiteY43" fmla="*/ 93998 h 593532"/>
              <a:gd name="connsiteX44" fmla="*/ 2192867 w 8017934"/>
              <a:gd name="connsiteY44" fmla="*/ 93998 h 593532"/>
              <a:gd name="connsiteX45" fmla="*/ 2311400 w 8017934"/>
              <a:gd name="connsiteY45" fmla="*/ 102465 h 593532"/>
              <a:gd name="connsiteX46" fmla="*/ 2345267 w 8017934"/>
              <a:gd name="connsiteY46" fmla="*/ 170198 h 593532"/>
              <a:gd name="connsiteX47" fmla="*/ 2345267 w 8017934"/>
              <a:gd name="connsiteY47" fmla="*/ 170198 h 593532"/>
              <a:gd name="connsiteX48" fmla="*/ 2379134 w 8017934"/>
              <a:gd name="connsiteY48" fmla="*/ 246398 h 593532"/>
              <a:gd name="connsiteX49" fmla="*/ 2404534 w 8017934"/>
              <a:gd name="connsiteY49" fmla="*/ 297198 h 593532"/>
              <a:gd name="connsiteX50" fmla="*/ 2421467 w 8017934"/>
              <a:gd name="connsiteY50" fmla="*/ 356465 h 593532"/>
              <a:gd name="connsiteX51" fmla="*/ 2438400 w 8017934"/>
              <a:gd name="connsiteY51" fmla="*/ 390332 h 593532"/>
              <a:gd name="connsiteX52" fmla="*/ 2455334 w 8017934"/>
              <a:gd name="connsiteY52" fmla="*/ 441132 h 593532"/>
              <a:gd name="connsiteX53" fmla="*/ 2463800 w 8017934"/>
              <a:gd name="connsiteY53" fmla="*/ 466532 h 593532"/>
              <a:gd name="connsiteX54" fmla="*/ 2480734 w 8017934"/>
              <a:gd name="connsiteY54" fmla="*/ 483465 h 593532"/>
              <a:gd name="connsiteX55" fmla="*/ 2523067 w 8017934"/>
              <a:gd name="connsiteY55" fmla="*/ 559665 h 593532"/>
              <a:gd name="connsiteX56" fmla="*/ 2582334 w 8017934"/>
              <a:gd name="connsiteY56" fmla="*/ 568132 h 593532"/>
              <a:gd name="connsiteX57" fmla="*/ 2599267 w 8017934"/>
              <a:gd name="connsiteY57" fmla="*/ 525798 h 593532"/>
              <a:gd name="connsiteX58" fmla="*/ 2616200 w 8017934"/>
              <a:gd name="connsiteY58" fmla="*/ 500398 h 593532"/>
              <a:gd name="connsiteX59" fmla="*/ 2658534 w 8017934"/>
              <a:gd name="connsiteY59" fmla="*/ 508865 h 593532"/>
              <a:gd name="connsiteX60" fmla="*/ 2751667 w 8017934"/>
              <a:gd name="connsiteY60" fmla="*/ 534265 h 593532"/>
              <a:gd name="connsiteX61" fmla="*/ 2777067 w 8017934"/>
              <a:gd name="connsiteY61" fmla="*/ 551198 h 593532"/>
              <a:gd name="connsiteX62" fmla="*/ 2802467 w 8017934"/>
              <a:gd name="connsiteY62" fmla="*/ 500398 h 593532"/>
              <a:gd name="connsiteX63" fmla="*/ 2844800 w 8017934"/>
              <a:gd name="connsiteY63" fmla="*/ 483465 h 593532"/>
              <a:gd name="connsiteX64" fmla="*/ 2861734 w 8017934"/>
              <a:gd name="connsiteY64" fmla="*/ 424198 h 593532"/>
              <a:gd name="connsiteX65" fmla="*/ 2887134 w 8017934"/>
              <a:gd name="connsiteY65" fmla="*/ 263332 h 593532"/>
              <a:gd name="connsiteX66" fmla="*/ 2895600 w 8017934"/>
              <a:gd name="connsiteY66" fmla="*/ 195598 h 593532"/>
              <a:gd name="connsiteX67" fmla="*/ 2929467 w 8017934"/>
              <a:gd name="connsiteY67" fmla="*/ 119398 h 593532"/>
              <a:gd name="connsiteX68" fmla="*/ 2963334 w 8017934"/>
              <a:gd name="connsiteY68" fmla="*/ 102465 h 593532"/>
              <a:gd name="connsiteX69" fmla="*/ 3183467 w 8017934"/>
              <a:gd name="connsiteY69" fmla="*/ 77065 h 593532"/>
              <a:gd name="connsiteX70" fmla="*/ 3293534 w 8017934"/>
              <a:gd name="connsiteY70" fmla="*/ 93998 h 593532"/>
              <a:gd name="connsiteX71" fmla="*/ 3302000 w 8017934"/>
              <a:gd name="connsiteY71" fmla="*/ 127865 h 593532"/>
              <a:gd name="connsiteX72" fmla="*/ 3318934 w 8017934"/>
              <a:gd name="connsiteY72" fmla="*/ 204065 h 593532"/>
              <a:gd name="connsiteX73" fmla="*/ 3335867 w 8017934"/>
              <a:gd name="connsiteY73" fmla="*/ 229465 h 593532"/>
              <a:gd name="connsiteX74" fmla="*/ 3352800 w 8017934"/>
              <a:gd name="connsiteY74" fmla="*/ 288732 h 593532"/>
              <a:gd name="connsiteX75" fmla="*/ 3369734 w 8017934"/>
              <a:gd name="connsiteY75" fmla="*/ 322598 h 593532"/>
              <a:gd name="connsiteX76" fmla="*/ 3386667 w 8017934"/>
              <a:gd name="connsiteY76" fmla="*/ 373398 h 593532"/>
              <a:gd name="connsiteX77" fmla="*/ 3395134 w 8017934"/>
              <a:gd name="connsiteY77" fmla="*/ 398798 h 593532"/>
              <a:gd name="connsiteX78" fmla="*/ 3412067 w 8017934"/>
              <a:gd name="connsiteY78" fmla="*/ 415732 h 593532"/>
              <a:gd name="connsiteX79" fmla="*/ 3437467 w 8017934"/>
              <a:gd name="connsiteY79" fmla="*/ 500398 h 593532"/>
              <a:gd name="connsiteX80" fmla="*/ 3454400 w 8017934"/>
              <a:gd name="connsiteY80" fmla="*/ 525798 h 593532"/>
              <a:gd name="connsiteX81" fmla="*/ 3462867 w 8017934"/>
              <a:gd name="connsiteY81" fmla="*/ 551198 h 593532"/>
              <a:gd name="connsiteX82" fmla="*/ 3505200 w 8017934"/>
              <a:gd name="connsiteY82" fmla="*/ 593532 h 593532"/>
              <a:gd name="connsiteX83" fmla="*/ 3683000 w 8017934"/>
              <a:gd name="connsiteY83" fmla="*/ 576598 h 593532"/>
              <a:gd name="connsiteX84" fmla="*/ 3708400 w 8017934"/>
              <a:gd name="connsiteY84" fmla="*/ 568132 h 593532"/>
              <a:gd name="connsiteX85" fmla="*/ 3683000 w 8017934"/>
              <a:gd name="connsiteY85" fmla="*/ 559665 h 593532"/>
              <a:gd name="connsiteX86" fmla="*/ 3810000 w 8017934"/>
              <a:gd name="connsiteY86" fmla="*/ 525798 h 593532"/>
              <a:gd name="connsiteX87" fmla="*/ 4004734 w 8017934"/>
              <a:gd name="connsiteY87" fmla="*/ 551198 h 593532"/>
              <a:gd name="connsiteX88" fmla="*/ 4174067 w 8017934"/>
              <a:gd name="connsiteY88" fmla="*/ 542732 h 593532"/>
              <a:gd name="connsiteX89" fmla="*/ 4191000 w 8017934"/>
              <a:gd name="connsiteY89" fmla="*/ 525798 h 593532"/>
              <a:gd name="connsiteX90" fmla="*/ 4199467 w 8017934"/>
              <a:gd name="connsiteY90" fmla="*/ 500398 h 593532"/>
              <a:gd name="connsiteX91" fmla="*/ 4216400 w 8017934"/>
              <a:gd name="connsiteY91" fmla="*/ 466532 h 593532"/>
              <a:gd name="connsiteX92" fmla="*/ 4216400 w 8017934"/>
              <a:gd name="connsiteY92" fmla="*/ 178665 h 593532"/>
              <a:gd name="connsiteX93" fmla="*/ 4224867 w 8017934"/>
              <a:gd name="connsiteY93" fmla="*/ 153265 h 593532"/>
              <a:gd name="connsiteX94" fmla="*/ 5067336 w 8017934"/>
              <a:gd name="connsiteY94" fmla="*/ 134684 h 593532"/>
              <a:gd name="connsiteX95" fmla="*/ 5164667 w 8017934"/>
              <a:gd name="connsiteY95" fmla="*/ 339532 h 593532"/>
              <a:gd name="connsiteX96" fmla="*/ 5190067 w 8017934"/>
              <a:gd name="connsiteY96" fmla="*/ 390332 h 593532"/>
              <a:gd name="connsiteX97" fmla="*/ 5207000 w 8017934"/>
              <a:gd name="connsiteY97" fmla="*/ 441132 h 593532"/>
              <a:gd name="connsiteX98" fmla="*/ 5274734 w 8017934"/>
              <a:gd name="connsiteY98" fmla="*/ 483465 h 593532"/>
              <a:gd name="connsiteX99" fmla="*/ 5317067 w 8017934"/>
              <a:gd name="connsiteY99" fmla="*/ 525798 h 593532"/>
              <a:gd name="connsiteX100" fmla="*/ 5308600 w 8017934"/>
              <a:gd name="connsiteY100" fmla="*/ 517332 h 593532"/>
              <a:gd name="connsiteX101" fmla="*/ 5342467 w 8017934"/>
              <a:gd name="connsiteY101" fmla="*/ 500398 h 593532"/>
              <a:gd name="connsiteX102" fmla="*/ 5401734 w 8017934"/>
              <a:gd name="connsiteY102" fmla="*/ 483465 h 593532"/>
              <a:gd name="connsiteX103" fmla="*/ 5435600 w 8017934"/>
              <a:gd name="connsiteY103" fmla="*/ 466532 h 593532"/>
              <a:gd name="connsiteX104" fmla="*/ 5537200 w 8017934"/>
              <a:gd name="connsiteY104" fmla="*/ 458065 h 593532"/>
              <a:gd name="connsiteX105" fmla="*/ 5562600 w 8017934"/>
              <a:gd name="connsiteY105" fmla="*/ 407265 h 593532"/>
              <a:gd name="connsiteX106" fmla="*/ 5579534 w 8017934"/>
              <a:gd name="connsiteY106" fmla="*/ 373398 h 593532"/>
              <a:gd name="connsiteX107" fmla="*/ 5613400 w 8017934"/>
              <a:gd name="connsiteY107" fmla="*/ 314132 h 593532"/>
              <a:gd name="connsiteX108" fmla="*/ 5621867 w 8017934"/>
              <a:gd name="connsiteY108" fmla="*/ 280265 h 593532"/>
              <a:gd name="connsiteX109" fmla="*/ 5630334 w 8017934"/>
              <a:gd name="connsiteY109" fmla="*/ 170198 h 593532"/>
              <a:gd name="connsiteX110" fmla="*/ 5638800 w 8017934"/>
              <a:gd name="connsiteY110" fmla="*/ 136332 h 593532"/>
              <a:gd name="connsiteX111" fmla="*/ 5689600 w 8017934"/>
              <a:gd name="connsiteY111" fmla="*/ 93998 h 593532"/>
              <a:gd name="connsiteX112" fmla="*/ 5731934 w 8017934"/>
              <a:gd name="connsiteY112" fmla="*/ 85532 h 593532"/>
              <a:gd name="connsiteX113" fmla="*/ 5892800 w 8017934"/>
              <a:gd name="connsiteY113" fmla="*/ 93998 h 593532"/>
              <a:gd name="connsiteX114" fmla="*/ 5918200 w 8017934"/>
              <a:gd name="connsiteY114" fmla="*/ 110932 h 593532"/>
              <a:gd name="connsiteX115" fmla="*/ 5960534 w 8017934"/>
              <a:gd name="connsiteY115" fmla="*/ 153265 h 593532"/>
              <a:gd name="connsiteX116" fmla="*/ 6019800 w 8017934"/>
              <a:gd name="connsiteY116" fmla="*/ 187132 h 593532"/>
              <a:gd name="connsiteX117" fmla="*/ 6028267 w 8017934"/>
              <a:gd name="connsiteY117" fmla="*/ 220998 h 593532"/>
              <a:gd name="connsiteX118" fmla="*/ 6062134 w 8017934"/>
              <a:gd name="connsiteY118" fmla="*/ 263332 h 593532"/>
              <a:gd name="connsiteX119" fmla="*/ 6079067 w 8017934"/>
              <a:gd name="connsiteY119" fmla="*/ 288732 h 593532"/>
              <a:gd name="connsiteX120" fmla="*/ 6104467 w 8017934"/>
              <a:gd name="connsiteY120" fmla="*/ 314132 h 593532"/>
              <a:gd name="connsiteX121" fmla="*/ 6138334 w 8017934"/>
              <a:gd name="connsiteY121" fmla="*/ 364932 h 593532"/>
              <a:gd name="connsiteX122" fmla="*/ 6155267 w 8017934"/>
              <a:gd name="connsiteY122" fmla="*/ 458065 h 593532"/>
              <a:gd name="connsiteX123" fmla="*/ 6180667 w 8017934"/>
              <a:gd name="connsiteY123" fmla="*/ 474998 h 593532"/>
              <a:gd name="connsiteX124" fmla="*/ 6197600 w 8017934"/>
              <a:gd name="connsiteY124" fmla="*/ 517332 h 593532"/>
              <a:gd name="connsiteX125" fmla="*/ 6214534 w 8017934"/>
              <a:gd name="connsiteY125" fmla="*/ 534265 h 593532"/>
              <a:gd name="connsiteX126" fmla="*/ 6409267 w 8017934"/>
              <a:gd name="connsiteY126" fmla="*/ 576598 h 593532"/>
              <a:gd name="connsiteX127" fmla="*/ 6443134 w 8017934"/>
              <a:gd name="connsiteY127" fmla="*/ 551198 h 593532"/>
              <a:gd name="connsiteX128" fmla="*/ 7035800 w 8017934"/>
              <a:gd name="connsiteY128" fmla="*/ 491932 h 593532"/>
              <a:gd name="connsiteX129" fmla="*/ 7171267 w 8017934"/>
              <a:gd name="connsiteY129" fmla="*/ 525798 h 593532"/>
              <a:gd name="connsiteX130" fmla="*/ 7239000 w 8017934"/>
              <a:gd name="connsiteY130" fmla="*/ 542732 h 593532"/>
              <a:gd name="connsiteX131" fmla="*/ 7416800 w 8017934"/>
              <a:gd name="connsiteY131" fmla="*/ 508865 h 593532"/>
              <a:gd name="connsiteX132" fmla="*/ 7425267 w 8017934"/>
              <a:gd name="connsiteY132" fmla="*/ 466532 h 593532"/>
              <a:gd name="connsiteX133" fmla="*/ 7433734 w 8017934"/>
              <a:gd name="connsiteY133" fmla="*/ 373398 h 593532"/>
              <a:gd name="connsiteX134" fmla="*/ 7450667 w 8017934"/>
              <a:gd name="connsiteY134" fmla="*/ 347998 h 593532"/>
              <a:gd name="connsiteX135" fmla="*/ 7459134 w 8017934"/>
              <a:gd name="connsiteY135" fmla="*/ 305665 h 593532"/>
              <a:gd name="connsiteX136" fmla="*/ 7467600 w 8017934"/>
              <a:gd name="connsiteY136" fmla="*/ 280265 h 593532"/>
              <a:gd name="connsiteX137" fmla="*/ 7476067 w 8017934"/>
              <a:gd name="connsiteY137" fmla="*/ 246398 h 593532"/>
              <a:gd name="connsiteX138" fmla="*/ 7526867 w 8017934"/>
              <a:gd name="connsiteY138" fmla="*/ 229465 h 593532"/>
              <a:gd name="connsiteX139" fmla="*/ 7569200 w 8017934"/>
              <a:gd name="connsiteY139" fmla="*/ 187132 h 593532"/>
              <a:gd name="connsiteX140" fmla="*/ 7611534 w 8017934"/>
              <a:gd name="connsiteY140" fmla="*/ 153265 h 593532"/>
              <a:gd name="connsiteX141" fmla="*/ 7645400 w 8017934"/>
              <a:gd name="connsiteY141" fmla="*/ 127865 h 593532"/>
              <a:gd name="connsiteX142" fmla="*/ 7653867 w 8017934"/>
              <a:gd name="connsiteY142" fmla="*/ 102465 h 593532"/>
              <a:gd name="connsiteX143" fmla="*/ 7730067 w 8017934"/>
              <a:gd name="connsiteY143" fmla="*/ 68598 h 593532"/>
              <a:gd name="connsiteX144" fmla="*/ 7823200 w 8017934"/>
              <a:gd name="connsiteY144" fmla="*/ 43198 h 593532"/>
              <a:gd name="connsiteX145" fmla="*/ 7907867 w 8017934"/>
              <a:gd name="connsiteY145" fmla="*/ 9332 h 593532"/>
              <a:gd name="connsiteX146" fmla="*/ 7941734 w 8017934"/>
              <a:gd name="connsiteY146" fmla="*/ 865 h 593532"/>
              <a:gd name="connsiteX147" fmla="*/ 8017934 w 8017934"/>
              <a:gd name="connsiteY147" fmla="*/ 865 h 593532"/>
              <a:gd name="connsiteX0" fmla="*/ 0 w 8017934"/>
              <a:gd name="connsiteY0" fmla="*/ 559665 h 593532"/>
              <a:gd name="connsiteX1" fmla="*/ 491067 w 8017934"/>
              <a:gd name="connsiteY1" fmla="*/ 551198 h 593532"/>
              <a:gd name="connsiteX2" fmla="*/ 508000 w 8017934"/>
              <a:gd name="connsiteY2" fmla="*/ 525798 h 593532"/>
              <a:gd name="connsiteX3" fmla="*/ 533400 w 8017934"/>
              <a:gd name="connsiteY3" fmla="*/ 508865 h 593532"/>
              <a:gd name="connsiteX4" fmla="*/ 567267 w 8017934"/>
              <a:gd name="connsiteY4" fmla="*/ 474998 h 593532"/>
              <a:gd name="connsiteX5" fmla="*/ 575734 w 8017934"/>
              <a:gd name="connsiteY5" fmla="*/ 449598 h 593532"/>
              <a:gd name="connsiteX6" fmla="*/ 584200 w 8017934"/>
              <a:gd name="connsiteY6" fmla="*/ 407265 h 593532"/>
              <a:gd name="connsiteX7" fmla="*/ 601134 w 8017934"/>
              <a:gd name="connsiteY7" fmla="*/ 381865 h 593532"/>
              <a:gd name="connsiteX8" fmla="*/ 618067 w 8017934"/>
              <a:gd name="connsiteY8" fmla="*/ 305665 h 593532"/>
              <a:gd name="connsiteX9" fmla="*/ 626534 w 8017934"/>
              <a:gd name="connsiteY9" fmla="*/ 280265 h 593532"/>
              <a:gd name="connsiteX10" fmla="*/ 643467 w 8017934"/>
              <a:gd name="connsiteY10" fmla="*/ 246398 h 593532"/>
              <a:gd name="connsiteX11" fmla="*/ 660400 w 8017934"/>
              <a:gd name="connsiteY11" fmla="*/ 187132 h 593532"/>
              <a:gd name="connsiteX12" fmla="*/ 677334 w 8017934"/>
              <a:gd name="connsiteY12" fmla="*/ 170198 h 593532"/>
              <a:gd name="connsiteX13" fmla="*/ 702734 w 8017934"/>
              <a:gd name="connsiteY13" fmla="*/ 110932 h 593532"/>
              <a:gd name="connsiteX14" fmla="*/ 795867 w 8017934"/>
              <a:gd name="connsiteY14" fmla="*/ 68598 h 593532"/>
              <a:gd name="connsiteX15" fmla="*/ 922867 w 8017934"/>
              <a:gd name="connsiteY15" fmla="*/ 85532 h 593532"/>
              <a:gd name="connsiteX16" fmla="*/ 948267 w 8017934"/>
              <a:gd name="connsiteY16" fmla="*/ 93998 h 593532"/>
              <a:gd name="connsiteX17" fmla="*/ 965200 w 8017934"/>
              <a:gd name="connsiteY17" fmla="*/ 144798 h 593532"/>
              <a:gd name="connsiteX18" fmla="*/ 982134 w 8017934"/>
              <a:gd name="connsiteY18" fmla="*/ 220998 h 593532"/>
              <a:gd name="connsiteX19" fmla="*/ 990600 w 8017934"/>
              <a:gd name="connsiteY19" fmla="*/ 246398 h 593532"/>
              <a:gd name="connsiteX20" fmla="*/ 1007534 w 8017934"/>
              <a:gd name="connsiteY20" fmla="*/ 314132 h 593532"/>
              <a:gd name="connsiteX21" fmla="*/ 1041400 w 8017934"/>
              <a:gd name="connsiteY21" fmla="*/ 364932 h 593532"/>
              <a:gd name="connsiteX22" fmla="*/ 1058334 w 8017934"/>
              <a:gd name="connsiteY22" fmla="*/ 534265 h 593532"/>
              <a:gd name="connsiteX23" fmla="*/ 1083734 w 8017934"/>
              <a:gd name="connsiteY23" fmla="*/ 551198 h 593532"/>
              <a:gd name="connsiteX24" fmla="*/ 1227667 w 8017934"/>
              <a:gd name="connsiteY24" fmla="*/ 559665 h 593532"/>
              <a:gd name="connsiteX25" fmla="*/ 1405467 w 8017934"/>
              <a:gd name="connsiteY25" fmla="*/ 542732 h 593532"/>
              <a:gd name="connsiteX26" fmla="*/ 1439334 w 8017934"/>
              <a:gd name="connsiteY26" fmla="*/ 534265 h 593532"/>
              <a:gd name="connsiteX27" fmla="*/ 1464734 w 8017934"/>
              <a:gd name="connsiteY27" fmla="*/ 517332 h 593532"/>
              <a:gd name="connsiteX28" fmla="*/ 1481667 w 8017934"/>
              <a:gd name="connsiteY28" fmla="*/ 491932 h 593532"/>
              <a:gd name="connsiteX29" fmla="*/ 1490134 w 8017934"/>
              <a:gd name="connsiteY29" fmla="*/ 373398 h 593532"/>
              <a:gd name="connsiteX30" fmla="*/ 1498600 w 8017934"/>
              <a:gd name="connsiteY30" fmla="*/ 339532 h 593532"/>
              <a:gd name="connsiteX31" fmla="*/ 1515534 w 8017934"/>
              <a:gd name="connsiteY31" fmla="*/ 322598 h 593532"/>
              <a:gd name="connsiteX32" fmla="*/ 1524000 w 8017934"/>
              <a:gd name="connsiteY32" fmla="*/ 288732 h 593532"/>
              <a:gd name="connsiteX33" fmla="*/ 1532467 w 8017934"/>
              <a:gd name="connsiteY33" fmla="*/ 263332 h 593532"/>
              <a:gd name="connsiteX34" fmla="*/ 1540934 w 8017934"/>
              <a:gd name="connsiteY34" fmla="*/ 220998 h 593532"/>
              <a:gd name="connsiteX35" fmla="*/ 1557867 w 8017934"/>
              <a:gd name="connsiteY35" fmla="*/ 187132 h 593532"/>
              <a:gd name="connsiteX36" fmla="*/ 1574800 w 8017934"/>
              <a:gd name="connsiteY36" fmla="*/ 127865 h 593532"/>
              <a:gd name="connsiteX37" fmla="*/ 1608667 w 8017934"/>
              <a:gd name="connsiteY37" fmla="*/ 93998 h 593532"/>
              <a:gd name="connsiteX38" fmla="*/ 1634067 w 8017934"/>
              <a:gd name="connsiteY38" fmla="*/ 77065 h 593532"/>
              <a:gd name="connsiteX39" fmla="*/ 1667934 w 8017934"/>
              <a:gd name="connsiteY39" fmla="*/ 68598 h 593532"/>
              <a:gd name="connsiteX40" fmla="*/ 1693334 w 8017934"/>
              <a:gd name="connsiteY40" fmla="*/ 60132 h 593532"/>
              <a:gd name="connsiteX41" fmla="*/ 1718734 w 8017934"/>
              <a:gd name="connsiteY41" fmla="*/ 68598 h 593532"/>
              <a:gd name="connsiteX42" fmla="*/ 1761067 w 8017934"/>
              <a:gd name="connsiteY42" fmla="*/ 85532 h 593532"/>
              <a:gd name="connsiteX43" fmla="*/ 1811867 w 8017934"/>
              <a:gd name="connsiteY43" fmla="*/ 93998 h 593532"/>
              <a:gd name="connsiteX44" fmla="*/ 2192867 w 8017934"/>
              <a:gd name="connsiteY44" fmla="*/ 93998 h 593532"/>
              <a:gd name="connsiteX45" fmla="*/ 2311400 w 8017934"/>
              <a:gd name="connsiteY45" fmla="*/ 102465 h 593532"/>
              <a:gd name="connsiteX46" fmla="*/ 2345267 w 8017934"/>
              <a:gd name="connsiteY46" fmla="*/ 170198 h 593532"/>
              <a:gd name="connsiteX47" fmla="*/ 2345267 w 8017934"/>
              <a:gd name="connsiteY47" fmla="*/ 170198 h 593532"/>
              <a:gd name="connsiteX48" fmla="*/ 2379134 w 8017934"/>
              <a:gd name="connsiteY48" fmla="*/ 246398 h 593532"/>
              <a:gd name="connsiteX49" fmla="*/ 2404534 w 8017934"/>
              <a:gd name="connsiteY49" fmla="*/ 297198 h 593532"/>
              <a:gd name="connsiteX50" fmla="*/ 2421467 w 8017934"/>
              <a:gd name="connsiteY50" fmla="*/ 356465 h 593532"/>
              <a:gd name="connsiteX51" fmla="*/ 2438400 w 8017934"/>
              <a:gd name="connsiteY51" fmla="*/ 390332 h 593532"/>
              <a:gd name="connsiteX52" fmla="*/ 2455334 w 8017934"/>
              <a:gd name="connsiteY52" fmla="*/ 441132 h 593532"/>
              <a:gd name="connsiteX53" fmla="*/ 2463800 w 8017934"/>
              <a:gd name="connsiteY53" fmla="*/ 466532 h 593532"/>
              <a:gd name="connsiteX54" fmla="*/ 2480734 w 8017934"/>
              <a:gd name="connsiteY54" fmla="*/ 483465 h 593532"/>
              <a:gd name="connsiteX55" fmla="*/ 2523067 w 8017934"/>
              <a:gd name="connsiteY55" fmla="*/ 559665 h 593532"/>
              <a:gd name="connsiteX56" fmla="*/ 2582334 w 8017934"/>
              <a:gd name="connsiteY56" fmla="*/ 568132 h 593532"/>
              <a:gd name="connsiteX57" fmla="*/ 2599267 w 8017934"/>
              <a:gd name="connsiteY57" fmla="*/ 525798 h 593532"/>
              <a:gd name="connsiteX58" fmla="*/ 2616200 w 8017934"/>
              <a:gd name="connsiteY58" fmla="*/ 500398 h 593532"/>
              <a:gd name="connsiteX59" fmla="*/ 2658534 w 8017934"/>
              <a:gd name="connsiteY59" fmla="*/ 508865 h 593532"/>
              <a:gd name="connsiteX60" fmla="*/ 2751667 w 8017934"/>
              <a:gd name="connsiteY60" fmla="*/ 534265 h 593532"/>
              <a:gd name="connsiteX61" fmla="*/ 2777067 w 8017934"/>
              <a:gd name="connsiteY61" fmla="*/ 551198 h 593532"/>
              <a:gd name="connsiteX62" fmla="*/ 2802467 w 8017934"/>
              <a:gd name="connsiteY62" fmla="*/ 500398 h 593532"/>
              <a:gd name="connsiteX63" fmla="*/ 2844800 w 8017934"/>
              <a:gd name="connsiteY63" fmla="*/ 483465 h 593532"/>
              <a:gd name="connsiteX64" fmla="*/ 2861734 w 8017934"/>
              <a:gd name="connsiteY64" fmla="*/ 424198 h 593532"/>
              <a:gd name="connsiteX65" fmla="*/ 2887134 w 8017934"/>
              <a:gd name="connsiteY65" fmla="*/ 263332 h 593532"/>
              <a:gd name="connsiteX66" fmla="*/ 2895600 w 8017934"/>
              <a:gd name="connsiteY66" fmla="*/ 195598 h 593532"/>
              <a:gd name="connsiteX67" fmla="*/ 2929467 w 8017934"/>
              <a:gd name="connsiteY67" fmla="*/ 119398 h 593532"/>
              <a:gd name="connsiteX68" fmla="*/ 2963334 w 8017934"/>
              <a:gd name="connsiteY68" fmla="*/ 102465 h 593532"/>
              <a:gd name="connsiteX69" fmla="*/ 3183467 w 8017934"/>
              <a:gd name="connsiteY69" fmla="*/ 77065 h 593532"/>
              <a:gd name="connsiteX70" fmla="*/ 3293534 w 8017934"/>
              <a:gd name="connsiteY70" fmla="*/ 93998 h 593532"/>
              <a:gd name="connsiteX71" fmla="*/ 3302000 w 8017934"/>
              <a:gd name="connsiteY71" fmla="*/ 127865 h 593532"/>
              <a:gd name="connsiteX72" fmla="*/ 3318934 w 8017934"/>
              <a:gd name="connsiteY72" fmla="*/ 204065 h 593532"/>
              <a:gd name="connsiteX73" fmla="*/ 3335867 w 8017934"/>
              <a:gd name="connsiteY73" fmla="*/ 229465 h 593532"/>
              <a:gd name="connsiteX74" fmla="*/ 3352800 w 8017934"/>
              <a:gd name="connsiteY74" fmla="*/ 288732 h 593532"/>
              <a:gd name="connsiteX75" fmla="*/ 3369734 w 8017934"/>
              <a:gd name="connsiteY75" fmla="*/ 322598 h 593532"/>
              <a:gd name="connsiteX76" fmla="*/ 3386667 w 8017934"/>
              <a:gd name="connsiteY76" fmla="*/ 373398 h 593532"/>
              <a:gd name="connsiteX77" fmla="*/ 3395134 w 8017934"/>
              <a:gd name="connsiteY77" fmla="*/ 398798 h 593532"/>
              <a:gd name="connsiteX78" fmla="*/ 3412067 w 8017934"/>
              <a:gd name="connsiteY78" fmla="*/ 415732 h 593532"/>
              <a:gd name="connsiteX79" fmla="*/ 3437467 w 8017934"/>
              <a:gd name="connsiteY79" fmla="*/ 500398 h 593532"/>
              <a:gd name="connsiteX80" fmla="*/ 3454400 w 8017934"/>
              <a:gd name="connsiteY80" fmla="*/ 525798 h 593532"/>
              <a:gd name="connsiteX81" fmla="*/ 3462867 w 8017934"/>
              <a:gd name="connsiteY81" fmla="*/ 551198 h 593532"/>
              <a:gd name="connsiteX82" fmla="*/ 3505200 w 8017934"/>
              <a:gd name="connsiteY82" fmla="*/ 593532 h 593532"/>
              <a:gd name="connsiteX83" fmla="*/ 3683000 w 8017934"/>
              <a:gd name="connsiteY83" fmla="*/ 576598 h 593532"/>
              <a:gd name="connsiteX84" fmla="*/ 3708400 w 8017934"/>
              <a:gd name="connsiteY84" fmla="*/ 568132 h 593532"/>
              <a:gd name="connsiteX85" fmla="*/ 3683000 w 8017934"/>
              <a:gd name="connsiteY85" fmla="*/ 559665 h 593532"/>
              <a:gd name="connsiteX86" fmla="*/ 3810000 w 8017934"/>
              <a:gd name="connsiteY86" fmla="*/ 525798 h 593532"/>
              <a:gd name="connsiteX87" fmla="*/ 4004734 w 8017934"/>
              <a:gd name="connsiteY87" fmla="*/ 551198 h 593532"/>
              <a:gd name="connsiteX88" fmla="*/ 4174067 w 8017934"/>
              <a:gd name="connsiteY88" fmla="*/ 542732 h 593532"/>
              <a:gd name="connsiteX89" fmla="*/ 4191000 w 8017934"/>
              <a:gd name="connsiteY89" fmla="*/ 525798 h 593532"/>
              <a:gd name="connsiteX90" fmla="*/ 4199467 w 8017934"/>
              <a:gd name="connsiteY90" fmla="*/ 500398 h 593532"/>
              <a:gd name="connsiteX91" fmla="*/ 4216400 w 8017934"/>
              <a:gd name="connsiteY91" fmla="*/ 466532 h 593532"/>
              <a:gd name="connsiteX92" fmla="*/ 4216400 w 8017934"/>
              <a:gd name="connsiteY92" fmla="*/ 178665 h 593532"/>
              <a:gd name="connsiteX93" fmla="*/ 5067336 w 8017934"/>
              <a:gd name="connsiteY93" fmla="*/ 134684 h 593532"/>
              <a:gd name="connsiteX94" fmla="*/ 5164667 w 8017934"/>
              <a:gd name="connsiteY94" fmla="*/ 339532 h 593532"/>
              <a:gd name="connsiteX95" fmla="*/ 5190067 w 8017934"/>
              <a:gd name="connsiteY95" fmla="*/ 390332 h 593532"/>
              <a:gd name="connsiteX96" fmla="*/ 5207000 w 8017934"/>
              <a:gd name="connsiteY96" fmla="*/ 441132 h 593532"/>
              <a:gd name="connsiteX97" fmla="*/ 5274734 w 8017934"/>
              <a:gd name="connsiteY97" fmla="*/ 483465 h 593532"/>
              <a:gd name="connsiteX98" fmla="*/ 5317067 w 8017934"/>
              <a:gd name="connsiteY98" fmla="*/ 525798 h 593532"/>
              <a:gd name="connsiteX99" fmla="*/ 5308600 w 8017934"/>
              <a:gd name="connsiteY99" fmla="*/ 517332 h 593532"/>
              <a:gd name="connsiteX100" fmla="*/ 5342467 w 8017934"/>
              <a:gd name="connsiteY100" fmla="*/ 500398 h 593532"/>
              <a:gd name="connsiteX101" fmla="*/ 5401734 w 8017934"/>
              <a:gd name="connsiteY101" fmla="*/ 483465 h 593532"/>
              <a:gd name="connsiteX102" fmla="*/ 5435600 w 8017934"/>
              <a:gd name="connsiteY102" fmla="*/ 466532 h 593532"/>
              <a:gd name="connsiteX103" fmla="*/ 5537200 w 8017934"/>
              <a:gd name="connsiteY103" fmla="*/ 458065 h 593532"/>
              <a:gd name="connsiteX104" fmla="*/ 5562600 w 8017934"/>
              <a:gd name="connsiteY104" fmla="*/ 407265 h 593532"/>
              <a:gd name="connsiteX105" fmla="*/ 5579534 w 8017934"/>
              <a:gd name="connsiteY105" fmla="*/ 373398 h 593532"/>
              <a:gd name="connsiteX106" fmla="*/ 5613400 w 8017934"/>
              <a:gd name="connsiteY106" fmla="*/ 314132 h 593532"/>
              <a:gd name="connsiteX107" fmla="*/ 5621867 w 8017934"/>
              <a:gd name="connsiteY107" fmla="*/ 280265 h 593532"/>
              <a:gd name="connsiteX108" fmla="*/ 5630334 w 8017934"/>
              <a:gd name="connsiteY108" fmla="*/ 170198 h 593532"/>
              <a:gd name="connsiteX109" fmla="*/ 5638800 w 8017934"/>
              <a:gd name="connsiteY109" fmla="*/ 136332 h 593532"/>
              <a:gd name="connsiteX110" fmla="*/ 5689600 w 8017934"/>
              <a:gd name="connsiteY110" fmla="*/ 93998 h 593532"/>
              <a:gd name="connsiteX111" fmla="*/ 5731934 w 8017934"/>
              <a:gd name="connsiteY111" fmla="*/ 85532 h 593532"/>
              <a:gd name="connsiteX112" fmla="*/ 5892800 w 8017934"/>
              <a:gd name="connsiteY112" fmla="*/ 93998 h 593532"/>
              <a:gd name="connsiteX113" fmla="*/ 5918200 w 8017934"/>
              <a:gd name="connsiteY113" fmla="*/ 110932 h 593532"/>
              <a:gd name="connsiteX114" fmla="*/ 5960534 w 8017934"/>
              <a:gd name="connsiteY114" fmla="*/ 153265 h 593532"/>
              <a:gd name="connsiteX115" fmla="*/ 6019800 w 8017934"/>
              <a:gd name="connsiteY115" fmla="*/ 187132 h 593532"/>
              <a:gd name="connsiteX116" fmla="*/ 6028267 w 8017934"/>
              <a:gd name="connsiteY116" fmla="*/ 220998 h 593532"/>
              <a:gd name="connsiteX117" fmla="*/ 6062134 w 8017934"/>
              <a:gd name="connsiteY117" fmla="*/ 263332 h 593532"/>
              <a:gd name="connsiteX118" fmla="*/ 6079067 w 8017934"/>
              <a:gd name="connsiteY118" fmla="*/ 288732 h 593532"/>
              <a:gd name="connsiteX119" fmla="*/ 6104467 w 8017934"/>
              <a:gd name="connsiteY119" fmla="*/ 314132 h 593532"/>
              <a:gd name="connsiteX120" fmla="*/ 6138334 w 8017934"/>
              <a:gd name="connsiteY120" fmla="*/ 364932 h 593532"/>
              <a:gd name="connsiteX121" fmla="*/ 6155267 w 8017934"/>
              <a:gd name="connsiteY121" fmla="*/ 458065 h 593532"/>
              <a:gd name="connsiteX122" fmla="*/ 6180667 w 8017934"/>
              <a:gd name="connsiteY122" fmla="*/ 474998 h 593532"/>
              <a:gd name="connsiteX123" fmla="*/ 6197600 w 8017934"/>
              <a:gd name="connsiteY123" fmla="*/ 517332 h 593532"/>
              <a:gd name="connsiteX124" fmla="*/ 6214534 w 8017934"/>
              <a:gd name="connsiteY124" fmla="*/ 534265 h 593532"/>
              <a:gd name="connsiteX125" fmla="*/ 6409267 w 8017934"/>
              <a:gd name="connsiteY125" fmla="*/ 576598 h 593532"/>
              <a:gd name="connsiteX126" fmla="*/ 6443134 w 8017934"/>
              <a:gd name="connsiteY126" fmla="*/ 551198 h 593532"/>
              <a:gd name="connsiteX127" fmla="*/ 7035800 w 8017934"/>
              <a:gd name="connsiteY127" fmla="*/ 491932 h 593532"/>
              <a:gd name="connsiteX128" fmla="*/ 7171267 w 8017934"/>
              <a:gd name="connsiteY128" fmla="*/ 525798 h 593532"/>
              <a:gd name="connsiteX129" fmla="*/ 7239000 w 8017934"/>
              <a:gd name="connsiteY129" fmla="*/ 542732 h 593532"/>
              <a:gd name="connsiteX130" fmla="*/ 7416800 w 8017934"/>
              <a:gd name="connsiteY130" fmla="*/ 508865 h 593532"/>
              <a:gd name="connsiteX131" fmla="*/ 7425267 w 8017934"/>
              <a:gd name="connsiteY131" fmla="*/ 466532 h 593532"/>
              <a:gd name="connsiteX132" fmla="*/ 7433734 w 8017934"/>
              <a:gd name="connsiteY132" fmla="*/ 373398 h 593532"/>
              <a:gd name="connsiteX133" fmla="*/ 7450667 w 8017934"/>
              <a:gd name="connsiteY133" fmla="*/ 347998 h 593532"/>
              <a:gd name="connsiteX134" fmla="*/ 7459134 w 8017934"/>
              <a:gd name="connsiteY134" fmla="*/ 305665 h 593532"/>
              <a:gd name="connsiteX135" fmla="*/ 7467600 w 8017934"/>
              <a:gd name="connsiteY135" fmla="*/ 280265 h 593532"/>
              <a:gd name="connsiteX136" fmla="*/ 7476067 w 8017934"/>
              <a:gd name="connsiteY136" fmla="*/ 246398 h 593532"/>
              <a:gd name="connsiteX137" fmla="*/ 7526867 w 8017934"/>
              <a:gd name="connsiteY137" fmla="*/ 229465 h 593532"/>
              <a:gd name="connsiteX138" fmla="*/ 7569200 w 8017934"/>
              <a:gd name="connsiteY138" fmla="*/ 187132 h 593532"/>
              <a:gd name="connsiteX139" fmla="*/ 7611534 w 8017934"/>
              <a:gd name="connsiteY139" fmla="*/ 153265 h 593532"/>
              <a:gd name="connsiteX140" fmla="*/ 7645400 w 8017934"/>
              <a:gd name="connsiteY140" fmla="*/ 127865 h 593532"/>
              <a:gd name="connsiteX141" fmla="*/ 7653867 w 8017934"/>
              <a:gd name="connsiteY141" fmla="*/ 102465 h 593532"/>
              <a:gd name="connsiteX142" fmla="*/ 7730067 w 8017934"/>
              <a:gd name="connsiteY142" fmla="*/ 68598 h 593532"/>
              <a:gd name="connsiteX143" fmla="*/ 7823200 w 8017934"/>
              <a:gd name="connsiteY143" fmla="*/ 43198 h 593532"/>
              <a:gd name="connsiteX144" fmla="*/ 7907867 w 8017934"/>
              <a:gd name="connsiteY144" fmla="*/ 9332 h 593532"/>
              <a:gd name="connsiteX145" fmla="*/ 7941734 w 8017934"/>
              <a:gd name="connsiteY145" fmla="*/ 865 h 593532"/>
              <a:gd name="connsiteX146" fmla="*/ 8017934 w 8017934"/>
              <a:gd name="connsiteY146" fmla="*/ 865 h 593532"/>
              <a:gd name="connsiteX0" fmla="*/ 0 w 8017934"/>
              <a:gd name="connsiteY0" fmla="*/ 559665 h 593532"/>
              <a:gd name="connsiteX1" fmla="*/ 491067 w 8017934"/>
              <a:gd name="connsiteY1" fmla="*/ 551198 h 593532"/>
              <a:gd name="connsiteX2" fmla="*/ 508000 w 8017934"/>
              <a:gd name="connsiteY2" fmla="*/ 525798 h 593532"/>
              <a:gd name="connsiteX3" fmla="*/ 533400 w 8017934"/>
              <a:gd name="connsiteY3" fmla="*/ 508865 h 593532"/>
              <a:gd name="connsiteX4" fmla="*/ 567267 w 8017934"/>
              <a:gd name="connsiteY4" fmla="*/ 474998 h 593532"/>
              <a:gd name="connsiteX5" fmla="*/ 575734 w 8017934"/>
              <a:gd name="connsiteY5" fmla="*/ 449598 h 593532"/>
              <a:gd name="connsiteX6" fmla="*/ 584200 w 8017934"/>
              <a:gd name="connsiteY6" fmla="*/ 407265 h 593532"/>
              <a:gd name="connsiteX7" fmla="*/ 601134 w 8017934"/>
              <a:gd name="connsiteY7" fmla="*/ 381865 h 593532"/>
              <a:gd name="connsiteX8" fmla="*/ 618067 w 8017934"/>
              <a:gd name="connsiteY8" fmla="*/ 305665 h 593532"/>
              <a:gd name="connsiteX9" fmla="*/ 626534 w 8017934"/>
              <a:gd name="connsiteY9" fmla="*/ 280265 h 593532"/>
              <a:gd name="connsiteX10" fmla="*/ 643467 w 8017934"/>
              <a:gd name="connsiteY10" fmla="*/ 246398 h 593532"/>
              <a:gd name="connsiteX11" fmla="*/ 660400 w 8017934"/>
              <a:gd name="connsiteY11" fmla="*/ 187132 h 593532"/>
              <a:gd name="connsiteX12" fmla="*/ 677334 w 8017934"/>
              <a:gd name="connsiteY12" fmla="*/ 170198 h 593532"/>
              <a:gd name="connsiteX13" fmla="*/ 702734 w 8017934"/>
              <a:gd name="connsiteY13" fmla="*/ 110932 h 593532"/>
              <a:gd name="connsiteX14" fmla="*/ 795867 w 8017934"/>
              <a:gd name="connsiteY14" fmla="*/ 68598 h 593532"/>
              <a:gd name="connsiteX15" fmla="*/ 922867 w 8017934"/>
              <a:gd name="connsiteY15" fmla="*/ 85532 h 593532"/>
              <a:gd name="connsiteX16" fmla="*/ 948267 w 8017934"/>
              <a:gd name="connsiteY16" fmla="*/ 93998 h 593532"/>
              <a:gd name="connsiteX17" fmla="*/ 965200 w 8017934"/>
              <a:gd name="connsiteY17" fmla="*/ 144798 h 593532"/>
              <a:gd name="connsiteX18" fmla="*/ 982134 w 8017934"/>
              <a:gd name="connsiteY18" fmla="*/ 220998 h 593532"/>
              <a:gd name="connsiteX19" fmla="*/ 990600 w 8017934"/>
              <a:gd name="connsiteY19" fmla="*/ 246398 h 593532"/>
              <a:gd name="connsiteX20" fmla="*/ 1007534 w 8017934"/>
              <a:gd name="connsiteY20" fmla="*/ 314132 h 593532"/>
              <a:gd name="connsiteX21" fmla="*/ 1041400 w 8017934"/>
              <a:gd name="connsiteY21" fmla="*/ 364932 h 593532"/>
              <a:gd name="connsiteX22" fmla="*/ 1058334 w 8017934"/>
              <a:gd name="connsiteY22" fmla="*/ 534265 h 593532"/>
              <a:gd name="connsiteX23" fmla="*/ 1083734 w 8017934"/>
              <a:gd name="connsiteY23" fmla="*/ 551198 h 593532"/>
              <a:gd name="connsiteX24" fmla="*/ 1227667 w 8017934"/>
              <a:gd name="connsiteY24" fmla="*/ 559665 h 593532"/>
              <a:gd name="connsiteX25" fmla="*/ 1405467 w 8017934"/>
              <a:gd name="connsiteY25" fmla="*/ 542732 h 593532"/>
              <a:gd name="connsiteX26" fmla="*/ 1439334 w 8017934"/>
              <a:gd name="connsiteY26" fmla="*/ 534265 h 593532"/>
              <a:gd name="connsiteX27" fmla="*/ 1464734 w 8017934"/>
              <a:gd name="connsiteY27" fmla="*/ 517332 h 593532"/>
              <a:gd name="connsiteX28" fmla="*/ 1481667 w 8017934"/>
              <a:gd name="connsiteY28" fmla="*/ 491932 h 593532"/>
              <a:gd name="connsiteX29" fmla="*/ 1490134 w 8017934"/>
              <a:gd name="connsiteY29" fmla="*/ 373398 h 593532"/>
              <a:gd name="connsiteX30" fmla="*/ 1498600 w 8017934"/>
              <a:gd name="connsiteY30" fmla="*/ 339532 h 593532"/>
              <a:gd name="connsiteX31" fmla="*/ 1515534 w 8017934"/>
              <a:gd name="connsiteY31" fmla="*/ 322598 h 593532"/>
              <a:gd name="connsiteX32" fmla="*/ 1524000 w 8017934"/>
              <a:gd name="connsiteY32" fmla="*/ 288732 h 593532"/>
              <a:gd name="connsiteX33" fmla="*/ 1532467 w 8017934"/>
              <a:gd name="connsiteY33" fmla="*/ 263332 h 593532"/>
              <a:gd name="connsiteX34" fmla="*/ 1540934 w 8017934"/>
              <a:gd name="connsiteY34" fmla="*/ 220998 h 593532"/>
              <a:gd name="connsiteX35" fmla="*/ 1557867 w 8017934"/>
              <a:gd name="connsiteY35" fmla="*/ 187132 h 593532"/>
              <a:gd name="connsiteX36" fmla="*/ 1574800 w 8017934"/>
              <a:gd name="connsiteY36" fmla="*/ 127865 h 593532"/>
              <a:gd name="connsiteX37" fmla="*/ 1608667 w 8017934"/>
              <a:gd name="connsiteY37" fmla="*/ 93998 h 593532"/>
              <a:gd name="connsiteX38" fmla="*/ 1634067 w 8017934"/>
              <a:gd name="connsiteY38" fmla="*/ 77065 h 593532"/>
              <a:gd name="connsiteX39" fmla="*/ 1667934 w 8017934"/>
              <a:gd name="connsiteY39" fmla="*/ 68598 h 593532"/>
              <a:gd name="connsiteX40" fmla="*/ 1693334 w 8017934"/>
              <a:gd name="connsiteY40" fmla="*/ 60132 h 593532"/>
              <a:gd name="connsiteX41" fmla="*/ 1718734 w 8017934"/>
              <a:gd name="connsiteY41" fmla="*/ 68598 h 593532"/>
              <a:gd name="connsiteX42" fmla="*/ 1761067 w 8017934"/>
              <a:gd name="connsiteY42" fmla="*/ 85532 h 593532"/>
              <a:gd name="connsiteX43" fmla="*/ 1811867 w 8017934"/>
              <a:gd name="connsiteY43" fmla="*/ 93998 h 593532"/>
              <a:gd name="connsiteX44" fmla="*/ 2192867 w 8017934"/>
              <a:gd name="connsiteY44" fmla="*/ 93998 h 593532"/>
              <a:gd name="connsiteX45" fmla="*/ 2311400 w 8017934"/>
              <a:gd name="connsiteY45" fmla="*/ 102465 h 593532"/>
              <a:gd name="connsiteX46" fmla="*/ 2345267 w 8017934"/>
              <a:gd name="connsiteY46" fmla="*/ 170198 h 593532"/>
              <a:gd name="connsiteX47" fmla="*/ 2345267 w 8017934"/>
              <a:gd name="connsiteY47" fmla="*/ 170198 h 593532"/>
              <a:gd name="connsiteX48" fmla="*/ 2379134 w 8017934"/>
              <a:gd name="connsiteY48" fmla="*/ 246398 h 593532"/>
              <a:gd name="connsiteX49" fmla="*/ 2404534 w 8017934"/>
              <a:gd name="connsiteY49" fmla="*/ 297198 h 593532"/>
              <a:gd name="connsiteX50" fmla="*/ 2421467 w 8017934"/>
              <a:gd name="connsiteY50" fmla="*/ 356465 h 593532"/>
              <a:gd name="connsiteX51" fmla="*/ 2438400 w 8017934"/>
              <a:gd name="connsiteY51" fmla="*/ 390332 h 593532"/>
              <a:gd name="connsiteX52" fmla="*/ 2455334 w 8017934"/>
              <a:gd name="connsiteY52" fmla="*/ 441132 h 593532"/>
              <a:gd name="connsiteX53" fmla="*/ 2463800 w 8017934"/>
              <a:gd name="connsiteY53" fmla="*/ 466532 h 593532"/>
              <a:gd name="connsiteX54" fmla="*/ 2480734 w 8017934"/>
              <a:gd name="connsiteY54" fmla="*/ 483465 h 593532"/>
              <a:gd name="connsiteX55" fmla="*/ 2523067 w 8017934"/>
              <a:gd name="connsiteY55" fmla="*/ 559665 h 593532"/>
              <a:gd name="connsiteX56" fmla="*/ 2582334 w 8017934"/>
              <a:gd name="connsiteY56" fmla="*/ 568132 h 593532"/>
              <a:gd name="connsiteX57" fmla="*/ 2599267 w 8017934"/>
              <a:gd name="connsiteY57" fmla="*/ 525798 h 593532"/>
              <a:gd name="connsiteX58" fmla="*/ 2616200 w 8017934"/>
              <a:gd name="connsiteY58" fmla="*/ 500398 h 593532"/>
              <a:gd name="connsiteX59" fmla="*/ 2658534 w 8017934"/>
              <a:gd name="connsiteY59" fmla="*/ 508865 h 593532"/>
              <a:gd name="connsiteX60" fmla="*/ 2751667 w 8017934"/>
              <a:gd name="connsiteY60" fmla="*/ 534265 h 593532"/>
              <a:gd name="connsiteX61" fmla="*/ 2777067 w 8017934"/>
              <a:gd name="connsiteY61" fmla="*/ 551198 h 593532"/>
              <a:gd name="connsiteX62" fmla="*/ 2802467 w 8017934"/>
              <a:gd name="connsiteY62" fmla="*/ 500398 h 593532"/>
              <a:gd name="connsiteX63" fmla="*/ 2844800 w 8017934"/>
              <a:gd name="connsiteY63" fmla="*/ 483465 h 593532"/>
              <a:gd name="connsiteX64" fmla="*/ 2861734 w 8017934"/>
              <a:gd name="connsiteY64" fmla="*/ 424198 h 593532"/>
              <a:gd name="connsiteX65" fmla="*/ 2887134 w 8017934"/>
              <a:gd name="connsiteY65" fmla="*/ 263332 h 593532"/>
              <a:gd name="connsiteX66" fmla="*/ 2895600 w 8017934"/>
              <a:gd name="connsiteY66" fmla="*/ 195598 h 593532"/>
              <a:gd name="connsiteX67" fmla="*/ 2929467 w 8017934"/>
              <a:gd name="connsiteY67" fmla="*/ 119398 h 593532"/>
              <a:gd name="connsiteX68" fmla="*/ 2963334 w 8017934"/>
              <a:gd name="connsiteY68" fmla="*/ 102465 h 593532"/>
              <a:gd name="connsiteX69" fmla="*/ 3183467 w 8017934"/>
              <a:gd name="connsiteY69" fmla="*/ 77065 h 593532"/>
              <a:gd name="connsiteX70" fmla="*/ 3293534 w 8017934"/>
              <a:gd name="connsiteY70" fmla="*/ 93998 h 593532"/>
              <a:gd name="connsiteX71" fmla="*/ 3302000 w 8017934"/>
              <a:gd name="connsiteY71" fmla="*/ 127865 h 593532"/>
              <a:gd name="connsiteX72" fmla="*/ 3318934 w 8017934"/>
              <a:gd name="connsiteY72" fmla="*/ 204065 h 593532"/>
              <a:gd name="connsiteX73" fmla="*/ 3335867 w 8017934"/>
              <a:gd name="connsiteY73" fmla="*/ 229465 h 593532"/>
              <a:gd name="connsiteX74" fmla="*/ 3352800 w 8017934"/>
              <a:gd name="connsiteY74" fmla="*/ 288732 h 593532"/>
              <a:gd name="connsiteX75" fmla="*/ 3369734 w 8017934"/>
              <a:gd name="connsiteY75" fmla="*/ 322598 h 593532"/>
              <a:gd name="connsiteX76" fmla="*/ 3386667 w 8017934"/>
              <a:gd name="connsiteY76" fmla="*/ 373398 h 593532"/>
              <a:gd name="connsiteX77" fmla="*/ 3395134 w 8017934"/>
              <a:gd name="connsiteY77" fmla="*/ 398798 h 593532"/>
              <a:gd name="connsiteX78" fmla="*/ 3412067 w 8017934"/>
              <a:gd name="connsiteY78" fmla="*/ 415732 h 593532"/>
              <a:gd name="connsiteX79" fmla="*/ 3437467 w 8017934"/>
              <a:gd name="connsiteY79" fmla="*/ 500398 h 593532"/>
              <a:gd name="connsiteX80" fmla="*/ 3454400 w 8017934"/>
              <a:gd name="connsiteY80" fmla="*/ 525798 h 593532"/>
              <a:gd name="connsiteX81" fmla="*/ 3462867 w 8017934"/>
              <a:gd name="connsiteY81" fmla="*/ 551198 h 593532"/>
              <a:gd name="connsiteX82" fmla="*/ 3505200 w 8017934"/>
              <a:gd name="connsiteY82" fmla="*/ 593532 h 593532"/>
              <a:gd name="connsiteX83" fmla="*/ 3683000 w 8017934"/>
              <a:gd name="connsiteY83" fmla="*/ 576598 h 593532"/>
              <a:gd name="connsiteX84" fmla="*/ 3708400 w 8017934"/>
              <a:gd name="connsiteY84" fmla="*/ 568132 h 593532"/>
              <a:gd name="connsiteX85" fmla="*/ 3683000 w 8017934"/>
              <a:gd name="connsiteY85" fmla="*/ 559665 h 593532"/>
              <a:gd name="connsiteX86" fmla="*/ 3810000 w 8017934"/>
              <a:gd name="connsiteY86" fmla="*/ 525798 h 593532"/>
              <a:gd name="connsiteX87" fmla="*/ 4004734 w 8017934"/>
              <a:gd name="connsiteY87" fmla="*/ 551198 h 593532"/>
              <a:gd name="connsiteX88" fmla="*/ 4174067 w 8017934"/>
              <a:gd name="connsiteY88" fmla="*/ 542732 h 593532"/>
              <a:gd name="connsiteX89" fmla="*/ 4191000 w 8017934"/>
              <a:gd name="connsiteY89" fmla="*/ 525798 h 593532"/>
              <a:gd name="connsiteX90" fmla="*/ 4199467 w 8017934"/>
              <a:gd name="connsiteY90" fmla="*/ 500398 h 593532"/>
              <a:gd name="connsiteX91" fmla="*/ 4216400 w 8017934"/>
              <a:gd name="connsiteY91" fmla="*/ 466532 h 593532"/>
              <a:gd name="connsiteX92" fmla="*/ 4419600 w 8017934"/>
              <a:gd name="connsiteY92" fmla="*/ 110931 h 593532"/>
              <a:gd name="connsiteX93" fmla="*/ 5067336 w 8017934"/>
              <a:gd name="connsiteY93" fmla="*/ 134684 h 593532"/>
              <a:gd name="connsiteX94" fmla="*/ 5164667 w 8017934"/>
              <a:gd name="connsiteY94" fmla="*/ 339532 h 593532"/>
              <a:gd name="connsiteX95" fmla="*/ 5190067 w 8017934"/>
              <a:gd name="connsiteY95" fmla="*/ 390332 h 593532"/>
              <a:gd name="connsiteX96" fmla="*/ 5207000 w 8017934"/>
              <a:gd name="connsiteY96" fmla="*/ 441132 h 593532"/>
              <a:gd name="connsiteX97" fmla="*/ 5274734 w 8017934"/>
              <a:gd name="connsiteY97" fmla="*/ 483465 h 593532"/>
              <a:gd name="connsiteX98" fmla="*/ 5317067 w 8017934"/>
              <a:gd name="connsiteY98" fmla="*/ 525798 h 593532"/>
              <a:gd name="connsiteX99" fmla="*/ 5308600 w 8017934"/>
              <a:gd name="connsiteY99" fmla="*/ 517332 h 593532"/>
              <a:gd name="connsiteX100" fmla="*/ 5342467 w 8017934"/>
              <a:gd name="connsiteY100" fmla="*/ 500398 h 593532"/>
              <a:gd name="connsiteX101" fmla="*/ 5401734 w 8017934"/>
              <a:gd name="connsiteY101" fmla="*/ 483465 h 593532"/>
              <a:gd name="connsiteX102" fmla="*/ 5435600 w 8017934"/>
              <a:gd name="connsiteY102" fmla="*/ 466532 h 593532"/>
              <a:gd name="connsiteX103" fmla="*/ 5537200 w 8017934"/>
              <a:gd name="connsiteY103" fmla="*/ 458065 h 593532"/>
              <a:gd name="connsiteX104" fmla="*/ 5562600 w 8017934"/>
              <a:gd name="connsiteY104" fmla="*/ 407265 h 593532"/>
              <a:gd name="connsiteX105" fmla="*/ 5579534 w 8017934"/>
              <a:gd name="connsiteY105" fmla="*/ 373398 h 593532"/>
              <a:gd name="connsiteX106" fmla="*/ 5613400 w 8017934"/>
              <a:gd name="connsiteY106" fmla="*/ 314132 h 593532"/>
              <a:gd name="connsiteX107" fmla="*/ 5621867 w 8017934"/>
              <a:gd name="connsiteY107" fmla="*/ 280265 h 593532"/>
              <a:gd name="connsiteX108" fmla="*/ 5630334 w 8017934"/>
              <a:gd name="connsiteY108" fmla="*/ 170198 h 593532"/>
              <a:gd name="connsiteX109" fmla="*/ 5638800 w 8017934"/>
              <a:gd name="connsiteY109" fmla="*/ 136332 h 593532"/>
              <a:gd name="connsiteX110" fmla="*/ 5689600 w 8017934"/>
              <a:gd name="connsiteY110" fmla="*/ 93998 h 593532"/>
              <a:gd name="connsiteX111" fmla="*/ 5731934 w 8017934"/>
              <a:gd name="connsiteY111" fmla="*/ 85532 h 593532"/>
              <a:gd name="connsiteX112" fmla="*/ 5892800 w 8017934"/>
              <a:gd name="connsiteY112" fmla="*/ 93998 h 593532"/>
              <a:gd name="connsiteX113" fmla="*/ 5918200 w 8017934"/>
              <a:gd name="connsiteY113" fmla="*/ 110932 h 593532"/>
              <a:gd name="connsiteX114" fmla="*/ 5960534 w 8017934"/>
              <a:gd name="connsiteY114" fmla="*/ 153265 h 593532"/>
              <a:gd name="connsiteX115" fmla="*/ 6019800 w 8017934"/>
              <a:gd name="connsiteY115" fmla="*/ 187132 h 593532"/>
              <a:gd name="connsiteX116" fmla="*/ 6028267 w 8017934"/>
              <a:gd name="connsiteY116" fmla="*/ 220998 h 593532"/>
              <a:gd name="connsiteX117" fmla="*/ 6062134 w 8017934"/>
              <a:gd name="connsiteY117" fmla="*/ 263332 h 593532"/>
              <a:gd name="connsiteX118" fmla="*/ 6079067 w 8017934"/>
              <a:gd name="connsiteY118" fmla="*/ 288732 h 593532"/>
              <a:gd name="connsiteX119" fmla="*/ 6104467 w 8017934"/>
              <a:gd name="connsiteY119" fmla="*/ 314132 h 593532"/>
              <a:gd name="connsiteX120" fmla="*/ 6138334 w 8017934"/>
              <a:gd name="connsiteY120" fmla="*/ 364932 h 593532"/>
              <a:gd name="connsiteX121" fmla="*/ 6155267 w 8017934"/>
              <a:gd name="connsiteY121" fmla="*/ 458065 h 593532"/>
              <a:gd name="connsiteX122" fmla="*/ 6180667 w 8017934"/>
              <a:gd name="connsiteY122" fmla="*/ 474998 h 593532"/>
              <a:gd name="connsiteX123" fmla="*/ 6197600 w 8017934"/>
              <a:gd name="connsiteY123" fmla="*/ 517332 h 593532"/>
              <a:gd name="connsiteX124" fmla="*/ 6214534 w 8017934"/>
              <a:gd name="connsiteY124" fmla="*/ 534265 h 593532"/>
              <a:gd name="connsiteX125" fmla="*/ 6409267 w 8017934"/>
              <a:gd name="connsiteY125" fmla="*/ 576598 h 593532"/>
              <a:gd name="connsiteX126" fmla="*/ 6443134 w 8017934"/>
              <a:gd name="connsiteY126" fmla="*/ 551198 h 593532"/>
              <a:gd name="connsiteX127" fmla="*/ 7035800 w 8017934"/>
              <a:gd name="connsiteY127" fmla="*/ 491932 h 593532"/>
              <a:gd name="connsiteX128" fmla="*/ 7171267 w 8017934"/>
              <a:gd name="connsiteY128" fmla="*/ 525798 h 593532"/>
              <a:gd name="connsiteX129" fmla="*/ 7239000 w 8017934"/>
              <a:gd name="connsiteY129" fmla="*/ 542732 h 593532"/>
              <a:gd name="connsiteX130" fmla="*/ 7416800 w 8017934"/>
              <a:gd name="connsiteY130" fmla="*/ 508865 h 593532"/>
              <a:gd name="connsiteX131" fmla="*/ 7425267 w 8017934"/>
              <a:gd name="connsiteY131" fmla="*/ 466532 h 593532"/>
              <a:gd name="connsiteX132" fmla="*/ 7433734 w 8017934"/>
              <a:gd name="connsiteY132" fmla="*/ 373398 h 593532"/>
              <a:gd name="connsiteX133" fmla="*/ 7450667 w 8017934"/>
              <a:gd name="connsiteY133" fmla="*/ 347998 h 593532"/>
              <a:gd name="connsiteX134" fmla="*/ 7459134 w 8017934"/>
              <a:gd name="connsiteY134" fmla="*/ 305665 h 593532"/>
              <a:gd name="connsiteX135" fmla="*/ 7467600 w 8017934"/>
              <a:gd name="connsiteY135" fmla="*/ 280265 h 593532"/>
              <a:gd name="connsiteX136" fmla="*/ 7476067 w 8017934"/>
              <a:gd name="connsiteY136" fmla="*/ 246398 h 593532"/>
              <a:gd name="connsiteX137" fmla="*/ 7526867 w 8017934"/>
              <a:gd name="connsiteY137" fmla="*/ 229465 h 593532"/>
              <a:gd name="connsiteX138" fmla="*/ 7569200 w 8017934"/>
              <a:gd name="connsiteY138" fmla="*/ 187132 h 593532"/>
              <a:gd name="connsiteX139" fmla="*/ 7611534 w 8017934"/>
              <a:gd name="connsiteY139" fmla="*/ 153265 h 593532"/>
              <a:gd name="connsiteX140" fmla="*/ 7645400 w 8017934"/>
              <a:gd name="connsiteY140" fmla="*/ 127865 h 593532"/>
              <a:gd name="connsiteX141" fmla="*/ 7653867 w 8017934"/>
              <a:gd name="connsiteY141" fmla="*/ 102465 h 593532"/>
              <a:gd name="connsiteX142" fmla="*/ 7730067 w 8017934"/>
              <a:gd name="connsiteY142" fmla="*/ 68598 h 593532"/>
              <a:gd name="connsiteX143" fmla="*/ 7823200 w 8017934"/>
              <a:gd name="connsiteY143" fmla="*/ 43198 h 593532"/>
              <a:gd name="connsiteX144" fmla="*/ 7907867 w 8017934"/>
              <a:gd name="connsiteY144" fmla="*/ 9332 h 593532"/>
              <a:gd name="connsiteX145" fmla="*/ 7941734 w 8017934"/>
              <a:gd name="connsiteY145" fmla="*/ 865 h 593532"/>
              <a:gd name="connsiteX146" fmla="*/ 8017934 w 8017934"/>
              <a:gd name="connsiteY146" fmla="*/ 865 h 593532"/>
              <a:gd name="connsiteX0" fmla="*/ 0 w 8017934"/>
              <a:gd name="connsiteY0" fmla="*/ 559665 h 593532"/>
              <a:gd name="connsiteX1" fmla="*/ 491067 w 8017934"/>
              <a:gd name="connsiteY1" fmla="*/ 551198 h 593532"/>
              <a:gd name="connsiteX2" fmla="*/ 508000 w 8017934"/>
              <a:gd name="connsiteY2" fmla="*/ 525798 h 593532"/>
              <a:gd name="connsiteX3" fmla="*/ 533400 w 8017934"/>
              <a:gd name="connsiteY3" fmla="*/ 508865 h 593532"/>
              <a:gd name="connsiteX4" fmla="*/ 567267 w 8017934"/>
              <a:gd name="connsiteY4" fmla="*/ 474998 h 593532"/>
              <a:gd name="connsiteX5" fmla="*/ 575734 w 8017934"/>
              <a:gd name="connsiteY5" fmla="*/ 449598 h 593532"/>
              <a:gd name="connsiteX6" fmla="*/ 584200 w 8017934"/>
              <a:gd name="connsiteY6" fmla="*/ 407265 h 593532"/>
              <a:gd name="connsiteX7" fmla="*/ 601134 w 8017934"/>
              <a:gd name="connsiteY7" fmla="*/ 381865 h 593532"/>
              <a:gd name="connsiteX8" fmla="*/ 618067 w 8017934"/>
              <a:gd name="connsiteY8" fmla="*/ 305665 h 593532"/>
              <a:gd name="connsiteX9" fmla="*/ 626534 w 8017934"/>
              <a:gd name="connsiteY9" fmla="*/ 280265 h 593532"/>
              <a:gd name="connsiteX10" fmla="*/ 643467 w 8017934"/>
              <a:gd name="connsiteY10" fmla="*/ 246398 h 593532"/>
              <a:gd name="connsiteX11" fmla="*/ 660400 w 8017934"/>
              <a:gd name="connsiteY11" fmla="*/ 187132 h 593532"/>
              <a:gd name="connsiteX12" fmla="*/ 677334 w 8017934"/>
              <a:gd name="connsiteY12" fmla="*/ 170198 h 593532"/>
              <a:gd name="connsiteX13" fmla="*/ 702734 w 8017934"/>
              <a:gd name="connsiteY13" fmla="*/ 110932 h 593532"/>
              <a:gd name="connsiteX14" fmla="*/ 795867 w 8017934"/>
              <a:gd name="connsiteY14" fmla="*/ 68598 h 593532"/>
              <a:gd name="connsiteX15" fmla="*/ 922867 w 8017934"/>
              <a:gd name="connsiteY15" fmla="*/ 85532 h 593532"/>
              <a:gd name="connsiteX16" fmla="*/ 948267 w 8017934"/>
              <a:gd name="connsiteY16" fmla="*/ 93998 h 593532"/>
              <a:gd name="connsiteX17" fmla="*/ 965200 w 8017934"/>
              <a:gd name="connsiteY17" fmla="*/ 144798 h 593532"/>
              <a:gd name="connsiteX18" fmla="*/ 982134 w 8017934"/>
              <a:gd name="connsiteY18" fmla="*/ 220998 h 593532"/>
              <a:gd name="connsiteX19" fmla="*/ 990600 w 8017934"/>
              <a:gd name="connsiteY19" fmla="*/ 246398 h 593532"/>
              <a:gd name="connsiteX20" fmla="*/ 1007534 w 8017934"/>
              <a:gd name="connsiteY20" fmla="*/ 314132 h 593532"/>
              <a:gd name="connsiteX21" fmla="*/ 1041400 w 8017934"/>
              <a:gd name="connsiteY21" fmla="*/ 364932 h 593532"/>
              <a:gd name="connsiteX22" fmla="*/ 1058334 w 8017934"/>
              <a:gd name="connsiteY22" fmla="*/ 534265 h 593532"/>
              <a:gd name="connsiteX23" fmla="*/ 1083734 w 8017934"/>
              <a:gd name="connsiteY23" fmla="*/ 551198 h 593532"/>
              <a:gd name="connsiteX24" fmla="*/ 1227667 w 8017934"/>
              <a:gd name="connsiteY24" fmla="*/ 559665 h 593532"/>
              <a:gd name="connsiteX25" fmla="*/ 1405467 w 8017934"/>
              <a:gd name="connsiteY25" fmla="*/ 542732 h 593532"/>
              <a:gd name="connsiteX26" fmla="*/ 1439334 w 8017934"/>
              <a:gd name="connsiteY26" fmla="*/ 534265 h 593532"/>
              <a:gd name="connsiteX27" fmla="*/ 1464734 w 8017934"/>
              <a:gd name="connsiteY27" fmla="*/ 517332 h 593532"/>
              <a:gd name="connsiteX28" fmla="*/ 1481667 w 8017934"/>
              <a:gd name="connsiteY28" fmla="*/ 491932 h 593532"/>
              <a:gd name="connsiteX29" fmla="*/ 1490134 w 8017934"/>
              <a:gd name="connsiteY29" fmla="*/ 373398 h 593532"/>
              <a:gd name="connsiteX30" fmla="*/ 1498600 w 8017934"/>
              <a:gd name="connsiteY30" fmla="*/ 339532 h 593532"/>
              <a:gd name="connsiteX31" fmla="*/ 1515534 w 8017934"/>
              <a:gd name="connsiteY31" fmla="*/ 322598 h 593532"/>
              <a:gd name="connsiteX32" fmla="*/ 1524000 w 8017934"/>
              <a:gd name="connsiteY32" fmla="*/ 288732 h 593532"/>
              <a:gd name="connsiteX33" fmla="*/ 1532467 w 8017934"/>
              <a:gd name="connsiteY33" fmla="*/ 263332 h 593532"/>
              <a:gd name="connsiteX34" fmla="*/ 1540934 w 8017934"/>
              <a:gd name="connsiteY34" fmla="*/ 220998 h 593532"/>
              <a:gd name="connsiteX35" fmla="*/ 1557867 w 8017934"/>
              <a:gd name="connsiteY35" fmla="*/ 187132 h 593532"/>
              <a:gd name="connsiteX36" fmla="*/ 1574800 w 8017934"/>
              <a:gd name="connsiteY36" fmla="*/ 127865 h 593532"/>
              <a:gd name="connsiteX37" fmla="*/ 1608667 w 8017934"/>
              <a:gd name="connsiteY37" fmla="*/ 93998 h 593532"/>
              <a:gd name="connsiteX38" fmla="*/ 1634067 w 8017934"/>
              <a:gd name="connsiteY38" fmla="*/ 77065 h 593532"/>
              <a:gd name="connsiteX39" fmla="*/ 1667934 w 8017934"/>
              <a:gd name="connsiteY39" fmla="*/ 68598 h 593532"/>
              <a:gd name="connsiteX40" fmla="*/ 1693334 w 8017934"/>
              <a:gd name="connsiteY40" fmla="*/ 60132 h 593532"/>
              <a:gd name="connsiteX41" fmla="*/ 1718734 w 8017934"/>
              <a:gd name="connsiteY41" fmla="*/ 68598 h 593532"/>
              <a:gd name="connsiteX42" fmla="*/ 1761067 w 8017934"/>
              <a:gd name="connsiteY42" fmla="*/ 85532 h 593532"/>
              <a:gd name="connsiteX43" fmla="*/ 1811867 w 8017934"/>
              <a:gd name="connsiteY43" fmla="*/ 93998 h 593532"/>
              <a:gd name="connsiteX44" fmla="*/ 2192867 w 8017934"/>
              <a:gd name="connsiteY44" fmla="*/ 93998 h 593532"/>
              <a:gd name="connsiteX45" fmla="*/ 2311400 w 8017934"/>
              <a:gd name="connsiteY45" fmla="*/ 102465 h 593532"/>
              <a:gd name="connsiteX46" fmla="*/ 2345267 w 8017934"/>
              <a:gd name="connsiteY46" fmla="*/ 170198 h 593532"/>
              <a:gd name="connsiteX47" fmla="*/ 2345267 w 8017934"/>
              <a:gd name="connsiteY47" fmla="*/ 170198 h 593532"/>
              <a:gd name="connsiteX48" fmla="*/ 2379134 w 8017934"/>
              <a:gd name="connsiteY48" fmla="*/ 246398 h 593532"/>
              <a:gd name="connsiteX49" fmla="*/ 2404534 w 8017934"/>
              <a:gd name="connsiteY49" fmla="*/ 297198 h 593532"/>
              <a:gd name="connsiteX50" fmla="*/ 2421467 w 8017934"/>
              <a:gd name="connsiteY50" fmla="*/ 356465 h 593532"/>
              <a:gd name="connsiteX51" fmla="*/ 2438400 w 8017934"/>
              <a:gd name="connsiteY51" fmla="*/ 390332 h 593532"/>
              <a:gd name="connsiteX52" fmla="*/ 2455334 w 8017934"/>
              <a:gd name="connsiteY52" fmla="*/ 441132 h 593532"/>
              <a:gd name="connsiteX53" fmla="*/ 2463800 w 8017934"/>
              <a:gd name="connsiteY53" fmla="*/ 466532 h 593532"/>
              <a:gd name="connsiteX54" fmla="*/ 2480734 w 8017934"/>
              <a:gd name="connsiteY54" fmla="*/ 483465 h 593532"/>
              <a:gd name="connsiteX55" fmla="*/ 2523067 w 8017934"/>
              <a:gd name="connsiteY55" fmla="*/ 559665 h 593532"/>
              <a:gd name="connsiteX56" fmla="*/ 2582334 w 8017934"/>
              <a:gd name="connsiteY56" fmla="*/ 568132 h 593532"/>
              <a:gd name="connsiteX57" fmla="*/ 2599267 w 8017934"/>
              <a:gd name="connsiteY57" fmla="*/ 525798 h 593532"/>
              <a:gd name="connsiteX58" fmla="*/ 2616200 w 8017934"/>
              <a:gd name="connsiteY58" fmla="*/ 500398 h 593532"/>
              <a:gd name="connsiteX59" fmla="*/ 2658534 w 8017934"/>
              <a:gd name="connsiteY59" fmla="*/ 508865 h 593532"/>
              <a:gd name="connsiteX60" fmla="*/ 2751667 w 8017934"/>
              <a:gd name="connsiteY60" fmla="*/ 534265 h 593532"/>
              <a:gd name="connsiteX61" fmla="*/ 2777067 w 8017934"/>
              <a:gd name="connsiteY61" fmla="*/ 551198 h 593532"/>
              <a:gd name="connsiteX62" fmla="*/ 2802467 w 8017934"/>
              <a:gd name="connsiteY62" fmla="*/ 500398 h 593532"/>
              <a:gd name="connsiteX63" fmla="*/ 2844800 w 8017934"/>
              <a:gd name="connsiteY63" fmla="*/ 483465 h 593532"/>
              <a:gd name="connsiteX64" fmla="*/ 2861734 w 8017934"/>
              <a:gd name="connsiteY64" fmla="*/ 424198 h 593532"/>
              <a:gd name="connsiteX65" fmla="*/ 2887134 w 8017934"/>
              <a:gd name="connsiteY65" fmla="*/ 263332 h 593532"/>
              <a:gd name="connsiteX66" fmla="*/ 2895600 w 8017934"/>
              <a:gd name="connsiteY66" fmla="*/ 195598 h 593532"/>
              <a:gd name="connsiteX67" fmla="*/ 2929467 w 8017934"/>
              <a:gd name="connsiteY67" fmla="*/ 119398 h 593532"/>
              <a:gd name="connsiteX68" fmla="*/ 2963334 w 8017934"/>
              <a:gd name="connsiteY68" fmla="*/ 102465 h 593532"/>
              <a:gd name="connsiteX69" fmla="*/ 3183467 w 8017934"/>
              <a:gd name="connsiteY69" fmla="*/ 77065 h 593532"/>
              <a:gd name="connsiteX70" fmla="*/ 3293534 w 8017934"/>
              <a:gd name="connsiteY70" fmla="*/ 93998 h 593532"/>
              <a:gd name="connsiteX71" fmla="*/ 3302000 w 8017934"/>
              <a:gd name="connsiteY71" fmla="*/ 127865 h 593532"/>
              <a:gd name="connsiteX72" fmla="*/ 3318934 w 8017934"/>
              <a:gd name="connsiteY72" fmla="*/ 204065 h 593532"/>
              <a:gd name="connsiteX73" fmla="*/ 3335867 w 8017934"/>
              <a:gd name="connsiteY73" fmla="*/ 229465 h 593532"/>
              <a:gd name="connsiteX74" fmla="*/ 3352800 w 8017934"/>
              <a:gd name="connsiteY74" fmla="*/ 288732 h 593532"/>
              <a:gd name="connsiteX75" fmla="*/ 3369734 w 8017934"/>
              <a:gd name="connsiteY75" fmla="*/ 322598 h 593532"/>
              <a:gd name="connsiteX76" fmla="*/ 3386667 w 8017934"/>
              <a:gd name="connsiteY76" fmla="*/ 373398 h 593532"/>
              <a:gd name="connsiteX77" fmla="*/ 3395134 w 8017934"/>
              <a:gd name="connsiteY77" fmla="*/ 398798 h 593532"/>
              <a:gd name="connsiteX78" fmla="*/ 3412067 w 8017934"/>
              <a:gd name="connsiteY78" fmla="*/ 415732 h 593532"/>
              <a:gd name="connsiteX79" fmla="*/ 3437467 w 8017934"/>
              <a:gd name="connsiteY79" fmla="*/ 500398 h 593532"/>
              <a:gd name="connsiteX80" fmla="*/ 3454400 w 8017934"/>
              <a:gd name="connsiteY80" fmla="*/ 525798 h 593532"/>
              <a:gd name="connsiteX81" fmla="*/ 3462867 w 8017934"/>
              <a:gd name="connsiteY81" fmla="*/ 551198 h 593532"/>
              <a:gd name="connsiteX82" fmla="*/ 3505200 w 8017934"/>
              <a:gd name="connsiteY82" fmla="*/ 593532 h 593532"/>
              <a:gd name="connsiteX83" fmla="*/ 3683000 w 8017934"/>
              <a:gd name="connsiteY83" fmla="*/ 576598 h 593532"/>
              <a:gd name="connsiteX84" fmla="*/ 3708400 w 8017934"/>
              <a:gd name="connsiteY84" fmla="*/ 568132 h 593532"/>
              <a:gd name="connsiteX85" fmla="*/ 3683000 w 8017934"/>
              <a:gd name="connsiteY85" fmla="*/ 559665 h 593532"/>
              <a:gd name="connsiteX86" fmla="*/ 3810000 w 8017934"/>
              <a:gd name="connsiteY86" fmla="*/ 525798 h 593532"/>
              <a:gd name="connsiteX87" fmla="*/ 4004734 w 8017934"/>
              <a:gd name="connsiteY87" fmla="*/ 551198 h 593532"/>
              <a:gd name="connsiteX88" fmla="*/ 4174067 w 8017934"/>
              <a:gd name="connsiteY88" fmla="*/ 542732 h 593532"/>
              <a:gd name="connsiteX89" fmla="*/ 4191000 w 8017934"/>
              <a:gd name="connsiteY89" fmla="*/ 525798 h 593532"/>
              <a:gd name="connsiteX90" fmla="*/ 4199467 w 8017934"/>
              <a:gd name="connsiteY90" fmla="*/ 500398 h 593532"/>
              <a:gd name="connsiteX91" fmla="*/ 4216400 w 8017934"/>
              <a:gd name="connsiteY91" fmla="*/ 466532 h 593532"/>
              <a:gd name="connsiteX92" fmla="*/ 4419600 w 8017934"/>
              <a:gd name="connsiteY92" fmla="*/ 110931 h 593532"/>
              <a:gd name="connsiteX93" fmla="*/ 5067336 w 8017934"/>
              <a:gd name="connsiteY93" fmla="*/ 134684 h 593532"/>
              <a:gd name="connsiteX94" fmla="*/ 5164667 w 8017934"/>
              <a:gd name="connsiteY94" fmla="*/ 339532 h 593532"/>
              <a:gd name="connsiteX95" fmla="*/ 5207000 w 8017934"/>
              <a:gd name="connsiteY95" fmla="*/ 441132 h 593532"/>
              <a:gd name="connsiteX96" fmla="*/ 5274734 w 8017934"/>
              <a:gd name="connsiteY96" fmla="*/ 483465 h 593532"/>
              <a:gd name="connsiteX97" fmla="*/ 5317067 w 8017934"/>
              <a:gd name="connsiteY97" fmla="*/ 525798 h 593532"/>
              <a:gd name="connsiteX98" fmla="*/ 5308600 w 8017934"/>
              <a:gd name="connsiteY98" fmla="*/ 517332 h 593532"/>
              <a:gd name="connsiteX99" fmla="*/ 5342467 w 8017934"/>
              <a:gd name="connsiteY99" fmla="*/ 500398 h 593532"/>
              <a:gd name="connsiteX100" fmla="*/ 5401734 w 8017934"/>
              <a:gd name="connsiteY100" fmla="*/ 483465 h 593532"/>
              <a:gd name="connsiteX101" fmla="*/ 5435600 w 8017934"/>
              <a:gd name="connsiteY101" fmla="*/ 466532 h 593532"/>
              <a:gd name="connsiteX102" fmla="*/ 5537200 w 8017934"/>
              <a:gd name="connsiteY102" fmla="*/ 458065 h 593532"/>
              <a:gd name="connsiteX103" fmla="*/ 5562600 w 8017934"/>
              <a:gd name="connsiteY103" fmla="*/ 407265 h 593532"/>
              <a:gd name="connsiteX104" fmla="*/ 5579534 w 8017934"/>
              <a:gd name="connsiteY104" fmla="*/ 373398 h 593532"/>
              <a:gd name="connsiteX105" fmla="*/ 5613400 w 8017934"/>
              <a:gd name="connsiteY105" fmla="*/ 314132 h 593532"/>
              <a:gd name="connsiteX106" fmla="*/ 5621867 w 8017934"/>
              <a:gd name="connsiteY106" fmla="*/ 280265 h 593532"/>
              <a:gd name="connsiteX107" fmla="*/ 5630334 w 8017934"/>
              <a:gd name="connsiteY107" fmla="*/ 170198 h 593532"/>
              <a:gd name="connsiteX108" fmla="*/ 5638800 w 8017934"/>
              <a:gd name="connsiteY108" fmla="*/ 136332 h 593532"/>
              <a:gd name="connsiteX109" fmla="*/ 5689600 w 8017934"/>
              <a:gd name="connsiteY109" fmla="*/ 93998 h 593532"/>
              <a:gd name="connsiteX110" fmla="*/ 5731934 w 8017934"/>
              <a:gd name="connsiteY110" fmla="*/ 85532 h 593532"/>
              <a:gd name="connsiteX111" fmla="*/ 5892800 w 8017934"/>
              <a:gd name="connsiteY111" fmla="*/ 93998 h 593532"/>
              <a:gd name="connsiteX112" fmla="*/ 5918200 w 8017934"/>
              <a:gd name="connsiteY112" fmla="*/ 110932 h 593532"/>
              <a:gd name="connsiteX113" fmla="*/ 5960534 w 8017934"/>
              <a:gd name="connsiteY113" fmla="*/ 153265 h 593532"/>
              <a:gd name="connsiteX114" fmla="*/ 6019800 w 8017934"/>
              <a:gd name="connsiteY114" fmla="*/ 187132 h 593532"/>
              <a:gd name="connsiteX115" fmla="*/ 6028267 w 8017934"/>
              <a:gd name="connsiteY115" fmla="*/ 220998 h 593532"/>
              <a:gd name="connsiteX116" fmla="*/ 6062134 w 8017934"/>
              <a:gd name="connsiteY116" fmla="*/ 263332 h 593532"/>
              <a:gd name="connsiteX117" fmla="*/ 6079067 w 8017934"/>
              <a:gd name="connsiteY117" fmla="*/ 288732 h 593532"/>
              <a:gd name="connsiteX118" fmla="*/ 6104467 w 8017934"/>
              <a:gd name="connsiteY118" fmla="*/ 314132 h 593532"/>
              <a:gd name="connsiteX119" fmla="*/ 6138334 w 8017934"/>
              <a:gd name="connsiteY119" fmla="*/ 364932 h 593532"/>
              <a:gd name="connsiteX120" fmla="*/ 6155267 w 8017934"/>
              <a:gd name="connsiteY120" fmla="*/ 458065 h 593532"/>
              <a:gd name="connsiteX121" fmla="*/ 6180667 w 8017934"/>
              <a:gd name="connsiteY121" fmla="*/ 474998 h 593532"/>
              <a:gd name="connsiteX122" fmla="*/ 6197600 w 8017934"/>
              <a:gd name="connsiteY122" fmla="*/ 517332 h 593532"/>
              <a:gd name="connsiteX123" fmla="*/ 6214534 w 8017934"/>
              <a:gd name="connsiteY123" fmla="*/ 534265 h 593532"/>
              <a:gd name="connsiteX124" fmla="*/ 6409267 w 8017934"/>
              <a:gd name="connsiteY124" fmla="*/ 576598 h 593532"/>
              <a:gd name="connsiteX125" fmla="*/ 6443134 w 8017934"/>
              <a:gd name="connsiteY125" fmla="*/ 551198 h 593532"/>
              <a:gd name="connsiteX126" fmla="*/ 7035800 w 8017934"/>
              <a:gd name="connsiteY126" fmla="*/ 491932 h 593532"/>
              <a:gd name="connsiteX127" fmla="*/ 7171267 w 8017934"/>
              <a:gd name="connsiteY127" fmla="*/ 525798 h 593532"/>
              <a:gd name="connsiteX128" fmla="*/ 7239000 w 8017934"/>
              <a:gd name="connsiteY128" fmla="*/ 542732 h 593532"/>
              <a:gd name="connsiteX129" fmla="*/ 7416800 w 8017934"/>
              <a:gd name="connsiteY129" fmla="*/ 508865 h 593532"/>
              <a:gd name="connsiteX130" fmla="*/ 7425267 w 8017934"/>
              <a:gd name="connsiteY130" fmla="*/ 466532 h 593532"/>
              <a:gd name="connsiteX131" fmla="*/ 7433734 w 8017934"/>
              <a:gd name="connsiteY131" fmla="*/ 373398 h 593532"/>
              <a:gd name="connsiteX132" fmla="*/ 7450667 w 8017934"/>
              <a:gd name="connsiteY132" fmla="*/ 347998 h 593532"/>
              <a:gd name="connsiteX133" fmla="*/ 7459134 w 8017934"/>
              <a:gd name="connsiteY133" fmla="*/ 305665 h 593532"/>
              <a:gd name="connsiteX134" fmla="*/ 7467600 w 8017934"/>
              <a:gd name="connsiteY134" fmla="*/ 280265 h 593532"/>
              <a:gd name="connsiteX135" fmla="*/ 7476067 w 8017934"/>
              <a:gd name="connsiteY135" fmla="*/ 246398 h 593532"/>
              <a:gd name="connsiteX136" fmla="*/ 7526867 w 8017934"/>
              <a:gd name="connsiteY136" fmla="*/ 229465 h 593532"/>
              <a:gd name="connsiteX137" fmla="*/ 7569200 w 8017934"/>
              <a:gd name="connsiteY137" fmla="*/ 187132 h 593532"/>
              <a:gd name="connsiteX138" fmla="*/ 7611534 w 8017934"/>
              <a:gd name="connsiteY138" fmla="*/ 153265 h 593532"/>
              <a:gd name="connsiteX139" fmla="*/ 7645400 w 8017934"/>
              <a:gd name="connsiteY139" fmla="*/ 127865 h 593532"/>
              <a:gd name="connsiteX140" fmla="*/ 7653867 w 8017934"/>
              <a:gd name="connsiteY140" fmla="*/ 102465 h 593532"/>
              <a:gd name="connsiteX141" fmla="*/ 7730067 w 8017934"/>
              <a:gd name="connsiteY141" fmla="*/ 68598 h 593532"/>
              <a:gd name="connsiteX142" fmla="*/ 7823200 w 8017934"/>
              <a:gd name="connsiteY142" fmla="*/ 43198 h 593532"/>
              <a:gd name="connsiteX143" fmla="*/ 7907867 w 8017934"/>
              <a:gd name="connsiteY143" fmla="*/ 9332 h 593532"/>
              <a:gd name="connsiteX144" fmla="*/ 7941734 w 8017934"/>
              <a:gd name="connsiteY144" fmla="*/ 865 h 593532"/>
              <a:gd name="connsiteX145" fmla="*/ 8017934 w 8017934"/>
              <a:gd name="connsiteY145" fmla="*/ 865 h 593532"/>
              <a:gd name="connsiteX0" fmla="*/ 0 w 8017934"/>
              <a:gd name="connsiteY0" fmla="*/ 559665 h 593532"/>
              <a:gd name="connsiteX1" fmla="*/ 491067 w 8017934"/>
              <a:gd name="connsiteY1" fmla="*/ 551198 h 593532"/>
              <a:gd name="connsiteX2" fmla="*/ 508000 w 8017934"/>
              <a:gd name="connsiteY2" fmla="*/ 525798 h 593532"/>
              <a:gd name="connsiteX3" fmla="*/ 533400 w 8017934"/>
              <a:gd name="connsiteY3" fmla="*/ 508865 h 593532"/>
              <a:gd name="connsiteX4" fmla="*/ 567267 w 8017934"/>
              <a:gd name="connsiteY4" fmla="*/ 474998 h 593532"/>
              <a:gd name="connsiteX5" fmla="*/ 575734 w 8017934"/>
              <a:gd name="connsiteY5" fmla="*/ 449598 h 593532"/>
              <a:gd name="connsiteX6" fmla="*/ 584200 w 8017934"/>
              <a:gd name="connsiteY6" fmla="*/ 407265 h 593532"/>
              <a:gd name="connsiteX7" fmla="*/ 601134 w 8017934"/>
              <a:gd name="connsiteY7" fmla="*/ 381865 h 593532"/>
              <a:gd name="connsiteX8" fmla="*/ 618067 w 8017934"/>
              <a:gd name="connsiteY8" fmla="*/ 305665 h 593532"/>
              <a:gd name="connsiteX9" fmla="*/ 626534 w 8017934"/>
              <a:gd name="connsiteY9" fmla="*/ 280265 h 593532"/>
              <a:gd name="connsiteX10" fmla="*/ 643467 w 8017934"/>
              <a:gd name="connsiteY10" fmla="*/ 246398 h 593532"/>
              <a:gd name="connsiteX11" fmla="*/ 660400 w 8017934"/>
              <a:gd name="connsiteY11" fmla="*/ 187132 h 593532"/>
              <a:gd name="connsiteX12" fmla="*/ 677334 w 8017934"/>
              <a:gd name="connsiteY12" fmla="*/ 170198 h 593532"/>
              <a:gd name="connsiteX13" fmla="*/ 702734 w 8017934"/>
              <a:gd name="connsiteY13" fmla="*/ 110932 h 593532"/>
              <a:gd name="connsiteX14" fmla="*/ 795867 w 8017934"/>
              <a:gd name="connsiteY14" fmla="*/ 68598 h 593532"/>
              <a:gd name="connsiteX15" fmla="*/ 922867 w 8017934"/>
              <a:gd name="connsiteY15" fmla="*/ 85532 h 593532"/>
              <a:gd name="connsiteX16" fmla="*/ 948267 w 8017934"/>
              <a:gd name="connsiteY16" fmla="*/ 93998 h 593532"/>
              <a:gd name="connsiteX17" fmla="*/ 965200 w 8017934"/>
              <a:gd name="connsiteY17" fmla="*/ 144798 h 593532"/>
              <a:gd name="connsiteX18" fmla="*/ 982134 w 8017934"/>
              <a:gd name="connsiteY18" fmla="*/ 220998 h 593532"/>
              <a:gd name="connsiteX19" fmla="*/ 990600 w 8017934"/>
              <a:gd name="connsiteY19" fmla="*/ 246398 h 593532"/>
              <a:gd name="connsiteX20" fmla="*/ 1007534 w 8017934"/>
              <a:gd name="connsiteY20" fmla="*/ 314132 h 593532"/>
              <a:gd name="connsiteX21" fmla="*/ 1041400 w 8017934"/>
              <a:gd name="connsiteY21" fmla="*/ 364932 h 593532"/>
              <a:gd name="connsiteX22" fmla="*/ 1058334 w 8017934"/>
              <a:gd name="connsiteY22" fmla="*/ 534265 h 593532"/>
              <a:gd name="connsiteX23" fmla="*/ 1083734 w 8017934"/>
              <a:gd name="connsiteY23" fmla="*/ 551198 h 593532"/>
              <a:gd name="connsiteX24" fmla="*/ 1227667 w 8017934"/>
              <a:gd name="connsiteY24" fmla="*/ 559665 h 593532"/>
              <a:gd name="connsiteX25" fmla="*/ 1405467 w 8017934"/>
              <a:gd name="connsiteY25" fmla="*/ 542732 h 593532"/>
              <a:gd name="connsiteX26" fmla="*/ 1439334 w 8017934"/>
              <a:gd name="connsiteY26" fmla="*/ 534265 h 593532"/>
              <a:gd name="connsiteX27" fmla="*/ 1464734 w 8017934"/>
              <a:gd name="connsiteY27" fmla="*/ 517332 h 593532"/>
              <a:gd name="connsiteX28" fmla="*/ 1481667 w 8017934"/>
              <a:gd name="connsiteY28" fmla="*/ 491932 h 593532"/>
              <a:gd name="connsiteX29" fmla="*/ 1490134 w 8017934"/>
              <a:gd name="connsiteY29" fmla="*/ 373398 h 593532"/>
              <a:gd name="connsiteX30" fmla="*/ 1498600 w 8017934"/>
              <a:gd name="connsiteY30" fmla="*/ 339532 h 593532"/>
              <a:gd name="connsiteX31" fmla="*/ 1515534 w 8017934"/>
              <a:gd name="connsiteY31" fmla="*/ 322598 h 593532"/>
              <a:gd name="connsiteX32" fmla="*/ 1524000 w 8017934"/>
              <a:gd name="connsiteY32" fmla="*/ 288732 h 593532"/>
              <a:gd name="connsiteX33" fmla="*/ 1532467 w 8017934"/>
              <a:gd name="connsiteY33" fmla="*/ 263332 h 593532"/>
              <a:gd name="connsiteX34" fmla="*/ 1540934 w 8017934"/>
              <a:gd name="connsiteY34" fmla="*/ 220998 h 593532"/>
              <a:gd name="connsiteX35" fmla="*/ 1557867 w 8017934"/>
              <a:gd name="connsiteY35" fmla="*/ 187132 h 593532"/>
              <a:gd name="connsiteX36" fmla="*/ 1574800 w 8017934"/>
              <a:gd name="connsiteY36" fmla="*/ 127865 h 593532"/>
              <a:gd name="connsiteX37" fmla="*/ 1608667 w 8017934"/>
              <a:gd name="connsiteY37" fmla="*/ 93998 h 593532"/>
              <a:gd name="connsiteX38" fmla="*/ 1634067 w 8017934"/>
              <a:gd name="connsiteY38" fmla="*/ 77065 h 593532"/>
              <a:gd name="connsiteX39" fmla="*/ 1667934 w 8017934"/>
              <a:gd name="connsiteY39" fmla="*/ 68598 h 593532"/>
              <a:gd name="connsiteX40" fmla="*/ 1693334 w 8017934"/>
              <a:gd name="connsiteY40" fmla="*/ 60132 h 593532"/>
              <a:gd name="connsiteX41" fmla="*/ 1718734 w 8017934"/>
              <a:gd name="connsiteY41" fmla="*/ 68598 h 593532"/>
              <a:gd name="connsiteX42" fmla="*/ 1761067 w 8017934"/>
              <a:gd name="connsiteY42" fmla="*/ 85532 h 593532"/>
              <a:gd name="connsiteX43" fmla="*/ 1811867 w 8017934"/>
              <a:gd name="connsiteY43" fmla="*/ 93998 h 593532"/>
              <a:gd name="connsiteX44" fmla="*/ 2192867 w 8017934"/>
              <a:gd name="connsiteY44" fmla="*/ 93998 h 593532"/>
              <a:gd name="connsiteX45" fmla="*/ 2311400 w 8017934"/>
              <a:gd name="connsiteY45" fmla="*/ 102465 h 593532"/>
              <a:gd name="connsiteX46" fmla="*/ 2345267 w 8017934"/>
              <a:gd name="connsiteY46" fmla="*/ 170198 h 593532"/>
              <a:gd name="connsiteX47" fmla="*/ 2345267 w 8017934"/>
              <a:gd name="connsiteY47" fmla="*/ 170198 h 593532"/>
              <a:gd name="connsiteX48" fmla="*/ 2379134 w 8017934"/>
              <a:gd name="connsiteY48" fmla="*/ 246398 h 593532"/>
              <a:gd name="connsiteX49" fmla="*/ 2404534 w 8017934"/>
              <a:gd name="connsiteY49" fmla="*/ 297198 h 593532"/>
              <a:gd name="connsiteX50" fmla="*/ 2421467 w 8017934"/>
              <a:gd name="connsiteY50" fmla="*/ 356465 h 593532"/>
              <a:gd name="connsiteX51" fmla="*/ 2438400 w 8017934"/>
              <a:gd name="connsiteY51" fmla="*/ 390332 h 593532"/>
              <a:gd name="connsiteX52" fmla="*/ 2455334 w 8017934"/>
              <a:gd name="connsiteY52" fmla="*/ 441132 h 593532"/>
              <a:gd name="connsiteX53" fmla="*/ 2463800 w 8017934"/>
              <a:gd name="connsiteY53" fmla="*/ 466532 h 593532"/>
              <a:gd name="connsiteX54" fmla="*/ 2480734 w 8017934"/>
              <a:gd name="connsiteY54" fmla="*/ 483465 h 593532"/>
              <a:gd name="connsiteX55" fmla="*/ 2523067 w 8017934"/>
              <a:gd name="connsiteY55" fmla="*/ 559665 h 593532"/>
              <a:gd name="connsiteX56" fmla="*/ 2582334 w 8017934"/>
              <a:gd name="connsiteY56" fmla="*/ 568132 h 593532"/>
              <a:gd name="connsiteX57" fmla="*/ 2599267 w 8017934"/>
              <a:gd name="connsiteY57" fmla="*/ 525798 h 593532"/>
              <a:gd name="connsiteX58" fmla="*/ 2616200 w 8017934"/>
              <a:gd name="connsiteY58" fmla="*/ 500398 h 593532"/>
              <a:gd name="connsiteX59" fmla="*/ 2658534 w 8017934"/>
              <a:gd name="connsiteY59" fmla="*/ 508865 h 593532"/>
              <a:gd name="connsiteX60" fmla="*/ 2751667 w 8017934"/>
              <a:gd name="connsiteY60" fmla="*/ 534265 h 593532"/>
              <a:gd name="connsiteX61" fmla="*/ 2777067 w 8017934"/>
              <a:gd name="connsiteY61" fmla="*/ 551198 h 593532"/>
              <a:gd name="connsiteX62" fmla="*/ 2802467 w 8017934"/>
              <a:gd name="connsiteY62" fmla="*/ 500398 h 593532"/>
              <a:gd name="connsiteX63" fmla="*/ 2844800 w 8017934"/>
              <a:gd name="connsiteY63" fmla="*/ 483465 h 593532"/>
              <a:gd name="connsiteX64" fmla="*/ 2861734 w 8017934"/>
              <a:gd name="connsiteY64" fmla="*/ 424198 h 593532"/>
              <a:gd name="connsiteX65" fmla="*/ 2887134 w 8017934"/>
              <a:gd name="connsiteY65" fmla="*/ 263332 h 593532"/>
              <a:gd name="connsiteX66" fmla="*/ 2895600 w 8017934"/>
              <a:gd name="connsiteY66" fmla="*/ 195598 h 593532"/>
              <a:gd name="connsiteX67" fmla="*/ 2929467 w 8017934"/>
              <a:gd name="connsiteY67" fmla="*/ 119398 h 593532"/>
              <a:gd name="connsiteX68" fmla="*/ 2963334 w 8017934"/>
              <a:gd name="connsiteY68" fmla="*/ 102465 h 593532"/>
              <a:gd name="connsiteX69" fmla="*/ 3183467 w 8017934"/>
              <a:gd name="connsiteY69" fmla="*/ 77065 h 593532"/>
              <a:gd name="connsiteX70" fmla="*/ 3293534 w 8017934"/>
              <a:gd name="connsiteY70" fmla="*/ 93998 h 593532"/>
              <a:gd name="connsiteX71" fmla="*/ 3302000 w 8017934"/>
              <a:gd name="connsiteY71" fmla="*/ 127865 h 593532"/>
              <a:gd name="connsiteX72" fmla="*/ 3318934 w 8017934"/>
              <a:gd name="connsiteY72" fmla="*/ 204065 h 593532"/>
              <a:gd name="connsiteX73" fmla="*/ 3335867 w 8017934"/>
              <a:gd name="connsiteY73" fmla="*/ 229465 h 593532"/>
              <a:gd name="connsiteX74" fmla="*/ 3352800 w 8017934"/>
              <a:gd name="connsiteY74" fmla="*/ 288732 h 593532"/>
              <a:gd name="connsiteX75" fmla="*/ 3369734 w 8017934"/>
              <a:gd name="connsiteY75" fmla="*/ 322598 h 593532"/>
              <a:gd name="connsiteX76" fmla="*/ 3386667 w 8017934"/>
              <a:gd name="connsiteY76" fmla="*/ 373398 h 593532"/>
              <a:gd name="connsiteX77" fmla="*/ 3395134 w 8017934"/>
              <a:gd name="connsiteY77" fmla="*/ 398798 h 593532"/>
              <a:gd name="connsiteX78" fmla="*/ 3412067 w 8017934"/>
              <a:gd name="connsiteY78" fmla="*/ 415732 h 593532"/>
              <a:gd name="connsiteX79" fmla="*/ 3437467 w 8017934"/>
              <a:gd name="connsiteY79" fmla="*/ 500398 h 593532"/>
              <a:gd name="connsiteX80" fmla="*/ 3454400 w 8017934"/>
              <a:gd name="connsiteY80" fmla="*/ 525798 h 593532"/>
              <a:gd name="connsiteX81" fmla="*/ 3462867 w 8017934"/>
              <a:gd name="connsiteY81" fmla="*/ 551198 h 593532"/>
              <a:gd name="connsiteX82" fmla="*/ 3505200 w 8017934"/>
              <a:gd name="connsiteY82" fmla="*/ 593532 h 593532"/>
              <a:gd name="connsiteX83" fmla="*/ 3683000 w 8017934"/>
              <a:gd name="connsiteY83" fmla="*/ 576598 h 593532"/>
              <a:gd name="connsiteX84" fmla="*/ 3708400 w 8017934"/>
              <a:gd name="connsiteY84" fmla="*/ 568132 h 593532"/>
              <a:gd name="connsiteX85" fmla="*/ 3683000 w 8017934"/>
              <a:gd name="connsiteY85" fmla="*/ 559665 h 593532"/>
              <a:gd name="connsiteX86" fmla="*/ 3810000 w 8017934"/>
              <a:gd name="connsiteY86" fmla="*/ 525798 h 593532"/>
              <a:gd name="connsiteX87" fmla="*/ 4004734 w 8017934"/>
              <a:gd name="connsiteY87" fmla="*/ 551198 h 593532"/>
              <a:gd name="connsiteX88" fmla="*/ 4174067 w 8017934"/>
              <a:gd name="connsiteY88" fmla="*/ 542732 h 593532"/>
              <a:gd name="connsiteX89" fmla="*/ 4191000 w 8017934"/>
              <a:gd name="connsiteY89" fmla="*/ 525798 h 593532"/>
              <a:gd name="connsiteX90" fmla="*/ 4199467 w 8017934"/>
              <a:gd name="connsiteY90" fmla="*/ 500398 h 593532"/>
              <a:gd name="connsiteX91" fmla="*/ 4216400 w 8017934"/>
              <a:gd name="connsiteY91" fmla="*/ 466532 h 593532"/>
              <a:gd name="connsiteX92" fmla="*/ 4419600 w 8017934"/>
              <a:gd name="connsiteY92" fmla="*/ 110931 h 593532"/>
              <a:gd name="connsiteX93" fmla="*/ 5067336 w 8017934"/>
              <a:gd name="connsiteY93" fmla="*/ 134684 h 593532"/>
              <a:gd name="connsiteX94" fmla="*/ 5207000 w 8017934"/>
              <a:gd name="connsiteY94" fmla="*/ 441132 h 593532"/>
              <a:gd name="connsiteX95" fmla="*/ 5274734 w 8017934"/>
              <a:gd name="connsiteY95" fmla="*/ 483465 h 593532"/>
              <a:gd name="connsiteX96" fmla="*/ 5317067 w 8017934"/>
              <a:gd name="connsiteY96" fmla="*/ 525798 h 593532"/>
              <a:gd name="connsiteX97" fmla="*/ 5308600 w 8017934"/>
              <a:gd name="connsiteY97" fmla="*/ 517332 h 593532"/>
              <a:gd name="connsiteX98" fmla="*/ 5342467 w 8017934"/>
              <a:gd name="connsiteY98" fmla="*/ 500398 h 593532"/>
              <a:gd name="connsiteX99" fmla="*/ 5401734 w 8017934"/>
              <a:gd name="connsiteY99" fmla="*/ 483465 h 593532"/>
              <a:gd name="connsiteX100" fmla="*/ 5435600 w 8017934"/>
              <a:gd name="connsiteY100" fmla="*/ 466532 h 593532"/>
              <a:gd name="connsiteX101" fmla="*/ 5537200 w 8017934"/>
              <a:gd name="connsiteY101" fmla="*/ 458065 h 593532"/>
              <a:gd name="connsiteX102" fmla="*/ 5562600 w 8017934"/>
              <a:gd name="connsiteY102" fmla="*/ 407265 h 593532"/>
              <a:gd name="connsiteX103" fmla="*/ 5579534 w 8017934"/>
              <a:gd name="connsiteY103" fmla="*/ 373398 h 593532"/>
              <a:gd name="connsiteX104" fmla="*/ 5613400 w 8017934"/>
              <a:gd name="connsiteY104" fmla="*/ 314132 h 593532"/>
              <a:gd name="connsiteX105" fmla="*/ 5621867 w 8017934"/>
              <a:gd name="connsiteY105" fmla="*/ 280265 h 593532"/>
              <a:gd name="connsiteX106" fmla="*/ 5630334 w 8017934"/>
              <a:gd name="connsiteY106" fmla="*/ 170198 h 593532"/>
              <a:gd name="connsiteX107" fmla="*/ 5638800 w 8017934"/>
              <a:gd name="connsiteY107" fmla="*/ 136332 h 593532"/>
              <a:gd name="connsiteX108" fmla="*/ 5689600 w 8017934"/>
              <a:gd name="connsiteY108" fmla="*/ 93998 h 593532"/>
              <a:gd name="connsiteX109" fmla="*/ 5731934 w 8017934"/>
              <a:gd name="connsiteY109" fmla="*/ 85532 h 593532"/>
              <a:gd name="connsiteX110" fmla="*/ 5892800 w 8017934"/>
              <a:gd name="connsiteY110" fmla="*/ 93998 h 593532"/>
              <a:gd name="connsiteX111" fmla="*/ 5918200 w 8017934"/>
              <a:gd name="connsiteY111" fmla="*/ 110932 h 593532"/>
              <a:gd name="connsiteX112" fmla="*/ 5960534 w 8017934"/>
              <a:gd name="connsiteY112" fmla="*/ 153265 h 593532"/>
              <a:gd name="connsiteX113" fmla="*/ 6019800 w 8017934"/>
              <a:gd name="connsiteY113" fmla="*/ 187132 h 593532"/>
              <a:gd name="connsiteX114" fmla="*/ 6028267 w 8017934"/>
              <a:gd name="connsiteY114" fmla="*/ 220998 h 593532"/>
              <a:gd name="connsiteX115" fmla="*/ 6062134 w 8017934"/>
              <a:gd name="connsiteY115" fmla="*/ 263332 h 593532"/>
              <a:gd name="connsiteX116" fmla="*/ 6079067 w 8017934"/>
              <a:gd name="connsiteY116" fmla="*/ 288732 h 593532"/>
              <a:gd name="connsiteX117" fmla="*/ 6104467 w 8017934"/>
              <a:gd name="connsiteY117" fmla="*/ 314132 h 593532"/>
              <a:gd name="connsiteX118" fmla="*/ 6138334 w 8017934"/>
              <a:gd name="connsiteY118" fmla="*/ 364932 h 593532"/>
              <a:gd name="connsiteX119" fmla="*/ 6155267 w 8017934"/>
              <a:gd name="connsiteY119" fmla="*/ 458065 h 593532"/>
              <a:gd name="connsiteX120" fmla="*/ 6180667 w 8017934"/>
              <a:gd name="connsiteY120" fmla="*/ 474998 h 593532"/>
              <a:gd name="connsiteX121" fmla="*/ 6197600 w 8017934"/>
              <a:gd name="connsiteY121" fmla="*/ 517332 h 593532"/>
              <a:gd name="connsiteX122" fmla="*/ 6214534 w 8017934"/>
              <a:gd name="connsiteY122" fmla="*/ 534265 h 593532"/>
              <a:gd name="connsiteX123" fmla="*/ 6409267 w 8017934"/>
              <a:gd name="connsiteY123" fmla="*/ 576598 h 593532"/>
              <a:gd name="connsiteX124" fmla="*/ 6443134 w 8017934"/>
              <a:gd name="connsiteY124" fmla="*/ 551198 h 593532"/>
              <a:gd name="connsiteX125" fmla="*/ 7035800 w 8017934"/>
              <a:gd name="connsiteY125" fmla="*/ 491932 h 593532"/>
              <a:gd name="connsiteX126" fmla="*/ 7171267 w 8017934"/>
              <a:gd name="connsiteY126" fmla="*/ 525798 h 593532"/>
              <a:gd name="connsiteX127" fmla="*/ 7239000 w 8017934"/>
              <a:gd name="connsiteY127" fmla="*/ 542732 h 593532"/>
              <a:gd name="connsiteX128" fmla="*/ 7416800 w 8017934"/>
              <a:gd name="connsiteY128" fmla="*/ 508865 h 593532"/>
              <a:gd name="connsiteX129" fmla="*/ 7425267 w 8017934"/>
              <a:gd name="connsiteY129" fmla="*/ 466532 h 593532"/>
              <a:gd name="connsiteX130" fmla="*/ 7433734 w 8017934"/>
              <a:gd name="connsiteY130" fmla="*/ 373398 h 593532"/>
              <a:gd name="connsiteX131" fmla="*/ 7450667 w 8017934"/>
              <a:gd name="connsiteY131" fmla="*/ 347998 h 593532"/>
              <a:gd name="connsiteX132" fmla="*/ 7459134 w 8017934"/>
              <a:gd name="connsiteY132" fmla="*/ 305665 h 593532"/>
              <a:gd name="connsiteX133" fmla="*/ 7467600 w 8017934"/>
              <a:gd name="connsiteY133" fmla="*/ 280265 h 593532"/>
              <a:gd name="connsiteX134" fmla="*/ 7476067 w 8017934"/>
              <a:gd name="connsiteY134" fmla="*/ 246398 h 593532"/>
              <a:gd name="connsiteX135" fmla="*/ 7526867 w 8017934"/>
              <a:gd name="connsiteY135" fmla="*/ 229465 h 593532"/>
              <a:gd name="connsiteX136" fmla="*/ 7569200 w 8017934"/>
              <a:gd name="connsiteY136" fmla="*/ 187132 h 593532"/>
              <a:gd name="connsiteX137" fmla="*/ 7611534 w 8017934"/>
              <a:gd name="connsiteY137" fmla="*/ 153265 h 593532"/>
              <a:gd name="connsiteX138" fmla="*/ 7645400 w 8017934"/>
              <a:gd name="connsiteY138" fmla="*/ 127865 h 593532"/>
              <a:gd name="connsiteX139" fmla="*/ 7653867 w 8017934"/>
              <a:gd name="connsiteY139" fmla="*/ 102465 h 593532"/>
              <a:gd name="connsiteX140" fmla="*/ 7730067 w 8017934"/>
              <a:gd name="connsiteY140" fmla="*/ 68598 h 593532"/>
              <a:gd name="connsiteX141" fmla="*/ 7823200 w 8017934"/>
              <a:gd name="connsiteY141" fmla="*/ 43198 h 593532"/>
              <a:gd name="connsiteX142" fmla="*/ 7907867 w 8017934"/>
              <a:gd name="connsiteY142" fmla="*/ 9332 h 593532"/>
              <a:gd name="connsiteX143" fmla="*/ 7941734 w 8017934"/>
              <a:gd name="connsiteY143" fmla="*/ 865 h 593532"/>
              <a:gd name="connsiteX144" fmla="*/ 8017934 w 8017934"/>
              <a:gd name="connsiteY144" fmla="*/ 865 h 593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</a:cxnLst>
            <a:rect l="l" t="t" r="r" b="b"/>
            <a:pathLst>
              <a:path w="8017934" h="593532">
                <a:moveTo>
                  <a:pt x="0" y="559665"/>
                </a:moveTo>
                <a:lnTo>
                  <a:pt x="491067" y="551198"/>
                </a:lnTo>
                <a:cubicBezTo>
                  <a:pt x="501220" y="550521"/>
                  <a:pt x="500805" y="532993"/>
                  <a:pt x="508000" y="525798"/>
                </a:cubicBezTo>
                <a:cubicBezTo>
                  <a:pt x="515195" y="518603"/>
                  <a:pt x="525674" y="515487"/>
                  <a:pt x="533400" y="508865"/>
                </a:cubicBezTo>
                <a:cubicBezTo>
                  <a:pt x="545522" y="498475"/>
                  <a:pt x="567267" y="474998"/>
                  <a:pt x="567267" y="474998"/>
                </a:cubicBezTo>
                <a:cubicBezTo>
                  <a:pt x="570089" y="466531"/>
                  <a:pt x="573569" y="458256"/>
                  <a:pt x="575734" y="449598"/>
                </a:cubicBezTo>
                <a:cubicBezTo>
                  <a:pt x="579224" y="435637"/>
                  <a:pt x="579147" y="420739"/>
                  <a:pt x="584200" y="407265"/>
                </a:cubicBezTo>
                <a:cubicBezTo>
                  <a:pt x="587773" y="397737"/>
                  <a:pt x="595489" y="390332"/>
                  <a:pt x="601134" y="381865"/>
                </a:cubicBezTo>
                <a:cubicBezTo>
                  <a:pt x="606954" y="352761"/>
                  <a:pt x="610094" y="333569"/>
                  <a:pt x="618067" y="305665"/>
                </a:cubicBezTo>
                <a:cubicBezTo>
                  <a:pt x="620519" y="297084"/>
                  <a:pt x="623018" y="288468"/>
                  <a:pt x="626534" y="280265"/>
                </a:cubicBezTo>
                <a:cubicBezTo>
                  <a:pt x="631506" y="268664"/>
                  <a:pt x="639035" y="258216"/>
                  <a:pt x="643467" y="246398"/>
                </a:cubicBezTo>
                <a:cubicBezTo>
                  <a:pt x="647154" y="236566"/>
                  <a:pt x="653581" y="198497"/>
                  <a:pt x="660400" y="187132"/>
                </a:cubicBezTo>
                <a:cubicBezTo>
                  <a:pt x="664507" y="180287"/>
                  <a:pt x="671689" y="175843"/>
                  <a:pt x="677334" y="170198"/>
                </a:cubicBezTo>
                <a:cubicBezTo>
                  <a:pt x="682394" y="155016"/>
                  <a:pt x="692269" y="121397"/>
                  <a:pt x="702734" y="110932"/>
                </a:cubicBezTo>
                <a:cubicBezTo>
                  <a:pt x="739353" y="74314"/>
                  <a:pt x="752072" y="77357"/>
                  <a:pt x="795867" y="68598"/>
                </a:cubicBezTo>
                <a:cubicBezTo>
                  <a:pt x="838200" y="74243"/>
                  <a:pt x="880740" y="78511"/>
                  <a:pt x="922867" y="85532"/>
                </a:cubicBezTo>
                <a:cubicBezTo>
                  <a:pt x="931670" y="86999"/>
                  <a:pt x="943080" y="86736"/>
                  <a:pt x="948267" y="93998"/>
                </a:cubicBezTo>
                <a:cubicBezTo>
                  <a:pt x="958642" y="108523"/>
                  <a:pt x="961328" y="127374"/>
                  <a:pt x="965200" y="144798"/>
                </a:cubicBezTo>
                <a:cubicBezTo>
                  <a:pt x="970845" y="170198"/>
                  <a:pt x="975823" y="195755"/>
                  <a:pt x="982134" y="220998"/>
                </a:cubicBezTo>
                <a:cubicBezTo>
                  <a:pt x="984299" y="229656"/>
                  <a:pt x="988252" y="237788"/>
                  <a:pt x="990600" y="246398"/>
                </a:cubicBezTo>
                <a:cubicBezTo>
                  <a:pt x="996723" y="268851"/>
                  <a:pt x="994625" y="294768"/>
                  <a:pt x="1007534" y="314132"/>
                </a:cubicBezTo>
                <a:lnTo>
                  <a:pt x="1041400" y="364932"/>
                </a:lnTo>
                <a:cubicBezTo>
                  <a:pt x="1047045" y="421376"/>
                  <a:pt x="1045762" y="478950"/>
                  <a:pt x="1058334" y="534265"/>
                </a:cubicBezTo>
                <a:cubicBezTo>
                  <a:pt x="1060589" y="544188"/>
                  <a:pt x="1073671" y="549689"/>
                  <a:pt x="1083734" y="551198"/>
                </a:cubicBezTo>
                <a:cubicBezTo>
                  <a:pt x="1131263" y="558327"/>
                  <a:pt x="1179689" y="556843"/>
                  <a:pt x="1227667" y="559665"/>
                </a:cubicBezTo>
                <a:cubicBezTo>
                  <a:pt x="1286934" y="554021"/>
                  <a:pt x="1346356" y="549825"/>
                  <a:pt x="1405467" y="542732"/>
                </a:cubicBezTo>
                <a:cubicBezTo>
                  <a:pt x="1417021" y="541346"/>
                  <a:pt x="1428638" y="538849"/>
                  <a:pt x="1439334" y="534265"/>
                </a:cubicBezTo>
                <a:cubicBezTo>
                  <a:pt x="1448687" y="530257"/>
                  <a:pt x="1456267" y="522976"/>
                  <a:pt x="1464734" y="517332"/>
                </a:cubicBezTo>
                <a:cubicBezTo>
                  <a:pt x="1470378" y="508865"/>
                  <a:pt x="1479899" y="501953"/>
                  <a:pt x="1481667" y="491932"/>
                </a:cubicBezTo>
                <a:cubicBezTo>
                  <a:pt x="1488551" y="452923"/>
                  <a:pt x="1485760" y="412768"/>
                  <a:pt x="1490134" y="373398"/>
                </a:cubicBezTo>
                <a:cubicBezTo>
                  <a:pt x="1491419" y="361833"/>
                  <a:pt x="1493396" y="349940"/>
                  <a:pt x="1498600" y="339532"/>
                </a:cubicBezTo>
                <a:cubicBezTo>
                  <a:pt x="1502170" y="332392"/>
                  <a:pt x="1509889" y="328243"/>
                  <a:pt x="1515534" y="322598"/>
                </a:cubicBezTo>
                <a:cubicBezTo>
                  <a:pt x="1518356" y="311309"/>
                  <a:pt x="1520803" y="299920"/>
                  <a:pt x="1524000" y="288732"/>
                </a:cubicBezTo>
                <a:cubicBezTo>
                  <a:pt x="1526452" y="280151"/>
                  <a:pt x="1530302" y="271990"/>
                  <a:pt x="1532467" y="263332"/>
                </a:cubicBezTo>
                <a:cubicBezTo>
                  <a:pt x="1535957" y="249371"/>
                  <a:pt x="1536383" y="234650"/>
                  <a:pt x="1540934" y="220998"/>
                </a:cubicBezTo>
                <a:cubicBezTo>
                  <a:pt x="1544925" y="209025"/>
                  <a:pt x="1553435" y="198950"/>
                  <a:pt x="1557867" y="187132"/>
                </a:cubicBezTo>
                <a:cubicBezTo>
                  <a:pt x="1559682" y="182291"/>
                  <a:pt x="1569416" y="135403"/>
                  <a:pt x="1574800" y="127865"/>
                </a:cubicBezTo>
                <a:cubicBezTo>
                  <a:pt x="1584079" y="114874"/>
                  <a:pt x="1595383" y="102854"/>
                  <a:pt x="1608667" y="93998"/>
                </a:cubicBezTo>
                <a:cubicBezTo>
                  <a:pt x="1617134" y="88354"/>
                  <a:pt x="1624714" y="81073"/>
                  <a:pt x="1634067" y="77065"/>
                </a:cubicBezTo>
                <a:cubicBezTo>
                  <a:pt x="1644763" y="72481"/>
                  <a:pt x="1656745" y="71795"/>
                  <a:pt x="1667934" y="68598"/>
                </a:cubicBezTo>
                <a:cubicBezTo>
                  <a:pt x="1676515" y="66146"/>
                  <a:pt x="1684867" y="62954"/>
                  <a:pt x="1693334" y="60132"/>
                </a:cubicBezTo>
                <a:cubicBezTo>
                  <a:pt x="1701801" y="62954"/>
                  <a:pt x="1710378" y="65464"/>
                  <a:pt x="1718734" y="68598"/>
                </a:cubicBezTo>
                <a:cubicBezTo>
                  <a:pt x="1732964" y="73934"/>
                  <a:pt x="1746404" y="81533"/>
                  <a:pt x="1761067" y="85532"/>
                </a:cubicBezTo>
                <a:cubicBezTo>
                  <a:pt x="1777629" y="90049"/>
                  <a:pt x="1794934" y="91176"/>
                  <a:pt x="1811867" y="93998"/>
                </a:cubicBezTo>
                <a:cubicBezTo>
                  <a:pt x="1951709" y="140614"/>
                  <a:pt x="1802308" y="93998"/>
                  <a:pt x="2192867" y="93998"/>
                </a:cubicBezTo>
                <a:cubicBezTo>
                  <a:pt x="2232479" y="93998"/>
                  <a:pt x="2271889" y="99643"/>
                  <a:pt x="2311400" y="102465"/>
                </a:cubicBezTo>
                <a:cubicBezTo>
                  <a:pt x="2340956" y="132019"/>
                  <a:pt x="2325810" y="111825"/>
                  <a:pt x="2345267" y="170198"/>
                </a:cubicBezTo>
                <a:lnTo>
                  <a:pt x="2345267" y="170198"/>
                </a:lnTo>
                <a:cubicBezTo>
                  <a:pt x="2367504" y="203554"/>
                  <a:pt x="2367046" y="198040"/>
                  <a:pt x="2379134" y="246398"/>
                </a:cubicBezTo>
                <a:cubicBezTo>
                  <a:pt x="2389536" y="288009"/>
                  <a:pt x="2379372" y="272037"/>
                  <a:pt x="2404534" y="297198"/>
                </a:cubicBezTo>
                <a:cubicBezTo>
                  <a:pt x="2408832" y="314391"/>
                  <a:pt x="2414177" y="339455"/>
                  <a:pt x="2421467" y="356465"/>
                </a:cubicBezTo>
                <a:cubicBezTo>
                  <a:pt x="2426439" y="368066"/>
                  <a:pt x="2433713" y="378613"/>
                  <a:pt x="2438400" y="390332"/>
                </a:cubicBezTo>
                <a:cubicBezTo>
                  <a:pt x="2445029" y="406905"/>
                  <a:pt x="2449690" y="424199"/>
                  <a:pt x="2455334" y="441132"/>
                </a:cubicBezTo>
                <a:cubicBezTo>
                  <a:pt x="2458156" y="449599"/>
                  <a:pt x="2457489" y="460222"/>
                  <a:pt x="2463800" y="466532"/>
                </a:cubicBezTo>
                <a:lnTo>
                  <a:pt x="2480734" y="483465"/>
                </a:lnTo>
                <a:cubicBezTo>
                  <a:pt x="2495487" y="542479"/>
                  <a:pt x="2477255" y="550502"/>
                  <a:pt x="2523067" y="559665"/>
                </a:cubicBezTo>
                <a:cubicBezTo>
                  <a:pt x="2542636" y="563579"/>
                  <a:pt x="2562578" y="565310"/>
                  <a:pt x="2582334" y="568132"/>
                </a:cubicBezTo>
                <a:cubicBezTo>
                  <a:pt x="2587978" y="554021"/>
                  <a:pt x="2592470" y="539392"/>
                  <a:pt x="2599267" y="525798"/>
                </a:cubicBezTo>
                <a:cubicBezTo>
                  <a:pt x="2603818" y="516697"/>
                  <a:pt x="2606416" y="503193"/>
                  <a:pt x="2616200" y="500398"/>
                </a:cubicBezTo>
                <a:cubicBezTo>
                  <a:pt x="2630037" y="496445"/>
                  <a:pt x="2644650" y="505079"/>
                  <a:pt x="2658534" y="508865"/>
                </a:cubicBezTo>
                <a:cubicBezTo>
                  <a:pt x="2776700" y="541092"/>
                  <a:pt x="2648526" y="513636"/>
                  <a:pt x="2751667" y="534265"/>
                </a:cubicBezTo>
                <a:cubicBezTo>
                  <a:pt x="2760134" y="539909"/>
                  <a:pt x="2767089" y="553194"/>
                  <a:pt x="2777067" y="551198"/>
                </a:cubicBezTo>
                <a:cubicBezTo>
                  <a:pt x="2799607" y="546690"/>
                  <a:pt x="2790207" y="510615"/>
                  <a:pt x="2802467" y="500398"/>
                </a:cubicBezTo>
                <a:cubicBezTo>
                  <a:pt x="2814142" y="490669"/>
                  <a:pt x="2830689" y="489109"/>
                  <a:pt x="2844800" y="483465"/>
                </a:cubicBezTo>
                <a:cubicBezTo>
                  <a:pt x="2850047" y="467724"/>
                  <a:pt x="2860098" y="439736"/>
                  <a:pt x="2861734" y="424198"/>
                </a:cubicBezTo>
                <a:cubicBezTo>
                  <a:pt x="2877864" y="270956"/>
                  <a:pt x="2849195" y="339206"/>
                  <a:pt x="2887134" y="263332"/>
                </a:cubicBezTo>
                <a:cubicBezTo>
                  <a:pt x="2889956" y="240754"/>
                  <a:pt x="2890832" y="217847"/>
                  <a:pt x="2895600" y="195598"/>
                </a:cubicBezTo>
                <a:cubicBezTo>
                  <a:pt x="2898803" y="180650"/>
                  <a:pt x="2912295" y="133708"/>
                  <a:pt x="2929467" y="119398"/>
                </a:cubicBezTo>
                <a:cubicBezTo>
                  <a:pt x="2939163" y="111318"/>
                  <a:pt x="2951733" y="107437"/>
                  <a:pt x="2963334" y="102465"/>
                </a:cubicBezTo>
                <a:cubicBezTo>
                  <a:pt x="3026236" y="75507"/>
                  <a:pt x="3157320" y="79339"/>
                  <a:pt x="3183467" y="77065"/>
                </a:cubicBezTo>
                <a:cubicBezTo>
                  <a:pt x="3220156" y="82709"/>
                  <a:pt x="3259415" y="79375"/>
                  <a:pt x="3293534" y="93998"/>
                </a:cubicBezTo>
                <a:cubicBezTo>
                  <a:pt x="3304230" y="98582"/>
                  <a:pt x="3299476" y="116506"/>
                  <a:pt x="3302000" y="127865"/>
                </a:cubicBezTo>
                <a:cubicBezTo>
                  <a:pt x="3303855" y="136211"/>
                  <a:pt x="3314169" y="192947"/>
                  <a:pt x="3318934" y="204065"/>
                </a:cubicBezTo>
                <a:cubicBezTo>
                  <a:pt x="3322942" y="213418"/>
                  <a:pt x="3331316" y="220364"/>
                  <a:pt x="3335867" y="229465"/>
                </a:cubicBezTo>
                <a:cubicBezTo>
                  <a:pt x="3346106" y="249944"/>
                  <a:pt x="3344657" y="267017"/>
                  <a:pt x="3352800" y="288732"/>
                </a:cubicBezTo>
                <a:cubicBezTo>
                  <a:pt x="3357232" y="300550"/>
                  <a:pt x="3365047" y="310879"/>
                  <a:pt x="3369734" y="322598"/>
                </a:cubicBezTo>
                <a:cubicBezTo>
                  <a:pt x="3376363" y="339171"/>
                  <a:pt x="3381023" y="356465"/>
                  <a:pt x="3386667" y="373398"/>
                </a:cubicBezTo>
                <a:cubicBezTo>
                  <a:pt x="3389489" y="381865"/>
                  <a:pt x="3388823" y="392487"/>
                  <a:pt x="3395134" y="398798"/>
                </a:cubicBezTo>
                <a:lnTo>
                  <a:pt x="3412067" y="415732"/>
                </a:lnTo>
                <a:cubicBezTo>
                  <a:pt x="3416800" y="434662"/>
                  <a:pt x="3429224" y="488033"/>
                  <a:pt x="3437467" y="500398"/>
                </a:cubicBezTo>
                <a:cubicBezTo>
                  <a:pt x="3443111" y="508865"/>
                  <a:pt x="3449849" y="516697"/>
                  <a:pt x="3454400" y="525798"/>
                </a:cubicBezTo>
                <a:cubicBezTo>
                  <a:pt x="3458391" y="533780"/>
                  <a:pt x="3457512" y="544058"/>
                  <a:pt x="3462867" y="551198"/>
                </a:cubicBezTo>
                <a:cubicBezTo>
                  <a:pt x="3474841" y="567163"/>
                  <a:pt x="3485253" y="592928"/>
                  <a:pt x="3505200" y="593532"/>
                </a:cubicBezTo>
                <a:lnTo>
                  <a:pt x="3683000" y="576598"/>
                </a:lnTo>
                <a:cubicBezTo>
                  <a:pt x="3674845" y="572973"/>
                  <a:pt x="3708400" y="577057"/>
                  <a:pt x="3708400" y="568132"/>
                </a:cubicBezTo>
                <a:cubicBezTo>
                  <a:pt x="3708400" y="559207"/>
                  <a:pt x="3691467" y="562487"/>
                  <a:pt x="3683000" y="559665"/>
                </a:cubicBezTo>
                <a:cubicBezTo>
                  <a:pt x="3699933" y="552609"/>
                  <a:pt x="3756378" y="527209"/>
                  <a:pt x="3810000" y="525798"/>
                </a:cubicBezTo>
                <a:cubicBezTo>
                  <a:pt x="3856796" y="532483"/>
                  <a:pt x="3980631" y="550528"/>
                  <a:pt x="4004734" y="551198"/>
                </a:cubicBezTo>
                <a:cubicBezTo>
                  <a:pt x="4061227" y="552767"/>
                  <a:pt x="4117623" y="545554"/>
                  <a:pt x="4174067" y="542732"/>
                </a:cubicBezTo>
                <a:cubicBezTo>
                  <a:pt x="4179711" y="537087"/>
                  <a:pt x="4186893" y="532643"/>
                  <a:pt x="4191000" y="525798"/>
                </a:cubicBezTo>
                <a:cubicBezTo>
                  <a:pt x="4195592" y="518145"/>
                  <a:pt x="4195951" y="508601"/>
                  <a:pt x="4199467" y="500398"/>
                </a:cubicBezTo>
                <a:cubicBezTo>
                  <a:pt x="4204439" y="488797"/>
                  <a:pt x="4210756" y="477821"/>
                  <a:pt x="4216400" y="466532"/>
                </a:cubicBezTo>
                <a:cubicBezTo>
                  <a:pt x="4204895" y="328463"/>
                  <a:pt x="4277777" y="166239"/>
                  <a:pt x="4419600" y="110931"/>
                </a:cubicBezTo>
                <a:cubicBezTo>
                  <a:pt x="4561423" y="55623"/>
                  <a:pt x="4936103" y="79651"/>
                  <a:pt x="5067336" y="134684"/>
                </a:cubicBezTo>
                <a:cubicBezTo>
                  <a:pt x="5198569" y="189718"/>
                  <a:pt x="5172434" y="383002"/>
                  <a:pt x="5207000" y="441132"/>
                </a:cubicBezTo>
                <a:cubicBezTo>
                  <a:pt x="5241566" y="499262"/>
                  <a:pt x="5252156" y="469354"/>
                  <a:pt x="5274734" y="483465"/>
                </a:cubicBezTo>
                <a:cubicBezTo>
                  <a:pt x="5286850" y="507697"/>
                  <a:pt x="5285921" y="525798"/>
                  <a:pt x="5317067" y="525798"/>
                </a:cubicBezTo>
                <a:cubicBezTo>
                  <a:pt x="5321058" y="525798"/>
                  <a:pt x="5304367" y="521565"/>
                  <a:pt x="5308600" y="517332"/>
                </a:cubicBezTo>
                <a:cubicBezTo>
                  <a:pt x="5312833" y="513099"/>
                  <a:pt x="5326945" y="506043"/>
                  <a:pt x="5342467" y="500398"/>
                </a:cubicBezTo>
                <a:cubicBezTo>
                  <a:pt x="5357989" y="494754"/>
                  <a:pt x="5382800" y="491580"/>
                  <a:pt x="5401734" y="483465"/>
                </a:cubicBezTo>
                <a:cubicBezTo>
                  <a:pt x="5413335" y="478493"/>
                  <a:pt x="5423195" y="468858"/>
                  <a:pt x="5435600" y="466532"/>
                </a:cubicBezTo>
                <a:cubicBezTo>
                  <a:pt x="5469002" y="460269"/>
                  <a:pt x="5503333" y="460887"/>
                  <a:pt x="5537200" y="458065"/>
                </a:cubicBezTo>
                <a:cubicBezTo>
                  <a:pt x="5552723" y="411497"/>
                  <a:pt x="5536340" y="453220"/>
                  <a:pt x="5562600" y="407265"/>
                </a:cubicBezTo>
                <a:cubicBezTo>
                  <a:pt x="5568862" y="396306"/>
                  <a:pt x="5573272" y="384357"/>
                  <a:pt x="5579534" y="373398"/>
                </a:cubicBezTo>
                <a:cubicBezTo>
                  <a:pt x="5597397" y="342137"/>
                  <a:pt x="5599446" y="351344"/>
                  <a:pt x="5613400" y="314132"/>
                </a:cubicBezTo>
                <a:cubicBezTo>
                  <a:pt x="5617486" y="303236"/>
                  <a:pt x="5619045" y="291554"/>
                  <a:pt x="5621867" y="280265"/>
                </a:cubicBezTo>
                <a:cubicBezTo>
                  <a:pt x="5624689" y="243576"/>
                  <a:pt x="5626035" y="206743"/>
                  <a:pt x="5630334" y="170198"/>
                </a:cubicBezTo>
                <a:cubicBezTo>
                  <a:pt x="5631694" y="158642"/>
                  <a:pt x="5633596" y="146740"/>
                  <a:pt x="5638800" y="136332"/>
                </a:cubicBezTo>
                <a:cubicBezTo>
                  <a:pt x="5643938" y="126055"/>
                  <a:pt x="5687837" y="94782"/>
                  <a:pt x="5689600" y="93998"/>
                </a:cubicBezTo>
                <a:cubicBezTo>
                  <a:pt x="5702750" y="88153"/>
                  <a:pt x="5717823" y="88354"/>
                  <a:pt x="5731934" y="85532"/>
                </a:cubicBezTo>
                <a:cubicBezTo>
                  <a:pt x="5785556" y="88354"/>
                  <a:pt x="5839596" y="86743"/>
                  <a:pt x="5892800" y="93998"/>
                </a:cubicBezTo>
                <a:cubicBezTo>
                  <a:pt x="5902882" y="95373"/>
                  <a:pt x="5910542" y="104231"/>
                  <a:pt x="5918200" y="110932"/>
                </a:cubicBezTo>
                <a:cubicBezTo>
                  <a:pt x="5933219" y="124073"/>
                  <a:pt x="5943929" y="142195"/>
                  <a:pt x="5960534" y="153265"/>
                </a:cubicBezTo>
                <a:cubicBezTo>
                  <a:pt x="5996436" y="177199"/>
                  <a:pt x="5976833" y="165647"/>
                  <a:pt x="6019800" y="187132"/>
                </a:cubicBezTo>
                <a:cubicBezTo>
                  <a:pt x="6022622" y="198421"/>
                  <a:pt x="6023683" y="210303"/>
                  <a:pt x="6028267" y="220998"/>
                </a:cubicBezTo>
                <a:cubicBezTo>
                  <a:pt x="6040295" y="249064"/>
                  <a:pt x="6045326" y="242322"/>
                  <a:pt x="6062134" y="263332"/>
                </a:cubicBezTo>
                <a:cubicBezTo>
                  <a:pt x="6068491" y="271278"/>
                  <a:pt x="6072553" y="280915"/>
                  <a:pt x="6079067" y="288732"/>
                </a:cubicBezTo>
                <a:cubicBezTo>
                  <a:pt x="6086732" y="297930"/>
                  <a:pt x="6097116" y="304681"/>
                  <a:pt x="6104467" y="314132"/>
                </a:cubicBezTo>
                <a:cubicBezTo>
                  <a:pt x="6116962" y="330196"/>
                  <a:pt x="6138334" y="364932"/>
                  <a:pt x="6138334" y="364932"/>
                </a:cubicBezTo>
                <a:cubicBezTo>
                  <a:pt x="6138372" y="365161"/>
                  <a:pt x="6152481" y="453189"/>
                  <a:pt x="6155267" y="458065"/>
                </a:cubicBezTo>
                <a:cubicBezTo>
                  <a:pt x="6160316" y="466900"/>
                  <a:pt x="6172200" y="469354"/>
                  <a:pt x="6180667" y="474998"/>
                </a:cubicBezTo>
                <a:cubicBezTo>
                  <a:pt x="6186311" y="489109"/>
                  <a:pt x="6190060" y="504136"/>
                  <a:pt x="6197600" y="517332"/>
                </a:cubicBezTo>
                <a:cubicBezTo>
                  <a:pt x="6201560" y="524263"/>
                  <a:pt x="6208301" y="529278"/>
                  <a:pt x="6214534" y="534265"/>
                </a:cubicBezTo>
                <a:cubicBezTo>
                  <a:pt x="6272473" y="580615"/>
                  <a:pt x="6313731" y="562268"/>
                  <a:pt x="6409267" y="576598"/>
                </a:cubicBezTo>
                <a:cubicBezTo>
                  <a:pt x="6420556" y="568131"/>
                  <a:pt x="6338712" y="565309"/>
                  <a:pt x="6443134" y="551198"/>
                </a:cubicBezTo>
                <a:cubicBezTo>
                  <a:pt x="6547556" y="537087"/>
                  <a:pt x="6914445" y="496165"/>
                  <a:pt x="7035800" y="491932"/>
                </a:cubicBezTo>
                <a:cubicBezTo>
                  <a:pt x="7157155" y="487699"/>
                  <a:pt x="7002169" y="483522"/>
                  <a:pt x="7171267" y="525798"/>
                </a:cubicBezTo>
                <a:lnTo>
                  <a:pt x="7239000" y="542732"/>
                </a:lnTo>
                <a:cubicBezTo>
                  <a:pt x="7269231" y="541052"/>
                  <a:pt x="7386988" y="568488"/>
                  <a:pt x="7416800" y="508865"/>
                </a:cubicBezTo>
                <a:cubicBezTo>
                  <a:pt x="7423236" y="495994"/>
                  <a:pt x="7422445" y="480643"/>
                  <a:pt x="7425267" y="466532"/>
                </a:cubicBezTo>
                <a:cubicBezTo>
                  <a:pt x="7428089" y="435487"/>
                  <a:pt x="7427202" y="403879"/>
                  <a:pt x="7433734" y="373398"/>
                </a:cubicBezTo>
                <a:cubicBezTo>
                  <a:pt x="7435866" y="363448"/>
                  <a:pt x="7447094" y="357526"/>
                  <a:pt x="7450667" y="347998"/>
                </a:cubicBezTo>
                <a:cubicBezTo>
                  <a:pt x="7455720" y="334524"/>
                  <a:pt x="7455644" y="319626"/>
                  <a:pt x="7459134" y="305665"/>
                </a:cubicBezTo>
                <a:cubicBezTo>
                  <a:pt x="7461298" y="297007"/>
                  <a:pt x="7465148" y="288846"/>
                  <a:pt x="7467600" y="280265"/>
                </a:cubicBezTo>
                <a:cubicBezTo>
                  <a:pt x="7470797" y="269076"/>
                  <a:pt x="7467232" y="253971"/>
                  <a:pt x="7476067" y="246398"/>
                </a:cubicBezTo>
                <a:cubicBezTo>
                  <a:pt x="7489619" y="234782"/>
                  <a:pt x="7526867" y="229465"/>
                  <a:pt x="7526867" y="229465"/>
                </a:cubicBezTo>
                <a:cubicBezTo>
                  <a:pt x="7572019" y="161736"/>
                  <a:pt x="7512759" y="243572"/>
                  <a:pt x="7569200" y="187132"/>
                </a:cubicBezTo>
                <a:cubicBezTo>
                  <a:pt x="7607498" y="148835"/>
                  <a:pt x="7562085" y="169749"/>
                  <a:pt x="7611534" y="153265"/>
                </a:cubicBezTo>
                <a:cubicBezTo>
                  <a:pt x="7622823" y="144798"/>
                  <a:pt x="7636366" y="138705"/>
                  <a:pt x="7645400" y="127865"/>
                </a:cubicBezTo>
                <a:cubicBezTo>
                  <a:pt x="7651113" y="121009"/>
                  <a:pt x="7647556" y="108776"/>
                  <a:pt x="7653867" y="102465"/>
                </a:cubicBezTo>
                <a:cubicBezTo>
                  <a:pt x="7683600" y="72732"/>
                  <a:pt x="7696201" y="79887"/>
                  <a:pt x="7730067" y="68598"/>
                </a:cubicBezTo>
                <a:cubicBezTo>
                  <a:pt x="7811647" y="41405"/>
                  <a:pt x="7731081" y="58552"/>
                  <a:pt x="7823200" y="43198"/>
                </a:cubicBezTo>
                <a:cubicBezTo>
                  <a:pt x="7853926" y="30030"/>
                  <a:pt x="7877333" y="18056"/>
                  <a:pt x="7907867" y="9332"/>
                </a:cubicBezTo>
                <a:cubicBezTo>
                  <a:pt x="7919056" y="6135"/>
                  <a:pt x="7930132" y="1758"/>
                  <a:pt x="7941734" y="865"/>
                </a:cubicBezTo>
                <a:cubicBezTo>
                  <a:pt x="7967059" y="-1083"/>
                  <a:pt x="7992534" y="865"/>
                  <a:pt x="8017934" y="865"/>
                </a:cubicBezTo>
              </a:path>
            </a:pathLst>
          </a:custGeom>
          <a:noFill/>
          <a:ln w="28575">
            <a:solidFill>
              <a:schemeClr val="accent5">
                <a:lumMod val="75000"/>
              </a:schemeClr>
            </a:solidFill>
          </a:ln>
        </p:spPr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65" name="Group 64"/>
          <p:cNvGrpSpPr/>
          <p:nvPr/>
        </p:nvGrpSpPr>
        <p:grpSpPr>
          <a:xfrm>
            <a:off x="492851" y="2118117"/>
            <a:ext cx="3049336" cy="542875"/>
            <a:chOff x="660626" y="4421767"/>
            <a:chExt cx="7707750" cy="542875"/>
          </a:xfrm>
        </p:grpSpPr>
        <p:cxnSp>
          <p:nvCxnSpPr>
            <p:cNvPr id="66" name="Straight Connector 65"/>
            <p:cNvCxnSpPr/>
            <p:nvPr/>
          </p:nvCxnSpPr>
          <p:spPr>
            <a:xfrm flipV="1">
              <a:off x="660626" y="4959949"/>
              <a:ext cx="45539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 flipV="1">
              <a:off x="1526666" y="4959949"/>
              <a:ext cx="45539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 flipV="1">
              <a:off x="1116016" y="4435724"/>
              <a:ext cx="410650" cy="3973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 flipV="1">
              <a:off x="1982057" y="4439696"/>
              <a:ext cx="455390" cy="1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>
              <a:off x="1116016" y="4444390"/>
              <a:ext cx="0" cy="520252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>
              <a:off x="1526666" y="4439697"/>
              <a:ext cx="0" cy="520252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1982057" y="4444390"/>
              <a:ext cx="0" cy="520252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>
              <a:off x="3330340" y="4435724"/>
              <a:ext cx="0" cy="520252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 flipV="1">
              <a:off x="2892837" y="4955976"/>
              <a:ext cx="45539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>
              <a:off x="2892837" y="4444390"/>
              <a:ext cx="0" cy="520252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 flipV="1">
              <a:off x="2437447" y="4444390"/>
              <a:ext cx="45539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>
              <a:off x="3803617" y="4444390"/>
              <a:ext cx="0" cy="520252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>
            <a:xfrm flipV="1">
              <a:off x="3348227" y="4444390"/>
              <a:ext cx="45539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 flipV="1">
              <a:off x="3803617" y="4947509"/>
              <a:ext cx="45539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 flipV="1">
              <a:off x="4259007" y="4942019"/>
              <a:ext cx="45539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/>
          </p:nvCxnSpPr>
          <p:spPr>
            <a:xfrm>
              <a:off x="4714397" y="4421767"/>
              <a:ext cx="0" cy="520252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/>
            <p:nvPr/>
          </p:nvCxnSpPr>
          <p:spPr>
            <a:xfrm>
              <a:off x="5637263" y="4444390"/>
              <a:ext cx="0" cy="520252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/>
          </p:nvCxnSpPr>
          <p:spPr>
            <a:xfrm flipV="1">
              <a:off x="4726483" y="4438899"/>
              <a:ext cx="45539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/>
            <p:nvPr/>
          </p:nvCxnSpPr>
          <p:spPr>
            <a:xfrm flipV="1">
              <a:off x="5181873" y="4433409"/>
              <a:ext cx="45539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/>
            <p:nvPr/>
          </p:nvCxnSpPr>
          <p:spPr>
            <a:xfrm flipV="1">
              <a:off x="5637263" y="4938895"/>
              <a:ext cx="45539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/>
            <p:nvPr/>
          </p:nvCxnSpPr>
          <p:spPr>
            <a:xfrm>
              <a:off x="6092653" y="4444390"/>
              <a:ext cx="0" cy="520252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/>
            <p:nvPr/>
          </p:nvCxnSpPr>
          <p:spPr>
            <a:xfrm flipV="1">
              <a:off x="6092653" y="4444390"/>
              <a:ext cx="45539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/>
            <p:nvPr/>
          </p:nvCxnSpPr>
          <p:spPr>
            <a:xfrm>
              <a:off x="6548043" y="4444390"/>
              <a:ext cx="0" cy="520252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/>
            <p:nvPr/>
          </p:nvCxnSpPr>
          <p:spPr>
            <a:xfrm flipV="1">
              <a:off x="6546816" y="4944385"/>
              <a:ext cx="45539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/>
            <p:nvPr/>
          </p:nvCxnSpPr>
          <p:spPr>
            <a:xfrm flipV="1">
              <a:off x="7002206" y="4938895"/>
              <a:ext cx="45539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/>
            <p:nvPr/>
          </p:nvCxnSpPr>
          <p:spPr>
            <a:xfrm flipV="1">
              <a:off x="7457596" y="4924790"/>
              <a:ext cx="45539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/>
            <p:nvPr/>
          </p:nvCxnSpPr>
          <p:spPr>
            <a:xfrm>
              <a:off x="7912986" y="4435923"/>
              <a:ext cx="0" cy="520252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/>
            <p:cNvCxnSpPr/>
            <p:nvPr/>
          </p:nvCxnSpPr>
          <p:spPr>
            <a:xfrm flipV="1">
              <a:off x="7912986" y="4421767"/>
              <a:ext cx="45539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5" name="Group 124"/>
          <p:cNvGrpSpPr/>
          <p:nvPr/>
        </p:nvGrpSpPr>
        <p:grpSpPr>
          <a:xfrm rot="506472">
            <a:off x="4943914" y="4095003"/>
            <a:ext cx="804068" cy="505386"/>
            <a:chOff x="5001372" y="5551528"/>
            <a:chExt cx="1431274" cy="609295"/>
          </a:xfrm>
        </p:grpSpPr>
        <p:sp>
          <p:nvSpPr>
            <p:cNvPr id="126" name="Freeform: Shape 125"/>
            <p:cNvSpPr/>
            <p:nvPr/>
          </p:nvSpPr>
          <p:spPr>
            <a:xfrm>
              <a:off x="5011464" y="5606391"/>
              <a:ext cx="1320800" cy="526115"/>
            </a:xfrm>
            <a:custGeom>
              <a:avLst/>
              <a:gdLst>
                <a:gd name="connsiteX0" fmla="*/ 0 w 1320800"/>
                <a:gd name="connsiteY0" fmla="*/ 51895 h 526115"/>
                <a:gd name="connsiteX1" fmla="*/ 279400 w 1320800"/>
                <a:gd name="connsiteY1" fmla="*/ 51895 h 526115"/>
                <a:gd name="connsiteX2" fmla="*/ 304800 w 1320800"/>
                <a:gd name="connsiteY2" fmla="*/ 60362 h 526115"/>
                <a:gd name="connsiteX3" fmla="*/ 321733 w 1320800"/>
                <a:gd name="connsiteY3" fmla="*/ 94228 h 526115"/>
                <a:gd name="connsiteX4" fmla="*/ 338666 w 1320800"/>
                <a:gd name="connsiteY4" fmla="*/ 111162 h 526115"/>
                <a:gd name="connsiteX5" fmla="*/ 347133 w 1320800"/>
                <a:gd name="connsiteY5" fmla="*/ 136562 h 526115"/>
                <a:gd name="connsiteX6" fmla="*/ 364066 w 1320800"/>
                <a:gd name="connsiteY6" fmla="*/ 170428 h 526115"/>
                <a:gd name="connsiteX7" fmla="*/ 381000 w 1320800"/>
                <a:gd name="connsiteY7" fmla="*/ 322828 h 526115"/>
                <a:gd name="connsiteX8" fmla="*/ 389466 w 1320800"/>
                <a:gd name="connsiteY8" fmla="*/ 356695 h 526115"/>
                <a:gd name="connsiteX9" fmla="*/ 406400 w 1320800"/>
                <a:gd name="connsiteY9" fmla="*/ 373628 h 526115"/>
                <a:gd name="connsiteX10" fmla="*/ 440266 w 1320800"/>
                <a:gd name="connsiteY10" fmla="*/ 415962 h 526115"/>
                <a:gd name="connsiteX11" fmla="*/ 465666 w 1320800"/>
                <a:gd name="connsiteY11" fmla="*/ 424428 h 526115"/>
                <a:gd name="connsiteX12" fmla="*/ 499533 w 1320800"/>
                <a:gd name="connsiteY12" fmla="*/ 458295 h 526115"/>
                <a:gd name="connsiteX13" fmla="*/ 533400 w 1320800"/>
                <a:gd name="connsiteY13" fmla="*/ 492162 h 526115"/>
                <a:gd name="connsiteX14" fmla="*/ 558800 w 1320800"/>
                <a:gd name="connsiteY14" fmla="*/ 517562 h 526115"/>
                <a:gd name="connsiteX15" fmla="*/ 592666 w 1320800"/>
                <a:gd name="connsiteY15" fmla="*/ 526028 h 526115"/>
                <a:gd name="connsiteX16" fmla="*/ 702733 w 1320800"/>
                <a:gd name="connsiteY16" fmla="*/ 509095 h 526115"/>
                <a:gd name="connsiteX17" fmla="*/ 736600 w 1320800"/>
                <a:gd name="connsiteY17" fmla="*/ 500628 h 526115"/>
                <a:gd name="connsiteX18" fmla="*/ 770466 w 1320800"/>
                <a:gd name="connsiteY18" fmla="*/ 483695 h 526115"/>
                <a:gd name="connsiteX19" fmla="*/ 787400 w 1320800"/>
                <a:gd name="connsiteY19" fmla="*/ 415962 h 526115"/>
                <a:gd name="connsiteX20" fmla="*/ 812800 w 1320800"/>
                <a:gd name="connsiteY20" fmla="*/ 348228 h 526115"/>
                <a:gd name="connsiteX21" fmla="*/ 821266 w 1320800"/>
                <a:gd name="connsiteY21" fmla="*/ 288962 h 526115"/>
                <a:gd name="connsiteX22" fmla="*/ 829733 w 1320800"/>
                <a:gd name="connsiteY22" fmla="*/ 178895 h 526115"/>
                <a:gd name="connsiteX23" fmla="*/ 846666 w 1320800"/>
                <a:gd name="connsiteY23" fmla="*/ 145028 h 526115"/>
                <a:gd name="connsiteX24" fmla="*/ 863600 w 1320800"/>
                <a:gd name="connsiteY24" fmla="*/ 85762 h 526115"/>
                <a:gd name="connsiteX25" fmla="*/ 889000 w 1320800"/>
                <a:gd name="connsiteY25" fmla="*/ 77295 h 526115"/>
                <a:gd name="connsiteX26" fmla="*/ 922866 w 1320800"/>
                <a:gd name="connsiteY26" fmla="*/ 60362 h 526115"/>
                <a:gd name="connsiteX27" fmla="*/ 948266 w 1320800"/>
                <a:gd name="connsiteY27" fmla="*/ 43428 h 526115"/>
                <a:gd name="connsiteX28" fmla="*/ 1016000 w 1320800"/>
                <a:gd name="connsiteY28" fmla="*/ 26495 h 526115"/>
                <a:gd name="connsiteX29" fmla="*/ 1202266 w 1320800"/>
                <a:gd name="connsiteY29" fmla="*/ 1095 h 526115"/>
                <a:gd name="connsiteX30" fmla="*/ 1320800 w 1320800"/>
                <a:gd name="connsiteY30" fmla="*/ 1095 h 52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320800" h="526115">
                  <a:moveTo>
                    <a:pt x="0" y="51895"/>
                  </a:moveTo>
                  <a:cubicBezTo>
                    <a:pt x="136182" y="47031"/>
                    <a:pt x="180507" y="27171"/>
                    <a:pt x="279400" y="51895"/>
                  </a:cubicBezTo>
                  <a:cubicBezTo>
                    <a:pt x="288058" y="54060"/>
                    <a:pt x="296333" y="57540"/>
                    <a:pt x="304800" y="60362"/>
                  </a:cubicBezTo>
                  <a:cubicBezTo>
                    <a:pt x="310444" y="71651"/>
                    <a:pt x="314732" y="83727"/>
                    <a:pt x="321733" y="94228"/>
                  </a:cubicBezTo>
                  <a:cubicBezTo>
                    <a:pt x="326161" y="100870"/>
                    <a:pt x="334559" y="104317"/>
                    <a:pt x="338666" y="111162"/>
                  </a:cubicBezTo>
                  <a:cubicBezTo>
                    <a:pt x="343258" y="118815"/>
                    <a:pt x="343617" y="128359"/>
                    <a:pt x="347133" y="136562"/>
                  </a:cubicBezTo>
                  <a:cubicBezTo>
                    <a:pt x="352105" y="148163"/>
                    <a:pt x="358422" y="159139"/>
                    <a:pt x="364066" y="170428"/>
                  </a:cubicBezTo>
                  <a:cubicBezTo>
                    <a:pt x="369711" y="221228"/>
                    <a:pt x="374094" y="272184"/>
                    <a:pt x="381000" y="322828"/>
                  </a:cubicBezTo>
                  <a:cubicBezTo>
                    <a:pt x="382572" y="334358"/>
                    <a:pt x="384262" y="346287"/>
                    <a:pt x="389466" y="356695"/>
                  </a:cubicBezTo>
                  <a:cubicBezTo>
                    <a:pt x="393036" y="363835"/>
                    <a:pt x="401413" y="367395"/>
                    <a:pt x="406400" y="373628"/>
                  </a:cubicBezTo>
                  <a:cubicBezTo>
                    <a:pt x="417048" y="386938"/>
                    <a:pt x="424542" y="406528"/>
                    <a:pt x="440266" y="415962"/>
                  </a:cubicBezTo>
                  <a:cubicBezTo>
                    <a:pt x="447919" y="420554"/>
                    <a:pt x="457199" y="421606"/>
                    <a:pt x="465666" y="424428"/>
                  </a:cubicBezTo>
                  <a:cubicBezTo>
                    <a:pt x="488245" y="492161"/>
                    <a:pt x="454377" y="413139"/>
                    <a:pt x="499533" y="458295"/>
                  </a:cubicBezTo>
                  <a:cubicBezTo>
                    <a:pt x="544689" y="503451"/>
                    <a:pt x="465667" y="469583"/>
                    <a:pt x="533400" y="492162"/>
                  </a:cubicBezTo>
                  <a:cubicBezTo>
                    <a:pt x="541867" y="500629"/>
                    <a:pt x="548404" y="511621"/>
                    <a:pt x="558800" y="517562"/>
                  </a:cubicBezTo>
                  <a:cubicBezTo>
                    <a:pt x="568903" y="523335"/>
                    <a:pt x="581050" y="526711"/>
                    <a:pt x="592666" y="526028"/>
                  </a:cubicBezTo>
                  <a:cubicBezTo>
                    <a:pt x="629723" y="523848"/>
                    <a:pt x="666177" y="515546"/>
                    <a:pt x="702733" y="509095"/>
                  </a:cubicBezTo>
                  <a:cubicBezTo>
                    <a:pt x="714192" y="507073"/>
                    <a:pt x="725704" y="504714"/>
                    <a:pt x="736600" y="500628"/>
                  </a:cubicBezTo>
                  <a:cubicBezTo>
                    <a:pt x="748418" y="496196"/>
                    <a:pt x="759177" y="489339"/>
                    <a:pt x="770466" y="483695"/>
                  </a:cubicBezTo>
                  <a:cubicBezTo>
                    <a:pt x="776111" y="461117"/>
                    <a:pt x="778757" y="437570"/>
                    <a:pt x="787400" y="415962"/>
                  </a:cubicBezTo>
                  <a:cubicBezTo>
                    <a:pt x="807647" y="365342"/>
                    <a:pt x="799527" y="388046"/>
                    <a:pt x="812800" y="348228"/>
                  </a:cubicBezTo>
                  <a:cubicBezTo>
                    <a:pt x="815622" y="328473"/>
                    <a:pt x="819280" y="308819"/>
                    <a:pt x="821266" y="288962"/>
                  </a:cubicBezTo>
                  <a:cubicBezTo>
                    <a:pt x="824927" y="252347"/>
                    <a:pt x="823338" y="215132"/>
                    <a:pt x="829733" y="178895"/>
                  </a:cubicBezTo>
                  <a:cubicBezTo>
                    <a:pt x="831926" y="166466"/>
                    <a:pt x="842234" y="156846"/>
                    <a:pt x="846666" y="145028"/>
                  </a:cubicBezTo>
                  <a:cubicBezTo>
                    <a:pt x="846798" y="144676"/>
                    <a:pt x="859506" y="89856"/>
                    <a:pt x="863600" y="85762"/>
                  </a:cubicBezTo>
                  <a:cubicBezTo>
                    <a:pt x="869911" y="79451"/>
                    <a:pt x="880797" y="80811"/>
                    <a:pt x="889000" y="77295"/>
                  </a:cubicBezTo>
                  <a:cubicBezTo>
                    <a:pt x="900601" y="72323"/>
                    <a:pt x="911908" y="66624"/>
                    <a:pt x="922866" y="60362"/>
                  </a:cubicBezTo>
                  <a:cubicBezTo>
                    <a:pt x="931701" y="55313"/>
                    <a:pt x="939164" y="47979"/>
                    <a:pt x="948266" y="43428"/>
                  </a:cubicBezTo>
                  <a:cubicBezTo>
                    <a:pt x="966418" y="34352"/>
                    <a:pt x="998617" y="30358"/>
                    <a:pt x="1016000" y="26495"/>
                  </a:cubicBezTo>
                  <a:cubicBezTo>
                    <a:pt x="1102608" y="7248"/>
                    <a:pt x="1024438" y="12209"/>
                    <a:pt x="1202266" y="1095"/>
                  </a:cubicBezTo>
                  <a:cubicBezTo>
                    <a:pt x="1241700" y="-1370"/>
                    <a:pt x="1281289" y="1095"/>
                    <a:pt x="1320800" y="1095"/>
                  </a:cubicBezTo>
                </a:path>
              </a:pathLst>
            </a:custGeom>
            <a:noFill/>
            <a:ln w="19050">
              <a:solidFill>
                <a:srgbClr val="00FF99"/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7" name="Freeform: Shape 126"/>
            <p:cNvSpPr/>
            <p:nvPr/>
          </p:nvSpPr>
          <p:spPr>
            <a:xfrm>
              <a:off x="5069106" y="5643288"/>
              <a:ext cx="1202266" cy="509068"/>
            </a:xfrm>
            <a:custGeom>
              <a:avLst/>
              <a:gdLst>
                <a:gd name="connsiteX0" fmla="*/ 0 w 1202266"/>
                <a:gd name="connsiteY0" fmla="*/ 68802 h 509068"/>
                <a:gd name="connsiteX1" fmla="*/ 177800 w 1202266"/>
                <a:gd name="connsiteY1" fmla="*/ 60335 h 509068"/>
                <a:gd name="connsiteX2" fmla="*/ 203200 w 1202266"/>
                <a:gd name="connsiteY2" fmla="*/ 111135 h 509068"/>
                <a:gd name="connsiteX3" fmla="*/ 228600 w 1202266"/>
                <a:gd name="connsiteY3" fmla="*/ 119602 h 509068"/>
                <a:gd name="connsiteX4" fmla="*/ 237066 w 1202266"/>
                <a:gd name="connsiteY4" fmla="*/ 145002 h 509068"/>
                <a:gd name="connsiteX5" fmla="*/ 296333 w 1202266"/>
                <a:gd name="connsiteY5" fmla="*/ 161935 h 509068"/>
                <a:gd name="connsiteX6" fmla="*/ 313266 w 1202266"/>
                <a:gd name="connsiteY6" fmla="*/ 221202 h 509068"/>
                <a:gd name="connsiteX7" fmla="*/ 321733 w 1202266"/>
                <a:gd name="connsiteY7" fmla="*/ 272002 h 509068"/>
                <a:gd name="connsiteX8" fmla="*/ 338666 w 1202266"/>
                <a:gd name="connsiteY8" fmla="*/ 297402 h 509068"/>
                <a:gd name="connsiteX9" fmla="*/ 355600 w 1202266"/>
                <a:gd name="connsiteY9" fmla="*/ 356668 h 509068"/>
                <a:gd name="connsiteX10" fmla="*/ 372533 w 1202266"/>
                <a:gd name="connsiteY10" fmla="*/ 390535 h 509068"/>
                <a:gd name="connsiteX11" fmla="*/ 397933 w 1202266"/>
                <a:gd name="connsiteY11" fmla="*/ 475202 h 509068"/>
                <a:gd name="connsiteX12" fmla="*/ 423333 w 1202266"/>
                <a:gd name="connsiteY12" fmla="*/ 500602 h 509068"/>
                <a:gd name="connsiteX13" fmla="*/ 448733 w 1202266"/>
                <a:gd name="connsiteY13" fmla="*/ 509068 h 509068"/>
                <a:gd name="connsiteX14" fmla="*/ 618066 w 1202266"/>
                <a:gd name="connsiteY14" fmla="*/ 500602 h 509068"/>
                <a:gd name="connsiteX15" fmla="*/ 643466 w 1202266"/>
                <a:gd name="connsiteY15" fmla="*/ 483668 h 509068"/>
                <a:gd name="connsiteX16" fmla="*/ 668866 w 1202266"/>
                <a:gd name="connsiteY16" fmla="*/ 475202 h 509068"/>
                <a:gd name="connsiteX17" fmla="*/ 719666 w 1202266"/>
                <a:gd name="connsiteY17" fmla="*/ 432868 h 509068"/>
                <a:gd name="connsiteX18" fmla="*/ 762000 w 1202266"/>
                <a:gd name="connsiteY18" fmla="*/ 356668 h 509068"/>
                <a:gd name="connsiteX19" fmla="*/ 821266 w 1202266"/>
                <a:gd name="connsiteY19" fmla="*/ 305868 h 509068"/>
                <a:gd name="connsiteX20" fmla="*/ 829733 w 1202266"/>
                <a:gd name="connsiteY20" fmla="*/ 280468 h 509068"/>
                <a:gd name="connsiteX21" fmla="*/ 855133 w 1202266"/>
                <a:gd name="connsiteY21" fmla="*/ 246602 h 509068"/>
                <a:gd name="connsiteX22" fmla="*/ 872066 w 1202266"/>
                <a:gd name="connsiteY22" fmla="*/ 187335 h 509068"/>
                <a:gd name="connsiteX23" fmla="*/ 889000 w 1202266"/>
                <a:gd name="connsiteY23" fmla="*/ 170402 h 509068"/>
                <a:gd name="connsiteX24" fmla="*/ 897466 w 1202266"/>
                <a:gd name="connsiteY24" fmla="*/ 136535 h 509068"/>
                <a:gd name="connsiteX25" fmla="*/ 948266 w 1202266"/>
                <a:gd name="connsiteY25" fmla="*/ 18002 h 509068"/>
                <a:gd name="connsiteX26" fmla="*/ 1007533 w 1202266"/>
                <a:gd name="connsiteY26" fmla="*/ 1068 h 509068"/>
                <a:gd name="connsiteX27" fmla="*/ 1202266 w 1202266"/>
                <a:gd name="connsiteY27" fmla="*/ 1068 h 509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02266" h="509068">
                  <a:moveTo>
                    <a:pt x="0" y="68802"/>
                  </a:moveTo>
                  <a:cubicBezTo>
                    <a:pt x="71352" y="40260"/>
                    <a:pt x="65831" y="35453"/>
                    <a:pt x="177800" y="60335"/>
                  </a:cubicBezTo>
                  <a:cubicBezTo>
                    <a:pt x="197988" y="64821"/>
                    <a:pt x="193002" y="100937"/>
                    <a:pt x="203200" y="111135"/>
                  </a:cubicBezTo>
                  <a:cubicBezTo>
                    <a:pt x="209511" y="117446"/>
                    <a:pt x="220133" y="116780"/>
                    <a:pt x="228600" y="119602"/>
                  </a:cubicBezTo>
                  <a:cubicBezTo>
                    <a:pt x="231422" y="128069"/>
                    <a:pt x="230755" y="138691"/>
                    <a:pt x="237066" y="145002"/>
                  </a:cubicBezTo>
                  <a:cubicBezTo>
                    <a:pt x="241113" y="149049"/>
                    <a:pt x="296043" y="161862"/>
                    <a:pt x="296333" y="161935"/>
                  </a:cubicBezTo>
                  <a:cubicBezTo>
                    <a:pt x="304405" y="186149"/>
                    <a:pt x="307949" y="194616"/>
                    <a:pt x="313266" y="221202"/>
                  </a:cubicBezTo>
                  <a:cubicBezTo>
                    <a:pt x="316633" y="238036"/>
                    <a:pt x="316304" y="255716"/>
                    <a:pt x="321733" y="272002"/>
                  </a:cubicBezTo>
                  <a:cubicBezTo>
                    <a:pt x="324951" y="281655"/>
                    <a:pt x="333022" y="288935"/>
                    <a:pt x="338666" y="297402"/>
                  </a:cubicBezTo>
                  <a:cubicBezTo>
                    <a:pt x="342963" y="314589"/>
                    <a:pt x="348312" y="339662"/>
                    <a:pt x="355600" y="356668"/>
                  </a:cubicBezTo>
                  <a:cubicBezTo>
                    <a:pt x="360572" y="368269"/>
                    <a:pt x="368101" y="378717"/>
                    <a:pt x="372533" y="390535"/>
                  </a:cubicBezTo>
                  <a:cubicBezTo>
                    <a:pt x="379439" y="408951"/>
                    <a:pt x="386355" y="463624"/>
                    <a:pt x="397933" y="475202"/>
                  </a:cubicBezTo>
                  <a:cubicBezTo>
                    <a:pt x="406400" y="483669"/>
                    <a:pt x="413370" y="493960"/>
                    <a:pt x="423333" y="500602"/>
                  </a:cubicBezTo>
                  <a:cubicBezTo>
                    <a:pt x="430759" y="505552"/>
                    <a:pt x="440266" y="506246"/>
                    <a:pt x="448733" y="509068"/>
                  </a:cubicBezTo>
                  <a:cubicBezTo>
                    <a:pt x="505177" y="506246"/>
                    <a:pt x="562026" y="507912"/>
                    <a:pt x="618066" y="500602"/>
                  </a:cubicBezTo>
                  <a:cubicBezTo>
                    <a:pt x="628156" y="499286"/>
                    <a:pt x="634364" y="488219"/>
                    <a:pt x="643466" y="483668"/>
                  </a:cubicBezTo>
                  <a:cubicBezTo>
                    <a:pt x="651448" y="479677"/>
                    <a:pt x="660399" y="478024"/>
                    <a:pt x="668866" y="475202"/>
                  </a:cubicBezTo>
                  <a:cubicBezTo>
                    <a:pt x="684675" y="464662"/>
                    <a:pt x="710079" y="450124"/>
                    <a:pt x="719666" y="432868"/>
                  </a:cubicBezTo>
                  <a:cubicBezTo>
                    <a:pt x="771466" y="339629"/>
                    <a:pt x="703130" y="415538"/>
                    <a:pt x="762000" y="356668"/>
                  </a:cubicBezTo>
                  <a:cubicBezTo>
                    <a:pt x="779468" y="286790"/>
                    <a:pt x="752258" y="355160"/>
                    <a:pt x="821266" y="305868"/>
                  </a:cubicBezTo>
                  <a:cubicBezTo>
                    <a:pt x="828528" y="300681"/>
                    <a:pt x="825305" y="288217"/>
                    <a:pt x="829733" y="280468"/>
                  </a:cubicBezTo>
                  <a:cubicBezTo>
                    <a:pt x="836734" y="268216"/>
                    <a:pt x="846666" y="257891"/>
                    <a:pt x="855133" y="246602"/>
                  </a:cubicBezTo>
                  <a:cubicBezTo>
                    <a:pt x="856713" y="240281"/>
                    <a:pt x="866862" y="196008"/>
                    <a:pt x="872066" y="187335"/>
                  </a:cubicBezTo>
                  <a:cubicBezTo>
                    <a:pt x="876173" y="180490"/>
                    <a:pt x="883355" y="176046"/>
                    <a:pt x="889000" y="170402"/>
                  </a:cubicBezTo>
                  <a:cubicBezTo>
                    <a:pt x="891822" y="159113"/>
                    <a:pt x="894122" y="147681"/>
                    <a:pt x="897466" y="136535"/>
                  </a:cubicBezTo>
                  <a:cubicBezTo>
                    <a:pt x="903173" y="117511"/>
                    <a:pt x="933584" y="22896"/>
                    <a:pt x="948266" y="18002"/>
                  </a:cubicBezTo>
                  <a:cubicBezTo>
                    <a:pt x="961263" y="13669"/>
                    <a:pt x="995572" y="1511"/>
                    <a:pt x="1007533" y="1068"/>
                  </a:cubicBezTo>
                  <a:cubicBezTo>
                    <a:pt x="1072400" y="-1335"/>
                    <a:pt x="1137355" y="1068"/>
                    <a:pt x="1202266" y="1068"/>
                  </a:cubicBezTo>
                </a:path>
              </a:pathLst>
            </a:custGeom>
            <a:noFill/>
            <a:ln w="19050">
              <a:solidFill>
                <a:srgbClr val="00FF99"/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8" name="Freeform: Shape 127"/>
            <p:cNvSpPr/>
            <p:nvPr/>
          </p:nvSpPr>
          <p:spPr>
            <a:xfrm>
              <a:off x="5018306" y="5610490"/>
              <a:ext cx="1295400" cy="482600"/>
            </a:xfrm>
            <a:custGeom>
              <a:avLst/>
              <a:gdLst>
                <a:gd name="connsiteX0" fmla="*/ 0 w 1295400"/>
                <a:gd name="connsiteY0" fmla="*/ 118533 h 482600"/>
                <a:gd name="connsiteX1" fmla="*/ 296333 w 1295400"/>
                <a:gd name="connsiteY1" fmla="*/ 110066 h 482600"/>
                <a:gd name="connsiteX2" fmla="*/ 321733 w 1295400"/>
                <a:gd name="connsiteY2" fmla="*/ 118533 h 482600"/>
                <a:gd name="connsiteX3" fmla="*/ 338666 w 1295400"/>
                <a:gd name="connsiteY3" fmla="*/ 152400 h 482600"/>
                <a:gd name="connsiteX4" fmla="*/ 364066 w 1295400"/>
                <a:gd name="connsiteY4" fmla="*/ 169333 h 482600"/>
                <a:gd name="connsiteX5" fmla="*/ 372533 w 1295400"/>
                <a:gd name="connsiteY5" fmla="*/ 194733 h 482600"/>
                <a:gd name="connsiteX6" fmla="*/ 389466 w 1295400"/>
                <a:gd name="connsiteY6" fmla="*/ 228600 h 482600"/>
                <a:gd name="connsiteX7" fmla="*/ 406400 w 1295400"/>
                <a:gd name="connsiteY7" fmla="*/ 287866 h 482600"/>
                <a:gd name="connsiteX8" fmla="*/ 431800 w 1295400"/>
                <a:gd name="connsiteY8" fmla="*/ 313266 h 482600"/>
                <a:gd name="connsiteX9" fmla="*/ 440266 w 1295400"/>
                <a:gd name="connsiteY9" fmla="*/ 338666 h 482600"/>
                <a:gd name="connsiteX10" fmla="*/ 457200 w 1295400"/>
                <a:gd name="connsiteY10" fmla="*/ 355600 h 482600"/>
                <a:gd name="connsiteX11" fmla="*/ 474133 w 1295400"/>
                <a:gd name="connsiteY11" fmla="*/ 381000 h 482600"/>
                <a:gd name="connsiteX12" fmla="*/ 508000 w 1295400"/>
                <a:gd name="connsiteY12" fmla="*/ 431800 h 482600"/>
                <a:gd name="connsiteX13" fmla="*/ 516466 w 1295400"/>
                <a:gd name="connsiteY13" fmla="*/ 457200 h 482600"/>
                <a:gd name="connsiteX14" fmla="*/ 558800 w 1295400"/>
                <a:gd name="connsiteY14" fmla="*/ 482600 h 482600"/>
                <a:gd name="connsiteX15" fmla="*/ 778933 w 1295400"/>
                <a:gd name="connsiteY15" fmla="*/ 474133 h 482600"/>
                <a:gd name="connsiteX16" fmla="*/ 812800 w 1295400"/>
                <a:gd name="connsiteY16" fmla="*/ 465666 h 482600"/>
                <a:gd name="connsiteX17" fmla="*/ 855133 w 1295400"/>
                <a:gd name="connsiteY17" fmla="*/ 431800 h 482600"/>
                <a:gd name="connsiteX18" fmla="*/ 880533 w 1295400"/>
                <a:gd name="connsiteY18" fmla="*/ 296333 h 482600"/>
                <a:gd name="connsiteX19" fmla="*/ 897466 w 1295400"/>
                <a:gd name="connsiteY19" fmla="*/ 186266 h 482600"/>
                <a:gd name="connsiteX20" fmla="*/ 905933 w 1295400"/>
                <a:gd name="connsiteY20" fmla="*/ 152400 h 482600"/>
                <a:gd name="connsiteX21" fmla="*/ 922866 w 1295400"/>
                <a:gd name="connsiteY21" fmla="*/ 135466 h 482600"/>
                <a:gd name="connsiteX22" fmla="*/ 956733 w 1295400"/>
                <a:gd name="connsiteY22" fmla="*/ 101600 h 482600"/>
                <a:gd name="connsiteX23" fmla="*/ 973666 w 1295400"/>
                <a:gd name="connsiteY23" fmla="*/ 76200 h 482600"/>
                <a:gd name="connsiteX24" fmla="*/ 1016000 w 1295400"/>
                <a:gd name="connsiteY24" fmla="*/ 67733 h 482600"/>
                <a:gd name="connsiteX25" fmla="*/ 1049866 w 1295400"/>
                <a:gd name="connsiteY25" fmla="*/ 59266 h 482600"/>
                <a:gd name="connsiteX26" fmla="*/ 1151466 w 1295400"/>
                <a:gd name="connsiteY26" fmla="*/ 42333 h 482600"/>
                <a:gd name="connsiteX27" fmla="*/ 1236133 w 1295400"/>
                <a:gd name="connsiteY27" fmla="*/ 16933 h 482600"/>
                <a:gd name="connsiteX28" fmla="*/ 1270000 w 1295400"/>
                <a:gd name="connsiteY28" fmla="*/ 8466 h 482600"/>
                <a:gd name="connsiteX29" fmla="*/ 1295400 w 1295400"/>
                <a:gd name="connsiteY29" fmla="*/ 0 h 482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295400" h="482600">
                  <a:moveTo>
                    <a:pt x="0" y="118533"/>
                  </a:moveTo>
                  <a:cubicBezTo>
                    <a:pt x="147517" y="107186"/>
                    <a:pt x="181054" y="90853"/>
                    <a:pt x="296333" y="110066"/>
                  </a:cubicBezTo>
                  <a:cubicBezTo>
                    <a:pt x="305136" y="111533"/>
                    <a:pt x="313266" y="115711"/>
                    <a:pt x="321733" y="118533"/>
                  </a:cubicBezTo>
                  <a:cubicBezTo>
                    <a:pt x="327377" y="129822"/>
                    <a:pt x="330586" y="142704"/>
                    <a:pt x="338666" y="152400"/>
                  </a:cubicBezTo>
                  <a:cubicBezTo>
                    <a:pt x="345180" y="160217"/>
                    <a:pt x="357709" y="161387"/>
                    <a:pt x="364066" y="169333"/>
                  </a:cubicBezTo>
                  <a:cubicBezTo>
                    <a:pt x="369641" y="176302"/>
                    <a:pt x="369017" y="186530"/>
                    <a:pt x="372533" y="194733"/>
                  </a:cubicBezTo>
                  <a:cubicBezTo>
                    <a:pt x="377505" y="206334"/>
                    <a:pt x="385034" y="216782"/>
                    <a:pt x="389466" y="228600"/>
                  </a:cubicBezTo>
                  <a:cubicBezTo>
                    <a:pt x="391885" y="235052"/>
                    <a:pt x="400552" y="279094"/>
                    <a:pt x="406400" y="287866"/>
                  </a:cubicBezTo>
                  <a:cubicBezTo>
                    <a:pt x="413042" y="297829"/>
                    <a:pt x="423333" y="304799"/>
                    <a:pt x="431800" y="313266"/>
                  </a:cubicBezTo>
                  <a:cubicBezTo>
                    <a:pt x="434622" y="321733"/>
                    <a:pt x="435674" y="331013"/>
                    <a:pt x="440266" y="338666"/>
                  </a:cubicBezTo>
                  <a:cubicBezTo>
                    <a:pt x="444373" y="345511"/>
                    <a:pt x="452213" y="349366"/>
                    <a:pt x="457200" y="355600"/>
                  </a:cubicBezTo>
                  <a:cubicBezTo>
                    <a:pt x="463557" y="363546"/>
                    <a:pt x="469582" y="371899"/>
                    <a:pt x="474133" y="381000"/>
                  </a:cubicBezTo>
                  <a:cubicBezTo>
                    <a:pt x="498639" y="430011"/>
                    <a:pt x="459851" y="383651"/>
                    <a:pt x="508000" y="431800"/>
                  </a:cubicBezTo>
                  <a:cubicBezTo>
                    <a:pt x="510822" y="440267"/>
                    <a:pt x="511874" y="449547"/>
                    <a:pt x="516466" y="457200"/>
                  </a:cubicBezTo>
                  <a:cubicBezTo>
                    <a:pt x="528087" y="476569"/>
                    <a:pt x="538823" y="475941"/>
                    <a:pt x="558800" y="482600"/>
                  </a:cubicBezTo>
                  <a:cubicBezTo>
                    <a:pt x="632178" y="479778"/>
                    <a:pt x="705664" y="479018"/>
                    <a:pt x="778933" y="474133"/>
                  </a:cubicBezTo>
                  <a:cubicBezTo>
                    <a:pt x="790544" y="473359"/>
                    <a:pt x="803714" y="472935"/>
                    <a:pt x="812800" y="465666"/>
                  </a:cubicBezTo>
                  <a:cubicBezTo>
                    <a:pt x="873529" y="417082"/>
                    <a:pt x="749262" y="458265"/>
                    <a:pt x="855133" y="431800"/>
                  </a:cubicBezTo>
                  <a:cubicBezTo>
                    <a:pt x="874240" y="374482"/>
                    <a:pt x="866815" y="401506"/>
                    <a:pt x="880533" y="296333"/>
                  </a:cubicBezTo>
                  <a:cubicBezTo>
                    <a:pt x="901772" y="133498"/>
                    <a:pt x="876292" y="260376"/>
                    <a:pt x="897466" y="186266"/>
                  </a:cubicBezTo>
                  <a:cubicBezTo>
                    <a:pt x="900663" y="175078"/>
                    <a:pt x="900729" y="162808"/>
                    <a:pt x="905933" y="152400"/>
                  </a:cubicBezTo>
                  <a:cubicBezTo>
                    <a:pt x="909503" y="145260"/>
                    <a:pt x="917222" y="141111"/>
                    <a:pt x="922866" y="135466"/>
                  </a:cubicBezTo>
                  <a:cubicBezTo>
                    <a:pt x="941340" y="80047"/>
                    <a:pt x="915682" y="134441"/>
                    <a:pt x="956733" y="101600"/>
                  </a:cubicBezTo>
                  <a:cubicBezTo>
                    <a:pt x="964679" y="95243"/>
                    <a:pt x="964831" y="81249"/>
                    <a:pt x="973666" y="76200"/>
                  </a:cubicBezTo>
                  <a:cubicBezTo>
                    <a:pt x="986161" y="69060"/>
                    <a:pt x="1001952" y="70855"/>
                    <a:pt x="1016000" y="67733"/>
                  </a:cubicBezTo>
                  <a:cubicBezTo>
                    <a:pt x="1027359" y="65209"/>
                    <a:pt x="1038429" y="61410"/>
                    <a:pt x="1049866" y="59266"/>
                  </a:cubicBezTo>
                  <a:cubicBezTo>
                    <a:pt x="1083612" y="52939"/>
                    <a:pt x="1117599" y="47977"/>
                    <a:pt x="1151466" y="42333"/>
                  </a:cubicBezTo>
                  <a:cubicBezTo>
                    <a:pt x="1190047" y="29472"/>
                    <a:pt x="1182814" y="31474"/>
                    <a:pt x="1236133" y="16933"/>
                  </a:cubicBezTo>
                  <a:cubicBezTo>
                    <a:pt x="1247359" y="13871"/>
                    <a:pt x="1258811" y="11663"/>
                    <a:pt x="1270000" y="8466"/>
                  </a:cubicBezTo>
                  <a:cubicBezTo>
                    <a:pt x="1278581" y="6014"/>
                    <a:pt x="1295400" y="0"/>
                    <a:pt x="1295400" y="0"/>
                  </a:cubicBezTo>
                </a:path>
              </a:pathLst>
            </a:custGeom>
            <a:noFill/>
            <a:ln w="19050">
              <a:solidFill>
                <a:srgbClr val="00FF99"/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9" name="Freeform: Shape 128"/>
            <p:cNvSpPr/>
            <p:nvPr/>
          </p:nvSpPr>
          <p:spPr>
            <a:xfrm>
              <a:off x="5077572" y="5609296"/>
              <a:ext cx="1227667" cy="492260"/>
            </a:xfrm>
            <a:custGeom>
              <a:avLst/>
              <a:gdLst>
                <a:gd name="connsiteX0" fmla="*/ 0 w 1227667"/>
                <a:gd name="connsiteY0" fmla="*/ 85860 h 492260"/>
                <a:gd name="connsiteX1" fmla="*/ 262467 w 1227667"/>
                <a:gd name="connsiteY1" fmla="*/ 94327 h 492260"/>
                <a:gd name="connsiteX2" fmla="*/ 287867 w 1227667"/>
                <a:gd name="connsiteY2" fmla="*/ 170527 h 492260"/>
                <a:gd name="connsiteX3" fmla="*/ 330200 w 1227667"/>
                <a:gd name="connsiteY3" fmla="*/ 221327 h 492260"/>
                <a:gd name="connsiteX4" fmla="*/ 338667 w 1227667"/>
                <a:gd name="connsiteY4" fmla="*/ 246727 h 492260"/>
                <a:gd name="connsiteX5" fmla="*/ 389467 w 1227667"/>
                <a:gd name="connsiteY5" fmla="*/ 305994 h 492260"/>
                <a:gd name="connsiteX6" fmla="*/ 414867 w 1227667"/>
                <a:gd name="connsiteY6" fmla="*/ 331394 h 492260"/>
                <a:gd name="connsiteX7" fmla="*/ 431800 w 1227667"/>
                <a:gd name="connsiteY7" fmla="*/ 390660 h 492260"/>
                <a:gd name="connsiteX8" fmla="*/ 448734 w 1227667"/>
                <a:gd name="connsiteY8" fmla="*/ 416060 h 492260"/>
                <a:gd name="connsiteX9" fmla="*/ 457200 w 1227667"/>
                <a:gd name="connsiteY9" fmla="*/ 441460 h 492260"/>
                <a:gd name="connsiteX10" fmla="*/ 508000 w 1227667"/>
                <a:gd name="connsiteY10" fmla="*/ 458394 h 492260"/>
                <a:gd name="connsiteX11" fmla="*/ 533400 w 1227667"/>
                <a:gd name="connsiteY11" fmla="*/ 466860 h 492260"/>
                <a:gd name="connsiteX12" fmla="*/ 643467 w 1227667"/>
                <a:gd name="connsiteY12" fmla="*/ 492260 h 492260"/>
                <a:gd name="connsiteX13" fmla="*/ 753534 w 1227667"/>
                <a:gd name="connsiteY13" fmla="*/ 475327 h 492260"/>
                <a:gd name="connsiteX14" fmla="*/ 770467 w 1227667"/>
                <a:gd name="connsiteY14" fmla="*/ 424527 h 492260"/>
                <a:gd name="connsiteX15" fmla="*/ 795867 w 1227667"/>
                <a:gd name="connsiteY15" fmla="*/ 356794 h 492260"/>
                <a:gd name="connsiteX16" fmla="*/ 812800 w 1227667"/>
                <a:gd name="connsiteY16" fmla="*/ 297527 h 492260"/>
                <a:gd name="connsiteX17" fmla="*/ 829734 w 1227667"/>
                <a:gd name="connsiteY17" fmla="*/ 280594 h 492260"/>
                <a:gd name="connsiteX18" fmla="*/ 838200 w 1227667"/>
                <a:gd name="connsiteY18" fmla="*/ 255194 h 492260"/>
                <a:gd name="connsiteX19" fmla="*/ 855134 w 1227667"/>
                <a:gd name="connsiteY19" fmla="*/ 195927 h 492260"/>
                <a:gd name="connsiteX20" fmla="*/ 872067 w 1227667"/>
                <a:gd name="connsiteY20" fmla="*/ 162060 h 492260"/>
                <a:gd name="connsiteX21" fmla="*/ 880534 w 1227667"/>
                <a:gd name="connsiteY21" fmla="*/ 128194 h 492260"/>
                <a:gd name="connsiteX22" fmla="*/ 914400 w 1227667"/>
                <a:gd name="connsiteY22" fmla="*/ 85860 h 492260"/>
                <a:gd name="connsiteX23" fmla="*/ 948267 w 1227667"/>
                <a:gd name="connsiteY23" fmla="*/ 77394 h 492260"/>
                <a:gd name="connsiteX24" fmla="*/ 973667 w 1227667"/>
                <a:gd name="connsiteY24" fmla="*/ 68927 h 492260"/>
                <a:gd name="connsiteX25" fmla="*/ 999067 w 1227667"/>
                <a:gd name="connsiteY25" fmla="*/ 51994 h 492260"/>
                <a:gd name="connsiteX26" fmla="*/ 1049867 w 1227667"/>
                <a:gd name="connsiteY26" fmla="*/ 35060 h 492260"/>
                <a:gd name="connsiteX27" fmla="*/ 1075267 w 1227667"/>
                <a:gd name="connsiteY27" fmla="*/ 26594 h 492260"/>
                <a:gd name="connsiteX28" fmla="*/ 1134534 w 1227667"/>
                <a:gd name="connsiteY28" fmla="*/ 1194 h 492260"/>
                <a:gd name="connsiteX29" fmla="*/ 1143000 w 1227667"/>
                <a:gd name="connsiteY29" fmla="*/ 26594 h 492260"/>
                <a:gd name="connsiteX30" fmla="*/ 1227667 w 1227667"/>
                <a:gd name="connsiteY30" fmla="*/ 35060 h 492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227667" h="492260">
                  <a:moveTo>
                    <a:pt x="0" y="85860"/>
                  </a:moveTo>
                  <a:cubicBezTo>
                    <a:pt x="87489" y="88682"/>
                    <a:pt x="178489" y="69628"/>
                    <a:pt x="262467" y="94327"/>
                  </a:cubicBezTo>
                  <a:cubicBezTo>
                    <a:pt x="288153" y="101882"/>
                    <a:pt x="273016" y="148250"/>
                    <a:pt x="287867" y="170527"/>
                  </a:cubicBezTo>
                  <a:cubicBezTo>
                    <a:pt x="311442" y="205890"/>
                    <a:pt x="297605" y="188732"/>
                    <a:pt x="330200" y="221327"/>
                  </a:cubicBezTo>
                  <a:cubicBezTo>
                    <a:pt x="333022" y="229794"/>
                    <a:pt x="334676" y="238745"/>
                    <a:pt x="338667" y="246727"/>
                  </a:cubicBezTo>
                  <a:cubicBezTo>
                    <a:pt x="351562" y="272517"/>
                    <a:pt x="368634" y="285161"/>
                    <a:pt x="389467" y="305994"/>
                  </a:cubicBezTo>
                  <a:lnTo>
                    <a:pt x="414867" y="331394"/>
                  </a:lnTo>
                  <a:cubicBezTo>
                    <a:pt x="417578" y="342238"/>
                    <a:pt x="425729" y="378519"/>
                    <a:pt x="431800" y="390660"/>
                  </a:cubicBezTo>
                  <a:cubicBezTo>
                    <a:pt x="436351" y="399762"/>
                    <a:pt x="443089" y="407593"/>
                    <a:pt x="448734" y="416060"/>
                  </a:cubicBezTo>
                  <a:cubicBezTo>
                    <a:pt x="451556" y="424527"/>
                    <a:pt x="449938" y="436273"/>
                    <a:pt x="457200" y="441460"/>
                  </a:cubicBezTo>
                  <a:cubicBezTo>
                    <a:pt x="471724" y="451835"/>
                    <a:pt x="491067" y="452750"/>
                    <a:pt x="508000" y="458394"/>
                  </a:cubicBezTo>
                  <a:cubicBezTo>
                    <a:pt x="516467" y="461216"/>
                    <a:pt x="524688" y="464924"/>
                    <a:pt x="533400" y="466860"/>
                  </a:cubicBezTo>
                  <a:cubicBezTo>
                    <a:pt x="620959" y="486318"/>
                    <a:pt x="584357" y="477484"/>
                    <a:pt x="643467" y="492260"/>
                  </a:cubicBezTo>
                  <a:cubicBezTo>
                    <a:pt x="680156" y="486616"/>
                    <a:pt x="720780" y="492795"/>
                    <a:pt x="753534" y="475327"/>
                  </a:cubicBezTo>
                  <a:cubicBezTo>
                    <a:pt x="769283" y="466927"/>
                    <a:pt x="766138" y="441843"/>
                    <a:pt x="770467" y="424527"/>
                  </a:cubicBezTo>
                  <a:cubicBezTo>
                    <a:pt x="792201" y="337595"/>
                    <a:pt x="762661" y="445343"/>
                    <a:pt x="795867" y="356794"/>
                  </a:cubicBezTo>
                  <a:cubicBezTo>
                    <a:pt x="799554" y="346962"/>
                    <a:pt x="805981" y="308893"/>
                    <a:pt x="812800" y="297527"/>
                  </a:cubicBezTo>
                  <a:cubicBezTo>
                    <a:pt x="816907" y="290682"/>
                    <a:pt x="824089" y="286238"/>
                    <a:pt x="829734" y="280594"/>
                  </a:cubicBezTo>
                  <a:cubicBezTo>
                    <a:pt x="832556" y="272127"/>
                    <a:pt x="835748" y="263775"/>
                    <a:pt x="838200" y="255194"/>
                  </a:cubicBezTo>
                  <a:cubicBezTo>
                    <a:pt x="844338" y="233710"/>
                    <a:pt x="846433" y="216228"/>
                    <a:pt x="855134" y="195927"/>
                  </a:cubicBezTo>
                  <a:cubicBezTo>
                    <a:pt x="860106" y="184326"/>
                    <a:pt x="867635" y="173878"/>
                    <a:pt x="872067" y="162060"/>
                  </a:cubicBezTo>
                  <a:cubicBezTo>
                    <a:pt x="876153" y="151165"/>
                    <a:pt x="875950" y="138889"/>
                    <a:pt x="880534" y="128194"/>
                  </a:cubicBezTo>
                  <a:cubicBezTo>
                    <a:pt x="883797" y="120581"/>
                    <a:pt x="904470" y="90825"/>
                    <a:pt x="914400" y="85860"/>
                  </a:cubicBezTo>
                  <a:cubicBezTo>
                    <a:pt x="924808" y="80656"/>
                    <a:pt x="937078" y="80591"/>
                    <a:pt x="948267" y="77394"/>
                  </a:cubicBezTo>
                  <a:cubicBezTo>
                    <a:pt x="956848" y="74942"/>
                    <a:pt x="965685" y="72918"/>
                    <a:pt x="973667" y="68927"/>
                  </a:cubicBezTo>
                  <a:cubicBezTo>
                    <a:pt x="982768" y="64376"/>
                    <a:pt x="989768" y="56127"/>
                    <a:pt x="999067" y="51994"/>
                  </a:cubicBezTo>
                  <a:cubicBezTo>
                    <a:pt x="1015378" y="44745"/>
                    <a:pt x="1032934" y="40704"/>
                    <a:pt x="1049867" y="35060"/>
                  </a:cubicBezTo>
                  <a:lnTo>
                    <a:pt x="1075267" y="26594"/>
                  </a:lnTo>
                  <a:cubicBezTo>
                    <a:pt x="1087042" y="18744"/>
                    <a:pt x="1117447" y="-5641"/>
                    <a:pt x="1134534" y="1194"/>
                  </a:cubicBezTo>
                  <a:cubicBezTo>
                    <a:pt x="1142820" y="4509"/>
                    <a:pt x="1136031" y="21019"/>
                    <a:pt x="1143000" y="26594"/>
                  </a:cubicBezTo>
                  <a:cubicBezTo>
                    <a:pt x="1158716" y="39167"/>
                    <a:pt x="1215550" y="35060"/>
                    <a:pt x="1227667" y="35060"/>
                  </a:cubicBezTo>
                </a:path>
              </a:pathLst>
            </a:custGeom>
            <a:noFill/>
            <a:ln w="19050">
              <a:solidFill>
                <a:srgbClr val="00FF99"/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0" name="Freeform: Shape 129"/>
            <p:cNvSpPr/>
            <p:nvPr/>
          </p:nvSpPr>
          <p:spPr>
            <a:xfrm>
              <a:off x="5001372" y="5644356"/>
              <a:ext cx="1431274" cy="508000"/>
            </a:xfrm>
            <a:custGeom>
              <a:avLst/>
              <a:gdLst>
                <a:gd name="connsiteX0" fmla="*/ 0 w 1431274"/>
                <a:gd name="connsiteY0" fmla="*/ 465667 h 508000"/>
                <a:gd name="connsiteX1" fmla="*/ 177800 w 1431274"/>
                <a:gd name="connsiteY1" fmla="*/ 457200 h 508000"/>
                <a:gd name="connsiteX2" fmla="*/ 237067 w 1431274"/>
                <a:gd name="connsiteY2" fmla="*/ 431800 h 508000"/>
                <a:gd name="connsiteX3" fmla="*/ 296334 w 1431274"/>
                <a:gd name="connsiteY3" fmla="*/ 414867 h 508000"/>
                <a:gd name="connsiteX4" fmla="*/ 321734 w 1431274"/>
                <a:gd name="connsiteY4" fmla="*/ 355600 h 508000"/>
                <a:gd name="connsiteX5" fmla="*/ 338667 w 1431274"/>
                <a:gd name="connsiteY5" fmla="*/ 321734 h 508000"/>
                <a:gd name="connsiteX6" fmla="*/ 347134 w 1431274"/>
                <a:gd name="connsiteY6" fmla="*/ 296334 h 508000"/>
                <a:gd name="connsiteX7" fmla="*/ 381000 w 1431274"/>
                <a:gd name="connsiteY7" fmla="*/ 245534 h 508000"/>
                <a:gd name="connsiteX8" fmla="*/ 414867 w 1431274"/>
                <a:gd name="connsiteY8" fmla="*/ 169334 h 508000"/>
                <a:gd name="connsiteX9" fmla="*/ 448734 w 1431274"/>
                <a:gd name="connsiteY9" fmla="*/ 143934 h 508000"/>
                <a:gd name="connsiteX10" fmla="*/ 482600 w 1431274"/>
                <a:gd name="connsiteY10" fmla="*/ 67734 h 508000"/>
                <a:gd name="connsiteX11" fmla="*/ 524934 w 1431274"/>
                <a:gd name="connsiteY11" fmla="*/ 16934 h 508000"/>
                <a:gd name="connsiteX12" fmla="*/ 567267 w 1431274"/>
                <a:gd name="connsiteY12" fmla="*/ 8467 h 508000"/>
                <a:gd name="connsiteX13" fmla="*/ 601134 w 1431274"/>
                <a:gd name="connsiteY13" fmla="*/ 0 h 508000"/>
                <a:gd name="connsiteX14" fmla="*/ 880534 w 1431274"/>
                <a:gd name="connsiteY14" fmla="*/ 8467 h 508000"/>
                <a:gd name="connsiteX15" fmla="*/ 889000 w 1431274"/>
                <a:gd name="connsiteY15" fmla="*/ 33867 h 508000"/>
                <a:gd name="connsiteX16" fmla="*/ 939800 w 1431274"/>
                <a:gd name="connsiteY16" fmla="*/ 76200 h 508000"/>
                <a:gd name="connsiteX17" fmla="*/ 948267 w 1431274"/>
                <a:gd name="connsiteY17" fmla="*/ 110067 h 508000"/>
                <a:gd name="connsiteX18" fmla="*/ 982134 w 1431274"/>
                <a:gd name="connsiteY18" fmla="*/ 152400 h 508000"/>
                <a:gd name="connsiteX19" fmla="*/ 1016000 w 1431274"/>
                <a:gd name="connsiteY19" fmla="*/ 211667 h 508000"/>
                <a:gd name="connsiteX20" fmla="*/ 1041400 w 1431274"/>
                <a:gd name="connsiteY20" fmla="*/ 296334 h 508000"/>
                <a:gd name="connsiteX21" fmla="*/ 1058334 w 1431274"/>
                <a:gd name="connsiteY21" fmla="*/ 321734 h 508000"/>
                <a:gd name="connsiteX22" fmla="*/ 1092200 w 1431274"/>
                <a:gd name="connsiteY22" fmla="*/ 389467 h 508000"/>
                <a:gd name="connsiteX23" fmla="*/ 1134534 w 1431274"/>
                <a:gd name="connsiteY23" fmla="*/ 431800 h 508000"/>
                <a:gd name="connsiteX24" fmla="*/ 1151467 w 1431274"/>
                <a:gd name="connsiteY24" fmla="*/ 465667 h 508000"/>
                <a:gd name="connsiteX25" fmla="*/ 1185334 w 1431274"/>
                <a:gd name="connsiteY25" fmla="*/ 474134 h 508000"/>
                <a:gd name="connsiteX26" fmla="*/ 1210734 w 1431274"/>
                <a:gd name="connsiteY26" fmla="*/ 491067 h 508000"/>
                <a:gd name="connsiteX27" fmla="*/ 1244600 w 1431274"/>
                <a:gd name="connsiteY27" fmla="*/ 508000 h 508000"/>
                <a:gd name="connsiteX28" fmla="*/ 1371600 w 1431274"/>
                <a:gd name="connsiteY28" fmla="*/ 499534 h 508000"/>
                <a:gd name="connsiteX29" fmla="*/ 1397000 w 1431274"/>
                <a:gd name="connsiteY29" fmla="*/ 491067 h 508000"/>
                <a:gd name="connsiteX30" fmla="*/ 1413934 w 1431274"/>
                <a:gd name="connsiteY30" fmla="*/ 482600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431274" h="508000">
                  <a:moveTo>
                    <a:pt x="0" y="465667"/>
                  </a:moveTo>
                  <a:cubicBezTo>
                    <a:pt x="59267" y="462845"/>
                    <a:pt x="118671" y="462127"/>
                    <a:pt x="177800" y="457200"/>
                  </a:cubicBezTo>
                  <a:cubicBezTo>
                    <a:pt x="194236" y="455830"/>
                    <a:pt x="224828" y="437045"/>
                    <a:pt x="237067" y="431800"/>
                  </a:cubicBezTo>
                  <a:cubicBezTo>
                    <a:pt x="254066" y="424515"/>
                    <a:pt x="279156" y="419162"/>
                    <a:pt x="296334" y="414867"/>
                  </a:cubicBezTo>
                  <a:cubicBezTo>
                    <a:pt x="330649" y="363393"/>
                    <a:pt x="298302" y="418084"/>
                    <a:pt x="321734" y="355600"/>
                  </a:cubicBezTo>
                  <a:cubicBezTo>
                    <a:pt x="326166" y="343782"/>
                    <a:pt x="333695" y="333335"/>
                    <a:pt x="338667" y="321734"/>
                  </a:cubicBezTo>
                  <a:cubicBezTo>
                    <a:pt x="342183" y="313531"/>
                    <a:pt x="342800" y="304136"/>
                    <a:pt x="347134" y="296334"/>
                  </a:cubicBezTo>
                  <a:cubicBezTo>
                    <a:pt x="357017" y="278544"/>
                    <a:pt x="374564" y="264841"/>
                    <a:pt x="381000" y="245534"/>
                  </a:cubicBezTo>
                  <a:cubicBezTo>
                    <a:pt x="389383" y="220386"/>
                    <a:pt x="394742" y="189459"/>
                    <a:pt x="414867" y="169334"/>
                  </a:cubicBezTo>
                  <a:cubicBezTo>
                    <a:pt x="424845" y="159356"/>
                    <a:pt x="437445" y="152401"/>
                    <a:pt x="448734" y="143934"/>
                  </a:cubicBezTo>
                  <a:cubicBezTo>
                    <a:pt x="492417" y="12883"/>
                    <a:pt x="442351" y="148232"/>
                    <a:pt x="482600" y="67734"/>
                  </a:cubicBezTo>
                  <a:cubicBezTo>
                    <a:pt x="498746" y="35442"/>
                    <a:pt x="478841" y="37420"/>
                    <a:pt x="524934" y="16934"/>
                  </a:cubicBezTo>
                  <a:cubicBezTo>
                    <a:pt x="538084" y="11089"/>
                    <a:pt x="553219" y="11589"/>
                    <a:pt x="567267" y="8467"/>
                  </a:cubicBezTo>
                  <a:cubicBezTo>
                    <a:pt x="578626" y="5943"/>
                    <a:pt x="589845" y="2822"/>
                    <a:pt x="601134" y="0"/>
                  </a:cubicBezTo>
                  <a:cubicBezTo>
                    <a:pt x="694267" y="2822"/>
                    <a:pt x="787996" y="-2420"/>
                    <a:pt x="880534" y="8467"/>
                  </a:cubicBezTo>
                  <a:cubicBezTo>
                    <a:pt x="889397" y="9510"/>
                    <a:pt x="884050" y="26441"/>
                    <a:pt x="889000" y="33867"/>
                  </a:cubicBezTo>
                  <a:cubicBezTo>
                    <a:pt x="902038" y="53424"/>
                    <a:pt x="921058" y="63705"/>
                    <a:pt x="939800" y="76200"/>
                  </a:cubicBezTo>
                  <a:cubicBezTo>
                    <a:pt x="942622" y="87489"/>
                    <a:pt x="943683" y="99371"/>
                    <a:pt x="948267" y="110067"/>
                  </a:cubicBezTo>
                  <a:cubicBezTo>
                    <a:pt x="960296" y="138135"/>
                    <a:pt x="965325" y="131389"/>
                    <a:pt x="982134" y="152400"/>
                  </a:cubicBezTo>
                  <a:cubicBezTo>
                    <a:pt x="993694" y="166849"/>
                    <a:pt x="1009865" y="195308"/>
                    <a:pt x="1016000" y="211667"/>
                  </a:cubicBezTo>
                  <a:cubicBezTo>
                    <a:pt x="1026140" y="238708"/>
                    <a:pt x="1024861" y="271527"/>
                    <a:pt x="1041400" y="296334"/>
                  </a:cubicBezTo>
                  <a:lnTo>
                    <a:pt x="1058334" y="321734"/>
                  </a:lnTo>
                  <a:cubicBezTo>
                    <a:pt x="1068287" y="361550"/>
                    <a:pt x="1062165" y="355678"/>
                    <a:pt x="1092200" y="389467"/>
                  </a:cubicBezTo>
                  <a:cubicBezTo>
                    <a:pt x="1105458" y="404382"/>
                    <a:pt x="1134534" y="431800"/>
                    <a:pt x="1134534" y="431800"/>
                  </a:cubicBezTo>
                  <a:cubicBezTo>
                    <a:pt x="1140178" y="443089"/>
                    <a:pt x="1141771" y="457587"/>
                    <a:pt x="1151467" y="465667"/>
                  </a:cubicBezTo>
                  <a:cubicBezTo>
                    <a:pt x="1160406" y="473117"/>
                    <a:pt x="1174638" y="469550"/>
                    <a:pt x="1185334" y="474134"/>
                  </a:cubicBezTo>
                  <a:cubicBezTo>
                    <a:pt x="1194687" y="478142"/>
                    <a:pt x="1201899" y="486019"/>
                    <a:pt x="1210734" y="491067"/>
                  </a:cubicBezTo>
                  <a:cubicBezTo>
                    <a:pt x="1221692" y="497329"/>
                    <a:pt x="1233311" y="502356"/>
                    <a:pt x="1244600" y="508000"/>
                  </a:cubicBezTo>
                  <a:cubicBezTo>
                    <a:pt x="1286933" y="505178"/>
                    <a:pt x="1329432" y="504219"/>
                    <a:pt x="1371600" y="499534"/>
                  </a:cubicBezTo>
                  <a:cubicBezTo>
                    <a:pt x="1380470" y="498548"/>
                    <a:pt x="1388419" y="493519"/>
                    <a:pt x="1397000" y="491067"/>
                  </a:cubicBezTo>
                  <a:cubicBezTo>
                    <a:pt x="1431425" y="481231"/>
                    <a:pt x="1444889" y="482600"/>
                    <a:pt x="1413934" y="482600"/>
                  </a:cubicBezTo>
                </a:path>
              </a:pathLst>
            </a:custGeom>
            <a:noFill/>
            <a:ln w="19050">
              <a:solidFill>
                <a:srgbClr val="00FF99"/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1" name="Freeform: Shape 130"/>
            <p:cNvSpPr/>
            <p:nvPr/>
          </p:nvSpPr>
          <p:spPr>
            <a:xfrm>
              <a:off x="5086039" y="5627423"/>
              <a:ext cx="1286939" cy="533400"/>
            </a:xfrm>
            <a:custGeom>
              <a:avLst/>
              <a:gdLst>
                <a:gd name="connsiteX0" fmla="*/ 0 w 1286939"/>
                <a:gd name="connsiteY0" fmla="*/ 533400 h 533400"/>
                <a:gd name="connsiteX1" fmla="*/ 59267 w 1286939"/>
                <a:gd name="connsiteY1" fmla="*/ 516467 h 533400"/>
                <a:gd name="connsiteX2" fmla="*/ 84667 w 1286939"/>
                <a:gd name="connsiteY2" fmla="*/ 508000 h 533400"/>
                <a:gd name="connsiteX3" fmla="*/ 152400 w 1286939"/>
                <a:gd name="connsiteY3" fmla="*/ 491067 h 533400"/>
                <a:gd name="connsiteX4" fmla="*/ 186267 w 1286939"/>
                <a:gd name="connsiteY4" fmla="*/ 474133 h 533400"/>
                <a:gd name="connsiteX5" fmla="*/ 194733 w 1286939"/>
                <a:gd name="connsiteY5" fmla="*/ 440267 h 533400"/>
                <a:gd name="connsiteX6" fmla="*/ 228600 w 1286939"/>
                <a:gd name="connsiteY6" fmla="*/ 364067 h 533400"/>
                <a:gd name="connsiteX7" fmla="*/ 245533 w 1286939"/>
                <a:gd name="connsiteY7" fmla="*/ 347133 h 533400"/>
                <a:gd name="connsiteX8" fmla="*/ 270933 w 1286939"/>
                <a:gd name="connsiteY8" fmla="*/ 270933 h 533400"/>
                <a:gd name="connsiteX9" fmla="*/ 279400 w 1286939"/>
                <a:gd name="connsiteY9" fmla="*/ 245533 h 533400"/>
                <a:gd name="connsiteX10" fmla="*/ 304800 w 1286939"/>
                <a:gd name="connsiteY10" fmla="*/ 228600 h 533400"/>
                <a:gd name="connsiteX11" fmla="*/ 330200 w 1286939"/>
                <a:gd name="connsiteY11" fmla="*/ 169333 h 533400"/>
                <a:gd name="connsiteX12" fmla="*/ 355600 w 1286939"/>
                <a:gd name="connsiteY12" fmla="*/ 152400 h 533400"/>
                <a:gd name="connsiteX13" fmla="*/ 381000 w 1286939"/>
                <a:gd name="connsiteY13" fmla="*/ 93133 h 533400"/>
                <a:gd name="connsiteX14" fmla="*/ 431800 w 1286939"/>
                <a:gd name="connsiteY14" fmla="*/ 42333 h 533400"/>
                <a:gd name="connsiteX15" fmla="*/ 440267 w 1286939"/>
                <a:gd name="connsiteY15" fmla="*/ 16933 h 533400"/>
                <a:gd name="connsiteX16" fmla="*/ 465667 w 1286939"/>
                <a:gd name="connsiteY16" fmla="*/ 0 h 533400"/>
                <a:gd name="connsiteX17" fmla="*/ 787400 w 1286939"/>
                <a:gd name="connsiteY17" fmla="*/ 8467 h 533400"/>
                <a:gd name="connsiteX18" fmla="*/ 812800 w 1286939"/>
                <a:gd name="connsiteY18" fmla="*/ 25400 h 533400"/>
                <a:gd name="connsiteX19" fmla="*/ 821267 w 1286939"/>
                <a:gd name="connsiteY19" fmla="*/ 59267 h 533400"/>
                <a:gd name="connsiteX20" fmla="*/ 846667 w 1286939"/>
                <a:gd name="connsiteY20" fmla="*/ 93133 h 533400"/>
                <a:gd name="connsiteX21" fmla="*/ 905933 w 1286939"/>
                <a:gd name="connsiteY21" fmla="*/ 143933 h 533400"/>
                <a:gd name="connsiteX22" fmla="*/ 922867 w 1286939"/>
                <a:gd name="connsiteY22" fmla="*/ 169333 h 533400"/>
                <a:gd name="connsiteX23" fmla="*/ 948267 w 1286939"/>
                <a:gd name="connsiteY23" fmla="*/ 203200 h 533400"/>
                <a:gd name="connsiteX24" fmla="*/ 982133 w 1286939"/>
                <a:gd name="connsiteY24" fmla="*/ 237067 h 533400"/>
                <a:gd name="connsiteX25" fmla="*/ 990600 w 1286939"/>
                <a:gd name="connsiteY25" fmla="*/ 279400 h 533400"/>
                <a:gd name="connsiteX26" fmla="*/ 999067 w 1286939"/>
                <a:gd name="connsiteY26" fmla="*/ 330200 h 533400"/>
                <a:gd name="connsiteX27" fmla="*/ 1007533 w 1286939"/>
                <a:gd name="connsiteY27" fmla="*/ 364067 h 533400"/>
                <a:gd name="connsiteX28" fmla="*/ 1058333 w 1286939"/>
                <a:gd name="connsiteY28" fmla="*/ 414867 h 533400"/>
                <a:gd name="connsiteX29" fmla="*/ 1100667 w 1286939"/>
                <a:gd name="connsiteY29" fmla="*/ 440267 h 533400"/>
                <a:gd name="connsiteX30" fmla="*/ 1117600 w 1286939"/>
                <a:gd name="connsiteY30" fmla="*/ 465667 h 533400"/>
                <a:gd name="connsiteX31" fmla="*/ 1151467 w 1286939"/>
                <a:gd name="connsiteY31" fmla="*/ 474133 h 533400"/>
                <a:gd name="connsiteX32" fmla="*/ 1176867 w 1286939"/>
                <a:gd name="connsiteY32" fmla="*/ 482600 h 533400"/>
                <a:gd name="connsiteX33" fmla="*/ 1286933 w 1286939"/>
                <a:gd name="connsiteY33" fmla="*/ 482600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286939" h="533400">
                  <a:moveTo>
                    <a:pt x="0" y="533400"/>
                  </a:moveTo>
                  <a:lnTo>
                    <a:pt x="59267" y="516467"/>
                  </a:lnTo>
                  <a:cubicBezTo>
                    <a:pt x="67815" y="513903"/>
                    <a:pt x="76057" y="510348"/>
                    <a:pt x="84667" y="508000"/>
                  </a:cubicBezTo>
                  <a:cubicBezTo>
                    <a:pt x="107119" y="501877"/>
                    <a:pt x="152400" y="491067"/>
                    <a:pt x="152400" y="491067"/>
                  </a:cubicBezTo>
                  <a:cubicBezTo>
                    <a:pt x="163689" y="485422"/>
                    <a:pt x="178187" y="483829"/>
                    <a:pt x="186267" y="474133"/>
                  </a:cubicBezTo>
                  <a:cubicBezTo>
                    <a:pt x="193716" y="465194"/>
                    <a:pt x="191389" y="451412"/>
                    <a:pt x="194733" y="440267"/>
                  </a:cubicBezTo>
                  <a:cubicBezTo>
                    <a:pt x="206011" y="402673"/>
                    <a:pt x="206825" y="391287"/>
                    <a:pt x="228600" y="364067"/>
                  </a:cubicBezTo>
                  <a:cubicBezTo>
                    <a:pt x="233587" y="357834"/>
                    <a:pt x="239889" y="352778"/>
                    <a:pt x="245533" y="347133"/>
                  </a:cubicBezTo>
                  <a:cubicBezTo>
                    <a:pt x="259720" y="290388"/>
                    <a:pt x="247022" y="334696"/>
                    <a:pt x="270933" y="270933"/>
                  </a:cubicBezTo>
                  <a:cubicBezTo>
                    <a:pt x="274067" y="262577"/>
                    <a:pt x="273825" y="252502"/>
                    <a:pt x="279400" y="245533"/>
                  </a:cubicBezTo>
                  <a:cubicBezTo>
                    <a:pt x="285757" y="237587"/>
                    <a:pt x="296333" y="234244"/>
                    <a:pt x="304800" y="228600"/>
                  </a:cubicBezTo>
                  <a:cubicBezTo>
                    <a:pt x="310682" y="210956"/>
                    <a:pt x="318577" y="183281"/>
                    <a:pt x="330200" y="169333"/>
                  </a:cubicBezTo>
                  <a:cubicBezTo>
                    <a:pt x="336714" y="161516"/>
                    <a:pt x="347133" y="158044"/>
                    <a:pt x="355600" y="152400"/>
                  </a:cubicBezTo>
                  <a:cubicBezTo>
                    <a:pt x="361717" y="134051"/>
                    <a:pt x="369045" y="108077"/>
                    <a:pt x="381000" y="93133"/>
                  </a:cubicBezTo>
                  <a:cubicBezTo>
                    <a:pt x="395960" y="74433"/>
                    <a:pt x="431800" y="42333"/>
                    <a:pt x="431800" y="42333"/>
                  </a:cubicBezTo>
                  <a:cubicBezTo>
                    <a:pt x="434622" y="33866"/>
                    <a:pt x="434692" y="23902"/>
                    <a:pt x="440267" y="16933"/>
                  </a:cubicBezTo>
                  <a:cubicBezTo>
                    <a:pt x="446624" y="8987"/>
                    <a:pt x="455494" y="248"/>
                    <a:pt x="465667" y="0"/>
                  </a:cubicBezTo>
                  <a:lnTo>
                    <a:pt x="787400" y="8467"/>
                  </a:lnTo>
                  <a:cubicBezTo>
                    <a:pt x="795867" y="14111"/>
                    <a:pt x="807156" y="16933"/>
                    <a:pt x="812800" y="25400"/>
                  </a:cubicBezTo>
                  <a:cubicBezTo>
                    <a:pt x="819255" y="35082"/>
                    <a:pt x="816063" y="48859"/>
                    <a:pt x="821267" y="59267"/>
                  </a:cubicBezTo>
                  <a:cubicBezTo>
                    <a:pt x="827578" y="71888"/>
                    <a:pt x="837633" y="82293"/>
                    <a:pt x="846667" y="93133"/>
                  </a:cubicBezTo>
                  <a:cubicBezTo>
                    <a:pt x="868128" y="118887"/>
                    <a:pt x="876042" y="114042"/>
                    <a:pt x="905933" y="143933"/>
                  </a:cubicBezTo>
                  <a:cubicBezTo>
                    <a:pt x="913128" y="151128"/>
                    <a:pt x="916952" y="161053"/>
                    <a:pt x="922867" y="169333"/>
                  </a:cubicBezTo>
                  <a:cubicBezTo>
                    <a:pt x="931069" y="180816"/>
                    <a:pt x="938975" y="192580"/>
                    <a:pt x="948267" y="203200"/>
                  </a:cubicBezTo>
                  <a:cubicBezTo>
                    <a:pt x="958780" y="215215"/>
                    <a:pt x="970844" y="225778"/>
                    <a:pt x="982133" y="237067"/>
                  </a:cubicBezTo>
                  <a:cubicBezTo>
                    <a:pt x="984955" y="251178"/>
                    <a:pt x="988026" y="265242"/>
                    <a:pt x="990600" y="279400"/>
                  </a:cubicBezTo>
                  <a:cubicBezTo>
                    <a:pt x="993671" y="296290"/>
                    <a:pt x="995700" y="313366"/>
                    <a:pt x="999067" y="330200"/>
                  </a:cubicBezTo>
                  <a:cubicBezTo>
                    <a:pt x="1001349" y="341610"/>
                    <a:pt x="1000860" y="354534"/>
                    <a:pt x="1007533" y="364067"/>
                  </a:cubicBezTo>
                  <a:cubicBezTo>
                    <a:pt x="1021266" y="383686"/>
                    <a:pt x="1041400" y="397934"/>
                    <a:pt x="1058333" y="414867"/>
                  </a:cubicBezTo>
                  <a:cubicBezTo>
                    <a:pt x="1081576" y="438110"/>
                    <a:pt x="1067696" y="429276"/>
                    <a:pt x="1100667" y="440267"/>
                  </a:cubicBezTo>
                  <a:cubicBezTo>
                    <a:pt x="1106311" y="448734"/>
                    <a:pt x="1109133" y="460023"/>
                    <a:pt x="1117600" y="465667"/>
                  </a:cubicBezTo>
                  <a:cubicBezTo>
                    <a:pt x="1127282" y="472122"/>
                    <a:pt x="1140278" y="470936"/>
                    <a:pt x="1151467" y="474133"/>
                  </a:cubicBezTo>
                  <a:cubicBezTo>
                    <a:pt x="1160048" y="476585"/>
                    <a:pt x="1168400" y="479778"/>
                    <a:pt x="1176867" y="482600"/>
                  </a:cubicBezTo>
                  <a:cubicBezTo>
                    <a:pt x="1289747" y="473917"/>
                    <a:pt x="1286933" y="437336"/>
                    <a:pt x="1286933" y="482600"/>
                  </a:cubicBezTo>
                </a:path>
              </a:pathLst>
            </a:custGeom>
            <a:noFill/>
            <a:ln w="19050">
              <a:solidFill>
                <a:srgbClr val="00FF99"/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2" name="Freeform: Shape 131"/>
            <p:cNvSpPr/>
            <p:nvPr/>
          </p:nvSpPr>
          <p:spPr>
            <a:xfrm>
              <a:off x="5069106" y="5661254"/>
              <a:ext cx="1303866" cy="465702"/>
            </a:xfrm>
            <a:custGeom>
              <a:avLst/>
              <a:gdLst>
                <a:gd name="connsiteX0" fmla="*/ 0 w 1303866"/>
                <a:gd name="connsiteY0" fmla="*/ 465702 h 465702"/>
                <a:gd name="connsiteX1" fmla="*/ 84666 w 1303866"/>
                <a:gd name="connsiteY1" fmla="*/ 457236 h 465702"/>
                <a:gd name="connsiteX2" fmla="*/ 143933 w 1303866"/>
                <a:gd name="connsiteY2" fmla="*/ 431836 h 465702"/>
                <a:gd name="connsiteX3" fmla="*/ 211666 w 1303866"/>
                <a:gd name="connsiteY3" fmla="*/ 414902 h 465702"/>
                <a:gd name="connsiteX4" fmla="*/ 228600 w 1303866"/>
                <a:gd name="connsiteY4" fmla="*/ 389502 h 465702"/>
                <a:gd name="connsiteX5" fmla="*/ 237066 w 1303866"/>
                <a:gd name="connsiteY5" fmla="*/ 355636 h 465702"/>
                <a:gd name="connsiteX6" fmla="*/ 262466 w 1303866"/>
                <a:gd name="connsiteY6" fmla="*/ 338702 h 465702"/>
                <a:gd name="connsiteX7" fmla="*/ 296333 w 1303866"/>
                <a:gd name="connsiteY7" fmla="*/ 296369 h 465702"/>
                <a:gd name="connsiteX8" fmla="*/ 330200 w 1303866"/>
                <a:gd name="connsiteY8" fmla="*/ 254036 h 465702"/>
                <a:gd name="connsiteX9" fmla="*/ 364066 w 1303866"/>
                <a:gd name="connsiteY9" fmla="*/ 194769 h 465702"/>
                <a:gd name="connsiteX10" fmla="*/ 406400 w 1303866"/>
                <a:gd name="connsiteY10" fmla="*/ 135502 h 465702"/>
                <a:gd name="connsiteX11" fmla="*/ 440266 w 1303866"/>
                <a:gd name="connsiteY11" fmla="*/ 84702 h 465702"/>
                <a:gd name="connsiteX12" fmla="*/ 465666 w 1303866"/>
                <a:gd name="connsiteY12" fmla="*/ 33902 h 465702"/>
                <a:gd name="connsiteX13" fmla="*/ 491066 w 1303866"/>
                <a:gd name="connsiteY13" fmla="*/ 25436 h 465702"/>
                <a:gd name="connsiteX14" fmla="*/ 508000 w 1303866"/>
                <a:gd name="connsiteY14" fmla="*/ 8502 h 465702"/>
                <a:gd name="connsiteX15" fmla="*/ 541866 w 1303866"/>
                <a:gd name="connsiteY15" fmla="*/ 36 h 465702"/>
                <a:gd name="connsiteX16" fmla="*/ 728133 w 1303866"/>
                <a:gd name="connsiteY16" fmla="*/ 16969 h 465702"/>
                <a:gd name="connsiteX17" fmla="*/ 787400 w 1303866"/>
                <a:gd name="connsiteY17" fmla="*/ 50836 h 465702"/>
                <a:gd name="connsiteX18" fmla="*/ 821266 w 1303866"/>
                <a:gd name="connsiteY18" fmla="*/ 59302 h 465702"/>
                <a:gd name="connsiteX19" fmla="*/ 855133 w 1303866"/>
                <a:gd name="connsiteY19" fmla="*/ 93169 h 465702"/>
                <a:gd name="connsiteX20" fmla="*/ 889000 w 1303866"/>
                <a:gd name="connsiteY20" fmla="*/ 110102 h 465702"/>
                <a:gd name="connsiteX21" fmla="*/ 897466 w 1303866"/>
                <a:gd name="connsiteY21" fmla="*/ 135502 h 465702"/>
                <a:gd name="connsiteX22" fmla="*/ 914400 w 1303866"/>
                <a:gd name="connsiteY22" fmla="*/ 152436 h 465702"/>
                <a:gd name="connsiteX23" fmla="*/ 931333 w 1303866"/>
                <a:gd name="connsiteY23" fmla="*/ 177836 h 465702"/>
                <a:gd name="connsiteX24" fmla="*/ 965200 w 1303866"/>
                <a:gd name="connsiteY24" fmla="*/ 228636 h 465702"/>
                <a:gd name="connsiteX25" fmla="*/ 973666 w 1303866"/>
                <a:gd name="connsiteY25" fmla="*/ 254036 h 465702"/>
                <a:gd name="connsiteX26" fmla="*/ 1016000 w 1303866"/>
                <a:gd name="connsiteY26" fmla="*/ 304836 h 465702"/>
                <a:gd name="connsiteX27" fmla="*/ 1024466 w 1303866"/>
                <a:gd name="connsiteY27" fmla="*/ 338702 h 465702"/>
                <a:gd name="connsiteX28" fmla="*/ 1041400 w 1303866"/>
                <a:gd name="connsiteY28" fmla="*/ 355636 h 465702"/>
                <a:gd name="connsiteX29" fmla="*/ 1058333 w 1303866"/>
                <a:gd name="connsiteY29" fmla="*/ 381036 h 465702"/>
                <a:gd name="connsiteX30" fmla="*/ 1109133 w 1303866"/>
                <a:gd name="connsiteY30" fmla="*/ 406436 h 465702"/>
                <a:gd name="connsiteX31" fmla="*/ 1100666 w 1303866"/>
                <a:gd name="connsiteY31" fmla="*/ 431836 h 465702"/>
                <a:gd name="connsiteX32" fmla="*/ 1143000 w 1303866"/>
                <a:gd name="connsiteY32" fmla="*/ 465702 h 465702"/>
                <a:gd name="connsiteX33" fmla="*/ 1193800 w 1303866"/>
                <a:gd name="connsiteY33" fmla="*/ 457236 h 465702"/>
                <a:gd name="connsiteX34" fmla="*/ 1227666 w 1303866"/>
                <a:gd name="connsiteY34" fmla="*/ 448769 h 465702"/>
                <a:gd name="connsiteX35" fmla="*/ 1303866 w 1303866"/>
                <a:gd name="connsiteY35" fmla="*/ 448769 h 46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303866" h="465702">
                  <a:moveTo>
                    <a:pt x="0" y="465702"/>
                  </a:moveTo>
                  <a:cubicBezTo>
                    <a:pt x="28222" y="462880"/>
                    <a:pt x="56633" y="461549"/>
                    <a:pt x="84666" y="457236"/>
                  </a:cubicBezTo>
                  <a:cubicBezTo>
                    <a:pt x="112139" y="453010"/>
                    <a:pt x="116086" y="441118"/>
                    <a:pt x="143933" y="431836"/>
                  </a:cubicBezTo>
                  <a:cubicBezTo>
                    <a:pt x="166011" y="424476"/>
                    <a:pt x="211666" y="414902"/>
                    <a:pt x="211666" y="414902"/>
                  </a:cubicBezTo>
                  <a:cubicBezTo>
                    <a:pt x="217311" y="406435"/>
                    <a:pt x="224592" y="398855"/>
                    <a:pt x="228600" y="389502"/>
                  </a:cubicBezTo>
                  <a:cubicBezTo>
                    <a:pt x="233184" y="378807"/>
                    <a:pt x="230612" y="365318"/>
                    <a:pt x="237066" y="355636"/>
                  </a:cubicBezTo>
                  <a:cubicBezTo>
                    <a:pt x="242710" y="347169"/>
                    <a:pt x="253999" y="344347"/>
                    <a:pt x="262466" y="338702"/>
                  </a:cubicBezTo>
                  <a:cubicBezTo>
                    <a:pt x="283748" y="274858"/>
                    <a:pt x="252565" y="351078"/>
                    <a:pt x="296333" y="296369"/>
                  </a:cubicBezTo>
                  <a:cubicBezTo>
                    <a:pt x="343071" y="237947"/>
                    <a:pt x="257408" y="302563"/>
                    <a:pt x="330200" y="254036"/>
                  </a:cubicBezTo>
                  <a:cubicBezTo>
                    <a:pt x="352462" y="164982"/>
                    <a:pt x="319230" y="273231"/>
                    <a:pt x="364066" y="194769"/>
                  </a:cubicBezTo>
                  <a:cubicBezTo>
                    <a:pt x="402706" y="127150"/>
                    <a:pt x="330785" y="192213"/>
                    <a:pt x="406400" y="135502"/>
                  </a:cubicBezTo>
                  <a:cubicBezTo>
                    <a:pt x="426529" y="75110"/>
                    <a:pt x="397987" y="148120"/>
                    <a:pt x="440266" y="84702"/>
                  </a:cubicBezTo>
                  <a:cubicBezTo>
                    <a:pt x="457794" y="58410"/>
                    <a:pt x="437120" y="56738"/>
                    <a:pt x="465666" y="33902"/>
                  </a:cubicBezTo>
                  <a:cubicBezTo>
                    <a:pt x="472635" y="28327"/>
                    <a:pt x="482599" y="28258"/>
                    <a:pt x="491066" y="25436"/>
                  </a:cubicBezTo>
                  <a:cubicBezTo>
                    <a:pt x="496711" y="19791"/>
                    <a:pt x="500860" y="12072"/>
                    <a:pt x="508000" y="8502"/>
                  </a:cubicBezTo>
                  <a:cubicBezTo>
                    <a:pt x="518408" y="3298"/>
                    <a:pt x="530239" y="-411"/>
                    <a:pt x="541866" y="36"/>
                  </a:cubicBezTo>
                  <a:cubicBezTo>
                    <a:pt x="604165" y="2432"/>
                    <a:pt x="666044" y="11325"/>
                    <a:pt x="728133" y="16969"/>
                  </a:cubicBezTo>
                  <a:cubicBezTo>
                    <a:pt x="805827" y="42868"/>
                    <a:pt x="684875" y="-425"/>
                    <a:pt x="787400" y="50836"/>
                  </a:cubicBezTo>
                  <a:cubicBezTo>
                    <a:pt x="797808" y="56040"/>
                    <a:pt x="809977" y="56480"/>
                    <a:pt x="821266" y="59302"/>
                  </a:cubicBezTo>
                  <a:cubicBezTo>
                    <a:pt x="832555" y="70591"/>
                    <a:pt x="842361" y="83590"/>
                    <a:pt x="855133" y="93169"/>
                  </a:cubicBezTo>
                  <a:cubicBezTo>
                    <a:pt x="865230" y="100742"/>
                    <a:pt x="880075" y="101177"/>
                    <a:pt x="889000" y="110102"/>
                  </a:cubicBezTo>
                  <a:cubicBezTo>
                    <a:pt x="895311" y="116413"/>
                    <a:pt x="892874" y="127849"/>
                    <a:pt x="897466" y="135502"/>
                  </a:cubicBezTo>
                  <a:cubicBezTo>
                    <a:pt x="901573" y="142347"/>
                    <a:pt x="909413" y="146202"/>
                    <a:pt x="914400" y="152436"/>
                  </a:cubicBezTo>
                  <a:cubicBezTo>
                    <a:pt x="920757" y="160382"/>
                    <a:pt x="926782" y="168735"/>
                    <a:pt x="931333" y="177836"/>
                  </a:cubicBezTo>
                  <a:cubicBezTo>
                    <a:pt x="955839" y="226847"/>
                    <a:pt x="917051" y="180487"/>
                    <a:pt x="965200" y="228636"/>
                  </a:cubicBezTo>
                  <a:cubicBezTo>
                    <a:pt x="968022" y="237103"/>
                    <a:pt x="969675" y="246054"/>
                    <a:pt x="973666" y="254036"/>
                  </a:cubicBezTo>
                  <a:cubicBezTo>
                    <a:pt x="985453" y="277609"/>
                    <a:pt x="997277" y="286113"/>
                    <a:pt x="1016000" y="304836"/>
                  </a:cubicBezTo>
                  <a:cubicBezTo>
                    <a:pt x="1018822" y="316125"/>
                    <a:pt x="1019262" y="328294"/>
                    <a:pt x="1024466" y="338702"/>
                  </a:cubicBezTo>
                  <a:cubicBezTo>
                    <a:pt x="1028036" y="345842"/>
                    <a:pt x="1036413" y="349402"/>
                    <a:pt x="1041400" y="355636"/>
                  </a:cubicBezTo>
                  <a:cubicBezTo>
                    <a:pt x="1047757" y="363582"/>
                    <a:pt x="1051138" y="373841"/>
                    <a:pt x="1058333" y="381036"/>
                  </a:cubicBezTo>
                  <a:cubicBezTo>
                    <a:pt x="1074745" y="397448"/>
                    <a:pt x="1088476" y="399550"/>
                    <a:pt x="1109133" y="406436"/>
                  </a:cubicBezTo>
                  <a:cubicBezTo>
                    <a:pt x="1106311" y="414903"/>
                    <a:pt x="1098916" y="423085"/>
                    <a:pt x="1100666" y="431836"/>
                  </a:cubicBezTo>
                  <a:cubicBezTo>
                    <a:pt x="1102522" y="441115"/>
                    <a:pt x="1139351" y="463269"/>
                    <a:pt x="1143000" y="465702"/>
                  </a:cubicBezTo>
                  <a:cubicBezTo>
                    <a:pt x="1159933" y="462880"/>
                    <a:pt x="1176966" y="460603"/>
                    <a:pt x="1193800" y="457236"/>
                  </a:cubicBezTo>
                  <a:cubicBezTo>
                    <a:pt x="1205210" y="454954"/>
                    <a:pt x="1216064" y="449661"/>
                    <a:pt x="1227666" y="448769"/>
                  </a:cubicBezTo>
                  <a:cubicBezTo>
                    <a:pt x="1252991" y="446821"/>
                    <a:pt x="1278466" y="448769"/>
                    <a:pt x="1303866" y="448769"/>
                  </a:cubicBezTo>
                </a:path>
              </a:pathLst>
            </a:custGeom>
            <a:noFill/>
            <a:ln w="19050">
              <a:solidFill>
                <a:srgbClr val="00FF99"/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3" name="Freeform: Shape 132"/>
            <p:cNvSpPr/>
            <p:nvPr/>
          </p:nvSpPr>
          <p:spPr>
            <a:xfrm>
              <a:off x="5011464" y="5551528"/>
              <a:ext cx="1320800" cy="526115"/>
            </a:xfrm>
            <a:custGeom>
              <a:avLst/>
              <a:gdLst>
                <a:gd name="connsiteX0" fmla="*/ 0 w 1320800"/>
                <a:gd name="connsiteY0" fmla="*/ 51895 h 526115"/>
                <a:gd name="connsiteX1" fmla="*/ 279400 w 1320800"/>
                <a:gd name="connsiteY1" fmla="*/ 51895 h 526115"/>
                <a:gd name="connsiteX2" fmla="*/ 304800 w 1320800"/>
                <a:gd name="connsiteY2" fmla="*/ 60362 h 526115"/>
                <a:gd name="connsiteX3" fmla="*/ 321733 w 1320800"/>
                <a:gd name="connsiteY3" fmla="*/ 94228 h 526115"/>
                <a:gd name="connsiteX4" fmla="*/ 338666 w 1320800"/>
                <a:gd name="connsiteY4" fmla="*/ 111162 h 526115"/>
                <a:gd name="connsiteX5" fmla="*/ 347133 w 1320800"/>
                <a:gd name="connsiteY5" fmla="*/ 136562 h 526115"/>
                <a:gd name="connsiteX6" fmla="*/ 364066 w 1320800"/>
                <a:gd name="connsiteY6" fmla="*/ 170428 h 526115"/>
                <a:gd name="connsiteX7" fmla="*/ 381000 w 1320800"/>
                <a:gd name="connsiteY7" fmla="*/ 322828 h 526115"/>
                <a:gd name="connsiteX8" fmla="*/ 389466 w 1320800"/>
                <a:gd name="connsiteY8" fmla="*/ 356695 h 526115"/>
                <a:gd name="connsiteX9" fmla="*/ 406400 w 1320800"/>
                <a:gd name="connsiteY9" fmla="*/ 373628 h 526115"/>
                <a:gd name="connsiteX10" fmla="*/ 440266 w 1320800"/>
                <a:gd name="connsiteY10" fmla="*/ 415962 h 526115"/>
                <a:gd name="connsiteX11" fmla="*/ 465666 w 1320800"/>
                <a:gd name="connsiteY11" fmla="*/ 424428 h 526115"/>
                <a:gd name="connsiteX12" fmla="*/ 499533 w 1320800"/>
                <a:gd name="connsiteY12" fmla="*/ 458295 h 526115"/>
                <a:gd name="connsiteX13" fmla="*/ 533400 w 1320800"/>
                <a:gd name="connsiteY13" fmla="*/ 492162 h 526115"/>
                <a:gd name="connsiteX14" fmla="*/ 558800 w 1320800"/>
                <a:gd name="connsiteY14" fmla="*/ 517562 h 526115"/>
                <a:gd name="connsiteX15" fmla="*/ 592666 w 1320800"/>
                <a:gd name="connsiteY15" fmla="*/ 526028 h 526115"/>
                <a:gd name="connsiteX16" fmla="*/ 702733 w 1320800"/>
                <a:gd name="connsiteY16" fmla="*/ 509095 h 526115"/>
                <a:gd name="connsiteX17" fmla="*/ 736600 w 1320800"/>
                <a:gd name="connsiteY17" fmla="*/ 500628 h 526115"/>
                <a:gd name="connsiteX18" fmla="*/ 770466 w 1320800"/>
                <a:gd name="connsiteY18" fmla="*/ 483695 h 526115"/>
                <a:gd name="connsiteX19" fmla="*/ 787400 w 1320800"/>
                <a:gd name="connsiteY19" fmla="*/ 415962 h 526115"/>
                <a:gd name="connsiteX20" fmla="*/ 812800 w 1320800"/>
                <a:gd name="connsiteY20" fmla="*/ 348228 h 526115"/>
                <a:gd name="connsiteX21" fmla="*/ 821266 w 1320800"/>
                <a:gd name="connsiteY21" fmla="*/ 288962 h 526115"/>
                <a:gd name="connsiteX22" fmla="*/ 829733 w 1320800"/>
                <a:gd name="connsiteY22" fmla="*/ 178895 h 526115"/>
                <a:gd name="connsiteX23" fmla="*/ 846666 w 1320800"/>
                <a:gd name="connsiteY23" fmla="*/ 145028 h 526115"/>
                <a:gd name="connsiteX24" fmla="*/ 863600 w 1320800"/>
                <a:gd name="connsiteY24" fmla="*/ 85762 h 526115"/>
                <a:gd name="connsiteX25" fmla="*/ 889000 w 1320800"/>
                <a:gd name="connsiteY25" fmla="*/ 77295 h 526115"/>
                <a:gd name="connsiteX26" fmla="*/ 922866 w 1320800"/>
                <a:gd name="connsiteY26" fmla="*/ 60362 h 526115"/>
                <a:gd name="connsiteX27" fmla="*/ 948266 w 1320800"/>
                <a:gd name="connsiteY27" fmla="*/ 43428 h 526115"/>
                <a:gd name="connsiteX28" fmla="*/ 1016000 w 1320800"/>
                <a:gd name="connsiteY28" fmla="*/ 26495 h 526115"/>
                <a:gd name="connsiteX29" fmla="*/ 1202266 w 1320800"/>
                <a:gd name="connsiteY29" fmla="*/ 1095 h 526115"/>
                <a:gd name="connsiteX30" fmla="*/ 1320800 w 1320800"/>
                <a:gd name="connsiteY30" fmla="*/ 1095 h 52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320800" h="526115">
                  <a:moveTo>
                    <a:pt x="0" y="51895"/>
                  </a:moveTo>
                  <a:cubicBezTo>
                    <a:pt x="136182" y="47031"/>
                    <a:pt x="180507" y="27171"/>
                    <a:pt x="279400" y="51895"/>
                  </a:cubicBezTo>
                  <a:cubicBezTo>
                    <a:pt x="288058" y="54060"/>
                    <a:pt x="296333" y="57540"/>
                    <a:pt x="304800" y="60362"/>
                  </a:cubicBezTo>
                  <a:cubicBezTo>
                    <a:pt x="310444" y="71651"/>
                    <a:pt x="314732" y="83727"/>
                    <a:pt x="321733" y="94228"/>
                  </a:cubicBezTo>
                  <a:cubicBezTo>
                    <a:pt x="326161" y="100870"/>
                    <a:pt x="334559" y="104317"/>
                    <a:pt x="338666" y="111162"/>
                  </a:cubicBezTo>
                  <a:cubicBezTo>
                    <a:pt x="343258" y="118815"/>
                    <a:pt x="343617" y="128359"/>
                    <a:pt x="347133" y="136562"/>
                  </a:cubicBezTo>
                  <a:cubicBezTo>
                    <a:pt x="352105" y="148163"/>
                    <a:pt x="358422" y="159139"/>
                    <a:pt x="364066" y="170428"/>
                  </a:cubicBezTo>
                  <a:cubicBezTo>
                    <a:pt x="369711" y="221228"/>
                    <a:pt x="374094" y="272184"/>
                    <a:pt x="381000" y="322828"/>
                  </a:cubicBezTo>
                  <a:cubicBezTo>
                    <a:pt x="382572" y="334358"/>
                    <a:pt x="384262" y="346287"/>
                    <a:pt x="389466" y="356695"/>
                  </a:cubicBezTo>
                  <a:cubicBezTo>
                    <a:pt x="393036" y="363835"/>
                    <a:pt x="401413" y="367395"/>
                    <a:pt x="406400" y="373628"/>
                  </a:cubicBezTo>
                  <a:cubicBezTo>
                    <a:pt x="417048" y="386938"/>
                    <a:pt x="424542" y="406528"/>
                    <a:pt x="440266" y="415962"/>
                  </a:cubicBezTo>
                  <a:cubicBezTo>
                    <a:pt x="447919" y="420554"/>
                    <a:pt x="457199" y="421606"/>
                    <a:pt x="465666" y="424428"/>
                  </a:cubicBezTo>
                  <a:cubicBezTo>
                    <a:pt x="488245" y="492161"/>
                    <a:pt x="454377" y="413139"/>
                    <a:pt x="499533" y="458295"/>
                  </a:cubicBezTo>
                  <a:cubicBezTo>
                    <a:pt x="544689" y="503451"/>
                    <a:pt x="465667" y="469583"/>
                    <a:pt x="533400" y="492162"/>
                  </a:cubicBezTo>
                  <a:cubicBezTo>
                    <a:pt x="541867" y="500629"/>
                    <a:pt x="548404" y="511621"/>
                    <a:pt x="558800" y="517562"/>
                  </a:cubicBezTo>
                  <a:cubicBezTo>
                    <a:pt x="568903" y="523335"/>
                    <a:pt x="581050" y="526711"/>
                    <a:pt x="592666" y="526028"/>
                  </a:cubicBezTo>
                  <a:cubicBezTo>
                    <a:pt x="629723" y="523848"/>
                    <a:pt x="666177" y="515546"/>
                    <a:pt x="702733" y="509095"/>
                  </a:cubicBezTo>
                  <a:cubicBezTo>
                    <a:pt x="714192" y="507073"/>
                    <a:pt x="725704" y="504714"/>
                    <a:pt x="736600" y="500628"/>
                  </a:cubicBezTo>
                  <a:cubicBezTo>
                    <a:pt x="748418" y="496196"/>
                    <a:pt x="759177" y="489339"/>
                    <a:pt x="770466" y="483695"/>
                  </a:cubicBezTo>
                  <a:cubicBezTo>
                    <a:pt x="776111" y="461117"/>
                    <a:pt x="778757" y="437570"/>
                    <a:pt x="787400" y="415962"/>
                  </a:cubicBezTo>
                  <a:cubicBezTo>
                    <a:pt x="807647" y="365342"/>
                    <a:pt x="799527" y="388046"/>
                    <a:pt x="812800" y="348228"/>
                  </a:cubicBezTo>
                  <a:cubicBezTo>
                    <a:pt x="815622" y="328473"/>
                    <a:pt x="819280" y="308819"/>
                    <a:pt x="821266" y="288962"/>
                  </a:cubicBezTo>
                  <a:cubicBezTo>
                    <a:pt x="824927" y="252347"/>
                    <a:pt x="823338" y="215132"/>
                    <a:pt x="829733" y="178895"/>
                  </a:cubicBezTo>
                  <a:cubicBezTo>
                    <a:pt x="831926" y="166466"/>
                    <a:pt x="842234" y="156846"/>
                    <a:pt x="846666" y="145028"/>
                  </a:cubicBezTo>
                  <a:cubicBezTo>
                    <a:pt x="846798" y="144676"/>
                    <a:pt x="859506" y="89856"/>
                    <a:pt x="863600" y="85762"/>
                  </a:cubicBezTo>
                  <a:cubicBezTo>
                    <a:pt x="869911" y="79451"/>
                    <a:pt x="880797" y="80811"/>
                    <a:pt x="889000" y="77295"/>
                  </a:cubicBezTo>
                  <a:cubicBezTo>
                    <a:pt x="900601" y="72323"/>
                    <a:pt x="911908" y="66624"/>
                    <a:pt x="922866" y="60362"/>
                  </a:cubicBezTo>
                  <a:cubicBezTo>
                    <a:pt x="931701" y="55313"/>
                    <a:pt x="939164" y="47979"/>
                    <a:pt x="948266" y="43428"/>
                  </a:cubicBezTo>
                  <a:cubicBezTo>
                    <a:pt x="966418" y="34352"/>
                    <a:pt x="998617" y="30358"/>
                    <a:pt x="1016000" y="26495"/>
                  </a:cubicBezTo>
                  <a:cubicBezTo>
                    <a:pt x="1102608" y="7248"/>
                    <a:pt x="1024438" y="12209"/>
                    <a:pt x="1202266" y="1095"/>
                  </a:cubicBezTo>
                  <a:cubicBezTo>
                    <a:pt x="1241700" y="-1370"/>
                    <a:pt x="1281289" y="1095"/>
                    <a:pt x="1320800" y="1095"/>
                  </a:cubicBezTo>
                </a:path>
              </a:pathLst>
            </a:custGeom>
            <a:noFill/>
            <a:ln w="19050">
              <a:solidFill>
                <a:srgbClr val="00FF99"/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4" name="Freeform: Shape 133"/>
            <p:cNvSpPr/>
            <p:nvPr/>
          </p:nvSpPr>
          <p:spPr>
            <a:xfrm>
              <a:off x="5069106" y="5588425"/>
              <a:ext cx="1202266" cy="509068"/>
            </a:xfrm>
            <a:custGeom>
              <a:avLst/>
              <a:gdLst>
                <a:gd name="connsiteX0" fmla="*/ 0 w 1202266"/>
                <a:gd name="connsiteY0" fmla="*/ 68802 h 509068"/>
                <a:gd name="connsiteX1" fmla="*/ 177800 w 1202266"/>
                <a:gd name="connsiteY1" fmla="*/ 60335 h 509068"/>
                <a:gd name="connsiteX2" fmla="*/ 203200 w 1202266"/>
                <a:gd name="connsiteY2" fmla="*/ 111135 h 509068"/>
                <a:gd name="connsiteX3" fmla="*/ 228600 w 1202266"/>
                <a:gd name="connsiteY3" fmla="*/ 119602 h 509068"/>
                <a:gd name="connsiteX4" fmla="*/ 237066 w 1202266"/>
                <a:gd name="connsiteY4" fmla="*/ 145002 h 509068"/>
                <a:gd name="connsiteX5" fmla="*/ 296333 w 1202266"/>
                <a:gd name="connsiteY5" fmla="*/ 161935 h 509068"/>
                <a:gd name="connsiteX6" fmla="*/ 313266 w 1202266"/>
                <a:gd name="connsiteY6" fmla="*/ 221202 h 509068"/>
                <a:gd name="connsiteX7" fmla="*/ 321733 w 1202266"/>
                <a:gd name="connsiteY7" fmla="*/ 272002 h 509068"/>
                <a:gd name="connsiteX8" fmla="*/ 338666 w 1202266"/>
                <a:gd name="connsiteY8" fmla="*/ 297402 h 509068"/>
                <a:gd name="connsiteX9" fmla="*/ 355600 w 1202266"/>
                <a:gd name="connsiteY9" fmla="*/ 356668 h 509068"/>
                <a:gd name="connsiteX10" fmla="*/ 372533 w 1202266"/>
                <a:gd name="connsiteY10" fmla="*/ 390535 h 509068"/>
                <a:gd name="connsiteX11" fmla="*/ 397933 w 1202266"/>
                <a:gd name="connsiteY11" fmla="*/ 475202 h 509068"/>
                <a:gd name="connsiteX12" fmla="*/ 423333 w 1202266"/>
                <a:gd name="connsiteY12" fmla="*/ 500602 h 509068"/>
                <a:gd name="connsiteX13" fmla="*/ 448733 w 1202266"/>
                <a:gd name="connsiteY13" fmla="*/ 509068 h 509068"/>
                <a:gd name="connsiteX14" fmla="*/ 618066 w 1202266"/>
                <a:gd name="connsiteY14" fmla="*/ 500602 h 509068"/>
                <a:gd name="connsiteX15" fmla="*/ 643466 w 1202266"/>
                <a:gd name="connsiteY15" fmla="*/ 483668 h 509068"/>
                <a:gd name="connsiteX16" fmla="*/ 668866 w 1202266"/>
                <a:gd name="connsiteY16" fmla="*/ 475202 h 509068"/>
                <a:gd name="connsiteX17" fmla="*/ 719666 w 1202266"/>
                <a:gd name="connsiteY17" fmla="*/ 432868 h 509068"/>
                <a:gd name="connsiteX18" fmla="*/ 762000 w 1202266"/>
                <a:gd name="connsiteY18" fmla="*/ 356668 h 509068"/>
                <a:gd name="connsiteX19" fmla="*/ 821266 w 1202266"/>
                <a:gd name="connsiteY19" fmla="*/ 305868 h 509068"/>
                <a:gd name="connsiteX20" fmla="*/ 829733 w 1202266"/>
                <a:gd name="connsiteY20" fmla="*/ 280468 h 509068"/>
                <a:gd name="connsiteX21" fmla="*/ 855133 w 1202266"/>
                <a:gd name="connsiteY21" fmla="*/ 246602 h 509068"/>
                <a:gd name="connsiteX22" fmla="*/ 872066 w 1202266"/>
                <a:gd name="connsiteY22" fmla="*/ 187335 h 509068"/>
                <a:gd name="connsiteX23" fmla="*/ 889000 w 1202266"/>
                <a:gd name="connsiteY23" fmla="*/ 170402 h 509068"/>
                <a:gd name="connsiteX24" fmla="*/ 897466 w 1202266"/>
                <a:gd name="connsiteY24" fmla="*/ 136535 h 509068"/>
                <a:gd name="connsiteX25" fmla="*/ 948266 w 1202266"/>
                <a:gd name="connsiteY25" fmla="*/ 18002 h 509068"/>
                <a:gd name="connsiteX26" fmla="*/ 1007533 w 1202266"/>
                <a:gd name="connsiteY26" fmla="*/ 1068 h 509068"/>
                <a:gd name="connsiteX27" fmla="*/ 1202266 w 1202266"/>
                <a:gd name="connsiteY27" fmla="*/ 1068 h 509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02266" h="509068">
                  <a:moveTo>
                    <a:pt x="0" y="68802"/>
                  </a:moveTo>
                  <a:cubicBezTo>
                    <a:pt x="71352" y="40260"/>
                    <a:pt x="65831" y="35453"/>
                    <a:pt x="177800" y="60335"/>
                  </a:cubicBezTo>
                  <a:cubicBezTo>
                    <a:pt x="197988" y="64821"/>
                    <a:pt x="193002" y="100937"/>
                    <a:pt x="203200" y="111135"/>
                  </a:cubicBezTo>
                  <a:cubicBezTo>
                    <a:pt x="209511" y="117446"/>
                    <a:pt x="220133" y="116780"/>
                    <a:pt x="228600" y="119602"/>
                  </a:cubicBezTo>
                  <a:cubicBezTo>
                    <a:pt x="231422" y="128069"/>
                    <a:pt x="230755" y="138691"/>
                    <a:pt x="237066" y="145002"/>
                  </a:cubicBezTo>
                  <a:cubicBezTo>
                    <a:pt x="241113" y="149049"/>
                    <a:pt x="296043" y="161862"/>
                    <a:pt x="296333" y="161935"/>
                  </a:cubicBezTo>
                  <a:cubicBezTo>
                    <a:pt x="304405" y="186149"/>
                    <a:pt x="307949" y="194616"/>
                    <a:pt x="313266" y="221202"/>
                  </a:cubicBezTo>
                  <a:cubicBezTo>
                    <a:pt x="316633" y="238036"/>
                    <a:pt x="316304" y="255716"/>
                    <a:pt x="321733" y="272002"/>
                  </a:cubicBezTo>
                  <a:cubicBezTo>
                    <a:pt x="324951" y="281655"/>
                    <a:pt x="333022" y="288935"/>
                    <a:pt x="338666" y="297402"/>
                  </a:cubicBezTo>
                  <a:cubicBezTo>
                    <a:pt x="342963" y="314589"/>
                    <a:pt x="348312" y="339662"/>
                    <a:pt x="355600" y="356668"/>
                  </a:cubicBezTo>
                  <a:cubicBezTo>
                    <a:pt x="360572" y="368269"/>
                    <a:pt x="368101" y="378717"/>
                    <a:pt x="372533" y="390535"/>
                  </a:cubicBezTo>
                  <a:cubicBezTo>
                    <a:pt x="379439" y="408951"/>
                    <a:pt x="386355" y="463624"/>
                    <a:pt x="397933" y="475202"/>
                  </a:cubicBezTo>
                  <a:cubicBezTo>
                    <a:pt x="406400" y="483669"/>
                    <a:pt x="413370" y="493960"/>
                    <a:pt x="423333" y="500602"/>
                  </a:cubicBezTo>
                  <a:cubicBezTo>
                    <a:pt x="430759" y="505552"/>
                    <a:pt x="440266" y="506246"/>
                    <a:pt x="448733" y="509068"/>
                  </a:cubicBezTo>
                  <a:cubicBezTo>
                    <a:pt x="505177" y="506246"/>
                    <a:pt x="562026" y="507912"/>
                    <a:pt x="618066" y="500602"/>
                  </a:cubicBezTo>
                  <a:cubicBezTo>
                    <a:pt x="628156" y="499286"/>
                    <a:pt x="634364" y="488219"/>
                    <a:pt x="643466" y="483668"/>
                  </a:cubicBezTo>
                  <a:cubicBezTo>
                    <a:pt x="651448" y="479677"/>
                    <a:pt x="660399" y="478024"/>
                    <a:pt x="668866" y="475202"/>
                  </a:cubicBezTo>
                  <a:cubicBezTo>
                    <a:pt x="684675" y="464662"/>
                    <a:pt x="710079" y="450124"/>
                    <a:pt x="719666" y="432868"/>
                  </a:cubicBezTo>
                  <a:cubicBezTo>
                    <a:pt x="771466" y="339629"/>
                    <a:pt x="703130" y="415538"/>
                    <a:pt x="762000" y="356668"/>
                  </a:cubicBezTo>
                  <a:cubicBezTo>
                    <a:pt x="779468" y="286790"/>
                    <a:pt x="752258" y="355160"/>
                    <a:pt x="821266" y="305868"/>
                  </a:cubicBezTo>
                  <a:cubicBezTo>
                    <a:pt x="828528" y="300681"/>
                    <a:pt x="825305" y="288217"/>
                    <a:pt x="829733" y="280468"/>
                  </a:cubicBezTo>
                  <a:cubicBezTo>
                    <a:pt x="836734" y="268216"/>
                    <a:pt x="846666" y="257891"/>
                    <a:pt x="855133" y="246602"/>
                  </a:cubicBezTo>
                  <a:cubicBezTo>
                    <a:pt x="856713" y="240281"/>
                    <a:pt x="866862" y="196008"/>
                    <a:pt x="872066" y="187335"/>
                  </a:cubicBezTo>
                  <a:cubicBezTo>
                    <a:pt x="876173" y="180490"/>
                    <a:pt x="883355" y="176046"/>
                    <a:pt x="889000" y="170402"/>
                  </a:cubicBezTo>
                  <a:cubicBezTo>
                    <a:pt x="891822" y="159113"/>
                    <a:pt x="894122" y="147681"/>
                    <a:pt x="897466" y="136535"/>
                  </a:cubicBezTo>
                  <a:cubicBezTo>
                    <a:pt x="903173" y="117511"/>
                    <a:pt x="933584" y="22896"/>
                    <a:pt x="948266" y="18002"/>
                  </a:cubicBezTo>
                  <a:cubicBezTo>
                    <a:pt x="961263" y="13669"/>
                    <a:pt x="995572" y="1511"/>
                    <a:pt x="1007533" y="1068"/>
                  </a:cubicBezTo>
                  <a:cubicBezTo>
                    <a:pt x="1072400" y="-1335"/>
                    <a:pt x="1137355" y="1068"/>
                    <a:pt x="1202266" y="1068"/>
                  </a:cubicBezTo>
                </a:path>
              </a:pathLst>
            </a:custGeom>
            <a:noFill/>
            <a:ln w="19050">
              <a:solidFill>
                <a:srgbClr val="00FF99"/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5" name="Freeform: Shape 134"/>
            <p:cNvSpPr/>
            <p:nvPr/>
          </p:nvSpPr>
          <p:spPr>
            <a:xfrm>
              <a:off x="5018306" y="5555627"/>
              <a:ext cx="1295400" cy="482600"/>
            </a:xfrm>
            <a:custGeom>
              <a:avLst/>
              <a:gdLst>
                <a:gd name="connsiteX0" fmla="*/ 0 w 1295400"/>
                <a:gd name="connsiteY0" fmla="*/ 118533 h 482600"/>
                <a:gd name="connsiteX1" fmla="*/ 296333 w 1295400"/>
                <a:gd name="connsiteY1" fmla="*/ 110066 h 482600"/>
                <a:gd name="connsiteX2" fmla="*/ 321733 w 1295400"/>
                <a:gd name="connsiteY2" fmla="*/ 118533 h 482600"/>
                <a:gd name="connsiteX3" fmla="*/ 338666 w 1295400"/>
                <a:gd name="connsiteY3" fmla="*/ 152400 h 482600"/>
                <a:gd name="connsiteX4" fmla="*/ 364066 w 1295400"/>
                <a:gd name="connsiteY4" fmla="*/ 169333 h 482600"/>
                <a:gd name="connsiteX5" fmla="*/ 372533 w 1295400"/>
                <a:gd name="connsiteY5" fmla="*/ 194733 h 482600"/>
                <a:gd name="connsiteX6" fmla="*/ 389466 w 1295400"/>
                <a:gd name="connsiteY6" fmla="*/ 228600 h 482600"/>
                <a:gd name="connsiteX7" fmla="*/ 406400 w 1295400"/>
                <a:gd name="connsiteY7" fmla="*/ 287866 h 482600"/>
                <a:gd name="connsiteX8" fmla="*/ 431800 w 1295400"/>
                <a:gd name="connsiteY8" fmla="*/ 313266 h 482600"/>
                <a:gd name="connsiteX9" fmla="*/ 440266 w 1295400"/>
                <a:gd name="connsiteY9" fmla="*/ 338666 h 482600"/>
                <a:gd name="connsiteX10" fmla="*/ 457200 w 1295400"/>
                <a:gd name="connsiteY10" fmla="*/ 355600 h 482600"/>
                <a:gd name="connsiteX11" fmla="*/ 474133 w 1295400"/>
                <a:gd name="connsiteY11" fmla="*/ 381000 h 482600"/>
                <a:gd name="connsiteX12" fmla="*/ 508000 w 1295400"/>
                <a:gd name="connsiteY12" fmla="*/ 431800 h 482600"/>
                <a:gd name="connsiteX13" fmla="*/ 516466 w 1295400"/>
                <a:gd name="connsiteY13" fmla="*/ 457200 h 482600"/>
                <a:gd name="connsiteX14" fmla="*/ 558800 w 1295400"/>
                <a:gd name="connsiteY14" fmla="*/ 482600 h 482600"/>
                <a:gd name="connsiteX15" fmla="*/ 778933 w 1295400"/>
                <a:gd name="connsiteY15" fmla="*/ 474133 h 482600"/>
                <a:gd name="connsiteX16" fmla="*/ 812800 w 1295400"/>
                <a:gd name="connsiteY16" fmla="*/ 465666 h 482600"/>
                <a:gd name="connsiteX17" fmla="*/ 855133 w 1295400"/>
                <a:gd name="connsiteY17" fmla="*/ 431800 h 482600"/>
                <a:gd name="connsiteX18" fmla="*/ 880533 w 1295400"/>
                <a:gd name="connsiteY18" fmla="*/ 296333 h 482600"/>
                <a:gd name="connsiteX19" fmla="*/ 897466 w 1295400"/>
                <a:gd name="connsiteY19" fmla="*/ 186266 h 482600"/>
                <a:gd name="connsiteX20" fmla="*/ 905933 w 1295400"/>
                <a:gd name="connsiteY20" fmla="*/ 152400 h 482600"/>
                <a:gd name="connsiteX21" fmla="*/ 922866 w 1295400"/>
                <a:gd name="connsiteY21" fmla="*/ 135466 h 482600"/>
                <a:gd name="connsiteX22" fmla="*/ 956733 w 1295400"/>
                <a:gd name="connsiteY22" fmla="*/ 101600 h 482600"/>
                <a:gd name="connsiteX23" fmla="*/ 973666 w 1295400"/>
                <a:gd name="connsiteY23" fmla="*/ 76200 h 482600"/>
                <a:gd name="connsiteX24" fmla="*/ 1016000 w 1295400"/>
                <a:gd name="connsiteY24" fmla="*/ 67733 h 482600"/>
                <a:gd name="connsiteX25" fmla="*/ 1049866 w 1295400"/>
                <a:gd name="connsiteY25" fmla="*/ 59266 h 482600"/>
                <a:gd name="connsiteX26" fmla="*/ 1151466 w 1295400"/>
                <a:gd name="connsiteY26" fmla="*/ 42333 h 482600"/>
                <a:gd name="connsiteX27" fmla="*/ 1236133 w 1295400"/>
                <a:gd name="connsiteY27" fmla="*/ 16933 h 482600"/>
                <a:gd name="connsiteX28" fmla="*/ 1270000 w 1295400"/>
                <a:gd name="connsiteY28" fmla="*/ 8466 h 482600"/>
                <a:gd name="connsiteX29" fmla="*/ 1295400 w 1295400"/>
                <a:gd name="connsiteY29" fmla="*/ 0 h 482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295400" h="482600">
                  <a:moveTo>
                    <a:pt x="0" y="118533"/>
                  </a:moveTo>
                  <a:cubicBezTo>
                    <a:pt x="147517" y="107186"/>
                    <a:pt x="181054" y="90853"/>
                    <a:pt x="296333" y="110066"/>
                  </a:cubicBezTo>
                  <a:cubicBezTo>
                    <a:pt x="305136" y="111533"/>
                    <a:pt x="313266" y="115711"/>
                    <a:pt x="321733" y="118533"/>
                  </a:cubicBezTo>
                  <a:cubicBezTo>
                    <a:pt x="327377" y="129822"/>
                    <a:pt x="330586" y="142704"/>
                    <a:pt x="338666" y="152400"/>
                  </a:cubicBezTo>
                  <a:cubicBezTo>
                    <a:pt x="345180" y="160217"/>
                    <a:pt x="357709" y="161387"/>
                    <a:pt x="364066" y="169333"/>
                  </a:cubicBezTo>
                  <a:cubicBezTo>
                    <a:pt x="369641" y="176302"/>
                    <a:pt x="369017" y="186530"/>
                    <a:pt x="372533" y="194733"/>
                  </a:cubicBezTo>
                  <a:cubicBezTo>
                    <a:pt x="377505" y="206334"/>
                    <a:pt x="385034" y="216782"/>
                    <a:pt x="389466" y="228600"/>
                  </a:cubicBezTo>
                  <a:cubicBezTo>
                    <a:pt x="391885" y="235052"/>
                    <a:pt x="400552" y="279094"/>
                    <a:pt x="406400" y="287866"/>
                  </a:cubicBezTo>
                  <a:cubicBezTo>
                    <a:pt x="413042" y="297829"/>
                    <a:pt x="423333" y="304799"/>
                    <a:pt x="431800" y="313266"/>
                  </a:cubicBezTo>
                  <a:cubicBezTo>
                    <a:pt x="434622" y="321733"/>
                    <a:pt x="435674" y="331013"/>
                    <a:pt x="440266" y="338666"/>
                  </a:cubicBezTo>
                  <a:cubicBezTo>
                    <a:pt x="444373" y="345511"/>
                    <a:pt x="452213" y="349366"/>
                    <a:pt x="457200" y="355600"/>
                  </a:cubicBezTo>
                  <a:cubicBezTo>
                    <a:pt x="463557" y="363546"/>
                    <a:pt x="469582" y="371899"/>
                    <a:pt x="474133" y="381000"/>
                  </a:cubicBezTo>
                  <a:cubicBezTo>
                    <a:pt x="498639" y="430011"/>
                    <a:pt x="459851" y="383651"/>
                    <a:pt x="508000" y="431800"/>
                  </a:cubicBezTo>
                  <a:cubicBezTo>
                    <a:pt x="510822" y="440267"/>
                    <a:pt x="511874" y="449547"/>
                    <a:pt x="516466" y="457200"/>
                  </a:cubicBezTo>
                  <a:cubicBezTo>
                    <a:pt x="528087" y="476569"/>
                    <a:pt x="538823" y="475941"/>
                    <a:pt x="558800" y="482600"/>
                  </a:cubicBezTo>
                  <a:cubicBezTo>
                    <a:pt x="632178" y="479778"/>
                    <a:pt x="705664" y="479018"/>
                    <a:pt x="778933" y="474133"/>
                  </a:cubicBezTo>
                  <a:cubicBezTo>
                    <a:pt x="790544" y="473359"/>
                    <a:pt x="803714" y="472935"/>
                    <a:pt x="812800" y="465666"/>
                  </a:cubicBezTo>
                  <a:cubicBezTo>
                    <a:pt x="873529" y="417082"/>
                    <a:pt x="749262" y="458265"/>
                    <a:pt x="855133" y="431800"/>
                  </a:cubicBezTo>
                  <a:cubicBezTo>
                    <a:pt x="874240" y="374482"/>
                    <a:pt x="866815" y="401506"/>
                    <a:pt x="880533" y="296333"/>
                  </a:cubicBezTo>
                  <a:cubicBezTo>
                    <a:pt x="901772" y="133498"/>
                    <a:pt x="876292" y="260376"/>
                    <a:pt x="897466" y="186266"/>
                  </a:cubicBezTo>
                  <a:cubicBezTo>
                    <a:pt x="900663" y="175078"/>
                    <a:pt x="900729" y="162808"/>
                    <a:pt x="905933" y="152400"/>
                  </a:cubicBezTo>
                  <a:cubicBezTo>
                    <a:pt x="909503" y="145260"/>
                    <a:pt x="917222" y="141111"/>
                    <a:pt x="922866" y="135466"/>
                  </a:cubicBezTo>
                  <a:cubicBezTo>
                    <a:pt x="941340" y="80047"/>
                    <a:pt x="915682" y="134441"/>
                    <a:pt x="956733" y="101600"/>
                  </a:cubicBezTo>
                  <a:cubicBezTo>
                    <a:pt x="964679" y="95243"/>
                    <a:pt x="964831" y="81249"/>
                    <a:pt x="973666" y="76200"/>
                  </a:cubicBezTo>
                  <a:cubicBezTo>
                    <a:pt x="986161" y="69060"/>
                    <a:pt x="1001952" y="70855"/>
                    <a:pt x="1016000" y="67733"/>
                  </a:cubicBezTo>
                  <a:cubicBezTo>
                    <a:pt x="1027359" y="65209"/>
                    <a:pt x="1038429" y="61410"/>
                    <a:pt x="1049866" y="59266"/>
                  </a:cubicBezTo>
                  <a:cubicBezTo>
                    <a:pt x="1083612" y="52939"/>
                    <a:pt x="1117599" y="47977"/>
                    <a:pt x="1151466" y="42333"/>
                  </a:cubicBezTo>
                  <a:cubicBezTo>
                    <a:pt x="1190047" y="29472"/>
                    <a:pt x="1182814" y="31474"/>
                    <a:pt x="1236133" y="16933"/>
                  </a:cubicBezTo>
                  <a:cubicBezTo>
                    <a:pt x="1247359" y="13871"/>
                    <a:pt x="1258811" y="11663"/>
                    <a:pt x="1270000" y="8466"/>
                  </a:cubicBezTo>
                  <a:cubicBezTo>
                    <a:pt x="1278581" y="6014"/>
                    <a:pt x="1295400" y="0"/>
                    <a:pt x="1295400" y="0"/>
                  </a:cubicBezTo>
                </a:path>
              </a:pathLst>
            </a:custGeom>
            <a:noFill/>
            <a:ln w="19050">
              <a:solidFill>
                <a:srgbClr val="00FF99"/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6" name="Freeform: Shape 135"/>
            <p:cNvSpPr/>
            <p:nvPr/>
          </p:nvSpPr>
          <p:spPr>
            <a:xfrm>
              <a:off x="5077572" y="5554433"/>
              <a:ext cx="1227667" cy="492260"/>
            </a:xfrm>
            <a:custGeom>
              <a:avLst/>
              <a:gdLst>
                <a:gd name="connsiteX0" fmla="*/ 0 w 1227667"/>
                <a:gd name="connsiteY0" fmla="*/ 85860 h 492260"/>
                <a:gd name="connsiteX1" fmla="*/ 262467 w 1227667"/>
                <a:gd name="connsiteY1" fmla="*/ 94327 h 492260"/>
                <a:gd name="connsiteX2" fmla="*/ 287867 w 1227667"/>
                <a:gd name="connsiteY2" fmla="*/ 170527 h 492260"/>
                <a:gd name="connsiteX3" fmla="*/ 330200 w 1227667"/>
                <a:gd name="connsiteY3" fmla="*/ 221327 h 492260"/>
                <a:gd name="connsiteX4" fmla="*/ 338667 w 1227667"/>
                <a:gd name="connsiteY4" fmla="*/ 246727 h 492260"/>
                <a:gd name="connsiteX5" fmla="*/ 389467 w 1227667"/>
                <a:gd name="connsiteY5" fmla="*/ 305994 h 492260"/>
                <a:gd name="connsiteX6" fmla="*/ 414867 w 1227667"/>
                <a:gd name="connsiteY6" fmla="*/ 331394 h 492260"/>
                <a:gd name="connsiteX7" fmla="*/ 431800 w 1227667"/>
                <a:gd name="connsiteY7" fmla="*/ 390660 h 492260"/>
                <a:gd name="connsiteX8" fmla="*/ 448734 w 1227667"/>
                <a:gd name="connsiteY8" fmla="*/ 416060 h 492260"/>
                <a:gd name="connsiteX9" fmla="*/ 457200 w 1227667"/>
                <a:gd name="connsiteY9" fmla="*/ 441460 h 492260"/>
                <a:gd name="connsiteX10" fmla="*/ 508000 w 1227667"/>
                <a:gd name="connsiteY10" fmla="*/ 458394 h 492260"/>
                <a:gd name="connsiteX11" fmla="*/ 533400 w 1227667"/>
                <a:gd name="connsiteY11" fmla="*/ 466860 h 492260"/>
                <a:gd name="connsiteX12" fmla="*/ 643467 w 1227667"/>
                <a:gd name="connsiteY12" fmla="*/ 492260 h 492260"/>
                <a:gd name="connsiteX13" fmla="*/ 753534 w 1227667"/>
                <a:gd name="connsiteY13" fmla="*/ 475327 h 492260"/>
                <a:gd name="connsiteX14" fmla="*/ 770467 w 1227667"/>
                <a:gd name="connsiteY14" fmla="*/ 424527 h 492260"/>
                <a:gd name="connsiteX15" fmla="*/ 795867 w 1227667"/>
                <a:gd name="connsiteY15" fmla="*/ 356794 h 492260"/>
                <a:gd name="connsiteX16" fmla="*/ 812800 w 1227667"/>
                <a:gd name="connsiteY16" fmla="*/ 297527 h 492260"/>
                <a:gd name="connsiteX17" fmla="*/ 829734 w 1227667"/>
                <a:gd name="connsiteY17" fmla="*/ 280594 h 492260"/>
                <a:gd name="connsiteX18" fmla="*/ 838200 w 1227667"/>
                <a:gd name="connsiteY18" fmla="*/ 255194 h 492260"/>
                <a:gd name="connsiteX19" fmla="*/ 855134 w 1227667"/>
                <a:gd name="connsiteY19" fmla="*/ 195927 h 492260"/>
                <a:gd name="connsiteX20" fmla="*/ 872067 w 1227667"/>
                <a:gd name="connsiteY20" fmla="*/ 162060 h 492260"/>
                <a:gd name="connsiteX21" fmla="*/ 880534 w 1227667"/>
                <a:gd name="connsiteY21" fmla="*/ 128194 h 492260"/>
                <a:gd name="connsiteX22" fmla="*/ 914400 w 1227667"/>
                <a:gd name="connsiteY22" fmla="*/ 85860 h 492260"/>
                <a:gd name="connsiteX23" fmla="*/ 948267 w 1227667"/>
                <a:gd name="connsiteY23" fmla="*/ 77394 h 492260"/>
                <a:gd name="connsiteX24" fmla="*/ 973667 w 1227667"/>
                <a:gd name="connsiteY24" fmla="*/ 68927 h 492260"/>
                <a:gd name="connsiteX25" fmla="*/ 999067 w 1227667"/>
                <a:gd name="connsiteY25" fmla="*/ 51994 h 492260"/>
                <a:gd name="connsiteX26" fmla="*/ 1049867 w 1227667"/>
                <a:gd name="connsiteY26" fmla="*/ 35060 h 492260"/>
                <a:gd name="connsiteX27" fmla="*/ 1075267 w 1227667"/>
                <a:gd name="connsiteY27" fmla="*/ 26594 h 492260"/>
                <a:gd name="connsiteX28" fmla="*/ 1134534 w 1227667"/>
                <a:gd name="connsiteY28" fmla="*/ 1194 h 492260"/>
                <a:gd name="connsiteX29" fmla="*/ 1143000 w 1227667"/>
                <a:gd name="connsiteY29" fmla="*/ 26594 h 492260"/>
                <a:gd name="connsiteX30" fmla="*/ 1227667 w 1227667"/>
                <a:gd name="connsiteY30" fmla="*/ 35060 h 492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227667" h="492260">
                  <a:moveTo>
                    <a:pt x="0" y="85860"/>
                  </a:moveTo>
                  <a:cubicBezTo>
                    <a:pt x="87489" y="88682"/>
                    <a:pt x="178489" y="69628"/>
                    <a:pt x="262467" y="94327"/>
                  </a:cubicBezTo>
                  <a:cubicBezTo>
                    <a:pt x="288153" y="101882"/>
                    <a:pt x="273016" y="148250"/>
                    <a:pt x="287867" y="170527"/>
                  </a:cubicBezTo>
                  <a:cubicBezTo>
                    <a:pt x="311442" y="205890"/>
                    <a:pt x="297605" y="188732"/>
                    <a:pt x="330200" y="221327"/>
                  </a:cubicBezTo>
                  <a:cubicBezTo>
                    <a:pt x="333022" y="229794"/>
                    <a:pt x="334676" y="238745"/>
                    <a:pt x="338667" y="246727"/>
                  </a:cubicBezTo>
                  <a:cubicBezTo>
                    <a:pt x="351562" y="272517"/>
                    <a:pt x="368634" y="285161"/>
                    <a:pt x="389467" y="305994"/>
                  </a:cubicBezTo>
                  <a:lnTo>
                    <a:pt x="414867" y="331394"/>
                  </a:lnTo>
                  <a:cubicBezTo>
                    <a:pt x="417578" y="342238"/>
                    <a:pt x="425729" y="378519"/>
                    <a:pt x="431800" y="390660"/>
                  </a:cubicBezTo>
                  <a:cubicBezTo>
                    <a:pt x="436351" y="399762"/>
                    <a:pt x="443089" y="407593"/>
                    <a:pt x="448734" y="416060"/>
                  </a:cubicBezTo>
                  <a:cubicBezTo>
                    <a:pt x="451556" y="424527"/>
                    <a:pt x="449938" y="436273"/>
                    <a:pt x="457200" y="441460"/>
                  </a:cubicBezTo>
                  <a:cubicBezTo>
                    <a:pt x="471724" y="451835"/>
                    <a:pt x="491067" y="452750"/>
                    <a:pt x="508000" y="458394"/>
                  </a:cubicBezTo>
                  <a:cubicBezTo>
                    <a:pt x="516467" y="461216"/>
                    <a:pt x="524688" y="464924"/>
                    <a:pt x="533400" y="466860"/>
                  </a:cubicBezTo>
                  <a:cubicBezTo>
                    <a:pt x="620959" y="486318"/>
                    <a:pt x="584357" y="477484"/>
                    <a:pt x="643467" y="492260"/>
                  </a:cubicBezTo>
                  <a:cubicBezTo>
                    <a:pt x="680156" y="486616"/>
                    <a:pt x="720780" y="492795"/>
                    <a:pt x="753534" y="475327"/>
                  </a:cubicBezTo>
                  <a:cubicBezTo>
                    <a:pt x="769283" y="466927"/>
                    <a:pt x="766138" y="441843"/>
                    <a:pt x="770467" y="424527"/>
                  </a:cubicBezTo>
                  <a:cubicBezTo>
                    <a:pt x="792201" y="337595"/>
                    <a:pt x="762661" y="445343"/>
                    <a:pt x="795867" y="356794"/>
                  </a:cubicBezTo>
                  <a:cubicBezTo>
                    <a:pt x="799554" y="346962"/>
                    <a:pt x="805981" y="308893"/>
                    <a:pt x="812800" y="297527"/>
                  </a:cubicBezTo>
                  <a:cubicBezTo>
                    <a:pt x="816907" y="290682"/>
                    <a:pt x="824089" y="286238"/>
                    <a:pt x="829734" y="280594"/>
                  </a:cubicBezTo>
                  <a:cubicBezTo>
                    <a:pt x="832556" y="272127"/>
                    <a:pt x="835748" y="263775"/>
                    <a:pt x="838200" y="255194"/>
                  </a:cubicBezTo>
                  <a:cubicBezTo>
                    <a:pt x="844338" y="233710"/>
                    <a:pt x="846433" y="216228"/>
                    <a:pt x="855134" y="195927"/>
                  </a:cubicBezTo>
                  <a:cubicBezTo>
                    <a:pt x="860106" y="184326"/>
                    <a:pt x="867635" y="173878"/>
                    <a:pt x="872067" y="162060"/>
                  </a:cubicBezTo>
                  <a:cubicBezTo>
                    <a:pt x="876153" y="151165"/>
                    <a:pt x="875950" y="138889"/>
                    <a:pt x="880534" y="128194"/>
                  </a:cubicBezTo>
                  <a:cubicBezTo>
                    <a:pt x="883797" y="120581"/>
                    <a:pt x="904470" y="90825"/>
                    <a:pt x="914400" y="85860"/>
                  </a:cubicBezTo>
                  <a:cubicBezTo>
                    <a:pt x="924808" y="80656"/>
                    <a:pt x="937078" y="80591"/>
                    <a:pt x="948267" y="77394"/>
                  </a:cubicBezTo>
                  <a:cubicBezTo>
                    <a:pt x="956848" y="74942"/>
                    <a:pt x="965685" y="72918"/>
                    <a:pt x="973667" y="68927"/>
                  </a:cubicBezTo>
                  <a:cubicBezTo>
                    <a:pt x="982768" y="64376"/>
                    <a:pt x="989768" y="56127"/>
                    <a:pt x="999067" y="51994"/>
                  </a:cubicBezTo>
                  <a:cubicBezTo>
                    <a:pt x="1015378" y="44745"/>
                    <a:pt x="1032934" y="40704"/>
                    <a:pt x="1049867" y="35060"/>
                  </a:cubicBezTo>
                  <a:lnTo>
                    <a:pt x="1075267" y="26594"/>
                  </a:lnTo>
                  <a:cubicBezTo>
                    <a:pt x="1087042" y="18744"/>
                    <a:pt x="1117447" y="-5641"/>
                    <a:pt x="1134534" y="1194"/>
                  </a:cubicBezTo>
                  <a:cubicBezTo>
                    <a:pt x="1142820" y="4509"/>
                    <a:pt x="1136031" y="21019"/>
                    <a:pt x="1143000" y="26594"/>
                  </a:cubicBezTo>
                  <a:cubicBezTo>
                    <a:pt x="1158716" y="39167"/>
                    <a:pt x="1215550" y="35060"/>
                    <a:pt x="1227667" y="35060"/>
                  </a:cubicBezTo>
                </a:path>
              </a:pathLst>
            </a:custGeom>
            <a:noFill/>
            <a:ln w="19050">
              <a:solidFill>
                <a:srgbClr val="00FF99"/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7" name="Freeform: Shape 136"/>
            <p:cNvSpPr/>
            <p:nvPr/>
          </p:nvSpPr>
          <p:spPr>
            <a:xfrm>
              <a:off x="5001372" y="5589493"/>
              <a:ext cx="1431274" cy="508000"/>
            </a:xfrm>
            <a:custGeom>
              <a:avLst/>
              <a:gdLst>
                <a:gd name="connsiteX0" fmla="*/ 0 w 1431274"/>
                <a:gd name="connsiteY0" fmla="*/ 465667 h 508000"/>
                <a:gd name="connsiteX1" fmla="*/ 177800 w 1431274"/>
                <a:gd name="connsiteY1" fmla="*/ 457200 h 508000"/>
                <a:gd name="connsiteX2" fmla="*/ 237067 w 1431274"/>
                <a:gd name="connsiteY2" fmla="*/ 431800 h 508000"/>
                <a:gd name="connsiteX3" fmla="*/ 296334 w 1431274"/>
                <a:gd name="connsiteY3" fmla="*/ 414867 h 508000"/>
                <a:gd name="connsiteX4" fmla="*/ 321734 w 1431274"/>
                <a:gd name="connsiteY4" fmla="*/ 355600 h 508000"/>
                <a:gd name="connsiteX5" fmla="*/ 338667 w 1431274"/>
                <a:gd name="connsiteY5" fmla="*/ 321734 h 508000"/>
                <a:gd name="connsiteX6" fmla="*/ 347134 w 1431274"/>
                <a:gd name="connsiteY6" fmla="*/ 296334 h 508000"/>
                <a:gd name="connsiteX7" fmla="*/ 381000 w 1431274"/>
                <a:gd name="connsiteY7" fmla="*/ 245534 h 508000"/>
                <a:gd name="connsiteX8" fmla="*/ 414867 w 1431274"/>
                <a:gd name="connsiteY8" fmla="*/ 169334 h 508000"/>
                <a:gd name="connsiteX9" fmla="*/ 448734 w 1431274"/>
                <a:gd name="connsiteY9" fmla="*/ 143934 h 508000"/>
                <a:gd name="connsiteX10" fmla="*/ 482600 w 1431274"/>
                <a:gd name="connsiteY10" fmla="*/ 67734 h 508000"/>
                <a:gd name="connsiteX11" fmla="*/ 524934 w 1431274"/>
                <a:gd name="connsiteY11" fmla="*/ 16934 h 508000"/>
                <a:gd name="connsiteX12" fmla="*/ 567267 w 1431274"/>
                <a:gd name="connsiteY12" fmla="*/ 8467 h 508000"/>
                <a:gd name="connsiteX13" fmla="*/ 601134 w 1431274"/>
                <a:gd name="connsiteY13" fmla="*/ 0 h 508000"/>
                <a:gd name="connsiteX14" fmla="*/ 880534 w 1431274"/>
                <a:gd name="connsiteY14" fmla="*/ 8467 h 508000"/>
                <a:gd name="connsiteX15" fmla="*/ 889000 w 1431274"/>
                <a:gd name="connsiteY15" fmla="*/ 33867 h 508000"/>
                <a:gd name="connsiteX16" fmla="*/ 939800 w 1431274"/>
                <a:gd name="connsiteY16" fmla="*/ 76200 h 508000"/>
                <a:gd name="connsiteX17" fmla="*/ 948267 w 1431274"/>
                <a:gd name="connsiteY17" fmla="*/ 110067 h 508000"/>
                <a:gd name="connsiteX18" fmla="*/ 982134 w 1431274"/>
                <a:gd name="connsiteY18" fmla="*/ 152400 h 508000"/>
                <a:gd name="connsiteX19" fmla="*/ 1016000 w 1431274"/>
                <a:gd name="connsiteY19" fmla="*/ 211667 h 508000"/>
                <a:gd name="connsiteX20" fmla="*/ 1041400 w 1431274"/>
                <a:gd name="connsiteY20" fmla="*/ 296334 h 508000"/>
                <a:gd name="connsiteX21" fmla="*/ 1058334 w 1431274"/>
                <a:gd name="connsiteY21" fmla="*/ 321734 h 508000"/>
                <a:gd name="connsiteX22" fmla="*/ 1092200 w 1431274"/>
                <a:gd name="connsiteY22" fmla="*/ 389467 h 508000"/>
                <a:gd name="connsiteX23" fmla="*/ 1134534 w 1431274"/>
                <a:gd name="connsiteY23" fmla="*/ 431800 h 508000"/>
                <a:gd name="connsiteX24" fmla="*/ 1151467 w 1431274"/>
                <a:gd name="connsiteY24" fmla="*/ 465667 h 508000"/>
                <a:gd name="connsiteX25" fmla="*/ 1185334 w 1431274"/>
                <a:gd name="connsiteY25" fmla="*/ 474134 h 508000"/>
                <a:gd name="connsiteX26" fmla="*/ 1210734 w 1431274"/>
                <a:gd name="connsiteY26" fmla="*/ 491067 h 508000"/>
                <a:gd name="connsiteX27" fmla="*/ 1244600 w 1431274"/>
                <a:gd name="connsiteY27" fmla="*/ 508000 h 508000"/>
                <a:gd name="connsiteX28" fmla="*/ 1371600 w 1431274"/>
                <a:gd name="connsiteY28" fmla="*/ 499534 h 508000"/>
                <a:gd name="connsiteX29" fmla="*/ 1397000 w 1431274"/>
                <a:gd name="connsiteY29" fmla="*/ 491067 h 508000"/>
                <a:gd name="connsiteX30" fmla="*/ 1413934 w 1431274"/>
                <a:gd name="connsiteY30" fmla="*/ 482600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431274" h="508000">
                  <a:moveTo>
                    <a:pt x="0" y="465667"/>
                  </a:moveTo>
                  <a:cubicBezTo>
                    <a:pt x="59267" y="462845"/>
                    <a:pt x="118671" y="462127"/>
                    <a:pt x="177800" y="457200"/>
                  </a:cubicBezTo>
                  <a:cubicBezTo>
                    <a:pt x="194236" y="455830"/>
                    <a:pt x="224828" y="437045"/>
                    <a:pt x="237067" y="431800"/>
                  </a:cubicBezTo>
                  <a:cubicBezTo>
                    <a:pt x="254066" y="424515"/>
                    <a:pt x="279156" y="419162"/>
                    <a:pt x="296334" y="414867"/>
                  </a:cubicBezTo>
                  <a:cubicBezTo>
                    <a:pt x="330649" y="363393"/>
                    <a:pt x="298302" y="418084"/>
                    <a:pt x="321734" y="355600"/>
                  </a:cubicBezTo>
                  <a:cubicBezTo>
                    <a:pt x="326166" y="343782"/>
                    <a:pt x="333695" y="333335"/>
                    <a:pt x="338667" y="321734"/>
                  </a:cubicBezTo>
                  <a:cubicBezTo>
                    <a:pt x="342183" y="313531"/>
                    <a:pt x="342800" y="304136"/>
                    <a:pt x="347134" y="296334"/>
                  </a:cubicBezTo>
                  <a:cubicBezTo>
                    <a:pt x="357017" y="278544"/>
                    <a:pt x="374564" y="264841"/>
                    <a:pt x="381000" y="245534"/>
                  </a:cubicBezTo>
                  <a:cubicBezTo>
                    <a:pt x="389383" y="220386"/>
                    <a:pt x="394742" y="189459"/>
                    <a:pt x="414867" y="169334"/>
                  </a:cubicBezTo>
                  <a:cubicBezTo>
                    <a:pt x="424845" y="159356"/>
                    <a:pt x="437445" y="152401"/>
                    <a:pt x="448734" y="143934"/>
                  </a:cubicBezTo>
                  <a:cubicBezTo>
                    <a:pt x="492417" y="12883"/>
                    <a:pt x="442351" y="148232"/>
                    <a:pt x="482600" y="67734"/>
                  </a:cubicBezTo>
                  <a:cubicBezTo>
                    <a:pt x="498746" y="35442"/>
                    <a:pt x="478841" y="37420"/>
                    <a:pt x="524934" y="16934"/>
                  </a:cubicBezTo>
                  <a:cubicBezTo>
                    <a:pt x="538084" y="11089"/>
                    <a:pt x="553219" y="11589"/>
                    <a:pt x="567267" y="8467"/>
                  </a:cubicBezTo>
                  <a:cubicBezTo>
                    <a:pt x="578626" y="5943"/>
                    <a:pt x="589845" y="2822"/>
                    <a:pt x="601134" y="0"/>
                  </a:cubicBezTo>
                  <a:cubicBezTo>
                    <a:pt x="694267" y="2822"/>
                    <a:pt x="787996" y="-2420"/>
                    <a:pt x="880534" y="8467"/>
                  </a:cubicBezTo>
                  <a:cubicBezTo>
                    <a:pt x="889397" y="9510"/>
                    <a:pt x="884050" y="26441"/>
                    <a:pt x="889000" y="33867"/>
                  </a:cubicBezTo>
                  <a:cubicBezTo>
                    <a:pt x="902038" y="53424"/>
                    <a:pt x="921058" y="63705"/>
                    <a:pt x="939800" y="76200"/>
                  </a:cubicBezTo>
                  <a:cubicBezTo>
                    <a:pt x="942622" y="87489"/>
                    <a:pt x="943683" y="99371"/>
                    <a:pt x="948267" y="110067"/>
                  </a:cubicBezTo>
                  <a:cubicBezTo>
                    <a:pt x="960296" y="138135"/>
                    <a:pt x="965325" y="131389"/>
                    <a:pt x="982134" y="152400"/>
                  </a:cubicBezTo>
                  <a:cubicBezTo>
                    <a:pt x="993694" y="166849"/>
                    <a:pt x="1009865" y="195308"/>
                    <a:pt x="1016000" y="211667"/>
                  </a:cubicBezTo>
                  <a:cubicBezTo>
                    <a:pt x="1026140" y="238708"/>
                    <a:pt x="1024861" y="271527"/>
                    <a:pt x="1041400" y="296334"/>
                  </a:cubicBezTo>
                  <a:lnTo>
                    <a:pt x="1058334" y="321734"/>
                  </a:lnTo>
                  <a:cubicBezTo>
                    <a:pt x="1068287" y="361550"/>
                    <a:pt x="1062165" y="355678"/>
                    <a:pt x="1092200" y="389467"/>
                  </a:cubicBezTo>
                  <a:cubicBezTo>
                    <a:pt x="1105458" y="404382"/>
                    <a:pt x="1134534" y="431800"/>
                    <a:pt x="1134534" y="431800"/>
                  </a:cubicBezTo>
                  <a:cubicBezTo>
                    <a:pt x="1140178" y="443089"/>
                    <a:pt x="1141771" y="457587"/>
                    <a:pt x="1151467" y="465667"/>
                  </a:cubicBezTo>
                  <a:cubicBezTo>
                    <a:pt x="1160406" y="473117"/>
                    <a:pt x="1174638" y="469550"/>
                    <a:pt x="1185334" y="474134"/>
                  </a:cubicBezTo>
                  <a:cubicBezTo>
                    <a:pt x="1194687" y="478142"/>
                    <a:pt x="1201899" y="486019"/>
                    <a:pt x="1210734" y="491067"/>
                  </a:cubicBezTo>
                  <a:cubicBezTo>
                    <a:pt x="1221692" y="497329"/>
                    <a:pt x="1233311" y="502356"/>
                    <a:pt x="1244600" y="508000"/>
                  </a:cubicBezTo>
                  <a:cubicBezTo>
                    <a:pt x="1286933" y="505178"/>
                    <a:pt x="1329432" y="504219"/>
                    <a:pt x="1371600" y="499534"/>
                  </a:cubicBezTo>
                  <a:cubicBezTo>
                    <a:pt x="1380470" y="498548"/>
                    <a:pt x="1388419" y="493519"/>
                    <a:pt x="1397000" y="491067"/>
                  </a:cubicBezTo>
                  <a:cubicBezTo>
                    <a:pt x="1431425" y="481231"/>
                    <a:pt x="1444889" y="482600"/>
                    <a:pt x="1413934" y="482600"/>
                  </a:cubicBezTo>
                </a:path>
              </a:pathLst>
            </a:custGeom>
            <a:noFill/>
            <a:ln w="19050">
              <a:solidFill>
                <a:srgbClr val="00FF99"/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8" name="Freeform: Shape 137"/>
            <p:cNvSpPr/>
            <p:nvPr/>
          </p:nvSpPr>
          <p:spPr>
            <a:xfrm>
              <a:off x="5086039" y="5572560"/>
              <a:ext cx="1286939" cy="533400"/>
            </a:xfrm>
            <a:custGeom>
              <a:avLst/>
              <a:gdLst>
                <a:gd name="connsiteX0" fmla="*/ 0 w 1286939"/>
                <a:gd name="connsiteY0" fmla="*/ 533400 h 533400"/>
                <a:gd name="connsiteX1" fmla="*/ 59267 w 1286939"/>
                <a:gd name="connsiteY1" fmla="*/ 516467 h 533400"/>
                <a:gd name="connsiteX2" fmla="*/ 84667 w 1286939"/>
                <a:gd name="connsiteY2" fmla="*/ 508000 h 533400"/>
                <a:gd name="connsiteX3" fmla="*/ 152400 w 1286939"/>
                <a:gd name="connsiteY3" fmla="*/ 491067 h 533400"/>
                <a:gd name="connsiteX4" fmla="*/ 186267 w 1286939"/>
                <a:gd name="connsiteY4" fmla="*/ 474133 h 533400"/>
                <a:gd name="connsiteX5" fmla="*/ 194733 w 1286939"/>
                <a:gd name="connsiteY5" fmla="*/ 440267 h 533400"/>
                <a:gd name="connsiteX6" fmla="*/ 228600 w 1286939"/>
                <a:gd name="connsiteY6" fmla="*/ 364067 h 533400"/>
                <a:gd name="connsiteX7" fmla="*/ 245533 w 1286939"/>
                <a:gd name="connsiteY7" fmla="*/ 347133 h 533400"/>
                <a:gd name="connsiteX8" fmla="*/ 270933 w 1286939"/>
                <a:gd name="connsiteY8" fmla="*/ 270933 h 533400"/>
                <a:gd name="connsiteX9" fmla="*/ 279400 w 1286939"/>
                <a:gd name="connsiteY9" fmla="*/ 245533 h 533400"/>
                <a:gd name="connsiteX10" fmla="*/ 304800 w 1286939"/>
                <a:gd name="connsiteY10" fmla="*/ 228600 h 533400"/>
                <a:gd name="connsiteX11" fmla="*/ 330200 w 1286939"/>
                <a:gd name="connsiteY11" fmla="*/ 169333 h 533400"/>
                <a:gd name="connsiteX12" fmla="*/ 355600 w 1286939"/>
                <a:gd name="connsiteY12" fmla="*/ 152400 h 533400"/>
                <a:gd name="connsiteX13" fmla="*/ 381000 w 1286939"/>
                <a:gd name="connsiteY13" fmla="*/ 93133 h 533400"/>
                <a:gd name="connsiteX14" fmla="*/ 431800 w 1286939"/>
                <a:gd name="connsiteY14" fmla="*/ 42333 h 533400"/>
                <a:gd name="connsiteX15" fmla="*/ 440267 w 1286939"/>
                <a:gd name="connsiteY15" fmla="*/ 16933 h 533400"/>
                <a:gd name="connsiteX16" fmla="*/ 465667 w 1286939"/>
                <a:gd name="connsiteY16" fmla="*/ 0 h 533400"/>
                <a:gd name="connsiteX17" fmla="*/ 787400 w 1286939"/>
                <a:gd name="connsiteY17" fmla="*/ 8467 h 533400"/>
                <a:gd name="connsiteX18" fmla="*/ 812800 w 1286939"/>
                <a:gd name="connsiteY18" fmla="*/ 25400 h 533400"/>
                <a:gd name="connsiteX19" fmla="*/ 821267 w 1286939"/>
                <a:gd name="connsiteY19" fmla="*/ 59267 h 533400"/>
                <a:gd name="connsiteX20" fmla="*/ 846667 w 1286939"/>
                <a:gd name="connsiteY20" fmla="*/ 93133 h 533400"/>
                <a:gd name="connsiteX21" fmla="*/ 905933 w 1286939"/>
                <a:gd name="connsiteY21" fmla="*/ 143933 h 533400"/>
                <a:gd name="connsiteX22" fmla="*/ 922867 w 1286939"/>
                <a:gd name="connsiteY22" fmla="*/ 169333 h 533400"/>
                <a:gd name="connsiteX23" fmla="*/ 948267 w 1286939"/>
                <a:gd name="connsiteY23" fmla="*/ 203200 h 533400"/>
                <a:gd name="connsiteX24" fmla="*/ 982133 w 1286939"/>
                <a:gd name="connsiteY24" fmla="*/ 237067 h 533400"/>
                <a:gd name="connsiteX25" fmla="*/ 990600 w 1286939"/>
                <a:gd name="connsiteY25" fmla="*/ 279400 h 533400"/>
                <a:gd name="connsiteX26" fmla="*/ 999067 w 1286939"/>
                <a:gd name="connsiteY26" fmla="*/ 330200 h 533400"/>
                <a:gd name="connsiteX27" fmla="*/ 1007533 w 1286939"/>
                <a:gd name="connsiteY27" fmla="*/ 364067 h 533400"/>
                <a:gd name="connsiteX28" fmla="*/ 1058333 w 1286939"/>
                <a:gd name="connsiteY28" fmla="*/ 414867 h 533400"/>
                <a:gd name="connsiteX29" fmla="*/ 1100667 w 1286939"/>
                <a:gd name="connsiteY29" fmla="*/ 440267 h 533400"/>
                <a:gd name="connsiteX30" fmla="*/ 1117600 w 1286939"/>
                <a:gd name="connsiteY30" fmla="*/ 465667 h 533400"/>
                <a:gd name="connsiteX31" fmla="*/ 1151467 w 1286939"/>
                <a:gd name="connsiteY31" fmla="*/ 474133 h 533400"/>
                <a:gd name="connsiteX32" fmla="*/ 1176867 w 1286939"/>
                <a:gd name="connsiteY32" fmla="*/ 482600 h 533400"/>
                <a:gd name="connsiteX33" fmla="*/ 1286933 w 1286939"/>
                <a:gd name="connsiteY33" fmla="*/ 482600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286939" h="533400">
                  <a:moveTo>
                    <a:pt x="0" y="533400"/>
                  </a:moveTo>
                  <a:lnTo>
                    <a:pt x="59267" y="516467"/>
                  </a:lnTo>
                  <a:cubicBezTo>
                    <a:pt x="67815" y="513903"/>
                    <a:pt x="76057" y="510348"/>
                    <a:pt x="84667" y="508000"/>
                  </a:cubicBezTo>
                  <a:cubicBezTo>
                    <a:pt x="107119" y="501877"/>
                    <a:pt x="152400" y="491067"/>
                    <a:pt x="152400" y="491067"/>
                  </a:cubicBezTo>
                  <a:cubicBezTo>
                    <a:pt x="163689" y="485422"/>
                    <a:pt x="178187" y="483829"/>
                    <a:pt x="186267" y="474133"/>
                  </a:cubicBezTo>
                  <a:cubicBezTo>
                    <a:pt x="193716" y="465194"/>
                    <a:pt x="191389" y="451412"/>
                    <a:pt x="194733" y="440267"/>
                  </a:cubicBezTo>
                  <a:cubicBezTo>
                    <a:pt x="206011" y="402673"/>
                    <a:pt x="206825" y="391287"/>
                    <a:pt x="228600" y="364067"/>
                  </a:cubicBezTo>
                  <a:cubicBezTo>
                    <a:pt x="233587" y="357834"/>
                    <a:pt x="239889" y="352778"/>
                    <a:pt x="245533" y="347133"/>
                  </a:cubicBezTo>
                  <a:cubicBezTo>
                    <a:pt x="259720" y="290388"/>
                    <a:pt x="247022" y="334696"/>
                    <a:pt x="270933" y="270933"/>
                  </a:cubicBezTo>
                  <a:cubicBezTo>
                    <a:pt x="274067" y="262577"/>
                    <a:pt x="273825" y="252502"/>
                    <a:pt x="279400" y="245533"/>
                  </a:cubicBezTo>
                  <a:cubicBezTo>
                    <a:pt x="285757" y="237587"/>
                    <a:pt x="296333" y="234244"/>
                    <a:pt x="304800" y="228600"/>
                  </a:cubicBezTo>
                  <a:cubicBezTo>
                    <a:pt x="310682" y="210956"/>
                    <a:pt x="318577" y="183281"/>
                    <a:pt x="330200" y="169333"/>
                  </a:cubicBezTo>
                  <a:cubicBezTo>
                    <a:pt x="336714" y="161516"/>
                    <a:pt x="347133" y="158044"/>
                    <a:pt x="355600" y="152400"/>
                  </a:cubicBezTo>
                  <a:cubicBezTo>
                    <a:pt x="361717" y="134051"/>
                    <a:pt x="369045" y="108077"/>
                    <a:pt x="381000" y="93133"/>
                  </a:cubicBezTo>
                  <a:cubicBezTo>
                    <a:pt x="395960" y="74433"/>
                    <a:pt x="431800" y="42333"/>
                    <a:pt x="431800" y="42333"/>
                  </a:cubicBezTo>
                  <a:cubicBezTo>
                    <a:pt x="434622" y="33866"/>
                    <a:pt x="434692" y="23902"/>
                    <a:pt x="440267" y="16933"/>
                  </a:cubicBezTo>
                  <a:cubicBezTo>
                    <a:pt x="446624" y="8987"/>
                    <a:pt x="455494" y="248"/>
                    <a:pt x="465667" y="0"/>
                  </a:cubicBezTo>
                  <a:lnTo>
                    <a:pt x="787400" y="8467"/>
                  </a:lnTo>
                  <a:cubicBezTo>
                    <a:pt x="795867" y="14111"/>
                    <a:pt x="807156" y="16933"/>
                    <a:pt x="812800" y="25400"/>
                  </a:cubicBezTo>
                  <a:cubicBezTo>
                    <a:pt x="819255" y="35082"/>
                    <a:pt x="816063" y="48859"/>
                    <a:pt x="821267" y="59267"/>
                  </a:cubicBezTo>
                  <a:cubicBezTo>
                    <a:pt x="827578" y="71888"/>
                    <a:pt x="837633" y="82293"/>
                    <a:pt x="846667" y="93133"/>
                  </a:cubicBezTo>
                  <a:cubicBezTo>
                    <a:pt x="868128" y="118887"/>
                    <a:pt x="876042" y="114042"/>
                    <a:pt x="905933" y="143933"/>
                  </a:cubicBezTo>
                  <a:cubicBezTo>
                    <a:pt x="913128" y="151128"/>
                    <a:pt x="916952" y="161053"/>
                    <a:pt x="922867" y="169333"/>
                  </a:cubicBezTo>
                  <a:cubicBezTo>
                    <a:pt x="931069" y="180816"/>
                    <a:pt x="938975" y="192580"/>
                    <a:pt x="948267" y="203200"/>
                  </a:cubicBezTo>
                  <a:cubicBezTo>
                    <a:pt x="958780" y="215215"/>
                    <a:pt x="970844" y="225778"/>
                    <a:pt x="982133" y="237067"/>
                  </a:cubicBezTo>
                  <a:cubicBezTo>
                    <a:pt x="984955" y="251178"/>
                    <a:pt x="988026" y="265242"/>
                    <a:pt x="990600" y="279400"/>
                  </a:cubicBezTo>
                  <a:cubicBezTo>
                    <a:pt x="993671" y="296290"/>
                    <a:pt x="995700" y="313366"/>
                    <a:pt x="999067" y="330200"/>
                  </a:cubicBezTo>
                  <a:cubicBezTo>
                    <a:pt x="1001349" y="341610"/>
                    <a:pt x="1000860" y="354534"/>
                    <a:pt x="1007533" y="364067"/>
                  </a:cubicBezTo>
                  <a:cubicBezTo>
                    <a:pt x="1021266" y="383686"/>
                    <a:pt x="1041400" y="397934"/>
                    <a:pt x="1058333" y="414867"/>
                  </a:cubicBezTo>
                  <a:cubicBezTo>
                    <a:pt x="1081576" y="438110"/>
                    <a:pt x="1067696" y="429276"/>
                    <a:pt x="1100667" y="440267"/>
                  </a:cubicBezTo>
                  <a:cubicBezTo>
                    <a:pt x="1106311" y="448734"/>
                    <a:pt x="1109133" y="460023"/>
                    <a:pt x="1117600" y="465667"/>
                  </a:cubicBezTo>
                  <a:cubicBezTo>
                    <a:pt x="1127282" y="472122"/>
                    <a:pt x="1140278" y="470936"/>
                    <a:pt x="1151467" y="474133"/>
                  </a:cubicBezTo>
                  <a:cubicBezTo>
                    <a:pt x="1160048" y="476585"/>
                    <a:pt x="1168400" y="479778"/>
                    <a:pt x="1176867" y="482600"/>
                  </a:cubicBezTo>
                  <a:cubicBezTo>
                    <a:pt x="1289747" y="473917"/>
                    <a:pt x="1286933" y="437336"/>
                    <a:pt x="1286933" y="482600"/>
                  </a:cubicBezTo>
                </a:path>
              </a:pathLst>
            </a:custGeom>
            <a:noFill/>
            <a:ln w="19050">
              <a:solidFill>
                <a:srgbClr val="00FF99"/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9" name="Freeform: Shape 138"/>
            <p:cNvSpPr/>
            <p:nvPr/>
          </p:nvSpPr>
          <p:spPr>
            <a:xfrm>
              <a:off x="5069106" y="5606391"/>
              <a:ext cx="1303866" cy="465702"/>
            </a:xfrm>
            <a:custGeom>
              <a:avLst/>
              <a:gdLst>
                <a:gd name="connsiteX0" fmla="*/ 0 w 1303866"/>
                <a:gd name="connsiteY0" fmla="*/ 465702 h 465702"/>
                <a:gd name="connsiteX1" fmla="*/ 84666 w 1303866"/>
                <a:gd name="connsiteY1" fmla="*/ 457236 h 465702"/>
                <a:gd name="connsiteX2" fmla="*/ 143933 w 1303866"/>
                <a:gd name="connsiteY2" fmla="*/ 431836 h 465702"/>
                <a:gd name="connsiteX3" fmla="*/ 211666 w 1303866"/>
                <a:gd name="connsiteY3" fmla="*/ 414902 h 465702"/>
                <a:gd name="connsiteX4" fmla="*/ 228600 w 1303866"/>
                <a:gd name="connsiteY4" fmla="*/ 389502 h 465702"/>
                <a:gd name="connsiteX5" fmla="*/ 237066 w 1303866"/>
                <a:gd name="connsiteY5" fmla="*/ 355636 h 465702"/>
                <a:gd name="connsiteX6" fmla="*/ 262466 w 1303866"/>
                <a:gd name="connsiteY6" fmla="*/ 338702 h 465702"/>
                <a:gd name="connsiteX7" fmla="*/ 296333 w 1303866"/>
                <a:gd name="connsiteY7" fmla="*/ 296369 h 465702"/>
                <a:gd name="connsiteX8" fmla="*/ 330200 w 1303866"/>
                <a:gd name="connsiteY8" fmla="*/ 254036 h 465702"/>
                <a:gd name="connsiteX9" fmla="*/ 364066 w 1303866"/>
                <a:gd name="connsiteY9" fmla="*/ 194769 h 465702"/>
                <a:gd name="connsiteX10" fmla="*/ 406400 w 1303866"/>
                <a:gd name="connsiteY10" fmla="*/ 135502 h 465702"/>
                <a:gd name="connsiteX11" fmla="*/ 440266 w 1303866"/>
                <a:gd name="connsiteY11" fmla="*/ 84702 h 465702"/>
                <a:gd name="connsiteX12" fmla="*/ 465666 w 1303866"/>
                <a:gd name="connsiteY12" fmla="*/ 33902 h 465702"/>
                <a:gd name="connsiteX13" fmla="*/ 491066 w 1303866"/>
                <a:gd name="connsiteY13" fmla="*/ 25436 h 465702"/>
                <a:gd name="connsiteX14" fmla="*/ 508000 w 1303866"/>
                <a:gd name="connsiteY14" fmla="*/ 8502 h 465702"/>
                <a:gd name="connsiteX15" fmla="*/ 541866 w 1303866"/>
                <a:gd name="connsiteY15" fmla="*/ 36 h 465702"/>
                <a:gd name="connsiteX16" fmla="*/ 728133 w 1303866"/>
                <a:gd name="connsiteY16" fmla="*/ 16969 h 465702"/>
                <a:gd name="connsiteX17" fmla="*/ 787400 w 1303866"/>
                <a:gd name="connsiteY17" fmla="*/ 50836 h 465702"/>
                <a:gd name="connsiteX18" fmla="*/ 821266 w 1303866"/>
                <a:gd name="connsiteY18" fmla="*/ 59302 h 465702"/>
                <a:gd name="connsiteX19" fmla="*/ 855133 w 1303866"/>
                <a:gd name="connsiteY19" fmla="*/ 93169 h 465702"/>
                <a:gd name="connsiteX20" fmla="*/ 889000 w 1303866"/>
                <a:gd name="connsiteY20" fmla="*/ 110102 h 465702"/>
                <a:gd name="connsiteX21" fmla="*/ 897466 w 1303866"/>
                <a:gd name="connsiteY21" fmla="*/ 135502 h 465702"/>
                <a:gd name="connsiteX22" fmla="*/ 914400 w 1303866"/>
                <a:gd name="connsiteY22" fmla="*/ 152436 h 465702"/>
                <a:gd name="connsiteX23" fmla="*/ 931333 w 1303866"/>
                <a:gd name="connsiteY23" fmla="*/ 177836 h 465702"/>
                <a:gd name="connsiteX24" fmla="*/ 965200 w 1303866"/>
                <a:gd name="connsiteY24" fmla="*/ 228636 h 465702"/>
                <a:gd name="connsiteX25" fmla="*/ 973666 w 1303866"/>
                <a:gd name="connsiteY25" fmla="*/ 254036 h 465702"/>
                <a:gd name="connsiteX26" fmla="*/ 1016000 w 1303866"/>
                <a:gd name="connsiteY26" fmla="*/ 304836 h 465702"/>
                <a:gd name="connsiteX27" fmla="*/ 1024466 w 1303866"/>
                <a:gd name="connsiteY27" fmla="*/ 338702 h 465702"/>
                <a:gd name="connsiteX28" fmla="*/ 1041400 w 1303866"/>
                <a:gd name="connsiteY28" fmla="*/ 355636 h 465702"/>
                <a:gd name="connsiteX29" fmla="*/ 1058333 w 1303866"/>
                <a:gd name="connsiteY29" fmla="*/ 381036 h 465702"/>
                <a:gd name="connsiteX30" fmla="*/ 1109133 w 1303866"/>
                <a:gd name="connsiteY30" fmla="*/ 406436 h 465702"/>
                <a:gd name="connsiteX31" fmla="*/ 1100666 w 1303866"/>
                <a:gd name="connsiteY31" fmla="*/ 431836 h 465702"/>
                <a:gd name="connsiteX32" fmla="*/ 1143000 w 1303866"/>
                <a:gd name="connsiteY32" fmla="*/ 465702 h 465702"/>
                <a:gd name="connsiteX33" fmla="*/ 1193800 w 1303866"/>
                <a:gd name="connsiteY33" fmla="*/ 457236 h 465702"/>
                <a:gd name="connsiteX34" fmla="*/ 1227666 w 1303866"/>
                <a:gd name="connsiteY34" fmla="*/ 448769 h 465702"/>
                <a:gd name="connsiteX35" fmla="*/ 1303866 w 1303866"/>
                <a:gd name="connsiteY35" fmla="*/ 448769 h 46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303866" h="465702">
                  <a:moveTo>
                    <a:pt x="0" y="465702"/>
                  </a:moveTo>
                  <a:cubicBezTo>
                    <a:pt x="28222" y="462880"/>
                    <a:pt x="56633" y="461549"/>
                    <a:pt x="84666" y="457236"/>
                  </a:cubicBezTo>
                  <a:cubicBezTo>
                    <a:pt x="112139" y="453010"/>
                    <a:pt x="116086" y="441118"/>
                    <a:pt x="143933" y="431836"/>
                  </a:cubicBezTo>
                  <a:cubicBezTo>
                    <a:pt x="166011" y="424476"/>
                    <a:pt x="211666" y="414902"/>
                    <a:pt x="211666" y="414902"/>
                  </a:cubicBezTo>
                  <a:cubicBezTo>
                    <a:pt x="217311" y="406435"/>
                    <a:pt x="224592" y="398855"/>
                    <a:pt x="228600" y="389502"/>
                  </a:cubicBezTo>
                  <a:cubicBezTo>
                    <a:pt x="233184" y="378807"/>
                    <a:pt x="230612" y="365318"/>
                    <a:pt x="237066" y="355636"/>
                  </a:cubicBezTo>
                  <a:cubicBezTo>
                    <a:pt x="242710" y="347169"/>
                    <a:pt x="253999" y="344347"/>
                    <a:pt x="262466" y="338702"/>
                  </a:cubicBezTo>
                  <a:cubicBezTo>
                    <a:pt x="283748" y="274858"/>
                    <a:pt x="252565" y="351078"/>
                    <a:pt x="296333" y="296369"/>
                  </a:cubicBezTo>
                  <a:cubicBezTo>
                    <a:pt x="343071" y="237947"/>
                    <a:pt x="257408" y="302563"/>
                    <a:pt x="330200" y="254036"/>
                  </a:cubicBezTo>
                  <a:cubicBezTo>
                    <a:pt x="352462" y="164982"/>
                    <a:pt x="319230" y="273231"/>
                    <a:pt x="364066" y="194769"/>
                  </a:cubicBezTo>
                  <a:cubicBezTo>
                    <a:pt x="402706" y="127150"/>
                    <a:pt x="330785" y="192213"/>
                    <a:pt x="406400" y="135502"/>
                  </a:cubicBezTo>
                  <a:cubicBezTo>
                    <a:pt x="426529" y="75110"/>
                    <a:pt x="397987" y="148120"/>
                    <a:pt x="440266" y="84702"/>
                  </a:cubicBezTo>
                  <a:cubicBezTo>
                    <a:pt x="457794" y="58410"/>
                    <a:pt x="437120" y="56738"/>
                    <a:pt x="465666" y="33902"/>
                  </a:cubicBezTo>
                  <a:cubicBezTo>
                    <a:pt x="472635" y="28327"/>
                    <a:pt x="482599" y="28258"/>
                    <a:pt x="491066" y="25436"/>
                  </a:cubicBezTo>
                  <a:cubicBezTo>
                    <a:pt x="496711" y="19791"/>
                    <a:pt x="500860" y="12072"/>
                    <a:pt x="508000" y="8502"/>
                  </a:cubicBezTo>
                  <a:cubicBezTo>
                    <a:pt x="518408" y="3298"/>
                    <a:pt x="530239" y="-411"/>
                    <a:pt x="541866" y="36"/>
                  </a:cubicBezTo>
                  <a:cubicBezTo>
                    <a:pt x="604165" y="2432"/>
                    <a:pt x="666044" y="11325"/>
                    <a:pt x="728133" y="16969"/>
                  </a:cubicBezTo>
                  <a:cubicBezTo>
                    <a:pt x="805827" y="42868"/>
                    <a:pt x="684875" y="-425"/>
                    <a:pt x="787400" y="50836"/>
                  </a:cubicBezTo>
                  <a:cubicBezTo>
                    <a:pt x="797808" y="56040"/>
                    <a:pt x="809977" y="56480"/>
                    <a:pt x="821266" y="59302"/>
                  </a:cubicBezTo>
                  <a:cubicBezTo>
                    <a:pt x="832555" y="70591"/>
                    <a:pt x="842361" y="83590"/>
                    <a:pt x="855133" y="93169"/>
                  </a:cubicBezTo>
                  <a:cubicBezTo>
                    <a:pt x="865230" y="100742"/>
                    <a:pt x="880075" y="101177"/>
                    <a:pt x="889000" y="110102"/>
                  </a:cubicBezTo>
                  <a:cubicBezTo>
                    <a:pt x="895311" y="116413"/>
                    <a:pt x="892874" y="127849"/>
                    <a:pt x="897466" y="135502"/>
                  </a:cubicBezTo>
                  <a:cubicBezTo>
                    <a:pt x="901573" y="142347"/>
                    <a:pt x="909413" y="146202"/>
                    <a:pt x="914400" y="152436"/>
                  </a:cubicBezTo>
                  <a:cubicBezTo>
                    <a:pt x="920757" y="160382"/>
                    <a:pt x="926782" y="168735"/>
                    <a:pt x="931333" y="177836"/>
                  </a:cubicBezTo>
                  <a:cubicBezTo>
                    <a:pt x="955839" y="226847"/>
                    <a:pt x="917051" y="180487"/>
                    <a:pt x="965200" y="228636"/>
                  </a:cubicBezTo>
                  <a:cubicBezTo>
                    <a:pt x="968022" y="237103"/>
                    <a:pt x="969675" y="246054"/>
                    <a:pt x="973666" y="254036"/>
                  </a:cubicBezTo>
                  <a:cubicBezTo>
                    <a:pt x="985453" y="277609"/>
                    <a:pt x="997277" y="286113"/>
                    <a:pt x="1016000" y="304836"/>
                  </a:cubicBezTo>
                  <a:cubicBezTo>
                    <a:pt x="1018822" y="316125"/>
                    <a:pt x="1019262" y="328294"/>
                    <a:pt x="1024466" y="338702"/>
                  </a:cubicBezTo>
                  <a:cubicBezTo>
                    <a:pt x="1028036" y="345842"/>
                    <a:pt x="1036413" y="349402"/>
                    <a:pt x="1041400" y="355636"/>
                  </a:cubicBezTo>
                  <a:cubicBezTo>
                    <a:pt x="1047757" y="363582"/>
                    <a:pt x="1051138" y="373841"/>
                    <a:pt x="1058333" y="381036"/>
                  </a:cubicBezTo>
                  <a:cubicBezTo>
                    <a:pt x="1074745" y="397448"/>
                    <a:pt x="1088476" y="399550"/>
                    <a:pt x="1109133" y="406436"/>
                  </a:cubicBezTo>
                  <a:cubicBezTo>
                    <a:pt x="1106311" y="414903"/>
                    <a:pt x="1098916" y="423085"/>
                    <a:pt x="1100666" y="431836"/>
                  </a:cubicBezTo>
                  <a:cubicBezTo>
                    <a:pt x="1102522" y="441115"/>
                    <a:pt x="1139351" y="463269"/>
                    <a:pt x="1143000" y="465702"/>
                  </a:cubicBezTo>
                  <a:cubicBezTo>
                    <a:pt x="1159933" y="462880"/>
                    <a:pt x="1176966" y="460603"/>
                    <a:pt x="1193800" y="457236"/>
                  </a:cubicBezTo>
                  <a:cubicBezTo>
                    <a:pt x="1205210" y="454954"/>
                    <a:pt x="1216064" y="449661"/>
                    <a:pt x="1227666" y="448769"/>
                  </a:cubicBezTo>
                  <a:cubicBezTo>
                    <a:pt x="1252991" y="446821"/>
                    <a:pt x="1278466" y="448769"/>
                    <a:pt x="1303866" y="448769"/>
                  </a:cubicBezTo>
                </a:path>
              </a:pathLst>
            </a:custGeom>
            <a:noFill/>
            <a:ln w="19050">
              <a:solidFill>
                <a:srgbClr val="00FF99"/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0" name="Freeform: Shape 139"/>
            <p:cNvSpPr/>
            <p:nvPr/>
          </p:nvSpPr>
          <p:spPr>
            <a:xfrm>
              <a:off x="5077572" y="5604892"/>
              <a:ext cx="1227667" cy="492260"/>
            </a:xfrm>
            <a:custGeom>
              <a:avLst/>
              <a:gdLst>
                <a:gd name="connsiteX0" fmla="*/ 0 w 1227667"/>
                <a:gd name="connsiteY0" fmla="*/ 85860 h 492260"/>
                <a:gd name="connsiteX1" fmla="*/ 262467 w 1227667"/>
                <a:gd name="connsiteY1" fmla="*/ 94327 h 492260"/>
                <a:gd name="connsiteX2" fmla="*/ 287867 w 1227667"/>
                <a:gd name="connsiteY2" fmla="*/ 170527 h 492260"/>
                <a:gd name="connsiteX3" fmla="*/ 330200 w 1227667"/>
                <a:gd name="connsiteY3" fmla="*/ 221327 h 492260"/>
                <a:gd name="connsiteX4" fmla="*/ 338667 w 1227667"/>
                <a:gd name="connsiteY4" fmla="*/ 246727 h 492260"/>
                <a:gd name="connsiteX5" fmla="*/ 389467 w 1227667"/>
                <a:gd name="connsiteY5" fmla="*/ 305994 h 492260"/>
                <a:gd name="connsiteX6" fmla="*/ 414867 w 1227667"/>
                <a:gd name="connsiteY6" fmla="*/ 331394 h 492260"/>
                <a:gd name="connsiteX7" fmla="*/ 431800 w 1227667"/>
                <a:gd name="connsiteY7" fmla="*/ 390660 h 492260"/>
                <a:gd name="connsiteX8" fmla="*/ 448734 w 1227667"/>
                <a:gd name="connsiteY8" fmla="*/ 416060 h 492260"/>
                <a:gd name="connsiteX9" fmla="*/ 457200 w 1227667"/>
                <a:gd name="connsiteY9" fmla="*/ 441460 h 492260"/>
                <a:gd name="connsiteX10" fmla="*/ 508000 w 1227667"/>
                <a:gd name="connsiteY10" fmla="*/ 458394 h 492260"/>
                <a:gd name="connsiteX11" fmla="*/ 533400 w 1227667"/>
                <a:gd name="connsiteY11" fmla="*/ 466860 h 492260"/>
                <a:gd name="connsiteX12" fmla="*/ 643467 w 1227667"/>
                <a:gd name="connsiteY12" fmla="*/ 492260 h 492260"/>
                <a:gd name="connsiteX13" fmla="*/ 753534 w 1227667"/>
                <a:gd name="connsiteY13" fmla="*/ 475327 h 492260"/>
                <a:gd name="connsiteX14" fmla="*/ 770467 w 1227667"/>
                <a:gd name="connsiteY14" fmla="*/ 424527 h 492260"/>
                <a:gd name="connsiteX15" fmla="*/ 795867 w 1227667"/>
                <a:gd name="connsiteY15" fmla="*/ 356794 h 492260"/>
                <a:gd name="connsiteX16" fmla="*/ 812800 w 1227667"/>
                <a:gd name="connsiteY16" fmla="*/ 297527 h 492260"/>
                <a:gd name="connsiteX17" fmla="*/ 829734 w 1227667"/>
                <a:gd name="connsiteY17" fmla="*/ 280594 h 492260"/>
                <a:gd name="connsiteX18" fmla="*/ 838200 w 1227667"/>
                <a:gd name="connsiteY18" fmla="*/ 255194 h 492260"/>
                <a:gd name="connsiteX19" fmla="*/ 855134 w 1227667"/>
                <a:gd name="connsiteY19" fmla="*/ 195927 h 492260"/>
                <a:gd name="connsiteX20" fmla="*/ 872067 w 1227667"/>
                <a:gd name="connsiteY20" fmla="*/ 162060 h 492260"/>
                <a:gd name="connsiteX21" fmla="*/ 880534 w 1227667"/>
                <a:gd name="connsiteY21" fmla="*/ 128194 h 492260"/>
                <a:gd name="connsiteX22" fmla="*/ 914400 w 1227667"/>
                <a:gd name="connsiteY22" fmla="*/ 85860 h 492260"/>
                <a:gd name="connsiteX23" fmla="*/ 948267 w 1227667"/>
                <a:gd name="connsiteY23" fmla="*/ 77394 h 492260"/>
                <a:gd name="connsiteX24" fmla="*/ 973667 w 1227667"/>
                <a:gd name="connsiteY24" fmla="*/ 68927 h 492260"/>
                <a:gd name="connsiteX25" fmla="*/ 999067 w 1227667"/>
                <a:gd name="connsiteY25" fmla="*/ 51994 h 492260"/>
                <a:gd name="connsiteX26" fmla="*/ 1049867 w 1227667"/>
                <a:gd name="connsiteY26" fmla="*/ 35060 h 492260"/>
                <a:gd name="connsiteX27" fmla="*/ 1075267 w 1227667"/>
                <a:gd name="connsiteY27" fmla="*/ 26594 h 492260"/>
                <a:gd name="connsiteX28" fmla="*/ 1134534 w 1227667"/>
                <a:gd name="connsiteY28" fmla="*/ 1194 h 492260"/>
                <a:gd name="connsiteX29" fmla="*/ 1143000 w 1227667"/>
                <a:gd name="connsiteY29" fmla="*/ 26594 h 492260"/>
                <a:gd name="connsiteX30" fmla="*/ 1227667 w 1227667"/>
                <a:gd name="connsiteY30" fmla="*/ 35060 h 492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227667" h="492260">
                  <a:moveTo>
                    <a:pt x="0" y="85860"/>
                  </a:moveTo>
                  <a:cubicBezTo>
                    <a:pt x="87489" y="88682"/>
                    <a:pt x="178489" y="69628"/>
                    <a:pt x="262467" y="94327"/>
                  </a:cubicBezTo>
                  <a:cubicBezTo>
                    <a:pt x="288153" y="101882"/>
                    <a:pt x="273016" y="148250"/>
                    <a:pt x="287867" y="170527"/>
                  </a:cubicBezTo>
                  <a:cubicBezTo>
                    <a:pt x="311442" y="205890"/>
                    <a:pt x="297605" y="188732"/>
                    <a:pt x="330200" y="221327"/>
                  </a:cubicBezTo>
                  <a:cubicBezTo>
                    <a:pt x="333022" y="229794"/>
                    <a:pt x="334676" y="238745"/>
                    <a:pt x="338667" y="246727"/>
                  </a:cubicBezTo>
                  <a:cubicBezTo>
                    <a:pt x="351562" y="272517"/>
                    <a:pt x="368634" y="285161"/>
                    <a:pt x="389467" y="305994"/>
                  </a:cubicBezTo>
                  <a:lnTo>
                    <a:pt x="414867" y="331394"/>
                  </a:lnTo>
                  <a:cubicBezTo>
                    <a:pt x="417578" y="342238"/>
                    <a:pt x="425729" y="378519"/>
                    <a:pt x="431800" y="390660"/>
                  </a:cubicBezTo>
                  <a:cubicBezTo>
                    <a:pt x="436351" y="399762"/>
                    <a:pt x="443089" y="407593"/>
                    <a:pt x="448734" y="416060"/>
                  </a:cubicBezTo>
                  <a:cubicBezTo>
                    <a:pt x="451556" y="424527"/>
                    <a:pt x="449938" y="436273"/>
                    <a:pt x="457200" y="441460"/>
                  </a:cubicBezTo>
                  <a:cubicBezTo>
                    <a:pt x="471724" y="451835"/>
                    <a:pt x="491067" y="452750"/>
                    <a:pt x="508000" y="458394"/>
                  </a:cubicBezTo>
                  <a:cubicBezTo>
                    <a:pt x="516467" y="461216"/>
                    <a:pt x="524688" y="464924"/>
                    <a:pt x="533400" y="466860"/>
                  </a:cubicBezTo>
                  <a:cubicBezTo>
                    <a:pt x="620959" y="486318"/>
                    <a:pt x="584357" y="477484"/>
                    <a:pt x="643467" y="492260"/>
                  </a:cubicBezTo>
                  <a:cubicBezTo>
                    <a:pt x="680156" y="486616"/>
                    <a:pt x="720780" y="492795"/>
                    <a:pt x="753534" y="475327"/>
                  </a:cubicBezTo>
                  <a:cubicBezTo>
                    <a:pt x="769283" y="466927"/>
                    <a:pt x="766138" y="441843"/>
                    <a:pt x="770467" y="424527"/>
                  </a:cubicBezTo>
                  <a:cubicBezTo>
                    <a:pt x="792201" y="337595"/>
                    <a:pt x="762661" y="445343"/>
                    <a:pt x="795867" y="356794"/>
                  </a:cubicBezTo>
                  <a:cubicBezTo>
                    <a:pt x="799554" y="346962"/>
                    <a:pt x="805981" y="308893"/>
                    <a:pt x="812800" y="297527"/>
                  </a:cubicBezTo>
                  <a:cubicBezTo>
                    <a:pt x="816907" y="290682"/>
                    <a:pt x="824089" y="286238"/>
                    <a:pt x="829734" y="280594"/>
                  </a:cubicBezTo>
                  <a:cubicBezTo>
                    <a:pt x="832556" y="272127"/>
                    <a:pt x="835748" y="263775"/>
                    <a:pt x="838200" y="255194"/>
                  </a:cubicBezTo>
                  <a:cubicBezTo>
                    <a:pt x="844338" y="233710"/>
                    <a:pt x="846433" y="216228"/>
                    <a:pt x="855134" y="195927"/>
                  </a:cubicBezTo>
                  <a:cubicBezTo>
                    <a:pt x="860106" y="184326"/>
                    <a:pt x="867635" y="173878"/>
                    <a:pt x="872067" y="162060"/>
                  </a:cubicBezTo>
                  <a:cubicBezTo>
                    <a:pt x="876153" y="151165"/>
                    <a:pt x="875950" y="138889"/>
                    <a:pt x="880534" y="128194"/>
                  </a:cubicBezTo>
                  <a:cubicBezTo>
                    <a:pt x="883797" y="120581"/>
                    <a:pt x="904470" y="90825"/>
                    <a:pt x="914400" y="85860"/>
                  </a:cubicBezTo>
                  <a:cubicBezTo>
                    <a:pt x="924808" y="80656"/>
                    <a:pt x="937078" y="80591"/>
                    <a:pt x="948267" y="77394"/>
                  </a:cubicBezTo>
                  <a:cubicBezTo>
                    <a:pt x="956848" y="74942"/>
                    <a:pt x="965685" y="72918"/>
                    <a:pt x="973667" y="68927"/>
                  </a:cubicBezTo>
                  <a:cubicBezTo>
                    <a:pt x="982768" y="64376"/>
                    <a:pt x="989768" y="56127"/>
                    <a:pt x="999067" y="51994"/>
                  </a:cubicBezTo>
                  <a:cubicBezTo>
                    <a:pt x="1015378" y="44745"/>
                    <a:pt x="1032934" y="40704"/>
                    <a:pt x="1049867" y="35060"/>
                  </a:cubicBezTo>
                  <a:lnTo>
                    <a:pt x="1075267" y="26594"/>
                  </a:lnTo>
                  <a:cubicBezTo>
                    <a:pt x="1087042" y="18744"/>
                    <a:pt x="1117447" y="-5641"/>
                    <a:pt x="1134534" y="1194"/>
                  </a:cubicBezTo>
                  <a:cubicBezTo>
                    <a:pt x="1142820" y="4509"/>
                    <a:pt x="1136031" y="21019"/>
                    <a:pt x="1143000" y="26594"/>
                  </a:cubicBezTo>
                  <a:cubicBezTo>
                    <a:pt x="1158716" y="39167"/>
                    <a:pt x="1215550" y="35060"/>
                    <a:pt x="1227667" y="35060"/>
                  </a:cubicBezTo>
                </a:path>
              </a:pathLst>
            </a:custGeom>
            <a:noFill/>
            <a:ln w="19050">
              <a:solidFill>
                <a:srgbClr val="00FF99"/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41" name="Group 140"/>
          <p:cNvGrpSpPr/>
          <p:nvPr/>
        </p:nvGrpSpPr>
        <p:grpSpPr>
          <a:xfrm rot="506472">
            <a:off x="4945852" y="4174194"/>
            <a:ext cx="804068" cy="505386"/>
            <a:chOff x="5001372" y="5551528"/>
            <a:chExt cx="1431274" cy="609295"/>
          </a:xfrm>
        </p:grpSpPr>
        <p:sp>
          <p:nvSpPr>
            <p:cNvPr id="142" name="Freeform: Shape 141"/>
            <p:cNvSpPr/>
            <p:nvPr/>
          </p:nvSpPr>
          <p:spPr>
            <a:xfrm>
              <a:off x="5011464" y="5606391"/>
              <a:ext cx="1320800" cy="526115"/>
            </a:xfrm>
            <a:custGeom>
              <a:avLst/>
              <a:gdLst>
                <a:gd name="connsiteX0" fmla="*/ 0 w 1320800"/>
                <a:gd name="connsiteY0" fmla="*/ 51895 h 526115"/>
                <a:gd name="connsiteX1" fmla="*/ 279400 w 1320800"/>
                <a:gd name="connsiteY1" fmla="*/ 51895 h 526115"/>
                <a:gd name="connsiteX2" fmla="*/ 304800 w 1320800"/>
                <a:gd name="connsiteY2" fmla="*/ 60362 h 526115"/>
                <a:gd name="connsiteX3" fmla="*/ 321733 w 1320800"/>
                <a:gd name="connsiteY3" fmla="*/ 94228 h 526115"/>
                <a:gd name="connsiteX4" fmla="*/ 338666 w 1320800"/>
                <a:gd name="connsiteY4" fmla="*/ 111162 h 526115"/>
                <a:gd name="connsiteX5" fmla="*/ 347133 w 1320800"/>
                <a:gd name="connsiteY5" fmla="*/ 136562 h 526115"/>
                <a:gd name="connsiteX6" fmla="*/ 364066 w 1320800"/>
                <a:gd name="connsiteY6" fmla="*/ 170428 h 526115"/>
                <a:gd name="connsiteX7" fmla="*/ 381000 w 1320800"/>
                <a:gd name="connsiteY7" fmla="*/ 322828 h 526115"/>
                <a:gd name="connsiteX8" fmla="*/ 389466 w 1320800"/>
                <a:gd name="connsiteY8" fmla="*/ 356695 h 526115"/>
                <a:gd name="connsiteX9" fmla="*/ 406400 w 1320800"/>
                <a:gd name="connsiteY9" fmla="*/ 373628 h 526115"/>
                <a:gd name="connsiteX10" fmla="*/ 440266 w 1320800"/>
                <a:gd name="connsiteY10" fmla="*/ 415962 h 526115"/>
                <a:gd name="connsiteX11" fmla="*/ 465666 w 1320800"/>
                <a:gd name="connsiteY11" fmla="*/ 424428 h 526115"/>
                <a:gd name="connsiteX12" fmla="*/ 499533 w 1320800"/>
                <a:gd name="connsiteY12" fmla="*/ 458295 h 526115"/>
                <a:gd name="connsiteX13" fmla="*/ 533400 w 1320800"/>
                <a:gd name="connsiteY13" fmla="*/ 492162 h 526115"/>
                <a:gd name="connsiteX14" fmla="*/ 558800 w 1320800"/>
                <a:gd name="connsiteY14" fmla="*/ 517562 h 526115"/>
                <a:gd name="connsiteX15" fmla="*/ 592666 w 1320800"/>
                <a:gd name="connsiteY15" fmla="*/ 526028 h 526115"/>
                <a:gd name="connsiteX16" fmla="*/ 702733 w 1320800"/>
                <a:gd name="connsiteY16" fmla="*/ 509095 h 526115"/>
                <a:gd name="connsiteX17" fmla="*/ 736600 w 1320800"/>
                <a:gd name="connsiteY17" fmla="*/ 500628 h 526115"/>
                <a:gd name="connsiteX18" fmla="*/ 770466 w 1320800"/>
                <a:gd name="connsiteY18" fmla="*/ 483695 h 526115"/>
                <a:gd name="connsiteX19" fmla="*/ 787400 w 1320800"/>
                <a:gd name="connsiteY19" fmla="*/ 415962 h 526115"/>
                <a:gd name="connsiteX20" fmla="*/ 812800 w 1320800"/>
                <a:gd name="connsiteY20" fmla="*/ 348228 h 526115"/>
                <a:gd name="connsiteX21" fmla="*/ 821266 w 1320800"/>
                <a:gd name="connsiteY21" fmla="*/ 288962 h 526115"/>
                <a:gd name="connsiteX22" fmla="*/ 829733 w 1320800"/>
                <a:gd name="connsiteY22" fmla="*/ 178895 h 526115"/>
                <a:gd name="connsiteX23" fmla="*/ 846666 w 1320800"/>
                <a:gd name="connsiteY23" fmla="*/ 145028 h 526115"/>
                <a:gd name="connsiteX24" fmla="*/ 863600 w 1320800"/>
                <a:gd name="connsiteY24" fmla="*/ 85762 h 526115"/>
                <a:gd name="connsiteX25" fmla="*/ 889000 w 1320800"/>
                <a:gd name="connsiteY25" fmla="*/ 77295 h 526115"/>
                <a:gd name="connsiteX26" fmla="*/ 922866 w 1320800"/>
                <a:gd name="connsiteY26" fmla="*/ 60362 h 526115"/>
                <a:gd name="connsiteX27" fmla="*/ 948266 w 1320800"/>
                <a:gd name="connsiteY27" fmla="*/ 43428 h 526115"/>
                <a:gd name="connsiteX28" fmla="*/ 1016000 w 1320800"/>
                <a:gd name="connsiteY28" fmla="*/ 26495 h 526115"/>
                <a:gd name="connsiteX29" fmla="*/ 1202266 w 1320800"/>
                <a:gd name="connsiteY29" fmla="*/ 1095 h 526115"/>
                <a:gd name="connsiteX30" fmla="*/ 1320800 w 1320800"/>
                <a:gd name="connsiteY30" fmla="*/ 1095 h 52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320800" h="526115">
                  <a:moveTo>
                    <a:pt x="0" y="51895"/>
                  </a:moveTo>
                  <a:cubicBezTo>
                    <a:pt x="136182" y="47031"/>
                    <a:pt x="180507" y="27171"/>
                    <a:pt x="279400" y="51895"/>
                  </a:cubicBezTo>
                  <a:cubicBezTo>
                    <a:pt x="288058" y="54060"/>
                    <a:pt x="296333" y="57540"/>
                    <a:pt x="304800" y="60362"/>
                  </a:cubicBezTo>
                  <a:cubicBezTo>
                    <a:pt x="310444" y="71651"/>
                    <a:pt x="314732" y="83727"/>
                    <a:pt x="321733" y="94228"/>
                  </a:cubicBezTo>
                  <a:cubicBezTo>
                    <a:pt x="326161" y="100870"/>
                    <a:pt x="334559" y="104317"/>
                    <a:pt x="338666" y="111162"/>
                  </a:cubicBezTo>
                  <a:cubicBezTo>
                    <a:pt x="343258" y="118815"/>
                    <a:pt x="343617" y="128359"/>
                    <a:pt x="347133" y="136562"/>
                  </a:cubicBezTo>
                  <a:cubicBezTo>
                    <a:pt x="352105" y="148163"/>
                    <a:pt x="358422" y="159139"/>
                    <a:pt x="364066" y="170428"/>
                  </a:cubicBezTo>
                  <a:cubicBezTo>
                    <a:pt x="369711" y="221228"/>
                    <a:pt x="374094" y="272184"/>
                    <a:pt x="381000" y="322828"/>
                  </a:cubicBezTo>
                  <a:cubicBezTo>
                    <a:pt x="382572" y="334358"/>
                    <a:pt x="384262" y="346287"/>
                    <a:pt x="389466" y="356695"/>
                  </a:cubicBezTo>
                  <a:cubicBezTo>
                    <a:pt x="393036" y="363835"/>
                    <a:pt x="401413" y="367395"/>
                    <a:pt x="406400" y="373628"/>
                  </a:cubicBezTo>
                  <a:cubicBezTo>
                    <a:pt x="417048" y="386938"/>
                    <a:pt x="424542" y="406528"/>
                    <a:pt x="440266" y="415962"/>
                  </a:cubicBezTo>
                  <a:cubicBezTo>
                    <a:pt x="447919" y="420554"/>
                    <a:pt x="457199" y="421606"/>
                    <a:pt x="465666" y="424428"/>
                  </a:cubicBezTo>
                  <a:cubicBezTo>
                    <a:pt x="488245" y="492161"/>
                    <a:pt x="454377" y="413139"/>
                    <a:pt x="499533" y="458295"/>
                  </a:cubicBezTo>
                  <a:cubicBezTo>
                    <a:pt x="544689" y="503451"/>
                    <a:pt x="465667" y="469583"/>
                    <a:pt x="533400" y="492162"/>
                  </a:cubicBezTo>
                  <a:cubicBezTo>
                    <a:pt x="541867" y="500629"/>
                    <a:pt x="548404" y="511621"/>
                    <a:pt x="558800" y="517562"/>
                  </a:cubicBezTo>
                  <a:cubicBezTo>
                    <a:pt x="568903" y="523335"/>
                    <a:pt x="581050" y="526711"/>
                    <a:pt x="592666" y="526028"/>
                  </a:cubicBezTo>
                  <a:cubicBezTo>
                    <a:pt x="629723" y="523848"/>
                    <a:pt x="666177" y="515546"/>
                    <a:pt x="702733" y="509095"/>
                  </a:cubicBezTo>
                  <a:cubicBezTo>
                    <a:pt x="714192" y="507073"/>
                    <a:pt x="725704" y="504714"/>
                    <a:pt x="736600" y="500628"/>
                  </a:cubicBezTo>
                  <a:cubicBezTo>
                    <a:pt x="748418" y="496196"/>
                    <a:pt x="759177" y="489339"/>
                    <a:pt x="770466" y="483695"/>
                  </a:cubicBezTo>
                  <a:cubicBezTo>
                    <a:pt x="776111" y="461117"/>
                    <a:pt x="778757" y="437570"/>
                    <a:pt x="787400" y="415962"/>
                  </a:cubicBezTo>
                  <a:cubicBezTo>
                    <a:pt x="807647" y="365342"/>
                    <a:pt x="799527" y="388046"/>
                    <a:pt x="812800" y="348228"/>
                  </a:cubicBezTo>
                  <a:cubicBezTo>
                    <a:pt x="815622" y="328473"/>
                    <a:pt x="819280" y="308819"/>
                    <a:pt x="821266" y="288962"/>
                  </a:cubicBezTo>
                  <a:cubicBezTo>
                    <a:pt x="824927" y="252347"/>
                    <a:pt x="823338" y="215132"/>
                    <a:pt x="829733" y="178895"/>
                  </a:cubicBezTo>
                  <a:cubicBezTo>
                    <a:pt x="831926" y="166466"/>
                    <a:pt x="842234" y="156846"/>
                    <a:pt x="846666" y="145028"/>
                  </a:cubicBezTo>
                  <a:cubicBezTo>
                    <a:pt x="846798" y="144676"/>
                    <a:pt x="859506" y="89856"/>
                    <a:pt x="863600" y="85762"/>
                  </a:cubicBezTo>
                  <a:cubicBezTo>
                    <a:pt x="869911" y="79451"/>
                    <a:pt x="880797" y="80811"/>
                    <a:pt x="889000" y="77295"/>
                  </a:cubicBezTo>
                  <a:cubicBezTo>
                    <a:pt x="900601" y="72323"/>
                    <a:pt x="911908" y="66624"/>
                    <a:pt x="922866" y="60362"/>
                  </a:cubicBezTo>
                  <a:cubicBezTo>
                    <a:pt x="931701" y="55313"/>
                    <a:pt x="939164" y="47979"/>
                    <a:pt x="948266" y="43428"/>
                  </a:cubicBezTo>
                  <a:cubicBezTo>
                    <a:pt x="966418" y="34352"/>
                    <a:pt x="998617" y="30358"/>
                    <a:pt x="1016000" y="26495"/>
                  </a:cubicBezTo>
                  <a:cubicBezTo>
                    <a:pt x="1102608" y="7248"/>
                    <a:pt x="1024438" y="12209"/>
                    <a:pt x="1202266" y="1095"/>
                  </a:cubicBezTo>
                  <a:cubicBezTo>
                    <a:pt x="1241700" y="-1370"/>
                    <a:pt x="1281289" y="1095"/>
                    <a:pt x="1320800" y="1095"/>
                  </a:cubicBezTo>
                </a:path>
              </a:pathLst>
            </a:custGeom>
            <a:noFill/>
            <a:ln w="19050">
              <a:solidFill>
                <a:srgbClr val="00FF99"/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3" name="Freeform: Shape 142"/>
            <p:cNvSpPr/>
            <p:nvPr/>
          </p:nvSpPr>
          <p:spPr>
            <a:xfrm>
              <a:off x="5069106" y="5643288"/>
              <a:ext cx="1202266" cy="509068"/>
            </a:xfrm>
            <a:custGeom>
              <a:avLst/>
              <a:gdLst>
                <a:gd name="connsiteX0" fmla="*/ 0 w 1202266"/>
                <a:gd name="connsiteY0" fmla="*/ 68802 h 509068"/>
                <a:gd name="connsiteX1" fmla="*/ 177800 w 1202266"/>
                <a:gd name="connsiteY1" fmla="*/ 60335 h 509068"/>
                <a:gd name="connsiteX2" fmla="*/ 203200 w 1202266"/>
                <a:gd name="connsiteY2" fmla="*/ 111135 h 509068"/>
                <a:gd name="connsiteX3" fmla="*/ 228600 w 1202266"/>
                <a:gd name="connsiteY3" fmla="*/ 119602 h 509068"/>
                <a:gd name="connsiteX4" fmla="*/ 237066 w 1202266"/>
                <a:gd name="connsiteY4" fmla="*/ 145002 h 509068"/>
                <a:gd name="connsiteX5" fmla="*/ 296333 w 1202266"/>
                <a:gd name="connsiteY5" fmla="*/ 161935 h 509068"/>
                <a:gd name="connsiteX6" fmla="*/ 313266 w 1202266"/>
                <a:gd name="connsiteY6" fmla="*/ 221202 h 509068"/>
                <a:gd name="connsiteX7" fmla="*/ 321733 w 1202266"/>
                <a:gd name="connsiteY7" fmla="*/ 272002 h 509068"/>
                <a:gd name="connsiteX8" fmla="*/ 338666 w 1202266"/>
                <a:gd name="connsiteY8" fmla="*/ 297402 h 509068"/>
                <a:gd name="connsiteX9" fmla="*/ 355600 w 1202266"/>
                <a:gd name="connsiteY9" fmla="*/ 356668 h 509068"/>
                <a:gd name="connsiteX10" fmla="*/ 372533 w 1202266"/>
                <a:gd name="connsiteY10" fmla="*/ 390535 h 509068"/>
                <a:gd name="connsiteX11" fmla="*/ 397933 w 1202266"/>
                <a:gd name="connsiteY11" fmla="*/ 475202 h 509068"/>
                <a:gd name="connsiteX12" fmla="*/ 423333 w 1202266"/>
                <a:gd name="connsiteY12" fmla="*/ 500602 h 509068"/>
                <a:gd name="connsiteX13" fmla="*/ 448733 w 1202266"/>
                <a:gd name="connsiteY13" fmla="*/ 509068 h 509068"/>
                <a:gd name="connsiteX14" fmla="*/ 618066 w 1202266"/>
                <a:gd name="connsiteY14" fmla="*/ 500602 h 509068"/>
                <a:gd name="connsiteX15" fmla="*/ 643466 w 1202266"/>
                <a:gd name="connsiteY15" fmla="*/ 483668 h 509068"/>
                <a:gd name="connsiteX16" fmla="*/ 668866 w 1202266"/>
                <a:gd name="connsiteY16" fmla="*/ 475202 h 509068"/>
                <a:gd name="connsiteX17" fmla="*/ 719666 w 1202266"/>
                <a:gd name="connsiteY17" fmla="*/ 432868 h 509068"/>
                <a:gd name="connsiteX18" fmla="*/ 762000 w 1202266"/>
                <a:gd name="connsiteY18" fmla="*/ 356668 h 509068"/>
                <a:gd name="connsiteX19" fmla="*/ 821266 w 1202266"/>
                <a:gd name="connsiteY19" fmla="*/ 305868 h 509068"/>
                <a:gd name="connsiteX20" fmla="*/ 829733 w 1202266"/>
                <a:gd name="connsiteY20" fmla="*/ 280468 h 509068"/>
                <a:gd name="connsiteX21" fmla="*/ 855133 w 1202266"/>
                <a:gd name="connsiteY21" fmla="*/ 246602 h 509068"/>
                <a:gd name="connsiteX22" fmla="*/ 872066 w 1202266"/>
                <a:gd name="connsiteY22" fmla="*/ 187335 h 509068"/>
                <a:gd name="connsiteX23" fmla="*/ 889000 w 1202266"/>
                <a:gd name="connsiteY23" fmla="*/ 170402 h 509068"/>
                <a:gd name="connsiteX24" fmla="*/ 897466 w 1202266"/>
                <a:gd name="connsiteY24" fmla="*/ 136535 h 509068"/>
                <a:gd name="connsiteX25" fmla="*/ 948266 w 1202266"/>
                <a:gd name="connsiteY25" fmla="*/ 18002 h 509068"/>
                <a:gd name="connsiteX26" fmla="*/ 1007533 w 1202266"/>
                <a:gd name="connsiteY26" fmla="*/ 1068 h 509068"/>
                <a:gd name="connsiteX27" fmla="*/ 1202266 w 1202266"/>
                <a:gd name="connsiteY27" fmla="*/ 1068 h 509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02266" h="509068">
                  <a:moveTo>
                    <a:pt x="0" y="68802"/>
                  </a:moveTo>
                  <a:cubicBezTo>
                    <a:pt x="71352" y="40260"/>
                    <a:pt x="65831" y="35453"/>
                    <a:pt x="177800" y="60335"/>
                  </a:cubicBezTo>
                  <a:cubicBezTo>
                    <a:pt x="197988" y="64821"/>
                    <a:pt x="193002" y="100937"/>
                    <a:pt x="203200" y="111135"/>
                  </a:cubicBezTo>
                  <a:cubicBezTo>
                    <a:pt x="209511" y="117446"/>
                    <a:pt x="220133" y="116780"/>
                    <a:pt x="228600" y="119602"/>
                  </a:cubicBezTo>
                  <a:cubicBezTo>
                    <a:pt x="231422" y="128069"/>
                    <a:pt x="230755" y="138691"/>
                    <a:pt x="237066" y="145002"/>
                  </a:cubicBezTo>
                  <a:cubicBezTo>
                    <a:pt x="241113" y="149049"/>
                    <a:pt x="296043" y="161862"/>
                    <a:pt x="296333" y="161935"/>
                  </a:cubicBezTo>
                  <a:cubicBezTo>
                    <a:pt x="304405" y="186149"/>
                    <a:pt x="307949" y="194616"/>
                    <a:pt x="313266" y="221202"/>
                  </a:cubicBezTo>
                  <a:cubicBezTo>
                    <a:pt x="316633" y="238036"/>
                    <a:pt x="316304" y="255716"/>
                    <a:pt x="321733" y="272002"/>
                  </a:cubicBezTo>
                  <a:cubicBezTo>
                    <a:pt x="324951" y="281655"/>
                    <a:pt x="333022" y="288935"/>
                    <a:pt x="338666" y="297402"/>
                  </a:cubicBezTo>
                  <a:cubicBezTo>
                    <a:pt x="342963" y="314589"/>
                    <a:pt x="348312" y="339662"/>
                    <a:pt x="355600" y="356668"/>
                  </a:cubicBezTo>
                  <a:cubicBezTo>
                    <a:pt x="360572" y="368269"/>
                    <a:pt x="368101" y="378717"/>
                    <a:pt x="372533" y="390535"/>
                  </a:cubicBezTo>
                  <a:cubicBezTo>
                    <a:pt x="379439" y="408951"/>
                    <a:pt x="386355" y="463624"/>
                    <a:pt x="397933" y="475202"/>
                  </a:cubicBezTo>
                  <a:cubicBezTo>
                    <a:pt x="406400" y="483669"/>
                    <a:pt x="413370" y="493960"/>
                    <a:pt x="423333" y="500602"/>
                  </a:cubicBezTo>
                  <a:cubicBezTo>
                    <a:pt x="430759" y="505552"/>
                    <a:pt x="440266" y="506246"/>
                    <a:pt x="448733" y="509068"/>
                  </a:cubicBezTo>
                  <a:cubicBezTo>
                    <a:pt x="505177" y="506246"/>
                    <a:pt x="562026" y="507912"/>
                    <a:pt x="618066" y="500602"/>
                  </a:cubicBezTo>
                  <a:cubicBezTo>
                    <a:pt x="628156" y="499286"/>
                    <a:pt x="634364" y="488219"/>
                    <a:pt x="643466" y="483668"/>
                  </a:cubicBezTo>
                  <a:cubicBezTo>
                    <a:pt x="651448" y="479677"/>
                    <a:pt x="660399" y="478024"/>
                    <a:pt x="668866" y="475202"/>
                  </a:cubicBezTo>
                  <a:cubicBezTo>
                    <a:pt x="684675" y="464662"/>
                    <a:pt x="710079" y="450124"/>
                    <a:pt x="719666" y="432868"/>
                  </a:cubicBezTo>
                  <a:cubicBezTo>
                    <a:pt x="771466" y="339629"/>
                    <a:pt x="703130" y="415538"/>
                    <a:pt x="762000" y="356668"/>
                  </a:cubicBezTo>
                  <a:cubicBezTo>
                    <a:pt x="779468" y="286790"/>
                    <a:pt x="752258" y="355160"/>
                    <a:pt x="821266" y="305868"/>
                  </a:cubicBezTo>
                  <a:cubicBezTo>
                    <a:pt x="828528" y="300681"/>
                    <a:pt x="825305" y="288217"/>
                    <a:pt x="829733" y="280468"/>
                  </a:cubicBezTo>
                  <a:cubicBezTo>
                    <a:pt x="836734" y="268216"/>
                    <a:pt x="846666" y="257891"/>
                    <a:pt x="855133" y="246602"/>
                  </a:cubicBezTo>
                  <a:cubicBezTo>
                    <a:pt x="856713" y="240281"/>
                    <a:pt x="866862" y="196008"/>
                    <a:pt x="872066" y="187335"/>
                  </a:cubicBezTo>
                  <a:cubicBezTo>
                    <a:pt x="876173" y="180490"/>
                    <a:pt x="883355" y="176046"/>
                    <a:pt x="889000" y="170402"/>
                  </a:cubicBezTo>
                  <a:cubicBezTo>
                    <a:pt x="891822" y="159113"/>
                    <a:pt x="894122" y="147681"/>
                    <a:pt x="897466" y="136535"/>
                  </a:cubicBezTo>
                  <a:cubicBezTo>
                    <a:pt x="903173" y="117511"/>
                    <a:pt x="933584" y="22896"/>
                    <a:pt x="948266" y="18002"/>
                  </a:cubicBezTo>
                  <a:cubicBezTo>
                    <a:pt x="961263" y="13669"/>
                    <a:pt x="995572" y="1511"/>
                    <a:pt x="1007533" y="1068"/>
                  </a:cubicBezTo>
                  <a:cubicBezTo>
                    <a:pt x="1072400" y="-1335"/>
                    <a:pt x="1137355" y="1068"/>
                    <a:pt x="1202266" y="1068"/>
                  </a:cubicBezTo>
                </a:path>
              </a:pathLst>
            </a:custGeom>
            <a:noFill/>
            <a:ln w="19050">
              <a:solidFill>
                <a:srgbClr val="00FF99"/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4" name="Freeform: Shape 143"/>
            <p:cNvSpPr/>
            <p:nvPr/>
          </p:nvSpPr>
          <p:spPr>
            <a:xfrm>
              <a:off x="5018306" y="5610490"/>
              <a:ext cx="1295400" cy="482600"/>
            </a:xfrm>
            <a:custGeom>
              <a:avLst/>
              <a:gdLst>
                <a:gd name="connsiteX0" fmla="*/ 0 w 1295400"/>
                <a:gd name="connsiteY0" fmla="*/ 118533 h 482600"/>
                <a:gd name="connsiteX1" fmla="*/ 296333 w 1295400"/>
                <a:gd name="connsiteY1" fmla="*/ 110066 h 482600"/>
                <a:gd name="connsiteX2" fmla="*/ 321733 w 1295400"/>
                <a:gd name="connsiteY2" fmla="*/ 118533 h 482600"/>
                <a:gd name="connsiteX3" fmla="*/ 338666 w 1295400"/>
                <a:gd name="connsiteY3" fmla="*/ 152400 h 482600"/>
                <a:gd name="connsiteX4" fmla="*/ 364066 w 1295400"/>
                <a:gd name="connsiteY4" fmla="*/ 169333 h 482600"/>
                <a:gd name="connsiteX5" fmla="*/ 372533 w 1295400"/>
                <a:gd name="connsiteY5" fmla="*/ 194733 h 482600"/>
                <a:gd name="connsiteX6" fmla="*/ 389466 w 1295400"/>
                <a:gd name="connsiteY6" fmla="*/ 228600 h 482600"/>
                <a:gd name="connsiteX7" fmla="*/ 406400 w 1295400"/>
                <a:gd name="connsiteY7" fmla="*/ 287866 h 482600"/>
                <a:gd name="connsiteX8" fmla="*/ 431800 w 1295400"/>
                <a:gd name="connsiteY8" fmla="*/ 313266 h 482600"/>
                <a:gd name="connsiteX9" fmla="*/ 440266 w 1295400"/>
                <a:gd name="connsiteY9" fmla="*/ 338666 h 482600"/>
                <a:gd name="connsiteX10" fmla="*/ 457200 w 1295400"/>
                <a:gd name="connsiteY10" fmla="*/ 355600 h 482600"/>
                <a:gd name="connsiteX11" fmla="*/ 474133 w 1295400"/>
                <a:gd name="connsiteY11" fmla="*/ 381000 h 482600"/>
                <a:gd name="connsiteX12" fmla="*/ 508000 w 1295400"/>
                <a:gd name="connsiteY12" fmla="*/ 431800 h 482600"/>
                <a:gd name="connsiteX13" fmla="*/ 516466 w 1295400"/>
                <a:gd name="connsiteY13" fmla="*/ 457200 h 482600"/>
                <a:gd name="connsiteX14" fmla="*/ 558800 w 1295400"/>
                <a:gd name="connsiteY14" fmla="*/ 482600 h 482600"/>
                <a:gd name="connsiteX15" fmla="*/ 778933 w 1295400"/>
                <a:gd name="connsiteY15" fmla="*/ 474133 h 482600"/>
                <a:gd name="connsiteX16" fmla="*/ 812800 w 1295400"/>
                <a:gd name="connsiteY16" fmla="*/ 465666 h 482600"/>
                <a:gd name="connsiteX17" fmla="*/ 855133 w 1295400"/>
                <a:gd name="connsiteY17" fmla="*/ 431800 h 482600"/>
                <a:gd name="connsiteX18" fmla="*/ 880533 w 1295400"/>
                <a:gd name="connsiteY18" fmla="*/ 296333 h 482600"/>
                <a:gd name="connsiteX19" fmla="*/ 897466 w 1295400"/>
                <a:gd name="connsiteY19" fmla="*/ 186266 h 482600"/>
                <a:gd name="connsiteX20" fmla="*/ 905933 w 1295400"/>
                <a:gd name="connsiteY20" fmla="*/ 152400 h 482600"/>
                <a:gd name="connsiteX21" fmla="*/ 922866 w 1295400"/>
                <a:gd name="connsiteY21" fmla="*/ 135466 h 482600"/>
                <a:gd name="connsiteX22" fmla="*/ 956733 w 1295400"/>
                <a:gd name="connsiteY22" fmla="*/ 101600 h 482600"/>
                <a:gd name="connsiteX23" fmla="*/ 973666 w 1295400"/>
                <a:gd name="connsiteY23" fmla="*/ 76200 h 482600"/>
                <a:gd name="connsiteX24" fmla="*/ 1016000 w 1295400"/>
                <a:gd name="connsiteY24" fmla="*/ 67733 h 482600"/>
                <a:gd name="connsiteX25" fmla="*/ 1049866 w 1295400"/>
                <a:gd name="connsiteY25" fmla="*/ 59266 h 482600"/>
                <a:gd name="connsiteX26" fmla="*/ 1151466 w 1295400"/>
                <a:gd name="connsiteY26" fmla="*/ 42333 h 482600"/>
                <a:gd name="connsiteX27" fmla="*/ 1236133 w 1295400"/>
                <a:gd name="connsiteY27" fmla="*/ 16933 h 482600"/>
                <a:gd name="connsiteX28" fmla="*/ 1270000 w 1295400"/>
                <a:gd name="connsiteY28" fmla="*/ 8466 h 482600"/>
                <a:gd name="connsiteX29" fmla="*/ 1295400 w 1295400"/>
                <a:gd name="connsiteY29" fmla="*/ 0 h 482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295400" h="482600">
                  <a:moveTo>
                    <a:pt x="0" y="118533"/>
                  </a:moveTo>
                  <a:cubicBezTo>
                    <a:pt x="147517" y="107186"/>
                    <a:pt x="181054" y="90853"/>
                    <a:pt x="296333" y="110066"/>
                  </a:cubicBezTo>
                  <a:cubicBezTo>
                    <a:pt x="305136" y="111533"/>
                    <a:pt x="313266" y="115711"/>
                    <a:pt x="321733" y="118533"/>
                  </a:cubicBezTo>
                  <a:cubicBezTo>
                    <a:pt x="327377" y="129822"/>
                    <a:pt x="330586" y="142704"/>
                    <a:pt x="338666" y="152400"/>
                  </a:cubicBezTo>
                  <a:cubicBezTo>
                    <a:pt x="345180" y="160217"/>
                    <a:pt x="357709" y="161387"/>
                    <a:pt x="364066" y="169333"/>
                  </a:cubicBezTo>
                  <a:cubicBezTo>
                    <a:pt x="369641" y="176302"/>
                    <a:pt x="369017" y="186530"/>
                    <a:pt x="372533" y="194733"/>
                  </a:cubicBezTo>
                  <a:cubicBezTo>
                    <a:pt x="377505" y="206334"/>
                    <a:pt x="385034" y="216782"/>
                    <a:pt x="389466" y="228600"/>
                  </a:cubicBezTo>
                  <a:cubicBezTo>
                    <a:pt x="391885" y="235052"/>
                    <a:pt x="400552" y="279094"/>
                    <a:pt x="406400" y="287866"/>
                  </a:cubicBezTo>
                  <a:cubicBezTo>
                    <a:pt x="413042" y="297829"/>
                    <a:pt x="423333" y="304799"/>
                    <a:pt x="431800" y="313266"/>
                  </a:cubicBezTo>
                  <a:cubicBezTo>
                    <a:pt x="434622" y="321733"/>
                    <a:pt x="435674" y="331013"/>
                    <a:pt x="440266" y="338666"/>
                  </a:cubicBezTo>
                  <a:cubicBezTo>
                    <a:pt x="444373" y="345511"/>
                    <a:pt x="452213" y="349366"/>
                    <a:pt x="457200" y="355600"/>
                  </a:cubicBezTo>
                  <a:cubicBezTo>
                    <a:pt x="463557" y="363546"/>
                    <a:pt x="469582" y="371899"/>
                    <a:pt x="474133" y="381000"/>
                  </a:cubicBezTo>
                  <a:cubicBezTo>
                    <a:pt x="498639" y="430011"/>
                    <a:pt x="459851" y="383651"/>
                    <a:pt x="508000" y="431800"/>
                  </a:cubicBezTo>
                  <a:cubicBezTo>
                    <a:pt x="510822" y="440267"/>
                    <a:pt x="511874" y="449547"/>
                    <a:pt x="516466" y="457200"/>
                  </a:cubicBezTo>
                  <a:cubicBezTo>
                    <a:pt x="528087" y="476569"/>
                    <a:pt x="538823" y="475941"/>
                    <a:pt x="558800" y="482600"/>
                  </a:cubicBezTo>
                  <a:cubicBezTo>
                    <a:pt x="632178" y="479778"/>
                    <a:pt x="705664" y="479018"/>
                    <a:pt x="778933" y="474133"/>
                  </a:cubicBezTo>
                  <a:cubicBezTo>
                    <a:pt x="790544" y="473359"/>
                    <a:pt x="803714" y="472935"/>
                    <a:pt x="812800" y="465666"/>
                  </a:cubicBezTo>
                  <a:cubicBezTo>
                    <a:pt x="873529" y="417082"/>
                    <a:pt x="749262" y="458265"/>
                    <a:pt x="855133" y="431800"/>
                  </a:cubicBezTo>
                  <a:cubicBezTo>
                    <a:pt x="874240" y="374482"/>
                    <a:pt x="866815" y="401506"/>
                    <a:pt x="880533" y="296333"/>
                  </a:cubicBezTo>
                  <a:cubicBezTo>
                    <a:pt x="901772" y="133498"/>
                    <a:pt x="876292" y="260376"/>
                    <a:pt x="897466" y="186266"/>
                  </a:cubicBezTo>
                  <a:cubicBezTo>
                    <a:pt x="900663" y="175078"/>
                    <a:pt x="900729" y="162808"/>
                    <a:pt x="905933" y="152400"/>
                  </a:cubicBezTo>
                  <a:cubicBezTo>
                    <a:pt x="909503" y="145260"/>
                    <a:pt x="917222" y="141111"/>
                    <a:pt x="922866" y="135466"/>
                  </a:cubicBezTo>
                  <a:cubicBezTo>
                    <a:pt x="941340" y="80047"/>
                    <a:pt x="915682" y="134441"/>
                    <a:pt x="956733" y="101600"/>
                  </a:cubicBezTo>
                  <a:cubicBezTo>
                    <a:pt x="964679" y="95243"/>
                    <a:pt x="964831" y="81249"/>
                    <a:pt x="973666" y="76200"/>
                  </a:cubicBezTo>
                  <a:cubicBezTo>
                    <a:pt x="986161" y="69060"/>
                    <a:pt x="1001952" y="70855"/>
                    <a:pt x="1016000" y="67733"/>
                  </a:cubicBezTo>
                  <a:cubicBezTo>
                    <a:pt x="1027359" y="65209"/>
                    <a:pt x="1038429" y="61410"/>
                    <a:pt x="1049866" y="59266"/>
                  </a:cubicBezTo>
                  <a:cubicBezTo>
                    <a:pt x="1083612" y="52939"/>
                    <a:pt x="1117599" y="47977"/>
                    <a:pt x="1151466" y="42333"/>
                  </a:cubicBezTo>
                  <a:cubicBezTo>
                    <a:pt x="1190047" y="29472"/>
                    <a:pt x="1182814" y="31474"/>
                    <a:pt x="1236133" y="16933"/>
                  </a:cubicBezTo>
                  <a:cubicBezTo>
                    <a:pt x="1247359" y="13871"/>
                    <a:pt x="1258811" y="11663"/>
                    <a:pt x="1270000" y="8466"/>
                  </a:cubicBezTo>
                  <a:cubicBezTo>
                    <a:pt x="1278581" y="6014"/>
                    <a:pt x="1295400" y="0"/>
                    <a:pt x="1295400" y="0"/>
                  </a:cubicBezTo>
                </a:path>
              </a:pathLst>
            </a:custGeom>
            <a:noFill/>
            <a:ln w="19050">
              <a:solidFill>
                <a:srgbClr val="00FF99"/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5" name="Freeform: Shape 144"/>
            <p:cNvSpPr/>
            <p:nvPr/>
          </p:nvSpPr>
          <p:spPr>
            <a:xfrm>
              <a:off x="5077572" y="5609296"/>
              <a:ext cx="1227667" cy="492260"/>
            </a:xfrm>
            <a:custGeom>
              <a:avLst/>
              <a:gdLst>
                <a:gd name="connsiteX0" fmla="*/ 0 w 1227667"/>
                <a:gd name="connsiteY0" fmla="*/ 85860 h 492260"/>
                <a:gd name="connsiteX1" fmla="*/ 262467 w 1227667"/>
                <a:gd name="connsiteY1" fmla="*/ 94327 h 492260"/>
                <a:gd name="connsiteX2" fmla="*/ 287867 w 1227667"/>
                <a:gd name="connsiteY2" fmla="*/ 170527 h 492260"/>
                <a:gd name="connsiteX3" fmla="*/ 330200 w 1227667"/>
                <a:gd name="connsiteY3" fmla="*/ 221327 h 492260"/>
                <a:gd name="connsiteX4" fmla="*/ 338667 w 1227667"/>
                <a:gd name="connsiteY4" fmla="*/ 246727 h 492260"/>
                <a:gd name="connsiteX5" fmla="*/ 389467 w 1227667"/>
                <a:gd name="connsiteY5" fmla="*/ 305994 h 492260"/>
                <a:gd name="connsiteX6" fmla="*/ 414867 w 1227667"/>
                <a:gd name="connsiteY6" fmla="*/ 331394 h 492260"/>
                <a:gd name="connsiteX7" fmla="*/ 431800 w 1227667"/>
                <a:gd name="connsiteY7" fmla="*/ 390660 h 492260"/>
                <a:gd name="connsiteX8" fmla="*/ 448734 w 1227667"/>
                <a:gd name="connsiteY8" fmla="*/ 416060 h 492260"/>
                <a:gd name="connsiteX9" fmla="*/ 457200 w 1227667"/>
                <a:gd name="connsiteY9" fmla="*/ 441460 h 492260"/>
                <a:gd name="connsiteX10" fmla="*/ 508000 w 1227667"/>
                <a:gd name="connsiteY10" fmla="*/ 458394 h 492260"/>
                <a:gd name="connsiteX11" fmla="*/ 533400 w 1227667"/>
                <a:gd name="connsiteY11" fmla="*/ 466860 h 492260"/>
                <a:gd name="connsiteX12" fmla="*/ 643467 w 1227667"/>
                <a:gd name="connsiteY12" fmla="*/ 492260 h 492260"/>
                <a:gd name="connsiteX13" fmla="*/ 753534 w 1227667"/>
                <a:gd name="connsiteY13" fmla="*/ 475327 h 492260"/>
                <a:gd name="connsiteX14" fmla="*/ 770467 w 1227667"/>
                <a:gd name="connsiteY14" fmla="*/ 424527 h 492260"/>
                <a:gd name="connsiteX15" fmla="*/ 795867 w 1227667"/>
                <a:gd name="connsiteY15" fmla="*/ 356794 h 492260"/>
                <a:gd name="connsiteX16" fmla="*/ 812800 w 1227667"/>
                <a:gd name="connsiteY16" fmla="*/ 297527 h 492260"/>
                <a:gd name="connsiteX17" fmla="*/ 829734 w 1227667"/>
                <a:gd name="connsiteY17" fmla="*/ 280594 h 492260"/>
                <a:gd name="connsiteX18" fmla="*/ 838200 w 1227667"/>
                <a:gd name="connsiteY18" fmla="*/ 255194 h 492260"/>
                <a:gd name="connsiteX19" fmla="*/ 855134 w 1227667"/>
                <a:gd name="connsiteY19" fmla="*/ 195927 h 492260"/>
                <a:gd name="connsiteX20" fmla="*/ 872067 w 1227667"/>
                <a:gd name="connsiteY20" fmla="*/ 162060 h 492260"/>
                <a:gd name="connsiteX21" fmla="*/ 880534 w 1227667"/>
                <a:gd name="connsiteY21" fmla="*/ 128194 h 492260"/>
                <a:gd name="connsiteX22" fmla="*/ 914400 w 1227667"/>
                <a:gd name="connsiteY22" fmla="*/ 85860 h 492260"/>
                <a:gd name="connsiteX23" fmla="*/ 948267 w 1227667"/>
                <a:gd name="connsiteY23" fmla="*/ 77394 h 492260"/>
                <a:gd name="connsiteX24" fmla="*/ 973667 w 1227667"/>
                <a:gd name="connsiteY24" fmla="*/ 68927 h 492260"/>
                <a:gd name="connsiteX25" fmla="*/ 999067 w 1227667"/>
                <a:gd name="connsiteY25" fmla="*/ 51994 h 492260"/>
                <a:gd name="connsiteX26" fmla="*/ 1049867 w 1227667"/>
                <a:gd name="connsiteY26" fmla="*/ 35060 h 492260"/>
                <a:gd name="connsiteX27" fmla="*/ 1075267 w 1227667"/>
                <a:gd name="connsiteY27" fmla="*/ 26594 h 492260"/>
                <a:gd name="connsiteX28" fmla="*/ 1134534 w 1227667"/>
                <a:gd name="connsiteY28" fmla="*/ 1194 h 492260"/>
                <a:gd name="connsiteX29" fmla="*/ 1143000 w 1227667"/>
                <a:gd name="connsiteY29" fmla="*/ 26594 h 492260"/>
                <a:gd name="connsiteX30" fmla="*/ 1227667 w 1227667"/>
                <a:gd name="connsiteY30" fmla="*/ 35060 h 492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227667" h="492260">
                  <a:moveTo>
                    <a:pt x="0" y="85860"/>
                  </a:moveTo>
                  <a:cubicBezTo>
                    <a:pt x="87489" y="88682"/>
                    <a:pt x="178489" y="69628"/>
                    <a:pt x="262467" y="94327"/>
                  </a:cubicBezTo>
                  <a:cubicBezTo>
                    <a:pt x="288153" y="101882"/>
                    <a:pt x="273016" y="148250"/>
                    <a:pt x="287867" y="170527"/>
                  </a:cubicBezTo>
                  <a:cubicBezTo>
                    <a:pt x="311442" y="205890"/>
                    <a:pt x="297605" y="188732"/>
                    <a:pt x="330200" y="221327"/>
                  </a:cubicBezTo>
                  <a:cubicBezTo>
                    <a:pt x="333022" y="229794"/>
                    <a:pt x="334676" y="238745"/>
                    <a:pt x="338667" y="246727"/>
                  </a:cubicBezTo>
                  <a:cubicBezTo>
                    <a:pt x="351562" y="272517"/>
                    <a:pt x="368634" y="285161"/>
                    <a:pt x="389467" y="305994"/>
                  </a:cubicBezTo>
                  <a:lnTo>
                    <a:pt x="414867" y="331394"/>
                  </a:lnTo>
                  <a:cubicBezTo>
                    <a:pt x="417578" y="342238"/>
                    <a:pt x="425729" y="378519"/>
                    <a:pt x="431800" y="390660"/>
                  </a:cubicBezTo>
                  <a:cubicBezTo>
                    <a:pt x="436351" y="399762"/>
                    <a:pt x="443089" y="407593"/>
                    <a:pt x="448734" y="416060"/>
                  </a:cubicBezTo>
                  <a:cubicBezTo>
                    <a:pt x="451556" y="424527"/>
                    <a:pt x="449938" y="436273"/>
                    <a:pt x="457200" y="441460"/>
                  </a:cubicBezTo>
                  <a:cubicBezTo>
                    <a:pt x="471724" y="451835"/>
                    <a:pt x="491067" y="452750"/>
                    <a:pt x="508000" y="458394"/>
                  </a:cubicBezTo>
                  <a:cubicBezTo>
                    <a:pt x="516467" y="461216"/>
                    <a:pt x="524688" y="464924"/>
                    <a:pt x="533400" y="466860"/>
                  </a:cubicBezTo>
                  <a:cubicBezTo>
                    <a:pt x="620959" y="486318"/>
                    <a:pt x="584357" y="477484"/>
                    <a:pt x="643467" y="492260"/>
                  </a:cubicBezTo>
                  <a:cubicBezTo>
                    <a:pt x="680156" y="486616"/>
                    <a:pt x="720780" y="492795"/>
                    <a:pt x="753534" y="475327"/>
                  </a:cubicBezTo>
                  <a:cubicBezTo>
                    <a:pt x="769283" y="466927"/>
                    <a:pt x="766138" y="441843"/>
                    <a:pt x="770467" y="424527"/>
                  </a:cubicBezTo>
                  <a:cubicBezTo>
                    <a:pt x="792201" y="337595"/>
                    <a:pt x="762661" y="445343"/>
                    <a:pt x="795867" y="356794"/>
                  </a:cubicBezTo>
                  <a:cubicBezTo>
                    <a:pt x="799554" y="346962"/>
                    <a:pt x="805981" y="308893"/>
                    <a:pt x="812800" y="297527"/>
                  </a:cubicBezTo>
                  <a:cubicBezTo>
                    <a:pt x="816907" y="290682"/>
                    <a:pt x="824089" y="286238"/>
                    <a:pt x="829734" y="280594"/>
                  </a:cubicBezTo>
                  <a:cubicBezTo>
                    <a:pt x="832556" y="272127"/>
                    <a:pt x="835748" y="263775"/>
                    <a:pt x="838200" y="255194"/>
                  </a:cubicBezTo>
                  <a:cubicBezTo>
                    <a:pt x="844338" y="233710"/>
                    <a:pt x="846433" y="216228"/>
                    <a:pt x="855134" y="195927"/>
                  </a:cubicBezTo>
                  <a:cubicBezTo>
                    <a:pt x="860106" y="184326"/>
                    <a:pt x="867635" y="173878"/>
                    <a:pt x="872067" y="162060"/>
                  </a:cubicBezTo>
                  <a:cubicBezTo>
                    <a:pt x="876153" y="151165"/>
                    <a:pt x="875950" y="138889"/>
                    <a:pt x="880534" y="128194"/>
                  </a:cubicBezTo>
                  <a:cubicBezTo>
                    <a:pt x="883797" y="120581"/>
                    <a:pt x="904470" y="90825"/>
                    <a:pt x="914400" y="85860"/>
                  </a:cubicBezTo>
                  <a:cubicBezTo>
                    <a:pt x="924808" y="80656"/>
                    <a:pt x="937078" y="80591"/>
                    <a:pt x="948267" y="77394"/>
                  </a:cubicBezTo>
                  <a:cubicBezTo>
                    <a:pt x="956848" y="74942"/>
                    <a:pt x="965685" y="72918"/>
                    <a:pt x="973667" y="68927"/>
                  </a:cubicBezTo>
                  <a:cubicBezTo>
                    <a:pt x="982768" y="64376"/>
                    <a:pt x="989768" y="56127"/>
                    <a:pt x="999067" y="51994"/>
                  </a:cubicBezTo>
                  <a:cubicBezTo>
                    <a:pt x="1015378" y="44745"/>
                    <a:pt x="1032934" y="40704"/>
                    <a:pt x="1049867" y="35060"/>
                  </a:cubicBezTo>
                  <a:lnTo>
                    <a:pt x="1075267" y="26594"/>
                  </a:lnTo>
                  <a:cubicBezTo>
                    <a:pt x="1087042" y="18744"/>
                    <a:pt x="1117447" y="-5641"/>
                    <a:pt x="1134534" y="1194"/>
                  </a:cubicBezTo>
                  <a:cubicBezTo>
                    <a:pt x="1142820" y="4509"/>
                    <a:pt x="1136031" y="21019"/>
                    <a:pt x="1143000" y="26594"/>
                  </a:cubicBezTo>
                  <a:cubicBezTo>
                    <a:pt x="1158716" y="39167"/>
                    <a:pt x="1215550" y="35060"/>
                    <a:pt x="1227667" y="35060"/>
                  </a:cubicBezTo>
                </a:path>
              </a:pathLst>
            </a:custGeom>
            <a:noFill/>
            <a:ln w="19050">
              <a:solidFill>
                <a:srgbClr val="00FF99"/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6" name="Freeform: Shape 145"/>
            <p:cNvSpPr/>
            <p:nvPr/>
          </p:nvSpPr>
          <p:spPr>
            <a:xfrm>
              <a:off x="5001372" y="5644356"/>
              <a:ext cx="1431274" cy="508000"/>
            </a:xfrm>
            <a:custGeom>
              <a:avLst/>
              <a:gdLst>
                <a:gd name="connsiteX0" fmla="*/ 0 w 1431274"/>
                <a:gd name="connsiteY0" fmla="*/ 465667 h 508000"/>
                <a:gd name="connsiteX1" fmla="*/ 177800 w 1431274"/>
                <a:gd name="connsiteY1" fmla="*/ 457200 h 508000"/>
                <a:gd name="connsiteX2" fmla="*/ 237067 w 1431274"/>
                <a:gd name="connsiteY2" fmla="*/ 431800 h 508000"/>
                <a:gd name="connsiteX3" fmla="*/ 296334 w 1431274"/>
                <a:gd name="connsiteY3" fmla="*/ 414867 h 508000"/>
                <a:gd name="connsiteX4" fmla="*/ 321734 w 1431274"/>
                <a:gd name="connsiteY4" fmla="*/ 355600 h 508000"/>
                <a:gd name="connsiteX5" fmla="*/ 338667 w 1431274"/>
                <a:gd name="connsiteY5" fmla="*/ 321734 h 508000"/>
                <a:gd name="connsiteX6" fmla="*/ 347134 w 1431274"/>
                <a:gd name="connsiteY6" fmla="*/ 296334 h 508000"/>
                <a:gd name="connsiteX7" fmla="*/ 381000 w 1431274"/>
                <a:gd name="connsiteY7" fmla="*/ 245534 h 508000"/>
                <a:gd name="connsiteX8" fmla="*/ 414867 w 1431274"/>
                <a:gd name="connsiteY8" fmla="*/ 169334 h 508000"/>
                <a:gd name="connsiteX9" fmla="*/ 448734 w 1431274"/>
                <a:gd name="connsiteY9" fmla="*/ 143934 h 508000"/>
                <a:gd name="connsiteX10" fmla="*/ 482600 w 1431274"/>
                <a:gd name="connsiteY10" fmla="*/ 67734 h 508000"/>
                <a:gd name="connsiteX11" fmla="*/ 524934 w 1431274"/>
                <a:gd name="connsiteY11" fmla="*/ 16934 h 508000"/>
                <a:gd name="connsiteX12" fmla="*/ 567267 w 1431274"/>
                <a:gd name="connsiteY12" fmla="*/ 8467 h 508000"/>
                <a:gd name="connsiteX13" fmla="*/ 601134 w 1431274"/>
                <a:gd name="connsiteY13" fmla="*/ 0 h 508000"/>
                <a:gd name="connsiteX14" fmla="*/ 880534 w 1431274"/>
                <a:gd name="connsiteY14" fmla="*/ 8467 h 508000"/>
                <a:gd name="connsiteX15" fmla="*/ 889000 w 1431274"/>
                <a:gd name="connsiteY15" fmla="*/ 33867 h 508000"/>
                <a:gd name="connsiteX16" fmla="*/ 939800 w 1431274"/>
                <a:gd name="connsiteY16" fmla="*/ 76200 h 508000"/>
                <a:gd name="connsiteX17" fmla="*/ 948267 w 1431274"/>
                <a:gd name="connsiteY17" fmla="*/ 110067 h 508000"/>
                <a:gd name="connsiteX18" fmla="*/ 982134 w 1431274"/>
                <a:gd name="connsiteY18" fmla="*/ 152400 h 508000"/>
                <a:gd name="connsiteX19" fmla="*/ 1016000 w 1431274"/>
                <a:gd name="connsiteY19" fmla="*/ 211667 h 508000"/>
                <a:gd name="connsiteX20" fmla="*/ 1041400 w 1431274"/>
                <a:gd name="connsiteY20" fmla="*/ 296334 h 508000"/>
                <a:gd name="connsiteX21" fmla="*/ 1058334 w 1431274"/>
                <a:gd name="connsiteY21" fmla="*/ 321734 h 508000"/>
                <a:gd name="connsiteX22" fmla="*/ 1092200 w 1431274"/>
                <a:gd name="connsiteY22" fmla="*/ 389467 h 508000"/>
                <a:gd name="connsiteX23" fmla="*/ 1134534 w 1431274"/>
                <a:gd name="connsiteY23" fmla="*/ 431800 h 508000"/>
                <a:gd name="connsiteX24" fmla="*/ 1151467 w 1431274"/>
                <a:gd name="connsiteY24" fmla="*/ 465667 h 508000"/>
                <a:gd name="connsiteX25" fmla="*/ 1185334 w 1431274"/>
                <a:gd name="connsiteY25" fmla="*/ 474134 h 508000"/>
                <a:gd name="connsiteX26" fmla="*/ 1210734 w 1431274"/>
                <a:gd name="connsiteY26" fmla="*/ 491067 h 508000"/>
                <a:gd name="connsiteX27" fmla="*/ 1244600 w 1431274"/>
                <a:gd name="connsiteY27" fmla="*/ 508000 h 508000"/>
                <a:gd name="connsiteX28" fmla="*/ 1371600 w 1431274"/>
                <a:gd name="connsiteY28" fmla="*/ 499534 h 508000"/>
                <a:gd name="connsiteX29" fmla="*/ 1397000 w 1431274"/>
                <a:gd name="connsiteY29" fmla="*/ 491067 h 508000"/>
                <a:gd name="connsiteX30" fmla="*/ 1413934 w 1431274"/>
                <a:gd name="connsiteY30" fmla="*/ 482600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431274" h="508000">
                  <a:moveTo>
                    <a:pt x="0" y="465667"/>
                  </a:moveTo>
                  <a:cubicBezTo>
                    <a:pt x="59267" y="462845"/>
                    <a:pt x="118671" y="462127"/>
                    <a:pt x="177800" y="457200"/>
                  </a:cubicBezTo>
                  <a:cubicBezTo>
                    <a:pt x="194236" y="455830"/>
                    <a:pt x="224828" y="437045"/>
                    <a:pt x="237067" y="431800"/>
                  </a:cubicBezTo>
                  <a:cubicBezTo>
                    <a:pt x="254066" y="424515"/>
                    <a:pt x="279156" y="419162"/>
                    <a:pt x="296334" y="414867"/>
                  </a:cubicBezTo>
                  <a:cubicBezTo>
                    <a:pt x="330649" y="363393"/>
                    <a:pt x="298302" y="418084"/>
                    <a:pt x="321734" y="355600"/>
                  </a:cubicBezTo>
                  <a:cubicBezTo>
                    <a:pt x="326166" y="343782"/>
                    <a:pt x="333695" y="333335"/>
                    <a:pt x="338667" y="321734"/>
                  </a:cubicBezTo>
                  <a:cubicBezTo>
                    <a:pt x="342183" y="313531"/>
                    <a:pt x="342800" y="304136"/>
                    <a:pt x="347134" y="296334"/>
                  </a:cubicBezTo>
                  <a:cubicBezTo>
                    <a:pt x="357017" y="278544"/>
                    <a:pt x="374564" y="264841"/>
                    <a:pt x="381000" y="245534"/>
                  </a:cubicBezTo>
                  <a:cubicBezTo>
                    <a:pt x="389383" y="220386"/>
                    <a:pt x="394742" y="189459"/>
                    <a:pt x="414867" y="169334"/>
                  </a:cubicBezTo>
                  <a:cubicBezTo>
                    <a:pt x="424845" y="159356"/>
                    <a:pt x="437445" y="152401"/>
                    <a:pt x="448734" y="143934"/>
                  </a:cubicBezTo>
                  <a:cubicBezTo>
                    <a:pt x="492417" y="12883"/>
                    <a:pt x="442351" y="148232"/>
                    <a:pt x="482600" y="67734"/>
                  </a:cubicBezTo>
                  <a:cubicBezTo>
                    <a:pt x="498746" y="35442"/>
                    <a:pt x="478841" y="37420"/>
                    <a:pt x="524934" y="16934"/>
                  </a:cubicBezTo>
                  <a:cubicBezTo>
                    <a:pt x="538084" y="11089"/>
                    <a:pt x="553219" y="11589"/>
                    <a:pt x="567267" y="8467"/>
                  </a:cubicBezTo>
                  <a:cubicBezTo>
                    <a:pt x="578626" y="5943"/>
                    <a:pt x="589845" y="2822"/>
                    <a:pt x="601134" y="0"/>
                  </a:cubicBezTo>
                  <a:cubicBezTo>
                    <a:pt x="694267" y="2822"/>
                    <a:pt x="787996" y="-2420"/>
                    <a:pt x="880534" y="8467"/>
                  </a:cubicBezTo>
                  <a:cubicBezTo>
                    <a:pt x="889397" y="9510"/>
                    <a:pt x="884050" y="26441"/>
                    <a:pt x="889000" y="33867"/>
                  </a:cubicBezTo>
                  <a:cubicBezTo>
                    <a:pt x="902038" y="53424"/>
                    <a:pt x="921058" y="63705"/>
                    <a:pt x="939800" y="76200"/>
                  </a:cubicBezTo>
                  <a:cubicBezTo>
                    <a:pt x="942622" y="87489"/>
                    <a:pt x="943683" y="99371"/>
                    <a:pt x="948267" y="110067"/>
                  </a:cubicBezTo>
                  <a:cubicBezTo>
                    <a:pt x="960296" y="138135"/>
                    <a:pt x="965325" y="131389"/>
                    <a:pt x="982134" y="152400"/>
                  </a:cubicBezTo>
                  <a:cubicBezTo>
                    <a:pt x="993694" y="166849"/>
                    <a:pt x="1009865" y="195308"/>
                    <a:pt x="1016000" y="211667"/>
                  </a:cubicBezTo>
                  <a:cubicBezTo>
                    <a:pt x="1026140" y="238708"/>
                    <a:pt x="1024861" y="271527"/>
                    <a:pt x="1041400" y="296334"/>
                  </a:cubicBezTo>
                  <a:lnTo>
                    <a:pt x="1058334" y="321734"/>
                  </a:lnTo>
                  <a:cubicBezTo>
                    <a:pt x="1068287" y="361550"/>
                    <a:pt x="1062165" y="355678"/>
                    <a:pt x="1092200" y="389467"/>
                  </a:cubicBezTo>
                  <a:cubicBezTo>
                    <a:pt x="1105458" y="404382"/>
                    <a:pt x="1134534" y="431800"/>
                    <a:pt x="1134534" y="431800"/>
                  </a:cubicBezTo>
                  <a:cubicBezTo>
                    <a:pt x="1140178" y="443089"/>
                    <a:pt x="1141771" y="457587"/>
                    <a:pt x="1151467" y="465667"/>
                  </a:cubicBezTo>
                  <a:cubicBezTo>
                    <a:pt x="1160406" y="473117"/>
                    <a:pt x="1174638" y="469550"/>
                    <a:pt x="1185334" y="474134"/>
                  </a:cubicBezTo>
                  <a:cubicBezTo>
                    <a:pt x="1194687" y="478142"/>
                    <a:pt x="1201899" y="486019"/>
                    <a:pt x="1210734" y="491067"/>
                  </a:cubicBezTo>
                  <a:cubicBezTo>
                    <a:pt x="1221692" y="497329"/>
                    <a:pt x="1233311" y="502356"/>
                    <a:pt x="1244600" y="508000"/>
                  </a:cubicBezTo>
                  <a:cubicBezTo>
                    <a:pt x="1286933" y="505178"/>
                    <a:pt x="1329432" y="504219"/>
                    <a:pt x="1371600" y="499534"/>
                  </a:cubicBezTo>
                  <a:cubicBezTo>
                    <a:pt x="1380470" y="498548"/>
                    <a:pt x="1388419" y="493519"/>
                    <a:pt x="1397000" y="491067"/>
                  </a:cubicBezTo>
                  <a:cubicBezTo>
                    <a:pt x="1431425" y="481231"/>
                    <a:pt x="1444889" y="482600"/>
                    <a:pt x="1413934" y="482600"/>
                  </a:cubicBezTo>
                </a:path>
              </a:pathLst>
            </a:custGeom>
            <a:noFill/>
            <a:ln w="19050">
              <a:solidFill>
                <a:srgbClr val="00FF99"/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7" name="Freeform: Shape 146"/>
            <p:cNvSpPr/>
            <p:nvPr/>
          </p:nvSpPr>
          <p:spPr>
            <a:xfrm>
              <a:off x="5086039" y="5627423"/>
              <a:ext cx="1286939" cy="533400"/>
            </a:xfrm>
            <a:custGeom>
              <a:avLst/>
              <a:gdLst>
                <a:gd name="connsiteX0" fmla="*/ 0 w 1286939"/>
                <a:gd name="connsiteY0" fmla="*/ 533400 h 533400"/>
                <a:gd name="connsiteX1" fmla="*/ 59267 w 1286939"/>
                <a:gd name="connsiteY1" fmla="*/ 516467 h 533400"/>
                <a:gd name="connsiteX2" fmla="*/ 84667 w 1286939"/>
                <a:gd name="connsiteY2" fmla="*/ 508000 h 533400"/>
                <a:gd name="connsiteX3" fmla="*/ 152400 w 1286939"/>
                <a:gd name="connsiteY3" fmla="*/ 491067 h 533400"/>
                <a:gd name="connsiteX4" fmla="*/ 186267 w 1286939"/>
                <a:gd name="connsiteY4" fmla="*/ 474133 h 533400"/>
                <a:gd name="connsiteX5" fmla="*/ 194733 w 1286939"/>
                <a:gd name="connsiteY5" fmla="*/ 440267 h 533400"/>
                <a:gd name="connsiteX6" fmla="*/ 228600 w 1286939"/>
                <a:gd name="connsiteY6" fmla="*/ 364067 h 533400"/>
                <a:gd name="connsiteX7" fmla="*/ 245533 w 1286939"/>
                <a:gd name="connsiteY7" fmla="*/ 347133 h 533400"/>
                <a:gd name="connsiteX8" fmla="*/ 270933 w 1286939"/>
                <a:gd name="connsiteY8" fmla="*/ 270933 h 533400"/>
                <a:gd name="connsiteX9" fmla="*/ 279400 w 1286939"/>
                <a:gd name="connsiteY9" fmla="*/ 245533 h 533400"/>
                <a:gd name="connsiteX10" fmla="*/ 304800 w 1286939"/>
                <a:gd name="connsiteY10" fmla="*/ 228600 h 533400"/>
                <a:gd name="connsiteX11" fmla="*/ 330200 w 1286939"/>
                <a:gd name="connsiteY11" fmla="*/ 169333 h 533400"/>
                <a:gd name="connsiteX12" fmla="*/ 355600 w 1286939"/>
                <a:gd name="connsiteY12" fmla="*/ 152400 h 533400"/>
                <a:gd name="connsiteX13" fmla="*/ 381000 w 1286939"/>
                <a:gd name="connsiteY13" fmla="*/ 93133 h 533400"/>
                <a:gd name="connsiteX14" fmla="*/ 431800 w 1286939"/>
                <a:gd name="connsiteY14" fmla="*/ 42333 h 533400"/>
                <a:gd name="connsiteX15" fmla="*/ 440267 w 1286939"/>
                <a:gd name="connsiteY15" fmla="*/ 16933 h 533400"/>
                <a:gd name="connsiteX16" fmla="*/ 465667 w 1286939"/>
                <a:gd name="connsiteY16" fmla="*/ 0 h 533400"/>
                <a:gd name="connsiteX17" fmla="*/ 787400 w 1286939"/>
                <a:gd name="connsiteY17" fmla="*/ 8467 h 533400"/>
                <a:gd name="connsiteX18" fmla="*/ 812800 w 1286939"/>
                <a:gd name="connsiteY18" fmla="*/ 25400 h 533400"/>
                <a:gd name="connsiteX19" fmla="*/ 821267 w 1286939"/>
                <a:gd name="connsiteY19" fmla="*/ 59267 h 533400"/>
                <a:gd name="connsiteX20" fmla="*/ 846667 w 1286939"/>
                <a:gd name="connsiteY20" fmla="*/ 93133 h 533400"/>
                <a:gd name="connsiteX21" fmla="*/ 905933 w 1286939"/>
                <a:gd name="connsiteY21" fmla="*/ 143933 h 533400"/>
                <a:gd name="connsiteX22" fmla="*/ 922867 w 1286939"/>
                <a:gd name="connsiteY22" fmla="*/ 169333 h 533400"/>
                <a:gd name="connsiteX23" fmla="*/ 948267 w 1286939"/>
                <a:gd name="connsiteY23" fmla="*/ 203200 h 533400"/>
                <a:gd name="connsiteX24" fmla="*/ 982133 w 1286939"/>
                <a:gd name="connsiteY24" fmla="*/ 237067 h 533400"/>
                <a:gd name="connsiteX25" fmla="*/ 990600 w 1286939"/>
                <a:gd name="connsiteY25" fmla="*/ 279400 h 533400"/>
                <a:gd name="connsiteX26" fmla="*/ 999067 w 1286939"/>
                <a:gd name="connsiteY26" fmla="*/ 330200 h 533400"/>
                <a:gd name="connsiteX27" fmla="*/ 1007533 w 1286939"/>
                <a:gd name="connsiteY27" fmla="*/ 364067 h 533400"/>
                <a:gd name="connsiteX28" fmla="*/ 1058333 w 1286939"/>
                <a:gd name="connsiteY28" fmla="*/ 414867 h 533400"/>
                <a:gd name="connsiteX29" fmla="*/ 1100667 w 1286939"/>
                <a:gd name="connsiteY29" fmla="*/ 440267 h 533400"/>
                <a:gd name="connsiteX30" fmla="*/ 1117600 w 1286939"/>
                <a:gd name="connsiteY30" fmla="*/ 465667 h 533400"/>
                <a:gd name="connsiteX31" fmla="*/ 1151467 w 1286939"/>
                <a:gd name="connsiteY31" fmla="*/ 474133 h 533400"/>
                <a:gd name="connsiteX32" fmla="*/ 1176867 w 1286939"/>
                <a:gd name="connsiteY32" fmla="*/ 482600 h 533400"/>
                <a:gd name="connsiteX33" fmla="*/ 1286933 w 1286939"/>
                <a:gd name="connsiteY33" fmla="*/ 482600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286939" h="533400">
                  <a:moveTo>
                    <a:pt x="0" y="533400"/>
                  </a:moveTo>
                  <a:lnTo>
                    <a:pt x="59267" y="516467"/>
                  </a:lnTo>
                  <a:cubicBezTo>
                    <a:pt x="67815" y="513903"/>
                    <a:pt x="76057" y="510348"/>
                    <a:pt x="84667" y="508000"/>
                  </a:cubicBezTo>
                  <a:cubicBezTo>
                    <a:pt x="107119" y="501877"/>
                    <a:pt x="152400" y="491067"/>
                    <a:pt x="152400" y="491067"/>
                  </a:cubicBezTo>
                  <a:cubicBezTo>
                    <a:pt x="163689" y="485422"/>
                    <a:pt x="178187" y="483829"/>
                    <a:pt x="186267" y="474133"/>
                  </a:cubicBezTo>
                  <a:cubicBezTo>
                    <a:pt x="193716" y="465194"/>
                    <a:pt x="191389" y="451412"/>
                    <a:pt x="194733" y="440267"/>
                  </a:cubicBezTo>
                  <a:cubicBezTo>
                    <a:pt x="206011" y="402673"/>
                    <a:pt x="206825" y="391287"/>
                    <a:pt x="228600" y="364067"/>
                  </a:cubicBezTo>
                  <a:cubicBezTo>
                    <a:pt x="233587" y="357834"/>
                    <a:pt x="239889" y="352778"/>
                    <a:pt x="245533" y="347133"/>
                  </a:cubicBezTo>
                  <a:cubicBezTo>
                    <a:pt x="259720" y="290388"/>
                    <a:pt x="247022" y="334696"/>
                    <a:pt x="270933" y="270933"/>
                  </a:cubicBezTo>
                  <a:cubicBezTo>
                    <a:pt x="274067" y="262577"/>
                    <a:pt x="273825" y="252502"/>
                    <a:pt x="279400" y="245533"/>
                  </a:cubicBezTo>
                  <a:cubicBezTo>
                    <a:pt x="285757" y="237587"/>
                    <a:pt x="296333" y="234244"/>
                    <a:pt x="304800" y="228600"/>
                  </a:cubicBezTo>
                  <a:cubicBezTo>
                    <a:pt x="310682" y="210956"/>
                    <a:pt x="318577" y="183281"/>
                    <a:pt x="330200" y="169333"/>
                  </a:cubicBezTo>
                  <a:cubicBezTo>
                    <a:pt x="336714" y="161516"/>
                    <a:pt x="347133" y="158044"/>
                    <a:pt x="355600" y="152400"/>
                  </a:cubicBezTo>
                  <a:cubicBezTo>
                    <a:pt x="361717" y="134051"/>
                    <a:pt x="369045" y="108077"/>
                    <a:pt x="381000" y="93133"/>
                  </a:cubicBezTo>
                  <a:cubicBezTo>
                    <a:pt x="395960" y="74433"/>
                    <a:pt x="431800" y="42333"/>
                    <a:pt x="431800" y="42333"/>
                  </a:cubicBezTo>
                  <a:cubicBezTo>
                    <a:pt x="434622" y="33866"/>
                    <a:pt x="434692" y="23902"/>
                    <a:pt x="440267" y="16933"/>
                  </a:cubicBezTo>
                  <a:cubicBezTo>
                    <a:pt x="446624" y="8987"/>
                    <a:pt x="455494" y="248"/>
                    <a:pt x="465667" y="0"/>
                  </a:cubicBezTo>
                  <a:lnTo>
                    <a:pt x="787400" y="8467"/>
                  </a:lnTo>
                  <a:cubicBezTo>
                    <a:pt x="795867" y="14111"/>
                    <a:pt x="807156" y="16933"/>
                    <a:pt x="812800" y="25400"/>
                  </a:cubicBezTo>
                  <a:cubicBezTo>
                    <a:pt x="819255" y="35082"/>
                    <a:pt x="816063" y="48859"/>
                    <a:pt x="821267" y="59267"/>
                  </a:cubicBezTo>
                  <a:cubicBezTo>
                    <a:pt x="827578" y="71888"/>
                    <a:pt x="837633" y="82293"/>
                    <a:pt x="846667" y="93133"/>
                  </a:cubicBezTo>
                  <a:cubicBezTo>
                    <a:pt x="868128" y="118887"/>
                    <a:pt x="876042" y="114042"/>
                    <a:pt x="905933" y="143933"/>
                  </a:cubicBezTo>
                  <a:cubicBezTo>
                    <a:pt x="913128" y="151128"/>
                    <a:pt x="916952" y="161053"/>
                    <a:pt x="922867" y="169333"/>
                  </a:cubicBezTo>
                  <a:cubicBezTo>
                    <a:pt x="931069" y="180816"/>
                    <a:pt x="938975" y="192580"/>
                    <a:pt x="948267" y="203200"/>
                  </a:cubicBezTo>
                  <a:cubicBezTo>
                    <a:pt x="958780" y="215215"/>
                    <a:pt x="970844" y="225778"/>
                    <a:pt x="982133" y="237067"/>
                  </a:cubicBezTo>
                  <a:cubicBezTo>
                    <a:pt x="984955" y="251178"/>
                    <a:pt x="988026" y="265242"/>
                    <a:pt x="990600" y="279400"/>
                  </a:cubicBezTo>
                  <a:cubicBezTo>
                    <a:pt x="993671" y="296290"/>
                    <a:pt x="995700" y="313366"/>
                    <a:pt x="999067" y="330200"/>
                  </a:cubicBezTo>
                  <a:cubicBezTo>
                    <a:pt x="1001349" y="341610"/>
                    <a:pt x="1000860" y="354534"/>
                    <a:pt x="1007533" y="364067"/>
                  </a:cubicBezTo>
                  <a:cubicBezTo>
                    <a:pt x="1021266" y="383686"/>
                    <a:pt x="1041400" y="397934"/>
                    <a:pt x="1058333" y="414867"/>
                  </a:cubicBezTo>
                  <a:cubicBezTo>
                    <a:pt x="1081576" y="438110"/>
                    <a:pt x="1067696" y="429276"/>
                    <a:pt x="1100667" y="440267"/>
                  </a:cubicBezTo>
                  <a:cubicBezTo>
                    <a:pt x="1106311" y="448734"/>
                    <a:pt x="1109133" y="460023"/>
                    <a:pt x="1117600" y="465667"/>
                  </a:cubicBezTo>
                  <a:cubicBezTo>
                    <a:pt x="1127282" y="472122"/>
                    <a:pt x="1140278" y="470936"/>
                    <a:pt x="1151467" y="474133"/>
                  </a:cubicBezTo>
                  <a:cubicBezTo>
                    <a:pt x="1160048" y="476585"/>
                    <a:pt x="1168400" y="479778"/>
                    <a:pt x="1176867" y="482600"/>
                  </a:cubicBezTo>
                  <a:cubicBezTo>
                    <a:pt x="1289747" y="473917"/>
                    <a:pt x="1286933" y="437336"/>
                    <a:pt x="1286933" y="482600"/>
                  </a:cubicBezTo>
                </a:path>
              </a:pathLst>
            </a:custGeom>
            <a:noFill/>
            <a:ln w="19050">
              <a:solidFill>
                <a:srgbClr val="00FF99"/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8" name="Freeform: Shape 147"/>
            <p:cNvSpPr/>
            <p:nvPr/>
          </p:nvSpPr>
          <p:spPr>
            <a:xfrm>
              <a:off x="5069106" y="5661254"/>
              <a:ext cx="1303866" cy="465702"/>
            </a:xfrm>
            <a:custGeom>
              <a:avLst/>
              <a:gdLst>
                <a:gd name="connsiteX0" fmla="*/ 0 w 1303866"/>
                <a:gd name="connsiteY0" fmla="*/ 465702 h 465702"/>
                <a:gd name="connsiteX1" fmla="*/ 84666 w 1303866"/>
                <a:gd name="connsiteY1" fmla="*/ 457236 h 465702"/>
                <a:gd name="connsiteX2" fmla="*/ 143933 w 1303866"/>
                <a:gd name="connsiteY2" fmla="*/ 431836 h 465702"/>
                <a:gd name="connsiteX3" fmla="*/ 211666 w 1303866"/>
                <a:gd name="connsiteY3" fmla="*/ 414902 h 465702"/>
                <a:gd name="connsiteX4" fmla="*/ 228600 w 1303866"/>
                <a:gd name="connsiteY4" fmla="*/ 389502 h 465702"/>
                <a:gd name="connsiteX5" fmla="*/ 237066 w 1303866"/>
                <a:gd name="connsiteY5" fmla="*/ 355636 h 465702"/>
                <a:gd name="connsiteX6" fmla="*/ 262466 w 1303866"/>
                <a:gd name="connsiteY6" fmla="*/ 338702 h 465702"/>
                <a:gd name="connsiteX7" fmla="*/ 296333 w 1303866"/>
                <a:gd name="connsiteY7" fmla="*/ 296369 h 465702"/>
                <a:gd name="connsiteX8" fmla="*/ 330200 w 1303866"/>
                <a:gd name="connsiteY8" fmla="*/ 254036 h 465702"/>
                <a:gd name="connsiteX9" fmla="*/ 364066 w 1303866"/>
                <a:gd name="connsiteY9" fmla="*/ 194769 h 465702"/>
                <a:gd name="connsiteX10" fmla="*/ 406400 w 1303866"/>
                <a:gd name="connsiteY10" fmla="*/ 135502 h 465702"/>
                <a:gd name="connsiteX11" fmla="*/ 440266 w 1303866"/>
                <a:gd name="connsiteY11" fmla="*/ 84702 h 465702"/>
                <a:gd name="connsiteX12" fmla="*/ 465666 w 1303866"/>
                <a:gd name="connsiteY12" fmla="*/ 33902 h 465702"/>
                <a:gd name="connsiteX13" fmla="*/ 491066 w 1303866"/>
                <a:gd name="connsiteY13" fmla="*/ 25436 h 465702"/>
                <a:gd name="connsiteX14" fmla="*/ 508000 w 1303866"/>
                <a:gd name="connsiteY14" fmla="*/ 8502 h 465702"/>
                <a:gd name="connsiteX15" fmla="*/ 541866 w 1303866"/>
                <a:gd name="connsiteY15" fmla="*/ 36 h 465702"/>
                <a:gd name="connsiteX16" fmla="*/ 728133 w 1303866"/>
                <a:gd name="connsiteY16" fmla="*/ 16969 h 465702"/>
                <a:gd name="connsiteX17" fmla="*/ 787400 w 1303866"/>
                <a:gd name="connsiteY17" fmla="*/ 50836 h 465702"/>
                <a:gd name="connsiteX18" fmla="*/ 821266 w 1303866"/>
                <a:gd name="connsiteY18" fmla="*/ 59302 h 465702"/>
                <a:gd name="connsiteX19" fmla="*/ 855133 w 1303866"/>
                <a:gd name="connsiteY19" fmla="*/ 93169 h 465702"/>
                <a:gd name="connsiteX20" fmla="*/ 889000 w 1303866"/>
                <a:gd name="connsiteY20" fmla="*/ 110102 h 465702"/>
                <a:gd name="connsiteX21" fmla="*/ 897466 w 1303866"/>
                <a:gd name="connsiteY21" fmla="*/ 135502 h 465702"/>
                <a:gd name="connsiteX22" fmla="*/ 914400 w 1303866"/>
                <a:gd name="connsiteY22" fmla="*/ 152436 h 465702"/>
                <a:gd name="connsiteX23" fmla="*/ 931333 w 1303866"/>
                <a:gd name="connsiteY23" fmla="*/ 177836 h 465702"/>
                <a:gd name="connsiteX24" fmla="*/ 965200 w 1303866"/>
                <a:gd name="connsiteY24" fmla="*/ 228636 h 465702"/>
                <a:gd name="connsiteX25" fmla="*/ 973666 w 1303866"/>
                <a:gd name="connsiteY25" fmla="*/ 254036 h 465702"/>
                <a:gd name="connsiteX26" fmla="*/ 1016000 w 1303866"/>
                <a:gd name="connsiteY26" fmla="*/ 304836 h 465702"/>
                <a:gd name="connsiteX27" fmla="*/ 1024466 w 1303866"/>
                <a:gd name="connsiteY27" fmla="*/ 338702 h 465702"/>
                <a:gd name="connsiteX28" fmla="*/ 1041400 w 1303866"/>
                <a:gd name="connsiteY28" fmla="*/ 355636 h 465702"/>
                <a:gd name="connsiteX29" fmla="*/ 1058333 w 1303866"/>
                <a:gd name="connsiteY29" fmla="*/ 381036 h 465702"/>
                <a:gd name="connsiteX30" fmla="*/ 1109133 w 1303866"/>
                <a:gd name="connsiteY30" fmla="*/ 406436 h 465702"/>
                <a:gd name="connsiteX31" fmla="*/ 1100666 w 1303866"/>
                <a:gd name="connsiteY31" fmla="*/ 431836 h 465702"/>
                <a:gd name="connsiteX32" fmla="*/ 1143000 w 1303866"/>
                <a:gd name="connsiteY32" fmla="*/ 465702 h 465702"/>
                <a:gd name="connsiteX33" fmla="*/ 1193800 w 1303866"/>
                <a:gd name="connsiteY33" fmla="*/ 457236 h 465702"/>
                <a:gd name="connsiteX34" fmla="*/ 1227666 w 1303866"/>
                <a:gd name="connsiteY34" fmla="*/ 448769 h 465702"/>
                <a:gd name="connsiteX35" fmla="*/ 1303866 w 1303866"/>
                <a:gd name="connsiteY35" fmla="*/ 448769 h 46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303866" h="465702">
                  <a:moveTo>
                    <a:pt x="0" y="465702"/>
                  </a:moveTo>
                  <a:cubicBezTo>
                    <a:pt x="28222" y="462880"/>
                    <a:pt x="56633" y="461549"/>
                    <a:pt x="84666" y="457236"/>
                  </a:cubicBezTo>
                  <a:cubicBezTo>
                    <a:pt x="112139" y="453010"/>
                    <a:pt x="116086" y="441118"/>
                    <a:pt x="143933" y="431836"/>
                  </a:cubicBezTo>
                  <a:cubicBezTo>
                    <a:pt x="166011" y="424476"/>
                    <a:pt x="211666" y="414902"/>
                    <a:pt x="211666" y="414902"/>
                  </a:cubicBezTo>
                  <a:cubicBezTo>
                    <a:pt x="217311" y="406435"/>
                    <a:pt x="224592" y="398855"/>
                    <a:pt x="228600" y="389502"/>
                  </a:cubicBezTo>
                  <a:cubicBezTo>
                    <a:pt x="233184" y="378807"/>
                    <a:pt x="230612" y="365318"/>
                    <a:pt x="237066" y="355636"/>
                  </a:cubicBezTo>
                  <a:cubicBezTo>
                    <a:pt x="242710" y="347169"/>
                    <a:pt x="253999" y="344347"/>
                    <a:pt x="262466" y="338702"/>
                  </a:cubicBezTo>
                  <a:cubicBezTo>
                    <a:pt x="283748" y="274858"/>
                    <a:pt x="252565" y="351078"/>
                    <a:pt x="296333" y="296369"/>
                  </a:cubicBezTo>
                  <a:cubicBezTo>
                    <a:pt x="343071" y="237947"/>
                    <a:pt x="257408" y="302563"/>
                    <a:pt x="330200" y="254036"/>
                  </a:cubicBezTo>
                  <a:cubicBezTo>
                    <a:pt x="352462" y="164982"/>
                    <a:pt x="319230" y="273231"/>
                    <a:pt x="364066" y="194769"/>
                  </a:cubicBezTo>
                  <a:cubicBezTo>
                    <a:pt x="402706" y="127150"/>
                    <a:pt x="330785" y="192213"/>
                    <a:pt x="406400" y="135502"/>
                  </a:cubicBezTo>
                  <a:cubicBezTo>
                    <a:pt x="426529" y="75110"/>
                    <a:pt x="397987" y="148120"/>
                    <a:pt x="440266" y="84702"/>
                  </a:cubicBezTo>
                  <a:cubicBezTo>
                    <a:pt x="457794" y="58410"/>
                    <a:pt x="437120" y="56738"/>
                    <a:pt x="465666" y="33902"/>
                  </a:cubicBezTo>
                  <a:cubicBezTo>
                    <a:pt x="472635" y="28327"/>
                    <a:pt x="482599" y="28258"/>
                    <a:pt x="491066" y="25436"/>
                  </a:cubicBezTo>
                  <a:cubicBezTo>
                    <a:pt x="496711" y="19791"/>
                    <a:pt x="500860" y="12072"/>
                    <a:pt x="508000" y="8502"/>
                  </a:cubicBezTo>
                  <a:cubicBezTo>
                    <a:pt x="518408" y="3298"/>
                    <a:pt x="530239" y="-411"/>
                    <a:pt x="541866" y="36"/>
                  </a:cubicBezTo>
                  <a:cubicBezTo>
                    <a:pt x="604165" y="2432"/>
                    <a:pt x="666044" y="11325"/>
                    <a:pt x="728133" y="16969"/>
                  </a:cubicBezTo>
                  <a:cubicBezTo>
                    <a:pt x="805827" y="42868"/>
                    <a:pt x="684875" y="-425"/>
                    <a:pt x="787400" y="50836"/>
                  </a:cubicBezTo>
                  <a:cubicBezTo>
                    <a:pt x="797808" y="56040"/>
                    <a:pt x="809977" y="56480"/>
                    <a:pt x="821266" y="59302"/>
                  </a:cubicBezTo>
                  <a:cubicBezTo>
                    <a:pt x="832555" y="70591"/>
                    <a:pt x="842361" y="83590"/>
                    <a:pt x="855133" y="93169"/>
                  </a:cubicBezTo>
                  <a:cubicBezTo>
                    <a:pt x="865230" y="100742"/>
                    <a:pt x="880075" y="101177"/>
                    <a:pt x="889000" y="110102"/>
                  </a:cubicBezTo>
                  <a:cubicBezTo>
                    <a:pt x="895311" y="116413"/>
                    <a:pt x="892874" y="127849"/>
                    <a:pt x="897466" y="135502"/>
                  </a:cubicBezTo>
                  <a:cubicBezTo>
                    <a:pt x="901573" y="142347"/>
                    <a:pt x="909413" y="146202"/>
                    <a:pt x="914400" y="152436"/>
                  </a:cubicBezTo>
                  <a:cubicBezTo>
                    <a:pt x="920757" y="160382"/>
                    <a:pt x="926782" y="168735"/>
                    <a:pt x="931333" y="177836"/>
                  </a:cubicBezTo>
                  <a:cubicBezTo>
                    <a:pt x="955839" y="226847"/>
                    <a:pt x="917051" y="180487"/>
                    <a:pt x="965200" y="228636"/>
                  </a:cubicBezTo>
                  <a:cubicBezTo>
                    <a:pt x="968022" y="237103"/>
                    <a:pt x="969675" y="246054"/>
                    <a:pt x="973666" y="254036"/>
                  </a:cubicBezTo>
                  <a:cubicBezTo>
                    <a:pt x="985453" y="277609"/>
                    <a:pt x="997277" y="286113"/>
                    <a:pt x="1016000" y="304836"/>
                  </a:cubicBezTo>
                  <a:cubicBezTo>
                    <a:pt x="1018822" y="316125"/>
                    <a:pt x="1019262" y="328294"/>
                    <a:pt x="1024466" y="338702"/>
                  </a:cubicBezTo>
                  <a:cubicBezTo>
                    <a:pt x="1028036" y="345842"/>
                    <a:pt x="1036413" y="349402"/>
                    <a:pt x="1041400" y="355636"/>
                  </a:cubicBezTo>
                  <a:cubicBezTo>
                    <a:pt x="1047757" y="363582"/>
                    <a:pt x="1051138" y="373841"/>
                    <a:pt x="1058333" y="381036"/>
                  </a:cubicBezTo>
                  <a:cubicBezTo>
                    <a:pt x="1074745" y="397448"/>
                    <a:pt x="1088476" y="399550"/>
                    <a:pt x="1109133" y="406436"/>
                  </a:cubicBezTo>
                  <a:cubicBezTo>
                    <a:pt x="1106311" y="414903"/>
                    <a:pt x="1098916" y="423085"/>
                    <a:pt x="1100666" y="431836"/>
                  </a:cubicBezTo>
                  <a:cubicBezTo>
                    <a:pt x="1102522" y="441115"/>
                    <a:pt x="1139351" y="463269"/>
                    <a:pt x="1143000" y="465702"/>
                  </a:cubicBezTo>
                  <a:cubicBezTo>
                    <a:pt x="1159933" y="462880"/>
                    <a:pt x="1176966" y="460603"/>
                    <a:pt x="1193800" y="457236"/>
                  </a:cubicBezTo>
                  <a:cubicBezTo>
                    <a:pt x="1205210" y="454954"/>
                    <a:pt x="1216064" y="449661"/>
                    <a:pt x="1227666" y="448769"/>
                  </a:cubicBezTo>
                  <a:cubicBezTo>
                    <a:pt x="1252991" y="446821"/>
                    <a:pt x="1278466" y="448769"/>
                    <a:pt x="1303866" y="448769"/>
                  </a:cubicBezTo>
                </a:path>
              </a:pathLst>
            </a:custGeom>
            <a:noFill/>
            <a:ln w="19050">
              <a:solidFill>
                <a:srgbClr val="00FF99"/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9" name="Freeform: Shape 148"/>
            <p:cNvSpPr/>
            <p:nvPr/>
          </p:nvSpPr>
          <p:spPr>
            <a:xfrm>
              <a:off x="5011464" y="5551528"/>
              <a:ext cx="1320800" cy="526115"/>
            </a:xfrm>
            <a:custGeom>
              <a:avLst/>
              <a:gdLst>
                <a:gd name="connsiteX0" fmla="*/ 0 w 1320800"/>
                <a:gd name="connsiteY0" fmla="*/ 51895 h 526115"/>
                <a:gd name="connsiteX1" fmla="*/ 279400 w 1320800"/>
                <a:gd name="connsiteY1" fmla="*/ 51895 h 526115"/>
                <a:gd name="connsiteX2" fmla="*/ 304800 w 1320800"/>
                <a:gd name="connsiteY2" fmla="*/ 60362 h 526115"/>
                <a:gd name="connsiteX3" fmla="*/ 321733 w 1320800"/>
                <a:gd name="connsiteY3" fmla="*/ 94228 h 526115"/>
                <a:gd name="connsiteX4" fmla="*/ 338666 w 1320800"/>
                <a:gd name="connsiteY4" fmla="*/ 111162 h 526115"/>
                <a:gd name="connsiteX5" fmla="*/ 347133 w 1320800"/>
                <a:gd name="connsiteY5" fmla="*/ 136562 h 526115"/>
                <a:gd name="connsiteX6" fmla="*/ 364066 w 1320800"/>
                <a:gd name="connsiteY6" fmla="*/ 170428 h 526115"/>
                <a:gd name="connsiteX7" fmla="*/ 381000 w 1320800"/>
                <a:gd name="connsiteY7" fmla="*/ 322828 h 526115"/>
                <a:gd name="connsiteX8" fmla="*/ 389466 w 1320800"/>
                <a:gd name="connsiteY8" fmla="*/ 356695 h 526115"/>
                <a:gd name="connsiteX9" fmla="*/ 406400 w 1320800"/>
                <a:gd name="connsiteY9" fmla="*/ 373628 h 526115"/>
                <a:gd name="connsiteX10" fmla="*/ 440266 w 1320800"/>
                <a:gd name="connsiteY10" fmla="*/ 415962 h 526115"/>
                <a:gd name="connsiteX11" fmla="*/ 465666 w 1320800"/>
                <a:gd name="connsiteY11" fmla="*/ 424428 h 526115"/>
                <a:gd name="connsiteX12" fmla="*/ 499533 w 1320800"/>
                <a:gd name="connsiteY12" fmla="*/ 458295 h 526115"/>
                <a:gd name="connsiteX13" fmla="*/ 533400 w 1320800"/>
                <a:gd name="connsiteY13" fmla="*/ 492162 h 526115"/>
                <a:gd name="connsiteX14" fmla="*/ 558800 w 1320800"/>
                <a:gd name="connsiteY14" fmla="*/ 517562 h 526115"/>
                <a:gd name="connsiteX15" fmla="*/ 592666 w 1320800"/>
                <a:gd name="connsiteY15" fmla="*/ 526028 h 526115"/>
                <a:gd name="connsiteX16" fmla="*/ 702733 w 1320800"/>
                <a:gd name="connsiteY16" fmla="*/ 509095 h 526115"/>
                <a:gd name="connsiteX17" fmla="*/ 736600 w 1320800"/>
                <a:gd name="connsiteY17" fmla="*/ 500628 h 526115"/>
                <a:gd name="connsiteX18" fmla="*/ 770466 w 1320800"/>
                <a:gd name="connsiteY18" fmla="*/ 483695 h 526115"/>
                <a:gd name="connsiteX19" fmla="*/ 787400 w 1320800"/>
                <a:gd name="connsiteY19" fmla="*/ 415962 h 526115"/>
                <a:gd name="connsiteX20" fmla="*/ 812800 w 1320800"/>
                <a:gd name="connsiteY20" fmla="*/ 348228 h 526115"/>
                <a:gd name="connsiteX21" fmla="*/ 821266 w 1320800"/>
                <a:gd name="connsiteY21" fmla="*/ 288962 h 526115"/>
                <a:gd name="connsiteX22" fmla="*/ 829733 w 1320800"/>
                <a:gd name="connsiteY22" fmla="*/ 178895 h 526115"/>
                <a:gd name="connsiteX23" fmla="*/ 846666 w 1320800"/>
                <a:gd name="connsiteY23" fmla="*/ 145028 h 526115"/>
                <a:gd name="connsiteX24" fmla="*/ 863600 w 1320800"/>
                <a:gd name="connsiteY24" fmla="*/ 85762 h 526115"/>
                <a:gd name="connsiteX25" fmla="*/ 889000 w 1320800"/>
                <a:gd name="connsiteY25" fmla="*/ 77295 h 526115"/>
                <a:gd name="connsiteX26" fmla="*/ 922866 w 1320800"/>
                <a:gd name="connsiteY26" fmla="*/ 60362 h 526115"/>
                <a:gd name="connsiteX27" fmla="*/ 948266 w 1320800"/>
                <a:gd name="connsiteY27" fmla="*/ 43428 h 526115"/>
                <a:gd name="connsiteX28" fmla="*/ 1016000 w 1320800"/>
                <a:gd name="connsiteY28" fmla="*/ 26495 h 526115"/>
                <a:gd name="connsiteX29" fmla="*/ 1202266 w 1320800"/>
                <a:gd name="connsiteY29" fmla="*/ 1095 h 526115"/>
                <a:gd name="connsiteX30" fmla="*/ 1320800 w 1320800"/>
                <a:gd name="connsiteY30" fmla="*/ 1095 h 52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320800" h="526115">
                  <a:moveTo>
                    <a:pt x="0" y="51895"/>
                  </a:moveTo>
                  <a:cubicBezTo>
                    <a:pt x="136182" y="47031"/>
                    <a:pt x="180507" y="27171"/>
                    <a:pt x="279400" y="51895"/>
                  </a:cubicBezTo>
                  <a:cubicBezTo>
                    <a:pt x="288058" y="54060"/>
                    <a:pt x="296333" y="57540"/>
                    <a:pt x="304800" y="60362"/>
                  </a:cubicBezTo>
                  <a:cubicBezTo>
                    <a:pt x="310444" y="71651"/>
                    <a:pt x="314732" y="83727"/>
                    <a:pt x="321733" y="94228"/>
                  </a:cubicBezTo>
                  <a:cubicBezTo>
                    <a:pt x="326161" y="100870"/>
                    <a:pt x="334559" y="104317"/>
                    <a:pt x="338666" y="111162"/>
                  </a:cubicBezTo>
                  <a:cubicBezTo>
                    <a:pt x="343258" y="118815"/>
                    <a:pt x="343617" y="128359"/>
                    <a:pt x="347133" y="136562"/>
                  </a:cubicBezTo>
                  <a:cubicBezTo>
                    <a:pt x="352105" y="148163"/>
                    <a:pt x="358422" y="159139"/>
                    <a:pt x="364066" y="170428"/>
                  </a:cubicBezTo>
                  <a:cubicBezTo>
                    <a:pt x="369711" y="221228"/>
                    <a:pt x="374094" y="272184"/>
                    <a:pt x="381000" y="322828"/>
                  </a:cubicBezTo>
                  <a:cubicBezTo>
                    <a:pt x="382572" y="334358"/>
                    <a:pt x="384262" y="346287"/>
                    <a:pt x="389466" y="356695"/>
                  </a:cubicBezTo>
                  <a:cubicBezTo>
                    <a:pt x="393036" y="363835"/>
                    <a:pt x="401413" y="367395"/>
                    <a:pt x="406400" y="373628"/>
                  </a:cubicBezTo>
                  <a:cubicBezTo>
                    <a:pt x="417048" y="386938"/>
                    <a:pt x="424542" y="406528"/>
                    <a:pt x="440266" y="415962"/>
                  </a:cubicBezTo>
                  <a:cubicBezTo>
                    <a:pt x="447919" y="420554"/>
                    <a:pt x="457199" y="421606"/>
                    <a:pt x="465666" y="424428"/>
                  </a:cubicBezTo>
                  <a:cubicBezTo>
                    <a:pt x="488245" y="492161"/>
                    <a:pt x="454377" y="413139"/>
                    <a:pt x="499533" y="458295"/>
                  </a:cubicBezTo>
                  <a:cubicBezTo>
                    <a:pt x="544689" y="503451"/>
                    <a:pt x="465667" y="469583"/>
                    <a:pt x="533400" y="492162"/>
                  </a:cubicBezTo>
                  <a:cubicBezTo>
                    <a:pt x="541867" y="500629"/>
                    <a:pt x="548404" y="511621"/>
                    <a:pt x="558800" y="517562"/>
                  </a:cubicBezTo>
                  <a:cubicBezTo>
                    <a:pt x="568903" y="523335"/>
                    <a:pt x="581050" y="526711"/>
                    <a:pt x="592666" y="526028"/>
                  </a:cubicBezTo>
                  <a:cubicBezTo>
                    <a:pt x="629723" y="523848"/>
                    <a:pt x="666177" y="515546"/>
                    <a:pt x="702733" y="509095"/>
                  </a:cubicBezTo>
                  <a:cubicBezTo>
                    <a:pt x="714192" y="507073"/>
                    <a:pt x="725704" y="504714"/>
                    <a:pt x="736600" y="500628"/>
                  </a:cubicBezTo>
                  <a:cubicBezTo>
                    <a:pt x="748418" y="496196"/>
                    <a:pt x="759177" y="489339"/>
                    <a:pt x="770466" y="483695"/>
                  </a:cubicBezTo>
                  <a:cubicBezTo>
                    <a:pt x="776111" y="461117"/>
                    <a:pt x="778757" y="437570"/>
                    <a:pt x="787400" y="415962"/>
                  </a:cubicBezTo>
                  <a:cubicBezTo>
                    <a:pt x="807647" y="365342"/>
                    <a:pt x="799527" y="388046"/>
                    <a:pt x="812800" y="348228"/>
                  </a:cubicBezTo>
                  <a:cubicBezTo>
                    <a:pt x="815622" y="328473"/>
                    <a:pt x="819280" y="308819"/>
                    <a:pt x="821266" y="288962"/>
                  </a:cubicBezTo>
                  <a:cubicBezTo>
                    <a:pt x="824927" y="252347"/>
                    <a:pt x="823338" y="215132"/>
                    <a:pt x="829733" y="178895"/>
                  </a:cubicBezTo>
                  <a:cubicBezTo>
                    <a:pt x="831926" y="166466"/>
                    <a:pt x="842234" y="156846"/>
                    <a:pt x="846666" y="145028"/>
                  </a:cubicBezTo>
                  <a:cubicBezTo>
                    <a:pt x="846798" y="144676"/>
                    <a:pt x="859506" y="89856"/>
                    <a:pt x="863600" y="85762"/>
                  </a:cubicBezTo>
                  <a:cubicBezTo>
                    <a:pt x="869911" y="79451"/>
                    <a:pt x="880797" y="80811"/>
                    <a:pt x="889000" y="77295"/>
                  </a:cubicBezTo>
                  <a:cubicBezTo>
                    <a:pt x="900601" y="72323"/>
                    <a:pt x="911908" y="66624"/>
                    <a:pt x="922866" y="60362"/>
                  </a:cubicBezTo>
                  <a:cubicBezTo>
                    <a:pt x="931701" y="55313"/>
                    <a:pt x="939164" y="47979"/>
                    <a:pt x="948266" y="43428"/>
                  </a:cubicBezTo>
                  <a:cubicBezTo>
                    <a:pt x="966418" y="34352"/>
                    <a:pt x="998617" y="30358"/>
                    <a:pt x="1016000" y="26495"/>
                  </a:cubicBezTo>
                  <a:cubicBezTo>
                    <a:pt x="1102608" y="7248"/>
                    <a:pt x="1024438" y="12209"/>
                    <a:pt x="1202266" y="1095"/>
                  </a:cubicBezTo>
                  <a:cubicBezTo>
                    <a:pt x="1241700" y="-1370"/>
                    <a:pt x="1281289" y="1095"/>
                    <a:pt x="1320800" y="1095"/>
                  </a:cubicBezTo>
                </a:path>
              </a:pathLst>
            </a:custGeom>
            <a:noFill/>
            <a:ln w="19050">
              <a:solidFill>
                <a:srgbClr val="00FF99"/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0" name="Freeform: Shape 149"/>
            <p:cNvSpPr/>
            <p:nvPr/>
          </p:nvSpPr>
          <p:spPr>
            <a:xfrm>
              <a:off x="5069106" y="5588425"/>
              <a:ext cx="1202266" cy="509068"/>
            </a:xfrm>
            <a:custGeom>
              <a:avLst/>
              <a:gdLst>
                <a:gd name="connsiteX0" fmla="*/ 0 w 1202266"/>
                <a:gd name="connsiteY0" fmla="*/ 68802 h 509068"/>
                <a:gd name="connsiteX1" fmla="*/ 177800 w 1202266"/>
                <a:gd name="connsiteY1" fmla="*/ 60335 h 509068"/>
                <a:gd name="connsiteX2" fmla="*/ 203200 w 1202266"/>
                <a:gd name="connsiteY2" fmla="*/ 111135 h 509068"/>
                <a:gd name="connsiteX3" fmla="*/ 228600 w 1202266"/>
                <a:gd name="connsiteY3" fmla="*/ 119602 h 509068"/>
                <a:gd name="connsiteX4" fmla="*/ 237066 w 1202266"/>
                <a:gd name="connsiteY4" fmla="*/ 145002 h 509068"/>
                <a:gd name="connsiteX5" fmla="*/ 296333 w 1202266"/>
                <a:gd name="connsiteY5" fmla="*/ 161935 h 509068"/>
                <a:gd name="connsiteX6" fmla="*/ 313266 w 1202266"/>
                <a:gd name="connsiteY6" fmla="*/ 221202 h 509068"/>
                <a:gd name="connsiteX7" fmla="*/ 321733 w 1202266"/>
                <a:gd name="connsiteY7" fmla="*/ 272002 h 509068"/>
                <a:gd name="connsiteX8" fmla="*/ 338666 w 1202266"/>
                <a:gd name="connsiteY8" fmla="*/ 297402 h 509068"/>
                <a:gd name="connsiteX9" fmla="*/ 355600 w 1202266"/>
                <a:gd name="connsiteY9" fmla="*/ 356668 h 509068"/>
                <a:gd name="connsiteX10" fmla="*/ 372533 w 1202266"/>
                <a:gd name="connsiteY10" fmla="*/ 390535 h 509068"/>
                <a:gd name="connsiteX11" fmla="*/ 397933 w 1202266"/>
                <a:gd name="connsiteY11" fmla="*/ 475202 h 509068"/>
                <a:gd name="connsiteX12" fmla="*/ 423333 w 1202266"/>
                <a:gd name="connsiteY12" fmla="*/ 500602 h 509068"/>
                <a:gd name="connsiteX13" fmla="*/ 448733 w 1202266"/>
                <a:gd name="connsiteY13" fmla="*/ 509068 h 509068"/>
                <a:gd name="connsiteX14" fmla="*/ 618066 w 1202266"/>
                <a:gd name="connsiteY14" fmla="*/ 500602 h 509068"/>
                <a:gd name="connsiteX15" fmla="*/ 643466 w 1202266"/>
                <a:gd name="connsiteY15" fmla="*/ 483668 h 509068"/>
                <a:gd name="connsiteX16" fmla="*/ 668866 w 1202266"/>
                <a:gd name="connsiteY16" fmla="*/ 475202 h 509068"/>
                <a:gd name="connsiteX17" fmla="*/ 719666 w 1202266"/>
                <a:gd name="connsiteY17" fmla="*/ 432868 h 509068"/>
                <a:gd name="connsiteX18" fmla="*/ 762000 w 1202266"/>
                <a:gd name="connsiteY18" fmla="*/ 356668 h 509068"/>
                <a:gd name="connsiteX19" fmla="*/ 821266 w 1202266"/>
                <a:gd name="connsiteY19" fmla="*/ 305868 h 509068"/>
                <a:gd name="connsiteX20" fmla="*/ 829733 w 1202266"/>
                <a:gd name="connsiteY20" fmla="*/ 280468 h 509068"/>
                <a:gd name="connsiteX21" fmla="*/ 855133 w 1202266"/>
                <a:gd name="connsiteY21" fmla="*/ 246602 h 509068"/>
                <a:gd name="connsiteX22" fmla="*/ 872066 w 1202266"/>
                <a:gd name="connsiteY22" fmla="*/ 187335 h 509068"/>
                <a:gd name="connsiteX23" fmla="*/ 889000 w 1202266"/>
                <a:gd name="connsiteY23" fmla="*/ 170402 h 509068"/>
                <a:gd name="connsiteX24" fmla="*/ 897466 w 1202266"/>
                <a:gd name="connsiteY24" fmla="*/ 136535 h 509068"/>
                <a:gd name="connsiteX25" fmla="*/ 948266 w 1202266"/>
                <a:gd name="connsiteY25" fmla="*/ 18002 h 509068"/>
                <a:gd name="connsiteX26" fmla="*/ 1007533 w 1202266"/>
                <a:gd name="connsiteY26" fmla="*/ 1068 h 509068"/>
                <a:gd name="connsiteX27" fmla="*/ 1202266 w 1202266"/>
                <a:gd name="connsiteY27" fmla="*/ 1068 h 509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02266" h="509068">
                  <a:moveTo>
                    <a:pt x="0" y="68802"/>
                  </a:moveTo>
                  <a:cubicBezTo>
                    <a:pt x="71352" y="40260"/>
                    <a:pt x="65831" y="35453"/>
                    <a:pt x="177800" y="60335"/>
                  </a:cubicBezTo>
                  <a:cubicBezTo>
                    <a:pt x="197988" y="64821"/>
                    <a:pt x="193002" y="100937"/>
                    <a:pt x="203200" y="111135"/>
                  </a:cubicBezTo>
                  <a:cubicBezTo>
                    <a:pt x="209511" y="117446"/>
                    <a:pt x="220133" y="116780"/>
                    <a:pt x="228600" y="119602"/>
                  </a:cubicBezTo>
                  <a:cubicBezTo>
                    <a:pt x="231422" y="128069"/>
                    <a:pt x="230755" y="138691"/>
                    <a:pt x="237066" y="145002"/>
                  </a:cubicBezTo>
                  <a:cubicBezTo>
                    <a:pt x="241113" y="149049"/>
                    <a:pt x="296043" y="161862"/>
                    <a:pt x="296333" y="161935"/>
                  </a:cubicBezTo>
                  <a:cubicBezTo>
                    <a:pt x="304405" y="186149"/>
                    <a:pt x="307949" y="194616"/>
                    <a:pt x="313266" y="221202"/>
                  </a:cubicBezTo>
                  <a:cubicBezTo>
                    <a:pt x="316633" y="238036"/>
                    <a:pt x="316304" y="255716"/>
                    <a:pt x="321733" y="272002"/>
                  </a:cubicBezTo>
                  <a:cubicBezTo>
                    <a:pt x="324951" y="281655"/>
                    <a:pt x="333022" y="288935"/>
                    <a:pt x="338666" y="297402"/>
                  </a:cubicBezTo>
                  <a:cubicBezTo>
                    <a:pt x="342963" y="314589"/>
                    <a:pt x="348312" y="339662"/>
                    <a:pt x="355600" y="356668"/>
                  </a:cubicBezTo>
                  <a:cubicBezTo>
                    <a:pt x="360572" y="368269"/>
                    <a:pt x="368101" y="378717"/>
                    <a:pt x="372533" y="390535"/>
                  </a:cubicBezTo>
                  <a:cubicBezTo>
                    <a:pt x="379439" y="408951"/>
                    <a:pt x="386355" y="463624"/>
                    <a:pt x="397933" y="475202"/>
                  </a:cubicBezTo>
                  <a:cubicBezTo>
                    <a:pt x="406400" y="483669"/>
                    <a:pt x="413370" y="493960"/>
                    <a:pt x="423333" y="500602"/>
                  </a:cubicBezTo>
                  <a:cubicBezTo>
                    <a:pt x="430759" y="505552"/>
                    <a:pt x="440266" y="506246"/>
                    <a:pt x="448733" y="509068"/>
                  </a:cubicBezTo>
                  <a:cubicBezTo>
                    <a:pt x="505177" y="506246"/>
                    <a:pt x="562026" y="507912"/>
                    <a:pt x="618066" y="500602"/>
                  </a:cubicBezTo>
                  <a:cubicBezTo>
                    <a:pt x="628156" y="499286"/>
                    <a:pt x="634364" y="488219"/>
                    <a:pt x="643466" y="483668"/>
                  </a:cubicBezTo>
                  <a:cubicBezTo>
                    <a:pt x="651448" y="479677"/>
                    <a:pt x="660399" y="478024"/>
                    <a:pt x="668866" y="475202"/>
                  </a:cubicBezTo>
                  <a:cubicBezTo>
                    <a:pt x="684675" y="464662"/>
                    <a:pt x="710079" y="450124"/>
                    <a:pt x="719666" y="432868"/>
                  </a:cubicBezTo>
                  <a:cubicBezTo>
                    <a:pt x="771466" y="339629"/>
                    <a:pt x="703130" y="415538"/>
                    <a:pt x="762000" y="356668"/>
                  </a:cubicBezTo>
                  <a:cubicBezTo>
                    <a:pt x="779468" y="286790"/>
                    <a:pt x="752258" y="355160"/>
                    <a:pt x="821266" y="305868"/>
                  </a:cubicBezTo>
                  <a:cubicBezTo>
                    <a:pt x="828528" y="300681"/>
                    <a:pt x="825305" y="288217"/>
                    <a:pt x="829733" y="280468"/>
                  </a:cubicBezTo>
                  <a:cubicBezTo>
                    <a:pt x="836734" y="268216"/>
                    <a:pt x="846666" y="257891"/>
                    <a:pt x="855133" y="246602"/>
                  </a:cubicBezTo>
                  <a:cubicBezTo>
                    <a:pt x="856713" y="240281"/>
                    <a:pt x="866862" y="196008"/>
                    <a:pt x="872066" y="187335"/>
                  </a:cubicBezTo>
                  <a:cubicBezTo>
                    <a:pt x="876173" y="180490"/>
                    <a:pt x="883355" y="176046"/>
                    <a:pt x="889000" y="170402"/>
                  </a:cubicBezTo>
                  <a:cubicBezTo>
                    <a:pt x="891822" y="159113"/>
                    <a:pt x="894122" y="147681"/>
                    <a:pt x="897466" y="136535"/>
                  </a:cubicBezTo>
                  <a:cubicBezTo>
                    <a:pt x="903173" y="117511"/>
                    <a:pt x="933584" y="22896"/>
                    <a:pt x="948266" y="18002"/>
                  </a:cubicBezTo>
                  <a:cubicBezTo>
                    <a:pt x="961263" y="13669"/>
                    <a:pt x="995572" y="1511"/>
                    <a:pt x="1007533" y="1068"/>
                  </a:cubicBezTo>
                  <a:cubicBezTo>
                    <a:pt x="1072400" y="-1335"/>
                    <a:pt x="1137355" y="1068"/>
                    <a:pt x="1202266" y="1068"/>
                  </a:cubicBezTo>
                </a:path>
              </a:pathLst>
            </a:custGeom>
            <a:noFill/>
            <a:ln w="19050">
              <a:solidFill>
                <a:srgbClr val="00FF99"/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1" name="Freeform: Shape 150"/>
            <p:cNvSpPr/>
            <p:nvPr/>
          </p:nvSpPr>
          <p:spPr>
            <a:xfrm>
              <a:off x="5018306" y="5555627"/>
              <a:ext cx="1295400" cy="482600"/>
            </a:xfrm>
            <a:custGeom>
              <a:avLst/>
              <a:gdLst>
                <a:gd name="connsiteX0" fmla="*/ 0 w 1295400"/>
                <a:gd name="connsiteY0" fmla="*/ 118533 h 482600"/>
                <a:gd name="connsiteX1" fmla="*/ 296333 w 1295400"/>
                <a:gd name="connsiteY1" fmla="*/ 110066 h 482600"/>
                <a:gd name="connsiteX2" fmla="*/ 321733 w 1295400"/>
                <a:gd name="connsiteY2" fmla="*/ 118533 h 482600"/>
                <a:gd name="connsiteX3" fmla="*/ 338666 w 1295400"/>
                <a:gd name="connsiteY3" fmla="*/ 152400 h 482600"/>
                <a:gd name="connsiteX4" fmla="*/ 364066 w 1295400"/>
                <a:gd name="connsiteY4" fmla="*/ 169333 h 482600"/>
                <a:gd name="connsiteX5" fmla="*/ 372533 w 1295400"/>
                <a:gd name="connsiteY5" fmla="*/ 194733 h 482600"/>
                <a:gd name="connsiteX6" fmla="*/ 389466 w 1295400"/>
                <a:gd name="connsiteY6" fmla="*/ 228600 h 482600"/>
                <a:gd name="connsiteX7" fmla="*/ 406400 w 1295400"/>
                <a:gd name="connsiteY7" fmla="*/ 287866 h 482600"/>
                <a:gd name="connsiteX8" fmla="*/ 431800 w 1295400"/>
                <a:gd name="connsiteY8" fmla="*/ 313266 h 482600"/>
                <a:gd name="connsiteX9" fmla="*/ 440266 w 1295400"/>
                <a:gd name="connsiteY9" fmla="*/ 338666 h 482600"/>
                <a:gd name="connsiteX10" fmla="*/ 457200 w 1295400"/>
                <a:gd name="connsiteY10" fmla="*/ 355600 h 482600"/>
                <a:gd name="connsiteX11" fmla="*/ 474133 w 1295400"/>
                <a:gd name="connsiteY11" fmla="*/ 381000 h 482600"/>
                <a:gd name="connsiteX12" fmla="*/ 508000 w 1295400"/>
                <a:gd name="connsiteY12" fmla="*/ 431800 h 482600"/>
                <a:gd name="connsiteX13" fmla="*/ 516466 w 1295400"/>
                <a:gd name="connsiteY13" fmla="*/ 457200 h 482600"/>
                <a:gd name="connsiteX14" fmla="*/ 558800 w 1295400"/>
                <a:gd name="connsiteY14" fmla="*/ 482600 h 482600"/>
                <a:gd name="connsiteX15" fmla="*/ 778933 w 1295400"/>
                <a:gd name="connsiteY15" fmla="*/ 474133 h 482600"/>
                <a:gd name="connsiteX16" fmla="*/ 812800 w 1295400"/>
                <a:gd name="connsiteY16" fmla="*/ 465666 h 482600"/>
                <a:gd name="connsiteX17" fmla="*/ 855133 w 1295400"/>
                <a:gd name="connsiteY17" fmla="*/ 431800 h 482600"/>
                <a:gd name="connsiteX18" fmla="*/ 880533 w 1295400"/>
                <a:gd name="connsiteY18" fmla="*/ 296333 h 482600"/>
                <a:gd name="connsiteX19" fmla="*/ 897466 w 1295400"/>
                <a:gd name="connsiteY19" fmla="*/ 186266 h 482600"/>
                <a:gd name="connsiteX20" fmla="*/ 905933 w 1295400"/>
                <a:gd name="connsiteY20" fmla="*/ 152400 h 482600"/>
                <a:gd name="connsiteX21" fmla="*/ 922866 w 1295400"/>
                <a:gd name="connsiteY21" fmla="*/ 135466 h 482600"/>
                <a:gd name="connsiteX22" fmla="*/ 956733 w 1295400"/>
                <a:gd name="connsiteY22" fmla="*/ 101600 h 482600"/>
                <a:gd name="connsiteX23" fmla="*/ 973666 w 1295400"/>
                <a:gd name="connsiteY23" fmla="*/ 76200 h 482600"/>
                <a:gd name="connsiteX24" fmla="*/ 1016000 w 1295400"/>
                <a:gd name="connsiteY24" fmla="*/ 67733 h 482600"/>
                <a:gd name="connsiteX25" fmla="*/ 1049866 w 1295400"/>
                <a:gd name="connsiteY25" fmla="*/ 59266 h 482600"/>
                <a:gd name="connsiteX26" fmla="*/ 1151466 w 1295400"/>
                <a:gd name="connsiteY26" fmla="*/ 42333 h 482600"/>
                <a:gd name="connsiteX27" fmla="*/ 1236133 w 1295400"/>
                <a:gd name="connsiteY27" fmla="*/ 16933 h 482600"/>
                <a:gd name="connsiteX28" fmla="*/ 1270000 w 1295400"/>
                <a:gd name="connsiteY28" fmla="*/ 8466 h 482600"/>
                <a:gd name="connsiteX29" fmla="*/ 1295400 w 1295400"/>
                <a:gd name="connsiteY29" fmla="*/ 0 h 482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295400" h="482600">
                  <a:moveTo>
                    <a:pt x="0" y="118533"/>
                  </a:moveTo>
                  <a:cubicBezTo>
                    <a:pt x="147517" y="107186"/>
                    <a:pt x="181054" y="90853"/>
                    <a:pt x="296333" y="110066"/>
                  </a:cubicBezTo>
                  <a:cubicBezTo>
                    <a:pt x="305136" y="111533"/>
                    <a:pt x="313266" y="115711"/>
                    <a:pt x="321733" y="118533"/>
                  </a:cubicBezTo>
                  <a:cubicBezTo>
                    <a:pt x="327377" y="129822"/>
                    <a:pt x="330586" y="142704"/>
                    <a:pt x="338666" y="152400"/>
                  </a:cubicBezTo>
                  <a:cubicBezTo>
                    <a:pt x="345180" y="160217"/>
                    <a:pt x="357709" y="161387"/>
                    <a:pt x="364066" y="169333"/>
                  </a:cubicBezTo>
                  <a:cubicBezTo>
                    <a:pt x="369641" y="176302"/>
                    <a:pt x="369017" y="186530"/>
                    <a:pt x="372533" y="194733"/>
                  </a:cubicBezTo>
                  <a:cubicBezTo>
                    <a:pt x="377505" y="206334"/>
                    <a:pt x="385034" y="216782"/>
                    <a:pt x="389466" y="228600"/>
                  </a:cubicBezTo>
                  <a:cubicBezTo>
                    <a:pt x="391885" y="235052"/>
                    <a:pt x="400552" y="279094"/>
                    <a:pt x="406400" y="287866"/>
                  </a:cubicBezTo>
                  <a:cubicBezTo>
                    <a:pt x="413042" y="297829"/>
                    <a:pt x="423333" y="304799"/>
                    <a:pt x="431800" y="313266"/>
                  </a:cubicBezTo>
                  <a:cubicBezTo>
                    <a:pt x="434622" y="321733"/>
                    <a:pt x="435674" y="331013"/>
                    <a:pt x="440266" y="338666"/>
                  </a:cubicBezTo>
                  <a:cubicBezTo>
                    <a:pt x="444373" y="345511"/>
                    <a:pt x="452213" y="349366"/>
                    <a:pt x="457200" y="355600"/>
                  </a:cubicBezTo>
                  <a:cubicBezTo>
                    <a:pt x="463557" y="363546"/>
                    <a:pt x="469582" y="371899"/>
                    <a:pt x="474133" y="381000"/>
                  </a:cubicBezTo>
                  <a:cubicBezTo>
                    <a:pt x="498639" y="430011"/>
                    <a:pt x="459851" y="383651"/>
                    <a:pt x="508000" y="431800"/>
                  </a:cubicBezTo>
                  <a:cubicBezTo>
                    <a:pt x="510822" y="440267"/>
                    <a:pt x="511874" y="449547"/>
                    <a:pt x="516466" y="457200"/>
                  </a:cubicBezTo>
                  <a:cubicBezTo>
                    <a:pt x="528087" y="476569"/>
                    <a:pt x="538823" y="475941"/>
                    <a:pt x="558800" y="482600"/>
                  </a:cubicBezTo>
                  <a:cubicBezTo>
                    <a:pt x="632178" y="479778"/>
                    <a:pt x="705664" y="479018"/>
                    <a:pt x="778933" y="474133"/>
                  </a:cubicBezTo>
                  <a:cubicBezTo>
                    <a:pt x="790544" y="473359"/>
                    <a:pt x="803714" y="472935"/>
                    <a:pt x="812800" y="465666"/>
                  </a:cubicBezTo>
                  <a:cubicBezTo>
                    <a:pt x="873529" y="417082"/>
                    <a:pt x="749262" y="458265"/>
                    <a:pt x="855133" y="431800"/>
                  </a:cubicBezTo>
                  <a:cubicBezTo>
                    <a:pt x="874240" y="374482"/>
                    <a:pt x="866815" y="401506"/>
                    <a:pt x="880533" y="296333"/>
                  </a:cubicBezTo>
                  <a:cubicBezTo>
                    <a:pt x="901772" y="133498"/>
                    <a:pt x="876292" y="260376"/>
                    <a:pt x="897466" y="186266"/>
                  </a:cubicBezTo>
                  <a:cubicBezTo>
                    <a:pt x="900663" y="175078"/>
                    <a:pt x="900729" y="162808"/>
                    <a:pt x="905933" y="152400"/>
                  </a:cubicBezTo>
                  <a:cubicBezTo>
                    <a:pt x="909503" y="145260"/>
                    <a:pt x="917222" y="141111"/>
                    <a:pt x="922866" y="135466"/>
                  </a:cubicBezTo>
                  <a:cubicBezTo>
                    <a:pt x="941340" y="80047"/>
                    <a:pt x="915682" y="134441"/>
                    <a:pt x="956733" y="101600"/>
                  </a:cubicBezTo>
                  <a:cubicBezTo>
                    <a:pt x="964679" y="95243"/>
                    <a:pt x="964831" y="81249"/>
                    <a:pt x="973666" y="76200"/>
                  </a:cubicBezTo>
                  <a:cubicBezTo>
                    <a:pt x="986161" y="69060"/>
                    <a:pt x="1001952" y="70855"/>
                    <a:pt x="1016000" y="67733"/>
                  </a:cubicBezTo>
                  <a:cubicBezTo>
                    <a:pt x="1027359" y="65209"/>
                    <a:pt x="1038429" y="61410"/>
                    <a:pt x="1049866" y="59266"/>
                  </a:cubicBezTo>
                  <a:cubicBezTo>
                    <a:pt x="1083612" y="52939"/>
                    <a:pt x="1117599" y="47977"/>
                    <a:pt x="1151466" y="42333"/>
                  </a:cubicBezTo>
                  <a:cubicBezTo>
                    <a:pt x="1190047" y="29472"/>
                    <a:pt x="1182814" y="31474"/>
                    <a:pt x="1236133" y="16933"/>
                  </a:cubicBezTo>
                  <a:cubicBezTo>
                    <a:pt x="1247359" y="13871"/>
                    <a:pt x="1258811" y="11663"/>
                    <a:pt x="1270000" y="8466"/>
                  </a:cubicBezTo>
                  <a:cubicBezTo>
                    <a:pt x="1278581" y="6014"/>
                    <a:pt x="1295400" y="0"/>
                    <a:pt x="1295400" y="0"/>
                  </a:cubicBezTo>
                </a:path>
              </a:pathLst>
            </a:custGeom>
            <a:noFill/>
            <a:ln w="19050">
              <a:solidFill>
                <a:srgbClr val="00FF99"/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2" name="Freeform: Shape 151"/>
            <p:cNvSpPr/>
            <p:nvPr/>
          </p:nvSpPr>
          <p:spPr>
            <a:xfrm>
              <a:off x="5077572" y="5554433"/>
              <a:ext cx="1227667" cy="492260"/>
            </a:xfrm>
            <a:custGeom>
              <a:avLst/>
              <a:gdLst>
                <a:gd name="connsiteX0" fmla="*/ 0 w 1227667"/>
                <a:gd name="connsiteY0" fmla="*/ 85860 h 492260"/>
                <a:gd name="connsiteX1" fmla="*/ 262467 w 1227667"/>
                <a:gd name="connsiteY1" fmla="*/ 94327 h 492260"/>
                <a:gd name="connsiteX2" fmla="*/ 287867 w 1227667"/>
                <a:gd name="connsiteY2" fmla="*/ 170527 h 492260"/>
                <a:gd name="connsiteX3" fmla="*/ 330200 w 1227667"/>
                <a:gd name="connsiteY3" fmla="*/ 221327 h 492260"/>
                <a:gd name="connsiteX4" fmla="*/ 338667 w 1227667"/>
                <a:gd name="connsiteY4" fmla="*/ 246727 h 492260"/>
                <a:gd name="connsiteX5" fmla="*/ 389467 w 1227667"/>
                <a:gd name="connsiteY5" fmla="*/ 305994 h 492260"/>
                <a:gd name="connsiteX6" fmla="*/ 414867 w 1227667"/>
                <a:gd name="connsiteY6" fmla="*/ 331394 h 492260"/>
                <a:gd name="connsiteX7" fmla="*/ 431800 w 1227667"/>
                <a:gd name="connsiteY7" fmla="*/ 390660 h 492260"/>
                <a:gd name="connsiteX8" fmla="*/ 448734 w 1227667"/>
                <a:gd name="connsiteY8" fmla="*/ 416060 h 492260"/>
                <a:gd name="connsiteX9" fmla="*/ 457200 w 1227667"/>
                <a:gd name="connsiteY9" fmla="*/ 441460 h 492260"/>
                <a:gd name="connsiteX10" fmla="*/ 508000 w 1227667"/>
                <a:gd name="connsiteY10" fmla="*/ 458394 h 492260"/>
                <a:gd name="connsiteX11" fmla="*/ 533400 w 1227667"/>
                <a:gd name="connsiteY11" fmla="*/ 466860 h 492260"/>
                <a:gd name="connsiteX12" fmla="*/ 643467 w 1227667"/>
                <a:gd name="connsiteY12" fmla="*/ 492260 h 492260"/>
                <a:gd name="connsiteX13" fmla="*/ 753534 w 1227667"/>
                <a:gd name="connsiteY13" fmla="*/ 475327 h 492260"/>
                <a:gd name="connsiteX14" fmla="*/ 770467 w 1227667"/>
                <a:gd name="connsiteY14" fmla="*/ 424527 h 492260"/>
                <a:gd name="connsiteX15" fmla="*/ 795867 w 1227667"/>
                <a:gd name="connsiteY15" fmla="*/ 356794 h 492260"/>
                <a:gd name="connsiteX16" fmla="*/ 812800 w 1227667"/>
                <a:gd name="connsiteY16" fmla="*/ 297527 h 492260"/>
                <a:gd name="connsiteX17" fmla="*/ 829734 w 1227667"/>
                <a:gd name="connsiteY17" fmla="*/ 280594 h 492260"/>
                <a:gd name="connsiteX18" fmla="*/ 838200 w 1227667"/>
                <a:gd name="connsiteY18" fmla="*/ 255194 h 492260"/>
                <a:gd name="connsiteX19" fmla="*/ 855134 w 1227667"/>
                <a:gd name="connsiteY19" fmla="*/ 195927 h 492260"/>
                <a:gd name="connsiteX20" fmla="*/ 872067 w 1227667"/>
                <a:gd name="connsiteY20" fmla="*/ 162060 h 492260"/>
                <a:gd name="connsiteX21" fmla="*/ 880534 w 1227667"/>
                <a:gd name="connsiteY21" fmla="*/ 128194 h 492260"/>
                <a:gd name="connsiteX22" fmla="*/ 914400 w 1227667"/>
                <a:gd name="connsiteY22" fmla="*/ 85860 h 492260"/>
                <a:gd name="connsiteX23" fmla="*/ 948267 w 1227667"/>
                <a:gd name="connsiteY23" fmla="*/ 77394 h 492260"/>
                <a:gd name="connsiteX24" fmla="*/ 973667 w 1227667"/>
                <a:gd name="connsiteY24" fmla="*/ 68927 h 492260"/>
                <a:gd name="connsiteX25" fmla="*/ 999067 w 1227667"/>
                <a:gd name="connsiteY25" fmla="*/ 51994 h 492260"/>
                <a:gd name="connsiteX26" fmla="*/ 1049867 w 1227667"/>
                <a:gd name="connsiteY26" fmla="*/ 35060 h 492260"/>
                <a:gd name="connsiteX27" fmla="*/ 1075267 w 1227667"/>
                <a:gd name="connsiteY27" fmla="*/ 26594 h 492260"/>
                <a:gd name="connsiteX28" fmla="*/ 1134534 w 1227667"/>
                <a:gd name="connsiteY28" fmla="*/ 1194 h 492260"/>
                <a:gd name="connsiteX29" fmla="*/ 1143000 w 1227667"/>
                <a:gd name="connsiteY29" fmla="*/ 26594 h 492260"/>
                <a:gd name="connsiteX30" fmla="*/ 1227667 w 1227667"/>
                <a:gd name="connsiteY30" fmla="*/ 35060 h 492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227667" h="492260">
                  <a:moveTo>
                    <a:pt x="0" y="85860"/>
                  </a:moveTo>
                  <a:cubicBezTo>
                    <a:pt x="87489" y="88682"/>
                    <a:pt x="178489" y="69628"/>
                    <a:pt x="262467" y="94327"/>
                  </a:cubicBezTo>
                  <a:cubicBezTo>
                    <a:pt x="288153" y="101882"/>
                    <a:pt x="273016" y="148250"/>
                    <a:pt x="287867" y="170527"/>
                  </a:cubicBezTo>
                  <a:cubicBezTo>
                    <a:pt x="311442" y="205890"/>
                    <a:pt x="297605" y="188732"/>
                    <a:pt x="330200" y="221327"/>
                  </a:cubicBezTo>
                  <a:cubicBezTo>
                    <a:pt x="333022" y="229794"/>
                    <a:pt x="334676" y="238745"/>
                    <a:pt x="338667" y="246727"/>
                  </a:cubicBezTo>
                  <a:cubicBezTo>
                    <a:pt x="351562" y="272517"/>
                    <a:pt x="368634" y="285161"/>
                    <a:pt x="389467" y="305994"/>
                  </a:cubicBezTo>
                  <a:lnTo>
                    <a:pt x="414867" y="331394"/>
                  </a:lnTo>
                  <a:cubicBezTo>
                    <a:pt x="417578" y="342238"/>
                    <a:pt x="425729" y="378519"/>
                    <a:pt x="431800" y="390660"/>
                  </a:cubicBezTo>
                  <a:cubicBezTo>
                    <a:pt x="436351" y="399762"/>
                    <a:pt x="443089" y="407593"/>
                    <a:pt x="448734" y="416060"/>
                  </a:cubicBezTo>
                  <a:cubicBezTo>
                    <a:pt x="451556" y="424527"/>
                    <a:pt x="449938" y="436273"/>
                    <a:pt x="457200" y="441460"/>
                  </a:cubicBezTo>
                  <a:cubicBezTo>
                    <a:pt x="471724" y="451835"/>
                    <a:pt x="491067" y="452750"/>
                    <a:pt x="508000" y="458394"/>
                  </a:cubicBezTo>
                  <a:cubicBezTo>
                    <a:pt x="516467" y="461216"/>
                    <a:pt x="524688" y="464924"/>
                    <a:pt x="533400" y="466860"/>
                  </a:cubicBezTo>
                  <a:cubicBezTo>
                    <a:pt x="620959" y="486318"/>
                    <a:pt x="584357" y="477484"/>
                    <a:pt x="643467" y="492260"/>
                  </a:cubicBezTo>
                  <a:cubicBezTo>
                    <a:pt x="680156" y="486616"/>
                    <a:pt x="720780" y="492795"/>
                    <a:pt x="753534" y="475327"/>
                  </a:cubicBezTo>
                  <a:cubicBezTo>
                    <a:pt x="769283" y="466927"/>
                    <a:pt x="766138" y="441843"/>
                    <a:pt x="770467" y="424527"/>
                  </a:cubicBezTo>
                  <a:cubicBezTo>
                    <a:pt x="792201" y="337595"/>
                    <a:pt x="762661" y="445343"/>
                    <a:pt x="795867" y="356794"/>
                  </a:cubicBezTo>
                  <a:cubicBezTo>
                    <a:pt x="799554" y="346962"/>
                    <a:pt x="805981" y="308893"/>
                    <a:pt x="812800" y="297527"/>
                  </a:cubicBezTo>
                  <a:cubicBezTo>
                    <a:pt x="816907" y="290682"/>
                    <a:pt x="824089" y="286238"/>
                    <a:pt x="829734" y="280594"/>
                  </a:cubicBezTo>
                  <a:cubicBezTo>
                    <a:pt x="832556" y="272127"/>
                    <a:pt x="835748" y="263775"/>
                    <a:pt x="838200" y="255194"/>
                  </a:cubicBezTo>
                  <a:cubicBezTo>
                    <a:pt x="844338" y="233710"/>
                    <a:pt x="846433" y="216228"/>
                    <a:pt x="855134" y="195927"/>
                  </a:cubicBezTo>
                  <a:cubicBezTo>
                    <a:pt x="860106" y="184326"/>
                    <a:pt x="867635" y="173878"/>
                    <a:pt x="872067" y="162060"/>
                  </a:cubicBezTo>
                  <a:cubicBezTo>
                    <a:pt x="876153" y="151165"/>
                    <a:pt x="875950" y="138889"/>
                    <a:pt x="880534" y="128194"/>
                  </a:cubicBezTo>
                  <a:cubicBezTo>
                    <a:pt x="883797" y="120581"/>
                    <a:pt x="904470" y="90825"/>
                    <a:pt x="914400" y="85860"/>
                  </a:cubicBezTo>
                  <a:cubicBezTo>
                    <a:pt x="924808" y="80656"/>
                    <a:pt x="937078" y="80591"/>
                    <a:pt x="948267" y="77394"/>
                  </a:cubicBezTo>
                  <a:cubicBezTo>
                    <a:pt x="956848" y="74942"/>
                    <a:pt x="965685" y="72918"/>
                    <a:pt x="973667" y="68927"/>
                  </a:cubicBezTo>
                  <a:cubicBezTo>
                    <a:pt x="982768" y="64376"/>
                    <a:pt x="989768" y="56127"/>
                    <a:pt x="999067" y="51994"/>
                  </a:cubicBezTo>
                  <a:cubicBezTo>
                    <a:pt x="1015378" y="44745"/>
                    <a:pt x="1032934" y="40704"/>
                    <a:pt x="1049867" y="35060"/>
                  </a:cubicBezTo>
                  <a:lnTo>
                    <a:pt x="1075267" y="26594"/>
                  </a:lnTo>
                  <a:cubicBezTo>
                    <a:pt x="1087042" y="18744"/>
                    <a:pt x="1117447" y="-5641"/>
                    <a:pt x="1134534" y="1194"/>
                  </a:cubicBezTo>
                  <a:cubicBezTo>
                    <a:pt x="1142820" y="4509"/>
                    <a:pt x="1136031" y="21019"/>
                    <a:pt x="1143000" y="26594"/>
                  </a:cubicBezTo>
                  <a:cubicBezTo>
                    <a:pt x="1158716" y="39167"/>
                    <a:pt x="1215550" y="35060"/>
                    <a:pt x="1227667" y="35060"/>
                  </a:cubicBezTo>
                </a:path>
              </a:pathLst>
            </a:custGeom>
            <a:noFill/>
            <a:ln w="19050">
              <a:solidFill>
                <a:srgbClr val="00FF99"/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3" name="Freeform: Shape 152"/>
            <p:cNvSpPr/>
            <p:nvPr/>
          </p:nvSpPr>
          <p:spPr>
            <a:xfrm>
              <a:off x="5001372" y="5589493"/>
              <a:ext cx="1431274" cy="508000"/>
            </a:xfrm>
            <a:custGeom>
              <a:avLst/>
              <a:gdLst>
                <a:gd name="connsiteX0" fmla="*/ 0 w 1431274"/>
                <a:gd name="connsiteY0" fmla="*/ 465667 h 508000"/>
                <a:gd name="connsiteX1" fmla="*/ 177800 w 1431274"/>
                <a:gd name="connsiteY1" fmla="*/ 457200 h 508000"/>
                <a:gd name="connsiteX2" fmla="*/ 237067 w 1431274"/>
                <a:gd name="connsiteY2" fmla="*/ 431800 h 508000"/>
                <a:gd name="connsiteX3" fmla="*/ 296334 w 1431274"/>
                <a:gd name="connsiteY3" fmla="*/ 414867 h 508000"/>
                <a:gd name="connsiteX4" fmla="*/ 321734 w 1431274"/>
                <a:gd name="connsiteY4" fmla="*/ 355600 h 508000"/>
                <a:gd name="connsiteX5" fmla="*/ 338667 w 1431274"/>
                <a:gd name="connsiteY5" fmla="*/ 321734 h 508000"/>
                <a:gd name="connsiteX6" fmla="*/ 347134 w 1431274"/>
                <a:gd name="connsiteY6" fmla="*/ 296334 h 508000"/>
                <a:gd name="connsiteX7" fmla="*/ 381000 w 1431274"/>
                <a:gd name="connsiteY7" fmla="*/ 245534 h 508000"/>
                <a:gd name="connsiteX8" fmla="*/ 414867 w 1431274"/>
                <a:gd name="connsiteY8" fmla="*/ 169334 h 508000"/>
                <a:gd name="connsiteX9" fmla="*/ 448734 w 1431274"/>
                <a:gd name="connsiteY9" fmla="*/ 143934 h 508000"/>
                <a:gd name="connsiteX10" fmla="*/ 482600 w 1431274"/>
                <a:gd name="connsiteY10" fmla="*/ 67734 h 508000"/>
                <a:gd name="connsiteX11" fmla="*/ 524934 w 1431274"/>
                <a:gd name="connsiteY11" fmla="*/ 16934 h 508000"/>
                <a:gd name="connsiteX12" fmla="*/ 567267 w 1431274"/>
                <a:gd name="connsiteY12" fmla="*/ 8467 h 508000"/>
                <a:gd name="connsiteX13" fmla="*/ 601134 w 1431274"/>
                <a:gd name="connsiteY13" fmla="*/ 0 h 508000"/>
                <a:gd name="connsiteX14" fmla="*/ 880534 w 1431274"/>
                <a:gd name="connsiteY14" fmla="*/ 8467 h 508000"/>
                <a:gd name="connsiteX15" fmla="*/ 889000 w 1431274"/>
                <a:gd name="connsiteY15" fmla="*/ 33867 h 508000"/>
                <a:gd name="connsiteX16" fmla="*/ 939800 w 1431274"/>
                <a:gd name="connsiteY16" fmla="*/ 76200 h 508000"/>
                <a:gd name="connsiteX17" fmla="*/ 948267 w 1431274"/>
                <a:gd name="connsiteY17" fmla="*/ 110067 h 508000"/>
                <a:gd name="connsiteX18" fmla="*/ 982134 w 1431274"/>
                <a:gd name="connsiteY18" fmla="*/ 152400 h 508000"/>
                <a:gd name="connsiteX19" fmla="*/ 1016000 w 1431274"/>
                <a:gd name="connsiteY19" fmla="*/ 211667 h 508000"/>
                <a:gd name="connsiteX20" fmla="*/ 1041400 w 1431274"/>
                <a:gd name="connsiteY20" fmla="*/ 296334 h 508000"/>
                <a:gd name="connsiteX21" fmla="*/ 1058334 w 1431274"/>
                <a:gd name="connsiteY21" fmla="*/ 321734 h 508000"/>
                <a:gd name="connsiteX22" fmla="*/ 1092200 w 1431274"/>
                <a:gd name="connsiteY22" fmla="*/ 389467 h 508000"/>
                <a:gd name="connsiteX23" fmla="*/ 1134534 w 1431274"/>
                <a:gd name="connsiteY23" fmla="*/ 431800 h 508000"/>
                <a:gd name="connsiteX24" fmla="*/ 1151467 w 1431274"/>
                <a:gd name="connsiteY24" fmla="*/ 465667 h 508000"/>
                <a:gd name="connsiteX25" fmla="*/ 1185334 w 1431274"/>
                <a:gd name="connsiteY25" fmla="*/ 474134 h 508000"/>
                <a:gd name="connsiteX26" fmla="*/ 1210734 w 1431274"/>
                <a:gd name="connsiteY26" fmla="*/ 491067 h 508000"/>
                <a:gd name="connsiteX27" fmla="*/ 1244600 w 1431274"/>
                <a:gd name="connsiteY27" fmla="*/ 508000 h 508000"/>
                <a:gd name="connsiteX28" fmla="*/ 1371600 w 1431274"/>
                <a:gd name="connsiteY28" fmla="*/ 499534 h 508000"/>
                <a:gd name="connsiteX29" fmla="*/ 1397000 w 1431274"/>
                <a:gd name="connsiteY29" fmla="*/ 491067 h 508000"/>
                <a:gd name="connsiteX30" fmla="*/ 1413934 w 1431274"/>
                <a:gd name="connsiteY30" fmla="*/ 482600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431274" h="508000">
                  <a:moveTo>
                    <a:pt x="0" y="465667"/>
                  </a:moveTo>
                  <a:cubicBezTo>
                    <a:pt x="59267" y="462845"/>
                    <a:pt x="118671" y="462127"/>
                    <a:pt x="177800" y="457200"/>
                  </a:cubicBezTo>
                  <a:cubicBezTo>
                    <a:pt x="194236" y="455830"/>
                    <a:pt x="224828" y="437045"/>
                    <a:pt x="237067" y="431800"/>
                  </a:cubicBezTo>
                  <a:cubicBezTo>
                    <a:pt x="254066" y="424515"/>
                    <a:pt x="279156" y="419162"/>
                    <a:pt x="296334" y="414867"/>
                  </a:cubicBezTo>
                  <a:cubicBezTo>
                    <a:pt x="330649" y="363393"/>
                    <a:pt x="298302" y="418084"/>
                    <a:pt x="321734" y="355600"/>
                  </a:cubicBezTo>
                  <a:cubicBezTo>
                    <a:pt x="326166" y="343782"/>
                    <a:pt x="333695" y="333335"/>
                    <a:pt x="338667" y="321734"/>
                  </a:cubicBezTo>
                  <a:cubicBezTo>
                    <a:pt x="342183" y="313531"/>
                    <a:pt x="342800" y="304136"/>
                    <a:pt x="347134" y="296334"/>
                  </a:cubicBezTo>
                  <a:cubicBezTo>
                    <a:pt x="357017" y="278544"/>
                    <a:pt x="374564" y="264841"/>
                    <a:pt x="381000" y="245534"/>
                  </a:cubicBezTo>
                  <a:cubicBezTo>
                    <a:pt x="389383" y="220386"/>
                    <a:pt x="394742" y="189459"/>
                    <a:pt x="414867" y="169334"/>
                  </a:cubicBezTo>
                  <a:cubicBezTo>
                    <a:pt x="424845" y="159356"/>
                    <a:pt x="437445" y="152401"/>
                    <a:pt x="448734" y="143934"/>
                  </a:cubicBezTo>
                  <a:cubicBezTo>
                    <a:pt x="492417" y="12883"/>
                    <a:pt x="442351" y="148232"/>
                    <a:pt x="482600" y="67734"/>
                  </a:cubicBezTo>
                  <a:cubicBezTo>
                    <a:pt x="498746" y="35442"/>
                    <a:pt x="478841" y="37420"/>
                    <a:pt x="524934" y="16934"/>
                  </a:cubicBezTo>
                  <a:cubicBezTo>
                    <a:pt x="538084" y="11089"/>
                    <a:pt x="553219" y="11589"/>
                    <a:pt x="567267" y="8467"/>
                  </a:cubicBezTo>
                  <a:cubicBezTo>
                    <a:pt x="578626" y="5943"/>
                    <a:pt x="589845" y="2822"/>
                    <a:pt x="601134" y="0"/>
                  </a:cubicBezTo>
                  <a:cubicBezTo>
                    <a:pt x="694267" y="2822"/>
                    <a:pt x="787996" y="-2420"/>
                    <a:pt x="880534" y="8467"/>
                  </a:cubicBezTo>
                  <a:cubicBezTo>
                    <a:pt x="889397" y="9510"/>
                    <a:pt x="884050" y="26441"/>
                    <a:pt x="889000" y="33867"/>
                  </a:cubicBezTo>
                  <a:cubicBezTo>
                    <a:pt x="902038" y="53424"/>
                    <a:pt x="921058" y="63705"/>
                    <a:pt x="939800" y="76200"/>
                  </a:cubicBezTo>
                  <a:cubicBezTo>
                    <a:pt x="942622" y="87489"/>
                    <a:pt x="943683" y="99371"/>
                    <a:pt x="948267" y="110067"/>
                  </a:cubicBezTo>
                  <a:cubicBezTo>
                    <a:pt x="960296" y="138135"/>
                    <a:pt x="965325" y="131389"/>
                    <a:pt x="982134" y="152400"/>
                  </a:cubicBezTo>
                  <a:cubicBezTo>
                    <a:pt x="993694" y="166849"/>
                    <a:pt x="1009865" y="195308"/>
                    <a:pt x="1016000" y="211667"/>
                  </a:cubicBezTo>
                  <a:cubicBezTo>
                    <a:pt x="1026140" y="238708"/>
                    <a:pt x="1024861" y="271527"/>
                    <a:pt x="1041400" y="296334"/>
                  </a:cubicBezTo>
                  <a:lnTo>
                    <a:pt x="1058334" y="321734"/>
                  </a:lnTo>
                  <a:cubicBezTo>
                    <a:pt x="1068287" y="361550"/>
                    <a:pt x="1062165" y="355678"/>
                    <a:pt x="1092200" y="389467"/>
                  </a:cubicBezTo>
                  <a:cubicBezTo>
                    <a:pt x="1105458" y="404382"/>
                    <a:pt x="1134534" y="431800"/>
                    <a:pt x="1134534" y="431800"/>
                  </a:cubicBezTo>
                  <a:cubicBezTo>
                    <a:pt x="1140178" y="443089"/>
                    <a:pt x="1141771" y="457587"/>
                    <a:pt x="1151467" y="465667"/>
                  </a:cubicBezTo>
                  <a:cubicBezTo>
                    <a:pt x="1160406" y="473117"/>
                    <a:pt x="1174638" y="469550"/>
                    <a:pt x="1185334" y="474134"/>
                  </a:cubicBezTo>
                  <a:cubicBezTo>
                    <a:pt x="1194687" y="478142"/>
                    <a:pt x="1201899" y="486019"/>
                    <a:pt x="1210734" y="491067"/>
                  </a:cubicBezTo>
                  <a:cubicBezTo>
                    <a:pt x="1221692" y="497329"/>
                    <a:pt x="1233311" y="502356"/>
                    <a:pt x="1244600" y="508000"/>
                  </a:cubicBezTo>
                  <a:cubicBezTo>
                    <a:pt x="1286933" y="505178"/>
                    <a:pt x="1329432" y="504219"/>
                    <a:pt x="1371600" y="499534"/>
                  </a:cubicBezTo>
                  <a:cubicBezTo>
                    <a:pt x="1380470" y="498548"/>
                    <a:pt x="1388419" y="493519"/>
                    <a:pt x="1397000" y="491067"/>
                  </a:cubicBezTo>
                  <a:cubicBezTo>
                    <a:pt x="1431425" y="481231"/>
                    <a:pt x="1444889" y="482600"/>
                    <a:pt x="1413934" y="482600"/>
                  </a:cubicBezTo>
                </a:path>
              </a:pathLst>
            </a:custGeom>
            <a:noFill/>
            <a:ln w="19050">
              <a:solidFill>
                <a:srgbClr val="00FF99"/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4" name="Freeform: Shape 153"/>
            <p:cNvSpPr/>
            <p:nvPr/>
          </p:nvSpPr>
          <p:spPr>
            <a:xfrm>
              <a:off x="5086039" y="5572560"/>
              <a:ext cx="1286939" cy="533400"/>
            </a:xfrm>
            <a:custGeom>
              <a:avLst/>
              <a:gdLst>
                <a:gd name="connsiteX0" fmla="*/ 0 w 1286939"/>
                <a:gd name="connsiteY0" fmla="*/ 533400 h 533400"/>
                <a:gd name="connsiteX1" fmla="*/ 59267 w 1286939"/>
                <a:gd name="connsiteY1" fmla="*/ 516467 h 533400"/>
                <a:gd name="connsiteX2" fmla="*/ 84667 w 1286939"/>
                <a:gd name="connsiteY2" fmla="*/ 508000 h 533400"/>
                <a:gd name="connsiteX3" fmla="*/ 152400 w 1286939"/>
                <a:gd name="connsiteY3" fmla="*/ 491067 h 533400"/>
                <a:gd name="connsiteX4" fmla="*/ 186267 w 1286939"/>
                <a:gd name="connsiteY4" fmla="*/ 474133 h 533400"/>
                <a:gd name="connsiteX5" fmla="*/ 194733 w 1286939"/>
                <a:gd name="connsiteY5" fmla="*/ 440267 h 533400"/>
                <a:gd name="connsiteX6" fmla="*/ 228600 w 1286939"/>
                <a:gd name="connsiteY6" fmla="*/ 364067 h 533400"/>
                <a:gd name="connsiteX7" fmla="*/ 245533 w 1286939"/>
                <a:gd name="connsiteY7" fmla="*/ 347133 h 533400"/>
                <a:gd name="connsiteX8" fmla="*/ 270933 w 1286939"/>
                <a:gd name="connsiteY8" fmla="*/ 270933 h 533400"/>
                <a:gd name="connsiteX9" fmla="*/ 279400 w 1286939"/>
                <a:gd name="connsiteY9" fmla="*/ 245533 h 533400"/>
                <a:gd name="connsiteX10" fmla="*/ 304800 w 1286939"/>
                <a:gd name="connsiteY10" fmla="*/ 228600 h 533400"/>
                <a:gd name="connsiteX11" fmla="*/ 330200 w 1286939"/>
                <a:gd name="connsiteY11" fmla="*/ 169333 h 533400"/>
                <a:gd name="connsiteX12" fmla="*/ 355600 w 1286939"/>
                <a:gd name="connsiteY12" fmla="*/ 152400 h 533400"/>
                <a:gd name="connsiteX13" fmla="*/ 381000 w 1286939"/>
                <a:gd name="connsiteY13" fmla="*/ 93133 h 533400"/>
                <a:gd name="connsiteX14" fmla="*/ 431800 w 1286939"/>
                <a:gd name="connsiteY14" fmla="*/ 42333 h 533400"/>
                <a:gd name="connsiteX15" fmla="*/ 440267 w 1286939"/>
                <a:gd name="connsiteY15" fmla="*/ 16933 h 533400"/>
                <a:gd name="connsiteX16" fmla="*/ 465667 w 1286939"/>
                <a:gd name="connsiteY16" fmla="*/ 0 h 533400"/>
                <a:gd name="connsiteX17" fmla="*/ 787400 w 1286939"/>
                <a:gd name="connsiteY17" fmla="*/ 8467 h 533400"/>
                <a:gd name="connsiteX18" fmla="*/ 812800 w 1286939"/>
                <a:gd name="connsiteY18" fmla="*/ 25400 h 533400"/>
                <a:gd name="connsiteX19" fmla="*/ 821267 w 1286939"/>
                <a:gd name="connsiteY19" fmla="*/ 59267 h 533400"/>
                <a:gd name="connsiteX20" fmla="*/ 846667 w 1286939"/>
                <a:gd name="connsiteY20" fmla="*/ 93133 h 533400"/>
                <a:gd name="connsiteX21" fmla="*/ 905933 w 1286939"/>
                <a:gd name="connsiteY21" fmla="*/ 143933 h 533400"/>
                <a:gd name="connsiteX22" fmla="*/ 922867 w 1286939"/>
                <a:gd name="connsiteY22" fmla="*/ 169333 h 533400"/>
                <a:gd name="connsiteX23" fmla="*/ 948267 w 1286939"/>
                <a:gd name="connsiteY23" fmla="*/ 203200 h 533400"/>
                <a:gd name="connsiteX24" fmla="*/ 982133 w 1286939"/>
                <a:gd name="connsiteY24" fmla="*/ 237067 h 533400"/>
                <a:gd name="connsiteX25" fmla="*/ 990600 w 1286939"/>
                <a:gd name="connsiteY25" fmla="*/ 279400 h 533400"/>
                <a:gd name="connsiteX26" fmla="*/ 999067 w 1286939"/>
                <a:gd name="connsiteY26" fmla="*/ 330200 h 533400"/>
                <a:gd name="connsiteX27" fmla="*/ 1007533 w 1286939"/>
                <a:gd name="connsiteY27" fmla="*/ 364067 h 533400"/>
                <a:gd name="connsiteX28" fmla="*/ 1058333 w 1286939"/>
                <a:gd name="connsiteY28" fmla="*/ 414867 h 533400"/>
                <a:gd name="connsiteX29" fmla="*/ 1100667 w 1286939"/>
                <a:gd name="connsiteY29" fmla="*/ 440267 h 533400"/>
                <a:gd name="connsiteX30" fmla="*/ 1117600 w 1286939"/>
                <a:gd name="connsiteY30" fmla="*/ 465667 h 533400"/>
                <a:gd name="connsiteX31" fmla="*/ 1151467 w 1286939"/>
                <a:gd name="connsiteY31" fmla="*/ 474133 h 533400"/>
                <a:gd name="connsiteX32" fmla="*/ 1176867 w 1286939"/>
                <a:gd name="connsiteY32" fmla="*/ 482600 h 533400"/>
                <a:gd name="connsiteX33" fmla="*/ 1286933 w 1286939"/>
                <a:gd name="connsiteY33" fmla="*/ 482600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286939" h="533400">
                  <a:moveTo>
                    <a:pt x="0" y="533400"/>
                  </a:moveTo>
                  <a:lnTo>
                    <a:pt x="59267" y="516467"/>
                  </a:lnTo>
                  <a:cubicBezTo>
                    <a:pt x="67815" y="513903"/>
                    <a:pt x="76057" y="510348"/>
                    <a:pt x="84667" y="508000"/>
                  </a:cubicBezTo>
                  <a:cubicBezTo>
                    <a:pt x="107119" y="501877"/>
                    <a:pt x="152400" y="491067"/>
                    <a:pt x="152400" y="491067"/>
                  </a:cubicBezTo>
                  <a:cubicBezTo>
                    <a:pt x="163689" y="485422"/>
                    <a:pt x="178187" y="483829"/>
                    <a:pt x="186267" y="474133"/>
                  </a:cubicBezTo>
                  <a:cubicBezTo>
                    <a:pt x="193716" y="465194"/>
                    <a:pt x="191389" y="451412"/>
                    <a:pt x="194733" y="440267"/>
                  </a:cubicBezTo>
                  <a:cubicBezTo>
                    <a:pt x="206011" y="402673"/>
                    <a:pt x="206825" y="391287"/>
                    <a:pt x="228600" y="364067"/>
                  </a:cubicBezTo>
                  <a:cubicBezTo>
                    <a:pt x="233587" y="357834"/>
                    <a:pt x="239889" y="352778"/>
                    <a:pt x="245533" y="347133"/>
                  </a:cubicBezTo>
                  <a:cubicBezTo>
                    <a:pt x="259720" y="290388"/>
                    <a:pt x="247022" y="334696"/>
                    <a:pt x="270933" y="270933"/>
                  </a:cubicBezTo>
                  <a:cubicBezTo>
                    <a:pt x="274067" y="262577"/>
                    <a:pt x="273825" y="252502"/>
                    <a:pt x="279400" y="245533"/>
                  </a:cubicBezTo>
                  <a:cubicBezTo>
                    <a:pt x="285757" y="237587"/>
                    <a:pt x="296333" y="234244"/>
                    <a:pt x="304800" y="228600"/>
                  </a:cubicBezTo>
                  <a:cubicBezTo>
                    <a:pt x="310682" y="210956"/>
                    <a:pt x="318577" y="183281"/>
                    <a:pt x="330200" y="169333"/>
                  </a:cubicBezTo>
                  <a:cubicBezTo>
                    <a:pt x="336714" y="161516"/>
                    <a:pt x="347133" y="158044"/>
                    <a:pt x="355600" y="152400"/>
                  </a:cubicBezTo>
                  <a:cubicBezTo>
                    <a:pt x="361717" y="134051"/>
                    <a:pt x="369045" y="108077"/>
                    <a:pt x="381000" y="93133"/>
                  </a:cubicBezTo>
                  <a:cubicBezTo>
                    <a:pt x="395960" y="74433"/>
                    <a:pt x="431800" y="42333"/>
                    <a:pt x="431800" y="42333"/>
                  </a:cubicBezTo>
                  <a:cubicBezTo>
                    <a:pt x="434622" y="33866"/>
                    <a:pt x="434692" y="23902"/>
                    <a:pt x="440267" y="16933"/>
                  </a:cubicBezTo>
                  <a:cubicBezTo>
                    <a:pt x="446624" y="8987"/>
                    <a:pt x="455494" y="248"/>
                    <a:pt x="465667" y="0"/>
                  </a:cubicBezTo>
                  <a:lnTo>
                    <a:pt x="787400" y="8467"/>
                  </a:lnTo>
                  <a:cubicBezTo>
                    <a:pt x="795867" y="14111"/>
                    <a:pt x="807156" y="16933"/>
                    <a:pt x="812800" y="25400"/>
                  </a:cubicBezTo>
                  <a:cubicBezTo>
                    <a:pt x="819255" y="35082"/>
                    <a:pt x="816063" y="48859"/>
                    <a:pt x="821267" y="59267"/>
                  </a:cubicBezTo>
                  <a:cubicBezTo>
                    <a:pt x="827578" y="71888"/>
                    <a:pt x="837633" y="82293"/>
                    <a:pt x="846667" y="93133"/>
                  </a:cubicBezTo>
                  <a:cubicBezTo>
                    <a:pt x="868128" y="118887"/>
                    <a:pt x="876042" y="114042"/>
                    <a:pt x="905933" y="143933"/>
                  </a:cubicBezTo>
                  <a:cubicBezTo>
                    <a:pt x="913128" y="151128"/>
                    <a:pt x="916952" y="161053"/>
                    <a:pt x="922867" y="169333"/>
                  </a:cubicBezTo>
                  <a:cubicBezTo>
                    <a:pt x="931069" y="180816"/>
                    <a:pt x="938975" y="192580"/>
                    <a:pt x="948267" y="203200"/>
                  </a:cubicBezTo>
                  <a:cubicBezTo>
                    <a:pt x="958780" y="215215"/>
                    <a:pt x="970844" y="225778"/>
                    <a:pt x="982133" y="237067"/>
                  </a:cubicBezTo>
                  <a:cubicBezTo>
                    <a:pt x="984955" y="251178"/>
                    <a:pt x="988026" y="265242"/>
                    <a:pt x="990600" y="279400"/>
                  </a:cubicBezTo>
                  <a:cubicBezTo>
                    <a:pt x="993671" y="296290"/>
                    <a:pt x="995700" y="313366"/>
                    <a:pt x="999067" y="330200"/>
                  </a:cubicBezTo>
                  <a:cubicBezTo>
                    <a:pt x="1001349" y="341610"/>
                    <a:pt x="1000860" y="354534"/>
                    <a:pt x="1007533" y="364067"/>
                  </a:cubicBezTo>
                  <a:cubicBezTo>
                    <a:pt x="1021266" y="383686"/>
                    <a:pt x="1041400" y="397934"/>
                    <a:pt x="1058333" y="414867"/>
                  </a:cubicBezTo>
                  <a:cubicBezTo>
                    <a:pt x="1081576" y="438110"/>
                    <a:pt x="1067696" y="429276"/>
                    <a:pt x="1100667" y="440267"/>
                  </a:cubicBezTo>
                  <a:cubicBezTo>
                    <a:pt x="1106311" y="448734"/>
                    <a:pt x="1109133" y="460023"/>
                    <a:pt x="1117600" y="465667"/>
                  </a:cubicBezTo>
                  <a:cubicBezTo>
                    <a:pt x="1127282" y="472122"/>
                    <a:pt x="1140278" y="470936"/>
                    <a:pt x="1151467" y="474133"/>
                  </a:cubicBezTo>
                  <a:cubicBezTo>
                    <a:pt x="1160048" y="476585"/>
                    <a:pt x="1168400" y="479778"/>
                    <a:pt x="1176867" y="482600"/>
                  </a:cubicBezTo>
                  <a:cubicBezTo>
                    <a:pt x="1289747" y="473917"/>
                    <a:pt x="1286933" y="437336"/>
                    <a:pt x="1286933" y="482600"/>
                  </a:cubicBezTo>
                </a:path>
              </a:pathLst>
            </a:custGeom>
            <a:noFill/>
            <a:ln w="19050">
              <a:solidFill>
                <a:srgbClr val="00FF99"/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5" name="Freeform: Shape 154"/>
            <p:cNvSpPr/>
            <p:nvPr/>
          </p:nvSpPr>
          <p:spPr>
            <a:xfrm>
              <a:off x="5069106" y="5606391"/>
              <a:ext cx="1303866" cy="465702"/>
            </a:xfrm>
            <a:custGeom>
              <a:avLst/>
              <a:gdLst>
                <a:gd name="connsiteX0" fmla="*/ 0 w 1303866"/>
                <a:gd name="connsiteY0" fmla="*/ 465702 h 465702"/>
                <a:gd name="connsiteX1" fmla="*/ 84666 w 1303866"/>
                <a:gd name="connsiteY1" fmla="*/ 457236 h 465702"/>
                <a:gd name="connsiteX2" fmla="*/ 143933 w 1303866"/>
                <a:gd name="connsiteY2" fmla="*/ 431836 h 465702"/>
                <a:gd name="connsiteX3" fmla="*/ 211666 w 1303866"/>
                <a:gd name="connsiteY3" fmla="*/ 414902 h 465702"/>
                <a:gd name="connsiteX4" fmla="*/ 228600 w 1303866"/>
                <a:gd name="connsiteY4" fmla="*/ 389502 h 465702"/>
                <a:gd name="connsiteX5" fmla="*/ 237066 w 1303866"/>
                <a:gd name="connsiteY5" fmla="*/ 355636 h 465702"/>
                <a:gd name="connsiteX6" fmla="*/ 262466 w 1303866"/>
                <a:gd name="connsiteY6" fmla="*/ 338702 h 465702"/>
                <a:gd name="connsiteX7" fmla="*/ 296333 w 1303866"/>
                <a:gd name="connsiteY7" fmla="*/ 296369 h 465702"/>
                <a:gd name="connsiteX8" fmla="*/ 330200 w 1303866"/>
                <a:gd name="connsiteY8" fmla="*/ 254036 h 465702"/>
                <a:gd name="connsiteX9" fmla="*/ 364066 w 1303866"/>
                <a:gd name="connsiteY9" fmla="*/ 194769 h 465702"/>
                <a:gd name="connsiteX10" fmla="*/ 406400 w 1303866"/>
                <a:gd name="connsiteY10" fmla="*/ 135502 h 465702"/>
                <a:gd name="connsiteX11" fmla="*/ 440266 w 1303866"/>
                <a:gd name="connsiteY11" fmla="*/ 84702 h 465702"/>
                <a:gd name="connsiteX12" fmla="*/ 465666 w 1303866"/>
                <a:gd name="connsiteY12" fmla="*/ 33902 h 465702"/>
                <a:gd name="connsiteX13" fmla="*/ 491066 w 1303866"/>
                <a:gd name="connsiteY13" fmla="*/ 25436 h 465702"/>
                <a:gd name="connsiteX14" fmla="*/ 508000 w 1303866"/>
                <a:gd name="connsiteY14" fmla="*/ 8502 h 465702"/>
                <a:gd name="connsiteX15" fmla="*/ 541866 w 1303866"/>
                <a:gd name="connsiteY15" fmla="*/ 36 h 465702"/>
                <a:gd name="connsiteX16" fmla="*/ 728133 w 1303866"/>
                <a:gd name="connsiteY16" fmla="*/ 16969 h 465702"/>
                <a:gd name="connsiteX17" fmla="*/ 787400 w 1303866"/>
                <a:gd name="connsiteY17" fmla="*/ 50836 h 465702"/>
                <a:gd name="connsiteX18" fmla="*/ 821266 w 1303866"/>
                <a:gd name="connsiteY18" fmla="*/ 59302 h 465702"/>
                <a:gd name="connsiteX19" fmla="*/ 855133 w 1303866"/>
                <a:gd name="connsiteY19" fmla="*/ 93169 h 465702"/>
                <a:gd name="connsiteX20" fmla="*/ 889000 w 1303866"/>
                <a:gd name="connsiteY20" fmla="*/ 110102 h 465702"/>
                <a:gd name="connsiteX21" fmla="*/ 897466 w 1303866"/>
                <a:gd name="connsiteY21" fmla="*/ 135502 h 465702"/>
                <a:gd name="connsiteX22" fmla="*/ 914400 w 1303866"/>
                <a:gd name="connsiteY22" fmla="*/ 152436 h 465702"/>
                <a:gd name="connsiteX23" fmla="*/ 931333 w 1303866"/>
                <a:gd name="connsiteY23" fmla="*/ 177836 h 465702"/>
                <a:gd name="connsiteX24" fmla="*/ 965200 w 1303866"/>
                <a:gd name="connsiteY24" fmla="*/ 228636 h 465702"/>
                <a:gd name="connsiteX25" fmla="*/ 973666 w 1303866"/>
                <a:gd name="connsiteY25" fmla="*/ 254036 h 465702"/>
                <a:gd name="connsiteX26" fmla="*/ 1016000 w 1303866"/>
                <a:gd name="connsiteY26" fmla="*/ 304836 h 465702"/>
                <a:gd name="connsiteX27" fmla="*/ 1024466 w 1303866"/>
                <a:gd name="connsiteY27" fmla="*/ 338702 h 465702"/>
                <a:gd name="connsiteX28" fmla="*/ 1041400 w 1303866"/>
                <a:gd name="connsiteY28" fmla="*/ 355636 h 465702"/>
                <a:gd name="connsiteX29" fmla="*/ 1058333 w 1303866"/>
                <a:gd name="connsiteY29" fmla="*/ 381036 h 465702"/>
                <a:gd name="connsiteX30" fmla="*/ 1109133 w 1303866"/>
                <a:gd name="connsiteY30" fmla="*/ 406436 h 465702"/>
                <a:gd name="connsiteX31" fmla="*/ 1100666 w 1303866"/>
                <a:gd name="connsiteY31" fmla="*/ 431836 h 465702"/>
                <a:gd name="connsiteX32" fmla="*/ 1143000 w 1303866"/>
                <a:gd name="connsiteY32" fmla="*/ 465702 h 465702"/>
                <a:gd name="connsiteX33" fmla="*/ 1193800 w 1303866"/>
                <a:gd name="connsiteY33" fmla="*/ 457236 h 465702"/>
                <a:gd name="connsiteX34" fmla="*/ 1227666 w 1303866"/>
                <a:gd name="connsiteY34" fmla="*/ 448769 h 465702"/>
                <a:gd name="connsiteX35" fmla="*/ 1303866 w 1303866"/>
                <a:gd name="connsiteY35" fmla="*/ 448769 h 46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303866" h="465702">
                  <a:moveTo>
                    <a:pt x="0" y="465702"/>
                  </a:moveTo>
                  <a:cubicBezTo>
                    <a:pt x="28222" y="462880"/>
                    <a:pt x="56633" y="461549"/>
                    <a:pt x="84666" y="457236"/>
                  </a:cubicBezTo>
                  <a:cubicBezTo>
                    <a:pt x="112139" y="453010"/>
                    <a:pt x="116086" y="441118"/>
                    <a:pt x="143933" y="431836"/>
                  </a:cubicBezTo>
                  <a:cubicBezTo>
                    <a:pt x="166011" y="424476"/>
                    <a:pt x="211666" y="414902"/>
                    <a:pt x="211666" y="414902"/>
                  </a:cubicBezTo>
                  <a:cubicBezTo>
                    <a:pt x="217311" y="406435"/>
                    <a:pt x="224592" y="398855"/>
                    <a:pt x="228600" y="389502"/>
                  </a:cubicBezTo>
                  <a:cubicBezTo>
                    <a:pt x="233184" y="378807"/>
                    <a:pt x="230612" y="365318"/>
                    <a:pt x="237066" y="355636"/>
                  </a:cubicBezTo>
                  <a:cubicBezTo>
                    <a:pt x="242710" y="347169"/>
                    <a:pt x="253999" y="344347"/>
                    <a:pt x="262466" y="338702"/>
                  </a:cubicBezTo>
                  <a:cubicBezTo>
                    <a:pt x="283748" y="274858"/>
                    <a:pt x="252565" y="351078"/>
                    <a:pt x="296333" y="296369"/>
                  </a:cubicBezTo>
                  <a:cubicBezTo>
                    <a:pt x="343071" y="237947"/>
                    <a:pt x="257408" y="302563"/>
                    <a:pt x="330200" y="254036"/>
                  </a:cubicBezTo>
                  <a:cubicBezTo>
                    <a:pt x="352462" y="164982"/>
                    <a:pt x="319230" y="273231"/>
                    <a:pt x="364066" y="194769"/>
                  </a:cubicBezTo>
                  <a:cubicBezTo>
                    <a:pt x="402706" y="127150"/>
                    <a:pt x="330785" y="192213"/>
                    <a:pt x="406400" y="135502"/>
                  </a:cubicBezTo>
                  <a:cubicBezTo>
                    <a:pt x="426529" y="75110"/>
                    <a:pt x="397987" y="148120"/>
                    <a:pt x="440266" y="84702"/>
                  </a:cubicBezTo>
                  <a:cubicBezTo>
                    <a:pt x="457794" y="58410"/>
                    <a:pt x="437120" y="56738"/>
                    <a:pt x="465666" y="33902"/>
                  </a:cubicBezTo>
                  <a:cubicBezTo>
                    <a:pt x="472635" y="28327"/>
                    <a:pt x="482599" y="28258"/>
                    <a:pt x="491066" y="25436"/>
                  </a:cubicBezTo>
                  <a:cubicBezTo>
                    <a:pt x="496711" y="19791"/>
                    <a:pt x="500860" y="12072"/>
                    <a:pt x="508000" y="8502"/>
                  </a:cubicBezTo>
                  <a:cubicBezTo>
                    <a:pt x="518408" y="3298"/>
                    <a:pt x="530239" y="-411"/>
                    <a:pt x="541866" y="36"/>
                  </a:cubicBezTo>
                  <a:cubicBezTo>
                    <a:pt x="604165" y="2432"/>
                    <a:pt x="666044" y="11325"/>
                    <a:pt x="728133" y="16969"/>
                  </a:cubicBezTo>
                  <a:cubicBezTo>
                    <a:pt x="805827" y="42868"/>
                    <a:pt x="684875" y="-425"/>
                    <a:pt x="787400" y="50836"/>
                  </a:cubicBezTo>
                  <a:cubicBezTo>
                    <a:pt x="797808" y="56040"/>
                    <a:pt x="809977" y="56480"/>
                    <a:pt x="821266" y="59302"/>
                  </a:cubicBezTo>
                  <a:cubicBezTo>
                    <a:pt x="832555" y="70591"/>
                    <a:pt x="842361" y="83590"/>
                    <a:pt x="855133" y="93169"/>
                  </a:cubicBezTo>
                  <a:cubicBezTo>
                    <a:pt x="865230" y="100742"/>
                    <a:pt x="880075" y="101177"/>
                    <a:pt x="889000" y="110102"/>
                  </a:cubicBezTo>
                  <a:cubicBezTo>
                    <a:pt x="895311" y="116413"/>
                    <a:pt x="892874" y="127849"/>
                    <a:pt x="897466" y="135502"/>
                  </a:cubicBezTo>
                  <a:cubicBezTo>
                    <a:pt x="901573" y="142347"/>
                    <a:pt x="909413" y="146202"/>
                    <a:pt x="914400" y="152436"/>
                  </a:cubicBezTo>
                  <a:cubicBezTo>
                    <a:pt x="920757" y="160382"/>
                    <a:pt x="926782" y="168735"/>
                    <a:pt x="931333" y="177836"/>
                  </a:cubicBezTo>
                  <a:cubicBezTo>
                    <a:pt x="955839" y="226847"/>
                    <a:pt x="917051" y="180487"/>
                    <a:pt x="965200" y="228636"/>
                  </a:cubicBezTo>
                  <a:cubicBezTo>
                    <a:pt x="968022" y="237103"/>
                    <a:pt x="969675" y="246054"/>
                    <a:pt x="973666" y="254036"/>
                  </a:cubicBezTo>
                  <a:cubicBezTo>
                    <a:pt x="985453" y="277609"/>
                    <a:pt x="997277" y="286113"/>
                    <a:pt x="1016000" y="304836"/>
                  </a:cubicBezTo>
                  <a:cubicBezTo>
                    <a:pt x="1018822" y="316125"/>
                    <a:pt x="1019262" y="328294"/>
                    <a:pt x="1024466" y="338702"/>
                  </a:cubicBezTo>
                  <a:cubicBezTo>
                    <a:pt x="1028036" y="345842"/>
                    <a:pt x="1036413" y="349402"/>
                    <a:pt x="1041400" y="355636"/>
                  </a:cubicBezTo>
                  <a:cubicBezTo>
                    <a:pt x="1047757" y="363582"/>
                    <a:pt x="1051138" y="373841"/>
                    <a:pt x="1058333" y="381036"/>
                  </a:cubicBezTo>
                  <a:cubicBezTo>
                    <a:pt x="1074745" y="397448"/>
                    <a:pt x="1088476" y="399550"/>
                    <a:pt x="1109133" y="406436"/>
                  </a:cubicBezTo>
                  <a:cubicBezTo>
                    <a:pt x="1106311" y="414903"/>
                    <a:pt x="1098916" y="423085"/>
                    <a:pt x="1100666" y="431836"/>
                  </a:cubicBezTo>
                  <a:cubicBezTo>
                    <a:pt x="1102522" y="441115"/>
                    <a:pt x="1139351" y="463269"/>
                    <a:pt x="1143000" y="465702"/>
                  </a:cubicBezTo>
                  <a:cubicBezTo>
                    <a:pt x="1159933" y="462880"/>
                    <a:pt x="1176966" y="460603"/>
                    <a:pt x="1193800" y="457236"/>
                  </a:cubicBezTo>
                  <a:cubicBezTo>
                    <a:pt x="1205210" y="454954"/>
                    <a:pt x="1216064" y="449661"/>
                    <a:pt x="1227666" y="448769"/>
                  </a:cubicBezTo>
                  <a:cubicBezTo>
                    <a:pt x="1252991" y="446821"/>
                    <a:pt x="1278466" y="448769"/>
                    <a:pt x="1303866" y="448769"/>
                  </a:cubicBezTo>
                </a:path>
              </a:pathLst>
            </a:custGeom>
            <a:noFill/>
            <a:ln w="19050">
              <a:solidFill>
                <a:srgbClr val="00FF99"/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6" name="Freeform: Shape 155"/>
            <p:cNvSpPr/>
            <p:nvPr/>
          </p:nvSpPr>
          <p:spPr>
            <a:xfrm>
              <a:off x="5077572" y="5604892"/>
              <a:ext cx="1227667" cy="492260"/>
            </a:xfrm>
            <a:custGeom>
              <a:avLst/>
              <a:gdLst>
                <a:gd name="connsiteX0" fmla="*/ 0 w 1227667"/>
                <a:gd name="connsiteY0" fmla="*/ 85860 h 492260"/>
                <a:gd name="connsiteX1" fmla="*/ 262467 w 1227667"/>
                <a:gd name="connsiteY1" fmla="*/ 94327 h 492260"/>
                <a:gd name="connsiteX2" fmla="*/ 287867 w 1227667"/>
                <a:gd name="connsiteY2" fmla="*/ 170527 h 492260"/>
                <a:gd name="connsiteX3" fmla="*/ 330200 w 1227667"/>
                <a:gd name="connsiteY3" fmla="*/ 221327 h 492260"/>
                <a:gd name="connsiteX4" fmla="*/ 338667 w 1227667"/>
                <a:gd name="connsiteY4" fmla="*/ 246727 h 492260"/>
                <a:gd name="connsiteX5" fmla="*/ 389467 w 1227667"/>
                <a:gd name="connsiteY5" fmla="*/ 305994 h 492260"/>
                <a:gd name="connsiteX6" fmla="*/ 414867 w 1227667"/>
                <a:gd name="connsiteY6" fmla="*/ 331394 h 492260"/>
                <a:gd name="connsiteX7" fmla="*/ 431800 w 1227667"/>
                <a:gd name="connsiteY7" fmla="*/ 390660 h 492260"/>
                <a:gd name="connsiteX8" fmla="*/ 448734 w 1227667"/>
                <a:gd name="connsiteY8" fmla="*/ 416060 h 492260"/>
                <a:gd name="connsiteX9" fmla="*/ 457200 w 1227667"/>
                <a:gd name="connsiteY9" fmla="*/ 441460 h 492260"/>
                <a:gd name="connsiteX10" fmla="*/ 508000 w 1227667"/>
                <a:gd name="connsiteY10" fmla="*/ 458394 h 492260"/>
                <a:gd name="connsiteX11" fmla="*/ 533400 w 1227667"/>
                <a:gd name="connsiteY11" fmla="*/ 466860 h 492260"/>
                <a:gd name="connsiteX12" fmla="*/ 643467 w 1227667"/>
                <a:gd name="connsiteY12" fmla="*/ 492260 h 492260"/>
                <a:gd name="connsiteX13" fmla="*/ 753534 w 1227667"/>
                <a:gd name="connsiteY13" fmla="*/ 475327 h 492260"/>
                <a:gd name="connsiteX14" fmla="*/ 770467 w 1227667"/>
                <a:gd name="connsiteY14" fmla="*/ 424527 h 492260"/>
                <a:gd name="connsiteX15" fmla="*/ 795867 w 1227667"/>
                <a:gd name="connsiteY15" fmla="*/ 356794 h 492260"/>
                <a:gd name="connsiteX16" fmla="*/ 812800 w 1227667"/>
                <a:gd name="connsiteY16" fmla="*/ 297527 h 492260"/>
                <a:gd name="connsiteX17" fmla="*/ 829734 w 1227667"/>
                <a:gd name="connsiteY17" fmla="*/ 280594 h 492260"/>
                <a:gd name="connsiteX18" fmla="*/ 838200 w 1227667"/>
                <a:gd name="connsiteY18" fmla="*/ 255194 h 492260"/>
                <a:gd name="connsiteX19" fmla="*/ 855134 w 1227667"/>
                <a:gd name="connsiteY19" fmla="*/ 195927 h 492260"/>
                <a:gd name="connsiteX20" fmla="*/ 872067 w 1227667"/>
                <a:gd name="connsiteY20" fmla="*/ 162060 h 492260"/>
                <a:gd name="connsiteX21" fmla="*/ 880534 w 1227667"/>
                <a:gd name="connsiteY21" fmla="*/ 128194 h 492260"/>
                <a:gd name="connsiteX22" fmla="*/ 914400 w 1227667"/>
                <a:gd name="connsiteY22" fmla="*/ 85860 h 492260"/>
                <a:gd name="connsiteX23" fmla="*/ 948267 w 1227667"/>
                <a:gd name="connsiteY23" fmla="*/ 77394 h 492260"/>
                <a:gd name="connsiteX24" fmla="*/ 973667 w 1227667"/>
                <a:gd name="connsiteY24" fmla="*/ 68927 h 492260"/>
                <a:gd name="connsiteX25" fmla="*/ 999067 w 1227667"/>
                <a:gd name="connsiteY25" fmla="*/ 51994 h 492260"/>
                <a:gd name="connsiteX26" fmla="*/ 1049867 w 1227667"/>
                <a:gd name="connsiteY26" fmla="*/ 35060 h 492260"/>
                <a:gd name="connsiteX27" fmla="*/ 1075267 w 1227667"/>
                <a:gd name="connsiteY27" fmla="*/ 26594 h 492260"/>
                <a:gd name="connsiteX28" fmla="*/ 1134534 w 1227667"/>
                <a:gd name="connsiteY28" fmla="*/ 1194 h 492260"/>
                <a:gd name="connsiteX29" fmla="*/ 1143000 w 1227667"/>
                <a:gd name="connsiteY29" fmla="*/ 26594 h 492260"/>
                <a:gd name="connsiteX30" fmla="*/ 1227667 w 1227667"/>
                <a:gd name="connsiteY30" fmla="*/ 35060 h 492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227667" h="492260">
                  <a:moveTo>
                    <a:pt x="0" y="85860"/>
                  </a:moveTo>
                  <a:cubicBezTo>
                    <a:pt x="87489" y="88682"/>
                    <a:pt x="178489" y="69628"/>
                    <a:pt x="262467" y="94327"/>
                  </a:cubicBezTo>
                  <a:cubicBezTo>
                    <a:pt x="288153" y="101882"/>
                    <a:pt x="273016" y="148250"/>
                    <a:pt x="287867" y="170527"/>
                  </a:cubicBezTo>
                  <a:cubicBezTo>
                    <a:pt x="311442" y="205890"/>
                    <a:pt x="297605" y="188732"/>
                    <a:pt x="330200" y="221327"/>
                  </a:cubicBezTo>
                  <a:cubicBezTo>
                    <a:pt x="333022" y="229794"/>
                    <a:pt x="334676" y="238745"/>
                    <a:pt x="338667" y="246727"/>
                  </a:cubicBezTo>
                  <a:cubicBezTo>
                    <a:pt x="351562" y="272517"/>
                    <a:pt x="368634" y="285161"/>
                    <a:pt x="389467" y="305994"/>
                  </a:cubicBezTo>
                  <a:lnTo>
                    <a:pt x="414867" y="331394"/>
                  </a:lnTo>
                  <a:cubicBezTo>
                    <a:pt x="417578" y="342238"/>
                    <a:pt x="425729" y="378519"/>
                    <a:pt x="431800" y="390660"/>
                  </a:cubicBezTo>
                  <a:cubicBezTo>
                    <a:pt x="436351" y="399762"/>
                    <a:pt x="443089" y="407593"/>
                    <a:pt x="448734" y="416060"/>
                  </a:cubicBezTo>
                  <a:cubicBezTo>
                    <a:pt x="451556" y="424527"/>
                    <a:pt x="449938" y="436273"/>
                    <a:pt x="457200" y="441460"/>
                  </a:cubicBezTo>
                  <a:cubicBezTo>
                    <a:pt x="471724" y="451835"/>
                    <a:pt x="491067" y="452750"/>
                    <a:pt x="508000" y="458394"/>
                  </a:cubicBezTo>
                  <a:cubicBezTo>
                    <a:pt x="516467" y="461216"/>
                    <a:pt x="524688" y="464924"/>
                    <a:pt x="533400" y="466860"/>
                  </a:cubicBezTo>
                  <a:cubicBezTo>
                    <a:pt x="620959" y="486318"/>
                    <a:pt x="584357" y="477484"/>
                    <a:pt x="643467" y="492260"/>
                  </a:cubicBezTo>
                  <a:cubicBezTo>
                    <a:pt x="680156" y="486616"/>
                    <a:pt x="720780" y="492795"/>
                    <a:pt x="753534" y="475327"/>
                  </a:cubicBezTo>
                  <a:cubicBezTo>
                    <a:pt x="769283" y="466927"/>
                    <a:pt x="766138" y="441843"/>
                    <a:pt x="770467" y="424527"/>
                  </a:cubicBezTo>
                  <a:cubicBezTo>
                    <a:pt x="792201" y="337595"/>
                    <a:pt x="762661" y="445343"/>
                    <a:pt x="795867" y="356794"/>
                  </a:cubicBezTo>
                  <a:cubicBezTo>
                    <a:pt x="799554" y="346962"/>
                    <a:pt x="805981" y="308893"/>
                    <a:pt x="812800" y="297527"/>
                  </a:cubicBezTo>
                  <a:cubicBezTo>
                    <a:pt x="816907" y="290682"/>
                    <a:pt x="824089" y="286238"/>
                    <a:pt x="829734" y="280594"/>
                  </a:cubicBezTo>
                  <a:cubicBezTo>
                    <a:pt x="832556" y="272127"/>
                    <a:pt x="835748" y="263775"/>
                    <a:pt x="838200" y="255194"/>
                  </a:cubicBezTo>
                  <a:cubicBezTo>
                    <a:pt x="844338" y="233710"/>
                    <a:pt x="846433" y="216228"/>
                    <a:pt x="855134" y="195927"/>
                  </a:cubicBezTo>
                  <a:cubicBezTo>
                    <a:pt x="860106" y="184326"/>
                    <a:pt x="867635" y="173878"/>
                    <a:pt x="872067" y="162060"/>
                  </a:cubicBezTo>
                  <a:cubicBezTo>
                    <a:pt x="876153" y="151165"/>
                    <a:pt x="875950" y="138889"/>
                    <a:pt x="880534" y="128194"/>
                  </a:cubicBezTo>
                  <a:cubicBezTo>
                    <a:pt x="883797" y="120581"/>
                    <a:pt x="904470" y="90825"/>
                    <a:pt x="914400" y="85860"/>
                  </a:cubicBezTo>
                  <a:cubicBezTo>
                    <a:pt x="924808" y="80656"/>
                    <a:pt x="937078" y="80591"/>
                    <a:pt x="948267" y="77394"/>
                  </a:cubicBezTo>
                  <a:cubicBezTo>
                    <a:pt x="956848" y="74942"/>
                    <a:pt x="965685" y="72918"/>
                    <a:pt x="973667" y="68927"/>
                  </a:cubicBezTo>
                  <a:cubicBezTo>
                    <a:pt x="982768" y="64376"/>
                    <a:pt x="989768" y="56127"/>
                    <a:pt x="999067" y="51994"/>
                  </a:cubicBezTo>
                  <a:cubicBezTo>
                    <a:pt x="1015378" y="44745"/>
                    <a:pt x="1032934" y="40704"/>
                    <a:pt x="1049867" y="35060"/>
                  </a:cubicBezTo>
                  <a:lnTo>
                    <a:pt x="1075267" y="26594"/>
                  </a:lnTo>
                  <a:cubicBezTo>
                    <a:pt x="1087042" y="18744"/>
                    <a:pt x="1117447" y="-5641"/>
                    <a:pt x="1134534" y="1194"/>
                  </a:cubicBezTo>
                  <a:cubicBezTo>
                    <a:pt x="1142820" y="4509"/>
                    <a:pt x="1136031" y="21019"/>
                    <a:pt x="1143000" y="26594"/>
                  </a:cubicBezTo>
                  <a:cubicBezTo>
                    <a:pt x="1158716" y="39167"/>
                    <a:pt x="1215550" y="35060"/>
                    <a:pt x="1227667" y="35060"/>
                  </a:cubicBezTo>
                </a:path>
              </a:pathLst>
            </a:custGeom>
            <a:noFill/>
            <a:ln w="19050">
              <a:solidFill>
                <a:srgbClr val="00FF99"/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7486715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14"/>
          <p:cNvGrpSpPr>
            <a:grpSpLocks/>
          </p:cNvGrpSpPr>
          <p:nvPr/>
        </p:nvGrpSpPr>
        <p:grpSpPr bwMode="auto">
          <a:xfrm>
            <a:off x="839788" y="1323975"/>
            <a:ext cx="3046412" cy="2057400"/>
            <a:chOff x="529" y="960"/>
            <a:chExt cx="1919" cy="1296"/>
          </a:xfrm>
        </p:grpSpPr>
        <p:sp>
          <p:nvSpPr>
            <p:cNvPr id="135185" name="Freeform 17"/>
            <p:cNvSpPr>
              <a:spLocks/>
            </p:cNvSpPr>
            <p:nvPr/>
          </p:nvSpPr>
          <p:spPr bwMode="auto">
            <a:xfrm>
              <a:off x="583" y="960"/>
              <a:ext cx="1752" cy="1188"/>
            </a:xfrm>
            <a:custGeom>
              <a:avLst/>
              <a:gdLst/>
              <a:ahLst/>
              <a:cxnLst>
                <a:cxn ang="0">
                  <a:pos x="1" y="1818"/>
                </a:cxn>
                <a:cxn ang="0">
                  <a:pos x="33" y="1799"/>
                </a:cxn>
                <a:cxn ang="0">
                  <a:pos x="197" y="1603"/>
                </a:cxn>
                <a:cxn ang="0">
                  <a:pos x="355" y="1167"/>
                </a:cxn>
                <a:cxn ang="0">
                  <a:pos x="538" y="649"/>
                </a:cxn>
                <a:cxn ang="0">
                  <a:pos x="784" y="220"/>
                </a:cxn>
                <a:cxn ang="0">
                  <a:pos x="1024" y="62"/>
                </a:cxn>
                <a:cxn ang="0">
                  <a:pos x="1277" y="24"/>
                </a:cxn>
                <a:cxn ang="0">
                  <a:pos x="1473" y="43"/>
                </a:cxn>
                <a:cxn ang="0">
                  <a:pos x="1845" y="283"/>
                </a:cxn>
                <a:cxn ang="0">
                  <a:pos x="1965" y="548"/>
                </a:cxn>
                <a:cxn ang="0">
                  <a:pos x="2079" y="921"/>
                </a:cxn>
                <a:cxn ang="0">
                  <a:pos x="2186" y="1243"/>
                </a:cxn>
                <a:cxn ang="0">
                  <a:pos x="2319" y="1534"/>
                </a:cxn>
                <a:cxn ang="0">
                  <a:pos x="2458" y="1786"/>
                </a:cxn>
                <a:cxn ang="0">
                  <a:pos x="2572" y="1862"/>
                </a:cxn>
              </a:cxnLst>
              <a:rect l="0" t="0" r="r" b="b"/>
              <a:pathLst>
                <a:path w="2572" h="1862">
                  <a:moveTo>
                    <a:pt x="1" y="1818"/>
                  </a:moveTo>
                  <a:cubicBezTo>
                    <a:pt x="0" y="1826"/>
                    <a:pt x="0" y="1835"/>
                    <a:pt x="33" y="1799"/>
                  </a:cubicBezTo>
                  <a:cubicBezTo>
                    <a:pt x="66" y="1763"/>
                    <a:pt x="143" y="1708"/>
                    <a:pt x="197" y="1603"/>
                  </a:cubicBezTo>
                  <a:cubicBezTo>
                    <a:pt x="251" y="1498"/>
                    <a:pt x="298" y="1326"/>
                    <a:pt x="355" y="1167"/>
                  </a:cubicBezTo>
                  <a:cubicBezTo>
                    <a:pt x="412" y="1008"/>
                    <a:pt x="467" y="807"/>
                    <a:pt x="538" y="649"/>
                  </a:cubicBezTo>
                  <a:cubicBezTo>
                    <a:pt x="609" y="491"/>
                    <a:pt x="703" y="318"/>
                    <a:pt x="784" y="220"/>
                  </a:cubicBezTo>
                  <a:cubicBezTo>
                    <a:pt x="865" y="122"/>
                    <a:pt x="942" y="95"/>
                    <a:pt x="1024" y="62"/>
                  </a:cubicBezTo>
                  <a:cubicBezTo>
                    <a:pt x="1106" y="29"/>
                    <a:pt x="1202" y="27"/>
                    <a:pt x="1277" y="24"/>
                  </a:cubicBezTo>
                  <a:cubicBezTo>
                    <a:pt x="1352" y="21"/>
                    <a:pt x="1378" y="0"/>
                    <a:pt x="1473" y="43"/>
                  </a:cubicBezTo>
                  <a:cubicBezTo>
                    <a:pt x="1568" y="86"/>
                    <a:pt x="1763" y="199"/>
                    <a:pt x="1845" y="283"/>
                  </a:cubicBezTo>
                  <a:cubicBezTo>
                    <a:pt x="1927" y="367"/>
                    <a:pt x="1926" y="442"/>
                    <a:pt x="1965" y="548"/>
                  </a:cubicBezTo>
                  <a:cubicBezTo>
                    <a:pt x="2004" y="654"/>
                    <a:pt x="2042" y="805"/>
                    <a:pt x="2079" y="921"/>
                  </a:cubicBezTo>
                  <a:cubicBezTo>
                    <a:pt x="2116" y="1037"/>
                    <a:pt x="2146" y="1141"/>
                    <a:pt x="2186" y="1243"/>
                  </a:cubicBezTo>
                  <a:cubicBezTo>
                    <a:pt x="2226" y="1345"/>
                    <a:pt x="2274" y="1444"/>
                    <a:pt x="2319" y="1534"/>
                  </a:cubicBezTo>
                  <a:cubicBezTo>
                    <a:pt x="2364" y="1624"/>
                    <a:pt x="2416" y="1731"/>
                    <a:pt x="2458" y="1786"/>
                  </a:cubicBezTo>
                  <a:cubicBezTo>
                    <a:pt x="2500" y="1841"/>
                    <a:pt x="2549" y="1849"/>
                    <a:pt x="2572" y="186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188" name="Freeform 20"/>
            <p:cNvSpPr>
              <a:spLocks/>
            </p:cNvSpPr>
            <p:nvPr/>
          </p:nvSpPr>
          <p:spPr bwMode="auto">
            <a:xfrm flipV="1">
              <a:off x="697" y="1068"/>
              <a:ext cx="1751" cy="1188"/>
            </a:xfrm>
            <a:custGeom>
              <a:avLst/>
              <a:gdLst/>
              <a:ahLst/>
              <a:cxnLst>
                <a:cxn ang="0">
                  <a:pos x="1" y="1818"/>
                </a:cxn>
                <a:cxn ang="0">
                  <a:pos x="33" y="1799"/>
                </a:cxn>
                <a:cxn ang="0">
                  <a:pos x="197" y="1603"/>
                </a:cxn>
                <a:cxn ang="0">
                  <a:pos x="355" y="1167"/>
                </a:cxn>
                <a:cxn ang="0">
                  <a:pos x="538" y="649"/>
                </a:cxn>
                <a:cxn ang="0">
                  <a:pos x="784" y="220"/>
                </a:cxn>
                <a:cxn ang="0">
                  <a:pos x="1024" y="62"/>
                </a:cxn>
                <a:cxn ang="0">
                  <a:pos x="1277" y="24"/>
                </a:cxn>
                <a:cxn ang="0">
                  <a:pos x="1473" y="43"/>
                </a:cxn>
                <a:cxn ang="0">
                  <a:pos x="1845" y="283"/>
                </a:cxn>
                <a:cxn ang="0">
                  <a:pos x="1965" y="548"/>
                </a:cxn>
                <a:cxn ang="0">
                  <a:pos x="2079" y="921"/>
                </a:cxn>
                <a:cxn ang="0">
                  <a:pos x="2186" y="1243"/>
                </a:cxn>
                <a:cxn ang="0">
                  <a:pos x="2319" y="1534"/>
                </a:cxn>
                <a:cxn ang="0">
                  <a:pos x="2458" y="1786"/>
                </a:cxn>
                <a:cxn ang="0">
                  <a:pos x="2572" y="1862"/>
                </a:cxn>
              </a:cxnLst>
              <a:rect l="0" t="0" r="r" b="b"/>
              <a:pathLst>
                <a:path w="2572" h="1862">
                  <a:moveTo>
                    <a:pt x="1" y="1818"/>
                  </a:moveTo>
                  <a:cubicBezTo>
                    <a:pt x="0" y="1826"/>
                    <a:pt x="0" y="1835"/>
                    <a:pt x="33" y="1799"/>
                  </a:cubicBezTo>
                  <a:cubicBezTo>
                    <a:pt x="66" y="1763"/>
                    <a:pt x="143" y="1708"/>
                    <a:pt x="197" y="1603"/>
                  </a:cubicBezTo>
                  <a:cubicBezTo>
                    <a:pt x="251" y="1498"/>
                    <a:pt x="298" y="1326"/>
                    <a:pt x="355" y="1167"/>
                  </a:cubicBezTo>
                  <a:cubicBezTo>
                    <a:pt x="412" y="1008"/>
                    <a:pt x="467" y="807"/>
                    <a:pt x="538" y="649"/>
                  </a:cubicBezTo>
                  <a:cubicBezTo>
                    <a:pt x="609" y="491"/>
                    <a:pt x="703" y="318"/>
                    <a:pt x="784" y="220"/>
                  </a:cubicBezTo>
                  <a:cubicBezTo>
                    <a:pt x="865" y="122"/>
                    <a:pt x="942" y="95"/>
                    <a:pt x="1024" y="62"/>
                  </a:cubicBezTo>
                  <a:cubicBezTo>
                    <a:pt x="1106" y="29"/>
                    <a:pt x="1202" y="27"/>
                    <a:pt x="1277" y="24"/>
                  </a:cubicBezTo>
                  <a:cubicBezTo>
                    <a:pt x="1352" y="21"/>
                    <a:pt x="1378" y="0"/>
                    <a:pt x="1473" y="43"/>
                  </a:cubicBezTo>
                  <a:cubicBezTo>
                    <a:pt x="1568" y="86"/>
                    <a:pt x="1763" y="199"/>
                    <a:pt x="1845" y="283"/>
                  </a:cubicBezTo>
                  <a:cubicBezTo>
                    <a:pt x="1927" y="367"/>
                    <a:pt x="1926" y="442"/>
                    <a:pt x="1965" y="548"/>
                  </a:cubicBezTo>
                  <a:cubicBezTo>
                    <a:pt x="2004" y="654"/>
                    <a:pt x="2042" y="805"/>
                    <a:pt x="2079" y="921"/>
                  </a:cubicBezTo>
                  <a:cubicBezTo>
                    <a:pt x="2116" y="1037"/>
                    <a:pt x="2146" y="1141"/>
                    <a:pt x="2186" y="1243"/>
                  </a:cubicBezTo>
                  <a:cubicBezTo>
                    <a:pt x="2226" y="1345"/>
                    <a:pt x="2274" y="1444"/>
                    <a:pt x="2319" y="1534"/>
                  </a:cubicBezTo>
                  <a:cubicBezTo>
                    <a:pt x="2364" y="1624"/>
                    <a:pt x="2416" y="1731"/>
                    <a:pt x="2458" y="1786"/>
                  </a:cubicBezTo>
                  <a:cubicBezTo>
                    <a:pt x="2500" y="1841"/>
                    <a:pt x="2549" y="1849"/>
                    <a:pt x="2572" y="186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189" name="Freeform 21"/>
            <p:cNvSpPr>
              <a:spLocks/>
            </p:cNvSpPr>
            <p:nvPr/>
          </p:nvSpPr>
          <p:spPr bwMode="auto">
            <a:xfrm>
              <a:off x="652" y="1068"/>
              <a:ext cx="1751" cy="1188"/>
            </a:xfrm>
            <a:custGeom>
              <a:avLst/>
              <a:gdLst/>
              <a:ahLst/>
              <a:cxnLst>
                <a:cxn ang="0">
                  <a:pos x="1" y="28"/>
                </a:cxn>
                <a:cxn ang="0">
                  <a:pos x="22" y="40"/>
                </a:cxn>
                <a:cxn ang="0">
                  <a:pos x="134" y="165"/>
                </a:cxn>
                <a:cxn ang="0">
                  <a:pos x="242" y="443"/>
                </a:cxn>
                <a:cxn ang="0">
                  <a:pos x="366" y="774"/>
                </a:cxn>
                <a:cxn ang="0">
                  <a:pos x="534" y="1048"/>
                </a:cxn>
                <a:cxn ang="0">
                  <a:pos x="697" y="1148"/>
                </a:cxn>
                <a:cxn ang="0">
                  <a:pos x="869" y="1173"/>
                </a:cxn>
                <a:cxn ang="0">
                  <a:pos x="1003" y="1161"/>
                </a:cxn>
                <a:cxn ang="0">
                  <a:pos x="1256" y="1007"/>
                </a:cxn>
                <a:cxn ang="0">
                  <a:pos x="1393" y="835"/>
                </a:cxn>
                <a:cxn ang="0">
                  <a:pos x="1400" y="732"/>
                </a:cxn>
                <a:cxn ang="0">
                  <a:pos x="1415" y="600"/>
                </a:cxn>
                <a:cxn ang="0">
                  <a:pos x="1529" y="377"/>
                </a:cxn>
                <a:cxn ang="0">
                  <a:pos x="1579" y="209"/>
                </a:cxn>
                <a:cxn ang="0">
                  <a:pos x="1673" y="48"/>
                </a:cxn>
                <a:cxn ang="0">
                  <a:pos x="1751" y="0"/>
                </a:cxn>
              </a:cxnLst>
              <a:rect l="0" t="0" r="r" b="b"/>
              <a:pathLst>
                <a:path w="1751" h="1188">
                  <a:moveTo>
                    <a:pt x="1" y="28"/>
                  </a:moveTo>
                  <a:cubicBezTo>
                    <a:pt x="0" y="23"/>
                    <a:pt x="0" y="17"/>
                    <a:pt x="22" y="40"/>
                  </a:cubicBezTo>
                  <a:cubicBezTo>
                    <a:pt x="45" y="63"/>
                    <a:pt x="97" y="98"/>
                    <a:pt x="134" y="165"/>
                  </a:cubicBezTo>
                  <a:cubicBezTo>
                    <a:pt x="171" y="232"/>
                    <a:pt x="203" y="342"/>
                    <a:pt x="242" y="443"/>
                  </a:cubicBezTo>
                  <a:cubicBezTo>
                    <a:pt x="280" y="545"/>
                    <a:pt x="318" y="673"/>
                    <a:pt x="366" y="774"/>
                  </a:cubicBezTo>
                  <a:cubicBezTo>
                    <a:pt x="415" y="875"/>
                    <a:pt x="479" y="985"/>
                    <a:pt x="534" y="1048"/>
                  </a:cubicBezTo>
                  <a:cubicBezTo>
                    <a:pt x="589" y="1110"/>
                    <a:pt x="641" y="1127"/>
                    <a:pt x="697" y="1148"/>
                  </a:cubicBezTo>
                  <a:cubicBezTo>
                    <a:pt x="753" y="1169"/>
                    <a:pt x="818" y="1171"/>
                    <a:pt x="869" y="1173"/>
                  </a:cubicBezTo>
                  <a:cubicBezTo>
                    <a:pt x="920" y="1175"/>
                    <a:pt x="938" y="1188"/>
                    <a:pt x="1003" y="1161"/>
                  </a:cubicBezTo>
                  <a:cubicBezTo>
                    <a:pt x="1067" y="1133"/>
                    <a:pt x="1191" y="1061"/>
                    <a:pt x="1256" y="1007"/>
                  </a:cubicBezTo>
                  <a:cubicBezTo>
                    <a:pt x="1321" y="953"/>
                    <a:pt x="1369" y="881"/>
                    <a:pt x="1393" y="835"/>
                  </a:cubicBezTo>
                  <a:cubicBezTo>
                    <a:pt x="1417" y="789"/>
                    <a:pt x="1396" y="771"/>
                    <a:pt x="1400" y="732"/>
                  </a:cubicBezTo>
                  <a:cubicBezTo>
                    <a:pt x="1404" y="693"/>
                    <a:pt x="1394" y="659"/>
                    <a:pt x="1415" y="600"/>
                  </a:cubicBezTo>
                  <a:cubicBezTo>
                    <a:pt x="1436" y="541"/>
                    <a:pt x="1502" y="442"/>
                    <a:pt x="1529" y="377"/>
                  </a:cubicBezTo>
                  <a:cubicBezTo>
                    <a:pt x="1556" y="312"/>
                    <a:pt x="1555" y="264"/>
                    <a:pt x="1579" y="209"/>
                  </a:cubicBezTo>
                  <a:cubicBezTo>
                    <a:pt x="1603" y="154"/>
                    <a:pt x="1645" y="84"/>
                    <a:pt x="1673" y="48"/>
                  </a:cubicBezTo>
                  <a:cubicBezTo>
                    <a:pt x="1702" y="13"/>
                    <a:pt x="1735" y="8"/>
                    <a:pt x="1751" y="0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192" name="Freeform 24"/>
            <p:cNvSpPr>
              <a:spLocks/>
            </p:cNvSpPr>
            <p:nvPr/>
          </p:nvSpPr>
          <p:spPr bwMode="auto">
            <a:xfrm>
              <a:off x="668" y="976"/>
              <a:ext cx="1755" cy="1243"/>
            </a:xfrm>
            <a:custGeom>
              <a:avLst/>
              <a:gdLst/>
              <a:ahLst/>
              <a:cxnLst>
                <a:cxn ang="0">
                  <a:pos x="0" y="1823"/>
                </a:cxn>
                <a:cxn ang="0">
                  <a:pos x="259" y="1930"/>
                </a:cxn>
                <a:cxn ang="0">
                  <a:pos x="543" y="1936"/>
                </a:cxn>
                <a:cxn ang="0">
                  <a:pos x="682" y="1892"/>
                </a:cxn>
                <a:cxn ang="0">
                  <a:pos x="846" y="1760"/>
                </a:cxn>
                <a:cxn ang="0">
                  <a:pos x="1029" y="1551"/>
                </a:cxn>
                <a:cxn ang="0">
                  <a:pos x="1257" y="964"/>
                </a:cxn>
                <a:cxn ang="0">
                  <a:pos x="1503" y="332"/>
                </a:cxn>
                <a:cxn ang="0">
                  <a:pos x="1762" y="111"/>
                </a:cxn>
                <a:cxn ang="0">
                  <a:pos x="2052" y="16"/>
                </a:cxn>
                <a:cxn ang="0">
                  <a:pos x="2318" y="16"/>
                </a:cxn>
                <a:cxn ang="0">
                  <a:pos x="2450" y="73"/>
                </a:cxn>
                <a:cxn ang="0">
                  <a:pos x="2577" y="193"/>
                </a:cxn>
              </a:cxnLst>
              <a:rect l="0" t="0" r="r" b="b"/>
              <a:pathLst>
                <a:path w="2577" h="1949">
                  <a:moveTo>
                    <a:pt x="0" y="1823"/>
                  </a:moveTo>
                  <a:cubicBezTo>
                    <a:pt x="84" y="1867"/>
                    <a:pt x="168" y="1911"/>
                    <a:pt x="259" y="1930"/>
                  </a:cubicBezTo>
                  <a:cubicBezTo>
                    <a:pt x="350" y="1949"/>
                    <a:pt x="473" y="1942"/>
                    <a:pt x="543" y="1936"/>
                  </a:cubicBezTo>
                  <a:cubicBezTo>
                    <a:pt x="613" y="1930"/>
                    <a:pt x="632" y="1921"/>
                    <a:pt x="682" y="1892"/>
                  </a:cubicBezTo>
                  <a:cubicBezTo>
                    <a:pt x="732" y="1863"/>
                    <a:pt x="788" y="1817"/>
                    <a:pt x="846" y="1760"/>
                  </a:cubicBezTo>
                  <a:cubicBezTo>
                    <a:pt x="904" y="1703"/>
                    <a:pt x="961" y="1684"/>
                    <a:pt x="1029" y="1551"/>
                  </a:cubicBezTo>
                  <a:cubicBezTo>
                    <a:pt x="1097" y="1418"/>
                    <a:pt x="1178" y="1167"/>
                    <a:pt x="1257" y="964"/>
                  </a:cubicBezTo>
                  <a:cubicBezTo>
                    <a:pt x="1336" y="761"/>
                    <a:pt x="1419" y="474"/>
                    <a:pt x="1503" y="332"/>
                  </a:cubicBezTo>
                  <a:cubicBezTo>
                    <a:pt x="1587" y="190"/>
                    <a:pt x="1671" y="164"/>
                    <a:pt x="1762" y="111"/>
                  </a:cubicBezTo>
                  <a:cubicBezTo>
                    <a:pt x="1853" y="58"/>
                    <a:pt x="1959" y="32"/>
                    <a:pt x="2052" y="16"/>
                  </a:cubicBezTo>
                  <a:cubicBezTo>
                    <a:pt x="2145" y="0"/>
                    <a:pt x="2252" y="7"/>
                    <a:pt x="2318" y="16"/>
                  </a:cubicBezTo>
                  <a:cubicBezTo>
                    <a:pt x="2384" y="25"/>
                    <a:pt x="2407" y="44"/>
                    <a:pt x="2450" y="73"/>
                  </a:cubicBezTo>
                  <a:cubicBezTo>
                    <a:pt x="2493" y="102"/>
                    <a:pt x="2535" y="147"/>
                    <a:pt x="2577" y="193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196" name="Freeform 28"/>
            <p:cNvSpPr>
              <a:spLocks/>
            </p:cNvSpPr>
            <p:nvPr/>
          </p:nvSpPr>
          <p:spPr bwMode="auto">
            <a:xfrm flipH="1">
              <a:off x="583" y="960"/>
              <a:ext cx="1755" cy="1243"/>
            </a:xfrm>
            <a:custGeom>
              <a:avLst/>
              <a:gdLst/>
              <a:ahLst/>
              <a:cxnLst>
                <a:cxn ang="0">
                  <a:pos x="0" y="1823"/>
                </a:cxn>
                <a:cxn ang="0">
                  <a:pos x="259" y="1930"/>
                </a:cxn>
                <a:cxn ang="0">
                  <a:pos x="543" y="1936"/>
                </a:cxn>
                <a:cxn ang="0">
                  <a:pos x="682" y="1892"/>
                </a:cxn>
                <a:cxn ang="0">
                  <a:pos x="846" y="1760"/>
                </a:cxn>
                <a:cxn ang="0">
                  <a:pos x="1029" y="1551"/>
                </a:cxn>
                <a:cxn ang="0">
                  <a:pos x="1257" y="964"/>
                </a:cxn>
                <a:cxn ang="0">
                  <a:pos x="1503" y="332"/>
                </a:cxn>
                <a:cxn ang="0">
                  <a:pos x="1762" y="111"/>
                </a:cxn>
                <a:cxn ang="0">
                  <a:pos x="2052" y="16"/>
                </a:cxn>
                <a:cxn ang="0">
                  <a:pos x="2318" y="16"/>
                </a:cxn>
                <a:cxn ang="0">
                  <a:pos x="2450" y="73"/>
                </a:cxn>
                <a:cxn ang="0">
                  <a:pos x="2577" y="193"/>
                </a:cxn>
              </a:cxnLst>
              <a:rect l="0" t="0" r="r" b="b"/>
              <a:pathLst>
                <a:path w="2577" h="1949">
                  <a:moveTo>
                    <a:pt x="0" y="1823"/>
                  </a:moveTo>
                  <a:cubicBezTo>
                    <a:pt x="84" y="1867"/>
                    <a:pt x="168" y="1911"/>
                    <a:pt x="259" y="1930"/>
                  </a:cubicBezTo>
                  <a:cubicBezTo>
                    <a:pt x="350" y="1949"/>
                    <a:pt x="473" y="1942"/>
                    <a:pt x="543" y="1936"/>
                  </a:cubicBezTo>
                  <a:cubicBezTo>
                    <a:pt x="613" y="1930"/>
                    <a:pt x="632" y="1921"/>
                    <a:pt x="682" y="1892"/>
                  </a:cubicBezTo>
                  <a:cubicBezTo>
                    <a:pt x="732" y="1863"/>
                    <a:pt x="788" y="1817"/>
                    <a:pt x="846" y="1760"/>
                  </a:cubicBezTo>
                  <a:cubicBezTo>
                    <a:pt x="904" y="1703"/>
                    <a:pt x="961" y="1684"/>
                    <a:pt x="1029" y="1551"/>
                  </a:cubicBezTo>
                  <a:cubicBezTo>
                    <a:pt x="1097" y="1418"/>
                    <a:pt x="1178" y="1167"/>
                    <a:pt x="1257" y="964"/>
                  </a:cubicBezTo>
                  <a:cubicBezTo>
                    <a:pt x="1336" y="761"/>
                    <a:pt x="1419" y="474"/>
                    <a:pt x="1503" y="332"/>
                  </a:cubicBezTo>
                  <a:cubicBezTo>
                    <a:pt x="1587" y="190"/>
                    <a:pt x="1671" y="164"/>
                    <a:pt x="1762" y="111"/>
                  </a:cubicBezTo>
                  <a:cubicBezTo>
                    <a:pt x="1853" y="58"/>
                    <a:pt x="1959" y="32"/>
                    <a:pt x="2052" y="16"/>
                  </a:cubicBezTo>
                  <a:cubicBezTo>
                    <a:pt x="2145" y="0"/>
                    <a:pt x="2252" y="7"/>
                    <a:pt x="2318" y="16"/>
                  </a:cubicBezTo>
                  <a:cubicBezTo>
                    <a:pt x="2384" y="25"/>
                    <a:pt x="2407" y="44"/>
                    <a:pt x="2450" y="73"/>
                  </a:cubicBezTo>
                  <a:cubicBezTo>
                    <a:pt x="2493" y="102"/>
                    <a:pt x="2535" y="147"/>
                    <a:pt x="2577" y="193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198" name="Freeform 30"/>
            <p:cNvSpPr>
              <a:spLocks/>
            </p:cNvSpPr>
            <p:nvPr/>
          </p:nvSpPr>
          <p:spPr bwMode="auto">
            <a:xfrm flipH="1">
              <a:off x="557" y="962"/>
              <a:ext cx="1755" cy="1243"/>
            </a:xfrm>
            <a:custGeom>
              <a:avLst/>
              <a:gdLst/>
              <a:ahLst/>
              <a:cxnLst>
                <a:cxn ang="0">
                  <a:pos x="0" y="1823"/>
                </a:cxn>
                <a:cxn ang="0">
                  <a:pos x="259" y="1930"/>
                </a:cxn>
                <a:cxn ang="0">
                  <a:pos x="543" y="1936"/>
                </a:cxn>
                <a:cxn ang="0">
                  <a:pos x="682" y="1892"/>
                </a:cxn>
                <a:cxn ang="0">
                  <a:pos x="846" y="1760"/>
                </a:cxn>
                <a:cxn ang="0">
                  <a:pos x="1029" y="1551"/>
                </a:cxn>
                <a:cxn ang="0">
                  <a:pos x="1257" y="964"/>
                </a:cxn>
                <a:cxn ang="0">
                  <a:pos x="1503" y="332"/>
                </a:cxn>
                <a:cxn ang="0">
                  <a:pos x="1762" y="111"/>
                </a:cxn>
                <a:cxn ang="0">
                  <a:pos x="2052" y="16"/>
                </a:cxn>
                <a:cxn ang="0">
                  <a:pos x="2318" y="16"/>
                </a:cxn>
                <a:cxn ang="0">
                  <a:pos x="2450" y="73"/>
                </a:cxn>
                <a:cxn ang="0">
                  <a:pos x="2577" y="193"/>
                </a:cxn>
              </a:cxnLst>
              <a:rect l="0" t="0" r="r" b="b"/>
              <a:pathLst>
                <a:path w="2577" h="1949">
                  <a:moveTo>
                    <a:pt x="0" y="1823"/>
                  </a:moveTo>
                  <a:cubicBezTo>
                    <a:pt x="84" y="1867"/>
                    <a:pt x="168" y="1911"/>
                    <a:pt x="259" y="1930"/>
                  </a:cubicBezTo>
                  <a:cubicBezTo>
                    <a:pt x="350" y="1949"/>
                    <a:pt x="473" y="1942"/>
                    <a:pt x="543" y="1936"/>
                  </a:cubicBezTo>
                  <a:cubicBezTo>
                    <a:pt x="613" y="1930"/>
                    <a:pt x="632" y="1921"/>
                    <a:pt x="682" y="1892"/>
                  </a:cubicBezTo>
                  <a:cubicBezTo>
                    <a:pt x="732" y="1863"/>
                    <a:pt x="788" y="1817"/>
                    <a:pt x="846" y="1760"/>
                  </a:cubicBezTo>
                  <a:cubicBezTo>
                    <a:pt x="904" y="1703"/>
                    <a:pt x="961" y="1684"/>
                    <a:pt x="1029" y="1551"/>
                  </a:cubicBezTo>
                  <a:cubicBezTo>
                    <a:pt x="1097" y="1418"/>
                    <a:pt x="1178" y="1167"/>
                    <a:pt x="1257" y="964"/>
                  </a:cubicBezTo>
                  <a:cubicBezTo>
                    <a:pt x="1336" y="761"/>
                    <a:pt x="1419" y="474"/>
                    <a:pt x="1503" y="332"/>
                  </a:cubicBezTo>
                  <a:cubicBezTo>
                    <a:pt x="1587" y="190"/>
                    <a:pt x="1671" y="164"/>
                    <a:pt x="1762" y="111"/>
                  </a:cubicBezTo>
                  <a:cubicBezTo>
                    <a:pt x="1853" y="58"/>
                    <a:pt x="1959" y="32"/>
                    <a:pt x="2052" y="16"/>
                  </a:cubicBezTo>
                  <a:cubicBezTo>
                    <a:pt x="2145" y="0"/>
                    <a:pt x="2252" y="7"/>
                    <a:pt x="2318" y="16"/>
                  </a:cubicBezTo>
                  <a:cubicBezTo>
                    <a:pt x="2384" y="25"/>
                    <a:pt x="2407" y="44"/>
                    <a:pt x="2450" y="73"/>
                  </a:cubicBezTo>
                  <a:cubicBezTo>
                    <a:pt x="2493" y="102"/>
                    <a:pt x="2535" y="147"/>
                    <a:pt x="2577" y="193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19" name="Freeform 51"/>
            <p:cNvSpPr>
              <a:spLocks/>
            </p:cNvSpPr>
            <p:nvPr/>
          </p:nvSpPr>
          <p:spPr bwMode="auto">
            <a:xfrm>
              <a:off x="529" y="970"/>
              <a:ext cx="1755" cy="1243"/>
            </a:xfrm>
            <a:custGeom>
              <a:avLst/>
              <a:gdLst/>
              <a:ahLst/>
              <a:cxnLst>
                <a:cxn ang="0">
                  <a:pos x="1755" y="1163"/>
                </a:cxn>
                <a:cxn ang="0">
                  <a:pos x="1579" y="1231"/>
                </a:cxn>
                <a:cxn ang="0">
                  <a:pos x="1385" y="1235"/>
                </a:cxn>
                <a:cxn ang="0">
                  <a:pos x="1291" y="1207"/>
                </a:cxn>
                <a:cxn ang="0">
                  <a:pos x="1179" y="1122"/>
                </a:cxn>
                <a:cxn ang="0">
                  <a:pos x="1054" y="989"/>
                </a:cxn>
                <a:cxn ang="0">
                  <a:pos x="897" y="533"/>
                </a:cxn>
                <a:cxn ang="0">
                  <a:pos x="731" y="212"/>
                </a:cxn>
                <a:cxn ang="0">
                  <a:pos x="555" y="71"/>
                </a:cxn>
                <a:cxn ang="0">
                  <a:pos x="358" y="10"/>
                </a:cxn>
                <a:cxn ang="0">
                  <a:pos x="176" y="10"/>
                </a:cxn>
                <a:cxn ang="0">
                  <a:pos x="86" y="47"/>
                </a:cxn>
                <a:cxn ang="0">
                  <a:pos x="0" y="123"/>
                </a:cxn>
              </a:cxnLst>
              <a:rect l="0" t="0" r="r" b="b"/>
              <a:pathLst>
                <a:path w="1755" h="1243">
                  <a:moveTo>
                    <a:pt x="1755" y="1163"/>
                  </a:moveTo>
                  <a:cubicBezTo>
                    <a:pt x="1698" y="1191"/>
                    <a:pt x="1641" y="1219"/>
                    <a:pt x="1579" y="1231"/>
                  </a:cubicBezTo>
                  <a:cubicBezTo>
                    <a:pt x="1517" y="1243"/>
                    <a:pt x="1433" y="1239"/>
                    <a:pt x="1385" y="1235"/>
                  </a:cubicBezTo>
                  <a:cubicBezTo>
                    <a:pt x="1338" y="1231"/>
                    <a:pt x="1325" y="1225"/>
                    <a:pt x="1291" y="1207"/>
                  </a:cubicBezTo>
                  <a:cubicBezTo>
                    <a:pt x="1256" y="1188"/>
                    <a:pt x="1218" y="1159"/>
                    <a:pt x="1179" y="1122"/>
                  </a:cubicBezTo>
                  <a:cubicBezTo>
                    <a:pt x="1139" y="1086"/>
                    <a:pt x="1101" y="1087"/>
                    <a:pt x="1054" y="989"/>
                  </a:cubicBezTo>
                  <a:cubicBezTo>
                    <a:pt x="1007" y="891"/>
                    <a:pt x="951" y="662"/>
                    <a:pt x="897" y="533"/>
                  </a:cubicBezTo>
                  <a:cubicBezTo>
                    <a:pt x="843" y="404"/>
                    <a:pt x="788" y="289"/>
                    <a:pt x="731" y="212"/>
                  </a:cubicBezTo>
                  <a:cubicBezTo>
                    <a:pt x="674" y="135"/>
                    <a:pt x="617" y="105"/>
                    <a:pt x="555" y="71"/>
                  </a:cubicBezTo>
                  <a:cubicBezTo>
                    <a:pt x="493" y="37"/>
                    <a:pt x="421" y="20"/>
                    <a:pt x="358" y="10"/>
                  </a:cubicBezTo>
                  <a:cubicBezTo>
                    <a:pt x="294" y="0"/>
                    <a:pt x="221" y="4"/>
                    <a:pt x="176" y="10"/>
                  </a:cubicBezTo>
                  <a:cubicBezTo>
                    <a:pt x="131" y="16"/>
                    <a:pt x="116" y="28"/>
                    <a:pt x="86" y="47"/>
                  </a:cubicBezTo>
                  <a:cubicBezTo>
                    <a:pt x="57" y="65"/>
                    <a:pt x="29" y="94"/>
                    <a:pt x="0" y="123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29" name="Freeform 61"/>
            <p:cNvSpPr>
              <a:spLocks/>
            </p:cNvSpPr>
            <p:nvPr/>
          </p:nvSpPr>
          <p:spPr bwMode="auto">
            <a:xfrm>
              <a:off x="583" y="960"/>
              <a:ext cx="1752" cy="1188"/>
            </a:xfrm>
            <a:custGeom>
              <a:avLst/>
              <a:gdLst/>
              <a:ahLst/>
              <a:cxnLst>
                <a:cxn ang="0">
                  <a:pos x="1" y="1818"/>
                </a:cxn>
                <a:cxn ang="0">
                  <a:pos x="33" y="1799"/>
                </a:cxn>
                <a:cxn ang="0">
                  <a:pos x="197" y="1603"/>
                </a:cxn>
                <a:cxn ang="0">
                  <a:pos x="405" y="1167"/>
                </a:cxn>
                <a:cxn ang="0">
                  <a:pos x="576" y="617"/>
                </a:cxn>
                <a:cxn ang="0">
                  <a:pos x="784" y="220"/>
                </a:cxn>
                <a:cxn ang="0">
                  <a:pos x="1024" y="62"/>
                </a:cxn>
                <a:cxn ang="0">
                  <a:pos x="1277" y="24"/>
                </a:cxn>
                <a:cxn ang="0">
                  <a:pos x="1473" y="43"/>
                </a:cxn>
                <a:cxn ang="0">
                  <a:pos x="1845" y="283"/>
                </a:cxn>
                <a:cxn ang="0">
                  <a:pos x="1965" y="548"/>
                </a:cxn>
                <a:cxn ang="0">
                  <a:pos x="2079" y="921"/>
                </a:cxn>
                <a:cxn ang="0">
                  <a:pos x="2186" y="1243"/>
                </a:cxn>
                <a:cxn ang="0">
                  <a:pos x="2319" y="1534"/>
                </a:cxn>
                <a:cxn ang="0">
                  <a:pos x="2458" y="1786"/>
                </a:cxn>
                <a:cxn ang="0">
                  <a:pos x="2572" y="1862"/>
                </a:cxn>
              </a:cxnLst>
              <a:rect l="0" t="0" r="r" b="b"/>
              <a:pathLst>
                <a:path w="2572" h="1862">
                  <a:moveTo>
                    <a:pt x="1" y="1818"/>
                  </a:moveTo>
                  <a:cubicBezTo>
                    <a:pt x="0" y="1826"/>
                    <a:pt x="0" y="1835"/>
                    <a:pt x="33" y="1799"/>
                  </a:cubicBezTo>
                  <a:cubicBezTo>
                    <a:pt x="66" y="1763"/>
                    <a:pt x="135" y="1708"/>
                    <a:pt x="197" y="1603"/>
                  </a:cubicBezTo>
                  <a:cubicBezTo>
                    <a:pt x="259" y="1498"/>
                    <a:pt x="342" y="1331"/>
                    <a:pt x="405" y="1167"/>
                  </a:cubicBezTo>
                  <a:cubicBezTo>
                    <a:pt x="468" y="1003"/>
                    <a:pt x="513" y="775"/>
                    <a:pt x="576" y="617"/>
                  </a:cubicBezTo>
                  <a:cubicBezTo>
                    <a:pt x="639" y="459"/>
                    <a:pt x="709" y="312"/>
                    <a:pt x="784" y="220"/>
                  </a:cubicBezTo>
                  <a:cubicBezTo>
                    <a:pt x="859" y="128"/>
                    <a:pt x="942" y="95"/>
                    <a:pt x="1024" y="62"/>
                  </a:cubicBezTo>
                  <a:cubicBezTo>
                    <a:pt x="1106" y="29"/>
                    <a:pt x="1202" y="27"/>
                    <a:pt x="1277" y="24"/>
                  </a:cubicBezTo>
                  <a:cubicBezTo>
                    <a:pt x="1352" y="21"/>
                    <a:pt x="1378" y="0"/>
                    <a:pt x="1473" y="43"/>
                  </a:cubicBezTo>
                  <a:cubicBezTo>
                    <a:pt x="1568" y="86"/>
                    <a:pt x="1763" y="199"/>
                    <a:pt x="1845" y="283"/>
                  </a:cubicBezTo>
                  <a:cubicBezTo>
                    <a:pt x="1927" y="367"/>
                    <a:pt x="1926" y="442"/>
                    <a:pt x="1965" y="548"/>
                  </a:cubicBezTo>
                  <a:cubicBezTo>
                    <a:pt x="2004" y="654"/>
                    <a:pt x="2042" y="805"/>
                    <a:pt x="2079" y="921"/>
                  </a:cubicBezTo>
                  <a:cubicBezTo>
                    <a:pt x="2116" y="1037"/>
                    <a:pt x="2146" y="1141"/>
                    <a:pt x="2186" y="1243"/>
                  </a:cubicBezTo>
                  <a:cubicBezTo>
                    <a:pt x="2226" y="1345"/>
                    <a:pt x="2274" y="1444"/>
                    <a:pt x="2319" y="1534"/>
                  </a:cubicBezTo>
                  <a:cubicBezTo>
                    <a:pt x="2364" y="1624"/>
                    <a:pt x="2416" y="1731"/>
                    <a:pt x="2458" y="1786"/>
                  </a:cubicBezTo>
                  <a:cubicBezTo>
                    <a:pt x="2500" y="1841"/>
                    <a:pt x="2549" y="1849"/>
                    <a:pt x="2572" y="186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35" name="Freeform 67"/>
            <p:cNvSpPr>
              <a:spLocks/>
            </p:cNvSpPr>
            <p:nvPr/>
          </p:nvSpPr>
          <p:spPr bwMode="auto">
            <a:xfrm>
              <a:off x="640" y="960"/>
              <a:ext cx="1755" cy="1243"/>
            </a:xfrm>
            <a:custGeom>
              <a:avLst/>
              <a:gdLst/>
              <a:ahLst/>
              <a:cxnLst>
                <a:cxn ang="0">
                  <a:pos x="0" y="1823"/>
                </a:cxn>
                <a:cxn ang="0">
                  <a:pos x="259" y="1930"/>
                </a:cxn>
                <a:cxn ang="0">
                  <a:pos x="543" y="1936"/>
                </a:cxn>
                <a:cxn ang="0">
                  <a:pos x="682" y="1892"/>
                </a:cxn>
                <a:cxn ang="0">
                  <a:pos x="846" y="1760"/>
                </a:cxn>
                <a:cxn ang="0">
                  <a:pos x="1029" y="1551"/>
                </a:cxn>
                <a:cxn ang="0">
                  <a:pos x="1257" y="964"/>
                </a:cxn>
                <a:cxn ang="0">
                  <a:pos x="1503" y="332"/>
                </a:cxn>
                <a:cxn ang="0">
                  <a:pos x="1762" y="111"/>
                </a:cxn>
                <a:cxn ang="0">
                  <a:pos x="2052" y="16"/>
                </a:cxn>
                <a:cxn ang="0">
                  <a:pos x="2318" y="16"/>
                </a:cxn>
                <a:cxn ang="0">
                  <a:pos x="2450" y="73"/>
                </a:cxn>
                <a:cxn ang="0">
                  <a:pos x="2577" y="193"/>
                </a:cxn>
              </a:cxnLst>
              <a:rect l="0" t="0" r="r" b="b"/>
              <a:pathLst>
                <a:path w="2577" h="1949">
                  <a:moveTo>
                    <a:pt x="0" y="1823"/>
                  </a:moveTo>
                  <a:cubicBezTo>
                    <a:pt x="84" y="1867"/>
                    <a:pt x="168" y="1911"/>
                    <a:pt x="259" y="1930"/>
                  </a:cubicBezTo>
                  <a:cubicBezTo>
                    <a:pt x="350" y="1949"/>
                    <a:pt x="473" y="1942"/>
                    <a:pt x="543" y="1936"/>
                  </a:cubicBezTo>
                  <a:cubicBezTo>
                    <a:pt x="613" y="1930"/>
                    <a:pt x="632" y="1921"/>
                    <a:pt x="682" y="1892"/>
                  </a:cubicBezTo>
                  <a:cubicBezTo>
                    <a:pt x="732" y="1863"/>
                    <a:pt x="788" y="1817"/>
                    <a:pt x="846" y="1760"/>
                  </a:cubicBezTo>
                  <a:cubicBezTo>
                    <a:pt x="904" y="1703"/>
                    <a:pt x="961" y="1684"/>
                    <a:pt x="1029" y="1551"/>
                  </a:cubicBezTo>
                  <a:cubicBezTo>
                    <a:pt x="1097" y="1418"/>
                    <a:pt x="1178" y="1167"/>
                    <a:pt x="1257" y="964"/>
                  </a:cubicBezTo>
                  <a:cubicBezTo>
                    <a:pt x="1336" y="761"/>
                    <a:pt x="1419" y="474"/>
                    <a:pt x="1503" y="332"/>
                  </a:cubicBezTo>
                  <a:cubicBezTo>
                    <a:pt x="1587" y="190"/>
                    <a:pt x="1671" y="164"/>
                    <a:pt x="1762" y="111"/>
                  </a:cubicBezTo>
                  <a:cubicBezTo>
                    <a:pt x="1853" y="58"/>
                    <a:pt x="1959" y="32"/>
                    <a:pt x="2052" y="16"/>
                  </a:cubicBezTo>
                  <a:cubicBezTo>
                    <a:pt x="2145" y="0"/>
                    <a:pt x="2252" y="7"/>
                    <a:pt x="2318" y="16"/>
                  </a:cubicBezTo>
                  <a:cubicBezTo>
                    <a:pt x="2384" y="25"/>
                    <a:pt x="2407" y="44"/>
                    <a:pt x="2450" y="73"/>
                  </a:cubicBezTo>
                  <a:cubicBezTo>
                    <a:pt x="2493" y="102"/>
                    <a:pt x="2535" y="147"/>
                    <a:pt x="2577" y="193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3" name="Group 110"/>
          <p:cNvGrpSpPr>
            <a:grpSpLocks/>
          </p:cNvGrpSpPr>
          <p:nvPr/>
        </p:nvGrpSpPr>
        <p:grpSpPr bwMode="auto">
          <a:xfrm>
            <a:off x="5562600" y="1524000"/>
            <a:ext cx="3124200" cy="2057400"/>
            <a:chOff x="3240" y="1186"/>
            <a:chExt cx="1797" cy="1166"/>
          </a:xfrm>
        </p:grpSpPr>
        <p:sp>
          <p:nvSpPr>
            <p:cNvPr id="135242" name="Freeform 74"/>
            <p:cNvSpPr>
              <a:spLocks/>
            </p:cNvSpPr>
            <p:nvPr/>
          </p:nvSpPr>
          <p:spPr bwMode="auto">
            <a:xfrm>
              <a:off x="3408" y="1200"/>
              <a:ext cx="1485" cy="1055"/>
            </a:xfrm>
            <a:custGeom>
              <a:avLst/>
              <a:gdLst/>
              <a:ahLst/>
              <a:cxnLst>
                <a:cxn ang="0">
                  <a:pos x="1" y="1818"/>
                </a:cxn>
                <a:cxn ang="0">
                  <a:pos x="33" y="1799"/>
                </a:cxn>
                <a:cxn ang="0">
                  <a:pos x="197" y="1603"/>
                </a:cxn>
                <a:cxn ang="0">
                  <a:pos x="355" y="1167"/>
                </a:cxn>
                <a:cxn ang="0">
                  <a:pos x="538" y="649"/>
                </a:cxn>
                <a:cxn ang="0">
                  <a:pos x="784" y="220"/>
                </a:cxn>
                <a:cxn ang="0">
                  <a:pos x="1024" y="62"/>
                </a:cxn>
                <a:cxn ang="0">
                  <a:pos x="1277" y="24"/>
                </a:cxn>
                <a:cxn ang="0">
                  <a:pos x="1473" y="43"/>
                </a:cxn>
                <a:cxn ang="0">
                  <a:pos x="1845" y="283"/>
                </a:cxn>
                <a:cxn ang="0">
                  <a:pos x="1965" y="548"/>
                </a:cxn>
                <a:cxn ang="0">
                  <a:pos x="2079" y="921"/>
                </a:cxn>
                <a:cxn ang="0">
                  <a:pos x="2186" y="1243"/>
                </a:cxn>
                <a:cxn ang="0">
                  <a:pos x="2319" y="1534"/>
                </a:cxn>
                <a:cxn ang="0">
                  <a:pos x="2458" y="1786"/>
                </a:cxn>
                <a:cxn ang="0">
                  <a:pos x="2572" y="1862"/>
                </a:cxn>
              </a:cxnLst>
              <a:rect l="0" t="0" r="r" b="b"/>
              <a:pathLst>
                <a:path w="2572" h="1862">
                  <a:moveTo>
                    <a:pt x="1" y="1818"/>
                  </a:moveTo>
                  <a:cubicBezTo>
                    <a:pt x="0" y="1826"/>
                    <a:pt x="0" y="1835"/>
                    <a:pt x="33" y="1799"/>
                  </a:cubicBezTo>
                  <a:cubicBezTo>
                    <a:pt x="66" y="1763"/>
                    <a:pt x="143" y="1708"/>
                    <a:pt x="197" y="1603"/>
                  </a:cubicBezTo>
                  <a:cubicBezTo>
                    <a:pt x="251" y="1498"/>
                    <a:pt x="298" y="1326"/>
                    <a:pt x="355" y="1167"/>
                  </a:cubicBezTo>
                  <a:cubicBezTo>
                    <a:pt x="412" y="1008"/>
                    <a:pt x="467" y="807"/>
                    <a:pt x="538" y="649"/>
                  </a:cubicBezTo>
                  <a:cubicBezTo>
                    <a:pt x="609" y="491"/>
                    <a:pt x="703" y="318"/>
                    <a:pt x="784" y="220"/>
                  </a:cubicBezTo>
                  <a:cubicBezTo>
                    <a:pt x="865" y="122"/>
                    <a:pt x="942" y="95"/>
                    <a:pt x="1024" y="62"/>
                  </a:cubicBezTo>
                  <a:cubicBezTo>
                    <a:pt x="1106" y="29"/>
                    <a:pt x="1202" y="27"/>
                    <a:pt x="1277" y="24"/>
                  </a:cubicBezTo>
                  <a:cubicBezTo>
                    <a:pt x="1352" y="21"/>
                    <a:pt x="1378" y="0"/>
                    <a:pt x="1473" y="43"/>
                  </a:cubicBezTo>
                  <a:cubicBezTo>
                    <a:pt x="1568" y="86"/>
                    <a:pt x="1763" y="199"/>
                    <a:pt x="1845" y="283"/>
                  </a:cubicBezTo>
                  <a:cubicBezTo>
                    <a:pt x="1927" y="367"/>
                    <a:pt x="1926" y="442"/>
                    <a:pt x="1965" y="548"/>
                  </a:cubicBezTo>
                  <a:cubicBezTo>
                    <a:pt x="2004" y="654"/>
                    <a:pt x="2042" y="805"/>
                    <a:pt x="2079" y="921"/>
                  </a:cubicBezTo>
                  <a:cubicBezTo>
                    <a:pt x="2116" y="1037"/>
                    <a:pt x="2146" y="1141"/>
                    <a:pt x="2186" y="1243"/>
                  </a:cubicBezTo>
                  <a:cubicBezTo>
                    <a:pt x="2226" y="1345"/>
                    <a:pt x="2274" y="1444"/>
                    <a:pt x="2319" y="1534"/>
                  </a:cubicBezTo>
                  <a:cubicBezTo>
                    <a:pt x="2364" y="1624"/>
                    <a:pt x="2416" y="1731"/>
                    <a:pt x="2458" y="1786"/>
                  </a:cubicBezTo>
                  <a:cubicBezTo>
                    <a:pt x="2500" y="1841"/>
                    <a:pt x="2549" y="1849"/>
                    <a:pt x="2572" y="186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43" name="Freeform 75"/>
            <p:cNvSpPr>
              <a:spLocks/>
            </p:cNvSpPr>
            <p:nvPr/>
          </p:nvSpPr>
          <p:spPr bwMode="auto">
            <a:xfrm flipV="1">
              <a:off x="3504" y="1296"/>
              <a:ext cx="1485" cy="1055"/>
            </a:xfrm>
            <a:custGeom>
              <a:avLst/>
              <a:gdLst/>
              <a:ahLst/>
              <a:cxnLst>
                <a:cxn ang="0">
                  <a:pos x="1" y="1818"/>
                </a:cxn>
                <a:cxn ang="0">
                  <a:pos x="33" y="1799"/>
                </a:cxn>
                <a:cxn ang="0">
                  <a:pos x="197" y="1603"/>
                </a:cxn>
                <a:cxn ang="0">
                  <a:pos x="355" y="1167"/>
                </a:cxn>
                <a:cxn ang="0">
                  <a:pos x="538" y="649"/>
                </a:cxn>
                <a:cxn ang="0">
                  <a:pos x="784" y="220"/>
                </a:cxn>
                <a:cxn ang="0">
                  <a:pos x="1024" y="62"/>
                </a:cxn>
                <a:cxn ang="0">
                  <a:pos x="1277" y="24"/>
                </a:cxn>
                <a:cxn ang="0">
                  <a:pos x="1473" y="43"/>
                </a:cxn>
                <a:cxn ang="0">
                  <a:pos x="1845" y="283"/>
                </a:cxn>
                <a:cxn ang="0">
                  <a:pos x="1965" y="548"/>
                </a:cxn>
                <a:cxn ang="0">
                  <a:pos x="2079" y="921"/>
                </a:cxn>
                <a:cxn ang="0">
                  <a:pos x="2186" y="1243"/>
                </a:cxn>
                <a:cxn ang="0">
                  <a:pos x="2319" y="1534"/>
                </a:cxn>
                <a:cxn ang="0">
                  <a:pos x="2458" y="1786"/>
                </a:cxn>
                <a:cxn ang="0">
                  <a:pos x="2572" y="1862"/>
                </a:cxn>
              </a:cxnLst>
              <a:rect l="0" t="0" r="r" b="b"/>
              <a:pathLst>
                <a:path w="2572" h="1862">
                  <a:moveTo>
                    <a:pt x="1" y="1818"/>
                  </a:moveTo>
                  <a:cubicBezTo>
                    <a:pt x="0" y="1826"/>
                    <a:pt x="0" y="1835"/>
                    <a:pt x="33" y="1799"/>
                  </a:cubicBezTo>
                  <a:cubicBezTo>
                    <a:pt x="66" y="1763"/>
                    <a:pt x="143" y="1708"/>
                    <a:pt x="197" y="1603"/>
                  </a:cubicBezTo>
                  <a:cubicBezTo>
                    <a:pt x="251" y="1498"/>
                    <a:pt x="298" y="1326"/>
                    <a:pt x="355" y="1167"/>
                  </a:cubicBezTo>
                  <a:cubicBezTo>
                    <a:pt x="412" y="1008"/>
                    <a:pt x="467" y="807"/>
                    <a:pt x="538" y="649"/>
                  </a:cubicBezTo>
                  <a:cubicBezTo>
                    <a:pt x="609" y="491"/>
                    <a:pt x="703" y="318"/>
                    <a:pt x="784" y="220"/>
                  </a:cubicBezTo>
                  <a:cubicBezTo>
                    <a:pt x="865" y="122"/>
                    <a:pt x="942" y="95"/>
                    <a:pt x="1024" y="62"/>
                  </a:cubicBezTo>
                  <a:cubicBezTo>
                    <a:pt x="1106" y="29"/>
                    <a:pt x="1202" y="27"/>
                    <a:pt x="1277" y="24"/>
                  </a:cubicBezTo>
                  <a:cubicBezTo>
                    <a:pt x="1352" y="21"/>
                    <a:pt x="1378" y="0"/>
                    <a:pt x="1473" y="43"/>
                  </a:cubicBezTo>
                  <a:cubicBezTo>
                    <a:pt x="1568" y="86"/>
                    <a:pt x="1763" y="199"/>
                    <a:pt x="1845" y="283"/>
                  </a:cubicBezTo>
                  <a:cubicBezTo>
                    <a:pt x="1927" y="367"/>
                    <a:pt x="1926" y="442"/>
                    <a:pt x="1965" y="548"/>
                  </a:cubicBezTo>
                  <a:cubicBezTo>
                    <a:pt x="2004" y="654"/>
                    <a:pt x="2042" y="805"/>
                    <a:pt x="2079" y="921"/>
                  </a:cubicBezTo>
                  <a:cubicBezTo>
                    <a:pt x="2116" y="1037"/>
                    <a:pt x="2146" y="1141"/>
                    <a:pt x="2186" y="1243"/>
                  </a:cubicBezTo>
                  <a:cubicBezTo>
                    <a:pt x="2226" y="1345"/>
                    <a:pt x="2274" y="1444"/>
                    <a:pt x="2319" y="1534"/>
                  </a:cubicBezTo>
                  <a:cubicBezTo>
                    <a:pt x="2364" y="1624"/>
                    <a:pt x="2416" y="1731"/>
                    <a:pt x="2458" y="1786"/>
                  </a:cubicBezTo>
                  <a:cubicBezTo>
                    <a:pt x="2500" y="1841"/>
                    <a:pt x="2549" y="1849"/>
                    <a:pt x="2572" y="186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44" name="Freeform 76"/>
            <p:cNvSpPr>
              <a:spLocks/>
            </p:cNvSpPr>
            <p:nvPr/>
          </p:nvSpPr>
          <p:spPr bwMode="auto">
            <a:xfrm flipV="1">
              <a:off x="3466" y="1296"/>
              <a:ext cx="1485" cy="1055"/>
            </a:xfrm>
            <a:custGeom>
              <a:avLst/>
              <a:gdLst/>
              <a:ahLst/>
              <a:cxnLst>
                <a:cxn ang="0">
                  <a:pos x="1" y="1818"/>
                </a:cxn>
                <a:cxn ang="0">
                  <a:pos x="33" y="1799"/>
                </a:cxn>
                <a:cxn ang="0">
                  <a:pos x="197" y="1603"/>
                </a:cxn>
                <a:cxn ang="0">
                  <a:pos x="355" y="1167"/>
                </a:cxn>
                <a:cxn ang="0">
                  <a:pos x="538" y="649"/>
                </a:cxn>
                <a:cxn ang="0">
                  <a:pos x="784" y="220"/>
                </a:cxn>
                <a:cxn ang="0">
                  <a:pos x="1024" y="62"/>
                </a:cxn>
                <a:cxn ang="0">
                  <a:pos x="1277" y="24"/>
                </a:cxn>
                <a:cxn ang="0">
                  <a:pos x="1473" y="43"/>
                </a:cxn>
                <a:cxn ang="0">
                  <a:pos x="1845" y="283"/>
                </a:cxn>
                <a:cxn ang="0">
                  <a:pos x="1965" y="548"/>
                </a:cxn>
                <a:cxn ang="0">
                  <a:pos x="2079" y="921"/>
                </a:cxn>
                <a:cxn ang="0">
                  <a:pos x="2186" y="1243"/>
                </a:cxn>
                <a:cxn ang="0">
                  <a:pos x="2319" y="1534"/>
                </a:cxn>
                <a:cxn ang="0">
                  <a:pos x="2458" y="1786"/>
                </a:cxn>
                <a:cxn ang="0">
                  <a:pos x="2572" y="1862"/>
                </a:cxn>
              </a:cxnLst>
              <a:rect l="0" t="0" r="r" b="b"/>
              <a:pathLst>
                <a:path w="2572" h="1862">
                  <a:moveTo>
                    <a:pt x="1" y="1818"/>
                  </a:moveTo>
                  <a:cubicBezTo>
                    <a:pt x="0" y="1826"/>
                    <a:pt x="0" y="1835"/>
                    <a:pt x="33" y="1799"/>
                  </a:cubicBezTo>
                  <a:cubicBezTo>
                    <a:pt x="66" y="1763"/>
                    <a:pt x="143" y="1708"/>
                    <a:pt x="197" y="1603"/>
                  </a:cubicBezTo>
                  <a:cubicBezTo>
                    <a:pt x="251" y="1498"/>
                    <a:pt x="298" y="1326"/>
                    <a:pt x="355" y="1167"/>
                  </a:cubicBezTo>
                  <a:cubicBezTo>
                    <a:pt x="412" y="1008"/>
                    <a:pt x="467" y="807"/>
                    <a:pt x="538" y="649"/>
                  </a:cubicBezTo>
                  <a:cubicBezTo>
                    <a:pt x="609" y="491"/>
                    <a:pt x="703" y="318"/>
                    <a:pt x="784" y="220"/>
                  </a:cubicBezTo>
                  <a:cubicBezTo>
                    <a:pt x="865" y="122"/>
                    <a:pt x="942" y="95"/>
                    <a:pt x="1024" y="62"/>
                  </a:cubicBezTo>
                  <a:cubicBezTo>
                    <a:pt x="1106" y="29"/>
                    <a:pt x="1202" y="27"/>
                    <a:pt x="1277" y="24"/>
                  </a:cubicBezTo>
                  <a:cubicBezTo>
                    <a:pt x="1352" y="21"/>
                    <a:pt x="1378" y="0"/>
                    <a:pt x="1473" y="43"/>
                  </a:cubicBezTo>
                  <a:cubicBezTo>
                    <a:pt x="1568" y="86"/>
                    <a:pt x="1763" y="199"/>
                    <a:pt x="1845" y="283"/>
                  </a:cubicBezTo>
                  <a:cubicBezTo>
                    <a:pt x="1927" y="367"/>
                    <a:pt x="1926" y="442"/>
                    <a:pt x="1965" y="548"/>
                  </a:cubicBezTo>
                  <a:cubicBezTo>
                    <a:pt x="2004" y="654"/>
                    <a:pt x="2042" y="805"/>
                    <a:pt x="2079" y="921"/>
                  </a:cubicBezTo>
                  <a:cubicBezTo>
                    <a:pt x="2116" y="1037"/>
                    <a:pt x="2146" y="1141"/>
                    <a:pt x="2186" y="1243"/>
                  </a:cubicBezTo>
                  <a:cubicBezTo>
                    <a:pt x="2226" y="1345"/>
                    <a:pt x="2274" y="1444"/>
                    <a:pt x="2319" y="1534"/>
                  </a:cubicBezTo>
                  <a:cubicBezTo>
                    <a:pt x="2364" y="1624"/>
                    <a:pt x="2416" y="1731"/>
                    <a:pt x="2458" y="1786"/>
                  </a:cubicBezTo>
                  <a:cubicBezTo>
                    <a:pt x="2500" y="1841"/>
                    <a:pt x="2549" y="1849"/>
                    <a:pt x="2572" y="186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45" name="Freeform 77"/>
            <p:cNvSpPr>
              <a:spLocks/>
            </p:cNvSpPr>
            <p:nvPr/>
          </p:nvSpPr>
          <p:spPr bwMode="auto">
            <a:xfrm>
              <a:off x="3480" y="1214"/>
              <a:ext cx="1488" cy="1104"/>
            </a:xfrm>
            <a:custGeom>
              <a:avLst/>
              <a:gdLst/>
              <a:ahLst/>
              <a:cxnLst>
                <a:cxn ang="0">
                  <a:pos x="0" y="1823"/>
                </a:cxn>
                <a:cxn ang="0">
                  <a:pos x="259" y="1930"/>
                </a:cxn>
                <a:cxn ang="0">
                  <a:pos x="543" y="1936"/>
                </a:cxn>
                <a:cxn ang="0">
                  <a:pos x="682" y="1892"/>
                </a:cxn>
                <a:cxn ang="0">
                  <a:pos x="846" y="1760"/>
                </a:cxn>
                <a:cxn ang="0">
                  <a:pos x="1029" y="1551"/>
                </a:cxn>
                <a:cxn ang="0">
                  <a:pos x="1257" y="964"/>
                </a:cxn>
                <a:cxn ang="0">
                  <a:pos x="1503" y="332"/>
                </a:cxn>
                <a:cxn ang="0">
                  <a:pos x="1762" y="111"/>
                </a:cxn>
                <a:cxn ang="0">
                  <a:pos x="2052" y="16"/>
                </a:cxn>
                <a:cxn ang="0">
                  <a:pos x="2318" y="16"/>
                </a:cxn>
                <a:cxn ang="0">
                  <a:pos x="2450" y="73"/>
                </a:cxn>
                <a:cxn ang="0">
                  <a:pos x="2577" y="193"/>
                </a:cxn>
              </a:cxnLst>
              <a:rect l="0" t="0" r="r" b="b"/>
              <a:pathLst>
                <a:path w="2577" h="1949">
                  <a:moveTo>
                    <a:pt x="0" y="1823"/>
                  </a:moveTo>
                  <a:cubicBezTo>
                    <a:pt x="84" y="1867"/>
                    <a:pt x="168" y="1911"/>
                    <a:pt x="259" y="1930"/>
                  </a:cubicBezTo>
                  <a:cubicBezTo>
                    <a:pt x="350" y="1949"/>
                    <a:pt x="473" y="1942"/>
                    <a:pt x="543" y="1936"/>
                  </a:cubicBezTo>
                  <a:cubicBezTo>
                    <a:pt x="613" y="1930"/>
                    <a:pt x="632" y="1921"/>
                    <a:pt x="682" y="1892"/>
                  </a:cubicBezTo>
                  <a:cubicBezTo>
                    <a:pt x="732" y="1863"/>
                    <a:pt x="788" y="1817"/>
                    <a:pt x="846" y="1760"/>
                  </a:cubicBezTo>
                  <a:cubicBezTo>
                    <a:pt x="904" y="1703"/>
                    <a:pt x="961" y="1684"/>
                    <a:pt x="1029" y="1551"/>
                  </a:cubicBezTo>
                  <a:cubicBezTo>
                    <a:pt x="1097" y="1418"/>
                    <a:pt x="1178" y="1167"/>
                    <a:pt x="1257" y="964"/>
                  </a:cubicBezTo>
                  <a:cubicBezTo>
                    <a:pt x="1336" y="761"/>
                    <a:pt x="1419" y="474"/>
                    <a:pt x="1503" y="332"/>
                  </a:cubicBezTo>
                  <a:cubicBezTo>
                    <a:pt x="1587" y="190"/>
                    <a:pt x="1671" y="164"/>
                    <a:pt x="1762" y="111"/>
                  </a:cubicBezTo>
                  <a:cubicBezTo>
                    <a:pt x="1853" y="58"/>
                    <a:pt x="1959" y="32"/>
                    <a:pt x="2052" y="16"/>
                  </a:cubicBezTo>
                  <a:cubicBezTo>
                    <a:pt x="2145" y="0"/>
                    <a:pt x="2252" y="7"/>
                    <a:pt x="2318" y="16"/>
                  </a:cubicBezTo>
                  <a:cubicBezTo>
                    <a:pt x="2384" y="25"/>
                    <a:pt x="2407" y="44"/>
                    <a:pt x="2450" y="73"/>
                  </a:cubicBezTo>
                  <a:cubicBezTo>
                    <a:pt x="2493" y="102"/>
                    <a:pt x="2535" y="147"/>
                    <a:pt x="2577" y="193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46" name="Freeform 78"/>
            <p:cNvSpPr>
              <a:spLocks/>
            </p:cNvSpPr>
            <p:nvPr/>
          </p:nvSpPr>
          <p:spPr bwMode="auto">
            <a:xfrm flipH="1">
              <a:off x="3408" y="1200"/>
              <a:ext cx="1488" cy="1104"/>
            </a:xfrm>
            <a:custGeom>
              <a:avLst/>
              <a:gdLst/>
              <a:ahLst/>
              <a:cxnLst>
                <a:cxn ang="0">
                  <a:pos x="0" y="1823"/>
                </a:cxn>
                <a:cxn ang="0">
                  <a:pos x="259" y="1930"/>
                </a:cxn>
                <a:cxn ang="0">
                  <a:pos x="543" y="1936"/>
                </a:cxn>
                <a:cxn ang="0">
                  <a:pos x="682" y="1892"/>
                </a:cxn>
                <a:cxn ang="0">
                  <a:pos x="846" y="1760"/>
                </a:cxn>
                <a:cxn ang="0">
                  <a:pos x="1029" y="1551"/>
                </a:cxn>
                <a:cxn ang="0">
                  <a:pos x="1257" y="964"/>
                </a:cxn>
                <a:cxn ang="0">
                  <a:pos x="1503" y="332"/>
                </a:cxn>
                <a:cxn ang="0">
                  <a:pos x="1762" y="111"/>
                </a:cxn>
                <a:cxn ang="0">
                  <a:pos x="2052" y="16"/>
                </a:cxn>
                <a:cxn ang="0">
                  <a:pos x="2318" y="16"/>
                </a:cxn>
                <a:cxn ang="0">
                  <a:pos x="2450" y="73"/>
                </a:cxn>
                <a:cxn ang="0">
                  <a:pos x="2577" y="193"/>
                </a:cxn>
              </a:cxnLst>
              <a:rect l="0" t="0" r="r" b="b"/>
              <a:pathLst>
                <a:path w="2577" h="1949">
                  <a:moveTo>
                    <a:pt x="0" y="1823"/>
                  </a:moveTo>
                  <a:cubicBezTo>
                    <a:pt x="84" y="1867"/>
                    <a:pt x="168" y="1911"/>
                    <a:pt x="259" y="1930"/>
                  </a:cubicBezTo>
                  <a:cubicBezTo>
                    <a:pt x="350" y="1949"/>
                    <a:pt x="473" y="1942"/>
                    <a:pt x="543" y="1936"/>
                  </a:cubicBezTo>
                  <a:cubicBezTo>
                    <a:pt x="613" y="1930"/>
                    <a:pt x="632" y="1921"/>
                    <a:pt x="682" y="1892"/>
                  </a:cubicBezTo>
                  <a:cubicBezTo>
                    <a:pt x="732" y="1863"/>
                    <a:pt x="788" y="1817"/>
                    <a:pt x="846" y="1760"/>
                  </a:cubicBezTo>
                  <a:cubicBezTo>
                    <a:pt x="904" y="1703"/>
                    <a:pt x="961" y="1684"/>
                    <a:pt x="1029" y="1551"/>
                  </a:cubicBezTo>
                  <a:cubicBezTo>
                    <a:pt x="1097" y="1418"/>
                    <a:pt x="1178" y="1167"/>
                    <a:pt x="1257" y="964"/>
                  </a:cubicBezTo>
                  <a:cubicBezTo>
                    <a:pt x="1336" y="761"/>
                    <a:pt x="1419" y="474"/>
                    <a:pt x="1503" y="332"/>
                  </a:cubicBezTo>
                  <a:cubicBezTo>
                    <a:pt x="1587" y="190"/>
                    <a:pt x="1671" y="164"/>
                    <a:pt x="1762" y="111"/>
                  </a:cubicBezTo>
                  <a:cubicBezTo>
                    <a:pt x="1853" y="58"/>
                    <a:pt x="1959" y="32"/>
                    <a:pt x="2052" y="16"/>
                  </a:cubicBezTo>
                  <a:cubicBezTo>
                    <a:pt x="2145" y="0"/>
                    <a:pt x="2252" y="7"/>
                    <a:pt x="2318" y="16"/>
                  </a:cubicBezTo>
                  <a:cubicBezTo>
                    <a:pt x="2384" y="25"/>
                    <a:pt x="2407" y="44"/>
                    <a:pt x="2450" y="73"/>
                  </a:cubicBezTo>
                  <a:cubicBezTo>
                    <a:pt x="2493" y="102"/>
                    <a:pt x="2535" y="147"/>
                    <a:pt x="2577" y="193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47" name="Freeform 79"/>
            <p:cNvSpPr>
              <a:spLocks/>
            </p:cNvSpPr>
            <p:nvPr/>
          </p:nvSpPr>
          <p:spPr bwMode="auto">
            <a:xfrm flipH="1">
              <a:off x="3360" y="1200"/>
              <a:ext cx="1488" cy="1104"/>
            </a:xfrm>
            <a:custGeom>
              <a:avLst/>
              <a:gdLst/>
              <a:ahLst/>
              <a:cxnLst>
                <a:cxn ang="0">
                  <a:pos x="0" y="1823"/>
                </a:cxn>
                <a:cxn ang="0">
                  <a:pos x="259" y="1930"/>
                </a:cxn>
                <a:cxn ang="0">
                  <a:pos x="543" y="1936"/>
                </a:cxn>
                <a:cxn ang="0">
                  <a:pos x="682" y="1892"/>
                </a:cxn>
                <a:cxn ang="0">
                  <a:pos x="846" y="1760"/>
                </a:cxn>
                <a:cxn ang="0">
                  <a:pos x="1029" y="1551"/>
                </a:cxn>
                <a:cxn ang="0">
                  <a:pos x="1257" y="964"/>
                </a:cxn>
                <a:cxn ang="0">
                  <a:pos x="1503" y="332"/>
                </a:cxn>
                <a:cxn ang="0">
                  <a:pos x="1762" y="111"/>
                </a:cxn>
                <a:cxn ang="0">
                  <a:pos x="2052" y="16"/>
                </a:cxn>
                <a:cxn ang="0">
                  <a:pos x="2318" y="16"/>
                </a:cxn>
                <a:cxn ang="0">
                  <a:pos x="2450" y="73"/>
                </a:cxn>
                <a:cxn ang="0">
                  <a:pos x="2577" y="193"/>
                </a:cxn>
              </a:cxnLst>
              <a:rect l="0" t="0" r="r" b="b"/>
              <a:pathLst>
                <a:path w="2577" h="1949">
                  <a:moveTo>
                    <a:pt x="0" y="1823"/>
                  </a:moveTo>
                  <a:cubicBezTo>
                    <a:pt x="84" y="1867"/>
                    <a:pt x="168" y="1911"/>
                    <a:pt x="259" y="1930"/>
                  </a:cubicBezTo>
                  <a:cubicBezTo>
                    <a:pt x="350" y="1949"/>
                    <a:pt x="473" y="1942"/>
                    <a:pt x="543" y="1936"/>
                  </a:cubicBezTo>
                  <a:cubicBezTo>
                    <a:pt x="613" y="1930"/>
                    <a:pt x="632" y="1921"/>
                    <a:pt x="682" y="1892"/>
                  </a:cubicBezTo>
                  <a:cubicBezTo>
                    <a:pt x="732" y="1863"/>
                    <a:pt x="788" y="1817"/>
                    <a:pt x="846" y="1760"/>
                  </a:cubicBezTo>
                  <a:cubicBezTo>
                    <a:pt x="904" y="1703"/>
                    <a:pt x="961" y="1684"/>
                    <a:pt x="1029" y="1551"/>
                  </a:cubicBezTo>
                  <a:cubicBezTo>
                    <a:pt x="1097" y="1418"/>
                    <a:pt x="1178" y="1167"/>
                    <a:pt x="1257" y="964"/>
                  </a:cubicBezTo>
                  <a:cubicBezTo>
                    <a:pt x="1336" y="761"/>
                    <a:pt x="1419" y="474"/>
                    <a:pt x="1503" y="332"/>
                  </a:cubicBezTo>
                  <a:cubicBezTo>
                    <a:pt x="1587" y="190"/>
                    <a:pt x="1671" y="164"/>
                    <a:pt x="1762" y="111"/>
                  </a:cubicBezTo>
                  <a:cubicBezTo>
                    <a:pt x="1853" y="58"/>
                    <a:pt x="1959" y="32"/>
                    <a:pt x="2052" y="16"/>
                  </a:cubicBezTo>
                  <a:cubicBezTo>
                    <a:pt x="2145" y="0"/>
                    <a:pt x="2252" y="7"/>
                    <a:pt x="2318" y="16"/>
                  </a:cubicBezTo>
                  <a:cubicBezTo>
                    <a:pt x="2384" y="25"/>
                    <a:pt x="2407" y="44"/>
                    <a:pt x="2450" y="73"/>
                  </a:cubicBezTo>
                  <a:cubicBezTo>
                    <a:pt x="2493" y="102"/>
                    <a:pt x="2535" y="147"/>
                    <a:pt x="2577" y="193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48" name="Freeform 80"/>
            <p:cNvSpPr>
              <a:spLocks/>
            </p:cNvSpPr>
            <p:nvPr/>
          </p:nvSpPr>
          <p:spPr bwMode="auto">
            <a:xfrm flipH="1">
              <a:off x="3361" y="1209"/>
              <a:ext cx="1488" cy="1104"/>
            </a:xfrm>
            <a:custGeom>
              <a:avLst/>
              <a:gdLst/>
              <a:ahLst/>
              <a:cxnLst>
                <a:cxn ang="0">
                  <a:pos x="0" y="1823"/>
                </a:cxn>
                <a:cxn ang="0">
                  <a:pos x="259" y="1930"/>
                </a:cxn>
                <a:cxn ang="0">
                  <a:pos x="543" y="1936"/>
                </a:cxn>
                <a:cxn ang="0">
                  <a:pos x="682" y="1892"/>
                </a:cxn>
                <a:cxn ang="0">
                  <a:pos x="846" y="1760"/>
                </a:cxn>
                <a:cxn ang="0">
                  <a:pos x="1029" y="1551"/>
                </a:cxn>
                <a:cxn ang="0">
                  <a:pos x="1257" y="964"/>
                </a:cxn>
                <a:cxn ang="0">
                  <a:pos x="1503" y="332"/>
                </a:cxn>
                <a:cxn ang="0">
                  <a:pos x="1762" y="111"/>
                </a:cxn>
                <a:cxn ang="0">
                  <a:pos x="2052" y="16"/>
                </a:cxn>
                <a:cxn ang="0">
                  <a:pos x="2318" y="16"/>
                </a:cxn>
                <a:cxn ang="0">
                  <a:pos x="2450" y="73"/>
                </a:cxn>
                <a:cxn ang="0">
                  <a:pos x="2577" y="193"/>
                </a:cxn>
              </a:cxnLst>
              <a:rect l="0" t="0" r="r" b="b"/>
              <a:pathLst>
                <a:path w="2577" h="1949">
                  <a:moveTo>
                    <a:pt x="0" y="1823"/>
                  </a:moveTo>
                  <a:cubicBezTo>
                    <a:pt x="84" y="1867"/>
                    <a:pt x="168" y="1911"/>
                    <a:pt x="259" y="1930"/>
                  </a:cubicBezTo>
                  <a:cubicBezTo>
                    <a:pt x="350" y="1949"/>
                    <a:pt x="473" y="1942"/>
                    <a:pt x="543" y="1936"/>
                  </a:cubicBezTo>
                  <a:cubicBezTo>
                    <a:pt x="613" y="1930"/>
                    <a:pt x="632" y="1921"/>
                    <a:pt x="682" y="1892"/>
                  </a:cubicBezTo>
                  <a:cubicBezTo>
                    <a:pt x="732" y="1863"/>
                    <a:pt x="788" y="1817"/>
                    <a:pt x="846" y="1760"/>
                  </a:cubicBezTo>
                  <a:cubicBezTo>
                    <a:pt x="904" y="1703"/>
                    <a:pt x="961" y="1684"/>
                    <a:pt x="1029" y="1551"/>
                  </a:cubicBezTo>
                  <a:cubicBezTo>
                    <a:pt x="1097" y="1418"/>
                    <a:pt x="1178" y="1167"/>
                    <a:pt x="1257" y="964"/>
                  </a:cubicBezTo>
                  <a:cubicBezTo>
                    <a:pt x="1336" y="761"/>
                    <a:pt x="1419" y="474"/>
                    <a:pt x="1503" y="332"/>
                  </a:cubicBezTo>
                  <a:cubicBezTo>
                    <a:pt x="1587" y="190"/>
                    <a:pt x="1671" y="164"/>
                    <a:pt x="1762" y="111"/>
                  </a:cubicBezTo>
                  <a:cubicBezTo>
                    <a:pt x="1853" y="58"/>
                    <a:pt x="1959" y="32"/>
                    <a:pt x="2052" y="16"/>
                  </a:cubicBezTo>
                  <a:cubicBezTo>
                    <a:pt x="2145" y="0"/>
                    <a:pt x="2252" y="7"/>
                    <a:pt x="2318" y="16"/>
                  </a:cubicBezTo>
                  <a:cubicBezTo>
                    <a:pt x="2384" y="25"/>
                    <a:pt x="2407" y="44"/>
                    <a:pt x="2450" y="73"/>
                  </a:cubicBezTo>
                  <a:cubicBezTo>
                    <a:pt x="2493" y="102"/>
                    <a:pt x="2535" y="147"/>
                    <a:pt x="2577" y="193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49" name="Freeform 81"/>
            <p:cNvSpPr>
              <a:spLocks/>
            </p:cNvSpPr>
            <p:nvPr/>
          </p:nvSpPr>
          <p:spPr bwMode="auto">
            <a:xfrm>
              <a:off x="3408" y="1200"/>
              <a:ext cx="1485" cy="1055"/>
            </a:xfrm>
            <a:custGeom>
              <a:avLst/>
              <a:gdLst/>
              <a:ahLst/>
              <a:cxnLst>
                <a:cxn ang="0">
                  <a:pos x="1" y="1818"/>
                </a:cxn>
                <a:cxn ang="0">
                  <a:pos x="33" y="1799"/>
                </a:cxn>
                <a:cxn ang="0">
                  <a:pos x="197" y="1603"/>
                </a:cxn>
                <a:cxn ang="0">
                  <a:pos x="405" y="1167"/>
                </a:cxn>
                <a:cxn ang="0">
                  <a:pos x="576" y="617"/>
                </a:cxn>
                <a:cxn ang="0">
                  <a:pos x="784" y="220"/>
                </a:cxn>
                <a:cxn ang="0">
                  <a:pos x="1024" y="62"/>
                </a:cxn>
                <a:cxn ang="0">
                  <a:pos x="1277" y="24"/>
                </a:cxn>
                <a:cxn ang="0">
                  <a:pos x="1473" y="43"/>
                </a:cxn>
                <a:cxn ang="0">
                  <a:pos x="1845" y="283"/>
                </a:cxn>
                <a:cxn ang="0">
                  <a:pos x="1965" y="548"/>
                </a:cxn>
                <a:cxn ang="0">
                  <a:pos x="2079" y="921"/>
                </a:cxn>
                <a:cxn ang="0">
                  <a:pos x="2186" y="1243"/>
                </a:cxn>
                <a:cxn ang="0">
                  <a:pos x="2319" y="1534"/>
                </a:cxn>
                <a:cxn ang="0">
                  <a:pos x="2458" y="1786"/>
                </a:cxn>
                <a:cxn ang="0">
                  <a:pos x="2572" y="1862"/>
                </a:cxn>
              </a:cxnLst>
              <a:rect l="0" t="0" r="r" b="b"/>
              <a:pathLst>
                <a:path w="2572" h="1862">
                  <a:moveTo>
                    <a:pt x="1" y="1818"/>
                  </a:moveTo>
                  <a:cubicBezTo>
                    <a:pt x="0" y="1826"/>
                    <a:pt x="0" y="1835"/>
                    <a:pt x="33" y="1799"/>
                  </a:cubicBezTo>
                  <a:cubicBezTo>
                    <a:pt x="66" y="1763"/>
                    <a:pt x="135" y="1708"/>
                    <a:pt x="197" y="1603"/>
                  </a:cubicBezTo>
                  <a:cubicBezTo>
                    <a:pt x="259" y="1498"/>
                    <a:pt x="342" y="1331"/>
                    <a:pt x="405" y="1167"/>
                  </a:cubicBezTo>
                  <a:cubicBezTo>
                    <a:pt x="468" y="1003"/>
                    <a:pt x="513" y="775"/>
                    <a:pt x="576" y="617"/>
                  </a:cubicBezTo>
                  <a:cubicBezTo>
                    <a:pt x="639" y="459"/>
                    <a:pt x="709" y="312"/>
                    <a:pt x="784" y="220"/>
                  </a:cubicBezTo>
                  <a:cubicBezTo>
                    <a:pt x="859" y="128"/>
                    <a:pt x="942" y="95"/>
                    <a:pt x="1024" y="62"/>
                  </a:cubicBezTo>
                  <a:cubicBezTo>
                    <a:pt x="1106" y="29"/>
                    <a:pt x="1202" y="27"/>
                    <a:pt x="1277" y="24"/>
                  </a:cubicBezTo>
                  <a:cubicBezTo>
                    <a:pt x="1352" y="21"/>
                    <a:pt x="1378" y="0"/>
                    <a:pt x="1473" y="43"/>
                  </a:cubicBezTo>
                  <a:cubicBezTo>
                    <a:pt x="1568" y="86"/>
                    <a:pt x="1763" y="199"/>
                    <a:pt x="1845" y="283"/>
                  </a:cubicBezTo>
                  <a:cubicBezTo>
                    <a:pt x="1927" y="367"/>
                    <a:pt x="1926" y="442"/>
                    <a:pt x="1965" y="548"/>
                  </a:cubicBezTo>
                  <a:cubicBezTo>
                    <a:pt x="2004" y="654"/>
                    <a:pt x="2042" y="805"/>
                    <a:pt x="2079" y="921"/>
                  </a:cubicBezTo>
                  <a:cubicBezTo>
                    <a:pt x="2116" y="1037"/>
                    <a:pt x="2146" y="1141"/>
                    <a:pt x="2186" y="1243"/>
                  </a:cubicBezTo>
                  <a:cubicBezTo>
                    <a:pt x="2226" y="1345"/>
                    <a:pt x="2274" y="1444"/>
                    <a:pt x="2319" y="1534"/>
                  </a:cubicBezTo>
                  <a:cubicBezTo>
                    <a:pt x="2364" y="1624"/>
                    <a:pt x="2416" y="1731"/>
                    <a:pt x="2458" y="1786"/>
                  </a:cubicBezTo>
                  <a:cubicBezTo>
                    <a:pt x="2500" y="1841"/>
                    <a:pt x="2549" y="1849"/>
                    <a:pt x="2572" y="186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50" name="Freeform 82"/>
            <p:cNvSpPr>
              <a:spLocks/>
            </p:cNvSpPr>
            <p:nvPr/>
          </p:nvSpPr>
          <p:spPr bwMode="auto">
            <a:xfrm>
              <a:off x="3456" y="1200"/>
              <a:ext cx="1488" cy="1104"/>
            </a:xfrm>
            <a:custGeom>
              <a:avLst/>
              <a:gdLst/>
              <a:ahLst/>
              <a:cxnLst>
                <a:cxn ang="0">
                  <a:pos x="0" y="1823"/>
                </a:cxn>
                <a:cxn ang="0">
                  <a:pos x="259" y="1930"/>
                </a:cxn>
                <a:cxn ang="0">
                  <a:pos x="543" y="1936"/>
                </a:cxn>
                <a:cxn ang="0">
                  <a:pos x="682" y="1892"/>
                </a:cxn>
                <a:cxn ang="0">
                  <a:pos x="846" y="1760"/>
                </a:cxn>
                <a:cxn ang="0">
                  <a:pos x="1029" y="1551"/>
                </a:cxn>
                <a:cxn ang="0">
                  <a:pos x="1257" y="964"/>
                </a:cxn>
                <a:cxn ang="0">
                  <a:pos x="1503" y="332"/>
                </a:cxn>
                <a:cxn ang="0">
                  <a:pos x="1762" y="111"/>
                </a:cxn>
                <a:cxn ang="0">
                  <a:pos x="2052" y="16"/>
                </a:cxn>
                <a:cxn ang="0">
                  <a:pos x="2318" y="16"/>
                </a:cxn>
                <a:cxn ang="0">
                  <a:pos x="2450" y="73"/>
                </a:cxn>
                <a:cxn ang="0">
                  <a:pos x="2577" y="193"/>
                </a:cxn>
              </a:cxnLst>
              <a:rect l="0" t="0" r="r" b="b"/>
              <a:pathLst>
                <a:path w="2577" h="1949">
                  <a:moveTo>
                    <a:pt x="0" y="1823"/>
                  </a:moveTo>
                  <a:cubicBezTo>
                    <a:pt x="84" y="1867"/>
                    <a:pt x="168" y="1911"/>
                    <a:pt x="259" y="1930"/>
                  </a:cubicBezTo>
                  <a:cubicBezTo>
                    <a:pt x="350" y="1949"/>
                    <a:pt x="473" y="1942"/>
                    <a:pt x="543" y="1936"/>
                  </a:cubicBezTo>
                  <a:cubicBezTo>
                    <a:pt x="613" y="1930"/>
                    <a:pt x="632" y="1921"/>
                    <a:pt x="682" y="1892"/>
                  </a:cubicBezTo>
                  <a:cubicBezTo>
                    <a:pt x="732" y="1863"/>
                    <a:pt x="788" y="1817"/>
                    <a:pt x="846" y="1760"/>
                  </a:cubicBezTo>
                  <a:cubicBezTo>
                    <a:pt x="904" y="1703"/>
                    <a:pt x="961" y="1684"/>
                    <a:pt x="1029" y="1551"/>
                  </a:cubicBezTo>
                  <a:cubicBezTo>
                    <a:pt x="1097" y="1418"/>
                    <a:pt x="1178" y="1167"/>
                    <a:pt x="1257" y="964"/>
                  </a:cubicBezTo>
                  <a:cubicBezTo>
                    <a:pt x="1336" y="761"/>
                    <a:pt x="1419" y="474"/>
                    <a:pt x="1503" y="332"/>
                  </a:cubicBezTo>
                  <a:cubicBezTo>
                    <a:pt x="1587" y="190"/>
                    <a:pt x="1671" y="164"/>
                    <a:pt x="1762" y="111"/>
                  </a:cubicBezTo>
                  <a:cubicBezTo>
                    <a:pt x="1853" y="58"/>
                    <a:pt x="1959" y="32"/>
                    <a:pt x="2052" y="16"/>
                  </a:cubicBezTo>
                  <a:cubicBezTo>
                    <a:pt x="2145" y="0"/>
                    <a:pt x="2252" y="7"/>
                    <a:pt x="2318" y="16"/>
                  </a:cubicBezTo>
                  <a:cubicBezTo>
                    <a:pt x="2384" y="25"/>
                    <a:pt x="2407" y="44"/>
                    <a:pt x="2450" y="73"/>
                  </a:cubicBezTo>
                  <a:cubicBezTo>
                    <a:pt x="2493" y="102"/>
                    <a:pt x="2535" y="147"/>
                    <a:pt x="2577" y="193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51" name="Freeform 83"/>
            <p:cNvSpPr>
              <a:spLocks/>
            </p:cNvSpPr>
            <p:nvPr/>
          </p:nvSpPr>
          <p:spPr bwMode="auto">
            <a:xfrm flipH="1">
              <a:off x="3408" y="1200"/>
              <a:ext cx="1488" cy="1104"/>
            </a:xfrm>
            <a:custGeom>
              <a:avLst/>
              <a:gdLst/>
              <a:ahLst/>
              <a:cxnLst>
                <a:cxn ang="0">
                  <a:pos x="0" y="1823"/>
                </a:cxn>
                <a:cxn ang="0">
                  <a:pos x="259" y="1930"/>
                </a:cxn>
                <a:cxn ang="0">
                  <a:pos x="543" y="1936"/>
                </a:cxn>
                <a:cxn ang="0">
                  <a:pos x="682" y="1892"/>
                </a:cxn>
                <a:cxn ang="0">
                  <a:pos x="846" y="1760"/>
                </a:cxn>
                <a:cxn ang="0">
                  <a:pos x="1029" y="1551"/>
                </a:cxn>
                <a:cxn ang="0">
                  <a:pos x="1257" y="964"/>
                </a:cxn>
                <a:cxn ang="0">
                  <a:pos x="1503" y="332"/>
                </a:cxn>
                <a:cxn ang="0">
                  <a:pos x="1762" y="111"/>
                </a:cxn>
                <a:cxn ang="0">
                  <a:pos x="2052" y="16"/>
                </a:cxn>
                <a:cxn ang="0">
                  <a:pos x="2318" y="16"/>
                </a:cxn>
                <a:cxn ang="0">
                  <a:pos x="2450" y="73"/>
                </a:cxn>
                <a:cxn ang="0">
                  <a:pos x="2577" y="193"/>
                </a:cxn>
              </a:cxnLst>
              <a:rect l="0" t="0" r="r" b="b"/>
              <a:pathLst>
                <a:path w="2577" h="1949">
                  <a:moveTo>
                    <a:pt x="0" y="1823"/>
                  </a:moveTo>
                  <a:cubicBezTo>
                    <a:pt x="84" y="1867"/>
                    <a:pt x="168" y="1911"/>
                    <a:pt x="259" y="1930"/>
                  </a:cubicBezTo>
                  <a:cubicBezTo>
                    <a:pt x="350" y="1949"/>
                    <a:pt x="473" y="1942"/>
                    <a:pt x="543" y="1936"/>
                  </a:cubicBezTo>
                  <a:cubicBezTo>
                    <a:pt x="613" y="1930"/>
                    <a:pt x="632" y="1921"/>
                    <a:pt x="682" y="1892"/>
                  </a:cubicBezTo>
                  <a:cubicBezTo>
                    <a:pt x="732" y="1863"/>
                    <a:pt x="788" y="1817"/>
                    <a:pt x="846" y="1760"/>
                  </a:cubicBezTo>
                  <a:cubicBezTo>
                    <a:pt x="904" y="1703"/>
                    <a:pt x="961" y="1684"/>
                    <a:pt x="1029" y="1551"/>
                  </a:cubicBezTo>
                  <a:cubicBezTo>
                    <a:pt x="1097" y="1418"/>
                    <a:pt x="1178" y="1167"/>
                    <a:pt x="1257" y="964"/>
                  </a:cubicBezTo>
                  <a:cubicBezTo>
                    <a:pt x="1336" y="761"/>
                    <a:pt x="1419" y="474"/>
                    <a:pt x="1503" y="332"/>
                  </a:cubicBezTo>
                  <a:cubicBezTo>
                    <a:pt x="1587" y="190"/>
                    <a:pt x="1671" y="164"/>
                    <a:pt x="1762" y="111"/>
                  </a:cubicBezTo>
                  <a:cubicBezTo>
                    <a:pt x="1853" y="58"/>
                    <a:pt x="1959" y="32"/>
                    <a:pt x="2052" y="16"/>
                  </a:cubicBezTo>
                  <a:cubicBezTo>
                    <a:pt x="2145" y="0"/>
                    <a:pt x="2252" y="7"/>
                    <a:pt x="2318" y="16"/>
                  </a:cubicBezTo>
                  <a:cubicBezTo>
                    <a:pt x="2384" y="25"/>
                    <a:pt x="2407" y="44"/>
                    <a:pt x="2450" y="73"/>
                  </a:cubicBezTo>
                  <a:cubicBezTo>
                    <a:pt x="2493" y="102"/>
                    <a:pt x="2535" y="147"/>
                    <a:pt x="2577" y="193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52" name="Freeform 84"/>
            <p:cNvSpPr>
              <a:spLocks/>
            </p:cNvSpPr>
            <p:nvPr/>
          </p:nvSpPr>
          <p:spPr bwMode="auto">
            <a:xfrm flipH="1">
              <a:off x="3312" y="1200"/>
              <a:ext cx="1488" cy="1104"/>
            </a:xfrm>
            <a:custGeom>
              <a:avLst/>
              <a:gdLst/>
              <a:ahLst/>
              <a:cxnLst>
                <a:cxn ang="0">
                  <a:pos x="0" y="1823"/>
                </a:cxn>
                <a:cxn ang="0">
                  <a:pos x="259" y="1930"/>
                </a:cxn>
                <a:cxn ang="0">
                  <a:pos x="543" y="1936"/>
                </a:cxn>
                <a:cxn ang="0">
                  <a:pos x="682" y="1892"/>
                </a:cxn>
                <a:cxn ang="0">
                  <a:pos x="846" y="1760"/>
                </a:cxn>
                <a:cxn ang="0">
                  <a:pos x="1029" y="1551"/>
                </a:cxn>
                <a:cxn ang="0">
                  <a:pos x="1257" y="964"/>
                </a:cxn>
                <a:cxn ang="0">
                  <a:pos x="1503" y="332"/>
                </a:cxn>
                <a:cxn ang="0">
                  <a:pos x="1762" y="111"/>
                </a:cxn>
                <a:cxn ang="0">
                  <a:pos x="2052" y="16"/>
                </a:cxn>
                <a:cxn ang="0">
                  <a:pos x="2318" y="16"/>
                </a:cxn>
                <a:cxn ang="0">
                  <a:pos x="2450" y="73"/>
                </a:cxn>
                <a:cxn ang="0">
                  <a:pos x="2577" y="193"/>
                </a:cxn>
              </a:cxnLst>
              <a:rect l="0" t="0" r="r" b="b"/>
              <a:pathLst>
                <a:path w="2577" h="1949">
                  <a:moveTo>
                    <a:pt x="0" y="1823"/>
                  </a:moveTo>
                  <a:cubicBezTo>
                    <a:pt x="84" y="1867"/>
                    <a:pt x="168" y="1911"/>
                    <a:pt x="259" y="1930"/>
                  </a:cubicBezTo>
                  <a:cubicBezTo>
                    <a:pt x="350" y="1949"/>
                    <a:pt x="473" y="1942"/>
                    <a:pt x="543" y="1936"/>
                  </a:cubicBezTo>
                  <a:cubicBezTo>
                    <a:pt x="613" y="1930"/>
                    <a:pt x="632" y="1921"/>
                    <a:pt x="682" y="1892"/>
                  </a:cubicBezTo>
                  <a:cubicBezTo>
                    <a:pt x="732" y="1863"/>
                    <a:pt x="788" y="1817"/>
                    <a:pt x="846" y="1760"/>
                  </a:cubicBezTo>
                  <a:cubicBezTo>
                    <a:pt x="904" y="1703"/>
                    <a:pt x="961" y="1684"/>
                    <a:pt x="1029" y="1551"/>
                  </a:cubicBezTo>
                  <a:cubicBezTo>
                    <a:pt x="1097" y="1418"/>
                    <a:pt x="1178" y="1167"/>
                    <a:pt x="1257" y="964"/>
                  </a:cubicBezTo>
                  <a:cubicBezTo>
                    <a:pt x="1336" y="761"/>
                    <a:pt x="1419" y="474"/>
                    <a:pt x="1503" y="332"/>
                  </a:cubicBezTo>
                  <a:cubicBezTo>
                    <a:pt x="1587" y="190"/>
                    <a:pt x="1671" y="164"/>
                    <a:pt x="1762" y="111"/>
                  </a:cubicBezTo>
                  <a:cubicBezTo>
                    <a:pt x="1853" y="58"/>
                    <a:pt x="1959" y="32"/>
                    <a:pt x="2052" y="16"/>
                  </a:cubicBezTo>
                  <a:cubicBezTo>
                    <a:pt x="2145" y="0"/>
                    <a:pt x="2252" y="7"/>
                    <a:pt x="2318" y="16"/>
                  </a:cubicBezTo>
                  <a:cubicBezTo>
                    <a:pt x="2384" y="25"/>
                    <a:pt x="2407" y="44"/>
                    <a:pt x="2450" y="73"/>
                  </a:cubicBezTo>
                  <a:cubicBezTo>
                    <a:pt x="2493" y="102"/>
                    <a:pt x="2535" y="147"/>
                    <a:pt x="2577" y="193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53" name="Freeform 85"/>
            <p:cNvSpPr>
              <a:spLocks/>
            </p:cNvSpPr>
            <p:nvPr/>
          </p:nvSpPr>
          <p:spPr bwMode="auto">
            <a:xfrm flipH="1">
              <a:off x="3408" y="1200"/>
              <a:ext cx="1488" cy="1104"/>
            </a:xfrm>
            <a:custGeom>
              <a:avLst/>
              <a:gdLst/>
              <a:ahLst/>
              <a:cxnLst>
                <a:cxn ang="0">
                  <a:pos x="0" y="1823"/>
                </a:cxn>
                <a:cxn ang="0">
                  <a:pos x="259" y="1930"/>
                </a:cxn>
                <a:cxn ang="0">
                  <a:pos x="543" y="1936"/>
                </a:cxn>
                <a:cxn ang="0">
                  <a:pos x="682" y="1892"/>
                </a:cxn>
                <a:cxn ang="0">
                  <a:pos x="846" y="1760"/>
                </a:cxn>
                <a:cxn ang="0">
                  <a:pos x="1029" y="1551"/>
                </a:cxn>
                <a:cxn ang="0">
                  <a:pos x="1257" y="964"/>
                </a:cxn>
                <a:cxn ang="0">
                  <a:pos x="1503" y="332"/>
                </a:cxn>
                <a:cxn ang="0">
                  <a:pos x="1762" y="111"/>
                </a:cxn>
                <a:cxn ang="0">
                  <a:pos x="2052" y="16"/>
                </a:cxn>
                <a:cxn ang="0">
                  <a:pos x="2318" y="16"/>
                </a:cxn>
                <a:cxn ang="0">
                  <a:pos x="2450" y="73"/>
                </a:cxn>
                <a:cxn ang="0">
                  <a:pos x="2577" y="193"/>
                </a:cxn>
              </a:cxnLst>
              <a:rect l="0" t="0" r="r" b="b"/>
              <a:pathLst>
                <a:path w="2577" h="1949">
                  <a:moveTo>
                    <a:pt x="0" y="1823"/>
                  </a:moveTo>
                  <a:cubicBezTo>
                    <a:pt x="84" y="1867"/>
                    <a:pt x="168" y="1911"/>
                    <a:pt x="259" y="1930"/>
                  </a:cubicBezTo>
                  <a:cubicBezTo>
                    <a:pt x="350" y="1949"/>
                    <a:pt x="473" y="1942"/>
                    <a:pt x="543" y="1936"/>
                  </a:cubicBezTo>
                  <a:cubicBezTo>
                    <a:pt x="613" y="1930"/>
                    <a:pt x="632" y="1921"/>
                    <a:pt x="682" y="1892"/>
                  </a:cubicBezTo>
                  <a:cubicBezTo>
                    <a:pt x="732" y="1863"/>
                    <a:pt x="788" y="1817"/>
                    <a:pt x="846" y="1760"/>
                  </a:cubicBezTo>
                  <a:cubicBezTo>
                    <a:pt x="904" y="1703"/>
                    <a:pt x="961" y="1684"/>
                    <a:pt x="1029" y="1551"/>
                  </a:cubicBezTo>
                  <a:cubicBezTo>
                    <a:pt x="1097" y="1418"/>
                    <a:pt x="1178" y="1167"/>
                    <a:pt x="1257" y="964"/>
                  </a:cubicBezTo>
                  <a:cubicBezTo>
                    <a:pt x="1336" y="761"/>
                    <a:pt x="1419" y="474"/>
                    <a:pt x="1503" y="332"/>
                  </a:cubicBezTo>
                  <a:cubicBezTo>
                    <a:pt x="1587" y="190"/>
                    <a:pt x="1671" y="164"/>
                    <a:pt x="1762" y="111"/>
                  </a:cubicBezTo>
                  <a:cubicBezTo>
                    <a:pt x="1853" y="58"/>
                    <a:pt x="1959" y="32"/>
                    <a:pt x="2052" y="16"/>
                  </a:cubicBezTo>
                  <a:cubicBezTo>
                    <a:pt x="2145" y="0"/>
                    <a:pt x="2252" y="7"/>
                    <a:pt x="2318" y="16"/>
                  </a:cubicBezTo>
                  <a:cubicBezTo>
                    <a:pt x="2384" y="25"/>
                    <a:pt x="2407" y="44"/>
                    <a:pt x="2450" y="73"/>
                  </a:cubicBezTo>
                  <a:cubicBezTo>
                    <a:pt x="2493" y="102"/>
                    <a:pt x="2535" y="147"/>
                    <a:pt x="2577" y="193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54" name="Freeform 86"/>
            <p:cNvSpPr>
              <a:spLocks/>
            </p:cNvSpPr>
            <p:nvPr/>
          </p:nvSpPr>
          <p:spPr bwMode="auto">
            <a:xfrm>
              <a:off x="3408" y="1200"/>
              <a:ext cx="1488" cy="1104"/>
            </a:xfrm>
            <a:custGeom>
              <a:avLst/>
              <a:gdLst/>
              <a:ahLst/>
              <a:cxnLst>
                <a:cxn ang="0">
                  <a:pos x="0" y="1823"/>
                </a:cxn>
                <a:cxn ang="0">
                  <a:pos x="259" y="1930"/>
                </a:cxn>
                <a:cxn ang="0">
                  <a:pos x="543" y="1936"/>
                </a:cxn>
                <a:cxn ang="0">
                  <a:pos x="682" y="1892"/>
                </a:cxn>
                <a:cxn ang="0">
                  <a:pos x="846" y="1760"/>
                </a:cxn>
                <a:cxn ang="0">
                  <a:pos x="1029" y="1551"/>
                </a:cxn>
                <a:cxn ang="0">
                  <a:pos x="1257" y="964"/>
                </a:cxn>
                <a:cxn ang="0">
                  <a:pos x="1503" y="332"/>
                </a:cxn>
                <a:cxn ang="0">
                  <a:pos x="1762" y="111"/>
                </a:cxn>
                <a:cxn ang="0">
                  <a:pos x="2052" y="16"/>
                </a:cxn>
                <a:cxn ang="0">
                  <a:pos x="2318" y="16"/>
                </a:cxn>
                <a:cxn ang="0">
                  <a:pos x="2450" y="73"/>
                </a:cxn>
                <a:cxn ang="0">
                  <a:pos x="2577" y="193"/>
                </a:cxn>
              </a:cxnLst>
              <a:rect l="0" t="0" r="r" b="b"/>
              <a:pathLst>
                <a:path w="2577" h="1949">
                  <a:moveTo>
                    <a:pt x="0" y="1823"/>
                  </a:moveTo>
                  <a:cubicBezTo>
                    <a:pt x="84" y="1867"/>
                    <a:pt x="168" y="1911"/>
                    <a:pt x="259" y="1930"/>
                  </a:cubicBezTo>
                  <a:cubicBezTo>
                    <a:pt x="350" y="1949"/>
                    <a:pt x="473" y="1942"/>
                    <a:pt x="543" y="1936"/>
                  </a:cubicBezTo>
                  <a:cubicBezTo>
                    <a:pt x="613" y="1930"/>
                    <a:pt x="632" y="1921"/>
                    <a:pt x="682" y="1892"/>
                  </a:cubicBezTo>
                  <a:cubicBezTo>
                    <a:pt x="732" y="1863"/>
                    <a:pt x="788" y="1817"/>
                    <a:pt x="846" y="1760"/>
                  </a:cubicBezTo>
                  <a:cubicBezTo>
                    <a:pt x="904" y="1703"/>
                    <a:pt x="961" y="1684"/>
                    <a:pt x="1029" y="1551"/>
                  </a:cubicBezTo>
                  <a:cubicBezTo>
                    <a:pt x="1097" y="1418"/>
                    <a:pt x="1178" y="1167"/>
                    <a:pt x="1257" y="964"/>
                  </a:cubicBezTo>
                  <a:cubicBezTo>
                    <a:pt x="1336" y="761"/>
                    <a:pt x="1419" y="474"/>
                    <a:pt x="1503" y="332"/>
                  </a:cubicBezTo>
                  <a:cubicBezTo>
                    <a:pt x="1587" y="190"/>
                    <a:pt x="1671" y="164"/>
                    <a:pt x="1762" y="111"/>
                  </a:cubicBezTo>
                  <a:cubicBezTo>
                    <a:pt x="1853" y="58"/>
                    <a:pt x="1959" y="32"/>
                    <a:pt x="2052" y="16"/>
                  </a:cubicBezTo>
                  <a:cubicBezTo>
                    <a:pt x="2145" y="0"/>
                    <a:pt x="2252" y="7"/>
                    <a:pt x="2318" y="16"/>
                  </a:cubicBezTo>
                  <a:cubicBezTo>
                    <a:pt x="2384" y="25"/>
                    <a:pt x="2407" y="44"/>
                    <a:pt x="2450" y="73"/>
                  </a:cubicBezTo>
                  <a:cubicBezTo>
                    <a:pt x="2493" y="102"/>
                    <a:pt x="2535" y="147"/>
                    <a:pt x="2577" y="193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55" name="Freeform 87"/>
            <p:cNvSpPr>
              <a:spLocks/>
            </p:cNvSpPr>
            <p:nvPr/>
          </p:nvSpPr>
          <p:spPr bwMode="auto">
            <a:xfrm>
              <a:off x="3504" y="1248"/>
              <a:ext cx="1488" cy="1104"/>
            </a:xfrm>
            <a:custGeom>
              <a:avLst/>
              <a:gdLst/>
              <a:ahLst/>
              <a:cxnLst>
                <a:cxn ang="0">
                  <a:pos x="0" y="1823"/>
                </a:cxn>
                <a:cxn ang="0">
                  <a:pos x="259" y="1930"/>
                </a:cxn>
                <a:cxn ang="0">
                  <a:pos x="543" y="1936"/>
                </a:cxn>
                <a:cxn ang="0">
                  <a:pos x="682" y="1892"/>
                </a:cxn>
                <a:cxn ang="0">
                  <a:pos x="846" y="1760"/>
                </a:cxn>
                <a:cxn ang="0">
                  <a:pos x="1029" y="1551"/>
                </a:cxn>
                <a:cxn ang="0">
                  <a:pos x="1257" y="964"/>
                </a:cxn>
                <a:cxn ang="0">
                  <a:pos x="1503" y="332"/>
                </a:cxn>
                <a:cxn ang="0">
                  <a:pos x="1762" y="111"/>
                </a:cxn>
                <a:cxn ang="0">
                  <a:pos x="2052" y="16"/>
                </a:cxn>
                <a:cxn ang="0">
                  <a:pos x="2318" y="16"/>
                </a:cxn>
                <a:cxn ang="0">
                  <a:pos x="2450" y="73"/>
                </a:cxn>
                <a:cxn ang="0">
                  <a:pos x="2577" y="193"/>
                </a:cxn>
              </a:cxnLst>
              <a:rect l="0" t="0" r="r" b="b"/>
              <a:pathLst>
                <a:path w="2577" h="1949">
                  <a:moveTo>
                    <a:pt x="0" y="1823"/>
                  </a:moveTo>
                  <a:cubicBezTo>
                    <a:pt x="84" y="1867"/>
                    <a:pt x="168" y="1911"/>
                    <a:pt x="259" y="1930"/>
                  </a:cubicBezTo>
                  <a:cubicBezTo>
                    <a:pt x="350" y="1949"/>
                    <a:pt x="473" y="1942"/>
                    <a:pt x="543" y="1936"/>
                  </a:cubicBezTo>
                  <a:cubicBezTo>
                    <a:pt x="613" y="1930"/>
                    <a:pt x="632" y="1921"/>
                    <a:pt x="682" y="1892"/>
                  </a:cubicBezTo>
                  <a:cubicBezTo>
                    <a:pt x="732" y="1863"/>
                    <a:pt x="788" y="1817"/>
                    <a:pt x="846" y="1760"/>
                  </a:cubicBezTo>
                  <a:cubicBezTo>
                    <a:pt x="904" y="1703"/>
                    <a:pt x="961" y="1684"/>
                    <a:pt x="1029" y="1551"/>
                  </a:cubicBezTo>
                  <a:cubicBezTo>
                    <a:pt x="1097" y="1418"/>
                    <a:pt x="1178" y="1167"/>
                    <a:pt x="1257" y="964"/>
                  </a:cubicBezTo>
                  <a:cubicBezTo>
                    <a:pt x="1336" y="761"/>
                    <a:pt x="1419" y="474"/>
                    <a:pt x="1503" y="332"/>
                  </a:cubicBezTo>
                  <a:cubicBezTo>
                    <a:pt x="1587" y="190"/>
                    <a:pt x="1671" y="164"/>
                    <a:pt x="1762" y="111"/>
                  </a:cubicBezTo>
                  <a:cubicBezTo>
                    <a:pt x="1853" y="58"/>
                    <a:pt x="1959" y="32"/>
                    <a:pt x="2052" y="16"/>
                  </a:cubicBezTo>
                  <a:cubicBezTo>
                    <a:pt x="2145" y="0"/>
                    <a:pt x="2252" y="7"/>
                    <a:pt x="2318" y="16"/>
                  </a:cubicBezTo>
                  <a:cubicBezTo>
                    <a:pt x="2384" y="25"/>
                    <a:pt x="2407" y="44"/>
                    <a:pt x="2450" y="73"/>
                  </a:cubicBezTo>
                  <a:cubicBezTo>
                    <a:pt x="2493" y="102"/>
                    <a:pt x="2535" y="147"/>
                    <a:pt x="2577" y="193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56" name="Freeform 88"/>
            <p:cNvSpPr>
              <a:spLocks/>
            </p:cNvSpPr>
            <p:nvPr/>
          </p:nvSpPr>
          <p:spPr bwMode="auto">
            <a:xfrm>
              <a:off x="3456" y="1200"/>
              <a:ext cx="1485" cy="1055"/>
            </a:xfrm>
            <a:custGeom>
              <a:avLst/>
              <a:gdLst/>
              <a:ahLst/>
              <a:cxnLst>
                <a:cxn ang="0">
                  <a:pos x="1" y="1818"/>
                </a:cxn>
                <a:cxn ang="0">
                  <a:pos x="33" y="1799"/>
                </a:cxn>
                <a:cxn ang="0">
                  <a:pos x="197" y="1603"/>
                </a:cxn>
                <a:cxn ang="0">
                  <a:pos x="405" y="1167"/>
                </a:cxn>
                <a:cxn ang="0">
                  <a:pos x="576" y="617"/>
                </a:cxn>
                <a:cxn ang="0">
                  <a:pos x="784" y="220"/>
                </a:cxn>
                <a:cxn ang="0">
                  <a:pos x="1024" y="62"/>
                </a:cxn>
                <a:cxn ang="0">
                  <a:pos x="1277" y="24"/>
                </a:cxn>
                <a:cxn ang="0">
                  <a:pos x="1473" y="43"/>
                </a:cxn>
                <a:cxn ang="0">
                  <a:pos x="1845" y="283"/>
                </a:cxn>
                <a:cxn ang="0">
                  <a:pos x="1965" y="548"/>
                </a:cxn>
                <a:cxn ang="0">
                  <a:pos x="2079" y="921"/>
                </a:cxn>
                <a:cxn ang="0">
                  <a:pos x="2186" y="1243"/>
                </a:cxn>
                <a:cxn ang="0">
                  <a:pos x="2319" y="1534"/>
                </a:cxn>
                <a:cxn ang="0">
                  <a:pos x="2458" y="1786"/>
                </a:cxn>
                <a:cxn ang="0">
                  <a:pos x="2572" y="1862"/>
                </a:cxn>
              </a:cxnLst>
              <a:rect l="0" t="0" r="r" b="b"/>
              <a:pathLst>
                <a:path w="2572" h="1862">
                  <a:moveTo>
                    <a:pt x="1" y="1818"/>
                  </a:moveTo>
                  <a:cubicBezTo>
                    <a:pt x="0" y="1826"/>
                    <a:pt x="0" y="1835"/>
                    <a:pt x="33" y="1799"/>
                  </a:cubicBezTo>
                  <a:cubicBezTo>
                    <a:pt x="66" y="1763"/>
                    <a:pt x="135" y="1708"/>
                    <a:pt x="197" y="1603"/>
                  </a:cubicBezTo>
                  <a:cubicBezTo>
                    <a:pt x="259" y="1498"/>
                    <a:pt x="342" y="1331"/>
                    <a:pt x="405" y="1167"/>
                  </a:cubicBezTo>
                  <a:cubicBezTo>
                    <a:pt x="468" y="1003"/>
                    <a:pt x="513" y="775"/>
                    <a:pt x="576" y="617"/>
                  </a:cubicBezTo>
                  <a:cubicBezTo>
                    <a:pt x="639" y="459"/>
                    <a:pt x="709" y="312"/>
                    <a:pt x="784" y="220"/>
                  </a:cubicBezTo>
                  <a:cubicBezTo>
                    <a:pt x="859" y="128"/>
                    <a:pt x="942" y="95"/>
                    <a:pt x="1024" y="62"/>
                  </a:cubicBezTo>
                  <a:cubicBezTo>
                    <a:pt x="1106" y="29"/>
                    <a:pt x="1202" y="27"/>
                    <a:pt x="1277" y="24"/>
                  </a:cubicBezTo>
                  <a:cubicBezTo>
                    <a:pt x="1352" y="21"/>
                    <a:pt x="1378" y="0"/>
                    <a:pt x="1473" y="43"/>
                  </a:cubicBezTo>
                  <a:cubicBezTo>
                    <a:pt x="1568" y="86"/>
                    <a:pt x="1763" y="199"/>
                    <a:pt x="1845" y="283"/>
                  </a:cubicBezTo>
                  <a:cubicBezTo>
                    <a:pt x="1927" y="367"/>
                    <a:pt x="1926" y="442"/>
                    <a:pt x="1965" y="548"/>
                  </a:cubicBezTo>
                  <a:cubicBezTo>
                    <a:pt x="2004" y="654"/>
                    <a:pt x="2042" y="805"/>
                    <a:pt x="2079" y="921"/>
                  </a:cubicBezTo>
                  <a:cubicBezTo>
                    <a:pt x="2116" y="1037"/>
                    <a:pt x="2146" y="1141"/>
                    <a:pt x="2186" y="1243"/>
                  </a:cubicBezTo>
                  <a:cubicBezTo>
                    <a:pt x="2226" y="1345"/>
                    <a:pt x="2274" y="1444"/>
                    <a:pt x="2319" y="1534"/>
                  </a:cubicBezTo>
                  <a:cubicBezTo>
                    <a:pt x="2364" y="1624"/>
                    <a:pt x="2416" y="1731"/>
                    <a:pt x="2458" y="1786"/>
                  </a:cubicBezTo>
                  <a:cubicBezTo>
                    <a:pt x="2500" y="1841"/>
                    <a:pt x="2549" y="1849"/>
                    <a:pt x="2572" y="186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57" name="Freeform 89"/>
            <p:cNvSpPr>
              <a:spLocks/>
            </p:cNvSpPr>
            <p:nvPr/>
          </p:nvSpPr>
          <p:spPr bwMode="auto">
            <a:xfrm>
              <a:off x="3456" y="1200"/>
              <a:ext cx="1485" cy="1055"/>
            </a:xfrm>
            <a:custGeom>
              <a:avLst/>
              <a:gdLst/>
              <a:ahLst/>
              <a:cxnLst>
                <a:cxn ang="0">
                  <a:pos x="1" y="1818"/>
                </a:cxn>
                <a:cxn ang="0">
                  <a:pos x="33" y="1799"/>
                </a:cxn>
                <a:cxn ang="0">
                  <a:pos x="197" y="1603"/>
                </a:cxn>
                <a:cxn ang="0">
                  <a:pos x="405" y="1167"/>
                </a:cxn>
                <a:cxn ang="0">
                  <a:pos x="576" y="617"/>
                </a:cxn>
                <a:cxn ang="0">
                  <a:pos x="784" y="220"/>
                </a:cxn>
                <a:cxn ang="0">
                  <a:pos x="1024" y="62"/>
                </a:cxn>
                <a:cxn ang="0">
                  <a:pos x="1277" y="24"/>
                </a:cxn>
                <a:cxn ang="0">
                  <a:pos x="1473" y="43"/>
                </a:cxn>
                <a:cxn ang="0">
                  <a:pos x="1845" y="283"/>
                </a:cxn>
                <a:cxn ang="0">
                  <a:pos x="1965" y="548"/>
                </a:cxn>
                <a:cxn ang="0">
                  <a:pos x="2079" y="921"/>
                </a:cxn>
                <a:cxn ang="0">
                  <a:pos x="2186" y="1243"/>
                </a:cxn>
                <a:cxn ang="0">
                  <a:pos x="2319" y="1534"/>
                </a:cxn>
                <a:cxn ang="0">
                  <a:pos x="2458" y="1786"/>
                </a:cxn>
                <a:cxn ang="0">
                  <a:pos x="2572" y="1862"/>
                </a:cxn>
              </a:cxnLst>
              <a:rect l="0" t="0" r="r" b="b"/>
              <a:pathLst>
                <a:path w="2572" h="1862">
                  <a:moveTo>
                    <a:pt x="1" y="1818"/>
                  </a:moveTo>
                  <a:cubicBezTo>
                    <a:pt x="0" y="1826"/>
                    <a:pt x="0" y="1835"/>
                    <a:pt x="33" y="1799"/>
                  </a:cubicBezTo>
                  <a:cubicBezTo>
                    <a:pt x="66" y="1763"/>
                    <a:pt x="135" y="1708"/>
                    <a:pt x="197" y="1603"/>
                  </a:cubicBezTo>
                  <a:cubicBezTo>
                    <a:pt x="259" y="1498"/>
                    <a:pt x="342" y="1331"/>
                    <a:pt x="405" y="1167"/>
                  </a:cubicBezTo>
                  <a:cubicBezTo>
                    <a:pt x="468" y="1003"/>
                    <a:pt x="513" y="775"/>
                    <a:pt x="576" y="617"/>
                  </a:cubicBezTo>
                  <a:cubicBezTo>
                    <a:pt x="639" y="459"/>
                    <a:pt x="709" y="312"/>
                    <a:pt x="784" y="220"/>
                  </a:cubicBezTo>
                  <a:cubicBezTo>
                    <a:pt x="859" y="128"/>
                    <a:pt x="942" y="95"/>
                    <a:pt x="1024" y="62"/>
                  </a:cubicBezTo>
                  <a:cubicBezTo>
                    <a:pt x="1106" y="29"/>
                    <a:pt x="1202" y="27"/>
                    <a:pt x="1277" y="24"/>
                  </a:cubicBezTo>
                  <a:cubicBezTo>
                    <a:pt x="1352" y="21"/>
                    <a:pt x="1378" y="0"/>
                    <a:pt x="1473" y="43"/>
                  </a:cubicBezTo>
                  <a:cubicBezTo>
                    <a:pt x="1568" y="86"/>
                    <a:pt x="1763" y="199"/>
                    <a:pt x="1845" y="283"/>
                  </a:cubicBezTo>
                  <a:cubicBezTo>
                    <a:pt x="1927" y="367"/>
                    <a:pt x="1926" y="442"/>
                    <a:pt x="1965" y="548"/>
                  </a:cubicBezTo>
                  <a:cubicBezTo>
                    <a:pt x="2004" y="654"/>
                    <a:pt x="2042" y="805"/>
                    <a:pt x="2079" y="921"/>
                  </a:cubicBezTo>
                  <a:cubicBezTo>
                    <a:pt x="2116" y="1037"/>
                    <a:pt x="2146" y="1141"/>
                    <a:pt x="2186" y="1243"/>
                  </a:cubicBezTo>
                  <a:cubicBezTo>
                    <a:pt x="2226" y="1345"/>
                    <a:pt x="2274" y="1444"/>
                    <a:pt x="2319" y="1534"/>
                  </a:cubicBezTo>
                  <a:cubicBezTo>
                    <a:pt x="2364" y="1624"/>
                    <a:pt x="2416" y="1731"/>
                    <a:pt x="2458" y="1786"/>
                  </a:cubicBezTo>
                  <a:cubicBezTo>
                    <a:pt x="2500" y="1841"/>
                    <a:pt x="2549" y="1849"/>
                    <a:pt x="2572" y="186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58" name="Freeform 90"/>
            <p:cNvSpPr>
              <a:spLocks/>
            </p:cNvSpPr>
            <p:nvPr/>
          </p:nvSpPr>
          <p:spPr bwMode="auto">
            <a:xfrm>
              <a:off x="3408" y="1200"/>
              <a:ext cx="1485" cy="1055"/>
            </a:xfrm>
            <a:custGeom>
              <a:avLst/>
              <a:gdLst/>
              <a:ahLst/>
              <a:cxnLst>
                <a:cxn ang="0">
                  <a:pos x="1" y="1818"/>
                </a:cxn>
                <a:cxn ang="0">
                  <a:pos x="33" y="1799"/>
                </a:cxn>
                <a:cxn ang="0">
                  <a:pos x="197" y="1603"/>
                </a:cxn>
                <a:cxn ang="0">
                  <a:pos x="405" y="1167"/>
                </a:cxn>
                <a:cxn ang="0">
                  <a:pos x="576" y="617"/>
                </a:cxn>
                <a:cxn ang="0">
                  <a:pos x="784" y="220"/>
                </a:cxn>
                <a:cxn ang="0">
                  <a:pos x="1024" y="62"/>
                </a:cxn>
                <a:cxn ang="0">
                  <a:pos x="1277" y="24"/>
                </a:cxn>
                <a:cxn ang="0">
                  <a:pos x="1473" y="43"/>
                </a:cxn>
                <a:cxn ang="0">
                  <a:pos x="1845" y="283"/>
                </a:cxn>
                <a:cxn ang="0">
                  <a:pos x="1965" y="548"/>
                </a:cxn>
                <a:cxn ang="0">
                  <a:pos x="2079" y="921"/>
                </a:cxn>
                <a:cxn ang="0">
                  <a:pos x="2186" y="1243"/>
                </a:cxn>
                <a:cxn ang="0">
                  <a:pos x="2319" y="1534"/>
                </a:cxn>
                <a:cxn ang="0">
                  <a:pos x="2458" y="1786"/>
                </a:cxn>
                <a:cxn ang="0">
                  <a:pos x="2572" y="1862"/>
                </a:cxn>
              </a:cxnLst>
              <a:rect l="0" t="0" r="r" b="b"/>
              <a:pathLst>
                <a:path w="2572" h="1862">
                  <a:moveTo>
                    <a:pt x="1" y="1818"/>
                  </a:moveTo>
                  <a:cubicBezTo>
                    <a:pt x="0" y="1826"/>
                    <a:pt x="0" y="1835"/>
                    <a:pt x="33" y="1799"/>
                  </a:cubicBezTo>
                  <a:cubicBezTo>
                    <a:pt x="66" y="1763"/>
                    <a:pt x="135" y="1708"/>
                    <a:pt x="197" y="1603"/>
                  </a:cubicBezTo>
                  <a:cubicBezTo>
                    <a:pt x="259" y="1498"/>
                    <a:pt x="342" y="1331"/>
                    <a:pt x="405" y="1167"/>
                  </a:cubicBezTo>
                  <a:cubicBezTo>
                    <a:pt x="468" y="1003"/>
                    <a:pt x="513" y="775"/>
                    <a:pt x="576" y="617"/>
                  </a:cubicBezTo>
                  <a:cubicBezTo>
                    <a:pt x="639" y="459"/>
                    <a:pt x="709" y="312"/>
                    <a:pt x="784" y="220"/>
                  </a:cubicBezTo>
                  <a:cubicBezTo>
                    <a:pt x="859" y="128"/>
                    <a:pt x="942" y="95"/>
                    <a:pt x="1024" y="62"/>
                  </a:cubicBezTo>
                  <a:cubicBezTo>
                    <a:pt x="1106" y="29"/>
                    <a:pt x="1202" y="27"/>
                    <a:pt x="1277" y="24"/>
                  </a:cubicBezTo>
                  <a:cubicBezTo>
                    <a:pt x="1352" y="21"/>
                    <a:pt x="1378" y="0"/>
                    <a:pt x="1473" y="43"/>
                  </a:cubicBezTo>
                  <a:cubicBezTo>
                    <a:pt x="1568" y="86"/>
                    <a:pt x="1763" y="199"/>
                    <a:pt x="1845" y="283"/>
                  </a:cubicBezTo>
                  <a:cubicBezTo>
                    <a:pt x="1927" y="367"/>
                    <a:pt x="1926" y="442"/>
                    <a:pt x="1965" y="548"/>
                  </a:cubicBezTo>
                  <a:cubicBezTo>
                    <a:pt x="2004" y="654"/>
                    <a:pt x="2042" y="805"/>
                    <a:pt x="2079" y="921"/>
                  </a:cubicBezTo>
                  <a:cubicBezTo>
                    <a:pt x="2116" y="1037"/>
                    <a:pt x="2146" y="1141"/>
                    <a:pt x="2186" y="1243"/>
                  </a:cubicBezTo>
                  <a:cubicBezTo>
                    <a:pt x="2226" y="1345"/>
                    <a:pt x="2274" y="1444"/>
                    <a:pt x="2319" y="1534"/>
                  </a:cubicBezTo>
                  <a:cubicBezTo>
                    <a:pt x="2364" y="1624"/>
                    <a:pt x="2416" y="1731"/>
                    <a:pt x="2458" y="1786"/>
                  </a:cubicBezTo>
                  <a:cubicBezTo>
                    <a:pt x="2500" y="1841"/>
                    <a:pt x="2549" y="1849"/>
                    <a:pt x="2572" y="186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59" name="Freeform 91"/>
            <p:cNvSpPr>
              <a:spLocks/>
            </p:cNvSpPr>
            <p:nvPr/>
          </p:nvSpPr>
          <p:spPr bwMode="auto">
            <a:xfrm flipV="1">
              <a:off x="3552" y="1296"/>
              <a:ext cx="1485" cy="1055"/>
            </a:xfrm>
            <a:custGeom>
              <a:avLst/>
              <a:gdLst/>
              <a:ahLst/>
              <a:cxnLst>
                <a:cxn ang="0">
                  <a:pos x="1" y="1818"/>
                </a:cxn>
                <a:cxn ang="0">
                  <a:pos x="33" y="1799"/>
                </a:cxn>
                <a:cxn ang="0">
                  <a:pos x="197" y="1603"/>
                </a:cxn>
                <a:cxn ang="0">
                  <a:pos x="355" y="1167"/>
                </a:cxn>
                <a:cxn ang="0">
                  <a:pos x="538" y="649"/>
                </a:cxn>
                <a:cxn ang="0">
                  <a:pos x="784" y="220"/>
                </a:cxn>
                <a:cxn ang="0">
                  <a:pos x="1024" y="62"/>
                </a:cxn>
                <a:cxn ang="0">
                  <a:pos x="1277" y="24"/>
                </a:cxn>
                <a:cxn ang="0">
                  <a:pos x="1473" y="43"/>
                </a:cxn>
                <a:cxn ang="0">
                  <a:pos x="1845" y="283"/>
                </a:cxn>
                <a:cxn ang="0">
                  <a:pos x="1965" y="548"/>
                </a:cxn>
                <a:cxn ang="0">
                  <a:pos x="2079" y="921"/>
                </a:cxn>
                <a:cxn ang="0">
                  <a:pos x="2186" y="1243"/>
                </a:cxn>
                <a:cxn ang="0">
                  <a:pos x="2319" y="1534"/>
                </a:cxn>
                <a:cxn ang="0">
                  <a:pos x="2458" y="1786"/>
                </a:cxn>
                <a:cxn ang="0">
                  <a:pos x="2572" y="1862"/>
                </a:cxn>
              </a:cxnLst>
              <a:rect l="0" t="0" r="r" b="b"/>
              <a:pathLst>
                <a:path w="2572" h="1862">
                  <a:moveTo>
                    <a:pt x="1" y="1818"/>
                  </a:moveTo>
                  <a:cubicBezTo>
                    <a:pt x="0" y="1826"/>
                    <a:pt x="0" y="1835"/>
                    <a:pt x="33" y="1799"/>
                  </a:cubicBezTo>
                  <a:cubicBezTo>
                    <a:pt x="66" y="1763"/>
                    <a:pt x="143" y="1708"/>
                    <a:pt x="197" y="1603"/>
                  </a:cubicBezTo>
                  <a:cubicBezTo>
                    <a:pt x="251" y="1498"/>
                    <a:pt x="298" y="1326"/>
                    <a:pt x="355" y="1167"/>
                  </a:cubicBezTo>
                  <a:cubicBezTo>
                    <a:pt x="412" y="1008"/>
                    <a:pt x="467" y="807"/>
                    <a:pt x="538" y="649"/>
                  </a:cubicBezTo>
                  <a:cubicBezTo>
                    <a:pt x="609" y="491"/>
                    <a:pt x="703" y="318"/>
                    <a:pt x="784" y="220"/>
                  </a:cubicBezTo>
                  <a:cubicBezTo>
                    <a:pt x="865" y="122"/>
                    <a:pt x="942" y="95"/>
                    <a:pt x="1024" y="62"/>
                  </a:cubicBezTo>
                  <a:cubicBezTo>
                    <a:pt x="1106" y="29"/>
                    <a:pt x="1202" y="27"/>
                    <a:pt x="1277" y="24"/>
                  </a:cubicBezTo>
                  <a:cubicBezTo>
                    <a:pt x="1352" y="21"/>
                    <a:pt x="1378" y="0"/>
                    <a:pt x="1473" y="43"/>
                  </a:cubicBezTo>
                  <a:cubicBezTo>
                    <a:pt x="1568" y="86"/>
                    <a:pt x="1763" y="199"/>
                    <a:pt x="1845" y="283"/>
                  </a:cubicBezTo>
                  <a:cubicBezTo>
                    <a:pt x="1927" y="367"/>
                    <a:pt x="1926" y="442"/>
                    <a:pt x="1965" y="548"/>
                  </a:cubicBezTo>
                  <a:cubicBezTo>
                    <a:pt x="2004" y="654"/>
                    <a:pt x="2042" y="805"/>
                    <a:pt x="2079" y="921"/>
                  </a:cubicBezTo>
                  <a:cubicBezTo>
                    <a:pt x="2116" y="1037"/>
                    <a:pt x="2146" y="1141"/>
                    <a:pt x="2186" y="1243"/>
                  </a:cubicBezTo>
                  <a:cubicBezTo>
                    <a:pt x="2226" y="1345"/>
                    <a:pt x="2274" y="1444"/>
                    <a:pt x="2319" y="1534"/>
                  </a:cubicBezTo>
                  <a:cubicBezTo>
                    <a:pt x="2364" y="1624"/>
                    <a:pt x="2416" y="1731"/>
                    <a:pt x="2458" y="1786"/>
                  </a:cubicBezTo>
                  <a:cubicBezTo>
                    <a:pt x="2500" y="1841"/>
                    <a:pt x="2549" y="1849"/>
                    <a:pt x="2572" y="186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60" name="Freeform 92"/>
            <p:cNvSpPr>
              <a:spLocks/>
            </p:cNvSpPr>
            <p:nvPr/>
          </p:nvSpPr>
          <p:spPr bwMode="auto">
            <a:xfrm>
              <a:off x="3336" y="1186"/>
              <a:ext cx="1485" cy="1055"/>
            </a:xfrm>
            <a:custGeom>
              <a:avLst/>
              <a:gdLst/>
              <a:ahLst/>
              <a:cxnLst>
                <a:cxn ang="0">
                  <a:pos x="1" y="1818"/>
                </a:cxn>
                <a:cxn ang="0">
                  <a:pos x="33" y="1799"/>
                </a:cxn>
                <a:cxn ang="0">
                  <a:pos x="197" y="1603"/>
                </a:cxn>
                <a:cxn ang="0">
                  <a:pos x="355" y="1167"/>
                </a:cxn>
                <a:cxn ang="0">
                  <a:pos x="538" y="649"/>
                </a:cxn>
                <a:cxn ang="0">
                  <a:pos x="784" y="220"/>
                </a:cxn>
                <a:cxn ang="0">
                  <a:pos x="1024" y="62"/>
                </a:cxn>
                <a:cxn ang="0">
                  <a:pos x="1277" y="24"/>
                </a:cxn>
                <a:cxn ang="0">
                  <a:pos x="1473" y="43"/>
                </a:cxn>
                <a:cxn ang="0">
                  <a:pos x="1845" y="283"/>
                </a:cxn>
                <a:cxn ang="0">
                  <a:pos x="1965" y="548"/>
                </a:cxn>
                <a:cxn ang="0">
                  <a:pos x="2079" y="921"/>
                </a:cxn>
                <a:cxn ang="0">
                  <a:pos x="2186" y="1243"/>
                </a:cxn>
                <a:cxn ang="0">
                  <a:pos x="2319" y="1534"/>
                </a:cxn>
                <a:cxn ang="0">
                  <a:pos x="2458" y="1786"/>
                </a:cxn>
                <a:cxn ang="0">
                  <a:pos x="2572" y="1862"/>
                </a:cxn>
              </a:cxnLst>
              <a:rect l="0" t="0" r="r" b="b"/>
              <a:pathLst>
                <a:path w="2572" h="1862">
                  <a:moveTo>
                    <a:pt x="1" y="1818"/>
                  </a:moveTo>
                  <a:cubicBezTo>
                    <a:pt x="0" y="1826"/>
                    <a:pt x="0" y="1835"/>
                    <a:pt x="33" y="1799"/>
                  </a:cubicBezTo>
                  <a:cubicBezTo>
                    <a:pt x="66" y="1763"/>
                    <a:pt x="143" y="1708"/>
                    <a:pt x="197" y="1603"/>
                  </a:cubicBezTo>
                  <a:cubicBezTo>
                    <a:pt x="251" y="1498"/>
                    <a:pt x="298" y="1326"/>
                    <a:pt x="355" y="1167"/>
                  </a:cubicBezTo>
                  <a:cubicBezTo>
                    <a:pt x="412" y="1008"/>
                    <a:pt x="467" y="807"/>
                    <a:pt x="538" y="649"/>
                  </a:cubicBezTo>
                  <a:cubicBezTo>
                    <a:pt x="609" y="491"/>
                    <a:pt x="703" y="318"/>
                    <a:pt x="784" y="220"/>
                  </a:cubicBezTo>
                  <a:cubicBezTo>
                    <a:pt x="865" y="122"/>
                    <a:pt x="942" y="95"/>
                    <a:pt x="1024" y="62"/>
                  </a:cubicBezTo>
                  <a:cubicBezTo>
                    <a:pt x="1106" y="29"/>
                    <a:pt x="1202" y="27"/>
                    <a:pt x="1277" y="24"/>
                  </a:cubicBezTo>
                  <a:cubicBezTo>
                    <a:pt x="1352" y="21"/>
                    <a:pt x="1378" y="0"/>
                    <a:pt x="1473" y="43"/>
                  </a:cubicBezTo>
                  <a:cubicBezTo>
                    <a:pt x="1568" y="86"/>
                    <a:pt x="1763" y="199"/>
                    <a:pt x="1845" y="283"/>
                  </a:cubicBezTo>
                  <a:cubicBezTo>
                    <a:pt x="1927" y="367"/>
                    <a:pt x="1926" y="442"/>
                    <a:pt x="1965" y="548"/>
                  </a:cubicBezTo>
                  <a:cubicBezTo>
                    <a:pt x="2004" y="654"/>
                    <a:pt x="2042" y="805"/>
                    <a:pt x="2079" y="921"/>
                  </a:cubicBezTo>
                  <a:cubicBezTo>
                    <a:pt x="2116" y="1037"/>
                    <a:pt x="2146" y="1141"/>
                    <a:pt x="2186" y="1243"/>
                  </a:cubicBezTo>
                  <a:cubicBezTo>
                    <a:pt x="2226" y="1345"/>
                    <a:pt x="2274" y="1444"/>
                    <a:pt x="2319" y="1534"/>
                  </a:cubicBezTo>
                  <a:cubicBezTo>
                    <a:pt x="2364" y="1624"/>
                    <a:pt x="2416" y="1731"/>
                    <a:pt x="2458" y="1786"/>
                  </a:cubicBezTo>
                  <a:cubicBezTo>
                    <a:pt x="2500" y="1841"/>
                    <a:pt x="2549" y="1849"/>
                    <a:pt x="2572" y="186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61" name="Freeform 93"/>
            <p:cNvSpPr>
              <a:spLocks/>
            </p:cNvSpPr>
            <p:nvPr/>
          </p:nvSpPr>
          <p:spPr bwMode="auto">
            <a:xfrm flipV="1">
              <a:off x="3432" y="1282"/>
              <a:ext cx="1485" cy="1055"/>
            </a:xfrm>
            <a:custGeom>
              <a:avLst/>
              <a:gdLst/>
              <a:ahLst/>
              <a:cxnLst>
                <a:cxn ang="0">
                  <a:pos x="1" y="1818"/>
                </a:cxn>
                <a:cxn ang="0">
                  <a:pos x="33" y="1799"/>
                </a:cxn>
                <a:cxn ang="0">
                  <a:pos x="197" y="1603"/>
                </a:cxn>
                <a:cxn ang="0">
                  <a:pos x="355" y="1167"/>
                </a:cxn>
                <a:cxn ang="0">
                  <a:pos x="538" y="649"/>
                </a:cxn>
                <a:cxn ang="0">
                  <a:pos x="784" y="220"/>
                </a:cxn>
                <a:cxn ang="0">
                  <a:pos x="1024" y="62"/>
                </a:cxn>
                <a:cxn ang="0">
                  <a:pos x="1277" y="24"/>
                </a:cxn>
                <a:cxn ang="0">
                  <a:pos x="1473" y="43"/>
                </a:cxn>
                <a:cxn ang="0">
                  <a:pos x="1845" y="283"/>
                </a:cxn>
                <a:cxn ang="0">
                  <a:pos x="1965" y="548"/>
                </a:cxn>
                <a:cxn ang="0">
                  <a:pos x="2079" y="921"/>
                </a:cxn>
                <a:cxn ang="0">
                  <a:pos x="2186" y="1243"/>
                </a:cxn>
                <a:cxn ang="0">
                  <a:pos x="2319" y="1534"/>
                </a:cxn>
                <a:cxn ang="0">
                  <a:pos x="2458" y="1786"/>
                </a:cxn>
                <a:cxn ang="0">
                  <a:pos x="2572" y="1862"/>
                </a:cxn>
              </a:cxnLst>
              <a:rect l="0" t="0" r="r" b="b"/>
              <a:pathLst>
                <a:path w="2572" h="1862">
                  <a:moveTo>
                    <a:pt x="1" y="1818"/>
                  </a:moveTo>
                  <a:cubicBezTo>
                    <a:pt x="0" y="1826"/>
                    <a:pt x="0" y="1835"/>
                    <a:pt x="33" y="1799"/>
                  </a:cubicBezTo>
                  <a:cubicBezTo>
                    <a:pt x="66" y="1763"/>
                    <a:pt x="143" y="1708"/>
                    <a:pt x="197" y="1603"/>
                  </a:cubicBezTo>
                  <a:cubicBezTo>
                    <a:pt x="251" y="1498"/>
                    <a:pt x="298" y="1326"/>
                    <a:pt x="355" y="1167"/>
                  </a:cubicBezTo>
                  <a:cubicBezTo>
                    <a:pt x="412" y="1008"/>
                    <a:pt x="467" y="807"/>
                    <a:pt x="538" y="649"/>
                  </a:cubicBezTo>
                  <a:cubicBezTo>
                    <a:pt x="609" y="491"/>
                    <a:pt x="703" y="318"/>
                    <a:pt x="784" y="220"/>
                  </a:cubicBezTo>
                  <a:cubicBezTo>
                    <a:pt x="865" y="122"/>
                    <a:pt x="942" y="95"/>
                    <a:pt x="1024" y="62"/>
                  </a:cubicBezTo>
                  <a:cubicBezTo>
                    <a:pt x="1106" y="29"/>
                    <a:pt x="1202" y="27"/>
                    <a:pt x="1277" y="24"/>
                  </a:cubicBezTo>
                  <a:cubicBezTo>
                    <a:pt x="1352" y="21"/>
                    <a:pt x="1378" y="0"/>
                    <a:pt x="1473" y="43"/>
                  </a:cubicBezTo>
                  <a:cubicBezTo>
                    <a:pt x="1568" y="86"/>
                    <a:pt x="1763" y="199"/>
                    <a:pt x="1845" y="283"/>
                  </a:cubicBezTo>
                  <a:cubicBezTo>
                    <a:pt x="1927" y="367"/>
                    <a:pt x="1926" y="442"/>
                    <a:pt x="1965" y="548"/>
                  </a:cubicBezTo>
                  <a:cubicBezTo>
                    <a:pt x="2004" y="654"/>
                    <a:pt x="2042" y="805"/>
                    <a:pt x="2079" y="921"/>
                  </a:cubicBezTo>
                  <a:cubicBezTo>
                    <a:pt x="2116" y="1037"/>
                    <a:pt x="2146" y="1141"/>
                    <a:pt x="2186" y="1243"/>
                  </a:cubicBezTo>
                  <a:cubicBezTo>
                    <a:pt x="2226" y="1345"/>
                    <a:pt x="2274" y="1444"/>
                    <a:pt x="2319" y="1534"/>
                  </a:cubicBezTo>
                  <a:cubicBezTo>
                    <a:pt x="2364" y="1624"/>
                    <a:pt x="2416" y="1731"/>
                    <a:pt x="2458" y="1786"/>
                  </a:cubicBezTo>
                  <a:cubicBezTo>
                    <a:pt x="2500" y="1841"/>
                    <a:pt x="2549" y="1849"/>
                    <a:pt x="2572" y="186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62" name="Freeform 94"/>
            <p:cNvSpPr>
              <a:spLocks/>
            </p:cNvSpPr>
            <p:nvPr/>
          </p:nvSpPr>
          <p:spPr bwMode="auto">
            <a:xfrm flipV="1">
              <a:off x="3394" y="1282"/>
              <a:ext cx="1485" cy="1055"/>
            </a:xfrm>
            <a:custGeom>
              <a:avLst/>
              <a:gdLst/>
              <a:ahLst/>
              <a:cxnLst>
                <a:cxn ang="0">
                  <a:pos x="1" y="1818"/>
                </a:cxn>
                <a:cxn ang="0">
                  <a:pos x="33" y="1799"/>
                </a:cxn>
                <a:cxn ang="0">
                  <a:pos x="197" y="1603"/>
                </a:cxn>
                <a:cxn ang="0">
                  <a:pos x="355" y="1167"/>
                </a:cxn>
                <a:cxn ang="0">
                  <a:pos x="538" y="649"/>
                </a:cxn>
                <a:cxn ang="0">
                  <a:pos x="784" y="220"/>
                </a:cxn>
                <a:cxn ang="0">
                  <a:pos x="1024" y="62"/>
                </a:cxn>
                <a:cxn ang="0">
                  <a:pos x="1277" y="24"/>
                </a:cxn>
                <a:cxn ang="0">
                  <a:pos x="1473" y="43"/>
                </a:cxn>
                <a:cxn ang="0">
                  <a:pos x="1845" y="283"/>
                </a:cxn>
                <a:cxn ang="0">
                  <a:pos x="1965" y="548"/>
                </a:cxn>
                <a:cxn ang="0">
                  <a:pos x="2079" y="921"/>
                </a:cxn>
                <a:cxn ang="0">
                  <a:pos x="2186" y="1243"/>
                </a:cxn>
                <a:cxn ang="0">
                  <a:pos x="2319" y="1534"/>
                </a:cxn>
                <a:cxn ang="0">
                  <a:pos x="2458" y="1786"/>
                </a:cxn>
                <a:cxn ang="0">
                  <a:pos x="2572" y="1862"/>
                </a:cxn>
              </a:cxnLst>
              <a:rect l="0" t="0" r="r" b="b"/>
              <a:pathLst>
                <a:path w="2572" h="1862">
                  <a:moveTo>
                    <a:pt x="1" y="1818"/>
                  </a:moveTo>
                  <a:cubicBezTo>
                    <a:pt x="0" y="1826"/>
                    <a:pt x="0" y="1835"/>
                    <a:pt x="33" y="1799"/>
                  </a:cubicBezTo>
                  <a:cubicBezTo>
                    <a:pt x="66" y="1763"/>
                    <a:pt x="143" y="1708"/>
                    <a:pt x="197" y="1603"/>
                  </a:cubicBezTo>
                  <a:cubicBezTo>
                    <a:pt x="251" y="1498"/>
                    <a:pt x="298" y="1326"/>
                    <a:pt x="355" y="1167"/>
                  </a:cubicBezTo>
                  <a:cubicBezTo>
                    <a:pt x="412" y="1008"/>
                    <a:pt x="467" y="807"/>
                    <a:pt x="538" y="649"/>
                  </a:cubicBezTo>
                  <a:cubicBezTo>
                    <a:pt x="609" y="491"/>
                    <a:pt x="703" y="318"/>
                    <a:pt x="784" y="220"/>
                  </a:cubicBezTo>
                  <a:cubicBezTo>
                    <a:pt x="865" y="122"/>
                    <a:pt x="942" y="95"/>
                    <a:pt x="1024" y="62"/>
                  </a:cubicBezTo>
                  <a:cubicBezTo>
                    <a:pt x="1106" y="29"/>
                    <a:pt x="1202" y="27"/>
                    <a:pt x="1277" y="24"/>
                  </a:cubicBezTo>
                  <a:cubicBezTo>
                    <a:pt x="1352" y="21"/>
                    <a:pt x="1378" y="0"/>
                    <a:pt x="1473" y="43"/>
                  </a:cubicBezTo>
                  <a:cubicBezTo>
                    <a:pt x="1568" y="86"/>
                    <a:pt x="1763" y="199"/>
                    <a:pt x="1845" y="283"/>
                  </a:cubicBezTo>
                  <a:cubicBezTo>
                    <a:pt x="1927" y="367"/>
                    <a:pt x="1926" y="442"/>
                    <a:pt x="1965" y="548"/>
                  </a:cubicBezTo>
                  <a:cubicBezTo>
                    <a:pt x="2004" y="654"/>
                    <a:pt x="2042" y="805"/>
                    <a:pt x="2079" y="921"/>
                  </a:cubicBezTo>
                  <a:cubicBezTo>
                    <a:pt x="2116" y="1037"/>
                    <a:pt x="2146" y="1141"/>
                    <a:pt x="2186" y="1243"/>
                  </a:cubicBezTo>
                  <a:cubicBezTo>
                    <a:pt x="2226" y="1345"/>
                    <a:pt x="2274" y="1444"/>
                    <a:pt x="2319" y="1534"/>
                  </a:cubicBezTo>
                  <a:cubicBezTo>
                    <a:pt x="2364" y="1624"/>
                    <a:pt x="2416" y="1731"/>
                    <a:pt x="2458" y="1786"/>
                  </a:cubicBezTo>
                  <a:cubicBezTo>
                    <a:pt x="2500" y="1841"/>
                    <a:pt x="2549" y="1849"/>
                    <a:pt x="2572" y="186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63" name="Freeform 95"/>
            <p:cNvSpPr>
              <a:spLocks/>
            </p:cNvSpPr>
            <p:nvPr/>
          </p:nvSpPr>
          <p:spPr bwMode="auto">
            <a:xfrm>
              <a:off x="3408" y="1200"/>
              <a:ext cx="1488" cy="1104"/>
            </a:xfrm>
            <a:custGeom>
              <a:avLst/>
              <a:gdLst/>
              <a:ahLst/>
              <a:cxnLst>
                <a:cxn ang="0">
                  <a:pos x="0" y="1823"/>
                </a:cxn>
                <a:cxn ang="0">
                  <a:pos x="259" y="1930"/>
                </a:cxn>
                <a:cxn ang="0">
                  <a:pos x="543" y="1936"/>
                </a:cxn>
                <a:cxn ang="0">
                  <a:pos x="682" y="1892"/>
                </a:cxn>
                <a:cxn ang="0">
                  <a:pos x="846" y="1760"/>
                </a:cxn>
                <a:cxn ang="0">
                  <a:pos x="1029" y="1551"/>
                </a:cxn>
                <a:cxn ang="0">
                  <a:pos x="1257" y="964"/>
                </a:cxn>
                <a:cxn ang="0">
                  <a:pos x="1503" y="332"/>
                </a:cxn>
                <a:cxn ang="0">
                  <a:pos x="1762" y="111"/>
                </a:cxn>
                <a:cxn ang="0">
                  <a:pos x="2052" y="16"/>
                </a:cxn>
                <a:cxn ang="0">
                  <a:pos x="2318" y="16"/>
                </a:cxn>
                <a:cxn ang="0">
                  <a:pos x="2450" y="73"/>
                </a:cxn>
                <a:cxn ang="0">
                  <a:pos x="2577" y="193"/>
                </a:cxn>
              </a:cxnLst>
              <a:rect l="0" t="0" r="r" b="b"/>
              <a:pathLst>
                <a:path w="2577" h="1949">
                  <a:moveTo>
                    <a:pt x="0" y="1823"/>
                  </a:moveTo>
                  <a:cubicBezTo>
                    <a:pt x="84" y="1867"/>
                    <a:pt x="168" y="1911"/>
                    <a:pt x="259" y="1930"/>
                  </a:cubicBezTo>
                  <a:cubicBezTo>
                    <a:pt x="350" y="1949"/>
                    <a:pt x="473" y="1942"/>
                    <a:pt x="543" y="1936"/>
                  </a:cubicBezTo>
                  <a:cubicBezTo>
                    <a:pt x="613" y="1930"/>
                    <a:pt x="632" y="1921"/>
                    <a:pt x="682" y="1892"/>
                  </a:cubicBezTo>
                  <a:cubicBezTo>
                    <a:pt x="732" y="1863"/>
                    <a:pt x="788" y="1817"/>
                    <a:pt x="846" y="1760"/>
                  </a:cubicBezTo>
                  <a:cubicBezTo>
                    <a:pt x="904" y="1703"/>
                    <a:pt x="961" y="1684"/>
                    <a:pt x="1029" y="1551"/>
                  </a:cubicBezTo>
                  <a:cubicBezTo>
                    <a:pt x="1097" y="1418"/>
                    <a:pt x="1178" y="1167"/>
                    <a:pt x="1257" y="964"/>
                  </a:cubicBezTo>
                  <a:cubicBezTo>
                    <a:pt x="1336" y="761"/>
                    <a:pt x="1419" y="474"/>
                    <a:pt x="1503" y="332"/>
                  </a:cubicBezTo>
                  <a:cubicBezTo>
                    <a:pt x="1587" y="190"/>
                    <a:pt x="1671" y="164"/>
                    <a:pt x="1762" y="111"/>
                  </a:cubicBezTo>
                  <a:cubicBezTo>
                    <a:pt x="1853" y="58"/>
                    <a:pt x="1959" y="32"/>
                    <a:pt x="2052" y="16"/>
                  </a:cubicBezTo>
                  <a:cubicBezTo>
                    <a:pt x="2145" y="0"/>
                    <a:pt x="2252" y="7"/>
                    <a:pt x="2318" y="16"/>
                  </a:cubicBezTo>
                  <a:cubicBezTo>
                    <a:pt x="2384" y="25"/>
                    <a:pt x="2407" y="44"/>
                    <a:pt x="2450" y="73"/>
                  </a:cubicBezTo>
                  <a:cubicBezTo>
                    <a:pt x="2493" y="102"/>
                    <a:pt x="2535" y="147"/>
                    <a:pt x="2577" y="193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64" name="Freeform 96"/>
            <p:cNvSpPr>
              <a:spLocks/>
            </p:cNvSpPr>
            <p:nvPr/>
          </p:nvSpPr>
          <p:spPr bwMode="auto">
            <a:xfrm flipH="1">
              <a:off x="3336" y="1186"/>
              <a:ext cx="1488" cy="1104"/>
            </a:xfrm>
            <a:custGeom>
              <a:avLst/>
              <a:gdLst/>
              <a:ahLst/>
              <a:cxnLst>
                <a:cxn ang="0">
                  <a:pos x="0" y="1823"/>
                </a:cxn>
                <a:cxn ang="0">
                  <a:pos x="259" y="1930"/>
                </a:cxn>
                <a:cxn ang="0">
                  <a:pos x="543" y="1936"/>
                </a:cxn>
                <a:cxn ang="0">
                  <a:pos x="682" y="1892"/>
                </a:cxn>
                <a:cxn ang="0">
                  <a:pos x="846" y="1760"/>
                </a:cxn>
                <a:cxn ang="0">
                  <a:pos x="1029" y="1551"/>
                </a:cxn>
                <a:cxn ang="0">
                  <a:pos x="1257" y="964"/>
                </a:cxn>
                <a:cxn ang="0">
                  <a:pos x="1503" y="332"/>
                </a:cxn>
                <a:cxn ang="0">
                  <a:pos x="1762" y="111"/>
                </a:cxn>
                <a:cxn ang="0">
                  <a:pos x="2052" y="16"/>
                </a:cxn>
                <a:cxn ang="0">
                  <a:pos x="2318" y="16"/>
                </a:cxn>
                <a:cxn ang="0">
                  <a:pos x="2450" y="73"/>
                </a:cxn>
                <a:cxn ang="0">
                  <a:pos x="2577" y="193"/>
                </a:cxn>
              </a:cxnLst>
              <a:rect l="0" t="0" r="r" b="b"/>
              <a:pathLst>
                <a:path w="2577" h="1949">
                  <a:moveTo>
                    <a:pt x="0" y="1823"/>
                  </a:moveTo>
                  <a:cubicBezTo>
                    <a:pt x="84" y="1867"/>
                    <a:pt x="168" y="1911"/>
                    <a:pt x="259" y="1930"/>
                  </a:cubicBezTo>
                  <a:cubicBezTo>
                    <a:pt x="350" y="1949"/>
                    <a:pt x="473" y="1942"/>
                    <a:pt x="543" y="1936"/>
                  </a:cubicBezTo>
                  <a:cubicBezTo>
                    <a:pt x="613" y="1930"/>
                    <a:pt x="632" y="1921"/>
                    <a:pt x="682" y="1892"/>
                  </a:cubicBezTo>
                  <a:cubicBezTo>
                    <a:pt x="732" y="1863"/>
                    <a:pt x="788" y="1817"/>
                    <a:pt x="846" y="1760"/>
                  </a:cubicBezTo>
                  <a:cubicBezTo>
                    <a:pt x="904" y="1703"/>
                    <a:pt x="961" y="1684"/>
                    <a:pt x="1029" y="1551"/>
                  </a:cubicBezTo>
                  <a:cubicBezTo>
                    <a:pt x="1097" y="1418"/>
                    <a:pt x="1178" y="1167"/>
                    <a:pt x="1257" y="964"/>
                  </a:cubicBezTo>
                  <a:cubicBezTo>
                    <a:pt x="1336" y="761"/>
                    <a:pt x="1419" y="474"/>
                    <a:pt x="1503" y="332"/>
                  </a:cubicBezTo>
                  <a:cubicBezTo>
                    <a:pt x="1587" y="190"/>
                    <a:pt x="1671" y="164"/>
                    <a:pt x="1762" y="111"/>
                  </a:cubicBezTo>
                  <a:cubicBezTo>
                    <a:pt x="1853" y="58"/>
                    <a:pt x="1959" y="32"/>
                    <a:pt x="2052" y="16"/>
                  </a:cubicBezTo>
                  <a:cubicBezTo>
                    <a:pt x="2145" y="0"/>
                    <a:pt x="2252" y="7"/>
                    <a:pt x="2318" y="16"/>
                  </a:cubicBezTo>
                  <a:cubicBezTo>
                    <a:pt x="2384" y="25"/>
                    <a:pt x="2407" y="44"/>
                    <a:pt x="2450" y="73"/>
                  </a:cubicBezTo>
                  <a:cubicBezTo>
                    <a:pt x="2493" y="102"/>
                    <a:pt x="2535" y="147"/>
                    <a:pt x="2577" y="193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65" name="Freeform 97"/>
            <p:cNvSpPr>
              <a:spLocks/>
            </p:cNvSpPr>
            <p:nvPr/>
          </p:nvSpPr>
          <p:spPr bwMode="auto">
            <a:xfrm flipH="1">
              <a:off x="3288" y="1186"/>
              <a:ext cx="1488" cy="1104"/>
            </a:xfrm>
            <a:custGeom>
              <a:avLst/>
              <a:gdLst/>
              <a:ahLst/>
              <a:cxnLst>
                <a:cxn ang="0">
                  <a:pos x="0" y="1823"/>
                </a:cxn>
                <a:cxn ang="0">
                  <a:pos x="259" y="1930"/>
                </a:cxn>
                <a:cxn ang="0">
                  <a:pos x="543" y="1936"/>
                </a:cxn>
                <a:cxn ang="0">
                  <a:pos x="682" y="1892"/>
                </a:cxn>
                <a:cxn ang="0">
                  <a:pos x="846" y="1760"/>
                </a:cxn>
                <a:cxn ang="0">
                  <a:pos x="1029" y="1551"/>
                </a:cxn>
                <a:cxn ang="0">
                  <a:pos x="1257" y="964"/>
                </a:cxn>
                <a:cxn ang="0">
                  <a:pos x="1503" y="332"/>
                </a:cxn>
                <a:cxn ang="0">
                  <a:pos x="1762" y="111"/>
                </a:cxn>
                <a:cxn ang="0">
                  <a:pos x="2052" y="16"/>
                </a:cxn>
                <a:cxn ang="0">
                  <a:pos x="2318" y="16"/>
                </a:cxn>
                <a:cxn ang="0">
                  <a:pos x="2450" y="73"/>
                </a:cxn>
                <a:cxn ang="0">
                  <a:pos x="2577" y="193"/>
                </a:cxn>
              </a:cxnLst>
              <a:rect l="0" t="0" r="r" b="b"/>
              <a:pathLst>
                <a:path w="2577" h="1949">
                  <a:moveTo>
                    <a:pt x="0" y="1823"/>
                  </a:moveTo>
                  <a:cubicBezTo>
                    <a:pt x="84" y="1867"/>
                    <a:pt x="168" y="1911"/>
                    <a:pt x="259" y="1930"/>
                  </a:cubicBezTo>
                  <a:cubicBezTo>
                    <a:pt x="350" y="1949"/>
                    <a:pt x="473" y="1942"/>
                    <a:pt x="543" y="1936"/>
                  </a:cubicBezTo>
                  <a:cubicBezTo>
                    <a:pt x="613" y="1930"/>
                    <a:pt x="632" y="1921"/>
                    <a:pt x="682" y="1892"/>
                  </a:cubicBezTo>
                  <a:cubicBezTo>
                    <a:pt x="732" y="1863"/>
                    <a:pt x="788" y="1817"/>
                    <a:pt x="846" y="1760"/>
                  </a:cubicBezTo>
                  <a:cubicBezTo>
                    <a:pt x="904" y="1703"/>
                    <a:pt x="961" y="1684"/>
                    <a:pt x="1029" y="1551"/>
                  </a:cubicBezTo>
                  <a:cubicBezTo>
                    <a:pt x="1097" y="1418"/>
                    <a:pt x="1178" y="1167"/>
                    <a:pt x="1257" y="964"/>
                  </a:cubicBezTo>
                  <a:cubicBezTo>
                    <a:pt x="1336" y="761"/>
                    <a:pt x="1419" y="474"/>
                    <a:pt x="1503" y="332"/>
                  </a:cubicBezTo>
                  <a:cubicBezTo>
                    <a:pt x="1587" y="190"/>
                    <a:pt x="1671" y="164"/>
                    <a:pt x="1762" y="111"/>
                  </a:cubicBezTo>
                  <a:cubicBezTo>
                    <a:pt x="1853" y="58"/>
                    <a:pt x="1959" y="32"/>
                    <a:pt x="2052" y="16"/>
                  </a:cubicBezTo>
                  <a:cubicBezTo>
                    <a:pt x="2145" y="0"/>
                    <a:pt x="2252" y="7"/>
                    <a:pt x="2318" y="16"/>
                  </a:cubicBezTo>
                  <a:cubicBezTo>
                    <a:pt x="2384" y="25"/>
                    <a:pt x="2407" y="44"/>
                    <a:pt x="2450" y="73"/>
                  </a:cubicBezTo>
                  <a:cubicBezTo>
                    <a:pt x="2493" y="102"/>
                    <a:pt x="2535" y="147"/>
                    <a:pt x="2577" y="193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66" name="Freeform 98"/>
            <p:cNvSpPr>
              <a:spLocks/>
            </p:cNvSpPr>
            <p:nvPr/>
          </p:nvSpPr>
          <p:spPr bwMode="auto">
            <a:xfrm flipH="1">
              <a:off x="3289" y="1195"/>
              <a:ext cx="1488" cy="1104"/>
            </a:xfrm>
            <a:custGeom>
              <a:avLst/>
              <a:gdLst/>
              <a:ahLst/>
              <a:cxnLst>
                <a:cxn ang="0">
                  <a:pos x="0" y="1823"/>
                </a:cxn>
                <a:cxn ang="0">
                  <a:pos x="259" y="1930"/>
                </a:cxn>
                <a:cxn ang="0">
                  <a:pos x="543" y="1936"/>
                </a:cxn>
                <a:cxn ang="0">
                  <a:pos x="682" y="1892"/>
                </a:cxn>
                <a:cxn ang="0">
                  <a:pos x="846" y="1760"/>
                </a:cxn>
                <a:cxn ang="0">
                  <a:pos x="1029" y="1551"/>
                </a:cxn>
                <a:cxn ang="0">
                  <a:pos x="1257" y="964"/>
                </a:cxn>
                <a:cxn ang="0">
                  <a:pos x="1503" y="332"/>
                </a:cxn>
                <a:cxn ang="0">
                  <a:pos x="1762" y="111"/>
                </a:cxn>
                <a:cxn ang="0">
                  <a:pos x="2052" y="16"/>
                </a:cxn>
                <a:cxn ang="0">
                  <a:pos x="2318" y="16"/>
                </a:cxn>
                <a:cxn ang="0">
                  <a:pos x="2450" y="73"/>
                </a:cxn>
                <a:cxn ang="0">
                  <a:pos x="2577" y="193"/>
                </a:cxn>
              </a:cxnLst>
              <a:rect l="0" t="0" r="r" b="b"/>
              <a:pathLst>
                <a:path w="2577" h="1949">
                  <a:moveTo>
                    <a:pt x="0" y="1823"/>
                  </a:moveTo>
                  <a:cubicBezTo>
                    <a:pt x="84" y="1867"/>
                    <a:pt x="168" y="1911"/>
                    <a:pt x="259" y="1930"/>
                  </a:cubicBezTo>
                  <a:cubicBezTo>
                    <a:pt x="350" y="1949"/>
                    <a:pt x="473" y="1942"/>
                    <a:pt x="543" y="1936"/>
                  </a:cubicBezTo>
                  <a:cubicBezTo>
                    <a:pt x="613" y="1930"/>
                    <a:pt x="632" y="1921"/>
                    <a:pt x="682" y="1892"/>
                  </a:cubicBezTo>
                  <a:cubicBezTo>
                    <a:pt x="732" y="1863"/>
                    <a:pt x="788" y="1817"/>
                    <a:pt x="846" y="1760"/>
                  </a:cubicBezTo>
                  <a:cubicBezTo>
                    <a:pt x="904" y="1703"/>
                    <a:pt x="961" y="1684"/>
                    <a:pt x="1029" y="1551"/>
                  </a:cubicBezTo>
                  <a:cubicBezTo>
                    <a:pt x="1097" y="1418"/>
                    <a:pt x="1178" y="1167"/>
                    <a:pt x="1257" y="964"/>
                  </a:cubicBezTo>
                  <a:cubicBezTo>
                    <a:pt x="1336" y="761"/>
                    <a:pt x="1419" y="474"/>
                    <a:pt x="1503" y="332"/>
                  </a:cubicBezTo>
                  <a:cubicBezTo>
                    <a:pt x="1587" y="190"/>
                    <a:pt x="1671" y="164"/>
                    <a:pt x="1762" y="111"/>
                  </a:cubicBezTo>
                  <a:cubicBezTo>
                    <a:pt x="1853" y="58"/>
                    <a:pt x="1959" y="32"/>
                    <a:pt x="2052" y="16"/>
                  </a:cubicBezTo>
                  <a:cubicBezTo>
                    <a:pt x="2145" y="0"/>
                    <a:pt x="2252" y="7"/>
                    <a:pt x="2318" y="16"/>
                  </a:cubicBezTo>
                  <a:cubicBezTo>
                    <a:pt x="2384" y="25"/>
                    <a:pt x="2407" y="44"/>
                    <a:pt x="2450" y="73"/>
                  </a:cubicBezTo>
                  <a:cubicBezTo>
                    <a:pt x="2493" y="102"/>
                    <a:pt x="2535" y="147"/>
                    <a:pt x="2577" y="193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67" name="Freeform 99"/>
            <p:cNvSpPr>
              <a:spLocks/>
            </p:cNvSpPr>
            <p:nvPr/>
          </p:nvSpPr>
          <p:spPr bwMode="auto">
            <a:xfrm>
              <a:off x="3336" y="1186"/>
              <a:ext cx="1485" cy="1055"/>
            </a:xfrm>
            <a:custGeom>
              <a:avLst/>
              <a:gdLst/>
              <a:ahLst/>
              <a:cxnLst>
                <a:cxn ang="0">
                  <a:pos x="1" y="1818"/>
                </a:cxn>
                <a:cxn ang="0">
                  <a:pos x="33" y="1799"/>
                </a:cxn>
                <a:cxn ang="0">
                  <a:pos x="197" y="1603"/>
                </a:cxn>
                <a:cxn ang="0">
                  <a:pos x="405" y="1167"/>
                </a:cxn>
                <a:cxn ang="0">
                  <a:pos x="576" y="617"/>
                </a:cxn>
                <a:cxn ang="0">
                  <a:pos x="784" y="220"/>
                </a:cxn>
                <a:cxn ang="0">
                  <a:pos x="1024" y="62"/>
                </a:cxn>
                <a:cxn ang="0">
                  <a:pos x="1277" y="24"/>
                </a:cxn>
                <a:cxn ang="0">
                  <a:pos x="1473" y="43"/>
                </a:cxn>
                <a:cxn ang="0">
                  <a:pos x="1845" y="283"/>
                </a:cxn>
                <a:cxn ang="0">
                  <a:pos x="1965" y="548"/>
                </a:cxn>
                <a:cxn ang="0">
                  <a:pos x="2079" y="921"/>
                </a:cxn>
                <a:cxn ang="0">
                  <a:pos x="2186" y="1243"/>
                </a:cxn>
                <a:cxn ang="0">
                  <a:pos x="2319" y="1534"/>
                </a:cxn>
                <a:cxn ang="0">
                  <a:pos x="2458" y="1786"/>
                </a:cxn>
                <a:cxn ang="0">
                  <a:pos x="2572" y="1862"/>
                </a:cxn>
              </a:cxnLst>
              <a:rect l="0" t="0" r="r" b="b"/>
              <a:pathLst>
                <a:path w="2572" h="1862">
                  <a:moveTo>
                    <a:pt x="1" y="1818"/>
                  </a:moveTo>
                  <a:cubicBezTo>
                    <a:pt x="0" y="1826"/>
                    <a:pt x="0" y="1835"/>
                    <a:pt x="33" y="1799"/>
                  </a:cubicBezTo>
                  <a:cubicBezTo>
                    <a:pt x="66" y="1763"/>
                    <a:pt x="135" y="1708"/>
                    <a:pt x="197" y="1603"/>
                  </a:cubicBezTo>
                  <a:cubicBezTo>
                    <a:pt x="259" y="1498"/>
                    <a:pt x="342" y="1331"/>
                    <a:pt x="405" y="1167"/>
                  </a:cubicBezTo>
                  <a:cubicBezTo>
                    <a:pt x="468" y="1003"/>
                    <a:pt x="513" y="775"/>
                    <a:pt x="576" y="617"/>
                  </a:cubicBezTo>
                  <a:cubicBezTo>
                    <a:pt x="639" y="459"/>
                    <a:pt x="709" y="312"/>
                    <a:pt x="784" y="220"/>
                  </a:cubicBezTo>
                  <a:cubicBezTo>
                    <a:pt x="859" y="128"/>
                    <a:pt x="942" y="95"/>
                    <a:pt x="1024" y="62"/>
                  </a:cubicBezTo>
                  <a:cubicBezTo>
                    <a:pt x="1106" y="29"/>
                    <a:pt x="1202" y="27"/>
                    <a:pt x="1277" y="24"/>
                  </a:cubicBezTo>
                  <a:cubicBezTo>
                    <a:pt x="1352" y="21"/>
                    <a:pt x="1378" y="0"/>
                    <a:pt x="1473" y="43"/>
                  </a:cubicBezTo>
                  <a:cubicBezTo>
                    <a:pt x="1568" y="86"/>
                    <a:pt x="1763" y="199"/>
                    <a:pt x="1845" y="283"/>
                  </a:cubicBezTo>
                  <a:cubicBezTo>
                    <a:pt x="1927" y="367"/>
                    <a:pt x="1926" y="442"/>
                    <a:pt x="1965" y="548"/>
                  </a:cubicBezTo>
                  <a:cubicBezTo>
                    <a:pt x="2004" y="654"/>
                    <a:pt x="2042" y="805"/>
                    <a:pt x="2079" y="921"/>
                  </a:cubicBezTo>
                  <a:cubicBezTo>
                    <a:pt x="2116" y="1037"/>
                    <a:pt x="2146" y="1141"/>
                    <a:pt x="2186" y="1243"/>
                  </a:cubicBezTo>
                  <a:cubicBezTo>
                    <a:pt x="2226" y="1345"/>
                    <a:pt x="2274" y="1444"/>
                    <a:pt x="2319" y="1534"/>
                  </a:cubicBezTo>
                  <a:cubicBezTo>
                    <a:pt x="2364" y="1624"/>
                    <a:pt x="2416" y="1731"/>
                    <a:pt x="2458" y="1786"/>
                  </a:cubicBezTo>
                  <a:cubicBezTo>
                    <a:pt x="2500" y="1841"/>
                    <a:pt x="2549" y="1849"/>
                    <a:pt x="2572" y="186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68" name="Freeform 100"/>
            <p:cNvSpPr>
              <a:spLocks/>
            </p:cNvSpPr>
            <p:nvPr/>
          </p:nvSpPr>
          <p:spPr bwMode="auto">
            <a:xfrm>
              <a:off x="3384" y="1186"/>
              <a:ext cx="1488" cy="1104"/>
            </a:xfrm>
            <a:custGeom>
              <a:avLst/>
              <a:gdLst/>
              <a:ahLst/>
              <a:cxnLst>
                <a:cxn ang="0">
                  <a:pos x="0" y="1823"/>
                </a:cxn>
                <a:cxn ang="0">
                  <a:pos x="259" y="1930"/>
                </a:cxn>
                <a:cxn ang="0">
                  <a:pos x="543" y="1936"/>
                </a:cxn>
                <a:cxn ang="0">
                  <a:pos x="682" y="1892"/>
                </a:cxn>
                <a:cxn ang="0">
                  <a:pos x="846" y="1760"/>
                </a:cxn>
                <a:cxn ang="0">
                  <a:pos x="1029" y="1551"/>
                </a:cxn>
                <a:cxn ang="0">
                  <a:pos x="1257" y="964"/>
                </a:cxn>
                <a:cxn ang="0">
                  <a:pos x="1503" y="332"/>
                </a:cxn>
                <a:cxn ang="0">
                  <a:pos x="1762" y="111"/>
                </a:cxn>
                <a:cxn ang="0">
                  <a:pos x="2052" y="16"/>
                </a:cxn>
                <a:cxn ang="0">
                  <a:pos x="2318" y="16"/>
                </a:cxn>
                <a:cxn ang="0">
                  <a:pos x="2450" y="73"/>
                </a:cxn>
                <a:cxn ang="0">
                  <a:pos x="2577" y="193"/>
                </a:cxn>
              </a:cxnLst>
              <a:rect l="0" t="0" r="r" b="b"/>
              <a:pathLst>
                <a:path w="2577" h="1949">
                  <a:moveTo>
                    <a:pt x="0" y="1823"/>
                  </a:moveTo>
                  <a:cubicBezTo>
                    <a:pt x="84" y="1867"/>
                    <a:pt x="168" y="1911"/>
                    <a:pt x="259" y="1930"/>
                  </a:cubicBezTo>
                  <a:cubicBezTo>
                    <a:pt x="350" y="1949"/>
                    <a:pt x="473" y="1942"/>
                    <a:pt x="543" y="1936"/>
                  </a:cubicBezTo>
                  <a:cubicBezTo>
                    <a:pt x="613" y="1930"/>
                    <a:pt x="632" y="1921"/>
                    <a:pt x="682" y="1892"/>
                  </a:cubicBezTo>
                  <a:cubicBezTo>
                    <a:pt x="732" y="1863"/>
                    <a:pt x="788" y="1817"/>
                    <a:pt x="846" y="1760"/>
                  </a:cubicBezTo>
                  <a:cubicBezTo>
                    <a:pt x="904" y="1703"/>
                    <a:pt x="961" y="1684"/>
                    <a:pt x="1029" y="1551"/>
                  </a:cubicBezTo>
                  <a:cubicBezTo>
                    <a:pt x="1097" y="1418"/>
                    <a:pt x="1178" y="1167"/>
                    <a:pt x="1257" y="964"/>
                  </a:cubicBezTo>
                  <a:cubicBezTo>
                    <a:pt x="1336" y="761"/>
                    <a:pt x="1419" y="474"/>
                    <a:pt x="1503" y="332"/>
                  </a:cubicBezTo>
                  <a:cubicBezTo>
                    <a:pt x="1587" y="190"/>
                    <a:pt x="1671" y="164"/>
                    <a:pt x="1762" y="111"/>
                  </a:cubicBezTo>
                  <a:cubicBezTo>
                    <a:pt x="1853" y="58"/>
                    <a:pt x="1959" y="32"/>
                    <a:pt x="2052" y="16"/>
                  </a:cubicBezTo>
                  <a:cubicBezTo>
                    <a:pt x="2145" y="0"/>
                    <a:pt x="2252" y="7"/>
                    <a:pt x="2318" y="16"/>
                  </a:cubicBezTo>
                  <a:cubicBezTo>
                    <a:pt x="2384" y="25"/>
                    <a:pt x="2407" y="44"/>
                    <a:pt x="2450" y="73"/>
                  </a:cubicBezTo>
                  <a:cubicBezTo>
                    <a:pt x="2493" y="102"/>
                    <a:pt x="2535" y="147"/>
                    <a:pt x="2577" y="193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69" name="Freeform 101"/>
            <p:cNvSpPr>
              <a:spLocks/>
            </p:cNvSpPr>
            <p:nvPr/>
          </p:nvSpPr>
          <p:spPr bwMode="auto">
            <a:xfrm flipH="1">
              <a:off x="3336" y="1186"/>
              <a:ext cx="1488" cy="1104"/>
            </a:xfrm>
            <a:custGeom>
              <a:avLst/>
              <a:gdLst/>
              <a:ahLst/>
              <a:cxnLst>
                <a:cxn ang="0">
                  <a:pos x="0" y="1823"/>
                </a:cxn>
                <a:cxn ang="0">
                  <a:pos x="259" y="1930"/>
                </a:cxn>
                <a:cxn ang="0">
                  <a:pos x="543" y="1936"/>
                </a:cxn>
                <a:cxn ang="0">
                  <a:pos x="682" y="1892"/>
                </a:cxn>
                <a:cxn ang="0">
                  <a:pos x="846" y="1760"/>
                </a:cxn>
                <a:cxn ang="0">
                  <a:pos x="1029" y="1551"/>
                </a:cxn>
                <a:cxn ang="0">
                  <a:pos x="1257" y="964"/>
                </a:cxn>
                <a:cxn ang="0">
                  <a:pos x="1503" y="332"/>
                </a:cxn>
                <a:cxn ang="0">
                  <a:pos x="1762" y="111"/>
                </a:cxn>
                <a:cxn ang="0">
                  <a:pos x="2052" y="16"/>
                </a:cxn>
                <a:cxn ang="0">
                  <a:pos x="2318" y="16"/>
                </a:cxn>
                <a:cxn ang="0">
                  <a:pos x="2450" y="73"/>
                </a:cxn>
                <a:cxn ang="0">
                  <a:pos x="2577" y="193"/>
                </a:cxn>
              </a:cxnLst>
              <a:rect l="0" t="0" r="r" b="b"/>
              <a:pathLst>
                <a:path w="2577" h="1949">
                  <a:moveTo>
                    <a:pt x="0" y="1823"/>
                  </a:moveTo>
                  <a:cubicBezTo>
                    <a:pt x="84" y="1867"/>
                    <a:pt x="168" y="1911"/>
                    <a:pt x="259" y="1930"/>
                  </a:cubicBezTo>
                  <a:cubicBezTo>
                    <a:pt x="350" y="1949"/>
                    <a:pt x="473" y="1942"/>
                    <a:pt x="543" y="1936"/>
                  </a:cubicBezTo>
                  <a:cubicBezTo>
                    <a:pt x="613" y="1930"/>
                    <a:pt x="632" y="1921"/>
                    <a:pt x="682" y="1892"/>
                  </a:cubicBezTo>
                  <a:cubicBezTo>
                    <a:pt x="732" y="1863"/>
                    <a:pt x="788" y="1817"/>
                    <a:pt x="846" y="1760"/>
                  </a:cubicBezTo>
                  <a:cubicBezTo>
                    <a:pt x="904" y="1703"/>
                    <a:pt x="961" y="1684"/>
                    <a:pt x="1029" y="1551"/>
                  </a:cubicBezTo>
                  <a:cubicBezTo>
                    <a:pt x="1097" y="1418"/>
                    <a:pt x="1178" y="1167"/>
                    <a:pt x="1257" y="964"/>
                  </a:cubicBezTo>
                  <a:cubicBezTo>
                    <a:pt x="1336" y="761"/>
                    <a:pt x="1419" y="474"/>
                    <a:pt x="1503" y="332"/>
                  </a:cubicBezTo>
                  <a:cubicBezTo>
                    <a:pt x="1587" y="190"/>
                    <a:pt x="1671" y="164"/>
                    <a:pt x="1762" y="111"/>
                  </a:cubicBezTo>
                  <a:cubicBezTo>
                    <a:pt x="1853" y="58"/>
                    <a:pt x="1959" y="32"/>
                    <a:pt x="2052" y="16"/>
                  </a:cubicBezTo>
                  <a:cubicBezTo>
                    <a:pt x="2145" y="0"/>
                    <a:pt x="2252" y="7"/>
                    <a:pt x="2318" y="16"/>
                  </a:cubicBezTo>
                  <a:cubicBezTo>
                    <a:pt x="2384" y="25"/>
                    <a:pt x="2407" y="44"/>
                    <a:pt x="2450" y="73"/>
                  </a:cubicBezTo>
                  <a:cubicBezTo>
                    <a:pt x="2493" y="102"/>
                    <a:pt x="2535" y="147"/>
                    <a:pt x="2577" y="193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70" name="Freeform 102"/>
            <p:cNvSpPr>
              <a:spLocks/>
            </p:cNvSpPr>
            <p:nvPr/>
          </p:nvSpPr>
          <p:spPr bwMode="auto">
            <a:xfrm flipH="1">
              <a:off x="3240" y="1186"/>
              <a:ext cx="1488" cy="1104"/>
            </a:xfrm>
            <a:custGeom>
              <a:avLst/>
              <a:gdLst/>
              <a:ahLst/>
              <a:cxnLst>
                <a:cxn ang="0">
                  <a:pos x="0" y="1823"/>
                </a:cxn>
                <a:cxn ang="0">
                  <a:pos x="259" y="1930"/>
                </a:cxn>
                <a:cxn ang="0">
                  <a:pos x="543" y="1936"/>
                </a:cxn>
                <a:cxn ang="0">
                  <a:pos x="682" y="1892"/>
                </a:cxn>
                <a:cxn ang="0">
                  <a:pos x="846" y="1760"/>
                </a:cxn>
                <a:cxn ang="0">
                  <a:pos x="1029" y="1551"/>
                </a:cxn>
                <a:cxn ang="0">
                  <a:pos x="1257" y="964"/>
                </a:cxn>
                <a:cxn ang="0">
                  <a:pos x="1503" y="332"/>
                </a:cxn>
                <a:cxn ang="0">
                  <a:pos x="1762" y="111"/>
                </a:cxn>
                <a:cxn ang="0">
                  <a:pos x="2052" y="16"/>
                </a:cxn>
                <a:cxn ang="0">
                  <a:pos x="2318" y="16"/>
                </a:cxn>
                <a:cxn ang="0">
                  <a:pos x="2450" y="73"/>
                </a:cxn>
                <a:cxn ang="0">
                  <a:pos x="2577" y="193"/>
                </a:cxn>
              </a:cxnLst>
              <a:rect l="0" t="0" r="r" b="b"/>
              <a:pathLst>
                <a:path w="2577" h="1949">
                  <a:moveTo>
                    <a:pt x="0" y="1823"/>
                  </a:moveTo>
                  <a:cubicBezTo>
                    <a:pt x="84" y="1867"/>
                    <a:pt x="168" y="1911"/>
                    <a:pt x="259" y="1930"/>
                  </a:cubicBezTo>
                  <a:cubicBezTo>
                    <a:pt x="350" y="1949"/>
                    <a:pt x="473" y="1942"/>
                    <a:pt x="543" y="1936"/>
                  </a:cubicBezTo>
                  <a:cubicBezTo>
                    <a:pt x="613" y="1930"/>
                    <a:pt x="632" y="1921"/>
                    <a:pt x="682" y="1892"/>
                  </a:cubicBezTo>
                  <a:cubicBezTo>
                    <a:pt x="732" y="1863"/>
                    <a:pt x="788" y="1817"/>
                    <a:pt x="846" y="1760"/>
                  </a:cubicBezTo>
                  <a:cubicBezTo>
                    <a:pt x="904" y="1703"/>
                    <a:pt x="961" y="1684"/>
                    <a:pt x="1029" y="1551"/>
                  </a:cubicBezTo>
                  <a:cubicBezTo>
                    <a:pt x="1097" y="1418"/>
                    <a:pt x="1178" y="1167"/>
                    <a:pt x="1257" y="964"/>
                  </a:cubicBezTo>
                  <a:cubicBezTo>
                    <a:pt x="1336" y="761"/>
                    <a:pt x="1419" y="474"/>
                    <a:pt x="1503" y="332"/>
                  </a:cubicBezTo>
                  <a:cubicBezTo>
                    <a:pt x="1587" y="190"/>
                    <a:pt x="1671" y="164"/>
                    <a:pt x="1762" y="111"/>
                  </a:cubicBezTo>
                  <a:cubicBezTo>
                    <a:pt x="1853" y="58"/>
                    <a:pt x="1959" y="32"/>
                    <a:pt x="2052" y="16"/>
                  </a:cubicBezTo>
                  <a:cubicBezTo>
                    <a:pt x="2145" y="0"/>
                    <a:pt x="2252" y="7"/>
                    <a:pt x="2318" y="16"/>
                  </a:cubicBezTo>
                  <a:cubicBezTo>
                    <a:pt x="2384" y="25"/>
                    <a:pt x="2407" y="44"/>
                    <a:pt x="2450" y="73"/>
                  </a:cubicBezTo>
                  <a:cubicBezTo>
                    <a:pt x="2493" y="102"/>
                    <a:pt x="2535" y="147"/>
                    <a:pt x="2577" y="193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71" name="Freeform 103"/>
            <p:cNvSpPr>
              <a:spLocks/>
            </p:cNvSpPr>
            <p:nvPr/>
          </p:nvSpPr>
          <p:spPr bwMode="auto">
            <a:xfrm flipH="1">
              <a:off x="3336" y="1186"/>
              <a:ext cx="1488" cy="1104"/>
            </a:xfrm>
            <a:custGeom>
              <a:avLst/>
              <a:gdLst/>
              <a:ahLst/>
              <a:cxnLst>
                <a:cxn ang="0">
                  <a:pos x="0" y="1823"/>
                </a:cxn>
                <a:cxn ang="0">
                  <a:pos x="259" y="1930"/>
                </a:cxn>
                <a:cxn ang="0">
                  <a:pos x="543" y="1936"/>
                </a:cxn>
                <a:cxn ang="0">
                  <a:pos x="682" y="1892"/>
                </a:cxn>
                <a:cxn ang="0">
                  <a:pos x="846" y="1760"/>
                </a:cxn>
                <a:cxn ang="0">
                  <a:pos x="1029" y="1551"/>
                </a:cxn>
                <a:cxn ang="0">
                  <a:pos x="1257" y="964"/>
                </a:cxn>
                <a:cxn ang="0">
                  <a:pos x="1503" y="332"/>
                </a:cxn>
                <a:cxn ang="0">
                  <a:pos x="1762" y="111"/>
                </a:cxn>
                <a:cxn ang="0">
                  <a:pos x="2052" y="16"/>
                </a:cxn>
                <a:cxn ang="0">
                  <a:pos x="2318" y="16"/>
                </a:cxn>
                <a:cxn ang="0">
                  <a:pos x="2450" y="73"/>
                </a:cxn>
                <a:cxn ang="0">
                  <a:pos x="2577" y="193"/>
                </a:cxn>
              </a:cxnLst>
              <a:rect l="0" t="0" r="r" b="b"/>
              <a:pathLst>
                <a:path w="2577" h="1949">
                  <a:moveTo>
                    <a:pt x="0" y="1823"/>
                  </a:moveTo>
                  <a:cubicBezTo>
                    <a:pt x="84" y="1867"/>
                    <a:pt x="168" y="1911"/>
                    <a:pt x="259" y="1930"/>
                  </a:cubicBezTo>
                  <a:cubicBezTo>
                    <a:pt x="350" y="1949"/>
                    <a:pt x="473" y="1942"/>
                    <a:pt x="543" y="1936"/>
                  </a:cubicBezTo>
                  <a:cubicBezTo>
                    <a:pt x="613" y="1930"/>
                    <a:pt x="632" y="1921"/>
                    <a:pt x="682" y="1892"/>
                  </a:cubicBezTo>
                  <a:cubicBezTo>
                    <a:pt x="732" y="1863"/>
                    <a:pt x="788" y="1817"/>
                    <a:pt x="846" y="1760"/>
                  </a:cubicBezTo>
                  <a:cubicBezTo>
                    <a:pt x="904" y="1703"/>
                    <a:pt x="961" y="1684"/>
                    <a:pt x="1029" y="1551"/>
                  </a:cubicBezTo>
                  <a:cubicBezTo>
                    <a:pt x="1097" y="1418"/>
                    <a:pt x="1178" y="1167"/>
                    <a:pt x="1257" y="964"/>
                  </a:cubicBezTo>
                  <a:cubicBezTo>
                    <a:pt x="1336" y="761"/>
                    <a:pt x="1419" y="474"/>
                    <a:pt x="1503" y="332"/>
                  </a:cubicBezTo>
                  <a:cubicBezTo>
                    <a:pt x="1587" y="190"/>
                    <a:pt x="1671" y="164"/>
                    <a:pt x="1762" y="111"/>
                  </a:cubicBezTo>
                  <a:cubicBezTo>
                    <a:pt x="1853" y="58"/>
                    <a:pt x="1959" y="32"/>
                    <a:pt x="2052" y="16"/>
                  </a:cubicBezTo>
                  <a:cubicBezTo>
                    <a:pt x="2145" y="0"/>
                    <a:pt x="2252" y="7"/>
                    <a:pt x="2318" y="16"/>
                  </a:cubicBezTo>
                  <a:cubicBezTo>
                    <a:pt x="2384" y="25"/>
                    <a:pt x="2407" y="44"/>
                    <a:pt x="2450" y="73"/>
                  </a:cubicBezTo>
                  <a:cubicBezTo>
                    <a:pt x="2493" y="102"/>
                    <a:pt x="2535" y="147"/>
                    <a:pt x="2577" y="193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72" name="Freeform 104"/>
            <p:cNvSpPr>
              <a:spLocks/>
            </p:cNvSpPr>
            <p:nvPr/>
          </p:nvSpPr>
          <p:spPr bwMode="auto">
            <a:xfrm>
              <a:off x="3336" y="1186"/>
              <a:ext cx="1488" cy="1104"/>
            </a:xfrm>
            <a:custGeom>
              <a:avLst/>
              <a:gdLst/>
              <a:ahLst/>
              <a:cxnLst>
                <a:cxn ang="0">
                  <a:pos x="0" y="1823"/>
                </a:cxn>
                <a:cxn ang="0">
                  <a:pos x="259" y="1930"/>
                </a:cxn>
                <a:cxn ang="0">
                  <a:pos x="543" y="1936"/>
                </a:cxn>
                <a:cxn ang="0">
                  <a:pos x="682" y="1892"/>
                </a:cxn>
                <a:cxn ang="0">
                  <a:pos x="846" y="1760"/>
                </a:cxn>
                <a:cxn ang="0">
                  <a:pos x="1029" y="1551"/>
                </a:cxn>
                <a:cxn ang="0">
                  <a:pos x="1257" y="964"/>
                </a:cxn>
                <a:cxn ang="0">
                  <a:pos x="1503" y="332"/>
                </a:cxn>
                <a:cxn ang="0">
                  <a:pos x="1762" y="111"/>
                </a:cxn>
                <a:cxn ang="0">
                  <a:pos x="2052" y="16"/>
                </a:cxn>
                <a:cxn ang="0">
                  <a:pos x="2318" y="16"/>
                </a:cxn>
                <a:cxn ang="0">
                  <a:pos x="2450" y="73"/>
                </a:cxn>
                <a:cxn ang="0">
                  <a:pos x="2577" y="193"/>
                </a:cxn>
              </a:cxnLst>
              <a:rect l="0" t="0" r="r" b="b"/>
              <a:pathLst>
                <a:path w="2577" h="1949">
                  <a:moveTo>
                    <a:pt x="0" y="1823"/>
                  </a:moveTo>
                  <a:cubicBezTo>
                    <a:pt x="84" y="1867"/>
                    <a:pt x="168" y="1911"/>
                    <a:pt x="259" y="1930"/>
                  </a:cubicBezTo>
                  <a:cubicBezTo>
                    <a:pt x="350" y="1949"/>
                    <a:pt x="473" y="1942"/>
                    <a:pt x="543" y="1936"/>
                  </a:cubicBezTo>
                  <a:cubicBezTo>
                    <a:pt x="613" y="1930"/>
                    <a:pt x="632" y="1921"/>
                    <a:pt x="682" y="1892"/>
                  </a:cubicBezTo>
                  <a:cubicBezTo>
                    <a:pt x="732" y="1863"/>
                    <a:pt x="788" y="1817"/>
                    <a:pt x="846" y="1760"/>
                  </a:cubicBezTo>
                  <a:cubicBezTo>
                    <a:pt x="904" y="1703"/>
                    <a:pt x="961" y="1684"/>
                    <a:pt x="1029" y="1551"/>
                  </a:cubicBezTo>
                  <a:cubicBezTo>
                    <a:pt x="1097" y="1418"/>
                    <a:pt x="1178" y="1167"/>
                    <a:pt x="1257" y="964"/>
                  </a:cubicBezTo>
                  <a:cubicBezTo>
                    <a:pt x="1336" y="761"/>
                    <a:pt x="1419" y="474"/>
                    <a:pt x="1503" y="332"/>
                  </a:cubicBezTo>
                  <a:cubicBezTo>
                    <a:pt x="1587" y="190"/>
                    <a:pt x="1671" y="164"/>
                    <a:pt x="1762" y="111"/>
                  </a:cubicBezTo>
                  <a:cubicBezTo>
                    <a:pt x="1853" y="58"/>
                    <a:pt x="1959" y="32"/>
                    <a:pt x="2052" y="16"/>
                  </a:cubicBezTo>
                  <a:cubicBezTo>
                    <a:pt x="2145" y="0"/>
                    <a:pt x="2252" y="7"/>
                    <a:pt x="2318" y="16"/>
                  </a:cubicBezTo>
                  <a:cubicBezTo>
                    <a:pt x="2384" y="25"/>
                    <a:pt x="2407" y="44"/>
                    <a:pt x="2450" y="73"/>
                  </a:cubicBezTo>
                  <a:cubicBezTo>
                    <a:pt x="2493" y="102"/>
                    <a:pt x="2535" y="147"/>
                    <a:pt x="2577" y="193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73" name="Freeform 105"/>
            <p:cNvSpPr>
              <a:spLocks/>
            </p:cNvSpPr>
            <p:nvPr/>
          </p:nvSpPr>
          <p:spPr bwMode="auto">
            <a:xfrm>
              <a:off x="3432" y="1234"/>
              <a:ext cx="1488" cy="1104"/>
            </a:xfrm>
            <a:custGeom>
              <a:avLst/>
              <a:gdLst/>
              <a:ahLst/>
              <a:cxnLst>
                <a:cxn ang="0">
                  <a:pos x="0" y="1823"/>
                </a:cxn>
                <a:cxn ang="0">
                  <a:pos x="259" y="1930"/>
                </a:cxn>
                <a:cxn ang="0">
                  <a:pos x="543" y="1936"/>
                </a:cxn>
                <a:cxn ang="0">
                  <a:pos x="682" y="1892"/>
                </a:cxn>
                <a:cxn ang="0">
                  <a:pos x="846" y="1760"/>
                </a:cxn>
                <a:cxn ang="0">
                  <a:pos x="1029" y="1551"/>
                </a:cxn>
                <a:cxn ang="0">
                  <a:pos x="1257" y="964"/>
                </a:cxn>
                <a:cxn ang="0">
                  <a:pos x="1503" y="332"/>
                </a:cxn>
                <a:cxn ang="0">
                  <a:pos x="1762" y="111"/>
                </a:cxn>
                <a:cxn ang="0">
                  <a:pos x="2052" y="16"/>
                </a:cxn>
                <a:cxn ang="0">
                  <a:pos x="2318" y="16"/>
                </a:cxn>
                <a:cxn ang="0">
                  <a:pos x="2450" y="73"/>
                </a:cxn>
                <a:cxn ang="0">
                  <a:pos x="2577" y="193"/>
                </a:cxn>
              </a:cxnLst>
              <a:rect l="0" t="0" r="r" b="b"/>
              <a:pathLst>
                <a:path w="2577" h="1949">
                  <a:moveTo>
                    <a:pt x="0" y="1823"/>
                  </a:moveTo>
                  <a:cubicBezTo>
                    <a:pt x="84" y="1867"/>
                    <a:pt x="168" y="1911"/>
                    <a:pt x="259" y="1930"/>
                  </a:cubicBezTo>
                  <a:cubicBezTo>
                    <a:pt x="350" y="1949"/>
                    <a:pt x="473" y="1942"/>
                    <a:pt x="543" y="1936"/>
                  </a:cubicBezTo>
                  <a:cubicBezTo>
                    <a:pt x="613" y="1930"/>
                    <a:pt x="632" y="1921"/>
                    <a:pt x="682" y="1892"/>
                  </a:cubicBezTo>
                  <a:cubicBezTo>
                    <a:pt x="732" y="1863"/>
                    <a:pt x="788" y="1817"/>
                    <a:pt x="846" y="1760"/>
                  </a:cubicBezTo>
                  <a:cubicBezTo>
                    <a:pt x="904" y="1703"/>
                    <a:pt x="961" y="1684"/>
                    <a:pt x="1029" y="1551"/>
                  </a:cubicBezTo>
                  <a:cubicBezTo>
                    <a:pt x="1097" y="1418"/>
                    <a:pt x="1178" y="1167"/>
                    <a:pt x="1257" y="964"/>
                  </a:cubicBezTo>
                  <a:cubicBezTo>
                    <a:pt x="1336" y="761"/>
                    <a:pt x="1419" y="474"/>
                    <a:pt x="1503" y="332"/>
                  </a:cubicBezTo>
                  <a:cubicBezTo>
                    <a:pt x="1587" y="190"/>
                    <a:pt x="1671" y="164"/>
                    <a:pt x="1762" y="111"/>
                  </a:cubicBezTo>
                  <a:cubicBezTo>
                    <a:pt x="1853" y="58"/>
                    <a:pt x="1959" y="32"/>
                    <a:pt x="2052" y="16"/>
                  </a:cubicBezTo>
                  <a:cubicBezTo>
                    <a:pt x="2145" y="0"/>
                    <a:pt x="2252" y="7"/>
                    <a:pt x="2318" y="16"/>
                  </a:cubicBezTo>
                  <a:cubicBezTo>
                    <a:pt x="2384" y="25"/>
                    <a:pt x="2407" y="44"/>
                    <a:pt x="2450" y="73"/>
                  </a:cubicBezTo>
                  <a:cubicBezTo>
                    <a:pt x="2493" y="102"/>
                    <a:pt x="2535" y="147"/>
                    <a:pt x="2577" y="193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74" name="Freeform 106"/>
            <p:cNvSpPr>
              <a:spLocks/>
            </p:cNvSpPr>
            <p:nvPr/>
          </p:nvSpPr>
          <p:spPr bwMode="auto">
            <a:xfrm>
              <a:off x="3384" y="1186"/>
              <a:ext cx="1485" cy="1055"/>
            </a:xfrm>
            <a:custGeom>
              <a:avLst/>
              <a:gdLst/>
              <a:ahLst/>
              <a:cxnLst>
                <a:cxn ang="0">
                  <a:pos x="1" y="1818"/>
                </a:cxn>
                <a:cxn ang="0">
                  <a:pos x="33" y="1799"/>
                </a:cxn>
                <a:cxn ang="0">
                  <a:pos x="197" y="1603"/>
                </a:cxn>
                <a:cxn ang="0">
                  <a:pos x="405" y="1167"/>
                </a:cxn>
                <a:cxn ang="0">
                  <a:pos x="576" y="617"/>
                </a:cxn>
                <a:cxn ang="0">
                  <a:pos x="784" y="220"/>
                </a:cxn>
                <a:cxn ang="0">
                  <a:pos x="1024" y="62"/>
                </a:cxn>
                <a:cxn ang="0">
                  <a:pos x="1277" y="24"/>
                </a:cxn>
                <a:cxn ang="0">
                  <a:pos x="1473" y="43"/>
                </a:cxn>
                <a:cxn ang="0">
                  <a:pos x="1845" y="283"/>
                </a:cxn>
                <a:cxn ang="0">
                  <a:pos x="1965" y="548"/>
                </a:cxn>
                <a:cxn ang="0">
                  <a:pos x="2079" y="921"/>
                </a:cxn>
                <a:cxn ang="0">
                  <a:pos x="2186" y="1243"/>
                </a:cxn>
                <a:cxn ang="0">
                  <a:pos x="2319" y="1534"/>
                </a:cxn>
                <a:cxn ang="0">
                  <a:pos x="2458" y="1786"/>
                </a:cxn>
                <a:cxn ang="0">
                  <a:pos x="2572" y="1862"/>
                </a:cxn>
              </a:cxnLst>
              <a:rect l="0" t="0" r="r" b="b"/>
              <a:pathLst>
                <a:path w="2572" h="1862">
                  <a:moveTo>
                    <a:pt x="1" y="1818"/>
                  </a:moveTo>
                  <a:cubicBezTo>
                    <a:pt x="0" y="1826"/>
                    <a:pt x="0" y="1835"/>
                    <a:pt x="33" y="1799"/>
                  </a:cubicBezTo>
                  <a:cubicBezTo>
                    <a:pt x="66" y="1763"/>
                    <a:pt x="135" y="1708"/>
                    <a:pt x="197" y="1603"/>
                  </a:cubicBezTo>
                  <a:cubicBezTo>
                    <a:pt x="259" y="1498"/>
                    <a:pt x="342" y="1331"/>
                    <a:pt x="405" y="1167"/>
                  </a:cubicBezTo>
                  <a:cubicBezTo>
                    <a:pt x="468" y="1003"/>
                    <a:pt x="513" y="775"/>
                    <a:pt x="576" y="617"/>
                  </a:cubicBezTo>
                  <a:cubicBezTo>
                    <a:pt x="639" y="459"/>
                    <a:pt x="709" y="312"/>
                    <a:pt x="784" y="220"/>
                  </a:cubicBezTo>
                  <a:cubicBezTo>
                    <a:pt x="859" y="128"/>
                    <a:pt x="942" y="95"/>
                    <a:pt x="1024" y="62"/>
                  </a:cubicBezTo>
                  <a:cubicBezTo>
                    <a:pt x="1106" y="29"/>
                    <a:pt x="1202" y="27"/>
                    <a:pt x="1277" y="24"/>
                  </a:cubicBezTo>
                  <a:cubicBezTo>
                    <a:pt x="1352" y="21"/>
                    <a:pt x="1378" y="0"/>
                    <a:pt x="1473" y="43"/>
                  </a:cubicBezTo>
                  <a:cubicBezTo>
                    <a:pt x="1568" y="86"/>
                    <a:pt x="1763" y="199"/>
                    <a:pt x="1845" y="283"/>
                  </a:cubicBezTo>
                  <a:cubicBezTo>
                    <a:pt x="1927" y="367"/>
                    <a:pt x="1926" y="442"/>
                    <a:pt x="1965" y="548"/>
                  </a:cubicBezTo>
                  <a:cubicBezTo>
                    <a:pt x="2004" y="654"/>
                    <a:pt x="2042" y="805"/>
                    <a:pt x="2079" y="921"/>
                  </a:cubicBezTo>
                  <a:cubicBezTo>
                    <a:pt x="2116" y="1037"/>
                    <a:pt x="2146" y="1141"/>
                    <a:pt x="2186" y="1243"/>
                  </a:cubicBezTo>
                  <a:cubicBezTo>
                    <a:pt x="2226" y="1345"/>
                    <a:pt x="2274" y="1444"/>
                    <a:pt x="2319" y="1534"/>
                  </a:cubicBezTo>
                  <a:cubicBezTo>
                    <a:pt x="2364" y="1624"/>
                    <a:pt x="2416" y="1731"/>
                    <a:pt x="2458" y="1786"/>
                  </a:cubicBezTo>
                  <a:cubicBezTo>
                    <a:pt x="2500" y="1841"/>
                    <a:pt x="2549" y="1849"/>
                    <a:pt x="2572" y="186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75" name="Freeform 107"/>
            <p:cNvSpPr>
              <a:spLocks/>
            </p:cNvSpPr>
            <p:nvPr/>
          </p:nvSpPr>
          <p:spPr bwMode="auto">
            <a:xfrm>
              <a:off x="3384" y="1186"/>
              <a:ext cx="1485" cy="1055"/>
            </a:xfrm>
            <a:custGeom>
              <a:avLst/>
              <a:gdLst/>
              <a:ahLst/>
              <a:cxnLst>
                <a:cxn ang="0">
                  <a:pos x="1" y="1818"/>
                </a:cxn>
                <a:cxn ang="0">
                  <a:pos x="33" y="1799"/>
                </a:cxn>
                <a:cxn ang="0">
                  <a:pos x="197" y="1603"/>
                </a:cxn>
                <a:cxn ang="0">
                  <a:pos x="405" y="1167"/>
                </a:cxn>
                <a:cxn ang="0">
                  <a:pos x="576" y="617"/>
                </a:cxn>
                <a:cxn ang="0">
                  <a:pos x="784" y="220"/>
                </a:cxn>
                <a:cxn ang="0">
                  <a:pos x="1024" y="62"/>
                </a:cxn>
                <a:cxn ang="0">
                  <a:pos x="1277" y="24"/>
                </a:cxn>
                <a:cxn ang="0">
                  <a:pos x="1473" y="43"/>
                </a:cxn>
                <a:cxn ang="0">
                  <a:pos x="1845" y="283"/>
                </a:cxn>
                <a:cxn ang="0">
                  <a:pos x="1965" y="548"/>
                </a:cxn>
                <a:cxn ang="0">
                  <a:pos x="2079" y="921"/>
                </a:cxn>
                <a:cxn ang="0">
                  <a:pos x="2186" y="1243"/>
                </a:cxn>
                <a:cxn ang="0">
                  <a:pos x="2319" y="1534"/>
                </a:cxn>
                <a:cxn ang="0">
                  <a:pos x="2458" y="1786"/>
                </a:cxn>
                <a:cxn ang="0">
                  <a:pos x="2572" y="1862"/>
                </a:cxn>
              </a:cxnLst>
              <a:rect l="0" t="0" r="r" b="b"/>
              <a:pathLst>
                <a:path w="2572" h="1862">
                  <a:moveTo>
                    <a:pt x="1" y="1818"/>
                  </a:moveTo>
                  <a:cubicBezTo>
                    <a:pt x="0" y="1826"/>
                    <a:pt x="0" y="1835"/>
                    <a:pt x="33" y="1799"/>
                  </a:cubicBezTo>
                  <a:cubicBezTo>
                    <a:pt x="66" y="1763"/>
                    <a:pt x="135" y="1708"/>
                    <a:pt x="197" y="1603"/>
                  </a:cubicBezTo>
                  <a:cubicBezTo>
                    <a:pt x="259" y="1498"/>
                    <a:pt x="342" y="1331"/>
                    <a:pt x="405" y="1167"/>
                  </a:cubicBezTo>
                  <a:cubicBezTo>
                    <a:pt x="468" y="1003"/>
                    <a:pt x="513" y="775"/>
                    <a:pt x="576" y="617"/>
                  </a:cubicBezTo>
                  <a:cubicBezTo>
                    <a:pt x="639" y="459"/>
                    <a:pt x="709" y="312"/>
                    <a:pt x="784" y="220"/>
                  </a:cubicBezTo>
                  <a:cubicBezTo>
                    <a:pt x="859" y="128"/>
                    <a:pt x="942" y="95"/>
                    <a:pt x="1024" y="62"/>
                  </a:cubicBezTo>
                  <a:cubicBezTo>
                    <a:pt x="1106" y="29"/>
                    <a:pt x="1202" y="27"/>
                    <a:pt x="1277" y="24"/>
                  </a:cubicBezTo>
                  <a:cubicBezTo>
                    <a:pt x="1352" y="21"/>
                    <a:pt x="1378" y="0"/>
                    <a:pt x="1473" y="43"/>
                  </a:cubicBezTo>
                  <a:cubicBezTo>
                    <a:pt x="1568" y="86"/>
                    <a:pt x="1763" y="199"/>
                    <a:pt x="1845" y="283"/>
                  </a:cubicBezTo>
                  <a:cubicBezTo>
                    <a:pt x="1927" y="367"/>
                    <a:pt x="1926" y="442"/>
                    <a:pt x="1965" y="548"/>
                  </a:cubicBezTo>
                  <a:cubicBezTo>
                    <a:pt x="2004" y="654"/>
                    <a:pt x="2042" y="805"/>
                    <a:pt x="2079" y="921"/>
                  </a:cubicBezTo>
                  <a:cubicBezTo>
                    <a:pt x="2116" y="1037"/>
                    <a:pt x="2146" y="1141"/>
                    <a:pt x="2186" y="1243"/>
                  </a:cubicBezTo>
                  <a:cubicBezTo>
                    <a:pt x="2226" y="1345"/>
                    <a:pt x="2274" y="1444"/>
                    <a:pt x="2319" y="1534"/>
                  </a:cubicBezTo>
                  <a:cubicBezTo>
                    <a:pt x="2364" y="1624"/>
                    <a:pt x="2416" y="1731"/>
                    <a:pt x="2458" y="1786"/>
                  </a:cubicBezTo>
                  <a:cubicBezTo>
                    <a:pt x="2500" y="1841"/>
                    <a:pt x="2549" y="1849"/>
                    <a:pt x="2572" y="186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76" name="Freeform 108"/>
            <p:cNvSpPr>
              <a:spLocks/>
            </p:cNvSpPr>
            <p:nvPr/>
          </p:nvSpPr>
          <p:spPr bwMode="auto">
            <a:xfrm>
              <a:off x="3336" y="1186"/>
              <a:ext cx="1485" cy="1055"/>
            </a:xfrm>
            <a:custGeom>
              <a:avLst/>
              <a:gdLst/>
              <a:ahLst/>
              <a:cxnLst>
                <a:cxn ang="0">
                  <a:pos x="1" y="1818"/>
                </a:cxn>
                <a:cxn ang="0">
                  <a:pos x="33" y="1799"/>
                </a:cxn>
                <a:cxn ang="0">
                  <a:pos x="197" y="1603"/>
                </a:cxn>
                <a:cxn ang="0">
                  <a:pos x="405" y="1167"/>
                </a:cxn>
                <a:cxn ang="0">
                  <a:pos x="576" y="617"/>
                </a:cxn>
                <a:cxn ang="0">
                  <a:pos x="784" y="220"/>
                </a:cxn>
                <a:cxn ang="0">
                  <a:pos x="1024" y="62"/>
                </a:cxn>
                <a:cxn ang="0">
                  <a:pos x="1277" y="24"/>
                </a:cxn>
                <a:cxn ang="0">
                  <a:pos x="1473" y="43"/>
                </a:cxn>
                <a:cxn ang="0">
                  <a:pos x="1845" y="283"/>
                </a:cxn>
                <a:cxn ang="0">
                  <a:pos x="1965" y="548"/>
                </a:cxn>
                <a:cxn ang="0">
                  <a:pos x="2079" y="921"/>
                </a:cxn>
                <a:cxn ang="0">
                  <a:pos x="2186" y="1243"/>
                </a:cxn>
                <a:cxn ang="0">
                  <a:pos x="2319" y="1534"/>
                </a:cxn>
                <a:cxn ang="0">
                  <a:pos x="2458" y="1786"/>
                </a:cxn>
                <a:cxn ang="0">
                  <a:pos x="2572" y="1862"/>
                </a:cxn>
              </a:cxnLst>
              <a:rect l="0" t="0" r="r" b="b"/>
              <a:pathLst>
                <a:path w="2572" h="1862">
                  <a:moveTo>
                    <a:pt x="1" y="1818"/>
                  </a:moveTo>
                  <a:cubicBezTo>
                    <a:pt x="0" y="1826"/>
                    <a:pt x="0" y="1835"/>
                    <a:pt x="33" y="1799"/>
                  </a:cubicBezTo>
                  <a:cubicBezTo>
                    <a:pt x="66" y="1763"/>
                    <a:pt x="135" y="1708"/>
                    <a:pt x="197" y="1603"/>
                  </a:cubicBezTo>
                  <a:cubicBezTo>
                    <a:pt x="259" y="1498"/>
                    <a:pt x="342" y="1331"/>
                    <a:pt x="405" y="1167"/>
                  </a:cubicBezTo>
                  <a:cubicBezTo>
                    <a:pt x="468" y="1003"/>
                    <a:pt x="513" y="775"/>
                    <a:pt x="576" y="617"/>
                  </a:cubicBezTo>
                  <a:cubicBezTo>
                    <a:pt x="639" y="459"/>
                    <a:pt x="709" y="312"/>
                    <a:pt x="784" y="220"/>
                  </a:cubicBezTo>
                  <a:cubicBezTo>
                    <a:pt x="859" y="128"/>
                    <a:pt x="942" y="95"/>
                    <a:pt x="1024" y="62"/>
                  </a:cubicBezTo>
                  <a:cubicBezTo>
                    <a:pt x="1106" y="29"/>
                    <a:pt x="1202" y="27"/>
                    <a:pt x="1277" y="24"/>
                  </a:cubicBezTo>
                  <a:cubicBezTo>
                    <a:pt x="1352" y="21"/>
                    <a:pt x="1378" y="0"/>
                    <a:pt x="1473" y="43"/>
                  </a:cubicBezTo>
                  <a:cubicBezTo>
                    <a:pt x="1568" y="86"/>
                    <a:pt x="1763" y="199"/>
                    <a:pt x="1845" y="283"/>
                  </a:cubicBezTo>
                  <a:cubicBezTo>
                    <a:pt x="1927" y="367"/>
                    <a:pt x="1926" y="442"/>
                    <a:pt x="1965" y="548"/>
                  </a:cubicBezTo>
                  <a:cubicBezTo>
                    <a:pt x="2004" y="654"/>
                    <a:pt x="2042" y="805"/>
                    <a:pt x="2079" y="921"/>
                  </a:cubicBezTo>
                  <a:cubicBezTo>
                    <a:pt x="2116" y="1037"/>
                    <a:pt x="2146" y="1141"/>
                    <a:pt x="2186" y="1243"/>
                  </a:cubicBezTo>
                  <a:cubicBezTo>
                    <a:pt x="2226" y="1345"/>
                    <a:pt x="2274" y="1444"/>
                    <a:pt x="2319" y="1534"/>
                  </a:cubicBezTo>
                  <a:cubicBezTo>
                    <a:pt x="2364" y="1624"/>
                    <a:pt x="2416" y="1731"/>
                    <a:pt x="2458" y="1786"/>
                  </a:cubicBezTo>
                  <a:cubicBezTo>
                    <a:pt x="2500" y="1841"/>
                    <a:pt x="2549" y="1849"/>
                    <a:pt x="2572" y="186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77" name="Freeform 109"/>
            <p:cNvSpPr>
              <a:spLocks/>
            </p:cNvSpPr>
            <p:nvPr/>
          </p:nvSpPr>
          <p:spPr bwMode="auto">
            <a:xfrm flipV="1">
              <a:off x="3480" y="1282"/>
              <a:ext cx="1485" cy="1055"/>
            </a:xfrm>
            <a:custGeom>
              <a:avLst/>
              <a:gdLst/>
              <a:ahLst/>
              <a:cxnLst>
                <a:cxn ang="0">
                  <a:pos x="1" y="1818"/>
                </a:cxn>
                <a:cxn ang="0">
                  <a:pos x="33" y="1799"/>
                </a:cxn>
                <a:cxn ang="0">
                  <a:pos x="197" y="1603"/>
                </a:cxn>
                <a:cxn ang="0">
                  <a:pos x="355" y="1167"/>
                </a:cxn>
                <a:cxn ang="0">
                  <a:pos x="538" y="649"/>
                </a:cxn>
                <a:cxn ang="0">
                  <a:pos x="784" y="220"/>
                </a:cxn>
                <a:cxn ang="0">
                  <a:pos x="1024" y="62"/>
                </a:cxn>
                <a:cxn ang="0">
                  <a:pos x="1277" y="24"/>
                </a:cxn>
                <a:cxn ang="0">
                  <a:pos x="1473" y="43"/>
                </a:cxn>
                <a:cxn ang="0">
                  <a:pos x="1845" y="283"/>
                </a:cxn>
                <a:cxn ang="0">
                  <a:pos x="1965" y="548"/>
                </a:cxn>
                <a:cxn ang="0">
                  <a:pos x="2079" y="921"/>
                </a:cxn>
                <a:cxn ang="0">
                  <a:pos x="2186" y="1243"/>
                </a:cxn>
                <a:cxn ang="0">
                  <a:pos x="2319" y="1534"/>
                </a:cxn>
                <a:cxn ang="0">
                  <a:pos x="2458" y="1786"/>
                </a:cxn>
                <a:cxn ang="0">
                  <a:pos x="2572" y="1862"/>
                </a:cxn>
              </a:cxnLst>
              <a:rect l="0" t="0" r="r" b="b"/>
              <a:pathLst>
                <a:path w="2572" h="1862">
                  <a:moveTo>
                    <a:pt x="1" y="1818"/>
                  </a:moveTo>
                  <a:cubicBezTo>
                    <a:pt x="0" y="1826"/>
                    <a:pt x="0" y="1835"/>
                    <a:pt x="33" y="1799"/>
                  </a:cubicBezTo>
                  <a:cubicBezTo>
                    <a:pt x="66" y="1763"/>
                    <a:pt x="143" y="1708"/>
                    <a:pt x="197" y="1603"/>
                  </a:cubicBezTo>
                  <a:cubicBezTo>
                    <a:pt x="251" y="1498"/>
                    <a:pt x="298" y="1326"/>
                    <a:pt x="355" y="1167"/>
                  </a:cubicBezTo>
                  <a:cubicBezTo>
                    <a:pt x="412" y="1008"/>
                    <a:pt x="467" y="807"/>
                    <a:pt x="538" y="649"/>
                  </a:cubicBezTo>
                  <a:cubicBezTo>
                    <a:pt x="609" y="491"/>
                    <a:pt x="703" y="318"/>
                    <a:pt x="784" y="220"/>
                  </a:cubicBezTo>
                  <a:cubicBezTo>
                    <a:pt x="865" y="122"/>
                    <a:pt x="942" y="95"/>
                    <a:pt x="1024" y="62"/>
                  </a:cubicBezTo>
                  <a:cubicBezTo>
                    <a:pt x="1106" y="29"/>
                    <a:pt x="1202" y="27"/>
                    <a:pt x="1277" y="24"/>
                  </a:cubicBezTo>
                  <a:cubicBezTo>
                    <a:pt x="1352" y="21"/>
                    <a:pt x="1378" y="0"/>
                    <a:pt x="1473" y="43"/>
                  </a:cubicBezTo>
                  <a:cubicBezTo>
                    <a:pt x="1568" y="86"/>
                    <a:pt x="1763" y="199"/>
                    <a:pt x="1845" y="283"/>
                  </a:cubicBezTo>
                  <a:cubicBezTo>
                    <a:pt x="1927" y="367"/>
                    <a:pt x="1926" y="442"/>
                    <a:pt x="1965" y="548"/>
                  </a:cubicBezTo>
                  <a:cubicBezTo>
                    <a:pt x="2004" y="654"/>
                    <a:pt x="2042" y="805"/>
                    <a:pt x="2079" y="921"/>
                  </a:cubicBezTo>
                  <a:cubicBezTo>
                    <a:pt x="2116" y="1037"/>
                    <a:pt x="2146" y="1141"/>
                    <a:pt x="2186" y="1243"/>
                  </a:cubicBezTo>
                  <a:cubicBezTo>
                    <a:pt x="2226" y="1345"/>
                    <a:pt x="2274" y="1444"/>
                    <a:pt x="2319" y="1534"/>
                  </a:cubicBezTo>
                  <a:cubicBezTo>
                    <a:pt x="2364" y="1624"/>
                    <a:pt x="2416" y="1731"/>
                    <a:pt x="2458" y="1786"/>
                  </a:cubicBezTo>
                  <a:cubicBezTo>
                    <a:pt x="2500" y="1841"/>
                    <a:pt x="2549" y="1849"/>
                    <a:pt x="2572" y="186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4" name="Group 197"/>
          <p:cNvGrpSpPr>
            <a:grpSpLocks/>
          </p:cNvGrpSpPr>
          <p:nvPr/>
        </p:nvGrpSpPr>
        <p:grpSpPr bwMode="auto">
          <a:xfrm>
            <a:off x="2867025" y="3889375"/>
            <a:ext cx="3127375" cy="2416175"/>
            <a:chOff x="1844" y="2513"/>
            <a:chExt cx="1648" cy="1295"/>
          </a:xfrm>
        </p:grpSpPr>
        <p:sp>
          <p:nvSpPr>
            <p:cNvPr id="135291" name="Freeform 123"/>
            <p:cNvSpPr>
              <a:spLocks/>
            </p:cNvSpPr>
            <p:nvPr/>
          </p:nvSpPr>
          <p:spPr bwMode="auto">
            <a:xfrm>
              <a:off x="1932" y="2569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08" name="Freeform 140"/>
            <p:cNvSpPr>
              <a:spLocks/>
            </p:cNvSpPr>
            <p:nvPr/>
          </p:nvSpPr>
          <p:spPr bwMode="auto">
            <a:xfrm flipV="1">
              <a:off x="1914" y="2613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19" name="Freeform 151"/>
            <p:cNvSpPr>
              <a:spLocks/>
            </p:cNvSpPr>
            <p:nvPr/>
          </p:nvSpPr>
          <p:spPr bwMode="auto">
            <a:xfrm>
              <a:off x="1886" y="2583"/>
              <a:ext cx="1492" cy="1162"/>
            </a:xfrm>
            <a:custGeom>
              <a:avLst/>
              <a:gdLst/>
              <a:ahLst/>
              <a:cxnLst>
                <a:cxn ang="0">
                  <a:pos x="34" y="1093"/>
                </a:cxn>
                <a:cxn ang="0">
                  <a:pos x="72" y="1093"/>
                </a:cxn>
                <a:cxn ang="0">
                  <a:pos x="91" y="1112"/>
                </a:cxn>
                <a:cxn ang="0">
                  <a:pos x="160" y="1086"/>
                </a:cxn>
                <a:cxn ang="0">
                  <a:pos x="173" y="1124"/>
                </a:cxn>
                <a:cxn ang="0">
                  <a:pos x="223" y="1143"/>
                </a:cxn>
                <a:cxn ang="0">
                  <a:pos x="287" y="1143"/>
                </a:cxn>
                <a:cxn ang="0">
                  <a:pos x="337" y="1162"/>
                </a:cxn>
                <a:cxn ang="0">
                  <a:pos x="369" y="1124"/>
                </a:cxn>
                <a:cxn ang="0">
                  <a:pos x="432" y="1105"/>
                </a:cxn>
                <a:cxn ang="0">
                  <a:pos x="495" y="1068"/>
                </a:cxn>
                <a:cxn ang="0">
                  <a:pos x="533" y="1061"/>
                </a:cxn>
                <a:cxn ang="0">
                  <a:pos x="571" y="1061"/>
                </a:cxn>
                <a:cxn ang="0">
                  <a:pos x="590" y="1074"/>
                </a:cxn>
                <a:cxn ang="0">
                  <a:pos x="621" y="954"/>
                </a:cxn>
                <a:cxn ang="0">
                  <a:pos x="628" y="973"/>
                </a:cxn>
                <a:cxn ang="0">
                  <a:pos x="634" y="948"/>
                </a:cxn>
                <a:cxn ang="0">
                  <a:pos x="647" y="922"/>
                </a:cxn>
                <a:cxn ang="0">
                  <a:pos x="691" y="809"/>
                </a:cxn>
                <a:cxn ang="0">
                  <a:pos x="741" y="657"/>
                </a:cxn>
                <a:cxn ang="0">
                  <a:pos x="767" y="606"/>
                </a:cxn>
                <a:cxn ang="0">
                  <a:pos x="798" y="531"/>
                </a:cxn>
                <a:cxn ang="0">
                  <a:pos x="805" y="499"/>
                </a:cxn>
                <a:cxn ang="0">
                  <a:pos x="811" y="480"/>
                </a:cxn>
                <a:cxn ang="0">
                  <a:pos x="823" y="430"/>
                </a:cxn>
                <a:cxn ang="0">
                  <a:pos x="861" y="329"/>
                </a:cxn>
                <a:cxn ang="0">
                  <a:pos x="956" y="120"/>
                </a:cxn>
                <a:cxn ang="0">
                  <a:pos x="988" y="101"/>
                </a:cxn>
                <a:cxn ang="0">
                  <a:pos x="1007" y="63"/>
                </a:cxn>
                <a:cxn ang="0">
                  <a:pos x="1013" y="89"/>
                </a:cxn>
                <a:cxn ang="0">
                  <a:pos x="1019" y="108"/>
                </a:cxn>
                <a:cxn ang="0">
                  <a:pos x="1057" y="57"/>
                </a:cxn>
                <a:cxn ang="0">
                  <a:pos x="1063" y="89"/>
                </a:cxn>
                <a:cxn ang="0">
                  <a:pos x="1070" y="114"/>
                </a:cxn>
                <a:cxn ang="0">
                  <a:pos x="1095" y="82"/>
                </a:cxn>
                <a:cxn ang="0">
                  <a:pos x="1101" y="57"/>
                </a:cxn>
                <a:cxn ang="0">
                  <a:pos x="1108" y="38"/>
                </a:cxn>
                <a:cxn ang="0">
                  <a:pos x="1127" y="82"/>
                </a:cxn>
                <a:cxn ang="0">
                  <a:pos x="1146" y="57"/>
                </a:cxn>
                <a:cxn ang="0">
                  <a:pos x="1152" y="32"/>
                </a:cxn>
                <a:cxn ang="0">
                  <a:pos x="1171" y="82"/>
                </a:cxn>
                <a:cxn ang="0">
                  <a:pos x="1215" y="25"/>
                </a:cxn>
                <a:cxn ang="0">
                  <a:pos x="1259" y="13"/>
                </a:cxn>
                <a:cxn ang="0">
                  <a:pos x="1291" y="44"/>
                </a:cxn>
                <a:cxn ang="0">
                  <a:pos x="1303" y="19"/>
                </a:cxn>
                <a:cxn ang="0">
                  <a:pos x="1335" y="57"/>
                </a:cxn>
                <a:cxn ang="0">
                  <a:pos x="1392" y="0"/>
                </a:cxn>
                <a:cxn ang="0">
                  <a:pos x="1417" y="76"/>
                </a:cxn>
                <a:cxn ang="0">
                  <a:pos x="1442" y="70"/>
                </a:cxn>
                <a:cxn ang="0">
                  <a:pos x="1461" y="70"/>
                </a:cxn>
                <a:cxn ang="0">
                  <a:pos x="1474" y="133"/>
                </a:cxn>
                <a:cxn ang="0">
                  <a:pos x="1487" y="120"/>
                </a:cxn>
              </a:cxnLst>
              <a:rect l="0" t="0" r="r" b="b"/>
              <a:pathLst>
                <a:path w="1492" h="1162">
                  <a:moveTo>
                    <a:pt x="34" y="1093"/>
                  </a:moveTo>
                  <a:cubicBezTo>
                    <a:pt x="106" y="1138"/>
                    <a:pt x="0" y="1080"/>
                    <a:pt x="72" y="1093"/>
                  </a:cubicBezTo>
                  <a:cubicBezTo>
                    <a:pt x="81" y="1095"/>
                    <a:pt x="85" y="1106"/>
                    <a:pt x="91" y="1112"/>
                  </a:cubicBezTo>
                  <a:cubicBezTo>
                    <a:pt x="108" y="1103"/>
                    <a:pt x="141" y="1084"/>
                    <a:pt x="160" y="1086"/>
                  </a:cubicBezTo>
                  <a:cubicBezTo>
                    <a:pt x="161" y="1086"/>
                    <a:pt x="173" y="1123"/>
                    <a:pt x="173" y="1124"/>
                  </a:cubicBezTo>
                  <a:cubicBezTo>
                    <a:pt x="223" y="1112"/>
                    <a:pt x="180" y="1129"/>
                    <a:pt x="223" y="1143"/>
                  </a:cubicBezTo>
                  <a:cubicBezTo>
                    <a:pt x="281" y="1121"/>
                    <a:pt x="264" y="1109"/>
                    <a:pt x="287" y="1143"/>
                  </a:cubicBezTo>
                  <a:cubicBezTo>
                    <a:pt x="337" y="1131"/>
                    <a:pt x="327" y="1099"/>
                    <a:pt x="337" y="1162"/>
                  </a:cubicBezTo>
                  <a:cubicBezTo>
                    <a:pt x="349" y="1150"/>
                    <a:pt x="354" y="1132"/>
                    <a:pt x="369" y="1124"/>
                  </a:cubicBezTo>
                  <a:cubicBezTo>
                    <a:pt x="388" y="1114"/>
                    <a:pt x="411" y="1113"/>
                    <a:pt x="432" y="1105"/>
                  </a:cubicBezTo>
                  <a:cubicBezTo>
                    <a:pt x="471" y="1162"/>
                    <a:pt x="468" y="1081"/>
                    <a:pt x="495" y="1068"/>
                  </a:cubicBezTo>
                  <a:cubicBezTo>
                    <a:pt x="507" y="1062"/>
                    <a:pt x="520" y="1063"/>
                    <a:pt x="533" y="1061"/>
                  </a:cubicBezTo>
                  <a:cubicBezTo>
                    <a:pt x="577" y="994"/>
                    <a:pt x="545" y="1028"/>
                    <a:pt x="571" y="1061"/>
                  </a:cubicBezTo>
                  <a:cubicBezTo>
                    <a:pt x="576" y="1067"/>
                    <a:pt x="584" y="1070"/>
                    <a:pt x="590" y="1074"/>
                  </a:cubicBezTo>
                  <a:cubicBezTo>
                    <a:pt x="600" y="1033"/>
                    <a:pt x="614" y="996"/>
                    <a:pt x="621" y="954"/>
                  </a:cubicBezTo>
                  <a:cubicBezTo>
                    <a:pt x="623" y="960"/>
                    <a:pt x="622" y="976"/>
                    <a:pt x="628" y="973"/>
                  </a:cubicBezTo>
                  <a:cubicBezTo>
                    <a:pt x="636" y="969"/>
                    <a:pt x="631" y="956"/>
                    <a:pt x="634" y="948"/>
                  </a:cubicBezTo>
                  <a:cubicBezTo>
                    <a:pt x="637" y="939"/>
                    <a:pt x="643" y="931"/>
                    <a:pt x="647" y="922"/>
                  </a:cubicBezTo>
                  <a:cubicBezTo>
                    <a:pt x="664" y="883"/>
                    <a:pt x="665" y="843"/>
                    <a:pt x="691" y="809"/>
                  </a:cubicBezTo>
                  <a:cubicBezTo>
                    <a:pt x="707" y="758"/>
                    <a:pt x="725" y="708"/>
                    <a:pt x="741" y="657"/>
                  </a:cubicBezTo>
                  <a:cubicBezTo>
                    <a:pt x="747" y="639"/>
                    <a:pt x="760" y="624"/>
                    <a:pt x="767" y="606"/>
                  </a:cubicBezTo>
                  <a:cubicBezTo>
                    <a:pt x="773" y="575"/>
                    <a:pt x="784" y="559"/>
                    <a:pt x="798" y="531"/>
                  </a:cubicBezTo>
                  <a:cubicBezTo>
                    <a:pt x="800" y="520"/>
                    <a:pt x="802" y="510"/>
                    <a:pt x="805" y="499"/>
                  </a:cubicBezTo>
                  <a:cubicBezTo>
                    <a:pt x="807" y="493"/>
                    <a:pt x="809" y="486"/>
                    <a:pt x="811" y="480"/>
                  </a:cubicBezTo>
                  <a:cubicBezTo>
                    <a:pt x="815" y="463"/>
                    <a:pt x="823" y="430"/>
                    <a:pt x="823" y="430"/>
                  </a:cubicBezTo>
                  <a:cubicBezTo>
                    <a:pt x="829" y="374"/>
                    <a:pt x="816" y="351"/>
                    <a:pt x="861" y="329"/>
                  </a:cubicBezTo>
                  <a:cubicBezTo>
                    <a:pt x="879" y="256"/>
                    <a:pt x="921" y="187"/>
                    <a:pt x="956" y="120"/>
                  </a:cubicBezTo>
                  <a:cubicBezTo>
                    <a:pt x="967" y="153"/>
                    <a:pt x="958" y="145"/>
                    <a:pt x="988" y="101"/>
                  </a:cubicBezTo>
                  <a:cubicBezTo>
                    <a:pt x="1003" y="79"/>
                    <a:pt x="998" y="86"/>
                    <a:pt x="1007" y="63"/>
                  </a:cubicBezTo>
                  <a:cubicBezTo>
                    <a:pt x="1009" y="72"/>
                    <a:pt x="1011" y="80"/>
                    <a:pt x="1013" y="89"/>
                  </a:cubicBezTo>
                  <a:cubicBezTo>
                    <a:pt x="1015" y="95"/>
                    <a:pt x="1014" y="112"/>
                    <a:pt x="1019" y="108"/>
                  </a:cubicBezTo>
                  <a:cubicBezTo>
                    <a:pt x="1036" y="96"/>
                    <a:pt x="1057" y="57"/>
                    <a:pt x="1057" y="57"/>
                  </a:cubicBezTo>
                  <a:cubicBezTo>
                    <a:pt x="1059" y="68"/>
                    <a:pt x="1061" y="78"/>
                    <a:pt x="1063" y="89"/>
                  </a:cubicBezTo>
                  <a:cubicBezTo>
                    <a:pt x="1065" y="97"/>
                    <a:pt x="1062" y="116"/>
                    <a:pt x="1070" y="114"/>
                  </a:cubicBezTo>
                  <a:cubicBezTo>
                    <a:pt x="1083" y="111"/>
                    <a:pt x="1087" y="93"/>
                    <a:pt x="1095" y="82"/>
                  </a:cubicBezTo>
                  <a:cubicBezTo>
                    <a:pt x="1097" y="74"/>
                    <a:pt x="1099" y="65"/>
                    <a:pt x="1101" y="57"/>
                  </a:cubicBezTo>
                  <a:cubicBezTo>
                    <a:pt x="1103" y="51"/>
                    <a:pt x="1102" y="36"/>
                    <a:pt x="1108" y="38"/>
                  </a:cubicBezTo>
                  <a:cubicBezTo>
                    <a:pt x="1112" y="39"/>
                    <a:pt x="1125" y="76"/>
                    <a:pt x="1127" y="82"/>
                  </a:cubicBezTo>
                  <a:cubicBezTo>
                    <a:pt x="1133" y="74"/>
                    <a:pt x="1141" y="66"/>
                    <a:pt x="1146" y="57"/>
                  </a:cubicBezTo>
                  <a:cubicBezTo>
                    <a:pt x="1150" y="49"/>
                    <a:pt x="1144" y="29"/>
                    <a:pt x="1152" y="32"/>
                  </a:cubicBezTo>
                  <a:cubicBezTo>
                    <a:pt x="1156" y="33"/>
                    <a:pt x="1168" y="74"/>
                    <a:pt x="1171" y="82"/>
                  </a:cubicBezTo>
                  <a:cubicBezTo>
                    <a:pt x="1195" y="67"/>
                    <a:pt x="1198" y="49"/>
                    <a:pt x="1215" y="25"/>
                  </a:cubicBezTo>
                  <a:cubicBezTo>
                    <a:pt x="1239" y="60"/>
                    <a:pt x="1244" y="44"/>
                    <a:pt x="1259" y="13"/>
                  </a:cubicBezTo>
                  <a:cubicBezTo>
                    <a:pt x="1269" y="48"/>
                    <a:pt x="1254" y="81"/>
                    <a:pt x="1291" y="44"/>
                  </a:cubicBezTo>
                  <a:cubicBezTo>
                    <a:pt x="1295" y="36"/>
                    <a:pt x="1294" y="21"/>
                    <a:pt x="1303" y="19"/>
                  </a:cubicBezTo>
                  <a:cubicBezTo>
                    <a:pt x="1310" y="18"/>
                    <a:pt x="1332" y="53"/>
                    <a:pt x="1335" y="57"/>
                  </a:cubicBezTo>
                  <a:cubicBezTo>
                    <a:pt x="1363" y="42"/>
                    <a:pt x="1374" y="26"/>
                    <a:pt x="1392" y="0"/>
                  </a:cubicBezTo>
                  <a:cubicBezTo>
                    <a:pt x="1397" y="29"/>
                    <a:pt x="1401" y="51"/>
                    <a:pt x="1417" y="76"/>
                  </a:cubicBezTo>
                  <a:cubicBezTo>
                    <a:pt x="1425" y="74"/>
                    <a:pt x="1435" y="75"/>
                    <a:pt x="1442" y="70"/>
                  </a:cubicBezTo>
                  <a:cubicBezTo>
                    <a:pt x="1459" y="56"/>
                    <a:pt x="1437" y="32"/>
                    <a:pt x="1461" y="70"/>
                  </a:cubicBezTo>
                  <a:cubicBezTo>
                    <a:pt x="1477" y="159"/>
                    <a:pt x="1460" y="67"/>
                    <a:pt x="1474" y="133"/>
                  </a:cubicBezTo>
                  <a:cubicBezTo>
                    <a:pt x="1492" y="217"/>
                    <a:pt x="1487" y="222"/>
                    <a:pt x="1487" y="120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20" name="Freeform 152"/>
            <p:cNvSpPr>
              <a:spLocks/>
            </p:cNvSpPr>
            <p:nvPr/>
          </p:nvSpPr>
          <p:spPr bwMode="auto">
            <a:xfrm>
              <a:off x="1947" y="2545"/>
              <a:ext cx="1349" cy="1244"/>
            </a:xfrm>
            <a:custGeom>
              <a:avLst/>
              <a:gdLst/>
              <a:ahLst/>
              <a:cxnLst>
                <a:cxn ang="0">
                  <a:pos x="4" y="151"/>
                </a:cxn>
                <a:cxn ang="0">
                  <a:pos x="42" y="95"/>
                </a:cxn>
                <a:cxn ang="0">
                  <a:pos x="67" y="57"/>
                </a:cxn>
                <a:cxn ang="0">
                  <a:pos x="73" y="76"/>
                </a:cxn>
                <a:cxn ang="0">
                  <a:pos x="67" y="95"/>
                </a:cxn>
                <a:cxn ang="0">
                  <a:pos x="99" y="38"/>
                </a:cxn>
                <a:cxn ang="0">
                  <a:pos x="143" y="13"/>
                </a:cxn>
                <a:cxn ang="0">
                  <a:pos x="149" y="69"/>
                </a:cxn>
                <a:cxn ang="0">
                  <a:pos x="168" y="63"/>
                </a:cxn>
                <a:cxn ang="0">
                  <a:pos x="200" y="19"/>
                </a:cxn>
                <a:cxn ang="0">
                  <a:pos x="212" y="101"/>
                </a:cxn>
                <a:cxn ang="0">
                  <a:pos x="231" y="63"/>
                </a:cxn>
                <a:cxn ang="0">
                  <a:pos x="257" y="0"/>
                </a:cxn>
                <a:cxn ang="0">
                  <a:pos x="263" y="95"/>
                </a:cxn>
                <a:cxn ang="0">
                  <a:pos x="295" y="82"/>
                </a:cxn>
                <a:cxn ang="0">
                  <a:pos x="320" y="31"/>
                </a:cxn>
                <a:cxn ang="0">
                  <a:pos x="358" y="63"/>
                </a:cxn>
                <a:cxn ang="0">
                  <a:pos x="383" y="145"/>
                </a:cxn>
                <a:cxn ang="0">
                  <a:pos x="402" y="126"/>
                </a:cxn>
                <a:cxn ang="0">
                  <a:pos x="408" y="107"/>
                </a:cxn>
                <a:cxn ang="0">
                  <a:pos x="433" y="164"/>
                </a:cxn>
                <a:cxn ang="0">
                  <a:pos x="452" y="189"/>
                </a:cxn>
                <a:cxn ang="0">
                  <a:pos x="478" y="158"/>
                </a:cxn>
                <a:cxn ang="0">
                  <a:pos x="484" y="133"/>
                </a:cxn>
                <a:cxn ang="0">
                  <a:pos x="497" y="151"/>
                </a:cxn>
                <a:cxn ang="0">
                  <a:pos x="516" y="227"/>
                </a:cxn>
                <a:cxn ang="0">
                  <a:pos x="547" y="259"/>
                </a:cxn>
                <a:cxn ang="0">
                  <a:pos x="553" y="335"/>
                </a:cxn>
                <a:cxn ang="0">
                  <a:pos x="572" y="322"/>
                </a:cxn>
                <a:cxn ang="0">
                  <a:pos x="579" y="341"/>
                </a:cxn>
                <a:cxn ang="0">
                  <a:pos x="604" y="474"/>
                </a:cxn>
                <a:cxn ang="0">
                  <a:pos x="629" y="398"/>
                </a:cxn>
                <a:cxn ang="0">
                  <a:pos x="673" y="606"/>
                </a:cxn>
                <a:cxn ang="0">
                  <a:pos x="699" y="657"/>
                </a:cxn>
                <a:cxn ang="0">
                  <a:pos x="718" y="638"/>
                </a:cxn>
                <a:cxn ang="0">
                  <a:pos x="737" y="663"/>
                </a:cxn>
                <a:cxn ang="0">
                  <a:pos x="756" y="859"/>
                </a:cxn>
                <a:cxn ang="0">
                  <a:pos x="781" y="859"/>
                </a:cxn>
                <a:cxn ang="0">
                  <a:pos x="800" y="941"/>
                </a:cxn>
                <a:cxn ang="0">
                  <a:pos x="831" y="979"/>
                </a:cxn>
                <a:cxn ang="0">
                  <a:pos x="1015" y="1225"/>
                </a:cxn>
                <a:cxn ang="0">
                  <a:pos x="1059" y="1175"/>
                </a:cxn>
                <a:cxn ang="0">
                  <a:pos x="1078" y="1244"/>
                </a:cxn>
                <a:cxn ang="0">
                  <a:pos x="1135" y="1225"/>
                </a:cxn>
                <a:cxn ang="0">
                  <a:pos x="1198" y="1149"/>
                </a:cxn>
                <a:cxn ang="0">
                  <a:pos x="1204" y="1181"/>
                </a:cxn>
                <a:cxn ang="0">
                  <a:pos x="1210" y="1206"/>
                </a:cxn>
                <a:cxn ang="0">
                  <a:pos x="1236" y="1194"/>
                </a:cxn>
                <a:cxn ang="0">
                  <a:pos x="1261" y="1194"/>
                </a:cxn>
                <a:cxn ang="0">
                  <a:pos x="1280" y="1181"/>
                </a:cxn>
                <a:cxn ang="0">
                  <a:pos x="1305" y="1124"/>
                </a:cxn>
                <a:cxn ang="0">
                  <a:pos x="1330" y="1130"/>
                </a:cxn>
                <a:cxn ang="0">
                  <a:pos x="1349" y="1137"/>
                </a:cxn>
                <a:cxn ang="0">
                  <a:pos x="1330" y="1143"/>
                </a:cxn>
                <a:cxn ang="0">
                  <a:pos x="1273" y="1156"/>
                </a:cxn>
              </a:cxnLst>
              <a:rect l="0" t="0" r="r" b="b"/>
              <a:pathLst>
                <a:path w="1349" h="1244">
                  <a:moveTo>
                    <a:pt x="4" y="151"/>
                  </a:moveTo>
                  <a:cubicBezTo>
                    <a:pt x="46" y="82"/>
                    <a:pt x="0" y="155"/>
                    <a:pt x="42" y="95"/>
                  </a:cubicBezTo>
                  <a:cubicBezTo>
                    <a:pt x="51" y="83"/>
                    <a:pt x="67" y="57"/>
                    <a:pt x="67" y="57"/>
                  </a:cubicBezTo>
                  <a:cubicBezTo>
                    <a:pt x="69" y="63"/>
                    <a:pt x="73" y="69"/>
                    <a:pt x="73" y="76"/>
                  </a:cubicBezTo>
                  <a:cubicBezTo>
                    <a:pt x="73" y="83"/>
                    <a:pt x="64" y="101"/>
                    <a:pt x="67" y="95"/>
                  </a:cubicBezTo>
                  <a:cubicBezTo>
                    <a:pt x="103" y="28"/>
                    <a:pt x="56" y="95"/>
                    <a:pt x="99" y="38"/>
                  </a:cubicBezTo>
                  <a:cubicBezTo>
                    <a:pt x="112" y="81"/>
                    <a:pt x="118" y="36"/>
                    <a:pt x="143" y="13"/>
                  </a:cubicBezTo>
                  <a:cubicBezTo>
                    <a:pt x="145" y="32"/>
                    <a:pt x="141" y="52"/>
                    <a:pt x="149" y="69"/>
                  </a:cubicBezTo>
                  <a:cubicBezTo>
                    <a:pt x="152" y="75"/>
                    <a:pt x="163" y="68"/>
                    <a:pt x="168" y="63"/>
                  </a:cubicBezTo>
                  <a:cubicBezTo>
                    <a:pt x="181" y="50"/>
                    <a:pt x="200" y="19"/>
                    <a:pt x="200" y="19"/>
                  </a:cubicBezTo>
                  <a:cubicBezTo>
                    <a:pt x="208" y="45"/>
                    <a:pt x="192" y="81"/>
                    <a:pt x="212" y="101"/>
                  </a:cubicBezTo>
                  <a:cubicBezTo>
                    <a:pt x="222" y="111"/>
                    <a:pt x="225" y="76"/>
                    <a:pt x="231" y="63"/>
                  </a:cubicBezTo>
                  <a:cubicBezTo>
                    <a:pt x="240" y="42"/>
                    <a:pt x="249" y="21"/>
                    <a:pt x="257" y="0"/>
                  </a:cubicBezTo>
                  <a:cubicBezTo>
                    <a:pt x="259" y="32"/>
                    <a:pt x="250" y="66"/>
                    <a:pt x="263" y="95"/>
                  </a:cubicBezTo>
                  <a:cubicBezTo>
                    <a:pt x="268" y="105"/>
                    <a:pt x="287" y="90"/>
                    <a:pt x="295" y="82"/>
                  </a:cubicBezTo>
                  <a:cubicBezTo>
                    <a:pt x="308" y="68"/>
                    <a:pt x="309" y="47"/>
                    <a:pt x="320" y="31"/>
                  </a:cubicBezTo>
                  <a:cubicBezTo>
                    <a:pt x="325" y="93"/>
                    <a:pt x="324" y="147"/>
                    <a:pt x="358" y="63"/>
                  </a:cubicBezTo>
                  <a:cubicBezTo>
                    <a:pt x="367" y="90"/>
                    <a:pt x="374" y="118"/>
                    <a:pt x="383" y="145"/>
                  </a:cubicBezTo>
                  <a:cubicBezTo>
                    <a:pt x="389" y="139"/>
                    <a:pt x="397" y="133"/>
                    <a:pt x="402" y="126"/>
                  </a:cubicBezTo>
                  <a:cubicBezTo>
                    <a:pt x="406" y="120"/>
                    <a:pt x="403" y="103"/>
                    <a:pt x="408" y="107"/>
                  </a:cubicBezTo>
                  <a:cubicBezTo>
                    <a:pt x="419" y="115"/>
                    <a:pt x="428" y="148"/>
                    <a:pt x="433" y="164"/>
                  </a:cubicBezTo>
                  <a:cubicBezTo>
                    <a:pt x="444" y="244"/>
                    <a:pt x="431" y="220"/>
                    <a:pt x="452" y="189"/>
                  </a:cubicBezTo>
                  <a:cubicBezTo>
                    <a:pt x="459" y="178"/>
                    <a:pt x="469" y="168"/>
                    <a:pt x="478" y="158"/>
                  </a:cubicBezTo>
                  <a:cubicBezTo>
                    <a:pt x="480" y="150"/>
                    <a:pt x="476" y="136"/>
                    <a:pt x="484" y="133"/>
                  </a:cubicBezTo>
                  <a:cubicBezTo>
                    <a:pt x="491" y="130"/>
                    <a:pt x="494" y="144"/>
                    <a:pt x="497" y="151"/>
                  </a:cubicBezTo>
                  <a:cubicBezTo>
                    <a:pt x="507" y="175"/>
                    <a:pt x="507" y="203"/>
                    <a:pt x="516" y="227"/>
                  </a:cubicBezTo>
                  <a:cubicBezTo>
                    <a:pt x="555" y="176"/>
                    <a:pt x="538" y="223"/>
                    <a:pt x="547" y="259"/>
                  </a:cubicBezTo>
                  <a:cubicBezTo>
                    <a:pt x="549" y="284"/>
                    <a:pt x="544" y="311"/>
                    <a:pt x="553" y="335"/>
                  </a:cubicBezTo>
                  <a:cubicBezTo>
                    <a:pt x="556" y="342"/>
                    <a:pt x="565" y="320"/>
                    <a:pt x="572" y="322"/>
                  </a:cubicBezTo>
                  <a:cubicBezTo>
                    <a:pt x="579" y="324"/>
                    <a:pt x="577" y="335"/>
                    <a:pt x="579" y="341"/>
                  </a:cubicBezTo>
                  <a:cubicBezTo>
                    <a:pt x="603" y="265"/>
                    <a:pt x="581" y="428"/>
                    <a:pt x="604" y="474"/>
                  </a:cubicBezTo>
                  <a:cubicBezTo>
                    <a:pt x="610" y="444"/>
                    <a:pt x="616" y="425"/>
                    <a:pt x="629" y="398"/>
                  </a:cubicBezTo>
                  <a:cubicBezTo>
                    <a:pt x="652" y="465"/>
                    <a:pt x="652" y="538"/>
                    <a:pt x="673" y="606"/>
                  </a:cubicBezTo>
                  <a:cubicBezTo>
                    <a:pt x="699" y="544"/>
                    <a:pt x="687" y="463"/>
                    <a:pt x="699" y="657"/>
                  </a:cubicBezTo>
                  <a:cubicBezTo>
                    <a:pt x="705" y="651"/>
                    <a:pt x="714" y="630"/>
                    <a:pt x="718" y="638"/>
                  </a:cubicBezTo>
                  <a:cubicBezTo>
                    <a:pt x="738" y="683"/>
                    <a:pt x="709" y="772"/>
                    <a:pt x="737" y="663"/>
                  </a:cubicBezTo>
                  <a:cubicBezTo>
                    <a:pt x="741" y="765"/>
                    <a:pt x="742" y="782"/>
                    <a:pt x="756" y="859"/>
                  </a:cubicBezTo>
                  <a:cubicBezTo>
                    <a:pt x="759" y="847"/>
                    <a:pt x="764" y="798"/>
                    <a:pt x="781" y="859"/>
                  </a:cubicBezTo>
                  <a:cubicBezTo>
                    <a:pt x="811" y="963"/>
                    <a:pt x="767" y="892"/>
                    <a:pt x="800" y="941"/>
                  </a:cubicBezTo>
                  <a:cubicBezTo>
                    <a:pt x="811" y="975"/>
                    <a:pt x="789" y="1021"/>
                    <a:pt x="831" y="979"/>
                  </a:cubicBezTo>
                  <a:cubicBezTo>
                    <a:pt x="913" y="1087"/>
                    <a:pt x="932" y="1116"/>
                    <a:pt x="1015" y="1225"/>
                  </a:cubicBezTo>
                  <a:cubicBezTo>
                    <a:pt x="1033" y="1171"/>
                    <a:pt x="1027" y="1222"/>
                    <a:pt x="1059" y="1175"/>
                  </a:cubicBezTo>
                  <a:cubicBezTo>
                    <a:pt x="1074" y="1223"/>
                    <a:pt x="1068" y="1200"/>
                    <a:pt x="1078" y="1244"/>
                  </a:cubicBezTo>
                  <a:cubicBezTo>
                    <a:pt x="1109" y="1223"/>
                    <a:pt x="1109" y="1186"/>
                    <a:pt x="1135" y="1225"/>
                  </a:cubicBezTo>
                  <a:cubicBezTo>
                    <a:pt x="1164" y="1203"/>
                    <a:pt x="1175" y="1178"/>
                    <a:pt x="1198" y="1149"/>
                  </a:cubicBezTo>
                  <a:cubicBezTo>
                    <a:pt x="1200" y="1160"/>
                    <a:pt x="1202" y="1170"/>
                    <a:pt x="1204" y="1181"/>
                  </a:cubicBezTo>
                  <a:cubicBezTo>
                    <a:pt x="1206" y="1189"/>
                    <a:pt x="1202" y="1203"/>
                    <a:pt x="1210" y="1206"/>
                  </a:cubicBezTo>
                  <a:cubicBezTo>
                    <a:pt x="1219" y="1210"/>
                    <a:pt x="1227" y="1198"/>
                    <a:pt x="1236" y="1194"/>
                  </a:cubicBezTo>
                  <a:cubicBezTo>
                    <a:pt x="1264" y="1149"/>
                    <a:pt x="1231" y="1188"/>
                    <a:pt x="1261" y="1194"/>
                  </a:cubicBezTo>
                  <a:cubicBezTo>
                    <a:pt x="1269" y="1195"/>
                    <a:pt x="1274" y="1185"/>
                    <a:pt x="1280" y="1181"/>
                  </a:cubicBezTo>
                  <a:cubicBezTo>
                    <a:pt x="1292" y="1162"/>
                    <a:pt x="1298" y="1145"/>
                    <a:pt x="1305" y="1124"/>
                  </a:cubicBezTo>
                  <a:cubicBezTo>
                    <a:pt x="1317" y="1187"/>
                    <a:pt x="1301" y="1145"/>
                    <a:pt x="1330" y="1130"/>
                  </a:cubicBezTo>
                  <a:cubicBezTo>
                    <a:pt x="1336" y="1127"/>
                    <a:pt x="1343" y="1135"/>
                    <a:pt x="1349" y="1137"/>
                  </a:cubicBezTo>
                  <a:cubicBezTo>
                    <a:pt x="1349" y="1137"/>
                    <a:pt x="1336" y="1140"/>
                    <a:pt x="1330" y="1143"/>
                  </a:cubicBezTo>
                  <a:cubicBezTo>
                    <a:pt x="1288" y="1161"/>
                    <a:pt x="1322" y="1156"/>
                    <a:pt x="1273" y="1156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21" name="Freeform 153"/>
            <p:cNvSpPr>
              <a:spLocks/>
            </p:cNvSpPr>
            <p:nvPr/>
          </p:nvSpPr>
          <p:spPr bwMode="auto">
            <a:xfrm>
              <a:off x="1971" y="2554"/>
              <a:ext cx="1396" cy="1243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50" y="81"/>
                </a:cxn>
                <a:cxn ang="0">
                  <a:pos x="76" y="62"/>
                </a:cxn>
                <a:cxn ang="0">
                  <a:pos x="107" y="17"/>
                </a:cxn>
                <a:cxn ang="0">
                  <a:pos x="139" y="100"/>
                </a:cxn>
                <a:cxn ang="0">
                  <a:pos x="196" y="74"/>
                </a:cxn>
                <a:cxn ang="0">
                  <a:pos x="240" y="43"/>
                </a:cxn>
                <a:cxn ang="0">
                  <a:pos x="253" y="93"/>
                </a:cxn>
                <a:cxn ang="0">
                  <a:pos x="303" y="68"/>
                </a:cxn>
                <a:cxn ang="0">
                  <a:pos x="328" y="112"/>
                </a:cxn>
                <a:cxn ang="0">
                  <a:pos x="379" y="62"/>
                </a:cxn>
                <a:cxn ang="0">
                  <a:pos x="417" y="125"/>
                </a:cxn>
                <a:cxn ang="0">
                  <a:pos x="429" y="106"/>
                </a:cxn>
                <a:cxn ang="0">
                  <a:pos x="436" y="137"/>
                </a:cxn>
                <a:cxn ang="0">
                  <a:pos x="455" y="207"/>
                </a:cxn>
                <a:cxn ang="0">
                  <a:pos x="486" y="213"/>
                </a:cxn>
                <a:cxn ang="0">
                  <a:pos x="518" y="207"/>
                </a:cxn>
                <a:cxn ang="0">
                  <a:pos x="524" y="226"/>
                </a:cxn>
                <a:cxn ang="0">
                  <a:pos x="543" y="232"/>
                </a:cxn>
                <a:cxn ang="0">
                  <a:pos x="549" y="283"/>
                </a:cxn>
                <a:cxn ang="0">
                  <a:pos x="562" y="321"/>
                </a:cxn>
                <a:cxn ang="0">
                  <a:pos x="606" y="359"/>
                </a:cxn>
                <a:cxn ang="0">
                  <a:pos x="625" y="415"/>
                </a:cxn>
                <a:cxn ang="0">
                  <a:pos x="669" y="580"/>
                </a:cxn>
                <a:cxn ang="0">
                  <a:pos x="695" y="719"/>
                </a:cxn>
                <a:cxn ang="0">
                  <a:pos x="701" y="693"/>
                </a:cxn>
                <a:cxn ang="0">
                  <a:pos x="707" y="712"/>
                </a:cxn>
                <a:cxn ang="0">
                  <a:pos x="714" y="731"/>
                </a:cxn>
                <a:cxn ang="0">
                  <a:pos x="733" y="807"/>
                </a:cxn>
                <a:cxn ang="0">
                  <a:pos x="739" y="895"/>
                </a:cxn>
                <a:cxn ang="0">
                  <a:pos x="758" y="927"/>
                </a:cxn>
                <a:cxn ang="0">
                  <a:pos x="802" y="1041"/>
                </a:cxn>
                <a:cxn ang="0">
                  <a:pos x="846" y="1041"/>
                </a:cxn>
                <a:cxn ang="0">
                  <a:pos x="922" y="1116"/>
                </a:cxn>
                <a:cxn ang="0">
                  <a:pos x="947" y="1186"/>
                </a:cxn>
                <a:cxn ang="0">
                  <a:pos x="979" y="1243"/>
                </a:cxn>
                <a:cxn ang="0">
                  <a:pos x="998" y="1192"/>
                </a:cxn>
                <a:cxn ang="0">
                  <a:pos x="1036" y="1161"/>
                </a:cxn>
                <a:cxn ang="0">
                  <a:pos x="1048" y="1180"/>
                </a:cxn>
                <a:cxn ang="0">
                  <a:pos x="1074" y="1192"/>
                </a:cxn>
                <a:cxn ang="0">
                  <a:pos x="1162" y="1167"/>
                </a:cxn>
                <a:cxn ang="0">
                  <a:pos x="1232" y="1161"/>
                </a:cxn>
                <a:cxn ang="0">
                  <a:pos x="1295" y="1110"/>
                </a:cxn>
                <a:cxn ang="0">
                  <a:pos x="1358" y="1123"/>
                </a:cxn>
                <a:cxn ang="0">
                  <a:pos x="1396" y="1085"/>
                </a:cxn>
              </a:cxnLst>
              <a:rect l="0" t="0" r="r" b="b"/>
              <a:pathLst>
                <a:path w="1396" h="1243">
                  <a:moveTo>
                    <a:pt x="0" y="156"/>
                  </a:moveTo>
                  <a:cubicBezTo>
                    <a:pt x="17" y="134"/>
                    <a:pt x="32" y="101"/>
                    <a:pt x="50" y="81"/>
                  </a:cubicBezTo>
                  <a:cubicBezTo>
                    <a:pt x="57" y="73"/>
                    <a:pt x="68" y="70"/>
                    <a:pt x="76" y="62"/>
                  </a:cubicBezTo>
                  <a:cubicBezTo>
                    <a:pt x="85" y="53"/>
                    <a:pt x="100" y="29"/>
                    <a:pt x="107" y="17"/>
                  </a:cubicBezTo>
                  <a:cubicBezTo>
                    <a:pt x="114" y="59"/>
                    <a:pt x="111" y="72"/>
                    <a:pt x="139" y="100"/>
                  </a:cubicBezTo>
                  <a:cubicBezTo>
                    <a:pt x="166" y="91"/>
                    <a:pt x="176" y="91"/>
                    <a:pt x="196" y="74"/>
                  </a:cubicBezTo>
                  <a:cubicBezTo>
                    <a:pt x="233" y="42"/>
                    <a:pt x="206" y="54"/>
                    <a:pt x="240" y="43"/>
                  </a:cubicBezTo>
                  <a:cubicBezTo>
                    <a:pt x="240" y="44"/>
                    <a:pt x="252" y="93"/>
                    <a:pt x="253" y="93"/>
                  </a:cubicBezTo>
                  <a:cubicBezTo>
                    <a:pt x="271" y="96"/>
                    <a:pt x="285" y="74"/>
                    <a:pt x="303" y="68"/>
                  </a:cubicBezTo>
                  <a:cubicBezTo>
                    <a:pt x="325" y="0"/>
                    <a:pt x="322" y="29"/>
                    <a:pt x="328" y="112"/>
                  </a:cubicBezTo>
                  <a:cubicBezTo>
                    <a:pt x="362" y="87"/>
                    <a:pt x="348" y="81"/>
                    <a:pt x="379" y="62"/>
                  </a:cubicBezTo>
                  <a:cubicBezTo>
                    <a:pt x="389" y="104"/>
                    <a:pt x="361" y="152"/>
                    <a:pt x="417" y="125"/>
                  </a:cubicBezTo>
                  <a:cubicBezTo>
                    <a:pt x="421" y="119"/>
                    <a:pt x="423" y="102"/>
                    <a:pt x="429" y="106"/>
                  </a:cubicBezTo>
                  <a:cubicBezTo>
                    <a:pt x="438" y="112"/>
                    <a:pt x="434" y="127"/>
                    <a:pt x="436" y="137"/>
                  </a:cubicBezTo>
                  <a:cubicBezTo>
                    <a:pt x="447" y="193"/>
                    <a:pt x="435" y="157"/>
                    <a:pt x="455" y="207"/>
                  </a:cubicBezTo>
                  <a:cubicBezTo>
                    <a:pt x="502" y="175"/>
                    <a:pt x="449" y="202"/>
                    <a:pt x="486" y="213"/>
                  </a:cubicBezTo>
                  <a:cubicBezTo>
                    <a:pt x="496" y="216"/>
                    <a:pt x="507" y="209"/>
                    <a:pt x="518" y="207"/>
                  </a:cubicBezTo>
                  <a:cubicBezTo>
                    <a:pt x="520" y="213"/>
                    <a:pt x="519" y="221"/>
                    <a:pt x="524" y="226"/>
                  </a:cubicBezTo>
                  <a:cubicBezTo>
                    <a:pt x="529" y="231"/>
                    <a:pt x="540" y="226"/>
                    <a:pt x="543" y="232"/>
                  </a:cubicBezTo>
                  <a:cubicBezTo>
                    <a:pt x="550" y="248"/>
                    <a:pt x="545" y="266"/>
                    <a:pt x="549" y="283"/>
                  </a:cubicBezTo>
                  <a:cubicBezTo>
                    <a:pt x="552" y="296"/>
                    <a:pt x="558" y="308"/>
                    <a:pt x="562" y="321"/>
                  </a:cubicBezTo>
                  <a:cubicBezTo>
                    <a:pt x="610" y="273"/>
                    <a:pt x="599" y="288"/>
                    <a:pt x="606" y="359"/>
                  </a:cubicBezTo>
                  <a:cubicBezTo>
                    <a:pt x="653" y="327"/>
                    <a:pt x="629" y="392"/>
                    <a:pt x="625" y="415"/>
                  </a:cubicBezTo>
                  <a:cubicBezTo>
                    <a:pt x="631" y="518"/>
                    <a:pt x="607" y="533"/>
                    <a:pt x="669" y="580"/>
                  </a:cubicBezTo>
                  <a:cubicBezTo>
                    <a:pt x="682" y="626"/>
                    <a:pt x="685" y="673"/>
                    <a:pt x="695" y="719"/>
                  </a:cubicBezTo>
                  <a:cubicBezTo>
                    <a:pt x="697" y="710"/>
                    <a:pt x="693" y="697"/>
                    <a:pt x="701" y="693"/>
                  </a:cubicBezTo>
                  <a:cubicBezTo>
                    <a:pt x="707" y="690"/>
                    <a:pt x="705" y="706"/>
                    <a:pt x="707" y="712"/>
                  </a:cubicBezTo>
                  <a:cubicBezTo>
                    <a:pt x="709" y="718"/>
                    <a:pt x="712" y="725"/>
                    <a:pt x="714" y="731"/>
                  </a:cubicBezTo>
                  <a:cubicBezTo>
                    <a:pt x="722" y="756"/>
                    <a:pt x="733" y="807"/>
                    <a:pt x="733" y="807"/>
                  </a:cubicBezTo>
                  <a:cubicBezTo>
                    <a:pt x="735" y="836"/>
                    <a:pt x="733" y="866"/>
                    <a:pt x="739" y="895"/>
                  </a:cubicBezTo>
                  <a:cubicBezTo>
                    <a:pt x="742" y="907"/>
                    <a:pt x="753" y="916"/>
                    <a:pt x="758" y="927"/>
                  </a:cubicBezTo>
                  <a:cubicBezTo>
                    <a:pt x="776" y="965"/>
                    <a:pt x="778" y="1005"/>
                    <a:pt x="802" y="1041"/>
                  </a:cubicBezTo>
                  <a:cubicBezTo>
                    <a:pt x="813" y="1006"/>
                    <a:pt x="817" y="1030"/>
                    <a:pt x="846" y="1041"/>
                  </a:cubicBezTo>
                  <a:cubicBezTo>
                    <a:pt x="878" y="1083"/>
                    <a:pt x="874" y="1098"/>
                    <a:pt x="922" y="1116"/>
                  </a:cubicBezTo>
                  <a:cubicBezTo>
                    <a:pt x="940" y="1142"/>
                    <a:pt x="936" y="1157"/>
                    <a:pt x="947" y="1186"/>
                  </a:cubicBezTo>
                  <a:cubicBezTo>
                    <a:pt x="955" y="1206"/>
                    <a:pt x="969" y="1224"/>
                    <a:pt x="979" y="1243"/>
                  </a:cubicBezTo>
                  <a:cubicBezTo>
                    <a:pt x="986" y="1226"/>
                    <a:pt x="987" y="1206"/>
                    <a:pt x="998" y="1192"/>
                  </a:cubicBezTo>
                  <a:cubicBezTo>
                    <a:pt x="1008" y="1179"/>
                    <a:pt x="1024" y="1173"/>
                    <a:pt x="1036" y="1161"/>
                  </a:cubicBezTo>
                  <a:cubicBezTo>
                    <a:pt x="1040" y="1167"/>
                    <a:pt x="1041" y="1177"/>
                    <a:pt x="1048" y="1180"/>
                  </a:cubicBezTo>
                  <a:cubicBezTo>
                    <a:pt x="1082" y="1193"/>
                    <a:pt x="1056" y="1144"/>
                    <a:pt x="1074" y="1192"/>
                  </a:cubicBezTo>
                  <a:cubicBezTo>
                    <a:pt x="1145" y="1157"/>
                    <a:pt x="1114" y="1156"/>
                    <a:pt x="1162" y="1167"/>
                  </a:cubicBezTo>
                  <a:cubicBezTo>
                    <a:pt x="1192" y="1160"/>
                    <a:pt x="1201" y="1153"/>
                    <a:pt x="1232" y="1161"/>
                  </a:cubicBezTo>
                  <a:cubicBezTo>
                    <a:pt x="1251" y="1141"/>
                    <a:pt x="1295" y="1110"/>
                    <a:pt x="1295" y="1110"/>
                  </a:cubicBezTo>
                  <a:cubicBezTo>
                    <a:pt x="1314" y="1140"/>
                    <a:pt x="1327" y="1138"/>
                    <a:pt x="1358" y="1123"/>
                  </a:cubicBezTo>
                  <a:cubicBezTo>
                    <a:pt x="1373" y="1077"/>
                    <a:pt x="1357" y="1085"/>
                    <a:pt x="1396" y="108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22" name="Freeform 154"/>
            <p:cNvSpPr>
              <a:spLocks/>
            </p:cNvSpPr>
            <p:nvPr/>
          </p:nvSpPr>
          <p:spPr bwMode="auto">
            <a:xfrm>
              <a:off x="1863" y="2596"/>
              <a:ext cx="1472" cy="1067"/>
            </a:xfrm>
            <a:custGeom>
              <a:avLst/>
              <a:gdLst/>
              <a:ahLst/>
              <a:cxnLst>
                <a:cxn ang="0">
                  <a:pos x="1472" y="1048"/>
                </a:cxn>
                <a:cxn ang="0">
                  <a:pos x="1409" y="1023"/>
                </a:cxn>
                <a:cxn ang="0">
                  <a:pos x="1415" y="991"/>
                </a:cxn>
                <a:cxn ang="0">
                  <a:pos x="1421" y="966"/>
                </a:cxn>
                <a:cxn ang="0">
                  <a:pos x="1415" y="941"/>
                </a:cxn>
                <a:cxn ang="0">
                  <a:pos x="1409" y="909"/>
                </a:cxn>
                <a:cxn ang="0">
                  <a:pos x="1377" y="947"/>
                </a:cxn>
                <a:cxn ang="0">
                  <a:pos x="1352" y="833"/>
                </a:cxn>
                <a:cxn ang="0">
                  <a:pos x="1320" y="695"/>
                </a:cxn>
                <a:cxn ang="0">
                  <a:pos x="1301" y="707"/>
                </a:cxn>
                <a:cxn ang="0">
                  <a:pos x="1295" y="682"/>
                </a:cxn>
                <a:cxn ang="0">
                  <a:pos x="1257" y="587"/>
                </a:cxn>
                <a:cxn ang="0">
                  <a:pos x="1219" y="473"/>
                </a:cxn>
                <a:cxn ang="0">
                  <a:pos x="1200" y="480"/>
                </a:cxn>
                <a:cxn ang="0">
                  <a:pos x="1143" y="385"/>
                </a:cxn>
                <a:cxn ang="0">
                  <a:pos x="1105" y="259"/>
                </a:cxn>
                <a:cxn ang="0">
                  <a:pos x="1080" y="221"/>
                </a:cxn>
                <a:cxn ang="0">
                  <a:pos x="1042" y="170"/>
                </a:cxn>
                <a:cxn ang="0">
                  <a:pos x="1023" y="177"/>
                </a:cxn>
                <a:cxn ang="0">
                  <a:pos x="1017" y="196"/>
                </a:cxn>
                <a:cxn ang="0">
                  <a:pos x="1011" y="177"/>
                </a:cxn>
                <a:cxn ang="0">
                  <a:pos x="966" y="120"/>
                </a:cxn>
                <a:cxn ang="0">
                  <a:pos x="948" y="126"/>
                </a:cxn>
                <a:cxn ang="0">
                  <a:pos x="859" y="57"/>
                </a:cxn>
                <a:cxn ang="0">
                  <a:pos x="853" y="76"/>
                </a:cxn>
                <a:cxn ang="0">
                  <a:pos x="821" y="44"/>
                </a:cxn>
                <a:cxn ang="0">
                  <a:pos x="752" y="19"/>
                </a:cxn>
                <a:cxn ang="0">
                  <a:pos x="689" y="0"/>
                </a:cxn>
                <a:cxn ang="0">
                  <a:pos x="651" y="25"/>
                </a:cxn>
                <a:cxn ang="0">
                  <a:pos x="625" y="50"/>
                </a:cxn>
                <a:cxn ang="0">
                  <a:pos x="619" y="69"/>
                </a:cxn>
                <a:cxn ang="0">
                  <a:pos x="613" y="50"/>
                </a:cxn>
                <a:cxn ang="0">
                  <a:pos x="588" y="25"/>
                </a:cxn>
                <a:cxn ang="0">
                  <a:pos x="569" y="82"/>
                </a:cxn>
                <a:cxn ang="0">
                  <a:pos x="562" y="63"/>
                </a:cxn>
                <a:cxn ang="0">
                  <a:pos x="543" y="50"/>
                </a:cxn>
                <a:cxn ang="0">
                  <a:pos x="512" y="82"/>
                </a:cxn>
                <a:cxn ang="0">
                  <a:pos x="486" y="126"/>
                </a:cxn>
                <a:cxn ang="0">
                  <a:pos x="480" y="151"/>
                </a:cxn>
                <a:cxn ang="0">
                  <a:pos x="474" y="132"/>
                </a:cxn>
                <a:cxn ang="0">
                  <a:pos x="449" y="145"/>
                </a:cxn>
                <a:cxn ang="0">
                  <a:pos x="423" y="208"/>
                </a:cxn>
                <a:cxn ang="0">
                  <a:pos x="417" y="183"/>
                </a:cxn>
                <a:cxn ang="0">
                  <a:pos x="398" y="196"/>
                </a:cxn>
                <a:cxn ang="0">
                  <a:pos x="373" y="252"/>
                </a:cxn>
                <a:cxn ang="0">
                  <a:pos x="335" y="379"/>
                </a:cxn>
                <a:cxn ang="0">
                  <a:pos x="310" y="429"/>
                </a:cxn>
                <a:cxn ang="0">
                  <a:pos x="291" y="518"/>
                </a:cxn>
                <a:cxn ang="0">
                  <a:pos x="240" y="688"/>
                </a:cxn>
                <a:cxn ang="0">
                  <a:pos x="171" y="884"/>
                </a:cxn>
                <a:cxn ang="0">
                  <a:pos x="164" y="865"/>
                </a:cxn>
                <a:cxn ang="0">
                  <a:pos x="158" y="840"/>
                </a:cxn>
                <a:cxn ang="0">
                  <a:pos x="145" y="897"/>
                </a:cxn>
                <a:cxn ang="0">
                  <a:pos x="108" y="1067"/>
                </a:cxn>
                <a:cxn ang="0">
                  <a:pos x="70" y="1055"/>
                </a:cxn>
                <a:cxn ang="0">
                  <a:pos x="0" y="1055"/>
                </a:cxn>
              </a:cxnLst>
              <a:rect l="0" t="0" r="r" b="b"/>
              <a:pathLst>
                <a:path w="1472" h="1067">
                  <a:moveTo>
                    <a:pt x="1472" y="1048"/>
                  </a:moveTo>
                  <a:cubicBezTo>
                    <a:pt x="1451" y="1038"/>
                    <a:pt x="1431" y="1030"/>
                    <a:pt x="1409" y="1023"/>
                  </a:cubicBezTo>
                  <a:cubicBezTo>
                    <a:pt x="1411" y="1012"/>
                    <a:pt x="1413" y="1002"/>
                    <a:pt x="1415" y="991"/>
                  </a:cubicBezTo>
                  <a:cubicBezTo>
                    <a:pt x="1418" y="978"/>
                    <a:pt x="1439" y="902"/>
                    <a:pt x="1421" y="966"/>
                  </a:cubicBezTo>
                  <a:cubicBezTo>
                    <a:pt x="1419" y="958"/>
                    <a:pt x="1417" y="949"/>
                    <a:pt x="1415" y="941"/>
                  </a:cubicBezTo>
                  <a:cubicBezTo>
                    <a:pt x="1413" y="930"/>
                    <a:pt x="1419" y="914"/>
                    <a:pt x="1409" y="909"/>
                  </a:cubicBezTo>
                  <a:cubicBezTo>
                    <a:pt x="1403" y="906"/>
                    <a:pt x="1379" y="944"/>
                    <a:pt x="1377" y="947"/>
                  </a:cubicBezTo>
                  <a:cubicBezTo>
                    <a:pt x="1372" y="890"/>
                    <a:pt x="1373" y="878"/>
                    <a:pt x="1352" y="833"/>
                  </a:cubicBezTo>
                  <a:cubicBezTo>
                    <a:pt x="1343" y="787"/>
                    <a:pt x="1335" y="739"/>
                    <a:pt x="1320" y="695"/>
                  </a:cubicBezTo>
                  <a:cubicBezTo>
                    <a:pt x="1314" y="699"/>
                    <a:pt x="1308" y="710"/>
                    <a:pt x="1301" y="707"/>
                  </a:cubicBezTo>
                  <a:cubicBezTo>
                    <a:pt x="1293" y="703"/>
                    <a:pt x="1297" y="690"/>
                    <a:pt x="1295" y="682"/>
                  </a:cubicBezTo>
                  <a:cubicBezTo>
                    <a:pt x="1286" y="650"/>
                    <a:pt x="1275" y="614"/>
                    <a:pt x="1257" y="587"/>
                  </a:cubicBezTo>
                  <a:cubicBezTo>
                    <a:pt x="1245" y="548"/>
                    <a:pt x="1228" y="512"/>
                    <a:pt x="1219" y="473"/>
                  </a:cubicBezTo>
                  <a:cubicBezTo>
                    <a:pt x="1213" y="475"/>
                    <a:pt x="1204" y="485"/>
                    <a:pt x="1200" y="480"/>
                  </a:cubicBezTo>
                  <a:cubicBezTo>
                    <a:pt x="1173" y="449"/>
                    <a:pt x="1187" y="399"/>
                    <a:pt x="1143" y="385"/>
                  </a:cubicBezTo>
                  <a:cubicBezTo>
                    <a:pt x="1136" y="340"/>
                    <a:pt x="1131" y="297"/>
                    <a:pt x="1105" y="259"/>
                  </a:cubicBezTo>
                  <a:cubicBezTo>
                    <a:pt x="1094" y="225"/>
                    <a:pt x="1106" y="254"/>
                    <a:pt x="1080" y="221"/>
                  </a:cubicBezTo>
                  <a:cubicBezTo>
                    <a:pt x="1067" y="205"/>
                    <a:pt x="1042" y="170"/>
                    <a:pt x="1042" y="170"/>
                  </a:cubicBezTo>
                  <a:cubicBezTo>
                    <a:pt x="1036" y="172"/>
                    <a:pt x="1028" y="172"/>
                    <a:pt x="1023" y="177"/>
                  </a:cubicBezTo>
                  <a:cubicBezTo>
                    <a:pt x="1018" y="182"/>
                    <a:pt x="1024" y="196"/>
                    <a:pt x="1017" y="196"/>
                  </a:cubicBezTo>
                  <a:cubicBezTo>
                    <a:pt x="1010" y="196"/>
                    <a:pt x="1015" y="183"/>
                    <a:pt x="1011" y="177"/>
                  </a:cubicBezTo>
                  <a:cubicBezTo>
                    <a:pt x="998" y="157"/>
                    <a:pt x="966" y="120"/>
                    <a:pt x="966" y="120"/>
                  </a:cubicBezTo>
                  <a:cubicBezTo>
                    <a:pt x="960" y="122"/>
                    <a:pt x="953" y="129"/>
                    <a:pt x="948" y="126"/>
                  </a:cubicBezTo>
                  <a:cubicBezTo>
                    <a:pt x="901" y="96"/>
                    <a:pt x="906" y="72"/>
                    <a:pt x="859" y="57"/>
                  </a:cubicBezTo>
                  <a:cubicBezTo>
                    <a:pt x="857" y="63"/>
                    <a:pt x="859" y="74"/>
                    <a:pt x="853" y="76"/>
                  </a:cubicBezTo>
                  <a:cubicBezTo>
                    <a:pt x="839" y="79"/>
                    <a:pt x="827" y="49"/>
                    <a:pt x="821" y="44"/>
                  </a:cubicBezTo>
                  <a:cubicBezTo>
                    <a:pt x="795" y="24"/>
                    <a:pt x="781" y="25"/>
                    <a:pt x="752" y="19"/>
                  </a:cubicBezTo>
                  <a:cubicBezTo>
                    <a:pt x="718" y="40"/>
                    <a:pt x="719" y="19"/>
                    <a:pt x="689" y="0"/>
                  </a:cubicBezTo>
                  <a:cubicBezTo>
                    <a:pt x="668" y="30"/>
                    <a:pt x="684" y="48"/>
                    <a:pt x="651" y="25"/>
                  </a:cubicBezTo>
                  <a:cubicBezTo>
                    <a:pt x="642" y="33"/>
                    <a:pt x="632" y="40"/>
                    <a:pt x="625" y="50"/>
                  </a:cubicBezTo>
                  <a:cubicBezTo>
                    <a:pt x="621" y="55"/>
                    <a:pt x="626" y="69"/>
                    <a:pt x="619" y="69"/>
                  </a:cubicBezTo>
                  <a:cubicBezTo>
                    <a:pt x="612" y="69"/>
                    <a:pt x="615" y="56"/>
                    <a:pt x="613" y="50"/>
                  </a:cubicBezTo>
                  <a:cubicBezTo>
                    <a:pt x="605" y="25"/>
                    <a:pt x="612" y="33"/>
                    <a:pt x="588" y="25"/>
                  </a:cubicBezTo>
                  <a:cubicBezTo>
                    <a:pt x="587" y="29"/>
                    <a:pt x="579" y="79"/>
                    <a:pt x="569" y="82"/>
                  </a:cubicBezTo>
                  <a:cubicBezTo>
                    <a:pt x="563" y="84"/>
                    <a:pt x="566" y="68"/>
                    <a:pt x="562" y="63"/>
                  </a:cubicBezTo>
                  <a:cubicBezTo>
                    <a:pt x="557" y="57"/>
                    <a:pt x="549" y="54"/>
                    <a:pt x="543" y="50"/>
                  </a:cubicBezTo>
                  <a:cubicBezTo>
                    <a:pt x="529" y="109"/>
                    <a:pt x="551" y="50"/>
                    <a:pt x="512" y="82"/>
                  </a:cubicBezTo>
                  <a:cubicBezTo>
                    <a:pt x="499" y="93"/>
                    <a:pt x="496" y="112"/>
                    <a:pt x="486" y="126"/>
                  </a:cubicBezTo>
                  <a:cubicBezTo>
                    <a:pt x="484" y="134"/>
                    <a:pt x="488" y="147"/>
                    <a:pt x="480" y="151"/>
                  </a:cubicBezTo>
                  <a:cubicBezTo>
                    <a:pt x="474" y="154"/>
                    <a:pt x="481" y="133"/>
                    <a:pt x="474" y="132"/>
                  </a:cubicBezTo>
                  <a:cubicBezTo>
                    <a:pt x="465" y="130"/>
                    <a:pt x="457" y="141"/>
                    <a:pt x="449" y="145"/>
                  </a:cubicBezTo>
                  <a:cubicBezTo>
                    <a:pt x="434" y="166"/>
                    <a:pt x="430" y="183"/>
                    <a:pt x="423" y="208"/>
                  </a:cubicBezTo>
                  <a:cubicBezTo>
                    <a:pt x="421" y="200"/>
                    <a:pt x="425" y="187"/>
                    <a:pt x="417" y="183"/>
                  </a:cubicBezTo>
                  <a:cubicBezTo>
                    <a:pt x="410" y="180"/>
                    <a:pt x="403" y="190"/>
                    <a:pt x="398" y="196"/>
                  </a:cubicBezTo>
                  <a:cubicBezTo>
                    <a:pt x="388" y="209"/>
                    <a:pt x="383" y="236"/>
                    <a:pt x="373" y="252"/>
                  </a:cubicBezTo>
                  <a:cubicBezTo>
                    <a:pt x="367" y="290"/>
                    <a:pt x="353" y="343"/>
                    <a:pt x="335" y="379"/>
                  </a:cubicBezTo>
                  <a:cubicBezTo>
                    <a:pt x="314" y="422"/>
                    <a:pt x="328" y="370"/>
                    <a:pt x="310" y="429"/>
                  </a:cubicBezTo>
                  <a:cubicBezTo>
                    <a:pt x="301" y="458"/>
                    <a:pt x="300" y="489"/>
                    <a:pt x="291" y="518"/>
                  </a:cubicBezTo>
                  <a:cubicBezTo>
                    <a:pt x="241" y="418"/>
                    <a:pt x="312" y="665"/>
                    <a:pt x="240" y="688"/>
                  </a:cubicBezTo>
                  <a:cubicBezTo>
                    <a:pt x="205" y="746"/>
                    <a:pt x="195" y="820"/>
                    <a:pt x="171" y="884"/>
                  </a:cubicBezTo>
                  <a:cubicBezTo>
                    <a:pt x="169" y="878"/>
                    <a:pt x="166" y="871"/>
                    <a:pt x="164" y="865"/>
                  </a:cubicBezTo>
                  <a:cubicBezTo>
                    <a:pt x="162" y="857"/>
                    <a:pt x="166" y="836"/>
                    <a:pt x="158" y="840"/>
                  </a:cubicBezTo>
                  <a:cubicBezTo>
                    <a:pt x="141" y="849"/>
                    <a:pt x="151" y="878"/>
                    <a:pt x="145" y="897"/>
                  </a:cubicBezTo>
                  <a:cubicBezTo>
                    <a:pt x="128" y="953"/>
                    <a:pt x="126" y="1011"/>
                    <a:pt x="108" y="1067"/>
                  </a:cubicBezTo>
                  <a:cubicBezTo>
                    <a:pt x="99" y="1035"/>
                    <a:pt x="93" y="1019"/>
                    <a:pt x="70" y="1055"/>
                  </a:cubicBezTo>
                  <a:cubicBezTo>
                    <a:pt x="36" y="1032"/>
                    <a:pt x="36" y="1055"/>
                    <a:pt x="0" y="105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23" name="Freeform 155"/>
            <p:cNvSpPr>
              <a:spLocks/>
            </p:cNvSpPr>
            <p:nvPr/>
          </p:nvSpPr>
          <p:spPr bwMode="auto">
            <a:xfrm>
              <a:off x="1913" y="2569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24" name="Freeform 156"/>
            <p:cNvSpPr>
              <a:spLocks/>
            </p:cNvSpPr>
            <p:nvPr/>
          </p:nvSpPr>
          <p:spPr bwMode="auto">
            <a:xfrm flipV="1">
              <a:off x="1895" y="2556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25" name="Freeform 157"/>
            <p:cNvSpPr>
              <a:spLocks/>
            </p:cNvSpPr>
            <p:nvPr/>
          </p:nvSpPr>
          <p:spPr bwMode="auto">
            <a:xfrm>
              <a:off x="1867" y="2583"/>
              <a:ext cx="1492" cy="1162"/>
            </a:xfrm>
            <a:custGeom>
              <a:avLst/>
              <a:gdLst/>
              <a:ahLst/>
              <a:cxnLst>
                <a:cxn ang="0">
                  <a:pos x="34" y="1093"/>
                </a:cxn>
                <a:cxn ang="0">
                  <a:pos x="72" y="1093"/>
                </a:cxn>
                <a:cxn ang="0">
                  <a:pos x="91" y="1112"/>
                </a:cxn>
                <a:cxn ang="0">
                  <a:pos x="160" y="1086"/>
                </a:cxn>
                <a:cxn ang="0">
                  <a:pos x="173" y="1124"/>
                </a:cxn>
                <a:cxn ang="0">
                  <a:pos x="223" y="1143"/>
                </a:cxn>
                <a:cxn ang="0">
                  <a:pos x="287" y="1143"/>
                </a:cxn>
                <a:cxn ang="0">
                  <a:pos x="337" y="1162"/>
                </a:cxn>
                <a:cxn ang="0">
                  <a:pos x="369" y="1124"/>
                </a:cxn>
                <a:cxn ang="0">
                  <a:pos x="432" y="1105"/>
                </a:cxn>
                <a:cxn ang="0">
                  <a:pos x="495" y="1068"/>
                </a:cxn>
                <a:cxn ang="0">
                  <a:pos x="533" y="1061"/>
                </a:cxn>
                <a:cxn ang="0">
                  <a:pos x="571" y="1061"/>
                </a:cxn>
                <a:cxn ang="0">
                  <a:pos x="590" y="1074"/>
                </a:cxn>
                <a:cxn ang="0">
                  <a:pos x="621" y="954"/>
                </a:cxn>
                <a:cxn ang="0">
                  <a:pos x="628" y="973"/>
                </a:cxn>
                <a:cxn ang="0">
                  <a:pos x="634" y="948"/>
                </a:cxn>
                <a:cxn ang="0">
                  <a:pos x="647" y="922"/>
                </a:cxn>
                <a:cxn ang="0">
                  <a:pos x="691" y="809"/>
                </a:cxn>
                <a:cxn ang="0">
                  <a:pos x="741" y="657"/>
                </a:cxn>
                <a:cxn ang="0">
                  <a:pos x="767" y="606"/>
                </a:cxn>
                <a:cxn ang="0">
                  <a:pos x="798" y="531"/>
                </a:cxn>
                <a:cxn ang="0">
                  <a:pos x="805" y="499"/>
                </a:cxn>
                <a:cxn ang="0">
                  <a:pos x="811" y="480"/>
                </a:cxn>
                <a:cxn ang="0">
                  <a:pos x="823" y="430"/>
                </a:cxn>
                <a:cxn ang="0">
                  <a:pos x="861" y="329"/>
                </a:cxn>
                <a:cxn ang="0">
                  <a:pos x="956" y="120"/>
                </a:cxn>
                <a:cxn ang="0">
                  <a:pos x="988" y="101"/>
                </a:cxn>
                <a:cxn ang="0">
                  <a:pos x="1007" y="63"/>
                </a:cxn>
                <a:cxn ang="0">
                  <a:pos x="1013" y="89"/>
                </a:cxn>
                <a:cxn ang="0">
                  <a:pos x="1019" y="108"/>
                </a:cxn>
                <a:cxn ang="0">
                  <a:pos x="1057" y="57"/>
                </a:cxn>
                <a:cxn ang="0">
                  <a:pos x="1063" y="89"/>
                </a:cxn>
                <a:cxn ang="0">
                  <a:pos x="1070" y="114"/>
                </a:cxn>
                <a:cxn ang="0">
                  <a:pos x="1095" y="82"/>
                </a:cxn>
                <a:cxn ang="0">
                  <a:pos x="1101" y="57"/>
                </a:cxn>
                <a:cxn ang="0">
                  <a:pos x="1108" y="38"/>
                </a:cxn>
                <a:cxn ang="0">
                  <a:pos x="1127" y="82"/>
                </a:cxn>
                <a:cxn ang="0">
                  <a:pos x="1146" y="57"/>
                </a:cxn>
                <a:cxn ang="0">
                  <a:pos x="1152" y="32"/>
                </a:cxn>
                <a:cxn ang="0">
                  <a:pos x="1171" y="82"/>
                </a:cxn>
                <a:cxn ang="0">
                  <a:pos x="1215" y="25"/>
                </a:cxn>
                <a:cxn ang="0">
                  <a:pos x="1259" y="13"/>
                </a:cxn>
                <a:cxn ang="0">
                  <a:pos x="1291" y="44"/>
                </a:cxn>
                <a:cxn ang="0">
                  <a:pos x="1303" y="19"/>
                </a:cxn>
                <a:cxn ang="0">
                  <a:pos x="1335" y="57"/>
                </a:cxn>
                <a:cxn ang="0">
                  <a:pos x="1392" y="0"/>
                </a:cxn>
                <a:cxn ang="0">
                  <a:pos x="1417" y="76"/>
                </a:cxn>
                <a:cxn ang="0">
                  <a:pos x="1442" y="70"/>
                </a:cxn>
                <a:cxn ang="0">
                  <a:pos x="1461" y="70"/>
                </a:cxn>
                <a:cxn ang="0">
                  <a:pos x="1474" y="133"/>
                </a:cxn>
                <a:cxn ang="0">
                  <a:pos x="1487" y="120"/>
                </a:cxn>
              </a:cxnLst>
              <a:rect l="0" t="0" r="r" b="b"/>
              <a:pathLst>
                <a:path w="1492" h="1162">
                  <a:moveTo>
                    <a:pt x="34" y="1093"/>
                  </a:moveTo>
                  <a:cubicBezTo>
                    <a:pt x="106" y="1138"/>
                    <a:pt x="0" y="1080"/>
                    <a:pt x="72" y="1093"/>
                  </a:cubicBezTo>
                  <a:cubicBezTo>
                    <a:pt x="81" y="1095"/>
                    <a:pt x="85" y="1106"/>
                    <a:pt x="91" y="1112"/>
                  </a:cubicBezTo>
                  <a:cubicBezTo>
                    <a:pt x="108" y="1103"/>
                    <a:pt x="141" y="1084"/>
                    <a:pt x="160" y="1086"/>
                  </a:cubicBezTo>
                  <a:cubicBezTo>
                    <a:pt x="161" y="1086"/>
                    <a:pt x="173" y="1123"/>
                    <a:pt x="173" y="1124"/>
                  </a:cubicBezTo>
                  <a:cubicBezTo>
                    <a:pt x="223" y="1112"/>
                    <a:pt x="180" y="1129"/>
                    <a:pt x="223" y="1143"/>
                  </a:cubicBezTo>
                  <a:cubicBezTo>
                    <a:pt x="281" y="1121"/>
                    <a:pt x="264" y="1109"/>
                    <a:pt x="287" y="1143"/>
                  </a:cubicBezTo>
                  <a:cubicBezTo>
                    <a:pt x="337" y="1131"/>
                    <a:pt x="327" y="1099"/>
                    <a:pt x="337" y="1162"/>
                  </a:cubicBezTo>
                  <a:cubicBezTo>
                    <a:pt x="349" y="1150"/>
                    <a:pt x="354" y="1132"/>
                    <a:pt x="369" y="1124"/>
                  </a:cubicBezTo>
                  <a:cubicBezTo>
                    <a:pt x="388" y="1114"/>
                    <a:pt x="411" y="1113"/>
                    <a:pt x="432" y="1105"/>
                  </a:cubicBezTo>
                  <a:cubicBezTo>
                    <a:pt x="471" y="1162"/>
                    <a:pt x="468" y="1081"/>
                    <a:pt x="495" y="1068"/>
                  </a:cubicBezTo>
                  <a:cubicBezTo>
                    <a:pt x="507" y="1062"/>
                    <a:pt x="520" y="1063"/>
                    <a:pt x="533" y="1061"/>
                  </a:cubicBezTo>
                  <a:cubicBezTo>
                    <a:pt x="577" y="994"/>
                    <a:pt x="545" y="1028"/>
                    <a:pt x="571" y="1061"/>
                  </a:cubicBezTo>
                  <a:cubicBezTo>
                    <a:pt x="576" y="1067"/>
                    <a:pt x="584" y="1070"/>
                    <a:pt x="590" y="1074"/>
                  </a:cubicBezTo>
                  <a:cubicBezTo>
                    <a:pt x="600" y="1033"/>
                    <a:pt x="614" y="996"/>
                    <a:pt x="621" y="954"/>
                  </a:cubicBezTo>
                  <a:cubicBezTo>
                    <a:pt x="623" y="960"/>
                    <a:pt x="622" y="976"/>
                    <a:pt x="628" y="973"/>
                  </a:cubicBezTo>
                  <a:cubicBezTo>
                    <a:pt x="636" y="969"/>
                    <a:pt x="631" y="956"/>
                    <a:pt x="634" y="948"/>
                  </a:cubicBezTo>
                  <a:cubicBezTo>
                    <a:pt x="637" y="939"/>
                    <a:pt x="643" y="931"/>
                    <a:pt x="647" y="922"/>
                  </a:cubicBezTo>
                  <a:cubicBezTo>
                    <a:pt x="664" y="883"/>
                    <a:pt x="665" y="843"/>
                    <a:pt x="691" y="809"/>
                  </a:cubicBezTo>
                  <a:cubicBezTo>
                    <a:pt x="707" y="758"/>
                    <a:pt x="725" y="708"/>
                    <a:pt x="741" y="657"/>
                  </a:cubicBezTo>
                  <a:cubicBezTo>
                    <a:pt x="747" y="639"/>
                    <a:pt x="760" y="624"/>
                    <a:pt x="767" y="606"/>
                  </a:cubicBezTo>
                  <a:cubicBezTo>
                    <a:pt x="773" y="575"/>
                    <a:pt x="784" y="559"/>
                    <a:pt x="798" y="531"/>
                  </a:cubicBezTo>
                  <a:cubicBezTo>
                    <a:pt x="800" y="520"/>
                    <a:pt x="802" y="510"/>
                    <a:pt x="805" y="499"/>
                  </a:cubicBezTo>
                  <a:cubicBezTo>
                    <a:pt x="807" y="493"/>
                    <a:pt x="809" y="486"/>
                    <a:pt x="811" y="480"/>
                  </a:cubicBezTo>
                  <a:cubicBezTo>
                    <a:pt x="815" y="463"/>
                    <a:pt x="823" y="430"/>
                    <a:pt x="823" y="430"/>
                  </a:cubicBezTo>
                  <a:cubicBezTo>
                    <a:pt x="829" y="374"/>
                    <a:pt x="816" y="351"/>
                    <a:pt x="861" y="329"/>
                  </a:cubicBezTo>
                  <a:cubicBezTo>
                    <a:pt x="879" y="256"/>
                    <a:pt x="921" y="187"/>
                    <a:pt x="956" y="120"/>
                  </a:cubicBezTo>
                  <a:cubicBezTo>
                    <a:pt x="967" y="153"/>
                    <a:pt x="958" y="145"/>
                    <a:pt x="988" y="101"/>
                  </a:cubicBezTo>
                  <a:cubicBezTo>
                    <a:pt x="1003" y="79"/>
                    <a:pt x="998" y="86"/>
                    <a:pt x="1007" y="63"/>
                  </a:cubicBezTo>
                  <a:cubicBezTo>
                    <a:pt x="1009" y="72"/>
                    <a:pt x="1011" y="80"/>
                    <a:pt x="1013" y="89"/>
                  </a:cubicBezTo>
                  <a:cubicBezTo>
                    <a:pt x="1015" y="95"/>
                    <a:pt x="1014" y="112"/>
                    <a:pt x="1019" y="108"/>
                  </a:cubicBezTo>
                  <a:cubicBezTo>
                    <a:pt x="1036" y="96"/>
                    <a:pt x="1057" y="57"/>
                    <a:pt x="1057" y="57"/>
                  </a:cubicBezTo>
                  <a:cubicBezTo>
                    <a:pt x="1059" y="68"/>
                    <a:pt x="1061" y="78"/>
                    <a:pt x="1063" y="89"/>
                  </a:cubicBezTo>
                  <a:cubicBezTo>
                    <a:pt x="1065" y="97"/>
                    <a:pt x="1062" y="116"/>
                    <a:pt x="1070" y="114"/>
                  </a:cubicBezTo>
                  <a:cubicBezTo>
                    <a:pt x="1083" y="111"/>
                    <a:pt x="1087" y="93"/>
                    <a:pt x="1095" y="82"/>
                  </a:cubicBezTo>
                  <a:cubicBezTo>
                    <a:pt x="1097" y="74"/>
                    <a:pt x="1099" y="65"/>
                    <a:pt x="1101" y="57"/>
                  </a:cubicBezTo>
                  <a:cubicBezTo>
                    <a:pt x="1103" y="51"/>
                    <a:pt x="1102" y="36"/>
                    <a:pt x="1108" y="38"/>
                  </a:cubicBezTo>
                  <a:cubicBezTo>
                    <a:pt x="1112" y="39"/>
                    <a:pt x="1125" y="76"/>
                    <a:pt x="1127" y="82"/>
                  </a:cubicBezTo>
                  <a:cubicBezTo>
                    <a:pt x="1133" y="74"/>
                    <a:pt x="1141" y="66"/>
                    <a:pt x="1146" y="57"/>
                  </a:cubicBezTo>
                  <a:cubicBezTo>
                    <a:pt x="1150" y="49"/>
                    <a:pt x="1144" y="29"/>
                    <a:pt x="1152" y="32"/>
                  </a:cubicBezTo>
                  <a:cubicBezTo>
                    <a:pt x="1156" y="33"/>
                    <a:pt x="1168" y="74"/>
                    <a:pt x="1171" y="82"/>
                  </a:cubicBezTo>
                  <a:cubicBezTo>
                    <a:pt x="1195" y="67"/>
                    <a:pt x="1198" y="49"/>
                    <a:pt x="1215" y="25"/>
                  </a:cubicBezTo>
                  <a:cubicBezTo>
                    <a:pt x="1239" y="60"/>
                    <a:pt x="1244" y="44"/>
                    <a:pt x="1259" y="13"/>
                  </a:cubicBezTo>
                  <a:cubicBezTo>
                    <a:pt x="1269" y="48"/>
                    <a:pt x="1254" y="81"/>
                    <a:pt x="1291" y="44"/>
                  </a:cubicBezTo>
                  <a:cubicBezTo>
                    <a:pt x="1295" y="36"/>
                    <a:pt x="1294" y="21"/>
                    <a:pt x="1303" y="19"/>
                  </a:cubicBezTo>
                  <a:cubicBezTo>
                    <a:pt x="1310" y="18"/>
                    <a:pt x="1332" y="53"/>
                    <a:pt x="1335" y="57"/>
                  </a:cubicBezTo>
                  <a:cubicBezTo>
                    <a:pt x="1363" y="42"/>
                    <a:pt x="1374" y="26"/>
                    <a:pt x="1392" y="0"/>
                  </a:cubicBezTo>
                  <a:cubicBezTo>
                    <a:pt x="1397" y="29"/>
                    <a:pt x="1401" y="51"/>
                    <a:pt x="1417" y="76"/>
                  </a:cubicBezTo>
                  <a:cubicBezTo>
                    <a:pt x="1425" y="74"/>
                    <a:pt x="1435" y="75"/>
                    <a:pt x="1442" y="70"/>
                  </a:cubicBezTo>
                  <a:cubicBezTo>
                    <a:pt x="1459" y="56"/>
                    <a:pt x="1437" y="32"/>
                    <a:pt x="1461" y="70"/>
                  </a:cubicBezTo>
                  <a:cubicBezTo>
                    <a:pt x="1477" y="159"/>
                    <a:pt x="1460" y="67"/>
                    <a:pt x="1474" y="133"/>
                  </a:cubicBezTo>
                  <a:cubicBezTo>
                    <a:pt x="1492" y="217"/>
                    <a:pt x="1487" y="222"/>
                    <a:pt x="1487" y="120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26" name="Freeform 158"/>
            <p:cNvSpPr>
              <a:spLocks/>
            </p:cNvSpPr>
            <p:nvPr/>
          </p:nvSpPr>
          <p:spPr bwMode="auto">
            <a:xfrm>
              <a:off x="1967" y="2513"/>
              <a:ext cx="1349" cy="1244"/>
            </a:xfrm>
            <a:custGeom>
              <a:avLst/>
              <a:gdLst/>
              <a:ahLst/>
              <a:cxnLst>
                <a:cxn ang="0">
                  <a:pos x="4" y="151"/>
                </a:cxn>
                <a:cxn ang="0">
                  <a:pos x="42" y="95"/>
                </a:cxn>
                <a:cxn ang="0">
                  <a:pos x="67" y="57"/>
                </a:cxn>
                <a:cxn ang="0">
                  <a:pos x="73" y="76"/>
                </a:cxn>
                <a:cxn ang="0">
                  <a:pos x="67" y="95"/>
                </a:cxn>
                <a:cxn ang="0">
                  <a:pos x="99" y="38"/>
                </a:cxn>
                <a:cxn ang="0">
                  <a:pos x="143" y="13"/>
                </a:cxn>
                <a:cxn ang="0">
                  <a:pos x="149" y="69"/>
                </a:cxn>
                <a:cxn ang="0">
                  <a:pos x="168" y="63"/>
                </a:cxn>
                <a:cxn ang="0">
                  <a:pos x="200" y="19"/>
                </a:cxn>
                <a:cxn ang="0">
                  <a:pos x="212" y="101"/>
                </a:cxn>
                <a:cxn ang="0">
                  <a:pos x="231" y="63"/>
                </a:cxn>
                <a:cxn ang="0">
                  <a:pos x="257" y="0"/>
                </a:cxn>
                <a:cxn ang="0">
                  <a:pos x="263" y="95"/>
                </a:cxn>
                <a:cxn ang="0">
                  <a:pos x="295" y="82"/>
                </a:cxn>
                <a:cxn ang="0">
                  <a:pos x="320" y="31"/>
                </a:cxn>
                <a:cxn ang="0">
                  <a:pos x="358" y="63"/>
                </a:cxn>
                <a:cxn ang="0">
                  <a:pos x="383" y="145"/>
                </a:cxn>
                <a:cxn ang="0">
                  <a:pos x="402" y="126"/>
                </a:cxn>
                <a:cxn ang="0">
                  <a:pos x="408" y="107"/>
                </a:cxn>
                <a:cxn ang="0">
                  <a:pos x="433" y="164"/>
                </a:cxn>
                <a:cxn ang="0">
                  <a:pos x="452" y="189"/>
                </a:cxn>
                <a:cxn ang="0">
                  <a:pos x="478" y="158"/>
                </a:cxn>
                <a:cxn ang="0">
                  <a:pos x="484" y="133"/>
                </a:cxn>
                <a:cxn ang="0">
                  <a:pos x="497" y="151"/>
                </a:cxn>
                <a:cxn ang="0">
                  <a:pos x="516" y="227"/>
                </a:cxn>
                <a:cxn ang="0">
                  <a:pos x="547" y="259"/>
                </a:cxn>
                <a:cxn ang="0">
                  <a:pos x="553" y="335"/>
                </a:cxn>
                <a:cxn ang="0">
                  <a:pos x="572" y="322"/>
                </a:cxn>
                <a:cxn ang="0">
                  <a:pos x="579" y="341"/>
                </a:cxn>
                <a:cxn ang="0">
                  <a:pos x="604" y="474"/>
                </a:cxn>
                <a:cxn ang="0">
                  <a:pos x="629" y="398"/>
                </a:cxn>
                <a:cxn ang="0">
                  <a:pos x="673" y="606"/>
                </a:cxn>
                <a:cxn ang="0">
                  <a:pos x="699" y="657"/>
                </a:cxn>
                <a:cxn ang="0">
                  <a:pos x="718" y="638"/>
                </a:cxn>
                <a:cxn ang="0">
                  <a:pos x="737" y="663"/>
                </a:cxn>
                <a:cxn ang="0">
                  <a:pos x="756" y="859"/>
                </a:cxn>
                <a:cxn ang="0">
                  <a:pos x="781" y="859"/>
                </a:cxn>
                <a:cxn ang="0">
                  <a:pos x="800" y="941"/>
                </a:cxn>
                <a:cxn ang="0">
                  <a:pos x="831" y="979"/>
                </a:cxn>
                <a:cxn ang="0">
                  <a:pos x="989" y="1194"/>
                </a:cxn>
                <a:cxn ang="0">
                  <a:pos x="1059" y="1175"/>
                </a:cxn>
                <a:cxn ang="0">
                  <a:pos x="1078" y="1244"/>
                </a:cxn>
                <a:cxn ang="0">
                  <a:pos x="1135" y="1225"/>
                </a:cxn>
                <a:cxn ang="0">
                  <a:pos x="1198" y="1149"/>
                </a:cxn>
                <a:cxn ang="0">
                  <a:pos x="1204" y="1181"/>
                </a:cxn>
                <a:cxn ang="0">
                  <a:pos x="1210" y="1206"/>
                </a:cxn>
                <a:cxn ang="0">
                  <a:pos x="1236" y="1194"/>
                </a:cxn>
                <a:cxn ang="0">
                  <a:pos x="1261" y="1194"/>
                </a:cxn>
                <a:cxn ang="0">
                  <a:pos x="1280" y="1181"/>
                </a:cxn>
                <a:cxn ang="0">
                  <a:pos x="1305" y="1124"/>
                </a:cxn>
                <a:cxn ang="0">
                  <a:pos x="1330" y="1130"/>
                </a:cxn>
                <a:cxn ang="0">
                  <a:pos x="1349" y="1137"/>
                </a:cxn>
                <a:cxn ang="0">
                  <a:pos x="1330" y="1143"/>
                </a:cxn>
                <a:cxn ang="0">
                  <a:pos x="1273" y="1156"/>
                </a:cxn>
              </a:cxnLst>
              <a:rect l="0" t="0" r="r" b="b"/>
              <a:pathLst>
                <a:path w="1349" h="1244">
                  <a:moveTo>
                    <a:pt x="4" y="151"/>
                  </a:moveTo>
                  <a:cubicBezTo>
                    <a:pt x="46" y="82"/>
                    <a:pt x="0" y="155"/>
                    <a:pt x="42" y="95"/>
                  </a:cubicBezTo>
                  <a:cubicBezTo>
                    <a:pt x="51" y="83"/>
                    <a:pt x="67" y="57"/>
                    <a:pt x="67" y="57"/>
                  </a:cubicBezTo>
                  <a:cubicBezTo>
                    <a:pt x="69" y="63"/>
                    <a:pt x="73" y="69"/>
                    <a:pt x="73" y="76"/>
                  </a:cubicBezTo>
                  <a:cubicBezTo>
                    <a:pt x="73" y="83"/>
                    <a:pt x="64" y="101"/>
                    <a:pt x="67" y="95"/>
                  </a:cubicBezTo>
                  <a:cubicBezTo>
                    <a:pt x="103" y="28"/>
                    <a:pt x="56" y="95"/>
                    <a:pt x="99" y="38"/>
                  </a:cubicBezTo>
                  <a:cubicBezTo>
                    <a:pt x="112" y="81"/>
                    <a:pt x="118" y="36"/>
                    <a:pt x="143" y="13"/>
                  </a:cubicBezTo>
                  <a:cubicBezTo>
                    <a:pt x="145" y="32"/>
                    <a:pt x="141" y="52"/>
                    <a:pt x="149" y="69"/>
                  </a:cubicBezTo>
                  <a:cubicBezTo>
                    <a:pt x="152" y="75"/>
                    <a:pt x="163" y="68"/>
                    <a:pt x="168" y="63"/>
                  </a:cubicBezTo>
                  <a:cubicBezTo>
                    <a:pt x="181" y="50"/>
                    <a:pt x="200" y="19"/>
                    <a:pt x="200" y="19"/>
                  </a:cubicBezTo>
                  <a:cubicBezTo>
                    <a:pt x="208" y="45"/>
                    <a:pt x="192" y="81"/>
                    <a:pt x="212" y="101"/>
                  </a:cubicBezTo>
                  <a:cubicBezTo>
                    <a:pt x="222" y="111"/>
                    <a:pt x="225" y="76"/>
                    <a:pt x="231" y="63"/>
                  </a:cubicBezTo>
                  <a:cubicBezTo>
                    <a:pt x="240" y="42"/>
                    <a:pt x="249" y="21"/>
                    <a:pt x="257" y="0"/>
                  </a:cubicBezTo>
                  <a:cubicBezTo>
                    <a:pt x="259" y="32"/>
                    <a:pt x="250" y="66"/>
                    <a:pt x="263" y="95"/>
                  </a:cubicBezTo>
                  <a:cubicBezTo>
                    <a:pt x="268" y="105"/>
                    <a:pt x="287" y="90"/>
                    <a:pt x="295" y="82"/>
                  </a:cubicBezTo>
                  <a:cubicBezTo>
                    <a:pt x="308" y="68"/>
                    <a:pt x="309" y="47"/>
                    <a:pt x="320" y="31"/>
                  </a:cubicBezTo>
                  <a:cubicBezTo>
                    <a:pt x="325" y="93"/>
                    <a:pt x="324" y="147"/>
                    <a:pt x="358" y="63"/>
                  </a:cubicBezTo>
                  <a:cubicBezTo>
                    <a:pt x="367" y="90"/>
                    <a:pt x="374" y="118"/>
                    <a:pt x="383" y="145"/>
                  </a:cubicBezTo>
                  <a:cubicBezTo>
                    <a:pt x="389" y="139"/>
                    <a:pt x="397" y="133"/>
                    <a:pt x="402" y="126"/>
                  </a:cubicBezTo>
                  <a:cubicBezTo>
                    <a:pt x="406" y="120"/>
                    <a:pt x="403" y="103"/>
                    <a:pt x="408" y="107"/>
                  </a:cubicBezTo>
                  <a:cubicBezTo>
                    <a:pt x="419" y="115"/>
                    <a:pt x="428" y="148"/>
                    <a:pt x="433" y="164"/>
                  </a:cubicBezTo>
                  <a:cubicBezTo>
                    <a:pt x="444" y="244"/>
                    <a:pt x="431" y="220"/>
                    <a:pt x="452" y="189"/>
                  </a:cubicBezTo>
                  <a:cubicBezTo>
                    <a:pt x="459" y="178"/>
                    <a:pt x="469" y="168"/>
                    <a:pt x="478" y="158"/>
                  </a:cubicBezTo>
                  <a:cubicBezTo>
                    <a:pt x="480" y="150"/>
                    <a:pt x="476" y="136"/>
                    <a:pt x="484" y="133"/>
                  </a:cubicBezTo>
                  <a:cubicBezTo>
                    <a:pt x="491" y="130"/>
                    <a:pt x="494" y="144"/>
                    <a:pt x="497" y="151"/>
                  </a:cubicBezTo>
                  <a:cubicBezTo>
                    <a:pt x="507" y="175"/>
                    <a:pt x="507" y="203"/>
                    <a:pt x="516" y="227"/>
                  </a:cubicBezTo>
                  <a:cubicBezTo>
                    <a:pt x="555" y="176"/>
                    <a:pt x="538" y="223"/>
                    <a:pt x="547" y="259"/>
                  </a:cubicBezTo>
                  <a:cubicBezTo>
                    <a:pt x="549" y="284"/>
                    <a:pt x="544" y="311"/>
                    <a:pt x="553" y="335"/>
                  </a:cubicBezTo>
                  <a:cubicBezTo>
                    <a:pt x="556" y="342"/>
                    <a:pt x="565" y="320"/>
                    <a:pt x="572" y="322"/>
                  </a:cubicBezTo>
                  <a:cubicBezTo>
                    <a:pt x="579" y="324"/>
                    <a:pt x="577" y="335"/>
                    <a:pt x="579" y="341"/>
                  </a:cubicBezTo>
                  <a:cubicBezTo>
                    <a:pt x="603" y="265"/>
                    <a:pt x="581" y="428"/>
                    <a:pt x="604" y="474"/>
                  </a:cubicBezTo>
                  <a:cubicBezTo>
                    <a:pt x="610" y="444"/>
                    <a:pt x="616" y="425"/>
                    <a:pt x="629" y="398"/>
                  </a:cubicBezTo>
                  <a:cubicBezTo>
                    <a:pt x="652" y="465"/>
                    <a:pt x="652" y="538"/>
                    <a:pt x="673" y="606"/>
                  </a:cubicBezTo>
                  <a:cubicBezTo>
                    <a:pt x="699" y="544"/>
                    <a:pt x="687" y="463"/>
                    <a:pt x="699" y="657"/>
                  </a:cubicBezTo>
                  <a:cubicBezTo>
                    <a:pt x="705" y="651"/>
                    <a:pt x="714" y="630"/>
                    <a:pt x="718" y="638"/>
                  </a:cubicBezTo>
                  <a:cubicBezTo>
                    <a:pt x="738" y="683"/>
                    <a:pt x="709" y="772"/>
                    <a:pt x="737" y="663"/>
                  </a:cubicBezTo>
                  <a:cubicBezTo>
                    <a:pt x="741" y="765"/>
                    <a:pt x="742" y="782"/>
                    <a:pt x="756" y="859"/>
                  </a:cubicBezTo>
                  <a:cubicBezTo>
                    <a:pt x="759" y="847"/>
                    <a:pt x="764" y="798"/>
                    <a:pt x="781" y="859"/>
                  </a:cubicBezTo>
                  <a:cubicBezTo>
                    <a:pt x="811" y="963"/>
                    <a:pt x="767" y="892"/>
                    <a:pt x="800" y="941"/>
                  </a:cubicBezTo>
                  <a:cubicBezTo>
                    <a:pt x="811" y="975"/>
                    <a:pt x="789" y="1021"/>
                    <a:pt x="831" y="979"/>
                  </a:cubicBezTo>
                  <a:cubicBezTo>
                    <a:pt x="913" y="1087"/>
                    <a:pt x="906" y="1085"/>
                    <a:pt x="989" y="1194"/>
                  </a:cubicBezTo>
                  <a:cubicBezTo>
                    <a:pt x="1007" y="1140"/>
                    <a:pt x="1027" y="1222"/>
                    <a:pt x="1059" y="1175"/>
                  </a:cubicBezTo>
                  <a:cubicBezTo>
                    <a:pt x="1074" y="1223"/>
                    <a:pt x="1068" y="1200"/>
                    <a:pt x="1078" y="1244"/>
                  </a:cubicBezTo>
                  <a:cubicBezTo>
                    <a:pt x="1109" y="1223"/>
                    <a:pt x="1109" y="1186"/>
                    <a:pt x="1135" y="1225"/>
                  </a:cubicBezTo>
                  <a:cubicBezTo>
                    <a:pt x="1164" y="1203"/>
                    <a:pt x="1175" y="1178"/>
                    <a:pt x="1198" y="1149"/>
                  </a:cubicBezTo>
                  <a:cubicBezTo>
                    <a:pt x="1200" y="1160"/>
                    <a:pt x="1202" y="1170"/>
                    <a:pt x="1204" y="1181"/>
                  </a:cubicBezTo>
                  <a:cubicBezTo>
                    <a:pt x="1206" y="1189"/>
                    <a:pt x="1202" y="1203"/>
                    <a:pt x="1210" y="1206"/>
                  </a:cubicBezTo>
                  <a:cubicBezTo>
                    <a:pt x="1219" y="1210"/>
                    <a:pt x="1227" y="1198"/>
                    <a:pt x="1236" y="1194"/>
                  </a:cubicBezTo>
                  <a:cubicBezTo>
                    <a:pt x="1264" y="1149"/>
                    <a:pt x="1231" y="1188"/>
                    <a:pt x="1261" y="1194"/>
                  </a:cubicBezTo>
                  <a:cubicBezTo>
                    <a:pt x="1269" y="1195"/>
                    <a:pt x="1274" y="1185"/>
                    <a:pt x="1280" y="1181"/>
                  </a:cubicBezTo>
                  <a:cubicBezTo>
                    <a:pt x="1292" y="1162"/>
                    <a:pt x="1298" y="1145"/>
                    <a:pt x="1305" y="1124"/>
                  </a:cubicBezTo>
                  <a:cubicBezTo>
                    <a:pt x="1317" y="1187"/>
                    <a:pt x="1301" y="1145"/>
                    <a:pt x="1330" y="1130"/>
                  </a:cubicBezTo>
                  <a:cubicBezTo>
                    <a:pt x="1336" y="1127"/>
                    <a:pt x="1343" y="1135"/>
                    <a:pt x="1349" y="1137"/>
                  </a:cubicBezTo>
                  <a:cubicBezTo>
                    <a:pt x="1349" y="1137"/>
                    <a:pt x="1336" y="1140"/>
                    <a:pt x="1330" y="1143"/>
                  </a:cubicBezTo>
                  <a:cubicBezTo>
                    <a:pt x="1288" y="1161"/>
                    <a:pt x="1322" y="1156"/>
                    <a:pt x="1273" y="1156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27" name="Freeform 159"/>
            <p:cNvSpPr>
              <a:spLocks/>
            </p:cNvSpPr>
            <p:nvPr/>
          </p:nvSpPr>
          <p:spPr bwMode="auto">
            <a:xfrm>
              <a:off x="1976" y="2560"/>
              <a:ext cx="1396" cy="1206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50" y="81"/>
                </a:cxn>
                <a:cxn ang="0">
                  <a:pos x="76" y="62"/>
                </a:cxn>
                <a:cxn ang="0">
                  <a:pos x="107" y="17"/>
                </a:cxn>
                <a:cxn ang="0">
                  <a:pos x="139" y="100"/>
                </a:cxn>
                <a:cxn ang="0">
                  <a:pos x="196" y="74"/>
                </a:cxn>
                <a:cxn ang="0">
                  <a:pos x="240" y="43"/>
                </a:cxn>
                <a:cxn ang="0">
                  <a:pos x="253" y="93"/>
                </a:cxn>
                <a:cxn ang="0">
                  <a:pos x="303" y="68"/>
                </a:cxn>
                <a:cxn ang="0">
                  <a:pos x="328" y="112"/>
                </a:cxn>
                <a:cxn ang="0">
                  <a:pos x="379" y="62"/>
                </a:cxn>
                <a:cxn ang="0">
                  <a:pos x="417" y="125"/>
                </a:cxn>
                <a:cxn ang="0">
                  <a:pos x="429" y="106"/>
                </a:cxn>
                <a:cxn ang="0">
                  <a:pos x="436" y="137"/>
                </a:cxn>
                <a:cxn ang="0">
                  <a:pos x="455" y="207"/>
                </a:cxn>
                <a:cxn ang="0">
                  <a:pos x="486" y="213"/>
                </a:cxn>
                <a:cxn ang="0">
                  <a:pos x="518" y="207"/>
                </a:cxn>
                <a:cxn ang="0">
                  <a:pos x="524" y="226"/>
                </a:cxn>
                <a:cxn ang="0">
                  <a:pos x="543" y="232"/>
                </a:cxn>
                <a:cxn ang="0">
                  <a:pos x="549" y="283"/>
                </a:cxn>
                <a:cxn ang="0">
                  <a:pos x="562" y="321"/>
                </a:cxn>
                <a:cxn ang="0">
                  <a:pos x="606" y="359"/>
                </a:cxn>
                <a:cxn ang="0">
                  <a:pos x="625" y="415"/>
                </a:cxn>
                <a:cxn ang="0">
                  <a:pos x="669" y="580"/>
                </a:cxn>
                <a:cxn ang="0">
                  <a:pos x="695" y="719"/>
                </a:cxn>
                <a:cxn ang="0">
                  <a:pos x="701" y="693"/>
                </a:cxn>
                <a:cxn ang="0">
                  <a:pos x="707" y="712"/>
                </a:cxn>
                <a:cxn ang="0">
                  <a:pos x="714" y="731"/>
                </a:cxn>
                <a:cxn ang="0">
                  <a:pos x="733" y="807"/>
                </a:cxn>
                <a:cxn ang="0">
                  <a:pos x="739" y="895"/>
                </a:cxn>
                <a:cxn ang="0">
                  <a:pos x="758" y="927"/>
                </a:cxn>
                <a:cxn ang="0">
                  <a:pos x="802" y="1041"/>
                </a:cxn>
                <a:cxn ang="0">
                  <a:pos x="846" y="1041"/>
                </a:cxn>
                <a:cxn ang="0">
                  <a:pos x="922" y="1116"/>
                </a:cxn>
                <a:cxn ang="0">
                  <a:pos x="947" y="1186"/>
                </a:cxn>
                <a:cxn ang="0">
                  <a:pos x="960" y="1161"/>
                </a:cxn>
                <a:cxn ang="0">
                  <a:pos x="998" y="1192"/>
                </a:cxn>
                <a:cxn ang="0">
                  <a:pos x="1036" y="1161"/>
                </a:cxn>
                <a:cxn ang="0">
                  <a:pos x="1048" y="1180"/>
                </a:cxn>
                <a:cxn ang="0">
                  <a:pos x="1074" y="1192"/>
                </a:cxn>
                <a:cxn ang="0">
                  <a:pos x="1162" y="1167"/>
                </a:cxn>
                <a:cxn ang="0">
                  <a:pos x="1232" y="1161"/>
                </a:cxn>
                <a:cxn ang="0">
                  <a:pos x="1295" y="1110"/>
                </a:cxn>
                <a:cxn ang="0">
                  <a:pos x="1358" y="1123"/>
                </a:cxn>
                <a:cxn ang="0">
                  <a:pos x="1396" y="1085"/>
                </a:cxn>
              </a:cxnLst>
              <a:rect l="0" t="0" r="r" b="b"/>
              <a:pathLst>
                <a:path w="1396" h="1206">
                  <a:moveTo>
                    <a:pt x="0" y="156"/>
                  </a:moveTo>
                  <a:cubicBezTo>
                    <a:pt x="17" y="134"/>
                    <a:pt x="32" y="101"/>
                    <a:pt x="50" y="81"/>
                  </a:cubicBezTo>
                  <a:cubicBezTo>
                    <a:pt x="57" y="73"/>
                    <a:pt x="68" y="70"/>
                    <a:pt x="76" y="62"/>
                  </a:cubicBezTo>
                  <a:cubicBezTo>
                    <a:pt x="85" y="53"/>
                    <a:pt x="100" y="29"/>
                    <a:pt x="107" y="17"/>
                  </a:cubicBezTo>
                  <a:cubicBezTo>
                    <a:pt x="114" y="59"/>
                    <a:pt x="111" y="72"/>
                    <a:pt x="139" y="100"/>
                  </a:cubicBezTo>
                  <a:cubicBezTo>
                    <a:pt x="166" y="91"/>
                    <a:pt x="176" y="91"/>
                    <a:pt x="196" y="74"/>
                  </a:cubicBezTo>
                  <a:cubicBezTo>
                    <a:pt x="233" y="42"/>
                    <a:pt x="206" y="54"/>
                    <a:pt x="240" y="43"/>
                  </a:cubicBezTo>
                  <a:cubicBezTo>
                    <a:pt x="240" y="44"/>
                    <a:pt x="252" y="93"/>
                    <a:pt x="253" y="93"/>
                  </a:cubicBezTo>
                  <a:cubicBezTo>
                    <a:pt x="271" y="96"/>
                    <a:pt x="285" y="74"/>
                    <a:pt x="303" y="68"/>
                  </a:cubicBezTo>
                  <a:cubicBezTo>
                    <a:pt x="325" y="0"/>
                    <a:pt x="322" y="29"/>
                    <a:pt x="328" y="112"/>
                  </a:cubicBezTo>
                  <a:cubicBezTo>
                    <a:pt x="362" y="87"/>
                    <a:pt x="348" y="81"/>
                    <a:pt x="379" y="62"/>
                  </a:cubicBezTo>
                  <a:cubicBezTo>
                    <a:pt x="389" y="104"/>
                    <a:pt x="361" y="152"/>
                    <a:pt x="417" y="125"/>
                  </a:cubicBezTo>
                  <a:cubicBezTo>
                    <a:pt x="421" y="119"/>
                    <a:pt x="423" y="102"/>
                    <a:pt x="429" y="106"/>
                  </a:cubicBezTo>
                  <a:cubicBezTo>
                    <a:pt x="438" y="112"/>
                    <a:pt x="434" y="127"/>
                    <a:pt x="436" y="137"/>
                  </a:cubicBezTo>
                  <a:cubicBezTo>
                    <a:pt x="447" y="193"/>
                    <a:pt x="435" y="157"/>
                    <a:pt x="455" y="207"/>
                  </a:cubicBezTo>
                  <a:cubicBezTo>
                    <a:pt x="502" y="175"/>
                    <a:pt x="449" y="202"/>
                    <a:pt x="486" y="213"/>
                  </a:cubicBezTo>
                  <a:cubicBezTo>
                    <a:pt x="496" y="216"/>
                    <a:pt x="507" y="209"/>
                    <a:pt x="518" y="207"/>
                  </a:cubicBezTo>
                  <a:cubicBezTo>
                    <a:pt x="520" y="213"/>
                    <a:pt x="519" y="221"/>
                    <a:pt x="524" y="226"/>
                  </a:cubicBezTo>
                  <a:cubicBezTo>
                    <a:pt x="529" y="231"/>
                    <a:pt x="540" y="226"/>
                    <a:pt x="543" y="232"/>
                  </a:cubicBezTo>
                  <a:cubicBezTo>
                    <a:pt x="550" y="248"/>
                    <a:pt x="545" y="266"/>
                    <a:pt x="549" y="283"/>
                  </a:cubicBezTo>
                  <a:cubicBezTo>
                    <a:pt x="552" y="296"/>
                    <a:pt x="558" y="308"/>
                    <a:pt x="562" y="321"/>
                  </a:cubicBezTo>
                  <a:cubicBezTo>
                    <a:pt x="610" y="273"/>
                    <a:pt x="599" y="288"/>
                    <a:pt x="606" y="359"/>
                  </a:cubicBezTo>
                  <a:cubicBezTo>
                    <a:pt x="653" y="327"/>
                    <a:pt x="629" y="392"/>
                    <a:pt x="625" y="415"/>
                  </a:cubicBezTo>
                  <a:cubicBezTo>
                    <a:pt x="631" y="518"/>
                    <a:pt x="607" y="533"/>
                    <a:pt x="669" y="580"/>
                  </a:cubicBezTo>
                  <a:cubicBezTo>
                    <a:pt x="682" y="626"/>
                    <a:pt x="685" y="673"/>
                    <a:pt x="695" y="719"/>
                  </a:cubicBezTo>
                  <a:cubicBezTo>
                    <a:pt x="697" y="710"/>
                    <a:pt x="693" y="697"/>
                    <a:pt x="701" y="693"/>
                  </a:cubicBezTo>
                  <a:cubicBezTo>
                    <a:pt x="707" y="690"/>
                    <a:pt x="705" y="706"/>
                    <a:pt x="707" y="712"/>
                  </a:cubicBezTo>
                  <a:cubicBezTo>
                    <a:pt x="709" y="718"/>
                    <a:pt x="712" y="725"/>
                    <a:pt x="714" y="731"/>
                  </a:cubicBezTo>
                  <a:cubicBezTo>
                    <a:pt x="722" y="756"/>
                    <a:pt x="733" y="807"/>
                    <a:pt x="733" y="807"/>
                  </a:cubicBezTo>
                  <a:cubicBezTo>
                    <a:pt x="735" y="836"/>
                    <a:pt x="733" y="866"/>
                    <a:pt x="739" y="895"/>
                  </a:cubicBezTo>
                  <a:cubicBezTo>
                    <a:pt x="742" y="907"/>
                    <a:pt x="753" y="916"/>
                    <a:pt x="758" y="927"/>
                  </a:cubicBezTo>
                  <a:cubicBezTo>
                    <a:pt x="776" y="965"/>
                    <a:pt x="778" y="1005"/>
                    <a:pt x="802" y="1041"/>
                  </a:cubicBezTo>
                  <a:cubicBezTo>
                    <a:pt x="813" y="1006"/>
                    <a:pt x="817" y="1030"/>
                    <a:pt x="846" y="1041"/>
                  </a:cubicBezTo>
                  <a:cubicBezTo>
                    <a:pt x="878" y="1083"/>
                    <a:pt x="874" y="1098"/>
                    <a:pt x="922" y="1116"/>
                  </a:cubicBezTo>
                  <a:cubicBezTo>
                    <a:pt x="940" y="1142"/>
                    <a:pt x="936" y="1157"/>
                    <a:pt x="947" y="1186"/>
                  </a:cubicBezTo>
                  <a:cubicBezTo>
                    <a:pt x="955" y="1206"/>
                    <a:pt x="950" y="1142"/>
                    <a:pt x="960" y="1161"/>
                  </a:cubicBezTo>
                  <a:cubicBezTo>
                    <a:pt x="967" y="1144"/>
                    <a:pt x="987" y="1206"/>
                    <a:pt x="998" y="1192"/>
                  </a:cubicBezTo>
                  <a:cubicBezTo>
                    <a:pt x="1008" y="1179"/>
                    <a:pt x="1024" y="1173"/>
                    <a:pt x="1036" y="1161"/>
                  </a:cubicBezTo>
                  <a:cubicBezTo>
                    <a:pt x="1040" y="1167"/>
                    <a:pt x="1041" y="1177"/>
                    <a:pt x="1048" y="1180"/>
                  </a:cubicBezTo>
                  <a:cubicBezTo>
                    <a:pt x="1082" y="1193"/>
                    <a:pt x="1056" y="1144"/>
                    <a:pt x="1074" y="1192"/>
                  </a:cubicBezTo>
                  <a:cubicBezTo>
                    <a:pt x="1145" y="1157"/>
                    <a:pt x="1114" y="1156"/>
                    <a:pt x="1162" y="1167"/>
                  </a:cubicBezTo>
                  <a:cubicBezTo>
                    <a:pt x="1192" y="1160"/>
                    <a:pt x="1201" y="1153"/>
                    <a:pt x="1232" y="1161"/>
                  </a:cubicBezTo>
                  <a:cubicBezTo>
                    <a:pt x="1251" y="1141"/>
                    <a:pt x="1295" y="1110"/>
                    <a:pt x="1295" y="1110"/>
                  </a:cubicBezTo>
                  <a:cubicBezTo>
                    <a:pt x="1314" y="1140"/>
                    <a:pt x="1327" y="1138"/>
                    <a:pt x="1358" y="1123"/>
                  </a:cubicBezTo>
                  <a:cubicBezTo>
                    <a:pt x="1373" y="1077"/>
                    <a:pt x="1357" y="1085"/>
                    <a:pt x="1396" y="108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28" name="Freeform 160"/>
            <p:cNvSpPr>
              <a:spLocks/>
            </p:cNvSpPr>
            <p:nvPr/>
          </p:nvSpPr>
          <p:spPr bwMode="auto">
            <a:xfrm>
              <a:off x="1844" y="2596"/>
              <a:ext cx="1472" cy="1067"/>
            </a:xfrm>
            <a:custGeom>
              <a:avLst/>
              <a:gdLst/>
              <a:ahLst/>
              <a:cxnLst>
                <a:cxn ang="0">
                  <a:pos x="1472" y="1048"/>
                </a:cxn>
                <a:cxn ang="0">
                  <a:pos x="1409" y="1023"/>
                </a:cxn>
                <a:cxn ang="0">
                  <a:pos x="1415" y="991"/>
                </a:cxn>
                <a:cxn ang="0">
                  <a:pos x="1421" y="966"/>
                </a:cxn>
                <a:cxn ang="0">
                  <a:pos x="1415" y="941"/>
                </a:cxn>
                <a:cxn ang="0">
                  <a:pos x="1409" y="909"/>
                </a:cxn>
                <a:cxn ang="0">
                  <a:pos x="1377" y="947"/>
                </a:cxn>
                <a:cxn ang="0">
                  <a:pos x="1352" y="833"/>
                </a:cxn>
                <a:cxn ang="0">
                  <a:pos x="1320" y="695"/>
                </a:cxn>
                <a:cxn ang="0">
                  <a:pos x="1301" y="707"/>
                </a:cxn>
                <a:cxn ang="0">
                  <a:pos x="1295" y="682"/>
                </a:cxn>
                <a:cxn ang="0">
                  <a:pos x="1257" y="587"/>
                </a:cxn>
                <a:cxn ang="0">
                  <a:pos x="1219" y="473"/>
                </a:cxn>
                <a:cxn ang="0">
                  <a:pos x="1200" y="480"/>
                </a:cxn>
                <a:cxn ang="0">
                  <a:pos x="1143" y="385"/>
                </a:cxn>
                <a:cxn ang="0">
                  <a:pos x="1105" y="259"/>
                </a:cxn>
                <a:cxn ang="0">
                  <a:pos x="1080" y="221"/>
                </a:cxn>
                <a:cxn ang="0">
                  <a:pos x="1042" y="170"/>
                </a:cxn>
                <a:cxn ang="0">
                  <a:pos x="1023" y="177"/>
                </a:cxn>
                <a:cxn ang="0">
                  <a:pos x="1017" y="196"/>
                </a:cxn>
                <a:cxn ang="0">
                  <a:pos x="1011" y="177"/>
                </a:cxn>
                <a:cxn ang="0">
                  <a:pos x="966" y="120"/>
                </a:cxn>
                <a:cxn ang="0">
                  <a:pos x="948" y="126"/>
                </a:cxn>
                <a:cxn ang="0">
                  <a:pos x="859" y="57"/>
                </a:cxn>
                <a:cxn ang="0">
                  <a:pos x="853" y="76"/>
                </a:cxn>
                <a:cxn ang="0">
                  <a:pos x="821" y="44"/>
                </a:cxn>
                <a:cxn ang="0">
                  <a:pos x="752" y="19"/>
                </a:cxn>
                <a:cxn ang="0">
                  <a:pos x="689" y="0"/>
                </a:cxn>
                <a:cxn ang="0">
                  <a:pos x="651" y="25"/>
                </a:cxn>
                <a:cxn ang="0">
                  <a:pos x="625" y="50"/>
                </a:cxn>
                <a:cxn ang="0">
                  <a:pos x="619" y="69"/>
                </a:cxn>
                <a:cxn ang="0">
                  <a:pos x="613" y="50"/>
                </a:cxn>
                <a:cxn ang="0">
                  <a:pos x="588" y="25"/>
                </a:cxn>
                <a:cxn ang="0">
                  <a:pos x="569" y="82"/>
                </a:cxn>
                <a:cxn ang="0">
                  <a:pos x="562" y="63"/>
                </a:cxn>
                <a:cxn ang="0">
                  <a:pos x="543" y="50"/>
                </a:cxn>
                <a:cxn ang="0">
                  <a:pos x="512" y="82"/>
                </a:cxn>
                <a:cxn ang="0">
                  <a:pos x="486" y="126"/>
                </a:cxn>
                <a:cxn ang="0">
                  <a:pos x="480" y="151"/>
                </a:cxn>
                <a:cxn ang="0">
                  <a:pos x="474" y="132"/>
                </a:cxn>
                <a:cxn ang="0">
                  <a:pos x="449" y="145"/>
                </a:cxn>
                <a:cxn ang="0">
                  <a:pos x="423" y="208"/>
                </a:cxn>
                <a:cxn ang="0">
                  <a:pos x="417" y="183"/>
                </a:cxn>
                <a:cxn ang="0">
                  <a:pos x="398" y="196"/>
                </a:cxn>
                <a:cxn ang="0">
                  <a:pos x="373" y="252"/>
                </a:cxn>
                <a:cxn ang="0">
                  <a:pos x="335" y="379"/>
                </a:cxn>
                <a:cxn ang="0">
                  <a:pos x="310" y="429"/>
                </a:cxn>
                <a:cxn ang="0">
                  <a:pos x="291" y="518"/>
                </a:cxn>
                <a:cxn ang="0">
                  <a:pos x="240" y="688"/>
                </a:cxn>
                <a:cxn ang="0">
                  <a:pos x="171" y="884"/>
                </a:cxn>
                <a:cxn ang="0">
                  <a:pos x="164" y="865"/>
                </a:cxn>
                <a:cxn ang="0">
                  <a:pos x="158" y="840"/>
                </a:cxn>
                <a:cxn ang="0">
                  <a:pos x="145" y="897"/>
                </a:cxn>
                <a:cxn ang="0">
                  <a:pos x="108" y="1067"/>
                </a:cxn>
                <a:cxn ang="0">
                  <a:pos x="70" y="1055"/>
                </a:cxn>
                <a:cxn ang="0">
                  <a:pos x="0" y="1055"/>
                </a:cxn>
              </a:cxnLst>
              <a:rect l="0" t="0" r="r" b="b"/>
              <a:pathLst>
                <a:path w="1472" h="1067">
                  <a:moveTo>
                    <a:pt x="1472" y="1048"/>
                  </a:moveTo>
                  <a:cubicBezTo>
                    <a:pt x="1451" y="1038"/>
                    <a:pt x="1431" y="1030"/>
                    <a:pt x="1409" y="1023"/>
                  </a:cubicBezTo>
                  <a:cubicBezTo>
                    <a:pt x="1411" y="1012"/>
                    <a:pt x="1413" y="1002"/>
                    <a:pt x="1415" y="991"/>
                  </a:cubicBezTo>
                  <a:cubicBezTo>
                    <a:pt x="1418" y="978"/>
                    <a:pt x="1439" y="902"/>
                    <a:pt x="1421" y="966"/>
                  </a:cubicBezTo>
                  <a:cubicBezTo>
                    <a:pt x="1419" y="958"/>
                    <a:pt x="1417" y="949"/>
                    <a:pt x="1415" y="941"/>
                  </a:cubicBezTo>
                  <a:cubicBezTo>
                    <a:pt x="1413" y="930"/>
                    <a:pt x="1419" y="914"/>
                    <a:pt x="1409" y="909"/>
                  </a:cubicBezTo>
                  <a:cubicBezTo>
                    <a:pt x="1403" y="906"/>
                    <a:pt x="1379" y="944"/>
                    <a:pt x="1377" y="947"/>
                  </a:cubicBezTo>
                  <a:cubicBezTo>
                    <a:pt x="1372" y="890"/>
                    <a:pt x="1373" y="878"/>
                    <a:pt x="1352" y="833"/>
                  </a:cubicBezTo>
                  <a:cubicBezTo>
                    <a:pt x="1343" y="787"/>
                    <a:pt x="1335" y="739"/>
                    <a:pt x="1320" y="695"/>
                  </a:cubicBezTo>
                  <a:cubicBezTo>
                    <a:pt x="1314" y="699"/>
                    <a:pt x="1308" y="710"/>
                    <a:pt x="1301" y="707"/>
                  </a:cubicBezTo>
                  <a:cubicBezTo>
                    <a:pt x="1293" y="703"/>
                    <a:pt x="1297" y="690"/>
                    <a:pt x="1295" y="682"/>
                  </a:cubicBezTo>
                  <a:cubicBezTo>
                    <a:pt x="1286" y="650"/>
                    <a:pt x="1275" y="614"/>
                    <a:pt x="1257" y="587"/>
                  </a:cubicBezTo>
                  <a:cubicBezTo>
                    <a:pt x="1245" y="548"/>
                    <a:pt x="1228" y="512"/>
                    <a:pt x="1219" y="473"/>
                  </a:cubicBezTo>
                  <a:cubicBezTo>
                    <a:pt x="1213" y="475"/>
                    <a:pt x="1204" y="485"/>
                    <a:pt x="1200" y="480"/>
                  </a:cubicBezTo>
                  <a:cubicBezTo>
                    <a:pt x="1173" y="449"/>
                    <a:pt x="1187" y="399"/>
                    <a:pt x="1143" y="385"/>
                  </a:cubicBezTo>
                  <a:cubicBezTo>
                    <a:pt x="1136" y="340"/>
                    <a:pt x="1131" y="297"/>
                    <a:pt x="1105" y="259"/>
                  </a:cubicBezTo>
                  <a:cubicBezTo>
                    <a:pt x="1094" y="225"/>
                    <a:pt x="1106" y="254"/>
                    <a:pt x="1080" y="221"/>
                  </a:cubicBezTo>
                  <a:cubicBezTo>
                    <a:pt x="1067" y="205"/>
                    <a:pt x="1042" y="170"/>
                    <a:pt x="1042" y="170"/>
                  </a:cubicBezTo>
                  <a:cubicBezTo>
                    <a:pt x="1036" y="172"/>
                    <a:pt x="1028" y="172"/>
                    <a:pt x="1023" y="177"/>
                  </a:cubicBezTo>
                  <a:cubicBezTo>
                    <a:pt x="1018" y="182"/>
                    <a:pt x="1024" y="196"/>
                    <a:pt x="1017" y="196"/>
                  </a:cubicBezTo>
                  <a:cubicBezTo>
                    <a:pt x="1010" y="196"/>
                    <a:pt x="1015" y="183"/>
                    <a:pt x="1011" y="177"/>
                  </a:cubicBezTo>
                  <a:cubicBezTo>
                    <a:pt x="998" y="157"/>
                    <a:pt x="966" y="120"/>
                    <a:pt x="966" y="120"/>
                  </a:cubicBezTo>
                  <a:cubicBezTo>
                    <a:pt x="960" y="122"/>
                    <a:pt x="953" y="129"/>
                    <a:pt x="948" y="126"/>
                  </a:cubicBezTo>
                  <a:cubicBezTo>
                    <a:pt x="901" y="96"/>
                    <a:pt x="906" y="72"/>
                    <a:pt x="859" y="57"/>
                  </a:cubicBezTo>
                  <a:cubicBezTo>
                    <a:pt x="857" y="63"/>
                    <a:pt x="859" y="74"/>
                    <a:pt x="853" y="76"/>
                  </a:cubicBezTo>
                  <a:cubicBezTo>
                    <a:pt x="839" y="79"/>
                    <a:pt x="827" y="49"/>
                    <a:pt x="821" y="44"/>
                  </a:cubicBezTo>
                  <a:cubicBezTo>
                    <a:pt x="795" y="24"/>
                    <a:pt x="781" y="25"/>
                    <a:pt x="752" y="19"/>
                  </a:cubicBezTo>
                  <a:cubicBezTo>
                    <a:pt x="718" y="40"/>
                    <a:pt x="719" y="19"/>
                    <a:pt x="689" y="0"/>
                  </a:cubicBezTo>
                  <a:cubicBezTo>
                    <a:pt x="668" y="30"/>
                    <a:pt x="684" y="48"/>
                    <a:pt x="651" y="25"/>
                  </a:cubicBezTo>
                  <a:cubicBezTo>
                    <a:pt x="642" y="33"/>
                    <a:pt x="632" y="40"/>
                    <a:pt x="625" y="50"/>
                  </a:cubicBezTo>
                  <a:cubicBezTo>
                    <a:pt x="621" y="55"/>
                    <a:pt x="626" y="69"/>
                    <a:pt x="619" y="69"/>
                  </a:cubicBezTo>
                  <a:cubicBezTo>
                    <a:pt x="612" y="69"/>
                    <a:pt x="615" y="56"/>
                    <a:pt x="613" y="50"/>
                  </a:cubicBezTo>
                  <a:cubicBezTo>
                    <a:pt x="605" y="25"/>
                    <a:pt x="612" y="33"/>
                    <a:pt x="588" y="25"/>
                  </a:cubicBezTo>
                  <a:cubicBezTo>
                    <a:pt x="587" y="29"/>
                    <a:pt x="579" y="79"/>
                    <a:pt x="569" y="82"/>
                  </a:cubicBezTo>
                  <a:cubicBezTo>
                    <a:pt x="563" y="84"/>
                    <a:pt x="566" y="68"/>
                    <a:pt x="562" y="63"/>
                  </a:cubicBezTo>
                  <a:cubicBezTo>
                    <a:pt x="557" y="57"/>
                    <a:pt x="549" y="54"/>
                    <a:pt x="543" y="50"/>
                  </a:cubicBezTo>
                  <a:cubicBezTo>
                    <a:pt x="529" y="109"/>
                    <a:pt x="551" y="50"/>
                    <a:pt x="512" y="82"/>
                  </a:cubicBezTo>
                  <a:cubicBezTo>
                    <a:pt x="499" y="93"/>
                    <a:pt x="496" y="112"/>
                    <a:pt x="486" y="126"/>
                  </a:cubicBezTo>
                  <a:cubicBezTo>
                    <a:pt x="484" y="134"/>
                    <a:pt x="488" y="147"/>
                    <a:pt x="480" y="151"/>
                  </a:cubicBezTo>
                  <a:cubicBezTo>
                    <a:pt x="474" y="154"/>
                    <a:pt x="481" y="133"/>
                    <a:pt x="474" y="132"/>
                  </a:cubicBezTo>
                  <a:cubicBezTo>
                    <a:pt x="465" y="130"/>
                    <a:pt x="457" y="141"/>
                    <a:pt x="449" y="145"/>
                  </a:cubicBezTo>
                  <a:cubicBezTo>
                    <a:pt x="434" y="166"/>
                    <a:pt x="430" y="183"/>
                    <a:pt x="423" y="208"/>
                  </a:cubicBezTo>
                  <a:cubicBezTo>
                    <a:pt x="421" y="200"/>
                    <a:pt x="425" y="187"/>
                    <a:pt x="417" y="183"/>
                  </a:cubicBezTo>
                  <a:cubicBezTo>
                    <a:pt x="410" y="180"/>
                    <a:pt x="403" y="190"/>
                    <a:pt x="398" y="196"/>
                  </a:cubicBezTo>
                  <a:cubicBezTo>
                    <a:pt x="388" y="209"/>
                    <a:pt x="383" y="236"/>
                    <a:pt x="373" y="252"/>
                  </a:cubicBezTo>
                  <a:cubicBezTo>
                    <a:pt x="367" y="290"/>
                    <a:pt x="353" y="343"/>
                    <a:pt x="335" y="379"/>
                  </a:cubicBezTo>
                  <a:cubicBezTo>
                    <a:pt x="314" y="422"/>
                    <a:pt x="328" y="370"/>
                    <a:pt x="310" y="429"/>
                  </a:cubicBezTo>
                  <a:cubicBezTo>
                    <a:pt x="301" y="458"/>
                    <a:pt x="300" y="489"/>
                    <a:pt x="291" y="518"/>
                  </a:cubicBezTo>
                  <a:cubicBezTo>
                    <a:pt x="241" y="418"/>
                    <a:pt x="312" y="665"/>
                    <a:pt x="240" y="688"/>
                  </a:cubicBezTo>
                  <a:cubicBezTo>
                    <a:pt x="205" y="746"/>
                    <a:pt x="195" y="820"/>
                    <a:pt x="171" y="884"/>
                  </a:cubicBezTo>
                  <a:cubicBezTo>
                    <a:pt x="169" y="878"/>
                    <a:pt x="166" y="871"/>
                    <a:pt x="164" y="865"/>
                  </a:cubicBezTo>
                  <a:cubicBezTo>
                    <a:pt x="162" y="857"/>
                    <a:pt x="166" y="836"/>
                    <a:pt x="158" y="840"/>
                  </a:cubicBezTo>
                  <a:cubicBezTo>
                    <a:pt x="141" y="849"/>
                    <a:pt x="151" y="878"/>
                    <a:pt x="145" y="897"/>
                  </a:cubicBezTo>
                  <a:cubicBezTo>
                    <a:pt x="128" y="953"/>
                    <a:pt x="126" y="1011"/>
                    <a:pt x="108" y="1067"/>
                  </a:cubicBezTo>
                  <a:cubicBezTo>
                    <a:pt x="99" y="1035"/>
                    <a:pt x="93" y="1019"/>
                    <a:pt x="70" y="1055"/>
                  </a:cubicBezTo>
                  <a:cubicBezTo>
                    <a:pt x="36" y="1032"/>
                    <a:pt x="36" y="1055"/>
                    <a:pt x="0" y="105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29" name="Freeform 161"/>
            <p:cNvSpPr>
              <a:spLocks/>
            </p:cNvSpPr>
            <p:nvPr/>
          </p:nvSpPr>
          <p:spPr bwMode="auto">
            <a:xfrm>
              <a:off x="1964" y="2569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30" name="Freeform 162"/>
            <p:cNvSpPr>
              <a:spLocks/>
            </p:cNvSpPr>
            <p:nvPr/>
          </p:nvSpPr>
          <p:spPr bwMode="auto">
            <a:xfrm flipV="1">
              <a:off x="1946" y="2613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31" name="Freeform 163"/>
            <p:cNvSpPr>
              <a:spLocks/>
            </p:cNvSpPr>
            <p:nvPr/>
          </p:nvSpPr>
          <p:spPr bwMode="auto">
            <a:xfrm>
              <a:off x="1918" y="2583"/>
              <a:ext cx="1492" cy="1162"/>
            </a:xfrm>
            <a:custGeom>
              <a:avLst/>
              <a:gdLst/>
              <a:ahLst/>
              <a:cxnLst>
                <a:cxn ang="0">
                  <a:pos x="34" y="1093"/>
                </a:cxn>
                <a:cxn ang="0">
                  <a:pos x="72" y="1093"/>
                </a:cxn>
                <a:cxn ang="0">
                  <a:pos x="91" y="1112"/>
                </a:cxn>
                <a:cxn ang="0">
                  <a:pos x="160" y="1086"/>
                </a:cxn>
                <a:cxn ang="0">
                  <a:pos x="173" y="1124"/>
                </a:cxn>
                <a:cxn ang="0">
                  <a:pos x="223" y="1143"/>
                </a:cxn>
                <a:cxn ang="0">
                  <a:pos x="287" y="1143"/>
                </a:cxn>
                <a:cxn ang="0">
                  <a:pos x="337" y="1162"/>
                </a:cxn>
                <a:cxn ang="0">
                  <a:pos x="369" y="1124"/>
                </a:cxn>
                <a:cxn ang="0">
                  <a:pos x="432" y="1105"/>
                </a:cxn>
                <a:cxn ang="0">
                  <a:pos x="495" y="1068"/>
                </a:cxn>
                <a:cxn ang="0">
                  <a:pos x="533" y="1061"/>
                </a:cxn>
                <a:cxn ang="0">
                  <a:pos x="571" y="1061"/>
                </a:cxn>
                <a:cxn ang="0">
                  <a:pos x="590" y="1074"/>
                </a:cxn>
                <a:cxn ang="0">
                  <a:pos x="621" y="954"/>
                </a:cxn>
                <a:cxn ang="0">
                  <a:pos x="628" y="973"/>
                </a:cxn>
                <a:cxn ang="0">
                  <a:pos x="634" y="948"/>
                </a:cxn>
                <a:cxn ang="0">
                  <a:pos x="647" y="922"/>
                </a:cxn>
                <a:cxn ang="0">
                  <a:pos x="691" y="809"/>
                </a:cxn>
                <a:cxn ang="0">
                  <a:pos x="741" y="657"/>
                </a:cxn>
                <a:cxn ang="0">
                  <a:pos x="767" y="606"/>
                </a:cxn>
                <a:cxn ang="0">
                  <a:pos x="798" y="531"/>
                </a:cxn>
                <a:cxn ang="0">
                  <a:pos x="805" y="499"/>
                </a:cxn>
                <a:cxn ang="0">
                  <a:pos x="811" y="480"/>
                </a:cxn>
                <a:cxn ang="0">
                  <a:pos x="823" y="430"/>
                </a:cxn>
                <a:cxn ang="0">
                  <a:pos x="861" y="329"/>
                </a:cxn>
                <a:cxn ang="0">
                  <a:pos x="956" y="120"/>
                </a:cxn>
                <a:cxn ang="0">
                  <a:pos x="988" y="101"/>
                </a:cxn>
                <a:cxn ang="0">
                  <a:pos x="1007" y="63"/>
                </a:cxn>
                <a:cxn ang="0">
                  <a:pos x="1013" y="89"/>
                </a:cxn>
                <a:cxn ang="0">
                  <a:pos x="1019" y="108"/>
                </a:cxn>
                <a:cxn ang="0">
                  <a:pos x="1057" y="57"/>
                </a:cxn>
                <a:cxn ang="0">
                  <a:pos x="1063" y="89"/>
                </a:cxn>
                <a:cxn ang="0">
                  <a:pos x="1070" y="114"/>
                </a:cxn>
                <a:cxn ang="0">
                  <a:pos x="1095" y="82"/>
                </a:cxn>
                <a:cxn ang="0">
                  <a:pos x="1101" y="57"/>
                </a:cxn>
                <a:cxn ang="0">
                  <a:pos x="1108" y="38"/>
                </a:cxn>
                <a:cxn ang="0">
                  <a:pos x="1127" y="82"/>
                </a:cxn>
                <a:cxn ang="0">
                  <a:pos x="1146" y="57"/>
                </a:cxn>
                <a:cxn ang="0">
                  <a:pos x="1152" y="32"/>
                </a:cxn>
                <a:cxn ang="0">
                  <a:pos x="1171" y="82"/>
                </a:cxn>
                <a:cxn ang="0">
                  <a:pos x="1215" y="25"/>
                </a:cxn>
                <a:cxn ang="0">
                  <a:pos x="1259" y="13"/>
                </a:cxn>
                <a:cxn ang="0">
                  <a:pos x="1291" y="44"/>
                </a:cxn>
                <a:cxn ang="0">
                  <a:pos x="1303" y="19"/>
                </a:cxn>
                <a:cxn ang="0">
                  <a:pos x="1335" y="57"/>
                </a:cxn>
                <a:cxn ang="0">
                  <a:pos x="1392" y="0"/>
                </a:cxn>
                <a:cxn ang="0">
                  <a:pos x="1417" y="76"/>
                </a:cxn>
                <a:cxn ang="0">
                  <a:pos x="1442" y="70"/>
                </a:cxn>
                <a:cxn ang="0">
                  <a:pos x="1461" y="70"/>
                </a:cxn>
                <a:cxn ang="0">
                  <a:pos x="1474" y="133"/>
                </a:cxn>
                <a:cxn ang="0">
                  <a:pos x="1487" y="120"/>
                </a:cxn>
              </a:cxnLst>
              <a:rect l="0" t="0" r="r" b="b"/>
              <a:pathLst>
                <a:path w="1492" h="1162">
                  <a:moveTo>
                    <a:pt x="34" y="1093"/>
                  </a:moveTo>
                  <a:cubicBezTo>
                    <a:pt x="106" y="1138"/>
                    <a:pt x="0" y="1080"/>
                    <a:pt x="72" y="1093"/>
                  </a:cubicBezTo>
                  <a:cubicBezTo>
                    <a:pt x="81" y="1095"/>
                    <a:pt x="85" y="1106"/>
                    <a:pt x="91" y="1112"/>
                  </a:cubicBezTo>
                  <a:cubicBezTo>
                    <a:pt x="108" y="1103"/>
                    <a:pt x="141" y="1084"/>
                    <a:pt x="160" y="1086"/>
                  </a:cubicBezTo>
                  <a:cubicBezTo>
                    <a:pt x="161" y="1086"/>
                    <a:pt x="173" y="1123"/>
                    <a:pt x="173" y="1124"/>
                  </a:cubicBezTo>
                  <a:cubicBezTo>
                    <a:pt x="223" y="1112"/>
                    <a:pt x="180" y="1129"/>
                    <a:pt x="223" y="1143"/>
                  </a:cubicBezTo>
                  <a:cubicBezTo>
                    <a:pt x="281" y="1121"/>
                    <a:pt x="264" y="1109"/>
                    <a:pt x="287" y="1143"/>
                  </a:cubicBezTo>
                  <a:cubicBezTo>
                    <a:pt x="337" y="1131"/>
                    <a:pt x="327" y="1099"/>
                    <a:pt x="337" y="1162"/>
                  </a:cubicBezTo>
                  <a:cubicBezTo>
                    <a:pt x="349" y="1150"/>
                    <a:pt x="354" y="1132"/>
                    <a:pt x="369" y="1124"/>
                  </a:cubicBezTo>
                  <a:cubicBezTo>
                    <a:pt x="388" y="1114"/>
                    <a:pt x="411" y="1113"/>
                    <a:pt x="432" y="1105"/>
                  </a:cubicBezTo>
                  <a:cubicBezTo>
                    <a:pt x="471" y="1162"/>
                    <a:pt x="468" y="1081"/>
                    <a:pt x="495" y="1068"/>
                  </a:cubicBezTo>
                  <a:cubicBezTo>
                    <a:pt x="507" y="1062"/>
                    <a:pt x="520" y="1063"/>
                    <a:pt x="533" y="1061"/>
                  </a:cubicBezTo>
                  <a:cubicBezTo>
                    <a:pt x="577" y="994"/>
                    <a:pt x="545" y="1028"/>
                    <a:pt x="571" y="1061"/>
                  </a:cubicBezTo>
                  <a:cubicBezTo>
                    <a:pt x="576" y="1067"/>
                    <a:pt x="584" y="1070"/>
                    <a:pt x="590" y="1074"/>
                  </a:cubicBezTo>
                  <a:cubicBezTo>
                    <a:pt x="600" y="1033"/>
                    <a:pt x="614" y="996"/>
                    <a:pt x="621" y="954"/>
                  </a:cubicBezTo>
                  <a:cubicBezTo>
                    <a:pt x="623" y="960"/>
                    <a:pt x="622" y="976"/>
                    <a:pt x="628" y="973"/>
                  </a:cubicBezTo>
                  <a:cubicBezTo>
                    <a:pt x="636" y="969"/>
                    <a:pt x="631" y="956"/>
                    <a:pt x="634" y="948"/>
                  </a:cubicBezTo>
                  <a:cubicBezTo>
                    <a:pt x="637" y="939"/>
                    <a:pt x="643" y="931"/>
                    <a:pt x="647" y="922"/>
                  </a:cubicBezTo>
                  <a:cubicBezTo>
                    <a:pt x="664" y="883"/>
                    <a:pt x="665" y="843"/>
                    <a:pt x="691" y="809"/>
                  </a:cubicBezTo>
                  <a:cubicBezTo>
                    <a:pt x="707" y="758"/>
                    <a:pt x="725" y="708"/>
                    <a:pt x="741" y="657"/>
                  </a:cubicBezTo>
                  <a:cubicBezTo>
                    <a:pt x="747" y="639"/>
                    <a:pt x="760" y="624"/>
                    <a:pt x="767" y="606"/>
                  </a:cubicBezTo>
                  <a:cubicBezTo>
                    <a:pt x="773" y="575"/>
                    <a:pt x="784" y="559"/>
                    <a:pt x="798" y="531"/>
                  </a:cubicBezTo>
                  <a:cubicBezTo>
                    <a:pt x="800" y="520"/>
                    <a:pt x="802" y="510"/>
                    <a:pt x="805" y="499"/>
                  </a:cubicBezTo>
                  <a:cubicBezTo>
                    <a:pt x="807" y="493"/>
                    <a:pt x="809" y="486"/>
                    <a:pt x="811" y="480"/>
                  </a:cubicBezTo>
                  <a:cubicBezTo>
                    <a:pt x="815" y="463"/>
                    <a:pt x="823" y="430"/>
                    <a:pt x="823" y="430"/>
                  </a:cubicBezTo>
                  <a:cubicBezTo>
                    <a:pt x="829" y="374"/>
                    <a:pt x="816" y="351"/>
                    <a:pt x="861" y="329"/>
                  </a:cubicBezTo>
                  <a:cubicBezTo>
                    <a:pt x="879" y="256"/>
                    <a:pt x="921" y="187"/>
                    <a:pt x="956" y="120"/>
                  </a:cubicBezTo>
                  <a:cubicBezTo>
                    <a:pt x="967" y="153"/>
                    <a:pt x="958" y="145"/>
                    <a:pt x="988" y="101"/>
                  </a:cubicBezTo>
                  <a:cubicBezTo>
                    <a:pt x="1003" y="79"/>
                    <a:pt x="998" y="86"/>
                    <a:pt x="1007" y="63"/>
                  </a:cubicBezTo>
                  <a:cubicBezTo>
                    <a:pt x="1009" y="72"/>
                    <a:pt x="1011" y="80"/>
                    <a:pt x="1013" y="89"/>
                  </a:cubicBezTo>
                  <a:cubicBezTo>
                    <a:pt x="1015" y="95"/>
                    <a:pt x="1014" y="112"/>
                    <a:pt x="1019" y="108"/>
                  </a:cubicBezTo>
                  <a:cubicBezTo>
                    <a:pt x="1036" y="96"/>
                    <a:pt x="1057" y="57"/>
                    <a:pt x="1057" y="57"/>
                  </a:cubicBezTo>
                  <a:cubicBezTo>
                    <a:pt x="1059" y="68"/>
                    <a:pt x="1061" y="78"/>
                    <a:pt x="1063" y="89"/>
                  </a:cubicBezTo>
                  <a:cubicBezTo>
                    <a:pt x="1065" y="97"/>
                    <a:pt x="1062" y="116"/>
                    <a:pt x="1070" y="114"/>
                  </a:cubicBezTo>
                  <a:cubicBezTo>
                    <a:pt x="1083" y="111"/>
                    <a:pt x="1087" y="93"/>
                    <a:pt x="1095" y="82"/>
                  </a:cubicBezTo>
                  <a:cubicBezTo>
                    <a:pt x="1097" y="74"/>
                    <a:pt x="1099" y="65"/>
                    <a:pt x="1101" y="57"/>
                  </a:cubicBezTo>
                  <a:cubicBezTo>
                    <a:pt x="1103" y="51"/>
                    <a:pt x="1102" y="36"/>
                    <a:pt x="1108" y="38"/>
                  </a:cubicBezTo>
                  <a:cubicBezTo>
                    <a:pt x="1112" y="39"/>
                    <a:pt x="1125" y="76"/>
                    <a:pt x="1127" y="82"/>
                  </a:cubicBezTo>
                  <a:cubicBezTo>
                    <a:pt x="1133" y="74"/>
                    <a:pt x="1141" y="66"/>
                    <a:pt x="1146" y="57"/>
                  </a:cubicBezTo>
                  <a:cubicBezTo>
                    <a:pt x="1150" y="49"/>
                    <a:pt x="1144" y="29"/>
                    <a:pt x="1152" y="32"/>
                  </a:cubicBezTo>
                  <a:cubicBezTo>
                    <a:pt x="1156" y="33"/>
                    <a:pt x="1168" y="74"/>
                    <a:pt x="1171" y="82"/>
                  </a:cubicBezTo>
                  <a:cubicBezTo>
                    <a:pt x="1195" y="67"/>
                    <a:pt x="1198" y="49"/>
                    <a:pt x="1215" y="25"/>
                  </a:cubicBezTo>
                  <a:cubicBezTo>
                    <a:pt x="1239" y="60"/>
                    <a:pt x="1244" y="44"/>
                    <a:pt x="1259" y="13"/>
                  </a:cubicBezTo>
                  <a:cubicBezTo>
                    <a:pt x="1269" y="48"/>
                    <a:pt x="1254" y="81"/>
                    <a:pt x="1291" y="44"/>
                  </a:cubicBezTo>
                  <a:cubicBezTo>
                    <a:pt x="1295" y="36"/>
                    <a:pt x="1294" y="21"/>
                    <a:pt x="1303" y="19"/>
                  </a:cubicBezTo>
                  <a:cubicBezTo>
                    <a:pt x="1310" y="18"/>
                    <a:pt x="1332" y="53"/>
                    <a:pt x="1335" y="57"/>
                  </a:cubicBezTo>
                  <a:cubicBezTo>
                    <a:pt x="1363" y="42"/>
                    <a:pt x="1374" y="26"/>
                    <a:pt x="1392" y="0"/>
                  </a:cubicBezTo>
                  <a:cubicBezTo>
                    <a:pt x="1397" y="29"/>
                    <a:pt x="1401" y="51"/>
                    <a:pt x="1417" y="76"/>
                  </a:cubicBezTo>
                  <a:cubicBezTo>
                    <a:pt x="1425" y="74"/>
                    <a:pt x="1435" y="75"/>
                    <a:pt x="1442" y="70"/>
                  </a:cubicBezTo>
                  <a:cubicBezTo>
                    <a:pt x="1459" y="56"/>
                    <a:pt x="1437" y="32"/>
                    <a:pt x="1461" y="70"/>
                  </a:cubicBezTo>
                  <a:cubicBezTo>
                    <a:pt x="1477" y="159"/>
                    <a:pt x="1460" y="67"/>
                    <a:pt x="1474" y="133"/>
                  </a:cubicBezTo>
                  <a:cubicBezTo>
                    <a:pt x="1492" y="217"/>
                    <a:pt x="1487" y="222"/>
                    <a:pt x="1487" y="120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32" name="Freeform 164"/>
            <p:cNvSpPr>
              <a:spLocks/>
            </p:cNvSpPr>
            <p:nvPr/>
          </p:nvSpPr>
          <p:spPr bwMode="auto">
            <a:xfrm>
              <a:off x="1999" y="2533"/>
              <a:ext cx="1349" cy="1269"/>
            </a:xfrm>
            <a:custGeom>
              <a:avLst/>
              <a:gdLst/>
              <a:ahLst/>
              <a:cxnLst>
                <a:cxn ang="0">
                  <a:pos x="4" y="151"/>
                </a:cxn>
                <a:cxn ang="0">
                  <a:pos x="42" y="95"/>
                </a:cxn>
                <a:cxn ang="0">
                  <a:pos x="67" y="57"/>
                </a:cxn>
                <a:cxn ang="0">
                  <a:pos x="73" y="76"/>
                </a:cxn>
                <a:cxn ang="0">
                  <a:pos x="67" y="95"/>
                </a:cxn>
                <a:cxn ang="0">
                  <a:pos x="99" y="38"/>
                </a:cxn>
                <a:cxn ang="0">
                  <a:pos x="143" y="13"/>
                </a:cxn>
                <a:cxn ang="0">
                  <a:pos x="149" y="69"/>
                </a:cxn>
                <a:cxn ang="0">
                  <a:pos x="168" y="63"/>
                </a:cxn>
                <a:cxn ang="0">
                  <a:pos x="200" y="19"/>
                </a:cxn>
                <a:cxn ang="0">
                  <a:pos x="212" y="101"/>
                </a:cxn>
                <a:cxn ang="0">
                  <a:pos x="231" y="63"/>
                </a:cxn>
                <a:cxn ang="0">
                  <a:pos x="257" y="0"/>
                </a:cxn>
                <a:cxn ang="0">
                  <a:pos x="263" y="95"/>
                </a:cxn>
                <a:cxn ang="0">
                  <a:pos x="295" y="82"/>
                </a:cxn>
                <a:cxn ang="0">
                  <a:pos x="320" y="31"/>
                </a:cxn>
                <a:cxn ang="0">
                  <a:pos x="358" y="63"/>
                </a:cxn>
                <a:cxn ang="0">
                  <a:pos x="383" y="145"/>
                </a:cxn>
                <a:cxn ang="0">
                  <a:pos x="402" y="126"/>
                </a:cxn>
                <a:cxn ang="0">
                  <a:pos x="408" y="107"/>
                </a:cxn>
                <a:cxn ang="0">
                  <a:pos x="433" y="164"/>
                </a:cxn>
                <a:cxn ang="0">
                  <a:pos x="452" y="189"/>
                </a:cxn>
                <a:cxn ang="0">
                  <a:pos x="478" y="158"/>
                </a:cxn>
                <a:cxn ang="0">
                  <a:pos x="484" y="133"/>
                </a:cxn>
                <a:cxn ang="0">
                  <a:pos x="497" y="151"/>
                </a:cxn>
                <a:cxn ang="0">
                  <a:pos x="516" y="227"/>
                </a:cxn>
                <a:cxn ang="0">
                  <a:pos x="547" y="259"/>
                </a:cxn>
                <a:cxn ang="0">
                  <a:pos x="553" y="335"/>
                </a:cxn>
                <a:cxn ang="0">
                  <a:pos x="572" y="322"/>
                </a:cxn>
                <a:cxn ang="0">
                  <a:pos x="579" y="341"/>
                </a:cxn>
                <a:cxn ang="0">
                  <a:pos x="604" y="474"/>
                </a:cxn>
                <a:cxn ang="0">
                  <a:pos x="629" y="398"/>
                </a:cxn>
                <a:cxn ang="0">
                  <a:pos x="673" y="606"/>
                </a:cxn>
                <a:cxn ang="0">
                  <a:pos x="699" y="657"/>
                </a:cxn>
                <a:cxn ang="0">
                  <a:pos x="718" y="638"/>
                </a:cxn>
                <a:cxn ang="0">
                  <a:pos x="737" y="663"/>
                </a:cxn>
                <a:cxn ang="0">
                  <a:pos x="756" y="859"/>
                </a:cxn>
                <a:cxn ang="0">
                  <a:pos x="781" y="859"/>
                </a:cxn>
                <a:cxn ang="0">
                  <a:pos x="800" y="941"/>
                </a:cxn>
                <a:cxn ang="0">
                  <a:pos x="831" y="979"/>
                </a:cxn>
                <a:cxn ang="0">
                  <a:pos x="983" y="1225"/>
                </a:cxn>
                <a:cxn ang="0">
                  <a:pos x="995" y="1244"/>
                </a:cxn>
                <a:cxn ang="0">
                  <a:pos x="1059" y="1175"/>
                </a:cxn>
                <a:cxn ang="0">
                  <a:pos x="1078" y="1244"/>
                </a:cxn>
                <a:cxn ang="0">
                  <a:pos x="1135" y="1225"/>
                </a:cxn>
                <a:cxn ang="0">
                  <a:pos x="1198" y="1149"/>
                </a:cxn>
                <a:cxn ang="0">
                  <a:pos x="1204" y="1181"/>
                </a:cxn>
                <a:cxn ang="0">
                  <a:pos x="1210" y="1206"/>
                </a:cxn>
                <a:cxn ang="0">
                  <a:pos x="1236" y="1194"/>
                </a:cxn>
                <a:cxn ang="0">
                  <a:pos x="1261" y="1194"/>
                </a:cxn>
                <a:cxn ang="0">
                  <a:pos x="1280" y="1181"/>
                </a:cxn>
                <a:cxn ang="0">
                  <a:pos x="1305" y="1124"/>
                </a:cxn>
                <a:cxn ang="0">
                  <a:pos x="1330" y="1130"/>
                </a:cxn>
                <a:cxn ang="0">
                  <a:pos x="1349" y="1137"/>
                </a:cxn>
                <a:cxn ang="0">
                  <a:pos x="1330" y="1143"/>
                </a:cxn>
                <a:cxn ang="0">
                  <a:pos x="1273" y="1156"/>
                </a:cxn>
              </a:cxnLst>
              <a:rect l="0" t="0" r="r" b="b"/>
              <a:pathLst>
                <a:path w="1349" h="1269">
                  <a:moveTo>
                    <a:pt x="4" y="151"/>
                  </a:moveTo>
                  <a:cubicBezTo>
                    <a:pt x="46" y="82"/>
                    <a:pt x="0" y="155"/>
                    <a:pt x="42" y="95"/>
                  </a:cubicBezTo>
                  <a:cubicBezTo>
                    <a:pt x="51" y="83"/>
                    <a:pt x="67" y="57"/>
                    <a:pt x="67" y="57"/>
                  </a:cubicBezTo>
                  <a:cubicBezTo>
                    <a:pt x="69" y="63"/>
                    <a:pt x="73" y="69"/>
                    <a:pt x="73" y="76"/>
                  </a:cubicBezTo>
                  <a:cubicBezTo>
                    <a:pt x="73" y="83"/>
                    <a:pt x="64" y="101"/>
                    <a:pt x="67" y="95"/>
                  </a:cubicBezTo>
                  <a:cubicBezTo>
                    <a:pt x="103" y="28"/>
                    <a:pt x="56" y="95"/>
                    <a:pt x="99" y="38"/>
                  </a:cubicBezTo>
                  <a:cubicBezTo>
                    <a:pt x="112" y="81"/>
                    <a:pt x="118" y="36"/>
                    <a:pt x="143" y="13"/>
                  </a:cubicBezTo>
                  <a:cubicBezTo>
                    <a:pt x="145" y="32"/>
                    <a:pt x="141" y="52"/>
                    <a:pt x="149" y="69"/>
                  </a:cubicBezTo>
                  <a:cubicBezTo>
                    <a:pt x="152" y="75"/>
                    <a:pt x="163" y="68"/>
                    <a:pt x="168" y="63"/>
                  </a:cubicBezTo>
                  <a:cubicBezTo>
                    <a:pt x="181" y="50"/>
                    <a:pt x="200" y="19"/>
                    <a:pt x="200" y="19"/>
                  </a:cubicBezTo>
                  <a:cubicBezTo>
                    <a:pt x="208" y="45"/>
                    <a:pt x="192" y="81"/>
                    <a:pt x="212" y="101"/>
                  </a:cubicBezTo>
                  <a:cubicBezTo>
                    <a:pt x="222" y="111"/>
                    <a:pt x="225" y="76"/>
                    <a:pt x="231" y="63"/>
                  </a:cubicBezTo>
                  <a:cubicBezTo>
                    <a:pt x="240" y="42"/>
                    <a:pt x="249" y="21"/>
                    <a:pt x="257" y="0"/>
                  </a:cubicBezTo>
                  <a:cubicBezTo>
                    <a:pt x="259" y="32"/>
                    <a:pt x="250" y="66"/>
                    <a:pt x="263" y="95"/>
                  </a:cubicBezTo>
                  <a:cubicBezTo>
                    <a:pt x="268" y="105"/>
                    <a:pt x="287" y="90"/>
                    <a:pt x="295" y="82"/>
                  </a:cubicBezTo>
                  <a:cubicBezTo>
                    <a:pt x="308" y="68"/>
                    <a:pt x="309" y="47"/>
                    <a:pt x="320" y="31"/>
                  </a:cubicBezTo>
                  <a:cubicBezTo>
                    <a:pt x="325" y="93"/>
                    <a:pt x="324" y="147"/>
                    <a:pt x="358" y="63"/>
                  </a:cubicBezTo>
                  <a:cubicBezTo>
                    <a:pt x="367" y="90"/>
                    <a:pt x="374" y="118"/>
                    <a:pt x="383" y="145"/>
                  </a:cubicBezTo>
                  <a:cubicBezTo>
                    <a:pt x="389" y="139"/>
                    <a:pt x="397" y="133"/>
                    <a:pt x="402" y="126"/>
                  </a:cubicBezTo>
                  <a:cubicBezTo>
                    <a:pt x="406" y="120"/>
                    <a:pt x="403" y="103"/>
                    <a:pt x="408" y="107"/>
                  </a:cubicBezTo>
                  <a:cubicBezTo>
                    <a:pt x="419" y="115"/>
                    <a:pt x="428" y="148"/>
                    <a:pt x="433" y="164"/>
                  </a:cubicBezTo>
                  <a:cubicBezTo>
                    <a:pt x="444" y="244"/>
                    <a:pt x="431" y="220"/>
                    <a:pt x="452" y="189"/>
                  </a:cubicBezTo>
                  <a:cubicBezTo>
                    <a:pt x="459" y="178"/>
                    <a:pt x="469" y="168"/>
                    <a:pt x="478" y="158"/>
                  </a:cubicBezTo>
                  <a:cubicBezTo>
                    <a:pt x="480" y="150"/>
                    <a:pt x="476" y="136"/>
                    <a:pt x="484" y="133"/>
                  </a:cubicBezTo>
                  <a:cubicBezTo>
                    <a:pt x="491" y="130"/>
                    <a:pt x="494" y="144"/>
                    <a:pt x="497" y="151"/>
                  </a:cubicBezTo>
                  <a:cubicBezTo>
                    <a:pt x="507" y="175"/>
                    <a:pt x="507" y="203"/>
                    <a:pt x="516" y="227"/>
                  </a:cubicBezTo>
                  <a:cubicBezTo>
                    <a:pt x="555" y="176"/>
                    <a:pt x="538" y="223"/>
                    <a:pt x="547" y="259"/>
                  </a:cubicBezTo>
                  <a:cubicBezTo>
                    <a:pt x="549" y="284"/>
                    <a:pt x="544" y="311"/>
                    <a:pt x="553" y="335"/>
                  </a:cubicBezTo>
                  <a:cubicBezTo>
                    <a:pt x="556" y="342"/>
                    <a:pt x="565" y="320"/>
                    <a:pt x="572" y="322"/>
                  </a:cubicBezTo>
                  <a:cubicBezTo>
                    <a:pt x="579" y="324"/>
                    <a:pt x="577" y="335"/>
                    <a:pt x="579" y="341"/>
                  </a:cubicBezTo>
                  <a:cubicBezTo>
                    <a:pt x="603" y="265"/>
                    <a:pt x="581" y="428"/>
                    <a:pt x="604" y="474"/>
                  </a:cubicBezTo>
                  <a:cubicBezTo>
                    <a:pt x="610" y="444"/>
                    <a:pt x="616" y="425"/>
                    <a:pt x="629" y="398"/>
                  </a:cubicBezTo>
                  <a:cubicBezTo>
                    <a:pt x="652" y="465"/>
                    <a:pt x="652" y="538"/>
                    <a:pt x="673" y="606"/>
                  </a:cubicBezTo>
                  <a:cubicBezTo>
                    <a:pt x="699" y="544"/>
                    <a:pt x="687" y="463"/>
                    <a:pt x="699" y="657"/>
                  </a:cubicBezTo>
                  <a:cubicBezTo>
                    <a:pt x="705" y="651"/>
                    <a:pt x="714" y="630"/>
                    <a:pt x="718" y="638"/>
                  </a:cubicBezTo>
                  <a:cubicBezTo>
                    <a:pt x="738" y="683"/>
                    <a:pt x="709" y="772"/>
                    <a:pt x="737" y="663"/>
                  </a:cubicBezTo>
                  <a:cubicBezTo>
                    <a:pt x="741" y="765"/>
                    <a:pt x="742" y="782"/>
                    <a:pt x="756" y="859"/>
                  </a:cubicBezTo>
                  <a:cubicBezTo>
                    <a:pt x="759" y="847"/>
                    <a:pt x="764" y="798"/>
                    <a:pt x="781" y="859"/>
                  </a:cubicBezTo>
                  <a:cubicBezTo>
                    <a:pt x="811" y="963"/>
                    <a:pt x="767" y="892"/>
                    <a:pt x="800" y="941"/>
                  </a:cubicBezTo>
                  <a:cubicBezTo>
                    <a:pt x="811" y="975"/>
                    <a:pt x="789" y="1021"/>
                    <a:pt x="831" y="979"/>
                  </a:cubicBezTo>
                  <a:cubicBezTo>
                    <a:pt x="862" y="1040"/>
                    <a:pt x="953" y="1165"/>
                    <a:pt x="983" y="1225"/>
                  </a:cubicBezTo>
                  <a:cubicBezTo>
                    <a:pt x="1010" y="1269"/>
                    <a:pt x="982" y="1252"/>
                    <a:pt x="995" y="1244"/>
                  </a:cubicBezTo>
                  <a:cubicBezTo>
                    <a:pt x="1013" y="1190"/>
                    <a:pt x="1027" y="1222"/>
                    <a:pt x="1059" y="1175"/>
                  </a:cubicBezTo>
                  <a:cubicBezTo>
                    <a:pt x="1074" y="1223"/>
                    <a:pt x="1068" y="1200"/>
                    <a:pt x="1078" y="1244"/>
                  </a:cubicBezTo>
                  <a:cubicBezTo>
                    <a:pt x="1109" y="1223"/>
                    <a:pt x="1109" y="1186"/>
                    <a:pt x="1135" y="1225"/>
                  </a:cubicBezTo>
                  <a:cubicBezTo>
                    <a:pt x="1164" y="1203"/>
                    <a:pt x="1175" y="1178"/>
                    <a:pt x="1198" y="1149"/>
                  </a:cubicBezTo>
                  <a:cubicBezTo>
                    <a:pt x="1200" y="1160"/>
                    <a:pt x="1202" y="1170"/>
                    <a:pt x="1204" y="1181"/>
                  </a:cubicBezTo>
                  <a:cubicBezTo>
                    <a:pt x="1206" y="1189"/>
                    <a:pt x="1202" y="1203"/>
                    <a:pt x="1210" y="1206"/>
                  </a:cubicBezTo>
                  <a:cubicBezTo>
                    <a:pt x="1219" y="1210"/>
                    <a:pt x="1227" y="1198"/>
                    <a:pt x="1236" y="1194"/>
                  </a:cubicBezTo>
                  <a:cubicBezTo>
                    <a:pt x="1264" y="1149"/>
                    <a:pt x="1231" y="1188"/>
                    <a:pt x="1261" y="1194"/>
                  </a:cubicBezTo>
                  <a:cubicBezTo>
                    <a:pt x="1269" y="1195"/>
                    <a:pt x="1274" y="1185"/>
                    <a:pt x="1280" y="1181"/>
                  </a:cubicBezTo>
                  <a:cubicBezTo>
                    <a:pt x="1292" y="1162"/>
                    <a:pt x="1298" y="1145"/>
                    <a:pt x="1305" y="1124"/>
                  </a:cubicBezTo>
                  <a:cubicBezTo>
                    <a:pt x="1317" y="1187"/>
                    <a:pt x="1301" y="1145"/>
                    <a:pt x="1330" y="1130"/>
                  </a:cubicBezTo>
                  <a:cubicBezTo>
                    <a:pt x="1336" y="1127"/>
                    <a:pt x="1343" y="1135"/>
                    <a:pt x="1349" y="1137"/>
                  </a:cubicBezTo>
                  <a:cubicBezTo>
                    <a:pt x="1349" y="1137"/>
                    <a:pt x="1336" y="1140"/>
                    <a:pt x="1330" y="1143"/>
                  </a:cubicBezTo>
                  <a:cubicBezTo>
                    <a:pt x="1288" y="1161"/>
                    <a:pt x="1322" y="1156"/>
                    <a:pt x="1273" y="1156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33" name="Freeform 165"/>
            <p:cNvSpPr>
              <a:spLocks/>
            </p:cNvSpPr>
            <p:nvPr/>
          </p:nvSpPr>
          <p:spPr bwMode="auto">
            <a:xfrm>
              <a:off x="2047" y="2559"/>
              <a:ext cx="1396" cy="1206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50" y="81"/>
                </a:cxn>
                <a:cxn ang="0">
                  <a:pos x="76" y="62"/>
                </a:cxn>
                <a:cxn ang="0">
                  <a:pos x="107" y="17"/>
                </a:cxn>
                <a:cxn ang="0">
                  <a:pos x="139" y="100"/>
                </a:cxn>
                <a:cxn ang="0">
                  <a:pos x="196" y="74"/>
                </a:cxn>
                <a:cxn ang="0">
                  <a:pos x="240" y="43"/>
                </a:cxn>
                <a:cxn ang="0">
                  <a:pos x="253" y="93"/>
                </a:cxn>
                <a:cxn ang="0">
                  <a:pos x="303" y="68"/>
                </a:cxn>
                <a:cxn ang="0">
                  <a:pos x="328" y="112"/>
                </a:cxn>
                <a:cxn ang="0">
                  <a:pos x="379" y="62"/>
                </a:cxn>
                <a:cxn ang="0">
                  <a:pos x="417" y="125"/>
                </a:cxn>
                <a:cxn ang="0">
                  <a:pos x="429" y="106"/>
                </a:cxn>
                <a:cxn ang="0">
                  <a:pos x="436" y="137"/>
                </a:cxn>
                <a:cxn ang="0">
                  <a:pos x="455" y="207"/>
                </a:cxn>
                <a:cxn ang="0">
                  <a:pos x="486" y="213"/>
                </a:cxn>
                <a:cxn ang="0">
                  <a:pos x="518" y="207"/>
                </a:cxn>
                <a:cxn ang="0">
                  <a:pos x="524" y="226"/>
                </a:cxn>
                <a:cxn ang="0">
                  <a:pos x="543" y="232"/>
                </a:cxn>
                <a:cxn ang="0">
                  <a:pos x="549" y="283"/>
                </a:cxn>
                <a:cxn ang="0">
                  <a:pos x="562" y="321"/>
                </a:cxn>
                <a:cxn ang="0">
                  <a:pos x="606" y="359"/>
                </a:cxn>
                <a:cxn ang="0">
                  <a:pos x="625" y="415"/>
                </a:cxn>
                <a:cxn ang="0">
                  <a:pos x="669" y="580"/>
                </a:cxn>
                <a:cxn ang="0">
                  <a:pos x="695" y="719"/>
                </a:cxn>
                <a:cxn ang="0">
                  <a:pos x="701" y="693"/>
                </a:cxn>
                <a:cxn ang="0">
                  <a:pos x="707" y="712"/>
                </a:cxn>
                <a:cxn ang="0">
                  <a:pos x="714" y="731"/>
                </a:cxn>
                <a:cxn ang="0">
                  <a:pos x="733" y="807"/>
                </a:cxn>
                <a:cxn ang="0">
                  <a:pos x="739" y="895"/>
                </a:cxn>
                <a:cxn ang="0">
                  <a:pos x="758" y="927"/>
                </a:cxn>
                <a:cxn ang="0">
                  <a:pos x="802" y="1041"/>
                </a:cxn>
                <a:cxn ang="0">
                  <a:pos x="846" y="1041"/>
                </a:cxn>
                <a:cxn ang="0">
                  <a:pos x="922" y="1116"/>
                </a:cxn>
                <a:cxn ang="0">
                  <a:pos x="947" y="1186"/>
                </a:cxn>
                <a:cxn ang="0">
                  <a:pos x="934" y="1186"/>
                </a:cxn>
                <a:cxn ang="0">
                  <a:pos x="998" y="1192"/>
                </a:cxn>
                <a:cxn ang="0">
                  <a:pos x="1036" y="1161"/>
                </a:cxn>
                <a:cxn ang="0">
                  <a:pos x="1048" y="1180"/>
                </a:cxn>
                <a:cxn ang="0">
                  <a:pos x="1074" y="1192"/>
                </a:cxn>
                <a:cxn ang="0">
                  <a:pos x="1162" y="1167"/>
                </a:cxn>
                <a:cxn ang="0">
                  <a:pos x="1232" y="1161"/>
                </a:cxn>
                <a:cxn ang="0">
                  <a:pos x="1295" y="1110"/>
                </a:cxn>
                <a:cxn ang="0">
                  <a:pos x="1358" y="1123"/>
                </a:cxn>
                <a:cxn ang="0">
                  <a:pos x="1396" y="1085"/>
                </a:cxn>
              </a:cxnLst>
              <a:rect l="0" t="0" r="r" b="b"/>
              <a:pathLst>
                <a:path w="1396" h="1206">
                  <a:moveTo>
                    <a:pt x="0" y="156"/>
                  </a:moveTo>
                  <a:cubicBezTo>
                    <a:pt x="17" y="134"/>
                    <a:pt x="32" y="101"/>
                    <a:pt x="50" y="81"/>
                  </a:cubicBezTo>
                  <a:cubicBezTo>
                    <a:pt x="57" y="73"/>
                    <a:pt x="68" y="70"/>
                    <a:pt x="76" y="62"/>
                  </a:cubicBezTo>
                  <a:cubicBezTo>
                    <a:pt x="85" y="53"/>
                    <a:pt x="100" y="29"/>
                    <a:pt x="107" y="17"/>
                  </a:cubicBezTo>
                  <a:cubicBezTo>
                    <a:pt x="114" y="59"/>
                    <a:pt x="111" y="72"/>
                    <a:pt x="139" y="100"/>
                  </a:cubicBezTo>
                  <a:cubicBezTo>
                    <a:pt x="166" y="91"/>
                    <a:pt x="176" y="91"/>
                    <a:pt x="196" y="74"/>
                  </a:cubicBezTo>
                  <a:cubicBezTo>
                    <a:pt x="233" y="42"/>
                    <a:pt x="206" y="54"/>
                    <a:pt x="240" y="43"/>
                  </a:cubicBezTo>
                  <a:cubicBezTo>
                    <a:pt x="240" y="44"/>
                    <a:pt x="252" y="93"/>
                    <a:pt x="253" y="93"/>
                  </a:cubicBezTo>
                  <a:cubicBezTo>
                    <a:pt x="271" y="96"/>
                    <a:pt x="285" y="74"/>
                    <a:pt x="303" y="68"/>
                  </a:cubicBezTo>
                  <a:cubicBezTo>
                    <a:pt x="325" y="0"/>
                    <a:pt x="322" y="29"/>
                    <a:pt x="328" y="112"/>
                  </a:cubicBezTo>
                  <a:cubicBezTo>
                    <a:pt x="362" y="87"/>
                    <a:pt x="348" y="81"/>
                    <a:pt x="379" y="62"/>
                  </a:cubicBezTo>
                  <a:cubicBezTo>
                    <a:pt x="389" y="104"/>
                    <a:pt x="361" y="152"/>
                    <a:pt x="417" y="125"/>
                  </a:cubicBezTo>
                  <a:cubicBezTo>
                    <a:pt x="421" y="119"/>
                    <a:pt x="423" y="102"/>
                    <a:pt x="429" y="106"/>
                  </a:cubicBezTo>
                  <a:cubicBezTo>
                    <a:pt x="438" y="112"/>
                    <a:pt x="434" y="127"/>
                    <a:pt x="436" y="137"/>
                  </a:cubicBezTo>
                  <a:cubicBezTo>
                    <a:pt x="447" y="193"/>
                    <a:pt x="435" y="157"/>
                    <a:pt x="455" y="207"/>
                  </a:cubicBezTo>
                  <a:cubicBezTo>
                    <a:pt x="502" y="175"/>
                    <a:pt x="449" y="202"/>
                    <a:pt x="486" y="213"/>
                  </a:cubicBezTo>
                  <a:cubicBezTo>
                    <a:pt x="496" y="216"/>
                    <a:pt x="507" y="209"/>
                    <a:pt x="518" y="207"/>
                  </a:cubicBezTo>
                  <a:cubicBezTo>
                    <a:pt x="520" y="213"/>
                    <a:pt x="519" y="221"/>
                    <a:pt x="524" y="226"/>
                  </a:cubicBezTo>
                  <a:cubicBezTo>
                    <a:pt x="529" y="231"/>
                    <a:pt x="540" y="226"/>
                    <a:pt x="543" y="232"/>
                  </a:cubicBezTo>
                  <a:cubicBezTo>
                    <a:pt x="550" y="248"/>
                    <a:pt x="545" y="266"/>
                    <a:pt x="549" y="283"/>
                  </a:cubicBezTo>
                  <a:cubicBezTo>
                    <a:pt x="552" y="296"/>
                    <a:pt x="558" y="308"/>
                    <a:pt x="562" y="321"/>
                  </a:cubicBezTo>
                  <a:cubicBezTo>
                    <a:pt x="610" y="273"/>
                    <a:pt x="599" y="288"/>
                    <a:pt x="606" y="359"/>
                  </a:cubicBezTo>
                  <a:cubicBezTo>
                    <a:pt x="653" y="327"/>
                    <a:pt x="629" y="392"/>
                    <a:pt x="625" y="415"/>
                  </a:cubicBezTo>
                  <a:cubicBezTo>
                    <a:pt x="631" y="518"/>
                    <a:pt x="607" y="533"/>
                    <a:pt x="669" y="580"/>
                  </a:cubicBezTo>
                  <a:cubicBezTo>
                    <a:pt x="682" y="626"/>
                    <a:pt x="685" y="673"/>
                    <a:pt x="695" y="719"/>
                  </a:cubicBezTo>
                  <a:cubicBezTo>
                    <a:pt x="697" y="710"/>
                    <a:pt x="693" y="697"/>
                    <a:pt x="701" y="693"/>
                  </a:cubicBezTo>
                  <a:cubicBezTo>
                    <a:pt x="707" y="690"/>
                    <a:pt x="705" y="706"/>
                    <a:pt x="707" y="712"/>
                  </a:cubicBezTo>
                  <a:cubicBezTo>
                    <a:pt x="709" y="718"/>
                    <a:pt x="712" y="725"/>
                    <a:pt x="714" y="731"/>
                  </a:cubicBezTo>
                  <a:cubicBezTo>
                    <a:pt x="722" y="756"/>
                    <a:pt x="733" y="807"/>
                    <a:pt x="733" y="807"/>
                  </a:cubicBezTo>
                  <a:cubicBezTo>
                    <a:pt x="735" y="836"/>
                    <a:pt x="733" y="866"/>
                    <a:pt x="739" y="895"/>
                  </a:cubicBezTo>
                  <a:cubicBezTo>
                    <a:pt x="742" y="907"/>
                    <a:pt x="753" y="916"/>
                    <a:pt x="758" y="927"/>
                  </a:cubicBezTo>
                  <a:cubicBezTo>
                    <a:pt x="776" y="965"/>
                    <a:pt x="778" y="1005"/>
                    <a:pt x="802" y="1041"/>
                  </a:cubicBezTo>
                  <a:cubicBezTo>
                    <a:pt x="813" y="1006"/>
                    <a:pt x="817" y="1030"/>
                    <a:pt x="846" y="1041"/>
                  </a:cubicBezTo>
                  <a:cubicBezTo>
                    <a:pt x="878" y="1083"/>
                    <a:pt x="874" y="1098"/>
                    <a:pt x="922" y="1116"/>
                  </a:cubicBezTo>
                  <a:cubicBezTo>
                    <a:pt x="940" y="1142"/>
                    <a:pt x="936" y="1157"/>
                    <a:pt x="947" y="1186"/>
                  </a:cubicBezTo>
                  <a:cubicBezTo>
                    <a:pt x="955" y="1206"/>
                    <a:pt x="924" y="1167"/>
                    <a:pt x="934" y="1186"/>
                  </a:cubicBezTo>
                  <a:cubicBezTo>
                    <a:pt x="941" y="1169"/>
                    <a:pt x="987" y="1206"/>
                    <a:pt x="998" y="1192"/>
                  </a:cubicBezTo>
                  <a:cubicBezTo>
                    <a:pt x="1008" y="1179"/>
                    <a:pt x="1024" y="1173"/>
                    <a:pt x="1036" y="1161"/>
                  </a:cubicBezTo>
                  <a:cubicBezTo>
                    <a:pt x="1040" y="1167"/>
                    <a:pt x="1041" y="1177"/>
                    <a:pt x="1048" y="1180"/>
                  </a:cubicBezTo>
                  <a:cubicBezTo>
                    <a:pt x="1082" y="1193"/>
                    <a:pt x="1056" y="1144"/>
                    <a:pt x="1074" y="1192"/>
                  </a:cubicBezTo>
                  <a:cubicBezTo>
                    <a:pt x="1145" y="1157"/>
                    <a:pt x="1114" y="1156"/>
                    <a:pt x="1162" y="1167"/>
                  </a:cubicBezTo>
                  <a:cubicBezTo>
                    <a:pt x="1192" y="1160"/>
                    <a:pt x="1201" y="1153"/>
                    <a:pt x="1232" y="1161"/>
                  </a:cubicBezTo>
                  <a:cubicBezTo>
                    <a:pt x="1251" y="1141"/>
                    <a:pt x="1295" y="1110"/>
                    <a:pt x="1295" y="1110"/>
                  </a:cubicBezTo>
                  <a:cubicBezTo>
                    <a:pt x="1314" y="1140"/>
                    <a:pt x="1327" y="1138"/>
                    <a:pt x="1358" y="1123"/>
                  </a:cubicBezTo>
                  <a:cubicBezTo>
                    <a:pt x="1373" y="1077"/>
                    <a:pt x="1357" y="1085"/>
                    <a:pt x="1396" y="108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34" name="Freeform 166"/>
            <p:cNvSpPr>
              <a:spLocks/>
            </p:cNvSpPr>
            <p:nvPr/>
          </p:nvSpPr>
          <p:spPr bwMode="auto">
            <a:xfrm>
              <a:off x="1895" y="2596"/>
              <a:ext cx="1472" cy="1067"/>
            </a:xfrm>
            <a:custGeom>
              <a:avLst/>
              <a:gdLst/>
              <a:ahLst/>
              <a:cxnLst>
                <a:cxn ang="0">
                  <a:pos x="1472" y="1048"/>
                </a:cxn>
                <a:cxn ang="0">
                  <a:pos x="1409" y="1023"/>
                </a:cxn>
                <a:cxn ang="0">
                  <a:pos x="1415" y="991"/>
                </a:cxn>
                <a:cxn ang="0">
                  <a:pos x="1421" y="966"/>
                </a:cxn>
                <a:cxn ang="0">
                  <a:pos x="1415" y="941"/>
                </a:cxn>
                <a:cxn ang="0">
                  <a:pos x="1409" y="909"/>
                </a:cxn>
                <a:cxn ang="0">
                  <a:pos x="1377" y="947"/>
                </a:cxn>
                <a:cxn ang="0">
                  <a:pos x="1352" y="833"/>
                </a:cxn>
                <a:cxn ang="0">
                  <a:pos x="1320" y="695"/>
                </a:cxn>
                <a:cxn ang="0">
                  <a:pos x="1301" y="707"/>
                </a:cxn>
                <a:cxn ang="0">
                  <a:pos x="1295" y="682"/>
                </a:cxn>
                <a:cxn ang="0">
                  <a:pos x="1257" y="587"/>
                </a:cxn>
                <a:cxn ang="0">
                  <a:pos x="1219" y="473"/>
                </a:cxn>
                <a:cxn ang="0">
                  <a:pos x="1200" y="480"/>
                </a:cxn>
                <a:cxn ang="0">
                  <a:pos x="1143" y="385"/>
                </a:cxn>
                <a:cxn ang="0">
                  <a:pos x="1105" y="259"/>
                </a:cxn>
                <a:cxn ang="0">
                  <a:pos x="1080" y="221"/>
                </a:cxn>
                <a:cxn ang="0">
                  <a:pos x="1042" y="170"/>
                </a:cxn>
                <a:cxn ang="0">
                  <a:pos x="1023" y="177"/>
                </a:cxn>
                <a:cxn ang="0">
                  <a:pos x="1017" y="196"/>
                </a:cxn>
                <a:cxn ang="0">
                  <a:pos x="1011" y="177"/>
                </a:cxn>
                <a:cxn ang="0">
                  <a:pos x="966" y="120"/>
                </a:cxn>
                <a:cxn ang="0">
                  <a:pos x="948" y="126"/>
                </a:cxn>
                <a:cxn ang="0">
                  <a:pos x="859" y="57"/>
                </a:cxn>
                <a:cxn ang="0">
                  <a:pos x="853" y="76"/>
                </a:cxn>
                <a:cxn ang="0">
                  <a:pos x="821" y="44"/>
                </a:cxn>
                <a:cxn ang="0">
                  <a:pos x="752" y="19"/>
                </a:cxn>
                <a:cxn ang="0">
                  <a:pos x="689" y="0"/>
                </a:cxn>
                <a:cxn ang="0">
                  <a:pos x="651" y="25"/>
                </a:cxn>
                <a:cxn ang="0">
                  <a:pos x="625" y="50"/>
                </a:cxn>
                <a:cxn ang="0">
                  <a:pos x="619" y="69"/>
                </a:cxn>
                <a:cxn ang="0">
                  <a:pos x="613" y="50"/>
                </a:cxn>
                <a:cxn ang="0">
                  <a:pos x="588" y="25"/>
                </a:cxn>
                <a:cxn ang="0">
                  <a:pos x="569" y="82"/>
                </a:cxn>
                <a:cxn ang="0">
                  <a:pos x="562" y="63"/>
                </a:cxn>
                <a:cxn ang="0">
                  <a:pos x="543" y="50"/>
                </a:cxn>
                <a:cxn ang="0">
                  <a:pos x="512" y="82"/>
                </a:cxn>
                <a:cxn ang="0">
                  <a:pos x="486" y="126"/>
                </a:cxn>
                <a:cxn ang="0">
                  <a:pos x="480" y="151"/>
                </a:cxn>
                <a:cxn ang="0">
                  <a:pos x="474" y="132"/>
                </a:cxn>
                <a:cxn ang="0">
                  <a:pos x="449" y="145"/>
                </a:cxn>
                <a:cxn ang="0">
                  <a:pos x="423" y="208"/>
                </a:cxn>
                <a:cxn ang="0">
                  <a:pos x="417" y="183"/>
                </a:cxn>
                <a:cxn ang="0">
                  <a:pos x="398" y="196"/>
                </a:cxn>
                <a:cxn ang="0">
                  <a:pos x="373" y="252"/>
                </a:cxn>
                <a:cxn ang="0">
                  <a:pos x="335" y="379"/>
                </a:cxn>
                <a:cxn ang="0">
                  <a:pos x="310" y="429"/>
                </a:cxn>
                <a:cxn ang="0">
                  <a:pos x="291" y="518"/>
                </a:cxn>
                <a:cxn ang="0">
                  <a:pos x="240" y="688"/>
                </a:cxn>
                <a:cxn ang="0">
                  <a:pos x="171" y="884"/>
                </a:cxn>
                <a:cxn ang="0">
                  <a:pos x="164" y="865"/>
                </a:cxn>
                <a:cxn ang="0">
                  <a:pos x="158" y="840"/>
                </a:cxn>
                <a:cxn ang="0">
                  <a:pos x="145" y="897"/>
                </a:cxn>
                <a:cxn ang="0">
                  <a:pos x="108" y="1067"/>
                </a:cxn>
                <a:cxn ang="0">
                  <a:pos x="70" y="1055"/>
                </a:cxn>
                <a:cxn ang="0">
                  <a:pos x="0" y="1055"/>
                </a:cxn>
              </a:cxnLst>
              <a:rect l="0" t="0" r="r" b="b"/>
              <a:pathLst>
                <a:path w="1472" h="1067">
                  <a:moveTo>
                    <a:pt x="1472" y="1048"/>
                  </a:moveTo>
                  <a:cubicBezTo>
                    <a:pt x="1451" y="1038"/>
                    <a:pt x="1431" y="1030"/>
                    <a:pt x="1409" y="1023"/>
                  </a:cubicBezTo>
                  <a:cubicBezTo>
                    <a:pt x="1411" y="1012"/>
                    <a:pt x="1413" y="1002"/>
                    <a:pt x="1415" y="991"/>
                  </a:cubicBezTo>
                  <a:cubicBezTo>
                    <a:pt x="1418" y="978"/>
                    <a:pt x="1439" y="902"/>
                    <a:pt x="1421" y="966"/>
                  </a:cubicBezTo>
                  <a:cubicBezTo>
                    <a:pt x="1419" y="958"/>
                    <a:pt x="1417" y="949"/>
                    <a:pt x="1415" y="941"/>
                  </a:cubicBezTo>
                  <a:cubicBezTo>
                    <a:pt x="1413" y="930"/>
                    <a:pt x="1419" y="914"/>
                    <a:pt x="1409" y="909"/>
                  </a:cubicBezTo>
                  <a:cubicBezTo>
                    <a:pt x="1403" y="906"/>
                    <a:pt x="1379" y="944"/>
                    <a:pt x="1377" y="947"/>
                  </a:cubicBezTo>
                  <a:cubicBezTo>
                    <a:pt x="1372" y="890"/>
                    <a:pt x="1373" y="878"/>
                    <a:pt x="1352" y="833"/>
                  </a:cubicBezTo>
                  <a:cubicBezTo>
                    <a:pt x="1343" y="787"/>
                    <a:pt x="1335" y="739"/>
                    <a:pt x="1320" y="695"/>
                  </a:cubicBezTo>
                  <a:cubicBezTo>
                    <a:pt x="1314" y="699"/>
                    <a:pt x="1308" y="710"/>
                    <a:pt x="1301" y="707"/>
                  </a:cubicBezTo>
                  <a:cubicBezTo>
                    <a:pt x="1293" y="703"/>
                    <a:pt x="1297" y="690"/>
                    <a:pt x="1295" y="682"/>
                  </a:cubicBezTo>
                  <a:cubicBezTo>
                    <a:pt x="1286" y="650"/>
                    <a:pt x="1275" y="614"/>
                    <a:pt x="1257" y="587"/>
                  </a:cubicBezTo>
                  <a:cubicBezTo>
                    <a:pt x="1245" y="548"/>
                    <a:pt x="1228" y="512"/>
                    <a:pt x="1219" y="473"/>
                  </a:cubicBezTo>
                  <a:cubicBezTo>
                    <a:pt x="1213" y="475"/>
                    <a:pt x="1204" y="485"/>
                    <a:pt x="1200" y="480"/>
                  </a:cubicBezTo>
                  <a:cubicBezTo>
                    <a:pt x="1173" y="449"/>
                    <a:pt x="1187" y="399"/>
                    <a:pt x="1143" y="385"/>
                  </a:cubicBezTo>
                  <a:cubicBezTo>
                    <a:pt x="1136" y="340"/>
                    <a:pt x="1131" y="297"/>
                    <a:pt x="1105" y="259"/>
                  </a:cubicBezTo>
                  <a:cubicBezTo>
                    <a:pt x="1094" y="225"/>
                    <a:pt x="1106" y="254"/>
                    <a:pt x="1080" y="221"/>
                  </a:cubicBezTo>
                  <a:cubicBezTo>
                    <a:pt x="1067" y="205"/>
                    <a:pt x="1042" y="170"/>
                    <a:pt x="1042" y="170"/>
                  </a:cubicBezTo>
                  <a:cubicBezTo>
                    <a:pt x="1036" y="172"/>
                    <a:pt x="1028" y="172"/>
                    <a:pt x="1023" y="177"/>
                  </a:cubicBezTo>
                  <a:cubicBezTo>
                    <a:pt x="1018" y="182"/>
                    <a:pt x="1024" y="196"/>
                    <a:pt x="1017" y="196"/>
                  </a:cubicBezTo>
                  <a:cubicBezTo>
                    <a:pt x="1010" y="196"/>
                    <a:pt x="1015" y="183"/>
                    <a:pt x="1011" y="177"/>
                  </a:cubicBezTo>
                  <a:cubicBezTo>
                    <a:pt x="998" y="157"/>
                    <a:pt x="966" y="120"/>
                    <a:pt x="966" y="120"/>
                  </a:cubicBezTo>
                  <a:cubicBezTo>
                    <a:pt x="960" y="122"/>
                    <a:pt x="953" y="129"/>
                    <a:pt x="948" y="126"/>
                  </a:cubicBezTo>
                  <a:cubicBezTo>
                    <a:pt x="901" y="96"/>
                    <a:pt x="906" y="72"/>
                    <a:pt x="859" y="57"/>
                  </a:cubicBezTo>
                  <a:cubicBezTo>
                    <a:pt x="857" y="63"/>
                    <a:pt x="859" y="74"/>
                    <a:pt x="853" y="76"/>
                  </a:cubicBezTo>
                  <a:cubicBezTo>
                    <a:pt x="839" y="79"/>
                    <a:pt x="827" y="49"/>
                    <a:pt x="821" y="44"/>
                  </a:cubicBezTo>
                  <a:cubicBezTo>
                    <a:pt x="795" y="24"/>
                    <a:pt x="781" y="25"/>
                    <a:pt x="752" y="19"/>
                  </a:cubicBezTo>
                  <a:cubicBezTo>
                    <a:pt x="718" y="40"/>
                    <a:pt x="719" y="19"/>
                    <a:pt x="689" y="0"/>
                  </a:cubicBezTo>
                  <a:cubicBezTo>
                    <a:pt x="668" y="30"/>
                    <a:pt x="684" y="48"/>
                    <a:pt x="651" y="25"/>
                  </a:cubicBezTo>
                  <a:cubicBezTo>
                    <a:pt x="642" y="33"/>
                    <a:pt x="632" y="40"/>
                    <a:pt x="625" y="50"/>
                  </a:cubicBezTo>
                  <a:cubicBezTo>
                    <a:pt x="621" y="55"/>
                    <a:pt x="626" y="69"/>
                    <a:pt x="619" y="69"/>
                  </a:cubicBezTo>
                  <a:cubicBezTo>
                    <a:pt x="612" y="69"/>
                    <a:pt x="615" y="56"/>
                    <a:pt x="613" y="50"/>
                  </a:cubicBezTo>
                  <a:cubicBezTo>
                    <a:pt x="605" y="25"/>
                    <a:pt x="612" y="33"/>
                    <a:pt x="588" y="25"/>
                  </a:cubicBezTo>
                  <a:cubicBezTo>
                    <a:pt x="587" y="29"/>
                    <a:pt x="579" y="79"/>
                    <a:pt x="569" y="82"/>
                  </a:cubicBezTo>
                  <a:cubicBezTo>
                    <a:pt x="563" y="84"/>
                    <a:pt x="566" y="68"/>
                    <a:pt x="562" y="63"/>
                  </a:cubicBezTo>
                  <a:cubicBezTo>
                    <a:pt x="557" y="57"/>
                    <a:pt x="549" y="54"/>
                    <a:pt x="543" y="50"/>
                  </a:cubicBezTo>
                  <a:cubicBezTo>
                    <a:pt x="529" y="109"/>
                    <a:pt x="551" y="50"/>
                    <a:pt x="512" y="82"/>
                  </a:cubicBezTo>
                  <a:cubicBezTo>
                    <a:pt x="499" y="93"/>
                    <a:pt x="496" y="112"/>
                    <a:pt x="486" y="126"/>
                  </a:cubicBezTo>
                  <a:cubicBezTo>
                    <a:pt x="484" y="134"/>
                    <a:pt x="488" y="147"/>
                    <a:pt x="480" y="151"/>
                  </a:cubicBezTo>
                  <a:cubicBezTo>
                    <a:pt x="474" y="154"/>
                    <a:pt x="481" y="133"/>
                    <a:pt x="474" y="132"/>
                  </a:cubicBezTo>
                  <a:cubicBezTo>
                    <a:pt x="465" y="130"/>
                    <a:pt x="457" y="141"/>
                    <a:pt x="449" y="145"/>
                  </a:cubicBezTo>
                  <a:cubicBezTo>
                    <a:pt x="434" y="166"/>
                    <a:pt x="430" y="183"/>
                    <a:pt x="423" y="208"/>
                  </a:cubicBezTo>
                  <a:cubicBezTo>
                    <a:pt x="421" y="200"/>
                    <a:pt x="425" y="187"/>
                    <a:pt x="417" y="183"/>
                  </a:cubicBezTo>
                  <a:cubicBezTo>
                    <a:pt x="410" y="180"/>
                    <a:pt x="403" y="190"/>
                    <a:pt x="398" y="196"/>
                  </a:cubicBezTo>
                  <a:cubicBezTo>
                    <a:pt x="388" y="209"/>
                    <a:pt x="383" y="236"/>
                    <a:pt x="373" y="252"/>
                  </a:cubicBezTo>
                  <a:cubicBezTo>
                    <a:pt x="367" y="290"/>
                    <a:pt x="353" y="343"/>
                    <a:pt x="335" y="379"/>
                  </a:cubicBezTo>
                  <a:cubicBezTo>
                    <a:pt x="314" y="422"/>
                    <a:pt x="328" y="370"/>
                    <a:pt x="310" y="429"/>
                  </a:cubicBezTo>
                  <a:cubicBezTo>
                    <a:pt x="301" y="458"/>
                    <a:pt x="300" y="489"/>
                    <a:pt x="291" y="518"/>
                  </a:cubicBezTo>
                  <a:cubicBezTo>
                    <a:pt x="241" y="418"/>
                    <a:pt x="312" y="665"/>
                    <a:pt x="240" y="688"/>
                  </a:cubicBezTo>
                  <a:cubicBezTo>
                    <a:pt x="205" y="746"/>
                    <a:pt x="195" y="820"/>
                    <a:pt x="171" y="884"/>
                  </a:cubicBezTo>
                  <a:cubicBezTo>
                    <a:pt x="169" y="878"/>
                    <a:pt x="166" y="871"/>
                    <a:pt x="164" y="865"/>
                  </a:cubicBezTo>
                  <a:cubicBezTo>
                    <a:pt x="162" y="857"/>
                    <a:pt x="166" y="836"/>
                    <a:pt x="158" y="840"/>
                  </a:cubicBezTo>
                  <a:cubicBezTo>
                    <a:pt x="141" y="849"/>
                    <a:pt x="151" y="878"/>
                    <a:pt x="145" y="897"/>
                  </a:cubicBezTo>
                  <a:cubicBezTo>
                    <a:pt x="128" y="953"/>
                    <a:pt x="126" y="1011"/>
                    <a:pt x="108" y="1067"/>
                  </a:cubicBezTo>
                  <a:cubicBezTo>
                    <a:pt x="99" y="1035"/>
                    <a:pt x="93" y="1019"/>
                    <a:pt x="70" y="1055"/>
                  </a:cubicBezTo>
                  <a:cubicBezTo>
                    <a:pt x="36" y="1032"/>
                    <a:pt x="36" y="1055"/>
                    <a:pt x="0" y="105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35" name="Freeform 167"/>
            <p:cNvSpPr>
              <a:spLocks/>
            </p:cNvSpPr>
            <p:nvPr/>
          </p:nvSpPr>
          <p:spPr bwMode="auto">
            <a:xfrm>
              <a:off x="1945" y="2569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36" name="Freeform 168"/>
            <p:cNvSpPr>
              <a:spLocks/>
            </p:cNvSpPr>
            <p:nvPr/>
          </p:nvSpPr>
          <p:spPr bwMode="auto">
            <a:xfrm flipV="1">
              <a:off x="1965" y="2594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37" name="Freeform 169"/>
            <p:cNvSpPr>
              <a:spLocks/>
            </p:cNvSpPr>
            <p:nvPr/>
          </p:nvSpPr>
          <p:spPr bwMode="auto">
            <a:xfrm>
              <a:off x="1899" y="2583"/>
              <a:ext cx="1492" cy="1162"/>
            </a:xfrm>
            <a:custGeom>
              <a:avLst/>
              <a:gdLst/>
              <a:ahLst/>
              <a:cxnLst>
                <a:cxn ang="0">
                  <a:pos x="34" y="1093"/>
                </a:cxn>
                <a:cxn ang="0">
                  <a:pos x="72" y="1093"/>
                </a:cxn>
                <a:cxn ang="0">
                  <a:pos x="91" y="1112"/>
                </a:cxn>
                <a:cxn ang="0">
                  <a:pos x="160" y="1086"/>
                </a:cxn>
                <a:cxn ang="0">
                  <a:pos x="173" y="1124"/>
                </a:cxn>
                <a:cxn ang="0">
                  <a:pos x="223" y="1143"/>
                </a:cxn>
                <a:cxn ang="0">
                  <a:pos x="287" y="1143"/>
                </a:cxn>
                <a:cxn ang="0">
                  <a:pos x="337" y="1162"/>
                </a:cxn>
                <a:cxn ang="0">
                  <a:pos x="369" y="1124"/>
                </a:cxn>
                <a:cxn ang="0">
                  <a:pos x="432" y="1105"/>
                </a:cxn>
                <a:cxn ang="0">
                  <a:pos x="495" y="1068"/>
                </a:cxn>
                <a:cxn ang="0">
                  <a:pos x="533" y="1061"/>
                </a:cxn>
                <a:cxn ang="0">
                  <a:pos x="571" y="1061"/>
                </a:cxn>
                <a:cxn ang="0">
                  <a:pos x="590" y="1074"/>
                </a:cxn>
                <a:cxn ang="0">
                  <a:pos x="621" y="954"/>
                </a:cxn>
                <a:cxn ang="0">
                  <a:pos x="628" y="973"/>
                </a:cxn>
                <a:cxn ang="0">
                  <a:pos x="634" y="948"/>
                </a:cxn>
                <a:cxn ang="0">
                  <a:pos x="647" y="922"/>
                </a:cxn>
                <a:cxn ang="0">
                  <a:pos x="691" y="809"/>
                </a:cxn>
                <a:cxn ang="0">
                  <a:pos x="741" y="657"/>
                </a:cxn>
                <a:cxn ang="0">
                  <a:pos x="767" y="606"/>
                </a:cxn>
                <a:cxn ang="0">
                  <a:pos x="798" y="531"/>
                </a:cxn>
                <a:cxn ang="0">
                  <a:pos x="805" y="499"/>
                </a:cxn>
                <a:cxn ang="0">
                  <a:pos x="811" y="480"/>
                </a:cxn>
                <a:cxn ang="0">
                  <a:pos x="823" y="430"/>
                </a:cxn>
                <a:cxn ang="0">
                  <a:pos x="861" y="329"/>
                </a:cxn>
                <a:cxn ang="0">
                  <a:pos x="956" y="120"/>
                </a:cxn>
                <a:cxn ang="0">
                  <a:pos x="988" y="101"/>
                </a:cxn>
                <a:cxn ang="0">
                  <a:pos x="1007" y="63"/>
                </a:cxn>
                <a:cxn ang="0">
                  <a:pos x="1013" y="89"/>
                </a:cxn>
                <a:cxn ang="0">
                  <a:pos x="1019" y="108"/>
                </a:cxn>
                <a:cxn ang="0">
                  <a:pos x="1057" y="57"/>
                </a:cxn>
                <a:cxn ang="0">
                  <a:pos x="1063" y="89"/>
                </a:cxn>
                <a:cxn ang="0">
                  <a:pos x="1070" y="114"/>
                </a:cxn>
                <a:cxn ang="0">
                  <a:pos x="1095" y="82"/>
                </a:cxn>
                <a:cxn ang="0">
                  <a:pos x="1101" y="57"/>
                </a:cxn>
                <a:cxn ang="0">
                  <a:pos x="1108" y="38"/>
                </a:cxn>
                <a:cxn ang="0">
                  <a:pos x="1127" y="82"/>
                </a:cxn>
                <a:cxn ang="0">
                  <a:pos x="1146" y="57"/>
                </a:cxn>
                <a:cxn ang="0">
                  <a:pos x="1152" y="32"/>
                </a:cxn>
                <a:cxn ang="0">
                  <a:pos x="1171" y="82"/>
                </a:cxn>
                <a:cxn ang="0">
                  <a:pos x="1215" y="25"/>
                </a:cxn>
                <a:cxn ang="0">
                  <a:pos x="1259" y="13"/>
                </a:cxn>
                <a:cxn ang="0">
                  <a:pos x="1291" y="44"/>
                </a:cxn>
                <a:cxn ang="0">
                  <a:pos x="1303" y="19"/>
                </a:cxn>
                <a:cxn ang="0">
                  <a:pos x="1335" y="57"/>
                </a:cxn>
                <a:cxn ang="0">
                  <a:pos x="1392" y="0"/>
                </a:cxn>
                <a:cxn ang="0">
                  <a:pos x="1417" y="76"/>
                </a:cxn>
                <a:cxn ang="0">
                  <a:pos x="1442" y="70"/>
                </a:cxn>
                <a:cxn ang="0">
                  <a:pos x="1461" y="70"/>
                </a:cxn>
                <a:cxn ang="0">
                  <a:pos x="1474" y="133"/>
                </a:cxn>
                <a:cxn ang="0">
                  <a:pos x="1487" y="120"/>
                </a:cxn>
              </a:cxnLst>
              <a:rect l="0" t="0" r="r" b="b"/>
              <a:pathLst>
                <a:path w="1492" h="1162">
                  <a:moveTo>
                    <a:pt x="34" y="1093"/>
                  </a:moveTo>
                  <a:cubicBezTo>
                    <a:pt x="106" y="1138"/>
                    <a:pt x="0" y="1080"/>
                    <a:pt x="72" y="1093"/>
                  </a:cubicBezTo>
                  <a:cubicBezTo>
                    <a:pt x="81" y="1095"/>
                    <a:pt x="85" y="1106"/>
                    <a:pt x="91" y="1112"/>
                  </a:cubicBezTo>
                  <a:cubicBezTo>
                    <a:pt x="108" y="1103"/>
                    <a:pt x="141" y="1084"/>
                    <a:pt x="160" y="1086"/>
                  </a:cubicBezTo>
                  <a:cubicBezTo>
                    <a:pt x="161" y="1086"/>
                    <a:pt x="173" y="1123"/>
                    <a:pt x="173" y="1124"/>
                  </a:cubicBezTo>
                  <a:cubicBezTo>
                    <a:pt x="223" y="1112"/>
                    <a:pt x="180" y="1129"/>
                    <a:pt x="223" y="1143"/>
                  </a:cubicBezTo>
                  <a:cubicBezTo>
                    <a:pt x="281" y="1121"/>
                    <a:pt x="264" y="1109"/>
                    <a:pt x="287" y="1143"/>
                  </a:cubicBezTo>
                  <a:cubicBezTo>
                    <a:pt x="337" y="1131"/>
                    <a:pt x="327" y="1099"/>
                    <a:pt x="337" y="1162"/>
                  </a:cubicBezTo>
                  <a:cubicBezTo>
                    <a:pt x="349" y="1150"/>
                    <a:pt x="354" y="1132"/>
                    <a:pt x="369" y="1124"/>
                  </a:cubicBezTo>
                  <a:cubicBezTo>
                    <a:pt x="388" y="1114"/>
                    <a:pt x="411" y="1113"/>
                    <a:pt x="432" y="1105"/>
                  </a:cubicBezTo>
                  <a:cubicBezTo>
                    <a:pt x="471" y="1162"/>
                    <a:pt x="468" y="1081"/>
                    <a:pt x="495" y="1068"/>
                  </a:cubicBezTo>
                  <a:cubicBezTo>
                    <a:pt x="507" y="1062"/>
                    <a:pt x="520" y="1063"/>
                    <a:pt x="533" y="1061"/>
                  </a:cubicBezTo>
                  <a:cubicBezTo>
                    <a:pt x="577" y="994"/>
                    <a:pt x="545" y="1028"/>
                    <a:pt x="571" y="1061"/>
                  </a:cubicBezTo>
                  <a:cubicBezTo>
                    <a:pt x="576" y="1067"/>
                    <a:pt x="584" y="1070"/>
                    <a:pt x="590" y="1074"/>
                  </a:cubicBezTo>
                  <a:cubicBezTo>
                    <a:pt x="600" y="1033"/>
                    <a:pt x="614" y="996"/>
                    <a:pt x="621" y="954"/>
                  </a:cubicBezTo>
                  <a:cubicBezTo>
                    <a:pt x="623" y="960"/>
                    <a:pt x="622" y="976"/>
                    <a:pt x="628" y="973"/>
                  </a:cubicBezTo>
                  <a:cubicBezTo>
                    <a:pt x="636" y="969"/>
                    <a:pt x="631" y="956"/>
                    <a:pt x="634" y="948"/>
                  </a:cubicBezTo>
                  <a:cubicBezTo>
                    <a:pt x="637" y="939"/>
                    <a:pt x="643" y="931"/>
                    <a:pt x="647" y="922"/>
                  </a:cubicBezTo>
                  <a:cubicBezTo>
                    <a:pt x="664" y="883"/>
                    <a:pt x="665" y="843"/>
                    <a:pt x="691" y="809"/>
                  </a:cubicBezTo>
                  <a:cubicBezTo>
                    <a:pt x="707" y="758"/>
                    <a:pt x="725" y="708"/>
                    <a:pt x="741" y="657"/>
                  </a:cubicBezTo>
                  <a:cubicBezTo>
                    <a:pt x="747" y="639"/>
                    <a:pt x="760" y="624"/>
                    <a:pt x="767" y="606"/>
                  </a:cubicBezTo>
                  <a:cubicBezTo>
                    <a:pt x="773" y="575"/>
                    <a:pt x="784" y="559"/>
                    <a:pt x="798" y="531"/>
                  </a:cubicBezTo>
                  <a:cubicBezTo>
                    <a:pt x="800" y="520"/>
                    <a:pt x="802" y="510"/>
                    <a:pt x="805" y="499"/>
                  </a:cubicBezTo>
                  <a:cubicBezTo>
                    <a:pt x="807" y="493"/>
                    <a:pt x="809" y="486"/>
                    <a:pt x="811" y="480"/>
                  </a:cubicBezTo>
                  <a:cubicBezTo>
                    <a:pt x="815" y="463"/>
                    <a:pt x="823" y="430"/>
                    <a:pt x="823" y="430"/>
                  </a:cubicBezTo>
                  <a:cubicBezTo>
                    <a:pt x="829" y="374"/>
                    <a:pt x="816" y="351"/>
                    <a:pt x="861" y="329"/>
                  </a:cubicBezTo>
                  <a:cubicBezTo>
                    <a:pt x="879" y="256"/>
                    <a:pt x="921" y="187"/>
                    <a:pt x="956" y="120"/>
                  </a:cubicBezTo>
                  <a:cubicBezTo>
                    <a:pt x="967" y="153"/>
                    <a:pt x="958" y="145"/>
                    <a:pt x="988" y="101"/>
                  </a:cubicBezTo>
                  <a:cubicBezTo>
                    <a:pt x="1003" y="79"/>
                    <a:pt x="998" y="86"/>
                    <a:pt x="1007" y="63"/>
                  </a:cubicBezTo>
                  <a:cubicBezTo>
                    <a:pt x="1009" y="72"/>
                    <a:pt x="1011" y="80"/>
                    <a:pt x="1013" y="89"/>
                  </a:cubicBezTo>
                  <a:cubicBezTo>
                    <a:pt x="1015" y="95"/>
                    <a:pt x="1014" y="112"/>
                    <a:pt x="1019" y="108"/>
                  </a:cubicBezTo>
                  <a:cubicBezTo>
                    <a:pt x="1036" y="96"/>
                    <a:pt x="1057" y="57"/>
                    <a:pt x="1057" y="57"/>
                  </a:cubicBezTo>
                  <a:cubicBezTo>
                    <a:pt x="1059" y="68"/>
                    <a:pt x="1061" y="78"/>
                    <a:pt x="1063" y="89"/>
                  </a:cubicBezTo>
                  <a:cubicBezTo>
                    <a:pt x="1065" y="97"/>
                    <a:pt x="1062" y="116"/>
                    <a:pt x="1070" y="114"/>
                  </a:cubicBezTo>
                  <a:cubicBezTo>
                    <a:pt x="1083" y="111"/>
                    <a:pt x="1087" y="93"/>
                    <a:pt x="1095" y="82"/>
                  </a:cubicBezTo>
                  <a:cubicBezTo>
                    <a:pt x="1097" y="74"/>
                    <a:pt x="1099" y="65"/>
                    <a:pt x="1101" y="57"/>
                  </a:cubicBezTo>
                  <a:cubicBezTo>
                    <a:pt x="1103" y="51"/>
                    <a:pt x="1102" y="36"/>
                    <a:pt x="1108" y="38"/>
                  </a:cubicBezTo>
                  <a:cubicBezTo>
                    <a:pt x="1112" y="39"/>
                    <a:pt x="1125" y="76"/>
                    <a:pt x="1127" y="82"/>
                  </a:cubicBezTo>
                  <a:cubicBezTo>
                    <a:pt x="1133" y="74"/>
                    <a:pt x="1141" y="66"/>
                    <a:pt x="1146" y="57"/>
                  </a:cubicBezTo>
                  <a:cubicBezTo>
                    <a:pt x="1150" y="49"/>
                    <a:pt x="1144" y="29"/>
                    <a:pt x="1152" y="32"/>
                  </a:cubicBezTo>
                  <a:cubicBezTo>
                    <a:pt x="1156" y="33"/>
                    <a:pt x="1168" y="74"/>
                    <a:pt x="1171" y="82"/>
                  </a:cubicBezTo>
                  <a:cubicBezTo>
                    <a:pt x="1195" y="67"/>
                    <a:pt x="1198" y="49"/>
                    <a:pt x="1215" y="25"/>
                  </a:cubicBezTo>
                  <a:cubicBezTo>
                    <a:pt x="1239" y="60"/>
                    <a:pt x="1244" y="44"/>
                    <a:pt x="1259" y="13"/>
                  </a:cubicBezTo>
                  <a:cubicBezTo>
                    <a:pt x="1269" y="48"/>
                    <a:pt x="1254" y="81"/>
                    <a:pt x="1291" y="44"/>
                  </a:cubicBezTo>
                  <a:cubicBezTo>
                    <a:pt x="1295" y="36"/>
                    <a:pt x="1294" y="21"/>
                    <a:pt x="1303" y="19"/>
                  </a:cubicBezTo>
                  <a:cubicBezTo>
                    <a:pt x="1310" y="18"/>
                    <a:pt x="1332" y="53"/>
                    <a:pt x="1335" y="57"/>
                  </a:cubicBezTo>
                  <a:cubicBezTo>
                    <a:pt x="1363" y="42"/>
                    <a:pt x="1374" y="26"/>
                    <a:pt x="1392" y="0"/>
                  </a:cubicBezTo>
                  <a:cubicBezTo>
                    <a:pt x="1397" y="29"/>
                    <a:pt x="1401" y="51"/>
                    <a:pt x="1417" y="76"/>
                  </a:cubicBezTo>
                  <a:cubicBezTo>
                    <a:pt x="1425" y="74"/>
                    <a:pt x="1435" y="75"/>
                    <a:pt x="1442" y="70"/>
                  </a:cubicBezTo>
                  <a:cubicBezTo>
                    <a:pt x="1459" y="56"/>
                    <a:pt x="1437" y="32"/>
                    <a:pt x="1461" y="70"/>
                  </a:cubicBezTo>
                  <a:cubicBezTo>
                    <a:pt x="1477" y="159"/>
                    <a:pt x="1460" y="67"/>
                    <a:pt x="1474" y="133"/>
                  </a:cubicBezTo>
                  <a:cubicBezTo>
                    <a:pt x="1492" y="217"/>
                    <a:pt x="1487" y="222"/>
                    <a:pt x="1487" y="120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38" name="Freeform 170"/>
            <p:cNvSpPr>
              <a:spLocks/>
            </p:cNvSpPr>
            <p:nvPr/>
          </p:nvSpPr>
          <p:spPr bwMode="auto">
            <a:xfrm>
              <a:off x="2011" y="2558"/>
              <a:ext cx="1349" cy="1244"/>
            </a:xfrm>
            <a:custGeom>
              <a:avLst/>
              <a:gdLst/>
              <a:ahLst/>
              <a:cxnLst>
                <a:cxn ang="0">
                  <a:pos x="4" y="151"/>
                </a:cxn>
                <a:cxn ang="0">
                  <a:pos x="42" y="95"/>
                </a:cxn>
                <a:cxn ang="0">
                  <a:pos x="67" y="57"/>
                </a:cxn>
                <a:cxn ang="0">
                  <a:pos x="73" y="76"/>
                </a:cxn>
                <a:cxn ang="0">
                  <a:pos x="67" y="95"/>
                </a:cxn>
                <a:cxn ang="0">
                  <a:pos x="99" y="38"/>
                </a:cxn>
                <a:cxn ang="0">
                  <a:pos x="143" y="13"/>
                </a:cxn>
                <a:cxn ang="0">
                  <a:pos x="149" y="69"/>
                </a:cxn>
                <a:cxn ang="0">
                  <a:pos x="168" y="63"/>
                </a:cxn>
                <a:cxn ang="0">
                  <a:pos x="200" y="19"/>
                </a:cxn>
                <a:cxn ang="0">
                  <a:pos x="212" y="101"/>
                </a:cxn>
                <a:cxn ang="0">
                  <a:pos x="231" y="63"/>
                </a:cxn>
                <a:cxn ang="0">
                  <a:pos x="257" y="0"/>
                </a:cxn>
                <a:cxn ang="0">
                  <a:pos x="263" y="95"/>
                </a:cxn>
                <a:cxn ang="0">
                  <a:pos x="295" y="82"/>
                </a:cxn>
                <a:cxn ang="0">
                  <a:pos x="320" y="31"/>
                </a:cxn>
                <a:cxn ang="0">
                  <a:pos x="358" y="63"/>
                </a:cxn>
                <a:cxn ang="0">
                  <a:pos x="383" y="145"/>
                </a:cxn>
                <a:cxn ang="0">
                  <a:pos x="402" y="126"/>
                </a:cxn>
                <a:cxn ang="0">
                  <a:pos x="408" y="107"/>
                </a:cxn>
                <a:cxn ang="0">
                  <a:pos x="433" y="164"/>
                </a:cxn>
                <a:cxn ang="0">
                  <a:pos x="452" y="189"/>
                </a:cxn>
                <a:cxn ang="0">
                  <a:pos x="478" y="158"/>
                </a:cxn>
                <a:cxn ang="0">
                  <a:pos x="484" y="133"/>
                </a:cxn>
                <a:cxn ang="0">
                  <a:pos x="497" y="151"/>
                </a:cxn>
                <a:cxn ang="0">
                  <a:pos x="516" y="227"/>
                </a:cxn>
                <a:cxn ang="0">
                  <a:pos x="547" y="259"/>
                </a:cxn>
                <a:cxn ang="0">
                  <a:pos x="553" y="335"/>
                </a:cxn>
                <a:cxn ang="0">
                  <a:pos x="572" y="322"/>
                </a:cxn>
                <a:cxn ang="0">
                  <a:pos x="579" y="341"/>
                </a:cxn>
                <a:cxn ang="0">
                  <a:pos x="604" y="474"/>
                </a:cxn>
                <a:cxn ang="0">
                  <a:pos x="629" y="398"/>
                </a:cxn>
                <a:cxn ang="0">
                  <a:pos x="673" y="606"/>
                </a:cxn>
                <a:cxn ang="0">
                  <a:pos x="699" y="657"/>
                </a:cxn>
                <a:cxn ang="0">
                  <a:pos x="718" y="638"/>
                </a:cxn>
                <a:cxn ang="0">
                  <a:pos x="737" y="663"/>
                </a:cxn>
                <a:cxn ang="0">
                  <a:pos x="756" y="859"/>
                </a:cxn>
                <a:cxn ang="0">
                  <a:pos x="781" y="859"/>
                </a:cxn>
                <a:cxn ang="0">
                  <a:pos x="800" y="941"/>
                </a:cxn>
                <a:cxn ang="0">
                  <a:pos x="831" y="979"/>
                </a:cxn>
                <a:cxn ang="0">
                  <a:pos x="995" y="1206"/>
                </a:cxn>
                <a:cxn ang="0">
                  <a:pos x="1059" y="1175"/>
                </a:cxn>
                <a:cxn ang="0">
                  <a:pos x="1078" y="1244"/>
                </a:cxn>
                <a:cxn ang="0">
                  <a:pos x="1135" y="1225"/>
                </a:cxn>
                <a:cxn ang="0">
                  <a:pos x="1198" y="1149"/>
                </a:cxn>
                <a:cxn ang="0">
                  <a:pos x="1204" y="1181"/>
                </a:cxn>
                <a:cxn ang="0">
                  <a:pos x="1210" y="1206"/>
                </a:cxn>
                <a:cxn ang="0">
                  <a:pos x="1236" y="1194"/>
                </a:cxn>
                <a:cxn ang="0">
                  <a:pos x="1261" y="1194"/>
                </a:cxn>
                <a:cxn ang="0">
                  <a:pos x="1280" y="1181"/>
                </a:cxn>
                <a:cxn ang="0">
                  <a:pos x="1305" y="1124"/>
                </a:cxn>
                <a:cxn ang="0">
                  <a:pos x="1330" y="1130"/>
                </a:cxn>
                <a:cxn ang="0">
                  <a:pos x="1349" y="1137"/>
                </a:cxn>
                <a:cxn ang="0">
                  <a:pos x="1330" y="1143"/>
                </a:cxn>
                <a:cxn ang="0">
                  <a:pos x="1273" y="1156"/>
                </a:cxn>
              </a:cxnLst>
              <a:rect l="0" t="0" r="r" b="b"/>
              <a:pathLst>
                <a:path w="1349" h="1244">
                  <a:moveTo>
                    <a:pt x="4" y="151"/>
                  </a:moveTo>
                  <a:cubicBezTo>
                    <a:pt x="46" y="82"/>
                    <a:pt x="0" y="155"/>
                    <a:pt x="42" y="95"/>
                  </a:cubicBezTo>
                  <a:cubicBezTo>
                    <a:pt x="51" y="83"/>
                    <a:pt x="67" y="57"/>
                    <a:pt x="67" y="57"/>
                  </a:cubicBezTo>
                  <a:cubicBezTo>
                    <a:pt x="69" y="63"/>
                    <a:pt x="73" y="69"/>
                    <a:pt x="73" y="76"/>
                  </a:cubicBezTo>
                  <a:cubicBezTo>
                    <a:pt x="73" y="83"/>
                    <a:pt x="64" y="101"/>
                    <a:pt x="67" y="95"/>
                  </a:cubicBezTo>
                  <a:cubicBezTo>
                    <a:pt x="103" y="28"/>
                    <a:pt x="56" y="95"/>
                    <a:pt x="99" y="38"/>
                  </a:cubicBezTo>
                  <a:cubicBezTo>
                    <a:pt x="112" y="81"/>
                    <a:pt x="118" y="36"/>
                    <a:pt x="143" y="13"/>
                  </a:cubicBezTo>
                  <a:cubicBezTo>
                    <a:pt x="145" y="32"/>
                    <a:pt x="141" y="52"/>
                    <a:pt x="149" y="69"/>
                  </a:cubicBezTo>
                  <a:cubicBezTo>
                    <a:pt x="152" y="75"/>
                    <a:pt x="163" y="68"/>
                    <a:pt x="168" y="63"/>
                  </a:cubicBezTo>
                  <a:cubicBezTo>
                    <a:pt x="181" y="50"/>
                    <a:pt x="200" y="19"/>
                    <a:pt x="200" y="19"/>
                  </a:cubicBezTo>
                  <a:cubicBezTo>
                    <a:pt x="208" y="45"/>
                    <a:pt x="192" y="81"/>
                    <a:pt x="212" y="101"/>
                  </a:cubicBezTo>
                  <a:cubicBezTo>
                    <a:pt x="222" y="111"/>
                    <a:pt x="225" y="76"/>
                    <a:pt x="231" y="63"/>
                  </a:cubicBezTo>
                  <a:cubicBezTo>
                    <a:pt x="240" y="42"/>
                    <a:pt x="249" y="21"/>
                    <a:pt x="257" y="0"/>
                  </a:cubicBezTo>
                  <a:cubicBezTo>
                    <a:pt x="259" y="32"/>
                    <a:pt x="250" y="66"/>
                    <a:pt x="263" y="95"/>
                  </a:cubicBezTo>
                  <a:cubicBezTo>
                    <a:pt x="268" y="105"/>
                    <a:pt x="287" y="90"/>
                    <a:pt x="295" y="82"/>
                  </a:cubicBezTo>
                  <a:cubicBezTo>
                    <a:pt x="308" y="68"/>
                    <a:pt x="309" y="47"/>
                    <a:pt x="320" y="31"/>
                  </a:cubicBezTo>
                  <a:cubicBezTo>
                    <a:pt x="325" y="93"/>
                    <a:pt x="324" y="147"/>
                    <a:pt x="358" y="63"/>
                  </a:cubicBezTo>
                  <a:cubicBezTo>
                    <a:pt x="367" y="90"/>
                    <a:pt x="374" y="118"/>
                    <a:pt x="383" y="145"/>
                  </a:cubicBezTo>
                  <a:cubicBezTo>
                    <a:pt x="389" y="139"/>
                    <a:pt x="397" y="133"/>
                    <a:pt x="402" y="126"/>
                  </a:cubicBezTo>
                  <a:cubicBezTo>
                    <a:pt x="406" y="120"/>
                    <a:pt x="403" y="103"/>
                    <a:pt x="408" y="107"/>
                  </a:cubicBezTo>
                  <a:cubicBezTo>
                    <a:pt x="419" y="115"/>
                    <a:pt x="428" y="148"/>
                    <a:pt x="433" y="164"/>
                  </a:cubicBezTo>
                  <a:cubicBezTo>
                    <a:pt x="444" y="244"/>
                    <a:pt x="431" y="220"/>
                    <a:pt x="452" y="189"/>
                  </a:cubicBezTo>
                  <a:cubicBezTo>
                    <a:pt x="459" y="178"/>
                    <a:pt x="469" y="168"/>
                    <a:pt x="478" y="158"/>
                  </a:cubicBezTo>
                  <a:cubicBezTo>
                    <a:pt x="480" y="150"/>
                    <a:pt x="476" y="136"/>
                    <a:pt x="484" y="133"/>
                  </a:cubicBezTo>
                  <a:cubicBezTo>
                    <a:pt x="491" y="130"/>
                    <a:pt x="494" y="144"/>
                    <a:pt x="497" y="151"/>
                  </a:cubicBezTo>
                  <a:cubicBezTo>
                    <a:pt x="507" y="175"/>
                    <a:pt x="507" y="203"/>
                    <a:pt x="516" y="227"/>
                  </a:cubicBezTo>
                  <a:cubicBezTo>
                    <a:pt x="555" y="176"/>
                    <a:pt x="538" y="223"/>
                    <a:pt x="547" y="259"/>
                  </a:cubicBezTo>
                  <a:cubicBezTo>
                    <a:pt x="549" y="284"/>
                    <a:pt x="544" y="311"/>
                    <a:pt x="553" y="335"/>
                  </a:cubicBezTo>
                  <a:cubicBezTo>
                    <a:pt x="556" y="342"/>
                    <a:pt x="565" y="320"/>
                    <a:pt x="572" y="322"/>
                  </a:cubicBezTo>
                  <a:cubicBezTo>
                    <a:pt x="579" y="324"/>
                    <a:pt x="577" y="335"/>
                    <a:pt x="579" y="341"/>
                  </a:cubicBezTo>
                  <a:cubicBezTo>
                    <a:pt x="603" y="265"/>
                    <a:pt x="581" y="428"/>
                    <a:pt x="604" y="474"/>
                  </a:cubicBezTo>
                  <a:cubicBezTo>
                    <a:pt x="610" y="444"/>
                    <a:pt x="616" y="425"/>
                    <a:pt x="629" y="398"/>
                  </a:cubicBezTo>
                  <a:cubicBezTo>
                    <a:pt x="652" y="465"/>
                    <a:pt x="652" y="538"/>
                    <a:pt x="673" y="606"/>
                  </a:cubicBezTo>
                  <a:cubicBezTo>
                    <a:pt x="699" y="544"/>
                    <a:pt x="687" y="463"/>
                    <a:pt x="699" y="657"/>
                  </a:cubicBezTo>
                  <a:cubicBezTo>
                    <a:pt x="705" y="651"/>
                    <a:pt x="714" y="630"/>
                    <a:pt x="718" y="638"/>
                  </a:cubicBezTo>
                  <a:cubicBezTo>
                    <a:pt x="738" y="683"/>
                    <a:pt x="709" y="772"/>
                    <a:pt x="737" y="663"/>
                  </a:cubicBezTo>
                  <a:cubicBezTo>
                    <a:pt x="741" y="765"/>
                    <a:pt x="742" y="782"/>
                    <a:pt x="756" y="859"/>
                  </a:cubicBezTo>
                  <a:cubicBezTo>
                    <a:pt x="759" y="847"/>
                    <a:pt x="764" y="798"/>
                    <a:pt x="781" y="859"/>
                  </a:cubicBezTo>
                  <a:cubicBezTo>
                    <a:pt x="811" y="963"/>
                    <a:pt x="767" y="892"/>
                    <a:pt x="800" y="941"/>
                  </a:cubicBezTo>
                  <a:cubicBezTo>
                    <a:pt x="811" y="975"/>
                    <a:pt x="789" y="1021"/>
                    <a:pt x="831" y="979"/>
                  </a:cubicBezTo>
                  <a:cubicBezTo>
                    <a:pt x="913" y="1087"/>
                    <a:pt x="912" y="1097"/>
                    <a:pt x="995" y="1206"/>
                  </a:cubicBezTo>
                  <a:cubicBezTo>
                    <a:pt x="1013" y="1152"/>
                    <a:pt x="1027" y="1222"/>
                    <a:pt x="1059" y="1175"/>
                  </a:cubicBezTo>
                  <a:cubicBezTo>
                    <a:pt x="1074" y="1223"/>
                    <a:pt x="1068" y="1200"/>
                    <a:pt x="1078" y="1244"/>
                  </a:cubicBezTo>
                  <a:cubicBezTo>
                    <a:pt x="1109" y="1223"/>
                    <a:pt x="1109" y="1186"/>
                    <a:pt x="1135" y="1225"/>
                  </a:cubicBezTo>
                  <a:cubicBezTo>
                    <a:pt x="1164" y="1203"/>
                    <a:pt x="1175" y="1178"/>
                    <a:pt x="1198" y="1149"/>
                  </a:cubicBezTo>
                  <a:cubicBezTo>
                    <a:pt x="1200" y="1160"/>
                    <a:pt x="1202" y="1170"/>
                    <a:pt x="1204" y="1181"/>
                  </a:cubicBezTo>
                  <a:cubicBezTo>
                    <a:pt x="1206" y="1189"/>
                    <a:pt x="1202" y="1203"/>
                    <a:pt x="1210" y="1206"/>
                  </a:cubicBezTo>
                  <a:cubicBezTo>
                    <a:pt x="1219" y="1210"/>
                    <a:pt x="1227" y="1198"/>
                    <a:pt x="1236" y="1194"/>
                  </a:cubicBezTo>
                  <a:cubicBezTo>
                    <a:pt x="1264" y="1149"/>
                    <a:pt x="1231" y="1188"/>
                    <a:pt x="1261" y="1194"/>
                  </a:cubicBezTo>
                  <a:cubicBezTo>
                    <a:pt x="1269" y="1195"/>
                    <a:pt x="1274" y="1185"/>
                    <a:pt x="1280" y="1181"/>
                  </a:cubicBezTo>
                  <a:cubicBezTo>
                    <a:pt x="1292" y="1162"/>
                    <a:pt x="1298" y="1145"/>
                    <a:pt x="1305" y="1124"/>
                  </a:cubicBezTo>
                  <a:cubicBezTo>
                    <a:pt x="1317" y="1187"/>
                    <a:pt x="1301" y="1145"/>
                    <a:pt x="1330" y="1130"/>
                  </a:cubicBezTo>
                  <a:cubicBezTo>
                    <a:pt x="1336" y="1127"/>
                    <a:pt x="1343" y="1135"/>
                    <a:pt x="1349" y="1137"/>
                  </a:cubicBezTo>
                  <a:cubicBezTo>
                    <a:pt x="1349" y="1137"/>
                    <a:pt x="1336" y="1140"/>
                    <a:pt x="1330" y="1143"/>
                  </a:cubicBezTo>
                  <a:cubicBezTo>
                    <a:pt x="1288" y="1161"/>
                    <a:pt x="1322" y="1156"/>
                    <a:pt x="1273" y="1156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39" name="Freeform 171"/>
            <p:cNvSpPr>
              <a:spLocks/>
            </p:cNvSpPr>
            <p:nvPr/>
          </p:nvSpPr>
          <p:spPr bwMode="auto">
            <a:xfrm>
              <a:off x="2046" y="2559"/>
              <a:ext cx="1396" cy="1206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50" y="81"/>
                </a:cxn>
                <a:cxn ang="0">
                  <a:pos x="76" y="62"/>
                </a:cxn>
                <a:cxn ang="0">
                  <a:pos x="107" y="17"/>
                </a:cxn>
                <a:cxn ang="0">
                  <a:pos x="139" y="100"/>
                </a:cxn>
                <a:cxn ang="0">
                  <a:pos x="196" y="74"/>
                </a:cxn>
                <a:cxn ang="0">
                  <a:pos x="240" y="43"/>
                </a:cxn>
                <a:cxn ang="0">
                  <a:pos x="253" y="93"/>
                </a:cxn>
                <a:cxn ang="0">
                  <a:pos x="303" y="68"/>
                </a:cxn>
                <a:cxn ang="0">
                  <a:pos x="328" y="112"/>
                </a:cxn>
                <a:cxn ang="0">
                  <a:pos x="379" y="62"/>
                </a:cxn>
                <a:cxn ang="0">
                  <a:pos x="417" y="125"/>
                </a:cxn>
                <a:cxn ang="0">
                  <a:pos x="429" y="106"/>
                </a:cxn>
                <a:cxn ang="0">
                  <a:pos x="436" y="137"/>
                </a:cxn>
                <a:cxn ang="0">
                  <a:pos x="455" y="207"/>
                </a:cxn>
                <a:cxn ang="0">
                  <a:pos x="486" y="213"/>
                </a:cxn>
                <a:cxn ang="0">
                  <a:pos x="518" y="207"/>
                </a:cxn>
                <a:cxn ang="0">
                  <a:pos x="524" y="226"/>
                </a:cxn>
                <a:cxn ang="0">
                  <a:pos x="543" y="232"/>
                </a:cxn>
                <a:cxn ang="0">
                  <a:pos x="549" y="283"/>
                </a:cxn>
                <a:cxn ang="0">
                  <a:pos x="562" y="321"/>
                </a:cxn>
                <a:cxn ang="0">
                  <a:pos x="606" y="359"/>
                </a:cxn>
                <a:cxn ang="0">
                  <a:pos x="625" y="415"/>
                </a:cxn>
                <a:cxn ang="0">
                  <a:pos x="669" y="580"/>
                </a:cxn>
                <a:cxn ang="0">
                  <a:pos x="695" y="719"/>
                </a:cxn>
                <a:cxn ang="0">
                  <a:pos x="701" y="693"/>
                </a:cxn>
                <a:cxn ang="0">
                  <a:pos x="707" y="712"/>
                </a:cxn>
                <a:cxn ang="0">
                  <a:pos x="714" y="731"/>
                </a:cxn>
                <a:cxn ang="0">
                  <a:pos x="733" y="807"/>
                </a:cxn>
                <a:cxn ang="0">
                  <a:pos x="739" y="895"/>
                </a:cxn>
                <a:cxn ang="0">
                  <a:pos x="758" y="927"/>
                </a:cxn>
                <a:cxn ang="0">
                  <a:pos x="802" y="1041"/>
                </a:cxn>
                <a:cxn ang="0">
                  <a:pos x="846" y="1041"/>
                </a:cxn>
                <a:cxn ang="0">
                  <a:pos x="922" y="1116"/>
                </a:cxn>
                <a:cxn ang="0">
                  <a:pos x="947" y="1186"/>
                </a:cxn>
                <a:cxn ang="0">
                  <a:pos x="947" y="1161"/>
                </a:cxn>
                <a:cxn ang="0">
                  <a:pos x="998" y="1192"/>
                </a:cxn>
                <a:cxn ang="0">
                  <a:pos x="1036" y="1161"/>
                </a:cxn>
                <a:cxn ang="0">
                  <a:pos x="1048" y="1180"/>
                </a:cxn>
                <a:cxn ang="0">
                  <a:pos x="1074" y="1192"/>
                </a:cxn>
                <a:cxn ang="0">
                  <a:pos x="1162" y="1167"/>
                </a:cxn>
                <a:cxn ang="0">
                  <a:pos x="1232" y="1161"/>
                </a:cxn>
                <a:cxn ang="0">
                  <a:pos x="1295" y="1110"/>
                </a:cxn>
                <a:cxn ang="0">
                  <a:pos x="1358" y="1123"/>
                </a:cxn>
                <a:cxn ang="0">
                  <a:pos x="1396" y="1085"/>
                </a:cxn>
              </a:cxnLst>
              <a:rect l="0" t="0" r="r" b="b"/>
              <a:pathLst>
                <a:path w="1396" h="1206">
                  <a:moveTo>
                    <a:pt x="0" y="156"/>
                  </a:moveTo>
                  <a:cubicBezTo>
                    <a:pt x="17" y="134"/>
                    <a:pt x="32" y="101"/>
                    <a:pt x="50" y="81"/>
                  </a:cubicBezTo>
                  <a:cubicBezTo>
                    <a:pt x="57" y="73"/>
                    <a:pt x="68" y="70"/>
                    <a:pt x="76" y="62"/>
                  </a:cubicBezTo>
                  <a:cubicBezTo>
                    <a:pt x="85" y="53"/>
                    <a:pt x="100" y="29"/>
                    <a:pt x="107" y="17"/>
                  </a:cubicBezTo>
                  <a:cubicBezTo>
                    <a:pt x="114" y="59"/>
                    <a:pt x="111" y="72"/>
                    <a:pt x="139" y="100"/>
                  </a:cubicBezTo>
                  <a:cubicBezTo>
                    <a:pt x="166" y="91"/>
                    <a:pt x="176" y="91"/>
                    <a:pt x="196" y="74"/>
                  </a:cubicBezTo>
                  <a:cubicBezTo>
                    <a:pt x="233" y="42"/>
                    <a:pt x="206" y="54"/>
                    <a:pt x="240" y="43"/>
                  </a:cubicBezTo>
                  <a:cubicBezTo>
                    <a:pt x="240" y="44"/>
                    <a:pt x="252" y="93"/>
                    <a:pt x="253" y="93"/>
                  </a:cubicBezTo>
                  <a:cubicBezTo>
                    <a:pt x="271" y="96"/>
                    <a:pt x="285" y="74"/>
                    <a:pt x="303" y="68"/>
                  </a:cubicBezTo>
                  <a:cubicBezTo>
                    <a:pt x="325" y="0"/>
                    <a:pt x="322" y="29"/>
                    <a:pt x="328" y="112"/>
                  </a:cubicBezTo>
                  <a:cubicBezTo>
                    <a:pt x="362" y="87"/>
                    <a:pt x="348" y="81"/>
                    <a:pt x="379" y="62"/>
                  </a:cubicBezTo>
                  <a:cubicBezTo>
                    <a:pt x="389" y="104"/>
                    <a:pt x="361" y="152"/>
                    <a:pt x="417" y="125"/>
                  </a:cubicBezTo>
                  <a:cubicBezTo>
                    <a:pt x="421" y="119"/>
                    <a:pt x="423" y="102"/>
                    <a:pt x="429" y="106"/>
                  </a:cubicBezTo>
                  <a:cubicBezTo>
                    <a:pt x="438" y="112"/>
                    <a:pt x="434" y="127"/>
                    <a:pt x="436" y="137"/>
                  </a:cubicBezTo>
                  <a:cubicBezTo>
                    <a:pt x="447" y="193"/>
                    <a:pt x="435" y="157"/>
                    <a:pt x="455" y="207"/>
                  </a:cubicBezTo>
                  <a:cubicBezTo>
                    <a:pt x="502" y="175"/>
                    <a:pt x="449" y="202"/>
                    <a:pt x="486" y="213"/>
                  </a:cubicBezTo>
                  <a:cubicBezTo>
                    <a:pt x="496" y="216"/>
                    <a:pt x="507" y="209"/>
                    <a:pt x="518" y="207"/>
                  </a:cubicBezTo>
                  <a:cubicBezTo>
                    <a:pt x="520" y="213"/>
                    <a:pt x="519" y="221"/>
                    <a:pt x="524" y="226"/>
                  </a:cubicBezTo>
                  <a:cubicBezTo>
                    <a:pt x="529" y="231"/>
                    <a:pt x="540" y="226"/>
                    <a:pt x="543" y="232"/>
                  </a:cubicBezTo>
                  <a:cubicBezTo>
                    <a:pt x="550" y="248"/>
                    <a:pt x="545" y="266"/>
                    <a:pt x="549" y="283"/>
                  </a:cubicBezTo>
                  <a:cubicBezTo>
                    <a:pt x="552" y="296"/>
                    <a:pt x="558" y="308"/>
                    <a:pt x="562" y="321"/>
                  </a:cubicBezTo>
                  <a:cubicBezTo>
                    <a:pt x="610" y="273"/>
                    <a:pt x="599" y="288"/>
                    <a:pt x="606" y="359"/>
                  </a:cubicBezTo>
                  <a:cubicBezTo>
                    <a:pt x="653" y="327"/>
                    <a:pt x="629" y="392"/>
                    <a:pt x="625" y="415"/>
                  </a:cubicBezTo>
                  <a:cubicBezTo>
                    <a:pt x="631" y="518"/>
                    <a:pt x="607" y="533"/>
                    <a:pt x="669" y="580"/>
                  </a:cubicBezTo>
                  <a:cubicBezTo>
                    <a:pt x="682" y="626"/>
                    <a:pt x="685" y="673"/>
                    <a:pt x="695" y="719"/>
                  </a:cubicBezTo>
                  <a:cubicBezTo>
                    <a:pt x="697" y="710"/>
                    <a:pt x="693" y="697"/>
                    <a:pt x="701" y="693"/>
                  </a:cubicBezTo>
                  <a:cubicBezTo>
                    <a:pt x="707" y="690"/>
                    <a:pt x="705" y="706"/>
                    <a:pt x="707" y="712"/>
                  </a:cubicBezTo>
                  <a:cubicBezTo>
                    <a:pt x="709" y="718"/>
                    <a:pt x="712" y="725"/>
                    <a:pt x="714" y="731"/>
                  </a:cubicBezTo>
                  <a:cubicBezTo>
                    <a:pt x="722" y="756"/>
                    <a:pt x="733" y="807"/>
                    <a:pt x="733" y="807"/>
                  </a:cubicBezTo>
                  <a:cubicBezTo>
                    <a:pt x="735" y="836"/>
                    <a:pt x="733" y="866"/>
                    <a:pt x="739" y="895"/>
                  </a:cubicBezTo>
                  <a:cubicBezTo>
                    <a:pt x="742" y="907"/>
                    <a:pt x="753" y="916"/>
                    <a:pt x="758" y="927"/>
                  </a:cubicBezTo>
                  <a:cubicBezTo>
                    <a:pt x="776" y="965"/>
                    <a:pt x="778" y="1005"/>
                    <a:pt x="802" y="1041"/>
                  </a:cubicBezTo>
                  <a:cubicBezTo>
                    <a:pt x="813" y="1006"/>
                    <a:pt x="817" y="1030"/>
                    <a:pt x="846" y="1041"/>
                  </a:cubicBezTo>
                  <a:cubicBezTo>
                    <a:pt x="878" y="1083"/>
                    <a:pt x="874" y="1098"/>
                    <a:pt x="922" y="1116"/>
                  </a:cubicBezTo>
                  <a:cubicBezTo>
                    <a:pt x="940" y="1142"/>
                    <a:pt x="936" y="1157"/>
                    <a:pt x="947" y="1186"/>
                  </a:cubicBezTo>
                  <a:cubicBezTo>
                    <a:pt x="955" y="1206"/>
                    <a:pt x="937" y="1142"/>
                    <a:pt x="947" y="1161"/>
                  </a:cubicBezTo>
                  <a:cubicBezTo>
                    <a:pt x="954" y="1144"/>
                    <a:pt x="987" y="1206"/>
                    <a:pt x="998" y="1192"/>
                  </a:cubicBezTo>
                  <a:cubicBezTo>
                    <a:pt x="1008" y="1179"/>
                    <a:pt x="1024" y="1173"/>
                    <a:pt x="1036" y="1161"/>
                  </a:cubicBezTo>
                  <a:cubicBezTo>
                    <a:pt x="1040" y="1167"/>
                    <a:pt x="1041" y="1177"/>
                    <a:pt x="1048" y="1180"/>
                  </a:cubicBezTo>
                  <a:cubicBezTo>
                    <a:pt x="1082" y="1193"/>
                    <a:pt x="1056" y="1144"/>
                    <a:pt x="1074" y="1192"/>
                  </a:cubicBezTo>
                  <a:cubicBezTo>
                    <a:pt x="1145" y="1157"/>
                    <a:pt x="1114" y="1156"/>
                    <a:pt x="1162" y="1167"/>
                  </a:cubicBezTo>
                  <a:cubicBezTo>
                    <a:pt x="1192" y="1160"/>
                    <a:pt x="1201" y="1153"/>
                    <a:pt x="1232" y="1161"/>
                  </a:cubicBezTo>
                  <a:cubicBezTo>
                    <a:pt x="1251" y="1141"/>
                    <a:pt x="1295" y="1110"/>
                    <a:pt x="1295" y="1110"/>
                  </a:cubicBezTo>
                  <a:cubicBezTo>
                    <a:pt x="1314" y="1140"/>
                    <a:pt x="1327" y="1138"/>
                    <a:pt x="1358" y="1123"/>
                  </a:cubicBezTo>
                  <a:cubicBezTo>
                    <a:pt x="1373" y="1077"/>
                    <a:pt x="1357" y="1085"/>
                    <a:pt x="1396" y="108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40" name="Freeform 172"/>
            <p:cNvSpPr>
              <a:spLocks/>
            </p:cNvSpPr>
            <p:nvPr/>
          </p:nvSpPr>
          <p:spPr bwMode="auto">
            <a:xfrm>
              <a:off x="1876" y="2596"/>
              <a:ext cx="1472" cy="1067"/>
            </a:xfrm>
            <a:custGeom>
              <a:avLst/>
              <a:gdLst/>
              <a:ahLst/>
              <a:cxnLst>
                <a:cxn ang="0">
                  <a:pos x="1472" y="1048"/>
                </a:cxn>
                <a:cxn ang="0">
                  <a:pos x="1409" y="1023"/>
                </a:cxn>
                <a:cxn ang="0">
                  <a:pos x="1415" y="991"/>
                </a:cxn>
                <a:cxn ang="0">
                  <a:pos x="1421" y="966"/>
                </a:cxn>
                <a:cxn ang="0">
                  <a:pos x="1415" y="941"/>
                </a:cxn>
                <a:cxn ang="0">
                  <a:pos x="1409" y="909"/>
                </a:cxn>
                <a:cxn ang="0">
                  <a:pos x="1377" y="947"/>
                </a:cxn>
                <a:cxn ang="0">
                  <a:pos x="1352" y="833"/>
                </a:cxn>
                <a:cxn ang="0">
                  <a:pos x="1320" y="695"/>
                </a:cxn>
                <a:cxn ang="0">
                  <a:pos x="1301" y="707"/>
                </a:cxn>
                <a:cxn ang="0">
                  <a:pos x="1295" y="682"/>
                </a:cxn>
                <a:cxn ang="0">
                  <a:pos x="1257" y="587"/>
                </a:cxn>
                <a:cxn ang="0">
                  <a:pos x="1219" y="473"/>
                </a:cxn>
                <a:cxn ang="0">
                  <a:pos x="1200" y="480"/>
                </a:cxn>
                <a:cxn ang="0">
                  <a:pos x="1143" y="385"/>
                </a:cxn>
                <a:cxn ang="0">
                  <a:pos x="1105" y="259"/>
                </a:cxn>
                <a:cxn ang="0">
                  <a:pos x="1080" y="221"/>
                </a:cxn>
                <a:cxn ang="0">
                  <a:pos x="1042" y="170"/>
                </a:cxn>
                <a:cxn ang="0">
                  <a:pos x="1023" y="177"/>
                </a:cxn>
                <a:cxn ang="0">
                  <a:pos x="1017" y="196"/>
                </a:cxn>
                <a:cxn ang="0">
                  <a:pos x="1011" y="177"/>
                </a:cxn>
                <a:cxn ang="0">
                  <a:pos x="966" y="120"/>
                </a:cxn>
                <a:cxn ang="0">
                  <a:pos x="948" y="126"/>
                </a:cxn>
                <a:cxn ang="0">
                  <a:pos x="859" y="57"/>
                </a:cxn>
                <a:cxn ang="0">
                  <a:pos x="853" y="76"/>
                </a:cxn>
                <a:cxn ang="0">
                  <a:pos x="821" y="44"/>
                </a:cxn>
                <a:cxn ang="0">
                  <a:pos x="752" y="19"/>
                </a:cxn>
                <a:cxn ang="0">
                  <a:pos x="689" y="0"/>
                </a:cxn>
                <a:cxn ang="0">
                  <a:pos x="651" y="25"/>
                </a:cxn>
                <a:cxn ang="0">
                  <a:pos x="625" y="50"/>
                </a:cxn>
                <a:cxn ang="0">
                  <a:pos x="619" y="69"/>
                </a:cxn>
                <a:cxn ang="0">
                  <a:pos x="613" y="50"/>
                </a:cxn>
                <a:cxn ang="0">
                  <a:pos x="588" y="25"/>
                </a:cxn>
                <a:cxn ang="0">
                  <a:pos x="569" y="82"/>
                </a:cxn>
                <a:cxn ang="0">
                  <a:pos x="562" y="63"/>
                </a:cxn>
                <a:cxn ang="0">
                  <a:pos x="543" y="50"/>
                </a:cxn>
                <a:cxn ang="0">
                  <a:pos x="512" y="82"/>
                </a:cxn>
                <a:cxn ang="0">
                  <a:pos x="486" y="126"/>
                </a:cxn>
                <a:cxn ang="0">
                  <a:pos x="480" y="151"/>
                </a:cxn>
                <a:cxn ang="0">
                  <a:pos x="474" y="132"/>
                </a:cxn>
                <a:cxn ang="0">
                  <a:pos x="449" y="145"/>
                </a:cxn>
                <a:cxn ang="0">
                  <a:pos x="423" y="208"/>
                </a:cxn>
                <a:cxn ang="0">
                  <a:pos x="417" y="183"/>
                </a:cxn>
                <a:cxn ang="0">
                  <a:pos x="398" y="196"/>
                </a:cxn>
                <a:cxn ang="0">
                  <a:pos x="373" y="252"/>
                </a:cxn>
                <a:cxn ang="0">
                  <a:pos x="335" y="379"/>
                </a:cxn>
                <a:cxn ang="0">
                  <a:pos x="310" y="429"/>
                </a:cxn>
                <a:cxn ang="0">
                  <a:pos x="291" y="518"/>
                </a:cxn>
                <a:cxn ang="0">
                  <a:pos x="240" y="688"/>
                </a:cxn>
                <a:cxn ang="0">
                  <a:pos x="171" y="884"/>
                </a:cxn>
                <a:cxn ang="0">
                  <a:pos x="164" y="865"/>
                </a:cxn>
                <a:cxn ang="0">
                  <a:pos x="158" y="840"/>
                </a:cxn>
                <a:cxn ang="0">
                  <a:pos x="145" y="897"/>
                </a:cxn>
                <a:cxn ang="0">
                  <a:pos x="108" y="1067"/>
                </a:cxn>
                <a:cxn ang="0">
                  <a:pos x="70" y="1055"/>
                </a:cxn>
                <a:cxn ang="0">
                  <a:pos x="0" y="1055"/>
                </a:cxn>
              </a:cxnLst>
              <a:rect l="0" t="0" r="r" b="b"/>
              <a:pathLst>
                <a:path w="1472" h="1067">
                  <a:moveTo>
                    <a:pt x="1472" y="1048"/>
                  </a:moveTo>
                  <a:cubicBezTo>
                    <a:pt x="1451" y="1038"/>
                    <a:pt x="1431" y="1030"/>
                    <a:pt x="1409" y="1023"/>
                  </a:cubicBezTo>
                  <a:cubicBezTo>
                    <a:pt x="1411" y="1012"/>
                    <a:pt x="1413" y="1002"/>
                    <a:pt x="1415" y="991"/>
                  </a:cubicBezTo>
                  <a:cubicBezTo>
                    <a:pt x="1418" y="978"/>
                    <a:pt x="1439" y="902"/>
                    <a:pt x="1421" y="966"/>
                  </a:cubicBezTo>
                  <a:cubicBezTo>
                    <a:pt x="1419" y="958"/>
                    <a:pt x="1417" y="949"/>
                    <a:pt x="1415" y="941"/>
                  </a:cubicBezTo>
                  <a:cubicBezTo>
                    <a:pt x="1413" y="930"/>
                    <a:pt x="1419" y="914"/>
                    <a:pt x="1409" y="909"/>
                  </a:cubicBezTo>
                  <a:cubicBezTo>
                    <a:pt x="1403" y="906"/>
                    <a:pt x="1379" y="944"/>
                    <a:pt x="1377" y="947"/>
                  </a:cubicBezTo>
                  <a:cubicBezTo>
                    <a:pt x="1372" y="890"/>
                    <a:pt x="1373" y="878"/>
                    <a:pt x="1352" y="833"/>
                  </a:cubicBezTo>
                  <a:cubicBezTo>
                    <a:pt x="1343" y="787"/>
                    <a:pt x="1335" y="739"/>
                    <a:pt x="1320" y="695"/>
                  </a:cubicBezTo>
                  <a:cubicBezTo>
                    <a:pt x="1314" y="699"/>
                    <a:pt x="1308" y="710"/>
                    <a:pt x="1301" y="707"/>
                  </a:cubicBezTo>
                  <a:cubicBezTo>
                    <a:pt x="1293" y="703"/>
                    <a:pt x="1297" y="690"/>
                    <a:pt x="1295" y="682"/>
                  </a:cubicBezTo>
                  <a:cubicBezTo>
                    <a:pt x="1286" y="650"/>
                    <a:pt x="1275" y="614"/>
                    <a:pt x="1257" y="587"/>
                  </a:cubicBezTo>
                  <a:cubicBezTo>
                    <a:pt x="1245" y="548"/>
                    <a:pt x="1228" y="512"/>
                    <a:pt x="1219" y="473"/>
                  </a:cubicBezTo>
                  <a:cubicBezTo>
                    <a:pt x="1213" y="475"/>
                    <a:pt x="1204" y="485"/>
                    <a:pt x="1200" y="480"/>
                  </a:cubicBezTo>
                  <a:cubicBezTo>
                    <a:pt x="1173" y="449"/>
                    <a:pt x="1187" y="399"/>
                    <a:pt x="1143" y="385"/>
                  </a:cubicBezTo>
                  <a:cubicBezTo>
                    <a:pt x="1136" y="340"/>
                    <a:pt x="1131" y="297"/>
                    <a:pt x="1105" y="259"/>
                  </a:cubicBezTo>
                  <a:cubicBezTo>
                    <a:pt x="1094" y="225"/>
                    <a:pt x="1106" y="254"/>
                    <a:pt x="1080" y="221"/>
                  </a:cubicBezTo>
                  <a:cubicBezTo>
                    <a:pt x="1067" y="205"/>
                    <a:pt x="1042" y="170"/>
                    <a:pt x="1042" y="170"/>
                  </a:cubicBezTo>
                  <a:cubicBezTo>
                    <a:pt x="1036" y="172"/>
                    <a:pt x="1028" y="172"/>
                    <a:pt x="1023" y="177"/>
                  </a:cubicBezTo>
                  <a:cubicBezTo>
                    <a:pt x="1018" y="182"/>
                    <a:pt x="1024" y="196"/>
                    <a:pt x="1017" y="196"/>
                  </a:cubicBezTo>
                  <a:cubicBezTo>
                    <a:pt x="1010" y="196"/>
                    <a:pt x="1015" y="183"/>
                    <a:pt x="1011" y="177"/>
                  </a:cubicBezTo>
                  <a:cubicBezTo>
                    <a:pt x="998" y="157"/>
                    <a:pt x="966" y="120"/>
                    <a:pt x="966" y="120"/>
                  </a:cubicBezTo>
                  <a:cubicBezTo>
                    <a:pt x="960" y="122"/>
                    <a:pt x="953" y="129"/>
                    <a:pt x="948" y="126"/>
                  </a:cubicBezTo>
                  <a:cubicBezTo>
                    <a:pt x="901" y="96"/>
                    <a:pt x="906" y="72"/>
                    <a:pt x="859" y="57"/>
                  </a:cubicBezTo>
                  <a:cubicBezTo>
                    <a:pt x="857" y="63"/>
                    <a:pt x="859" y="74"/>
                    <a:pt x="853" y="76"/>
                  </a:cubicBezTo>
                  <a:cubicBezTo>
                    <a:pt x="839" y="79"/>
                    <a:pt x="827" y="49"/>
                    <a:pt x="821" y="44"/>
                  </a:cubicBezTo>
                  <a:cubicBezTo>
                    <a:pt x="795" y="24"/>
                    <a:pt x="781" y="25"/>
                    <a:pt x="752" y="19"/>
                  </a:cubicBezTo>
                  <a:cubicBezTo>
                    <a:pt x="718" y="40"/>
                    <a:pt x="719" y="19"/>
                    <a:pt x="689" y="0"/>
                  </a:cubicBezTo>
                  <a:cubicBezTo>
                    <a:pt x="668" y="30"/>
                    <a:pt x="684" y="48"/>
                    <a:pt x="651" y="25"/>
                  </a:cubicBezTo>
                  <a:cubicBezTo>
                    <a:pt x="642" y="33"/>
                    <a:pt x="632" y="40"/>
                    <a:pt x="625" y="50"/>
                  </a:cubicBezTo>
                  <a:cubicBezTo>
                    <a:pt x="621" y="55"/>
                    <a:pt x="626" y="69"/>
                    <a:pt x="619" y="69"/>
                  </a:cubicBezTo>
                  <a:cubicBezTo>
                    <a:pt x="612" y="69"/>
                    <a:pt x="615" y="56"/>
                    <a:pt x="613" y="50"/>
                  </a:cubicBezTo>
                  <a:cubicBezTo>
                    <a:pt x="605" y="25"/>
                    <a:pt x="612" y="33"/>
                    <a:pt x="588" y="25"/>
                  </a:cubicBezTo>
                  <a:cubicBezTo>
                    <a:pt x="587" y="29"/>
                    <a:pt x="579" y="79"/>
                    <a:pt x="569" y="82"/>
                  </a:cubicBezTo>
                  <a:cubicBezTo>
                    <a:pt x="563" y="84"/>
                    <a:pt x="566" y="68"/>
                    <a:pt x="562" y="63"/>
                  </a:cubicBezTo>
                  <a:cubicBezTo>
                    <a:pt x="557" y="57"/>
                    <a:pt x="549" y="54"/>
                    <a:pt x="543" y="50"/>
                  </a:cubicBezTo>
                  <a:cubicBezTo>
                    <a:pt x="529" y="109"/>
                    <a:pt x="551" y="50"/>
                    <a:pt x="512" y="82"/>
                  </a:cubicBezTo>
                  <a:cubicBezTo>
                    <a:pt x="499" y="93"/>
                    <a:pt x="496" y="112"/>
                    <a:pt x="486" y="126"/>
                  </a:cubicBezTo>
                  <a:cubicBezTo>
                    <a:pt x="484" y="134"/>
                    <a:pt x="488" y="147"/>
                    <a:pt x="480" y="151"/>
                  </a:cubicBezTo>
                  <a:cubicBezTo>
                    <a:pt x="474" y="154"/>
                    <a:pt x="481" y="133"/>
                    <a:pt x="474" y="132"/>
                  </a:cubicBezTo>
                  <a:cubicBezTo>
                    <a:pt x="465" y="130"/>
                    <a:pt x="457" y="141"/>
                    <a:pt x="449" y="145"/>
                  </a:cubicBezTo>
                  <a:cubicBezTo>
                    <a:pt x="434" y="166"/>
                    <a:pt x="430" y="183"/>
                    <a:pt x="423" y="208"/>
                  </a:cubicBezTo>
                  <a:cubicBezTo>
                    <a:pt x="421" y="200"/>
                    <a:pt x="425" y="187"/>
                    <a:pt x="417" y="183"/>
                  </a:cubicBezTo>
                  <a:cubicBezTo>
                    <a:pt x="410" y="180"/>
                    <a:pt x="403" y="190"/>
                    <a:pt x="398" y="196"/>
                  </a:cubicBezTo>
                  <a:cubicBezTo>
                    <a:pt x="388" y="209"/>
                    <a:pt x="383" y="236"/>
                    <a:pt x="373" y="252"/>
                  </a:cubicBezTo>
                  <a:cubicBezTo>
                    <a:pt x="367" y="290"/>
                    <a:pt x="353" y="343"/>
                    <a:pt x="335" y="379"/>
                  </a:cubicBezTo>
                  <a:cubicBezTo>
                    <a:pt x="314" y="422"/>
                    <a:pt x="328" y="370"/>
                    <a:pt x="310" y="429"/>
                  </a:cubicBezTo>
                  <a:cubicBezTo>
                    <a:pt x="301" y="458"/>
                    <a:pt x="300" y="489"/>
                    <a:pt x="291" y="518"/>
                  </a:cubicBezTo>
                  <a:cubicBezTo>
                    <a:pt x="241" y="418"/>
                    <a:pt x="312" y="665"/>
                    <a:pt x="240" y="688"/>
                  </a:cubicBezTo>
                  <a:cubicBezTo>
                    <a:pt x="205" y="746"/>
                    <a:pt x="195" y="820"/>
                    <a:pt x="171" y="884"/>
                  </a:cubicBezTo>
                  <a:cubicBezTo>
                    <a:pt x="169" y="878"/>
                    <a:pt x="166" y="871"/>
                    <a:pt x="164" y="865"/>
                  </a:cubicBezTo>
                  <a:cubicBezTo>
                    <a:pt x="162" y="857"/>
                    <a:pt x="166" y="836"/>
                    <a:pt x="158" y="840"/>
                  </a:cubicBezTo>
                  <a:cubicBezTo>
                    <a:pt x="141" y="849"/>
                    <a:pt x="151" y="878"/>
                    <a:pt x="145" y="897"/>
                  </a:cubicBezTo>
                  <a:cubicBezTo>
                    <a:pt x="128" y="953"/>
                    <a:pt x="126" y="1011"/>
                    <a:pt x="108" y="1067"/>
                  </a:cubicBezTo>
                  <a:cubicBezTo>
                    <a:pt x="99" y="1035"/>
                    <a:pt x="93" y="1019"/>
                    <a:pt x="70" y="1055"/>
                  </a:cubicBezTo>
                  <a:cubicBezTo>
                    <a:pt x="36" y="1032"/>
                    <a:pt x="36" y="1055"/>
                    <a:pt x="0" y="105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41" name="Freeform 173"/>
            <p:cNvSpPr>
              <a:spLocks/>
            </p:cNvSpPr>
            <p:nvPr/>
          </p:nvSpPr>
          <p:spPr bwMode="auto">
            <a:xfrm flipV="1">
              <a:off x="1976" y="2550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42" name="Freeform 174"/>
            <p:cNvSpPr>
              <a:spLocks/>
            </p:cNvSpPr>
            <p:nvPr/>
          </p:nvSpPr>
          <p:spPr bwMode="auto">
            <a:xfrm>
              <a:off x="1958" y="2594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43" name="Freeform 175"/>
            <p:cNvSpPr>
              <a:spLocks/>
            </p:cNvSpPr>
            <p:nvPr/>
          </p:nvSpPr>
          <p:spPr bwMode="auto">
            <a:xfrm flipV="1">
              <a:off x="1930" y="2564"/>
              <a:ext cx="1492" cy="1162"/>
            </a:xfrm>
            <a:custGeom>
              <a:avLst/>
              <a:gdLst/>
              <a:ahLst/>
              <a:cxnLst>
                <a:cxn ang="0">
                  <a:pos x="34" y="1093"/>
                </a:cxn>
                <a:cxn ang="0">
                  <a:pos x="72" y="1093"/>
                </a:cxn>
                <a:cxn ang="0">
                  <a:pos x="91" y="1112"/>
                </a:cxn>
                <a:cxn ang="0">
                  <a:pos x="160" y="1086"/>
                </a:cxn>
                <a:cxn ang="0">
                  <a:pos x="173" y="1124"/>
                </a:cxn>
                <a:cxn ang="0">
                  <a:pos x="223" y="1143"/>
                </a:cxn>
                <a:cxn ang="0">
                  <a:pos x="287" y="1143"/>
                </a:cxn>
                <a:cxn ang="0">
                  <a:pos x="337" y="1162"/>
                </a:cxn>
                <a:cxn ang="0">
                  <a:pos x="369" y="1124"/>
                </a:cxn>
                <a:cxn ang="0">
                  <a:pos x="432" y="1105"/>
                </a:cxn>
                <a:cxn ang="0">
                  <a:pos x="495" y="1068"/>
                </a:cxn>
                <a:cxn ang="0">
                  <a:pos x="533" y="1061"/>
                </a:cxn>
                <a:cxn ang="0">
                  <a:pos x="571" y="1061"/>
                </a:cxn>
                <a:cxn ang="0">
                  <a:pos x="590" y="1074"/>
                </a:cxn>
                <a:cxn ang="0">
                  <a:pos x="621" y="954"/>
                </a:cxn>
                <a:cxn ang="0">
                  <a:pos x="628" y="973"/>
                </a:cxn>
                <a:cxn ang="0">
                  <a:pos x="634" y="948"/>
                </a:cxn>
                <a:cxn ang="0">
                  <a:pos x="647" y="922"/>
                </a:cxn>
                <a:cxn ang="0">
                  <a:pos x="691" y="809"/>
                </a:cxn>
                <a:cxn ang="0">
                  <a:pos x="741" y="657"/>
                </a:cxn>
                <a:cxn ang="0">
                  <a:pos x="767" y="606"/>
                </a:cxn>
                <a:cxn ang="0">
                  <a:pos x="798" y="531"/>
                </a:cxn>
                <a:cxn ang="0">
                  <a:pos x="805" y="499"/>
                </a:cxn>
                <a:cxn ang="0">
                  <a:pos x="811" y="480"/>
                </a:cxn>
                <a:cxn ang="0">
                  <a:pos x="823" y="430"/>
                </a:cxn>
                <a:cxn ang="0">
                  <a:pos x="861" y="329"/>
                </a:cxn>
                <a:cxn ang="0">
                  <a:pos x="956" y="120"/>
                </a:cxn>
                <a:cxn ang="0">
                  <a:pos x="988" y="101"/>
                </a:cxn>
                <a:cxn ang="0">
                  <a:pos x="1007" y="63"/>
                </a:cxn>
                <a:cxn ang="0">
                  <a:pos x="1013" y="89"/>
                </a:cxn>
                <a:cxn ang="0">
                  <a:pos x="1019" y="108"/>
                </a:cxn>
                <a:cxn ang="0">
                  <a:pos x="1057" y="57"/>
                </a:cxn>
                <a:cxn ang="0">
                  <a:pos x="1063" y="89"/>
                </a:cxn>
                <a:cxn ang="0">
                  <a:pos x="1070" y="114"/>
                </a:cxn>
                <a:cxn ang="0">
                  <a:pos x="1095" y="82"/>
                </a:cxn>
                <a:cxn ang="0">
                  <a:pos x="1101" y="57"/>
                </a:cxn>
                <a:cxn ang="0">
                  <a:pos x="1108" y="38"/>
                </a:cxn>
                <a:cxn ang="0">
                  <a:pos x="1127" y="82"/>
                </a:cxn>
                <a:cxn ang="0">
                  <a:pos x="1146" y="57"/>
                </a:cxn>
                <a:cxn ang="0">
                  <a:pos x="1152" y="32"/>
                </a:cxn>
                <a:cxn ang="0">
                  <a:pos x="1171" y="82"/>
                </a:cxn>
                <a:cxn ang="0">
                  <a:pos x="1215" y="25"/>
                </a:cxn>
                <a:cxn ang="0">
                  <a:pos x="1259" y="13"/>
                </a:cxn>
                <a:cxn ang="0">
                  <a:pos x="1291" y="44"/>
                </a:cxn>
                <a:cxn ang="0">
                  <a:pos x="1303" y="19"/>
                </a:cxn>
                <a:cxn ang="0">
                  <a:pos x="1335" y="57"/>
                </a:cxn>
                <a:cxn ang="0">
                  <a:pos x="1392" y="0"/>
                </a:cxn>
                <a:cxn ang="0">
                  <a:pos x="1417" y="76"/>
                </a:cxn>
                <a:cxn ang="0">
                  <a:pos x="1442" y="70"/>
                </a:cxn>
                <a:cxn ang="0">
                  <a:pos x="1461" y="70"/>
                </a:cxn>
                <a:cxn ang="0">
                  <a:pos x="1474" y="133"/>
                </a:cxn>
                <a:cxn ang="0">
                  <a:pos x="1487" y="120"/>
                </a:cxn>
              </a:cxnLst>
              <a:rect l="0" t="0" r="r" b="b"/>
              <a:pathLst>
                <a:path w="1492" h="1162">
                  <a:moveTo>
                    <a:pt x="34" y="1093"/>
                  </a:moveTo>
                  <a:cubicBezTo>
                    <a:pt x="106" y="1138"/>
                    <a:pt x="0" y="1080"/>
                    <a:pt x="72" y="1093"/>
                  </a:cubicBezTo>
                  <a:cubicBezTo>
                    <a:pt x="81" y="1095"/>
                    <a:pt x="85" y="1106"/>
                    <a:pt x="91" y="1112"/>
                  </a:cubicBezTo>
                  <a:cubicBezTo>
                    <a:pt x="108" y="1103"/>
                    <a:pt x="141" y="1084"/>
                    <a:pt x="160" y="1086"/>
                  </a:cubicBezTo>
                  <a:cubicBezTo>
                    <a:pt x="161" y="1086"/>
                    <a:pt x="173" y="1123"/>
                    <a:pt x="173" y="1124"/>
                  </a:cubicBezTo>
                  <a:cubicBezTo>
                    <a:pt x="223" y="1112"/>
                    <a:pt x="180" y="1129"/>
                    <a:pt x="223" y="1143"/>
                  </a:cubicBezTo>
                  <a:cubicBezTo>
                    <a:pt x="281" y="1121"/>
                    <a:pt x="264" y="1109"/>
                    <a:pt x="287" y="1143"/>
                  </a:cubicBezTo>
                  <a:cubicBezTo>
                    <a:pt x="337" y="1131"/>
                    <a:pt x="327" y="1099"/>
                    <a:pt x="337" y="1162"/>
                  </a:cubicBezTo>
                  <a:cubicBezTo>
                    <a:pt x="349" y="1150"/>
                    <a:pt x="354" y="1132"/>
                    <a:pt x="369" y="1124"/>
                  </a:cubicBezTo>
                  <a:cubicBezTo>
                    <a:pt x="388" y="1114"/>
                    <a:pt x="411" y="1113"/>
                    <a:pt x="432" y="1105"/>
                  </a:cubicBezTo>
                  <a:cubicBezTo>
                    <a:pt x="471" y="1162"/>
                    <a:pt x="468" y="1081"/>
                    <a:pt x="495" y="1068"/>
                  </a:cubicBezTo>
                  <a:cubicBezTo>
                    <a:pt x="507" y="1062"/>
                    <a:pt x="520" y="1063"/>
                    <a:pt x="533" y="1061"/>
                  </a:cubicBezTo>
                  <a:cubicBezTo>
                    <a:pt x="577" y="994"/>
                    <a:pt x="545" y="1028"/>
                    <a:pt x="571" y="1061"/>
                  </a:cubicBezTo>
                  <a:cubicBezTo>
                    <a:pt x="576" y="1067"/>
                    <a:pt x="584" y="1070"/>
                    <a:pt x="590" y="1074"/>
                  </a:cubicBezTo>
                  <a:cubicBezTo>
                    <a:pt x="600" y="1033"/>
                    <a:pt x="614" y="996"/>
                    <a:pt x="621" y="954"/>
                  </a:cubicBezTo>
                  <a:cubicBezTo>
                    <a:pt x="623" y="960"/>
                    <a:pt x="622" y="976"/>
                    <a:pt x="628" y="973"/>
                  </a:cubicBezTo>
                  <a:cubicBezTo>
                    <a:pt x="636" y="969"/>
                    <a:pt x="631" y="956"/>
                    <a:pt x="634" y="948"/>
                  </a:cubicBezTo>
                  <a:cubicBezTo>
                    <a:pt x="637" y="939"/>
                    <a:pt x="643" y="931"/>
                    <a:pt x="647" y="922"/>
                  </a:cubicBezTo>
                  <a:cubicBezTo>
                    <a:pt x="664" y="883"/>
                    <a:pt x="665" y="843"/>
                    <a:pt x="691" y="809"/>
                  </a:cubicBezTo>
                  <a:cubicBezTo>
                    <a:pt x="707" y="758"/>
                    <a:pt x="725" y="708"/>
                    <a:pt x="741" y="657"/>
                  </a:cubicBezTo>
                  <a:cubicBezTo>
                    <a:pt x="747" y="639"/>
                    <a:pt x="760" y="624"/>
                    <a:pt x="767" y="606"/>
                  </a:cubicBezTo>
                  <a:cubicBezTo>
                    <a:pt x="773" y="575"/>
                    <a:pt x="784" y="559"/>
                    <a:pt x="798" y="531"/>
                  </a:cubicBezTo>
                  <a:cubicBezTo>
                    <a:pt x="800" y="520"/>
                    <a:pt x="802" y="510"/>
                    <a:pt x="805" y="499"/>
                  </a:cubicBezTo>
                  <a:cubicBezTo>
                    <a:pt x="807" y="493"/>
                    <a:pt x="809" y="486"/>
                    <a:pt x="811" y="480"/>
                  </a:cubicBezTo>
                  <a:cubicBezTo>
                    <a:pt x="815" y="463"/>
                    <a:pt x="823" y="430"/>
                    <a:pt x="823" y="430"/>
                  </a:cubicBezTo>
                  <a:cubicBezTo>
                    <a:pt x="829" y="374"/>
                    <a:pt x="816" y="351"/>
                    <a:pt x="861" y="329"/>
                  </a:cubicBezTo>
                  <a:cubicBezTo>
                    <a:pt x="879" y="256"/>
                    <a:pt x="921" y="187"/>
                    <a:pt x="956" y="120"/>
                  </a:cubicBezTo>
                  <a:cubicBezTo>
                    <a:pt x="967" y="153"/>
                    <a:pt x="958" y="145"/>
                    <a:pt x="988" y="101"/>
                  </a:cubicBezTo>
                  <a:cubicBezTo>
                    <a:pt x="1003" y="79"/>
                    <a:pt x="998" y="86"/>
                    <a:pt x="1007" y="63"/>
                  </a:cubicBezTo>
                  <a:cubicBezTo>
                    <a:pt x="1009" y="72"/>
                    <a:pt x="1011" y="80"/>
                    <a:pt x="1013" y="89"/>
                  </a:cubicBezTo>
                  <a:cubicBezTo>
                    <a:pt x="1015" y="95"/>
                    <a:pt x="1014" y="112"/>
                    <a:pt x="1019" y="108"/>
                  </a:cubicBezTo>
                  <a:cubicBezTo>
                    <a:pt x="1036" y="96"/>
                    <a:pt x="1057" y="57"/>
                    <a:pt x="1057" y="57"/>
                  </a:cubicBezTo>
                  <a:cubicBezTo>
                    <a:pt x="1059" y="68"/>
                    <a:pt x="1061" y="78"/>
                    <a:pt x="1063" y="89"/>
                  </a:cubicBezTo>
                  <a:cubicBezTo>
                    <a:pt x="1065" y="97"/>
                    <a:pt x="1062" y="116"/>
                    <a:pt x="1070" y="114"/>
                  </a:cubicBezTo>
                  <a:cubicBezTo>
                    <a:pt x="1083" y="111"/>
                    <a:pt x="1087" y="93"/>
                    <a:pt x="1095" y="82"/>
                  </a:cubicBezTo>
                  <a:cubicBezTo>
                    <a:pt x="1097" y="74"/>
                    <a:pt x="1099" y="65"/>
                    <a:pt x="1101" y="57"/>
                  </a:cubicBezTo>
                  <a:cubicBezTo>
                    <a:pt x="1103" y="51"/>
                    <a:pt x="1102" y="36"/>
                    <a:pt x="1108" y="38"/>
                  </a:cubicBezTo>
                  <a:cubicBezTo>
                    <a:pt x="1112" y="39"/>
                    <a:pt x="1125" y="76"/>
                    <a:pt x="1127" y="82"/>
                  </a:cubicBezTo>
                  <a:cubicBezTo>
                    <a:pt x="1133" y="74"/>
                    <a:pt x="1141" y="66"/>
                    <a:pt x="1146" y="57"/>
                  </a:cubicBezTo>
                  <a:cubicBezTo>
                    <a:pt x="1150" y="49"/>
                    <a:pt x="1144" y="29"/>
                    <a:pt x="1152" y="32"/>
                  </a:cubicBezTo>
                  <a:cubicBezTo>
                    <a:pt x="1156" y="33"/>
                    <a:pt x="1168" y="74"/>
                    <a:pt x="1171" y="82"/>
                  </a:cubicBezTo>
                  <a:cubicBezTo>
                    <a:pt x="1195" y="67"/>
                    <a:pt x="1198" y="49"/>
                    <a:pt x="1215" y="25"/>
                  </a:cubicBezTo>
                  <a:cubicBezTo>
                    <a:pt x="1239" y="60"/>
                    <a:pt x="1244" y="44"/>
                    <a:pt x="1259" y="13"/>
                  </a:cubicBezTo>
                  <a:cubicBezTo>
                    <a:pt x="1269" y="48"/>
                    <a:pt x="1254" y="81"/>
                    <a:pt x="1291" y="44"/>
                  </a:cubicBezTo>
                  <a:cubicBezTo>
                    <a:pt x="1295" y="36"/>
                    <a:pt x="1294" y="21"/>
                    <a:pt x="1303" y="19"/>
                  </a:cubicBezTo>
                  <a:cubicBezTo>
                    <a:pt x="1310" y="18"/>
                    <a:pt x="1332" y="53"/>
                    <a:pt x="1335" y="57"/>
                  </a:cubicBezTo>
                  <a:cubicBezTo>
                    <a:pt x="1363" y="42"/>
                    <a:pt x="1374" y="26"/>
                    <a:pt x="1392" y="0"/>
                  </a:cubicBezTo>
                  <a:cubicBezTo>
                    <a:pt x="1397" y="29"/>
                    <a:pt x="1401" y="51"/>
                    <a:pt x="1417" y="76"/>
                  </a:cubicBezTo>
                  <a:cubicBezTo>
                    <a:pt x="1425" y="74"/>
                    <a:pt x="1435" y="75"/>
                    <a:pt x="1442" y="70"/>
                  </a:cubicBezTo>
                  <a:cubicBezTo>
                    <a:pt x="1459" y="56"/>
                    <a:pt x="1437" y="32"/>
                    <a:pt x="1461" y="70"/>
                  </a:cubicBezTo>
                  <a:cubicBezTo>
                    <a:pt x="1477" y="159"/>
                    <a:pt x="1460" y="67"/>
                    <a:pt x="1474" y="133"/>
                  </a:cubicBezTo>
                  <a:cubicBezTo>
                    <a:pt x="1492" y="217"/>
                    <a:pt x="1487" y="222"/>
                    <a:pt x="1487" y="120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44" name="Freeform 176"/>
            <p:cNvSpPr>
              <a:spLocks/>
            </p:cNvSpPr>
            <p:nvPr/>
          </p:nvSpPr>
          <p:spPr bwMode="auto">
            <a:xfrm flipV="1">
              <a:off x="1960" y="2539"/>
              <a:ext cx="1349" cy="1244"/>
            </a:xfrm>
            <a:custGeom>
              <a:avLst/>
              <a:gdLst/>
              <a:ahLst/>
              <a:cxnLst>
                <a:cxn ang="0">
                  <a:pos x="4" y="151"/>
                </a:cxn>
                <a:cxn ang="0">
                  <a:pos x="42" y="95"/>
                </a:cxn>
                <a:cxn ang="0">
                  <a:pos x="67" y="57"/>
                </a:cxn>
                <a:cxn ang="0">
                  <a:pos x="73" y="76"/>
                </a:cxn>
                <a:cxn ang="0">
                  <a:pos x="67" y="95"/>
                </a:cxn>
                <a:cxn ang="0">
                  <a:pos x="99" y="38"/>
                </a:cxn>
                <a:cxn ang="0">
                  <a:pos x="143" y="13"/>
                </a:cxn>
                <a:cxn ang="0">
                  <a:pos x="149" y="69"/>
                </a:cxn>
                <a:cxn ang="0">
                  <a:pos x="168" y="63"/>
                </a:cxn>
                <a:cxn ang="0">
                  <a:pos x="200" y="19"/>
                </a:cxn>
                <a:cxn ang="0">
                  <a:pos x="212" y="101"/>
                </a:cxn>
                <a:cxn ang="0">
                  <a:pos x="231" y="63"/>
                </a:cxn>
                <a:cxn ang="0">
                  <a:pos x="257" y="0"/>
                </a:cxn>
                <a:cxn ang="0">
                  <a:pos x="263" y="95"/>
                </a:cxn>
                <a:cxn ang="0">
                  <a:pos x="295" y="82"/>
                </a:cxn>
                <a:cxn ang="0">
                  <a:pos x="320" y="31"/>
                </a:cxn>
                <a:cxn ang="0">
                  <a:pos x="358" y="63"/>
                </a:cxn>
                <a:cxn ang="0">
                  <a:pos x="383" y="145"/>
                </a:cxn>
                <a:cxn ang="0">
                  <a:pos x="402" y="126"/>
                </a:cxn>
                <a:cxn ang="0">
                  <a:pos x="408" y="107"/>
                </a:cxn>
                <a:cxn ang="0">
                  <a:pos x="433" y="164"/>
                </a:cxn>
                <a:cxn ang="0">
                  <a:pos x="452" y="189"/>
                </a:cxn>
                <a:cxn ang="0">
                  <a:pos x="478" y="158"/>
                </a:cxn>
                <a:cxn ang="0">
                  <a:pos x="484" y="133"/>
                </a:cxn>
                <a:cxn ang="0">
                  <a:pos x="497" y="151"/>
                </a:cxn>
                <a:cxn ang="0">
                  <a:pos x="516" y="227"/>
                </a:cxn>
                <a:cxn ang="0">
                  <a:pos x="547" y="259"/>
                </a:cxn>
                <a:cxn ang="0">
                  <a:pos x="553" y="335"/>
                </a:cxn>
                <a:cxn ang="0">
                  <a:pos x="572" y="322"/>
                </a:cxn>
                <a:cxn ang="0">
                  <a:pos x="579" y="341"/>
                </a:cxn>
                <a:cxn ang="0">
                  <a:pos x="604" y="474"/>
                </a:cxn>
                <a:cxn ang="0">
                  <a:pos x="629" y="398"/>
                </a:cxn>
                <a:cxn ang="0">
                  <a:pos x="673" y="606"/>
                </a:cxn>
                <a:cxn ang="0">
                  <a:pos x="699" y="657"/>
                </a:cxn>
                <a:cxn ang="0">
                  <a:pos x="718" y="638"/>
                </a:cxn>
                <a:cxn ang="0">
                  <a:pos x="737" y="663"/>
                </a:cxn>
                <a:cxn ang="0">
                  <a:pos x="756" y="859"/>
                </a:cxn>
                <a:cxn ang="0">
                  <a:pos x="781" y="859"/>
                </a:cxn>
                <a:cxn ang="0">
                  <a:pos x="800" y="941"/>
                </a:cxn>
                <a:cxn ang="0">
                  <a:pos x="831" y="979"/>
                </a:cxn>
                <a:cxn ang="0">
                  <a:pos x="1015" y="1225"/>
                </a:cxn>
                <a:cxn ang="0">
                  <a:pos x="1059" y="1175"/>
                </a:cxn>
                <a:cxn ang="0">
                  <a:pos x="1078" y="1244"/>
                </a:cxn>
                <a:cxn ang="0">
                  <a:pos x="1135" y="1225"/>
                </a:cxn>
                <a:cxn ang="0">
                  <a:pos x="1198" y="1149"/>
                </a:cxn>
                <a:cxn ang="0">
                  <a:pos x="1204" y="1181"/>
                </a:cxn>
                <a:cxn ang="0">
                  <a:pos x="1210" y="1206"/>
                </a:cxn>
                <a:cxn ang="0">
                  <a:pos x="1236" y="1194"/>
                </a:cxn>
                <a:cxn ang="0">
                  <a:pos x="1261" y="1194"/>
                </a:cxn>
                <a:cxn ang="0">
                  <a:pos x="1280" y="1181"/>
                </a:cxn>
                <a:cxn ang="0">
                  <a:pos x="1305" y="1124"/>
                </a:cxn>
                <a:cxn ang="0">
                  <a:pos x="1330" y="1130"/>
                </a:cxn>
                <a:cxn ang="0">
                  <a:pos x="1349" y="1137"/>
                </a:cxn>
                <a:cxn ang="0">
                  <a:pos x="1330" y="1143"/>
                </a:cxn>
                <a:cxn ang="0">
                  <a:pos x="1273" y="1156"/>
                </a:cxn>
              </a:cxnLst>
              <a:rect l="0" t="0" r="r" b="b"/>
              <a:pathLst>
                <a:path w="1349" h="1244">
                  <a:moveTo>
                    <a:pt x="4" y="151"/>
                  </a:moveTo>
                  <a:cubicBezTo>
                    <a:pt x="46" y="82"/>
                    <a:pt x="0" y="155"/>
                    <a:pt x="42" y="95"/>
                  </a:cubicBezTo>
                  <a:cubicBezTo>
                    <a:pt x="51" y="83"/>
                    <a:pt x="67" y="57"/>
                    <a:pt x="67" y="57"/>
                  </a:cubicBezTo>
                  <a:cubicBezTo>
                    <a:pt x="69" y="63"/>
                    <a:pt x="73" y="69"/>
                    <a:pt x="73" y="76"/>
                  </a:cubicBezTo>
                  <a:cubicBezTo>
                    <a:pt x="73" y="83"/>
                    <a:pt x="64" y="101"/>
                    <a:pt x="67" y="95"/>
                  </a:cubicBezTo>
                  <a:cubicBezTo>
                    <a:pt x="103" y="28"/>
                    <a:pt x="56" y="95"/>
                    <a:pt x="99" y="38"/>
                  </a:cubicBezTo>
                  <a:cubicBezTo>
                    <a:pt x="112" y="81"/>
                    <a:pt x="118" y="36"/>
                    <a:pt x="143" y="13"/>
                  </a:cubicBezTo>
                  <a:cubicBezTo>
                    <a:pt x="145" y="32"/>
                    <a:pt x="141" y="52"/>
                    <a:pt x="149" y="69"/>
                  </a:cubicBezTo>
                  <a:cubicBezTo>
                    <a:pt x="152" y="75"/>
                    <a:pt x="163" y="68"/>
                    <a:pt x="168" y="63"/>
                  </a:cubicBezTo>
                  <a:cubicBezTo>
                    <a:pt x="181" y="50"/>
                    <a:pt x="200" y="19"/>
                    <a:pt x="200" y="19"/>
                  </a:cubicBezTo>
                  <a:cubicBezTo>
                    <a:pt x="208" y="45"/>
                    <a:pt x="192" y="81"/>
                    <a:pt x="212" y="101"/>
                  </a:cubicBezTo>
                  <a:cubicBezTo>
                    <a:pt x="222" y="111"/>
                    <a:pt x="225" y="76"/>
                    <a:pt x="231" y="63"/>
                  </a:cubicBezTo>
                  <a:cubicBezTo>
                    <a:pt x="240" y="42"/>
                    <a:pt x="249" y="21"/>
                    <a:pt x="257" y="0"/>
                  </a:cubicBezTo>
                  <a:cubicBezTo>
                    <a:pt x="259" y="32"/>
                    <a:pt x="250" y="66"/>
                    <a:pt x="263" y="95"/>
                  </a:cubicBezTo>
                  <a:cubicBezTo>
                    <a:pt x="268" y="105"/>
                    <a:pt x="287" y="90"/>
                    <a:pt x="295" y="82"/>
                  </a:cubicBezTo>
                  <a:cubicBezTo>
                    <a:pt x="308" y="68"/>
                    <a:pt x="309" y="47"/>
                    <a:pt x="320" y="31"/>
                  </a:cubicBezTo>
                  <a:cubicBezTo>
                    <a:pt x="325" y="93"/>
                    <a:pt x="324" y="147"/>
                    <a:pt x="358" y="63"/>
                  </a:cubicBezTo>
                  <a:cubicBezTo>
                    <a:pt x="367" y="90"/>
                    <a:pt x="374" y="118"/>
                    <a:pt x="383" y="145"/>
                  </a:cubicBezTo>
                  <a:cubicBezTo>
                    <a:pt x="389" y="139"/>
                    <a:pt x="397" y="133"/>
                    <a:pt x="402" y="126"/>
                  </a:cubicBezTo>
                  <a:cubicBezTo>
                    <a:pt x="406" y="120"/>
                    <a:pt x="403" y="103"/>
                    <a:pt x="408" y="107"/>
                  </a:cubicBezTo>
                  <a:cubicBezTo>
                    <a:pt x="419" y="115"/>
                    <a:pt x="428" y="148"/>
                    <a:pt x="433" y="164"/>
                  </a:cubicBezTo>
                  <a:cubicBezTo>
                    <a:pt x="444" y="244"/>
                    <a:pt x="431" y="220"/>
                    <a:pt x="452" y="189"/>
                  </a:cubicBezTo>
                  <a:cubicBezTo>
                    <a:pt x="459" y="178"/>
                    <a:pt x="469" y="168"/>
                    <a:pt x="478" y="158"/>
                  </a:cubicBezTo>
                  <a:cubicBezTo>
                    <a:pt x="480" y="150"/>
                    <a:pt x="476" y="136"/>
                    <a:pt x="484" y="133"/>
                  </a:cubicBezTo>
                  <a:cubicBezTo>
                    <a:pt x="491" y="130"/>
                    <a:pt x="494" y="144"/>
                    <a:pt x="497" y="151"/>
                  </a:cubicBezTo>
                  <a:cubicBezTo>
                    <a:pt x="507" y="175"/>
                    <a:pt x="507" y="203"/>
                    <a:pt x="516" y="227"/>
                  </a:cubicBezTo>
                  <a:cubicBezTo>
                    <a:pt x="555" y="176"/>
                    <a:pt x="538" y="223"/>
                    <a:pt x="547" y="259"/>
                  </a:cubicBezTo>
                  <a:cubicBezTo>
                    <a:pt x="549" y="284"/>
                    <a:pt x="544" y="311"/>
                    <a:pt x="553" y="335"/>
                  </a:cubicBezTo>
                  <a:cubicBezTo>
                    <a:pt x="556" y="342"/>
                    <a:pt x="565" y="320"/>
                    <a:pt x="572" y="322"/>
                  </a:cubicBezTo>
                  <a:cubicBezTo>
                    <a:pt x="579" y="324"/>
                    <a:pt x="577" y="335"/>
                    <a:pt x="579" y="341"/>
                  </a:cubicBezTo>
                  <a:cubicBezTo>
                    <a:pt x="603" y="265"/>
                    <a:pt x="581" y="428"/>
                    <a:pt x="604" y="474"/>
                  </a:cubicBezTo>
                  <a:cubicBezTo>
                    <a:pt x="610" y="444"/>
                    <a:pt x="616" y="425"/>
                    <a:pt x="629" y="398"/>
                  </a:cubicBezTo>
                  <a:cubicBezTo>
                    <a:pt x="652" y="465"/>
                    <a:pt x="652" y="538"/>
                    <a:pt x="673" y="606"/>
                  </a:cubicBezTo>
                  <a:cubicBezTo>
                    <a:pt x="699" y="544"/>
                    <a:pt x="687" y="463"/>
                    <a:pt x="699" y="657"/>
                  </a:cubicBezTo>
                  <a:cubicBezTo>
                    <a:pt x="705" y="651"/>
                    <a:pt x="714" y="630"/>
                    <a:pt x="718" y="638"/>
                  </a:cubicBezTo>
                  <a:cubicBezTo>
                    <a:pt x="738" y="683"/>
                    <a:pt x="709" y="772"/>
                    <a:pt x="737" y="663"/>
                  </a:cubicBezTo>
                  <a:cubicBezTo>
                    <a:pt x="741" y="765"/>
                    <a:pt x="742" y="782"/>
                    <a:pt x="756" y="859"/>
                  </a:cubicBezTo>
                  <a:cubicBezTo>
                    <a:pt x="759" y="847"/>
                    <a:pt x="764" y="798"/>
                    <a:pt x="781" y="859"/>
                  </a:cubicBezTo>
                  <a:cubicBezTo>
                    <a:pt x="811" y="963"/>
                    <a:pt x="767" y="892"/>
                    <a:pt x="800" y="941"/>
                  </a:cubicBezTo>
                  <a:cubicBezTo>
                    <a:pt x="811" y="975"/>
                    <a:pt x="789" y="1021"/>
                    <a:pt x="831" y="979"/>
                  </a:cubicBezTo>
                  <a:cubicBezTo>
                    <a:pt x="913" y="1087"/>
                    <a:pt x="932" y="1116"/>
                    <a:pt x="1015" y="1225"/>
                  </a:cubicBezTo>
                  <a:cubicBezTo>
                    <a:pt x="1033" y="1171"/>
                    <a:pt x="1027" y="1222"/>
                    <a:pt x="1059" y="1175"/>
                  </a:cubicBezTo>
                  <a:cubicBezTo>
                    <a:pt x="1074" y="1223"/>
                    <a:pt x="1068" y="1200"/>
                    <a:pt x="1078" y="1244"/>
                  </a:cubicBezTo>
                  <a:cubicBezTo>
                    <a:pt x="1109" y="1223"/>
                    <a:pt x="1109" y="1186"/>
                    <a:pt x="1135" y="1225"/>
                  </a:cubicBezTo>
                  <a:cubicBezTo>
                    <a:pt x="1164" y="1203"/>
                    <a:pt x="1175" y="1178"/>
                    <a:pt x="1198" y="1149"/>
                  </a:cubicBezTo>
                  <a:cubicBezTo>
                    <a:pt x="1200" y="1160"/>
                    <a:pt x="1202" y="1170"/>
                    <a:pt x="1204" y="1181"/>
                  </a:cubicBezTo>
                  <a:cubicBezTo>
                    <a:pt x="1206" y="1189"/>
                    <a:pt x="1202" y="1203"/>
                    <a:pt x="1210" y="1206"/>
                  </a:cubicBezTo>
                  <a:cubicBezTo>
                    <a:pt x="1219" y="1210"/>
                    <a:pt x="1227" y="1198"/>
                    <a:pt x="1236" y="1194"/>
                  </a:cubicBezTo>
                  <a:cubicBezTo>
                    <a:pt x="1264" y="1149"/>
                    <a:pt x="1231" y="1188"/>
                    <a:pt x="1261" y="1194"/>
                  </a:cubicBezTo>
                  <a:cubicBezTo>
                    <a:pt x="1269" y="1195"/>
                    <a:pt x="1274" y="1185"/>
                    <a:pt x="1280" y="1181"/>
                  </a:cubicBezTo>
                  <a:cubicBezTo>
                    <a:pt x="1292" y="1162"/>
                    <a:pt x="1298" y="1145"/>
                    <a:pt x="1305" y="1124"/>
                  </a:cubicBezTo>
                  <a:cubicBezTo>
                    <a:pt x="1317" y="1187"/>
                    <a:pt x="1301" y="1145"/>
                    <a:pt x="1330" y="1130"/>
                  </a:cubicBezTo>
                  <a:cubicBezTo>
                    <a:pt x="1336" y="1127"/>
                    <a:pt x="1343" y="1135"/>
                    <a:pt x="1349" y="1137"/>
                  </a:cubicBezTo>
                  <a:cubicBezTo>
                    <a:pt x="1349" y="1137"/>
                    <a:pt x="1336" y="1140"/>
                    <a:pt x="1330" y="1143"/>
                  </a:cubicBezTo>
                  <a:cubicBezTo>
                    <a:pt x="1288" y="1161"/>
                    <a:pt x="1322" y="1156"/>
                    <a:pt x="1273" y="1156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45" name="Freeform 177"/>
            <p:cNvSpPr>
              <a:spLocks/>
            </p:cNvSpPr>
            <p:nvPr/>
          </p:nvSpPr>
          <p:spPr bwMode="auto">
            <a:xfrm flipV="1">
              <a:off x="1983" y="2553"/>
              <a:ext cx="1396" cy="1243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50" y="81"/>
                </a:cxn>
                <a:cxn ang="0">
                  <a:pos x="76" y="62"/>
                </a:cxn>
                <a:cxn ang="0">
                  <a:pos x="107" y="17"/>
                </a:cxn>
                <a:cxn ang="0">
                  <a:pos x="139" y="100"/>
                </a:cxn>
                <a:cxn ang="0">
                  <a:pos x="196" y="74"/>
                </a:cxn>
                <a:cxn ang="0">
                  <a:pos x="240" y="43"/>
                </a:cxn>
                <a:cxn ang="0">
                  <a:pos x="253" y="93"/>
                </a:cxn>
                <a:cxn ang="0">
                  <a:pos x="303" y="68"/>
                </a:cxn>
                <a:cxn ang="0">
                  <a:pos x="328" y="112"/>
                </a:cxn>
                <a:cxn ang="0">
                  <a:pos x="379" y="62"/>
                </a:cxn>
                <a:cxn ang="0">
                  <a:pos x="417" y="125"/>
                </a:cxn>
                <a:cxn ang="0">
                  <a:pos x="429" y="106"/>
                </a:cxn>
                <a:cxn ang="0">
                  <a:pos x="436" y="137"/>
                </a:cxn>
                <a:cxn ang="0">
                  <a:pos x="455" y="207"/>
                </a:cxn>
                <a:cxn ang="0">
                  <a:pos x="486" y="213"/>
                </a:cxn>
                <a:cxn ang="0">
                  <a:pos x="518" y="207"/>
                </a:cxn>
                <a:cxn ang="0">
                  <a:pos x="524" y="226"/>
                </a:cxn>
                <a:cxn ang="0">
                  <a:pos x="543" y="232"/>
                </a:cxn>
                <a:cxn ang="0">
                  <a:pos x="549" y="283"/>
                </a:cxn>
                <a:cxn ang="0">
                  <a:pos x="562" y="321"/>
                </a:cxn>
                <a:cxn ang="0">
                  <a:pos x="606" y="359"/>
                </a:cxn>
                <a:cxn ang="0">
                  <a:pos x="625" y="415"/>
                </a:cxn>
                <a:cxn ang="0">
                  <a:pos x="669" y="580"/>
                </a:cxn>
                <a:cxn ang="0">
                  <a:pos x="695" y="719"/>
                </a:cxn>
                <a:cxn ang="0">
                  <a:pos x="701" y="693"/>
                </a:cxn>
                <a:cxn ang="0">
                  <a:pos x="707" y="712"/>
                </a:cxn>
                <a:cxn ang="0">
                  <a:pos x="714" y="731"/>
                </a:cxn>
                <a:cxn ang="0">
                  <a:pos x="733" y="807"/>
                </a:cxn>
                <a:cxn ang="0">
                  <a:pos x="739" y="895"/>
                </a:cxn>
                <a:cxn ang="0">
                  <a:pos x="758" y="927"/>
                </a:cxn>
                <a:cxn ang="0">
                  <a:pos x="802" y="1041"/>
                </a:cxn>
                <a:cxn ang="0">
                  <a:pos x="846" y="1041"/>
                </a:cxn>
                <a:cxn ang="0">
                  <a:pos x="922" y="1116"/>
                </a:cxn>
                <a:cxn ang="0">
                  <a:pos x="947" y="1186"/>
                </a:cxn>
                <a:cxn ang="0">
                  <a:pos x="979" y="1243"/>
                </a:cxn>
                <a:cxn ang="0">
                  <a:pos x="998" y="1192"/>
                </a:cxn>
                <a:cxn ang="0">
                  <a:pos x="1036" y="1161"/>
                </a:cxn>
                <a:cxn ang="0">
                  <a:pos x="1048" y="1180"/>
                </a:cxn>
                <a:cxn ang="0">
                  <a:pos x="1074" y="1192"/>
                </a:cxn>
                <a:cxn ang="0">
                  <a:pos x="1162" y="1167"/>
                </a:cxn>
                <a:cxn ang="0">
                  <a:pos x="1232" y="1161"/>
                </a:cxn>
                <a:cxn ang="0">
                  <a:pos x="1295" y="1110"/>
                </a:cxn>
                <a:cxn ang="0">
                  <a:pos x="1358" y="1123"/>
                </a:cxn>
                <a:cxn ang="0">
                  <a:pos x="1396" y="1085"/>
                </a:cxn>
              </a:cxnLst>
              <a:rect l="0" t="0" r="r" b="b"/>
              <a:pathLst>
                <a:path w="1396" h="1243">
                  <a:moveTo>
                    <a:pt x="0" y="156"/>
                  </a:moveTo>
                  <a:cubicBezTo>
                    <a:pt x="17" y="134"/>
                    <a:pt x="32" y="101"/>
                    <a:pt x="50" y="81"/>
                  </a:cubicBezTo>
                  <a:cubicBezTo>
                    <a:pt x="57" y="73"/>
                    <a:pt x="68" y="70"/>
                    <a:pt x="76" y="62"/>
                  </a:cubicBezTo>
                  <a:cubicBezTo>
                    <a:pt x="85" y="53"/>
                    <a:pt x="100" y="29"/>
                    <a:pt x="107" y="17"/>
                  </a:cubicBezTo>
                  <a:cubicBezTo>
                    <a:pt x="114" y="59"/>
                    <a:pt x="111" y="72"/>
                    <a:pt x="139" y="100"/>
                  </a:cubicBezTo>
                  <a:cubicBezTo>
                    <a:pt x="166" y="91"/>
                    <a:pt x="176" y="91"/>
                    <a:pt x="196" y="74"/>
                  </a:cubicBezTo>
                  <a:cubicBezTo>
                    <a:pt x="233" y="42"/>
                    <a:pt x="206" y="54"/>
                    <a:pt x="240" y="43"/>
                  </a:cubicBezTo>
                  <a:cubicBezTo>
                    <a:pt x="240" y="44"/>
                    <a:pt x="252" y="93"/>
                    <a:pt x="253" y="93"/>
                  </a:cubicBezTo>
                  <a:cubicBezTo>
                    <a:pt x="271" y="96"/>
                    <a:pt x="285" y="74"/>
                    <a:pt x="303" y="68"/>
                  </a:cubicBezTo>
                  <a:cubicBezTo>
                    <a:pt x="325" y="0"/>
                    <a:pt x="322" y="29"/>
                    <a:pt x="328" y="112"/>
                  </a:cubicBezTo>
                  <a:cubicBezTo>
                    <a:pt x="362" y="87"/>
                    <a:pt x="348" y="81"/>
                    <a:pt x="379" y="62"/>
                  </a:cubicBezTo>
                  <a:cubicBezTo>
                    <a:pt x="389" y="104"/>
                    <a:pt x="361" y="152"/>
                    <a:pt x="417" y="125"/>
                  </a:cubicBezTo>
                  <a:cubicBezTo>
                    <a:pt x="421" y="119"/>
                    <a:pt x="423" y="102"/>
                    <a:pt x="429" y="106"/>
                  </a:cubicBezTo>
                  <a:cubicBezTo>
                    <a:pt x="438" y="112"/>
                    <a:pt x="434" y="127"/>
                    <a:pt x="436" y="137"/>
                  </a:cubicBezTo>
                  <a:cubicBezTo>
                    <a:pt x="447" y="193"/>
                    <a:pt x="435" y="157"/>
                    <a:pt x="455" y="207"/>
                  </a:cubicBezTo>
                  <a:cubicBezTo>
                    <a:pt x="502" y="175"/>
                    <a:pt x="449" y="202"/>
                    <a:pt x="486" y="213"/>
                  </a:cubicBezTo>
                  <a:cubicBezTo>
                    <a:pt x="496" y="216"/>
                    <a:pt x="507" y="209"/>
                    <a:pt x="518" y="207"/>
                  </a:cubicBezTo>
                  <a:cubicBezTo>
                    <a:pt x="520" y="213"/>
                    <a:pt x="519" y="221"/>
                    <a:pt x="524" y="226"/>
                  </a:cubicBezTo>
                  <a:cubicBezTo>
                    <a:pt x="529" y="231"/>
                    <a:pt x="540" y="226"/>
                    <a:pt x="543" y="232"/>
                  </a:cubicBezTo>
                  <a:cubicBezTo>
                    <a:pt x="550" y="248"/>
                    <a:pt x="545" y="266"/>
                    <a:pt x="549" y="283"/>
                  </a:cubicBezTo>
                  <a:cubicBezTo>
                    <a:pt x="552" y="296"/>
                    <a:pt x="558" y="308"/>
                    <a:pt x="562" y="321"/>
                  </a:cubicBezTo>
                  <a:cubicBezTo>
                    <a:pt x="610" y="273"/>
                    <a:pt x="599" y="288"/>
                    <a:pt x="606" y="359"/>
                  </a:cubicBezTo>
                  <a:cubicBezTo>
                    <a:pt x="653" y="327"/>
                    <a:pt x="629" y="392"/>
                    <a:pt x="625" y="415"/>
                  </a:cubicBezTo>
                  <a:cubicBezTo>
                    <a:pt x="631" y="518"/>
                    <a:pt x="607" y="533"/>
                    <a:pt x="669" y="580"/>
                  </a:cubicBezTo>
                  <a:cubicBezTo>
                    <a:pt x="682" y="626"/>
                    <a:pt x="685" y="673"/>
                    <a:pt x="695" y="719"/>
                  </a:cubicBezTo>
                  <a:cubicBezTo>
                    <a:pt x="697" y="710"/>
                    <a:pt x="693" y="697"/>
                    <a:pt x="701" y="693"/>
                  </a:cubicBezTo>
                  <a:cubicBezTo>
                    <a:pt x="707" y="690"/>
                    <a:pt x="705" y="706"/>
                    <a:pt x="707" y="712"/>
                  </a:cubicBezTo>
                  <a:cubicBezTo>
                    <a:pt x="709" y="718"/>
                    <a:pt x="712" y="725"/>
                    <a:pt x="714" y="731"/>
                  </a:cubicBezTo>
                  <a:cubicBezTo>
                    <a:pt x="722" y="756"/>
                    <a:pt x="733" y="807"/>
                    <a:pt x="733" y="807"/>
                  </a:cubicBezTo>
                  <a:cubicBezTo>
                    <a:pt x="735" y="836"/>
                    <a:pt x="733" y="866"/>
                    <a:pt x="739" y="895"/>
                  </a:cubicBezTo>
                  <a:cubicBezTo>
                    <a:pt x="742" y="907"/>
                    <a:pt x="753" y="916"/>
                    <a:pt x="758" y="927"/>
                  </a:cubicBezTo>
                  <a:cubicBezTo>
                    <a:pt x="776" y="965"/>
                    <a:pt x="778" y="1005"/>
                    <a:pt x="802" y="1041"/>
                  </a:cubicBezTo>
                  <a:cubicBezTo>
                    <a:pt x="813" y="1006"/>
                    <a:pt x="817" y="1030"/>
                    <a:pt x="846" y="1041"/>
                  </a:cubicBezTo>
                  <a:cubicBezTo>
                    <a:pt x="878" y="1083"/>
                    <a:pt x="874" y="1098"/>
                    <a:pt x="922" y="1116"/>
                  </a:cubicBezTo>
                  <a:cubicBezTo>
                    <a:pt x="940" y="1142"/>
                    <a:pt x="936" y="1157"/>
                    <a:pt x="947" y="1186"/>
                  </a:cubicBezTo>
                  <a:cubicBezTo>
                    <a:pt x="955" y="1206"/>
                    <a:pt x="969" y="1224"/>
                    <a:pt x="979" y="1243"/>
                  </a:cubicBezTo>
                  <a:cubicBezTo>
                    <a:pt x="986" y="1226"/>
                    <a:pt x="987" y="1206"/>
                    <a:pt x="998" y="1192"/>
                  </a:cubicBezTo>
                  <a:cubicBezTo>
                    <a:pt x="1008" y="1179"/>
                    <a:pt x="1024" y="1173"/>
                    <a:pt x="1036" y="1161"/>
                  </a:cubicBezTo>
                  <a:cubicBezTo>
                    <a:pt x="1040" y="1167"/>
                    <a:pt x="1041" y="1177"/>
                    <a:pt x="1048" y="1180"/>
                  </a:cubicBezTo>
                  <a:cubicBezTo>
                    <a:pt x="1082" y="1193"/>
                    <a:pt x="1056" y="1144"/>
                    <a:pt x="1074" y="1192"/>
                  </a:cubicBezTo>
                  <a:cubicBezTo>
                    <a:pt x="1145" y="1157"/>
                    <a:pt x="1114" y="1156"/>
                    <a:pt x="1162" y="1167"/>
                  </a:cubicBezTo>
                  <a:cubicBezTo>
                    <a:pt x="1192" y="1160"/>
                    <a:pt x="1201" y="1153"/>
                    <a:pt x="1232" y="1161"/>
                  </a:cubicBezTo>
                  <a:cubicBezTo>
                    <a:pt x="1251" y="1141"/>
                    <a:pt x="1295" y="1110"/>
                    <a:pt x="1295" y="1110"/>
                  </a:cubicBezTo>
                  <a:cubicBezTo>
                    <a:pt x="1314" y="1140"/>
                    <a:pt x="1327" y="1138"/>
                    <a:pt x="1358" y="1123"/>
                  </a:cubicBezTo>
                  <a:cubicBezTo>
                    <a:pt x="1373" y="1077"/>
                    <a:pt x="1357" y="1085"/>
                    <a:pt x="1396" y="108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46" name="Freeform 178"/>
            <p:cNvSpPr>
              <a:spLocks/>
            </p:cNvSpPr>
            <p:nvPr/>
          </p:nvSpPr>
          <p:spPr bwMode="auto">
            <a:xfrm flipV="1">
              <a:off x="1907" y="2577"/>
              <a:ext cx="1472" cy="1067"/>
            </a:xfrm>
            <a:custGeom>
              <a:avLst/>
              <a:gdLst/>
              <a:ahLst/>
              <a:cxnLst>
                <a:cxn ang="0">
                  <a:pos x="1472" y="1048"/>
                </a:cxn>
                <a:cxn ang="0">
                  <a:pos x="1409" y="1023"/>
                </a:cxn>
                <a:cxn ang="0">
                  <a:pos x="1415" y="991"/>
                </a:cxn>
                <a:cxn ang="0">
                  <a:pos x="1421" y="966"/>
                </a:cxn>
                <a:cxn ang="0">
                  <a:pos x="1415" y="941"/>
                </a:cxn>
                <a:cxn ang="0">
                  <a:pos x="1409" y="909"/>
                </a:cxn>
                <a:cxn ang="0">
                  <a:pos x="1377" y="947"/>
                </a:cxn>
                <a:cxn ang="0">
                  <a:pos x="1352" y="833"/>
                </a:cxn>
                <a:cxn ang="0">
                  <a:pos x="1320" y="695"/>
                </a:cxn>
                <a:cxn ang="0">
                  <a:pos x="1301" y="707"/>
                </a:cxn>
                <a:cxn ang="0">
                  <a:pos x="1295" y="682"/>
                </a:cxn>
                <a:cxn ang="0">
                  <a:pos x="1257" y="587"/>
                </a:cxn>
                <a:cxn ang="0">
                  <a:pos x="1219" y="473"/>
                </a:cxn>
                <a:cxn ang="0">
                  <a:pos x="1200" y="480"/>
                </a:cxn>
                <a:cxn ang="0">
                  <a:pos x="1143" y="385"/>
                </a:cxn>
                <a:cxn ang="0">
                  <a:pos x="1105" y="259"/>
                </a:cxn>
                <a:cxn ang="0">
                  <a:pos x="1080" y="221"/>
                </a:cxn>
                <a:cxn ang="0">
                  <a:pos x="1042" y="170"/>
                </a:cxn>
                <a:cxn ang="0">
                  <a:pos x="1023" y="177"/>
                </a:cxn>
                <a:cxn ang="0">
                  <a:pos x="1017" y="196"/>
                </a:cxn>
                <a:cxn ang="0">
                  <a:pos x="1011" y="177"/>
                </a:cxn>
                <a:cxn ang="0">
                  <a:pos x="966" y="120"/>
                </a:cxn>
                <a:cxn ang="0">
                  <a:pos x="948" y="126"/>
                </a:cxn>
                <a:cxn ang="0">
                  <a:pos x="859" y="57"/>
                </a:cxn>
                <a:cxn ang="0">
                  <a:pos x="853" y="76"/>
                </a:cxn>
                <a:cxn ang="0">
                  <a:pos x="821" y="44"/>
                </a:cxn>
                <a:cxn ang="0">
                  <a:pos x="752" y="19"/>
                </a:cxn>
                <a:cxn ang="0">
                  <a:pos x="689" y="0"/>
                </a:cxn>
                <a:cxn ang="0">
                  <a:pos x="651" y="25"/>
                </a:cxn>
                <a:cxn ang="0">
                  <a:pos x="625" y="50"/>
                </a:cxn>
                <a:cxn ang="0">
                  <a:pos x="619" y="69"/>
                </a:cxn>
                <a:cxn ang="0">
                  <a:pos x="613" y="50"/>
                </a:cxn>
                <a:cxn ang="0">
                  <a:pos x="588" y="25"/>
                </a:cxn>
                <a:cxn ang="0">
                  <a:pos x="569" y="82"/>
                </a:cxn>
                <a:cxn ang="0">
                  <a:pos x="562" y="63"/>
                </a:cxn>
                <a:cxn ang="0">
                  <a:pos x="543" y="50"/>
                </a:cxn>
                <a:cxn ang="0">
                  <a:pos x="512" y="82"/>
                </a:cxn>
                <a:cxn ang="0">
                  <a:pos x="486" y="126"/>
                </a:cxn>
                <a:cxn ang="0">
                  <a:pos x="480" y="151"/>
                </a:cxn>
                <a:cxn ang="0">
                  <a:pos x="474" y="132"/>
                </a:cxn>
                <a:cxn ang="0">
                  <a:pos x="449" y="145"/>
                </a:cxn>
                <a:cxn ang="0">
                  <a:pos x="423" y="208"/>
                </a:cxn>
                <a:cxn ang="0">
                  <a:pos x="417" y="183"/>
                </a:cxn>
                <a:cxn ang="0">
                  <a:pos x="398" y="196"/>
                </a:cxn>
                <a:cxn ang="0">
                  <a:pos x="373" y="252"/>
                </a:cxn>
                <a:cxn ang="0">
                  <a:pos x="335" y="379"/>
                </a:cxn>
                <a:cxn ang="0">
                  <a:pos x="310" y="429"/>
                </a:cxn>
                <a:cxn ang="0">
                  <a:pos x="291" y="518"/>
                </a:cxn>
                <a:cxn ang="0">
                  <a:pos x="240" y="688"/>
                </a:cxn>
                <a:cxn ang="0">
                  <a:pos x="171" y="884"/>
                </a:cxn>
                <a:cxn ang="0">
                  <a:pos x="164" y="865"/>
                </a:cxn>
                <a:cxn ang="0">
                  <a:pos x="158" y="840"/>
                </a:cxn>
                <a:cxn ang="0">
                  <a:pos x="145" y="897"/>
                </a:cxn>
                <a:cxn ang="0">
                  <a:pos x="108" y="1067"/>
                </a:cxn>
                <a:cxn ang="0">
                  <a:pos x="70" y="1055"/>
                </a:cxn>
                <a:cxn ang="0">
                  <a:pos x="0" y="1055"/>
                </a:cxn>
              </a:cxnLst>
              <a:rect l="0" t="0" r="r" b="b"/>
              <a:pathLst>
                <a:path w="1472" h="1067">
                  <a:moveTo>
                    <a:pt x="1472" y="1048"/>
                  </a:moveTo>
                  <a:cubicBezTo>
                    <a:pt x="1451" y="1038"/>
                    <a:pt x="1431" y="1030"/>
                    <a:pt x="1409" y="1023"/>
                  </a:cubicBezTo>
                  <a:cubicBezTo>
                    <a:pt x="1411" y="1012"/>
                    <a:pt x="1413" y="1002"/>
                    <a:pt x="1415" y="991"/>
                  </a:cubicBezTo>
                  <a:cubicBezTo>
                    <a:pt x="1418" y="978"/>
                    <a:pt x="1439" y="902"/>
                    <a:pt x="1421" y="966"/>
                  </a:cubicBezTo>
                  <a:cubicBezTo>
                    <a:pt x="1419" y="958"/>
                    <a:pt x="1417" y="949"/>
                    <a:pt x="1415" y="941"/>
                  </a:cubicBezTo>
                  <a:cubicBezTo>
                    <a:pt x="1413" y="930"/>
                    <a:pt x="1419" y="914"/>
                    <a:pt x="1409" y="909"/>
                  </a:cubicBezTo>
                  <a:cubicBezTo>
                    <a:pt x="1403" y="906"/>
                    <a:pt x="1379" y="944"/>
                    <a:pt x="1377" y="947"/>
                  </a:cubicBezTo>
                  <a:cubicBezTo>
                    <a:pt x="1372" y="890"/>
                    <a:pt x="1373" y="878"/>
                    <a:pt x="1352" y="833"/>
                  </a:cubicBezTo>
                  <a:cubicBezTo>
                    <a:pt x="1343" y="787"/>
                    <a:pt x="1335" y="739"/>
                    <a:pt x="1320" y="695"/>
                  </a:cubicBezTo>
                  <a:cubicBezTo>
                    <a:pt x="1314" y="699"/>
                    <a:pt x="1308" y="710"/>
                    <a:pt x="1301" y="707"/>
                  </a:cubicBezTo>
                  <a:cubicBezTo>
                    <a:pt x="1293" y="703"/>
                    <a:pt x="1297" y="690"/>
                    <a:pt x="1295" y="682"/>
                  </a:cubicBezTo>
                  <a:cubicBezTo>
                    <a:pt x="1286" y="650"/>
                    <a:pt x="1275" y="614"/>
                    <a:pt x="1257" y="587"/>
                  </a:cubicBezTo>
                  <a:cubicBezTo>
                    <a:pt x="1245" y="548"/>
                    <a:pt x="1228" y="512"/>
                    <a:pt x="1219" y="473"/>
                  </a:cubicBezTo>
                  <a:cubicBezTo>
                    <a:pt x="1213" y="475"/>
                    <a:pt x="1204" y="485"/>
                    <a:pt x="1200" y="480"/>
                  </a:cubicBezTo>
                  <a:cubicBezTo>
                    <a:pt x="1173" y="449"/>
                    <a:pt x="1187" y="399"/>
                    <a:pt x="1143" y="385"/>
                  </a:cubicBezTo>
                  <a:cubicBezTo>
                    <a:pt x="1136" y="340"/>
                    <a:pt x="1131" y="297"/>
                    <a:pt x="1105" y="259"/>
                  </a:cubicBezTo>
                  <a:cubicBezTo>
                    <a:pt x="1094" y="225"/>
                    <a:pt x="1106" y="254"/>
                    <a:pt x="1080" y="221"/>
                  </a:cubicBezTo>
                  <a:cubicBezTo>
                    <a:pt x="1067" y="205"/>
                    <a:pt x="1042" y="170"/>
                    <a:pt x="1042" y="170"/>
                  </a:cubicBezTo>
                  <a:cubicBezTo>
                    <a:pt x="1036" y="172"/>
                    <a:pt x="1028" y="172"/>
                    <a:pt x="1023" y="177"/>
                  </a:cubicBezTo>
                  <a:cubicBezTo>
                    <a:pt x="1018" y="182"/>
                    <a:pt x="1024" y="196"/>
                    <a:pt x="1017" y="196"/>
                  </a:cubicBezTo>
                  <a:cubicBezTo>
                    <a:pt x="1010" y="196"/>
                    <a:pt x="1015" y="183"/>
                    <a:pt x="1011" y="177"/>
                  </a:cubicBezTo>
                  <a:cubicBezTo>
                    <a:pt x="998" y="157"/>
                    <a:pt x="966" y="120"/>
                    <a:pt x="966" y="120"/>
                  </a:cubicBezTo>
                  <a:cubicBezTo>
                    <a:pt x="960" y="122"/>
                    <a:pt x="953" y="129"/>
                    <a:pt x="948" y="126"/>
                  </a:cubicBezTo>
                  <a:cubicBezTo>
                    <a:pt x="901" y="96"/>
                    <a:pt x="906" y="72"/>
                    <a:pt x="859" y="57"/>
                  </a:cubicBezTo>
                  <a:cubicBezTo>
                    <a:pt x="857" y="63"/>
                    <a:pt x="859" y="74"/>
                    <a:pt x="853" y="76"/>
                  </a:cubicBezTo>
                  <a:cubicBezTo>
                    <a:pt x="839" y="79"/>
                    <a:pt x="827" y="49"/>
                    <a:pt x="821" y="44"/>
                  </a:cubicBezTo>
                  <a:cubicBezTo>
                    <a:pt x="795" y="24"/>
                    <a:pt x="781" y="25"/>
                    <a:pt x="752" y="19"/>
                  </a:cubicBezTo>
                  <a:cubicBezTo>
                    <a:pt x="718" y="40"/>
                    <a:pt x="719" y="19"/>
                    <a:pt x="689" y="0"/>
                  </a:cubicBezTo>
                  <a:cubicBezTo>
                    <a:pt x="668" y="30"/>
                    <a:pt x="684" y="48"/>
                    <a:pt x="651" y="25"/>
                  </a:cubicBezTo>
                  <a:cubicBezTo>
                    <a:pt x="642" y="33"/>
                    <a:pt x="632" y="40"/>
                    <a:pt x="625" y="50"/>
                  </a:cubicBezTo>
                  <a:cubicBezTo>
                    <a:pt x="621" y="55"/>
                    <a:pt x="626" y="69"/>
                    <a:pt x="619" y="69"/>
                  </a:cubicBezTo>
                  <a:cubicBezTo>
                    <a:pt x="612" y="69"/>
                    <a:pt x="615" y="56"/>
                    <a:pt x="613" y="50"/>
                  </a:cubicBezTo>
                  <a:cubicBezTo>
                    <a:pt x="605" y="25"/>
                    <a:pt x="612" y="33"/>
                    <a:pt x="588" y="25"/>
                  </a:cubicBezTo>
                  <a:cubicBezTo>
                    <a:pt x="587" y="29"/>
                    <a:pt x="579" y="79"/>
                    <a:pt x="569" y="82"/>
                  </a:cubicBezTo>
                  <a:cubicBezTo>
                    <a:pt x="563" y="84"/>
                    <a:pt x="566" y="68"/>
                    <a:pt x="562" y="63"/>
                  </a:cubicBezTo>
                  <a:cubicBezTo>
                    <a:pt x="557" y="57"/>
                    <a:pt x="549" y="54"/>
                    <a:pt x="543" y="50"/>
                  </a:cubicBezTo>
                  <a:cubicBezTo>
                    <a:pt x="529" y="109"/>
                    <a:pt x="551" y="50"/>
                    <a:pt x="512" y="82"/>
                  </a:cubicBezTo>
                  <a:cubicBezTo>
                    <a:pt x="499" y="93"/>
                    <a:pt x="496" y="112"/>
                    <a:pt x="486" y="126"/>
                  </a:cubicBezTo>
                  <a:cubicBezTo>
                    <a:pt x="484" y="134"/>
                    <a:pt x="488" y="147"/>
                    <a:pt x="480" y="151"/>
                  </a:cubicBezTo>
                  <a:cubicBezTo>
                    <a:pt x="474" y="154"/>
                    <a:pt x="481" y="133"/>
                    <a:pt x="474" y="132"/>
                  </a:cubicBezTo>
                  <a:cubicBezTo>
                    <a:pt x="465" y="130"/>
                    <a:pt x="457" y="141"/>
                    <a:pt x="449" y="145"/>
                  </a:cubicBezTo>
                  <a:cubicBezTo>
                    <a:pt x="434" y="166"/>
                    <a:pt x="430" y="183"/>
                    <a:pt x="423" y="208"/>
                  </a:cubicBezTo>
                  <a:cubicBezTo>
                    <a:pt x="421" y="200"/>
                    <a:pt x="425" y="187"/>
                    <a:pt x="417" y="183"/>
                  </a:cubicBezTo>
                  <a:cubicBezTo>
                    <a:pt x="410" y="180"/>
                    <a:pt x="403" y="190"/>
                    <a:pt x="398" y="196"/>
                  </a:cubicBezTo>
                  <a:cubicBezTo>
                    <a:pt x="388" y="209"/>
                    <a:pt x="383" y="236"/>
                    <a:pt x="373" y="252"/>
                  </a:cubicBezTo>
                  <a:cubicBezTo>
                    <a:pt x="367" y="290"/>
                    <a:pt x="353" y="343"/>
                    <a:pt x="335" y="379"/>
                  </a:cubicBezTo>
                  <a:cubicBezTo>
                    <a:pt x="314" y="422"/>
                    <a:pt x="328" y="370"/>
                    <a:pt x="310" y="429"/>
                  </a:cubicBezTo>
                  <a:cubicBezTo>
                    <a:pt x="301" y="458"/>
                    <a:pt x="300" y="489"/>
                    <a:pt x="291" y="518"/>
                  </a:cubicBezTo>
                  <a:cubicBezTo>
                    <a:pt x="241" y="418"/>
                    <a:pt x="312" y="665"/>
                    <a:pt x="240" y="688"/>
                  </a:cubicBezTo>
                  <a:cubicBezTo>
                    <a:pt x="205" y="746"/>
                    <a:pt x="195" y="820"/>
                    <a:pt x="171" y="884"/>
                  </a:cubicBezTo>
                  <a:cubicBezTo>
                    <a:pt x="169" y="878"/>
                    <a:pt x="166" y="871"/>
                    <a:pt x="164" y="865"/>
                  </a:cubicBezTo>
                  <a:cubicBezTo>
                    <a:pt x="162" y="857"/>
                    <a:pt x="166" y="836"/>
                    <a:pt x="158" y="840"/>
                  </a:cubicBezTo>
                  <a:cubicBezTo>
                    <a:pt x="141" y="849"/>
                    <a:pt x="151" y="878"/>
                    <a:pt x="145" y="897"/>
                  </a:cubicBezTo>
                  <a:cubicBezTo>
                    <a:pt x="128" y="953"/>
                    <a:pt x="126" y="1011"/>
                    <a:pt x="108" y="1067"/>
                  </a:cubicBezTo>
                  <a:cubicBezTo>
                    <a:pt x="99" y="1035"/>
                    <a:pt x="93" y="1019"/>
                    <a:pt x="70" y="1055"/>
                  </a:cubicBezTo>
                  <a:cubicBezTo>
                    <a:pt x="36" y="1032"/>
                    <a:pt x="36" y="1055"/>
                    <a:pt x="0" y="105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47" name="Freeform 179"/>
            <p:cNvSpPr>
              <a:spLocks/>
            </p:cNvSpPr>
            <p:nvPr/>
          </p:nvSpPr>
          <p:spPr bwMode="auto">
            <a:xfrm flipV="1">
              <a:off x="1957" y="2550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48" name="Freeform 180"/>
            <p:cNvSpPr>
              <a:spLocks/>
            </p:cNvSpPr>
            <p:nvPr/>
          </p:nvSpPr>
          <p:spPr bwMode="auto">
            <a:xfrm>
              <a:off x="1939" y="2594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49" name="Freeform 181"/>
            <p:cNvSpPr>
              <a:spLocks/>
            </p:cNvSpPr>
            <p:nvPr/>
          </p:nvSpPr>
          <p:spPr bwMode="auto">
            <a:xfrm flipV="1">
              <a:off x="1911" y="2564"/>
              <a:ext cx="1492" cy="1162"/>
            </a:xfrm>
            <a:custGeom>
              <a:avLst/>
              <a:gdLst/>
              <a:ahLst/>
              <a:cxnLst>
                <a:cxn ang="0">
                  <a:pos x="34" y="1093"/>
                </a:cxn>
                <a:cxn ang="0">
                  <a:pos x="72" y="1093"/>
                </a:cxn>
                <a:cxn ang="0">
                  <a:pos x="91" y="1112"/>
                </a:cxn>
                <a:cxn ang="0">
                  <a:pos x="160" y="1086"/>
                </a:cxn>
                <a:cxn ang="0">
                  <a:pos x="173" y="1124"/>
                </a:cxn>
                <a:cxn ang="0">
                  <a:pos x="223" y="1143"/>
                </a:cxn>
                <a:cxn ang="0">
                  <a:pos x="287" y="1143"/>
                </a:cxn>
                <a:cxn ang="0">
                  <a:pos x="337" y="1162"/>
                </a:cxn>
                <a:cxn ang="0">
                  <a:pos x="369" y="1124"/>
                </a:cxn>
                <a:cxn ang="0">
                  <a:pos x="432" y="1105"/>
                </a:cxn>
                <a:cxn ang="0">
                  <a:pos x="495" y="1068"/>
                </a:cxn>
                <a:cxn ang="0">
                  <a:pos x="533" y="1061"/>
                </a:cxn>
                <a:cxn ang="0">
                  <a:pos x="571" y="1061"/>
                </a:cxn>
                <a:cxn ang="0">
                  <a:pos x="590" y="1074"/>
                </a:cxn>
                <a:cxn ang="0">
                  <a:pos x="621" y="954"/>
                </a:cxn>
                <a:cxn ang="0">
                  <a:pos x="628" y="973"/>
                </a:cxn>
                <a:cxn ang="0">
                  <a:pos x="634" y="948"/>
                </a:cxn>
                <a:cxn ang="0">
                  <a:pos x="647" y="922"/>
                </a:cxn>
                <a:cxn ang="0">
                  <a:pos x="691" y="809"/>
                </a:cxn>
                <a:cxn ang="0">
                  <a:pos x="741" y="657"/>
                </a:cxn>
                <a:cxn ang="0">
                  <a:pos x="767" y="606"/>
                </a:cxn>
                <a:cxn ang="0">
                  <a:pos x="798" y="531"/>
                </a:cxn>
                <a:cxn ang="0">
                  <a:pos x="805" y="499"/>
                </a:cxn>
                <a:cxn ang="0">
                  <a:pos x="811" y="480"/>
                </a:cxn>
                <a:cxn ang="0">
                  <a:pos x="823" y="430"/>
                </a:cxn>
                <a:cxn ang="0">
                  <a:pos x="861" y="329"/>
                </a:cxn>
                <a:cxn ang="0">
                  <a:pos x="956" y="120"/>
                </a:cxn>
                <a:cxn ang="0">
                  <a:pos x="988" y="101"/>
                </a:cxn>
                <a:cxn ang="0">
                  <a:pos x="1007" y="63"/>
                </a:cxn>
                <a:cxn ang="0">
                  <a:pos x="1013" y="89"/>
                </a:cxn>
                <a:cxn ang="0">
                  <a:pos x="1019" y="108"/>
                </a:cxn>
                <a:cxn ang="0">
                  <a:pos x="1057" y="57"/>
                </a:cxn>
                <a:cxn ang="0">
                  <a:pos x="1063" y="89"/>
                </a:cxn>
                <a:cxn ang="0">
                  <a:pos x="1070" y="114"/>
                </a:cxn>
                <a:cxn ang="0">
                  <a:pos x="1095" y="82"/>
                </a:cxn>
                <a:cxn ang="0">
                  <a:pos x="1101" y="57"/>
                </a:cxn>
                <a:cxn ang="0">
                  <a:pos x="1108" y="38"/>
                </a:cxn>
                <a:cxn ang="0">
                  <a:pos x="1127" y="82"/>
                </a:cxn>
                <a:cxn ang="0">
                  <a:pos x="1146" y="57"/>
                </a:cxn>
                <a:cxn ang="0">
                  <a:pos x="1152" y="32"/>
                </a:cxn>
                <a:cxn ang="0">
                  <a:pos x="1171" y="82"/>
                </a:cxn>
                <a:cxn ang="0">
                  <a:pos x="1215" y="25"/>
                </a:cxn>
                <a:cxn ang="0">
                  <a:pos x="1259" y="13"/>
                </a:cxn>
                <a:cxn ang="0">
                  <a:pos x="1291" y="44"/>
                </a:cxn>
                <a:cxn ang="0">
                  <a:pos x="1303" y="19"/>
                </a:cxn>
                <a:cxn ang="0">
                  <a:pos x="1335" y="57"/>
                </a:cxn>
                <a:cxn ang="0">
                  <a:pos x="1392" y="0"/>
                </a:cxn>
                <a:cxn ang="0">
                  <a:pos x="1417" y="76"/>
                </a:cxn>
                <a:cxn ang="0">
                  <a:pos x="1442" y="70"/>
                </a:cxn>
                <a:cxn ang="0">
                  <a:pos x="1461" y="70"/>
                </a:cxn>
                <a:cxn ang="0">
                  <a:pos x="1474" y="133"/>
                </a:cxn>
                <a:cxn ang="0">
                  <a:pos x="1487" y="120"/>
                </a:cxn>
              </a:cxnLst>
              <a:rect l="0" t="0" r="r" b="b"/>
              <a:pathLst>
                <a:path w="1492" h="1162">
                  <a:moveTo>
                    <a:pt x="34" y="1093"/>
                  </a:moveTo>
                  <a:cubicBezTo>
                    <a:pt x="106" y="1138"/>
                    <a:pt x="0" y="1080"/>
                    <a:pt x="72" y="1093"/>
                  </a:cubicBezTo>
                  <a:cubicBezTo>
                    <a:pt x="81" y="1095"/>
                    <a:pt x="85" y="1106"/>
                    <a:pt x="91" y="1112"/>
                  </a:cubicBezTo>
                  <a:cubicBezTo>
                    <a:pt x="108" y="1103"/>
                    <a:pt x="141" y="1084"/>
                    <a:pt x="160" y="1086"/>
                  </a:cubicBezTo>
                  <a:cubicBezTo>
                    <a:pt x="161" y="1086"/>
                    <a:pt x="173" y="1123"/>
                    <a:pt x="173" y="1124"/>
                  </a:cubicBezTo>
                  <a:cubicBezTo>
                    <a:pt x="223" y="1112"/>
                    <a:pt x="180" y="1129"/>
                    <a:pt x="223" y="1143"/>
                  </a:cubicBezTo>
                  <a:cubicBezTo>
                    <a:pt x="281" y="1121"/>
                    <a:pt x="264" y="1109"/>
                    <a:pt x="287" y="1143"/>
                  </a:cubicBezTo>
                  <a:cubicBezTo>
                    <a:pt x="337" y="1131"/>
                    <a:pt x="327" y="1099"/>
                    <a:pt x="337" y="1162"/>
                  </a:cubicBezTo>
                  <a:cubicBezTo>
                    <a:pt x="349" y="1150"/>
                    <a:pt x="354" y="1132"/>
                    <a:pt x="369" y="1124"/>
                  </a:cubicBezTo>
                  <a:cubicBezTo>
                    <a:pt x="388" y="1114"/>
                    <a:pt x="411" y="1113"/>
                    <a:pt x="432" y="1105"/>
                  </a:cubicBezTo>
                  <a:cubicBezTo>
                    <a:pt x="471" y="1162"/>
                    <a:pt x="468" y="1081"/>
                    <a:pt x="495" y="1068"/>
                  </a:cubicBezTo>
                  <a:cubicBezTo>
                    <a:pt x="507" y="1062"/>
                    <a:pt x="520" y="1063"/>
                    <a:pt x="533" y="1061"/>
                  </a:cubicBezTo>
                  <a:cubicBezTo>
                    <a:pt x="577" y="994"/>
                    <a:pt x="545" y="1028"/>
                    <a:pt x="571" y="1061"/>
                  </a:cubicBezTo>
                  <a:cubicBezTo>
                    <a:pt x="576" y="1067"/>
                    <a:pt x="584" y="1070"/>
                    <a:pt x="590" y="1074"/>
                  </a:cubicBezTo>
                  <a:cubicBezTo>
                    <a:pt x="600" y="1033"/>
                    <a:pt x="614" y="996"/>
                    <a:pt x="621" y="954"/>
                  </a:cubicBezTo>
                  <a:cubicBezTo>
                    <a:pt x="623" y="960"/>
                    <a:pt x="622" y="976"/>
                    <a:pt x="628" y="973"/>
                  </a:cubicBezTo>
                  <a:cubicBezTo>
                    <a:pt x="636" y="969"/>
                    <a:pt x="631" y="956"/>
                    <a:pt x="634" y="948"/>
                  </a:cubicBezTo>
                  <a:cubicBezTo>
                    <a:pt x="637" y="939"/>
                    <a:pt x="643" y="931"/>
                    <a:pt x="647" y="922"/>
                  </a:cubicBezTo>
                  <a:cubicBezTo>
                    <a:pt x="664" y="883"/>
                    <a:pt x="665" y="843"/>
                    <a:pt x="691" y="809"/>
                  </a:cubicBezTo>
                  <a:cubicBezTo>
                    <a:pt x="707" y="758"/>
                    <a:pt x="725" y="708"/>
                    <a:pt x="741" y="657"/>
                  </a:cubicBezTo>
                  <a:cubicBezTo>
                    <a:pt x="747" y="639"/>
                    <a:pt x="760" y="624"/>
                    <a:pt x="767" y="606"/>
                  </a:cubicBezTo>
                  <a:cubicBezTo>
                    <a:pt x="773" y="575"/>
                    <a:pt x="784" y="559"/>
                    <a:pt x="798" y="531"/>
                  </a:cubicBezTo>
                  <a:cubicBezTo>
                    <a:pt x="800" y="520"/>
                    <a:pt x="802" y="510"/>
                    <a:pt x="805" y="499"/>
                  </a:cubicBezTo>
                  <a:cubicBezTo>
                    <a:pt x="807" y="493"/>
                    <a:pt x="809" y="486"/>
                    <a:pt x="811" y="480"/>
                  </a:cubicBezTo>
                  <a:cubicBezTo>
                    <a:pt x="815" y="463"/>
                    <a:pt x="823" y="430"/>
                    <a:pt x="823" y="430"/>
                  </a:cubicBezTo>
                  <a:cubicBezTo>
                    <a:pt x="829" y="374"/>
                    <a:pt x="816" y="351"/>
                    <a:pt x="861" y="329"/>
                  </a:cubicBezTo>
                  <a:cubicBezTo>
                    <a:pt x="879" y="256"/>
                    <a:pt x="921" y="187"/>
                    <a:pt x="956" y="120"/>
                  </a:cubicBezTo>
                  <a:cubicBezTo>
                    <a:pt x="967" y="153"/>
                    <a:pt x="958" y="145"/>
                    <a:pt x="988" y="101"/>
                  </a:cubicBezTo>
                  <a:cubicBezTo>
                    <a:pt x="1003" y="79"/>
                    <a:pt x="998" y="86"/>
                    <a:pt x="1007" y="63"/>
                  </a:cubicBezTo>
                  <a:cubicBezTo>
                    <a:pt x="1009" y="72"/>
                    <a:pt x="1011" y="80"/>
                    <a:pt x="1013" y="89"/>
                  </a:cubicBezTo>
                  <a:cubicBezTo>
                    <a:pt x="1015" y="95"/>
                    <a:pt x="1014" y="112"/>
                    <a:pt x="1019" y="108"/>
                  </a:cubicBezTo>
                  <a:cubicBezTo>
                    <a:pt x="1036" y="96"/>
                    <a:pt x="1057" y="57"/>
                    <a:pt x="1057" y="57"/>
                  </a:cubicBezTo>
                  <a:cubicBezTo>
                    <a:pt x="1059" y="68"/>
                    <a:pt x="1061" y="78"/>
                    <a:pt x="1063" y="89"/>
                  </a:cubicBezTo>
                  <a:cubicBezTo>
                    <a:pt x="1065" y="97"/>
                    <a:pt x="1062" y="116"/>
                    <a:pt x="1070" y="114"/>
                  </a:cubicBezTo>
                  <a:cubicBezTo>
                    <a:pt x="1083" y="111"/>
                    <a:pt x="1087" y="93"/>
                    <a:pt x="1095" y="82"/>
                  </a:cubicBezTo>
                  <a:cubicBezTo>
                    <a:pt x="1097" y="74"/>
                    <a:pt x="1099" y="65"/>
                    <a:pt x="1101" y="57"/>
                  </a:cubicBezTo>
                  <a:cubicBezTo>
                    <a:pt x="1103" y="51"/>
                    <a:pt x="1102" y="36"/>
                    <a:pt x="1108" y="38"/>
                  </a:cubicBezTo>
                  <a:cubicBezTo>
                    <a:pt x="1112" y="39"/>
                    <a:pt x="1125" y="76"/>
                    <a:pt x="1127" y="82"/>
                  </a:cubicBezTo>
                  <a:cubicBezTo>
                    <a:pt x="1133" y="74"/>
                    <a:pt x="1141" y="66"/>
                    <a:pt x="1146" y="57"/>
                  </a:cubicBezTo>
                  <a:cubicBezTo>
                    <a:pt x="1150" y="49"/>
                    <a:pt x="1144" y="29"/>
                    <a:pt x="1152" y="32"/>
                  </a:cubicBezTo>
                  <a:cubicBezTo>
                    <a:pt x="1156" y="33"/>
                    <a:pt x="1168" y="74"/>
                    <a:pt x="1171" y="82"/>
                  </a:cubicBezTo>
                  <a:cubicBezTo>
                    <a:pt x="1195" y="67"/>
                    <a:pt x="1198" y="49"/>
                    <a:pt x="1215" y="25"/>
                  </a:cubicBezTo>
                  <a:cubicBezTo>
                    <a:pt x="1239" y="60"/>
                    <a:pt x="1244" y="44"/>
                    <a:pt x="1259" y="13"/>
                  </a:cubicBezTo>
                  <a:cubicBezTo>
                    <a:pt x="1269" y="48"/>
                    <a:pt x="1254" y="81"/>
                    <a:pt x="1291" y="44"/>
                  </a:cubicBezTo>
                  <a:cubicBezTo>
                    <a:pt x="1295" y="36"/>
                    <a:pt x="1294" y="21"/>
                    <a:pt x="1303" y="19"/>
                  </a:cubicBezTo>
                  <a:cubicBezTo>
                    <a:pt x="1310" y="18"/>
                    <a:pt x="1332" y="53"/>
                    <a:pt x="1335" y="57"/>
                  </a:cubicBezTo>
                  <a:cubicBezTo>
                    <a:pt x="1363" y="42"/>
                    <a:pt x="1374" y="26"/>
                    <a:pt x="1392" y="0"/>
                  </a:cubicBezTo>
                  <a:cubicBezTo>
                    <a:pt x="1397" y="29"/>
                    <a:pt x="1401" y="51"/>
                    <a:pt x="1417" y="76"/>
                  </a:cubicBezTo>
                  <a:cubicBezTo>
                    <a:pt x="1425" y="74"/>
                    <a:pt x="1435" y="75"/>
                    <a:pt x="1442" y="70"/>
                  </a:cubicBezTo>
                  <a:cubicBezTo>
                    <a:pt x="1459" y="56"/>
                    <a:pt x="1437" y="32"/>
                    <a:pt x="1461" y="70"/>
                  </a:cubicBezTo>
                  <a:cubicBezTo>
                    <a:pt x="1477" y="159"/>
                    <a:pt x="1460" y="67"/>
                    <a:pt x="1474" y="133"/>
                  </a:cubicBezTo>
                  <a:cubicBezTo>
                    <a:pt x="1492" y="217"/>
                    <a:pt x="1487" y="222"/>
                    <a:pt x="1487" y="120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50" name="Freeform 182"/>
            <p:cNvSpPr>
              <a:spLocks/>
            </p:cNvSpPr>
            <p:nvPr/>
          </p:nvSpPr>
          <p:spPr bwMode="auto">
            <a:xfrm flipV="1">
              <a:off x="1941" y="2539"/>
              <a:ext cx="1349" cy="1244"/>
            </a:xfrm>
            <a:custGeom>
              <a:avLst/>
              <a:gdLst/>
              <a:ahLst/>
              <a:cxnLst>
                <a:cxn ang="0">
                  <a:pos x="4" y="151"/>
                </a:cxn>
                <a:cxn ang="0">
                  <a:pos x="42" y="95"/>
                </a:cxn>
                <a:cxn ang="0">
                  <a:pos x="67" y="57"/>
                </a:cxn>
                <a:cxn ang="0">
                  <a:pos x="73" y="76"/>
                </a:cxn>
                <a:cxn ang="0">
                  <a:pos x="67" y="95"/>
                </a:cxn>
                <a:cxn ang="0">
                  <a:pos x="99" y="38"/>
                </a:cxn>
                <a:cxn ang="0">
                  <a:pos x="143" y="13"/>
                </a:cxn>
                <a:cxn ang="0">
                  <a:pos x="149" y="69"/>
                </a:cxn>
                <a:cxn ang="0">
                  <a:pos x="168" y="63"/>
                </a:cxn>
                <a:cxn ang="0">
                  <a:pos x="200" y="19"/>
                </a:cxn>
                <a:cxn ang="0">
                  <a:pos x="212" y="101"/>
                </a:cxn>
                <a:cxn ang="0">
                  <a:pos x="231" y="63"/>
                </a:cxn>
                <a:cxn ang="0">
                  <a:pos x="257" y="0"/>
                </a:cxn>
                <a:cxn ang="0">
                  <a:pos x="263" y="95"/>
                </a:cxn>
                <a:cxn ang="0">
                  <a:pos x="295" y="82"/>
                </a:cxn>
                <a:cxn ang="0">
                  <a:pos x="320" y="31"/>
                </a:cxn>
                <a:cxn ang="0">
                  <a:pos x="358" y="63"/>
                </a:cxn>
                <a:cxn ang="0">
                  <a:pos x="383" y="145"/>
                </a:cxn>
                <a:cxn ang="0">
                  <a:pos x="402" y="126"/>
                </a:cxn>
                <a:cxn ang="0">
                  <a:pos x="408" y="107"/>
                </a:cxn>
                <a:cxn ang="0">
                  <a:pos x="433" y="164"/>
                </a:cxn>
                <a:cxn ang="0">
                  <a:pos x="452" y="189"/>
                </a:cxn>
                <a:cxn ang="0">
                  <a:pos x="478" y="158"/>
                </a:cxn>
                <a:cxn ang="0">
                  <a:pos x="484" y="133"/>
                </a:cxn>
                <a:cxn ang="0">
                  <a:pos x="497" y="151"/>
                </a:cxn>
                <a:cxn ang="0">
                  <a:pos x="516" y="227"/>
                </a:cxn>
                <a:cxn ang="0">
                  <a:pos x="547" y="259"/>
                </a:cxn>
                <a:cxn ang="0">
                  <a:pos x="553" y="335"/>
                </a:cxn>
                <a:cxn ang="0">
                  <a:pos x="572" y="322"/>
                </a:cxn>
                <a:cxn ang="0">
                  <a:pos x="579" y="341"/>
                </a:cxn>
                <a:cxn ang="0">
                  <a:pos x="604" y="474"/>
                </a:cxn>
                <a:cxn ang="0">
                  <a:pos x="629" y="398"/>
                </a:cxn>
                <a:cxn ang="0">
                  <a:pos x="673" y="606"/>
                </a:cxn>
                <a:cxn ang="0">
                  <a:pos x="699" y="657"/>
                </a:cxn>
                <a:cxn ang="0">
                  <a:pos x="718" y="638"/>
                </a:cxn>
                <a:cxn ang="0">
                  <a:pos x="737" y="663"/>
                </a:cxn>
                <a:cxn ang="0">
                  <a:pos x="756" y="859"/>
                </a:cxn>
                <a:cxn ang="0">
                  <a:pos x="781" y="859"/>
                </a:cxn>
                <a:cxn ang="0">
                  <a:pos x="800" y="941"/>
                </a:cxn>
                <a:cxn ang="0">
                  <a:pos x="831" y="979"/>
                </a:cxn>
                <a:cxn ang="0">
                  <a:pos x="989" y="1194"/>
                </a:cxn>
                <a:cxn ang="0">
                  <a:pos x="1059" y="1175"/>
                </a:cxn>
                <a:cxn ang="0">
                  <a:pos x="1078" y="1244"/>
                </a:cxn>
                <a:cxn ang="0">
                  <a:pos x="1135" y="1225"/>
                </a:cxn>
                <a:cxn ang="0">
                  <a:pos x="1198" y="1149"/>
                </a:cxn>
                <a:cxn ang="0">
                  <a:pos x="1204" y="1181"/>
                </a:cxn>
                <a:cxn ang="0">
                  <a:pos x="1210" y="1206"/>
                </a:cxn>
                <a:cxn ang="0">
                  <a:pos x="1236" y="1194"/>
                </a:cxn>
                <a:cxn ang="0">
                  <a:pos x="1261" y="1194"/>
                </a:cxn>
                <a:cxn ang="0">
                  <a:pos x="1280" y="1181"/>
                </a:cxn>
                <a:cxn ang="0">
                  <a:pos x="1305" y="1124"/>
                </a:cxn>
                <a:cxn ang="0">
                  <a:pos x="1330" y="1130"/>
                </a:cxn>
                <a:cxn ang="0">
                  <a:pos x="1349" y="1137"/>
                </a:cxn>
                <a:cxn ang="0">
                  <a:pos x="1330" y="1143"/>
                </a:cxn>
                <a:cxn ang="0">
                  <a:pos x="1273" y="1156"/>
                </a:cxn>
              </a:cxnLst>
              <a:rect l="0" t="0" r="r" b="b"/>
              <a:pathLst>
                <a:path w="1349" h="1244">
                  <a:moveTo>
                    <a:pt x="4" y="151"/>
                  </a:moveTo>
                  <a:cubicBezTo>
                    <a:pt x="46" y="82"/>
                    <a:pt x="0" y="155"/>
                    <a:pt x="42" y="95"/>
                  </a:cubicBezTo>
                  <a:cubicBezTo>
                    <a:pt x="51" y="83"/>
                    <a:pt x="67" y="57"/>
                    <a:pt x="67" y="57"/>
                  </a:cubicBezTo>
                  <a:cubicBezTo>
                    <a:pt x="69" y="63"/>
                    <a:pt x="73" y="69"/>
                    <a:pt x="73" y="76"/>
                  </a:cubicBezTo>
                  <a:cubicBezTo>
                    <a:pt x="73" y="83"/>
                    <a:pt x="64" y="101"/>
                    <a:pt x="67" y="95"/>
                  </a:cubicBezTo>
                  <a:cubicBezTo>
                    <a:pt x="103" y="28"/>
                    <a:pt x="56" y="95"/>
                    <a:pt x="99" y="38"/>
                  </a:cubicBezTo>
                  <a:cubicBezTo>
                    <a:pt x="112" y="81"/>
                    <a:pt x="118" y="36"/>
                    <a:pt x="143" y="13"/>
                  </a:cubicBezTo>
                  <a:cubicBezTo>
                    <a:pt x="145" y="32"/>
                    <a:pt x="141" y="52"/>
                    <a:pt x="149" y="69"/>
                  </a:cubicBezTo>
                  <a:cubicBezTo>
                    <a:pt x="152" y="75"/>
                    <a:pt x="163" y="68"/>
                    <a:pt x="168" y="63"/>
                  </a:cubicBezTo>
                  <a:cubicBezTo>
                    <a:pt x="181" y="50"/>
                    <a:pt x="200" y="19"/>
                    <a:pt x="200" y="19"/>
                  </a:cubicBezTo>
                  <a:cubicBezTo>
                    <a:pt x="208" y="45"/>
                    <a:pt x="192" y="81"/>
                    <a:pt x="212" y="101"/>
                  </a:cubicBezTo>
                  <a:cubicBezTo>
                    <a:pt x="222" y="111"/>
                    <a:pt x="225" y="76"/>
                    <a:pt x="231" y="63"/>
                  </a:cubicBezTo>
                  <a:cubicBezTo>
                    <a:pt x="240" y="42"/>
                    <a:pt x="249" y="21"/>
                    <a:pt x="257" y="0"/>
                  </a:cubicBezTo>
                  <a:cubicBezTo>
                    <a:pt x="259" y="32"/>
                    <a:pt x="250" y="66"/>
                    <a:pt x="263" y="95"/>
                  </a:cubicBezTo>
                  <a:cubicBezTo>
                    <a:pt x="268" y="105"/>
                    <a:pt x="287" y="90"/>
                    <a:pt x="295" y="82"/>
                  </a:cubicBezTo>
                  <a:cubicBezTo>
                    <a:pt x="308" y="68"/>
                    <a:pt x="309" y="47"/>
                    <a:pt x="320" y="31"/>
                  </a:cubicBezTo>
                  <a:cubicBezTo>
                    <a:pt x="325" y="93"/>
                    <a:pt x="324" y="147"/>
                    <a:pt x="358" y="63"/>
                  </a:cubicBezTo>
                  <a:cubicBezTo>
                    <a:pt x="367" y="90"/>
                    <a:pt x="374" y="118"/>
                    <a:pt x="383" y="145"/>
                  </a:cubicBezTo>
                  <a:cubicBezTo>
                    <a:pt x="389" y="139"/>
                    <a:pt x="397" y="133"/>
                    <a:pt x="402" y="126"/>
                  </a:cubicBezTo>
                  <a:cubicBezTo>
                    <a:pt x="406" y="120"/>
                    <a:pt x="403" y="103"/>
                    <a:pt x="408" y="107"/>
                  </a:cubicBezTo>
                  <a:cubicBezTo>
                    <a:pt x="419" y="115"/>
                    <a:pt x="428" y="148"/>
                    <a:pt x="433" y="164"/>
                  </a:cubicBezTo>
                  <a:cubicBezTo>
                    <a:pt x="444" y="244"/>
                    <a:pt x="431" y="220"/>
                    <a:pt x="452" y="189"/>
                  </a:cubicBezTo>
                  <a:cubicBezTo>
                    <a:pt x="459" y="178"/>
                    <a:pt x="469" y="168"/>
                    <a:pt x="478" y="158"/>
                  </a:cubicBezTo>
                  <a:cubicBezTo>
                    <a:pt x="480" y="150"/>
                    <a:pt x="476" y="136"/>
                    <a:pt x="484" y="133"/>
                  </a:cubicBezTo>
                  <a:cubicBezTo>
                    <a:pt x="491" y="130"/>
                    <a:pt x="494" y="144"/>
                    <a:pt x="497" y="151"/>
                  </a:cubicBezTo>
                  <a:cubicBezTo>
                    <a:pt x="507" y="175"/>
                    <a:pt x="507" y="203"/>
                    <a:pt x="516" y="227"/>
                  </a:cubicBezTo>
                  <a:cubicBezTo>
                    <a:pt x="555" y="176"/>
                    <a:pt x="538" y="223"/>
                    <a:pt x="547" y="259"/>
                  </a:cubicBezTo>
                  <a:cubicBezTo>
                    <a:pt x="549" y="284"/>
                    <a:pt x="544" y="311"/>
                    <a:pt x="553" y="335"/>
                  </a:cubicBezTo>
                  <a:cubicBezTo>
                    <a:pt x="556" y="342"/>
                    <a:pt x="565" y="320"/>
                    <a:pt x="572" y="322"/>
                  </a:cubicBezTo>
                  <a:cubicBezTo>
                    <a:pt x="579" y="324"/>
                    <a:pt x="577" y="335"/>
                    <a:pt x="579" y="341"/>
                  </a:cubicBezTo>
                  <a:cubicBezTo>
                    <a:pt x="603" y="265"/>
                    <a:pt x="581" y="428"/>
                    <a:pt x="604" y="474"/>
                  </a:cubicBezTo>
                  <a:cubicBezTo>
                    <a:pt x="610" y="444"/>
                    <a:pt x="616" y="425"/>
                    <a:pt x="629" y="398"/>
                  </a:cubicBezTo>
                  <a:cubicBezTo>
                    <a:pt x="652" y="465"/>
                    <a:pt x="652" y="538"/>
                    <a:pt x="673" y="606"/>
                  </a:cubicBezTo>
                  <a:cubicBezTo>
                    <a:pt x="699" y="544"/>
                    <a:pt x="687" y="463"/>
                    <a:pt x="699" y="657"/>
                  </a:cubicBezTo>
                  <a:cubicBezTo>
                    <a:pt x="705" y="651"/>
                    <a:pt x="714" y="630"/>
                    <a:pt x="718" y="638"/>
                  </a:cubicBezTo>
                  <a:cubicBezTo>
                    <a:pt x="738" y="683"/>
                    <a:pt x="709" y="772"/>
                    <a:pt x="737" y="663"/>
                  </a:cubicBezTo>
                  <a:cubicBezTo>
                    <a:pt x="741" y="765"/>
                    <a:pt x="742" y="782"/>
                    <a:pt x="756" y="859"/>
                  </a:cubicBezTo>
                  <a:cubicBezTo>
                    <a:pt x="759" y="847"/>
                    <a:pt x="764" y="798"/>
                    <a:pt x="781" y="859"/>
                  </a:cubicBezTo>
                  <a:cubicBezTo>
                    <a:pt x="811" y="963"/>
                    <a:pt x="767" y="892"/>
                    <a:pt x="800" y="941"/>
                  </a:cubicBezTo>
                  <a:cubicBezTo>
                    <a:pt x="811" y="975"/>
                    <a:pt x="789" y="1021"/>
                    <a:pt x="831" y="979"/>
                  </a:cubicBezTo>
                  <a:cubicBezTo>
                    <a:pt x="913" y="1087"/>
                    <a:pt x="906" y="1085"/>
                    <a:pt x="989" y="1194"/>
                  </a:cubicBezTo>
                  <a:cubicBezTo>
                    <a:pt x="1007" y="1140"/>
                    <a:pt x="1027" y="1222"/>
                    <a:pt x="1059" y="1175"/>
                  </a:cubicBezTo>
                  <a:cubicBezTo>
                    <a:pt x="1074" y="1223"/>
                    <a:pt x="1068" y="1200"/>
                    <a:pt x="1078" y="1244"/>
                  </a:cubicBezTo>
                  <a:cubicBezTo>
                    <a:pt x="1109" y="1223"/>
                    <a:pt x="1109" y="1186"/>
                    <a:pt x="1135" y="1225"/>
                  </a:cubicBezTo>
                  <a:cubicBezTo>
                    <a:pt x="1164" y="1203"/>
                    <a:pt x="1175" y="1178"/>
                    <a:pt x="1198" y="1149"/>
                  </a:cubicBezTo>
                  <a:cubicBezTo>
                    <a:pt x="1200" y="1160"/>
                    <a:pt x="1202" y="1170"/>
                    <a:pt x="1204" y="1181"/>
                  </a:cubicBezTo>
                  <a:cubicBezTo>
                    <a:pt x="1206" y="1189"/>
                    <a:pt x="1202" y="1203"/>
                    <a:pt x="1210" y="1206"/>
                  </a:cubicBezTo>
                  <a:cubicBezTo>
                    <a:pt x="1219" y="1210"/>
                    <a:pt x="1227" y="1198"/>
                    <a:pt x="1236" y="1194"/>
                  </a:cubicBezTo>
                  <a:cubicBezTo>
                    <a:pt x="1264" y="1149"/>
                    <a:pt x="1231" y="1188"/>
                    <a:pt x="1261" y="1194"/>
                  </a:cubicBezTo>
                  <a:cubicBezTo>
                    <a:pt x="1269" y="1195"/>
                    <a:pt x="1274" y="1185"/>
                    <a:pt x="1280" y="1181"/>
                  </a:cubicBezTo>
                  <a:cubicBezTo>
                    <a:pt x="1292" y="1162"/>
                    <a:pt x="1298" y="1145"/>
                    <a:pt x="1305" y="1124"/>
                  </a:cubicBezTo>
                  <a:cubicBezTo>
                    <a:pt x="1317" y="1187"/>
                    <a:pt x="1301" y="1145"/>
                    <a:pt x="1330" y="1130"/>
                  </a:cubicBezTo>
                  <a:cubicBezTo>
                    <a:pt x="1336" y="1127"/>
                    <a:pt x="1343" y="1135"/>
                    <a:pt x="1349" y="1137"/>
                  </a:cubicBezTo>
                  <a:cubicBezTo>
                    <a:pt x="1349" y="1137"/>
                    <a:pt x="1336" y="1140"/>
                    <a:pt x="1330" y="1143"/>
                  </a:cubicBezTo>
                  <a:cubicBezTo>
                    <a:pt x="1288" y="1161"/>
                    <a:pt x="1322" y="1156"/>
                    <a:pt x="1273" y="1156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51" name="Freeform 183"/>
            <p:cNvSpPr>
              <a:spLocks/>
            </p:cNvSpPr>
            <p:nvPr/>
          </p:nvSpPr>
          <p:spPr bwMode="auto">
            <a:xfrm flipV="1">
              <a:off x="1964" y="2553"/>
              <a:ext cx="1396" cy="1206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50" y="81"/>
                </a:cxn>
                <a:cxn ang="0">
                  <a:pos x="76" y="62"/>
                </a:cxn>
                <a:cxn ang="0">
                  <a:pos x="107" y="17"/>
                </a:cxn>
                <a:cxn ang="0">
                  <a:pos x="139" y="100"/>
                </a:cxn>
                <a:cxn ang="0">
                  <a:pos x="196" y="74"/>
                </a:cxn>
                <a:cxn ang="0">
                  <a:pos x="240" y="43"/>
                </a:cxn>
                <a:cxn ang="0">
                  <a:pos x="253" y="93"/>
                </a:cxn>
                <a:cxn ang="0">
                  <a:pos x="303" y="68"/>
                </a:cxn>
                <a:cxn ang="0">
                  <a:pos x="328" y="112"/>
                </a:cxn>
                <a:cxn ang="0">
                  <a:pos x="379" y="62"/>
                </a:cxn>
                <a:cxn ang="0">
                  <a:pos x="417" y="125"/>
                </a:cxn>
                <a:cxn ang="0">
                  <a:pos x="429" y="106"/>
                </a:cxn>
                <a:cxn ang="0">
                  <a:pos x="436" y="137"/>
                </a:cxn>
                <a:cxn ang="0">
                  <a:pos x="455" y="207"/>
                </a:cxn>
                <a:cxn ang="0">
                  <a:pos x="486" y="213"/>
                </a:cxn>
                <a:cxn ang="0">
                  <a:pos x="518" y="207"/>
                </a:cxn>
                <a:cxn ang="0">
                  <a:pos x="524" y="226"/>
                </a:cxn>
                <a:cxn ang="0">
                  <a:pos x="543" y="232"/>
                </a:cxn>
                <a:cxn ang="0">
                  <a:pos x="549" y="283"/>
                </a:cxn>
                <a:cxn ang="0">
                  <a:pos x="562" y="321"/>
                </a:cxn>
                <a:cxn ang="0">
                  <a:pos x="606" y="359"/>
                </a:cxn>
                <a:cxn ang="0">
                  <a:pos x="625" y="415"/>
                </a:cxn>
                <a:cxn ang="0">
                  <a:pos x="669" y="580"/>
                </a:cxn>
                <a:cxn ang="0">
                  <a:pos x="695" y="719"/>
                </a:cxn>
                <a:cxn ang="0">
                  <a:pos x="701" y="693"/>
                </a:cxn>
                <a:cxn ang="0">
                  <a:pos x="707" y="712"/>
                </a:cxn>
                <a:cxn ang="0">
                  <a:pos x="714" y="731"/>
                </a:cxn>
                <a:cxn ang="0">
                  <a:pos x="733" y="807"/>
                </a:cxn>
                <a:cxn ang="0">
                  <a:pos x="739" y="895"/>
                </a:cxn>
                <a:cxn ang="0">
                  <a:pos x="758" y="927"/>
                </a:cxn>
                <a:cxn ang="0">
                  <a:pos x="802" y="1041"/>
                </a:cxn>
                <a:cxn ang="0">
                  <a:pos x="846" y="1041"/>
                </a:cxn>
                <a:cxn ang="0">
                  <a:pos x="922" y="1116"/>
                </a:cxn>
                <a:cxn ang="0">
                  <a:pos x="947" y="1186"/>
                </a:cxn>
                <a:cxn ang="0">
                  <a:pos x="960" y="1161"/>
                </a:cxn>
                <a:cxn ang="0">
                  <a:pos x="998" y="1192"/>
                </a:cxn>
                <a:cxn ang="0">
                  <a:pos x="1036" y="1161"/>
                </a:cxn>
                <a:cxn ang="0">
                  <a:pos x="1048" y="1180"/>
                </a:cxn>
                <a:cxn ang="0">
                  <a:pos x="1074" y="1192"/>
                </a:cxn>
                <a:cxn ang="0">
                  <a:pos x="1162" y="1167"/>
                </a:cxn>
                <a:cxn ang="0">
                  <a:pos x="1232" y="1161"/>
                </a:cxn>
                <a:cxn ang="0">
                  <a:pos x="1295" y="1110"/>
                </a:cxn>
                <a:cxn ang="0">
                  <a:pos x="1358" y="1123"/>
                </a:cxn>
                <a:cxn ang="0">
                  <a:pos x="1396" y="1085"/>
                </a:cxn>
              </a:cxnLst>
              <a:rect l="0" t="0" r="r" b="b"/>
              <a:pathLst>
                <a:path w="1396" h="1206">
                  <a:moveTo>
                    <a:pt x="0" y="156"/>
                  </a:moveTo>
                  <a:cubicBezTo>
                    <a:pt x="17" y="134"/>
                    <a:pt x="32" y="101"/>
                    <a:pt x="50" y="81"/>
                  </a:cubicBezTo>
                  <a:cubicBezTo>
                    <a:pt x="57" y="73"/>
                    <a:pt x="68" y="70"/>
                    <a:pt x="76" y="62"/>
                  </a:cubicBezTo>
                  <a:cubicBezTo>
                    <a:pt x="85" y="53"/>
                    <a:pt x="100" y="29"/>
                    <a:pt x="107" y="17"/>
                  </a:cubicBezTo>
                  <a:cubicBezTo>
                    <a:pt x="114" y="59"/>
                    <a:pt x="111" y="72"/>
                    <a:pt x="139" y="100"/>
                  </a:cubicBezTo>
                  <a:cubicBezTo>
                    <a:pt x="166" y="91"/>
                    <a:pt x="176" y="91"/>
                    <a:pt x="196" y="74"/>
                  </a:cubicBezTo>
                  <a:cubicBezTo>
                    <a:pt x="233" y="42"/>
                    <a:pt x="206" y="54"/>
                    <a:pt x="240" y="43"/>
                  </a:cubicBezTo>
                  <a:cubicBezTo>
                    <a:pt x="240" y="44"/>
                    <a:pt x="252" y="93"/>
                    <a:pt x="253" y="93"/>
                  </a:cubicBezTo>
                  <a:cubicBezTo>
                    <a:pt x="271" y="96"/>
                    <a:pt x="285" y="74"/>
                    <a:pt x="303" y="68"/>
                  </a:cubicBezTo>
                  <a:cubicBezTo>
                    <a:pt x="325" y="0"/>
                    <a:pt x="322" y="29"/>
                    <a:pt x="328" y="112"/>
                  </a:cubicBezTo>
                  <a:cubicBezTo>
                    <a:pt x="362" y="87"/>
                    <a:pt x="348" y="81"/>
                    <a:pt x="379" y="62"/>
                  </a:cubicBezTo>
                  <a:cubicBezTo>
                    <a:pt x="389" y="104"/>
                    <a:pt x="361" y="152"/>
                    <a:pt x="417" y="125"/>
                  </a:cubicBezTo>
                  <a:cubicBezTo>
                    <a:pt x="421" y="119"/>
                    <a:pt x="423" y="102"/>
                    <a:pt x="429" y="106"/>
                  </a:cubicBezTo>
                  <a:cubicBezTo>
                    <a:pt x="438" y="112"/>
                    <a:pt x="434" y="127"/>
                    <a:pt x="436" y="137"/>
                  </a:cubicBezTo>
                  <a:cubicBezTo>
                    <a:pt x="447" y="193"/>
                    <a:pt x="435" y="157"/>
                    <a:pt x="455" y="207"/>
                  </a:cubicBezTo>
                  <a:cubicBezTo>
                    <a:pt x="502" y="175"/>
                    <a:pt x="449" y="202"/>
                    <a:pt x="486" y="213"/>
                  </a:cubicBezTo>
                  <a:cubicBezTo>
                    <a:pt x="496" y="216"/>
                    <a:pt x="507" y="209"/>
                    <a:pt x="518" y="207"/>
                  </a:cubicBezTo>
                  <a:cubicBezTo>
                    <a:pt x="520" y="213"/>
                    <a:pt x="519" y="221"/>
                    <a:pt x="524" y="226"/>
                  </a:cubicBezTo>
                  <a:cubicBezTo>
                    <a:pt x="529" y="231"/>
                    <a:pt x="540" y="226"/>
                    <a:pt x="543" y="232"/>
                  </a:cubicBezTo>
                  <a:cubicBezTo>
                    <a:pt x="550" y="248"/>
                    <a:pt x="545" y="266"/>
                    <a:pt x="549" y="283"/>
                  </a:cubicBezTo>
                  <a:cubicBezTo>
                    <a:pt x="552" y="296"/>
                    <a:pt x="558" y="308"/>
                    <a:pt x="562" y="321"/>
                  </a:cubicBezTo>
                  <a:cubicBezTo>
                    <a:pt x="610" y="273"/>
                    <a:pt x="599" y="288"/>
                    <a:pt x="606" y="359"/>
                  </a:cubicBezTo>
                  <a:cubicBezTo>
                    <a:pt x="653" y="327"/>
                    <a:pt x="629" y="392"/>
                    <a:pt x="625" y="415"/>
                  </a:cubicBezTo>
                  <a:cubicBezTo>
                    <a:pt x="631" y="518"/>
                    <a:pt x="607" y="533"/>
                    <a:pt x="669" y="580"/>
                  </a:cubicBezTo>
                  <a:cubicBezTo>
                    <a:pt x="682" y="626"/>
                    <a:pt x="685" y="673"/>
                    <a:pt x="695" y="719"/>
                  </a:cubicBezTo>
                  <a:cubicBezTo>
                    <a:pt x="697" y="710"/>
                    <a:pt x="693" y="697"/>
                    <a:pt x="701" y="693"/>
                  </a:cubicBezTo>
                  <a:cubicBezTo>
                    <a:pt x="707" y="690"/>
                    <a:pt x="705" y="706"/>
                    <a:pt x="707" y="712"/>
                  </a:cubicBezTo>
                  <a:cubicBezTo>
                    <a:pt x="709" y="718"/>
                    <a:pt x="712" y="725"/>
                    <a:pt x="714" y="731"/>
                  </a:cubicBezTo>
                  <a:cubicBezTo>
                    <a:pt x="722" y="756"/>
                    <a:pt x="733" y="807"/>
                    <a:pt x="733" y="807"/>
                  </a:cubicBezTo>
                  <a:cubicBezTo>
                    <a:pt x="735" y="836"/>
                    <a:pt x="733" y="866"/>
                    <a:pt x="739" y="895"/>
                  </a:cubicBezTo>
                  <a:cubicBezTo>
                    <a:pt x="742" y="907"/>
                    <a:pt x="753" y="916"/>
                    <a:pt x="758" y="927"/>
                  </a:cubicBezTo>
                  <a:cubicBezTo>
                    <a:pt x="776" y="965"/>
                    <a:pt x="778" y="1005"/>
                    <a:pt x="802" y="1041"/>
                  </a:cubicBezTo>
                  <a:cubicBezTo>
                    <a:pt x="813" y="1006"/>
                    <a:pt x="817" y="1030"/>
                    <a:pt x="846" y="1041"/>
                  </a:cubicBezTo>
                  <a:cubicBezTo>
                    <a:pt x="878" y="1083"/>
                    <a:pt x="874" y="1098"/>
                    <a:pt x="922" y="1116"/>
                  </a:cubicBezTo>
                  <a:cubicBezTo>
                    <a:pt x="940" y="1142"/>
                    <a:pt x="936" y="1157"/>
                    <a:pt x="947" y="1186"/>
                  </a:cubicBezTo>
                  <a:cubicBezTo>
                    <a:pt x="955" y="1206"/>
                    <a:pt x="950" y="1142"/>
                    <a:pt x="960" y="1161"/>
                  </a:cubicBezTo>
                  <a:cubicBezTo>
                    <a:pt x="967" y="1144"/>
                    <a:pt x="987" y="1206"/>
                    <a:pt x="998" y="1192"/>
                  </a:cubicBezTo>
                  <a:cubicBezTo>
                    <a:pt x="1008" y="1179"/>
                    <a:pt x="1024" y="1173"/>
                    <a:pt x="1036" y="1161"/>
                  </a:cubicBezTo>
                  <a:cubicBezTo>
                    <a:pt x="1040" y="1167"/>
                    <a:pt x="1041" y="1177"/>
                    <a:pt x="1048" y="1180"/>
                  </a:cubicBezTo>
                  <a:cubicBezTo>
                    <a:pt x="1082" y="1193"/>
                    <a:pt x="1056" y="1144"/>
                    <a:pt x="1074" y="1192"/>
                  </a:cubicBezTo>
                  <a:cubicBezTo>
                    <a:pt x="1145" y="1157"/>
                    <a:pt x="1114" y="1156"/>
                    <a:pt x="1162" y="1167"/>
                  </a:cubicBezTo>
                  <a:cubicBezTo>
                    <a:pt x="1192" y="1160"/>
                    <a:pt x="1201" y="1153"/>
                    <a:pt x="1232" y="1161"/>
                  </a:cubicBezTo>
                  <a:cubicBezTo>
                    <a:pt x="1251" y="1141"/>
                    <a:pt x="1295" y="1110"/>
                    <a:pt x="1295" y="1110"/>
                  </a:cubicBezTo>
                  <a:cubicBezTo>
                    <a:pt x="1314" y="1140"/>
                    <a:pt x="1327" y="1138"/>
                    <a:pt x="1358" y="1123"/>
                  </a:cubicBezTo>
                  <a:cubicBezTo>
                    <a:pt x="1373" y="1077"/>
                    <a:pt x="1357" y="1085"/>
                    <a:pt x="1396" y="108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52" name="Freeform 184"/>
            <p:cNvSpPr>
              <a:spLocks/>
            </p:cNvSpPr>
            <p:nvPr/>
          </p:nvSpPr>
          <p:spPr bwMode="auto">
            <a:xfrm flipV="1">
              <a:off x="1888" y="2577"/>
              <a:ext cx="1472" cy="1067"/>
            </a:xfrm>
            <a:custGeom>
              <a:avLst/>
              <a:gdLst/>
              <a:ahLst/>
              <a:cxnLst>
                <a:cxn ang="0">
                  <a:pos x="1472" y="1048"/>
                </a:cxn>
                <a:cxn ang="0">
                  <a:pos x="1409" y="1023"/>
                </a:cxn>
                <a:cxn ang="0">
                  <a:pos x="1415" y="991"/>
                </a:cxn>
                <a:cxn ang="0">
                  <a:pos x="1421" y="966"/>
                </a:cxn>
                <a:cxn ang="0">
                  <a:pos x="1415" y="941"/>
                </a:cxn>
                <a:cxn ang="0">
                  <a:pos x="1409" y="909"/>
                </a:cxn>
                <a:cxn ang="0">
                  <a:pos x="1377" y="947"/>
                </a:cxn>
                <a:cxn ang="0">
                  <a:pos x="1352" y="833"/>
                </a:cxn>
                <a:cxn ang="0">
                  <a:pos x="1320" y="695"/>
                </a:cxn>
                <a:cxn ang="0">
                  <a:pos x="1301" y="707"/>
                </a:cxn>
                <a:cxn ang="0">
                  <a:pos x="1295" y="682"/>
                </a:cxn>
                <a:cxn ang="0">
                  <a:pos x="1257" y="587"/>
                </a:cxn>
                <a:cxn ang="0">
                  <a:pos x="1219" y="473"/>
                </a:cxn>
                <a:cxn ang="0">
                  <a:pos x="1200" y="480"/>
                </a:cxn>
                <a:cxn ang="0">
                  <a:pos x="1143" y="385"/>
                </a:cxn>
                <a:cxn ang="0">
                  <a:pos x="1105" y="259"/>
                </a:cxn>
                <a:cxn ang="0">
                  <a:pos x="1080" y="221"/>
                </a:cxn>
                <a:cxn ang="0">
                  <a:pos x="1042" y="170"/>
                </a:cxn>
                <a:cxn ang="0">
                  <a:pos x="1023" y="177"/>
                </a:cxn>
                <a:cxn ang="0">
                  <a:pos x="1017" y="196"/>
                </a:cxn>
                <a:cxn ang="0">
                  <a:pos x="1011" y="177"/>
                </a:cxn>
                <a:cxn ang="0">
                  <a:pos x="966" y="120"/>
                </a:cxn>
                <a:cxn ang="0">
                  <a:pos x="948" y="126"/>
                </a:cxn>
                <a:cxn ang="0">
                  <a:pos x="859" y="57"/>
                </a:cxn>
                <a:cxn ang="0">
                  <a:pos x="853" y="76"/>
                </a:cxn>
                <a:cxn ang="0">
                  <a:pos x="821" y="44"/>
                </a:cxn>
                <a:cxn ang="0">
                  <a:pos x="752" y="19"/>
                </a:cxn>
                <a:cxn ang="0">
                  <a:pos x="689" y="0"/>
                </a:cxn>
                <a:cxn ang="0">
                  <a:pos x="651" y="25"/>
                </a:cxn>
                <a:cxn ang="0">
                  <a:pos x="625" y="50"/>
                </a:cxn>
                <a:cxn ang="0">
                  <a:pos x="619" y="69"/>
                </a:cxn>
                <a:cxn ang="0">
                  <a:pos x="613" y="50"/>
                </a:cxn>
                <a:cxn ang="0">
                  <a:pos x="588" y="25"/>
                </a:cxn>
                <a:cxn ang="0">
                  <a:pos x="569" y="82"/>
                </a:cxn>
                <a:cxn ang="0">
                  <a:pos x="562" y="63"/>
                </a:cxn>
                <a:cxn ang="0">
                  <a:pos x="543" y="50"/>
                </a:cxn>
                <a:cxn ang="0">
                  <a:pos x="512" y="82"/>
                </a:cxn>
                <a:cxn ang="0">
                  <a:pos x="486" y="126"/>
                </a:cxn>
                <a:cxn ang="0">
                  <a:pos x="480" y="151"/>
                </a:cxn>
                <a:cxn ang="0">
                  <a:pos x="474" y="132"/>
                </a:cxn>
                <a:cxn ang="0">
                  <a:pos x="449" y="145"/>
                </a:cxn>
                <a:cxn ang="0">
                  <a:pos x="423" y="208"/>
                </a:cxn>
                <a:cxn ang="0">
                  <a:pos x="417" y="183"/>
                </a:cxn>
                <a:cxn ang="0">
                  <a:pos x="398" y="196"/>
                </a:cxn>
                <a:cxn ang="0">
                  <a:pos x="373" y="252"/>
                </a:cxn>
                <a:cxn ang="0">
                  <a:pos x="335" y="379"/>
                </a:cxn>
                <a:cxn ang="0">
                  <a:pos x="310" y="429"/>
                </a:cxn>
                <a:cxn ang="0">
                  <a:pos x="291" y="518"/>
                </a:cxn>
                <a:cxn ang="0">
                  <a:pos x="240" y="688"/>
                </a:cxn>
                <a:cxn ang="0">
                  <a:pos x="171" y="884"/>
                </a:cxn>
                <a:cxn ang="0">
                  <a:pos x="164" y="865"/>
                </a:cxn>
                <a:cxn ang="0">
                  <a:pos x="158" y="840"/>
                </a:cxn>
                <a:cxn ang="0">
                  <a:pos x="145" y="897"/>
                </a:cxn>
                <a:cxn ang="0">
                  <a:pos x="108" y="1067"/>
                </a:cxn>
                <a:cxn ang="0">
                  <a:pos x="70" y="1055"/>
                </a:cxn>
                <a:cxn ang="0">
                  <a:pos x="0" y="1055"/>
                </a:cxn>
              </a:cxnLst>
              <a:rect l="0" t="0" r="r" b="b"/>
              <a:pathLst>
                <a:path w="1472" h="1067">
                  <a:moveTo>
                    <a:pt x="1472" y="1048"/>
                  </a:moveTo>
                  <a:cubicBezTo>
                    <a:pt x="1451" y="1038"/>
                    <a:pt x="1431" y="1030"/>
                    <a:pt x="1409" y="1023"/>
                  </a:cubicBezTo>
                  <a:cubicBezTo>
                    <a:pt x="1411" y="1012"/>
                    <a:pt x="1413" y="1002"/>
                    <a:pt x="1415" y="991"/>
                  </a:cubicBezTo>
                  <a:cubicBezTo>
                    <a:pt x="1418" y="978"/>
                    <a:pt x="1439" y="902"/>
                    <a:pt x="1421" y="966"/>
                  </a:cubicBezTo>
                  <a:cubicBezTo>
                    <a:pt x="1419" y="958"/>
                    <a:pt x="1417" y="949"/>
                    <a:pt x="1415" y="941"/>
                  </a:cubicBezTo>
                  <a:cubicBezTo>
                    <a:pt x="1413" y="930"/>
                    <a:pt x="1419" y="914"/>
                    <a:pt x="1409" y="909"/>
                  </a:cubicBezTo>
                  <a:cubicBezTo>
                    <a:pt x="1403" y="906"/>
                    <a:pt x="1379" y="944"/>
                    <a:pt x="1377" y="947"/>
                  </a:cubicBezTo>
                  <a:cubicBezTo>
                    <a:pt x="1372" y="890"/>
                    <a:pt x="1373" y="878"/>
                    <a:pt x="1352" y="833"/>
                  </a:cubicBezTo>
                  <a:cubicBezTo>
                    <a:pt x="1343" y="787"/>
                    <a:pt x="1335" y="739"/>
                    <a:pt x="1320" y="695"/>
                  </a:cubicBezTo>
                  <a:cubicBezTo>
                    <a:pt x="1314" y="699"/>
                    <a:pt x="1308" y="710"/>
                    <a:pt x="1301" y="707"/>
                  </a:cubicBezTo>
                  <a:cubicBezTo>
                    <a:pt x="1293" y="703"/>
                    <a:pt x="1297" y="690"/>
                    <a:pt x="1295" y="682"/>
                  </a:cubicBezTo>
                  <a:cubicBezTo>
                    <a:pt x="1286" y="650"/>
                    <a:pt x="1275" y="614"/>
                    <a:pt x="1257" y="587"/>
                  </a:cubicBezTo>
                  <a:cubicBezTo>
                    <a:pt x="1245" y="548"/>
                    <a:pt x="1228" y="512"/>
                    <a:pt x="1219" y="473"/>
                  </a:cubicBezTo>
                  <a:cubicBezTo>
                    <a:pt x="1213" y="475"/>
                    <a:pt x="1204" y="485"/>
                    <a:pt x="1200" y="480"/>
                  </a:cubicBezTo>
                  <a:cubicBezTo>
                    <a:pt x="1173" y="449"/>
                    <a:pt x="1187" y="399"/>
                    <a:pt x="1143" y="385"/>
                  </a:cubicBezTo>
                  <a:cubicBezTo>
                    <a:pt x="1136" y="340"/>
                    <a:pt x="1131" y="297"/>
                    <a:pt x="1105" y="259"/>
                  </a:cubicBezTo>
                  <a:cubicBezTo>
                    <a:pt x="1094" y="225"/>
                    <a:pt x="1106" y="254"/>
                    <a:pt x="1080" y="221"/>
                  </a:cubicBezTo>
                  <a:cubicBezTo>
                    <a:pt x="1067" y="205"/>
                    <a:pt x="1042" y="170"/>
                    <a:pt x="1042" y="170"/>
                  </a:cubicBezTo>
                  <a:cubicBezTo>
                    <a:pt x="1036" y="172"/>
                    <a:pt x="1028" y="172"/>
                    <a:pt x="1023" y="177"/>
                  </a:cubicBezTo>
                  <a:cubicBezTo>
                    <a:pt x="1018" y="182"/>
                    <a:pt x="1024" y="196"/>
                    <a:pt x="1017" y="196"/>
                  </a:cubicBezTo>
                  <a:cubicBezTo>
                    <a:pt x="1010" y="196"/>
                    <a:pt x="1015" y="183"/>
                    <a:pt x="1011" y="177"/>
                  </a:cubicBezTo>
                  <a:cubicBezTo>
                    <a:pt x="998" y="157"/>
                    <a:pt x="966" y="120"/>
                    <a:pt x="966" y="120"/>
                  </a:cubicBezTo>
                  <a:cubicBezTo>
                    <a:pt x="960" y="122"/>
                    <a:pt x="953" y="129"/>
                    <a:pt x="948" y="126"/>
                  </a:cubicBezTo>
                  <a:cubicBezTo>
                    <a:pt x="901" y="96"/>
                    <a:pt x="906" y="72"/>
                    <a:pt x="859" y="57"/>
                  </a:cubicBezTo>
                  <a:cubicBezTo>
                    <a:pt x="857" y="63"/>
                    <a:pt x="859" y="74"/>
                    <a:pt x="853" y="76"/>
                  </a:cubicBezTo>
                  <a:cubicBezTo>
                    <a:pt x="839" y="79"/>
                    <a:pt x="827" y="49"/>
                    <a:pt x="821" y="44"/>
                  </a:cubicBezTo>
                  <a:cubicBezTo>
                    <a:pt x="795" y="24"/>
                    <a:pt x="781" y="25"/>
                    <a:pt x="752" y="19"/>
                  </a:cubicBezTo>
                  <a:cubicBezTo>
                    <a:pt x="718" y="40"/>
                    <a:pt x="719" y="19"/>
                    <a:pt x="689" y="0"/>
                  </a:cubicBezTo>
                  <a:cubicBezTo>
                    <a:pt x="668" y="30"/>
                    <a:pt x="684" y="48"/>
                    <a:pt x="651" y="25"/>
                  </a:cubicBezTo>
                  <a:cubicBezTo>
                    <a:pt x="642" y="33"/>
                    <a:pt x="632" y="40"/>
                    <a:pt x="625" y="50"/>
                  </a:cubicBezTo>
                  <a:cubicBezTo>
                    <a:pt x="621" y="55"/>
                    <a:pt x="626" y="69"/>
                    <a:pt x="619" y="69"/>
                  </a:cubicBezTo>
                  <a:cubicBezTo>
                    <a:pt x="612" y="69"/>
                    <a:pt x="615" y="56"/>
                    <a:pt x="613" y="50"/>
                  </a:cubicBezTo>
                  <a:cubicBezTo>
                    <a:pt x="605" y="25"/>
                    <a:pt x="612" y="33"/>
                    <a:pt x="588" y="25"/>
                  </a:cubicBezTo>
                  <a:cubicBezTo>
                    <a:pt x="587" y="29"/>
                    <a:pt x="579" y="79"/>
                    <a:pt x="569" y="82"/>
                  </a:cubicBezTo>
                  <a:cubicBezTo>
                    <a:pt x="563" y="84"/>
                    <a:pt x="566" y="68"/>
                    <a:pt x="562" y="63"/>
                  </a:cubicBezTo>
                  <a:cubicBezTo>
                    <a:pt x="557" y="57"/>
                    <a:pt x="549" y="54"/>
                    <a:pt x="543" y="50"/>
                  </a:cubicBezTo>
                  <a:cubicBezTo>
                    <a:pt x="529" y="109"/>
                    <a:pt x="551" y="50"/>
                    <a:pt x="512" y="82"/>
                  </a:cubicBezTo>
                  <a:cubicBezTo>
                    <a:pt x="499" y="93"/>
                    <a:pt x="496" y="112"/>
                    <a:pt x="486" y="126"/>
                  </a:cubicBezTo>
                  <a:cubicBezTo>
                    <a:pt x="484" y="134"/>
                    <a:pt x="488" y="147"/>
                    <a:pt x="480" y="151"/>
                  </a:cubicBezTo>
                  <a:cubicBezTo>
                    <a:pt x="474" y="154"/>
                    <a:pt x="481" y="133"/>
                    <a:pt x="474" y="132"/>
                  </a:cubicBezTo>
                  <a:cubicBezTo>
                    <a:pt x="465" y="130"/>
                    <a:pt x="457" y="141"/>
                    <a:pt x="449" y="145"/>
                  </a:cubicBezTo>
                  <a:cubicBezTo>
                    <a:pt x="434" y="166"/>
                    <a:pt x="430" y="183"/>
                    <a:pt x="423" y="208"/>
                  </a:cubicBezTo>
                  <a:cubicBezTo>
                    <a:pt x="421" y="200"/>
                    <a:pt x="425" y="187"/>
                    <a:pt x="417" y="183"/>
                  </a:cubicBezTo>
                  <a:cubicBezTo>
                    <a:pt x="410" y="180"/>
                    <a:pt x="403" y="190"/>
                    <a:pt x="398" y="196"/>
                  </a:cubicBezTo>
                  <a:cubicBezTo>
                    <a:pt x="388" y="209"/>
                    <a:pt x="383" y="236"/>
                    <a:pt x="373" y="252"/>
                  </a:cubicBezTo>
                  <a:cubicBezTo>
                    <a:pt x="367" y="290"/>
                    <a:pt x="353" y="343"/>
                    <a:pt x="335" y="379"/>
                  </a:cubicBezTo>
                  <a:cubicBezTo>
                    <a:pt x="314" y="422"/>
                    <a:pt x="328" y="370"/>
                    <a:pt x="310" y="429"/>
                  </a:cubicBezTo>
                  <a:cubicBezTo>
                    <a:pt x="301" y="458"/>
                    <a:pt x="300" y="489"/>
                    <a:pt x="291" y="518"/>
                  </a:cubicBezTo>
                  <a:cubicBezTo>
                    <a:pt x="241" y="418"/>
                    <a:pt x="312" y="665"/>
                    <a:pt x="240" y="688"/>
                  </a:cubicBezTo>
                  <a:cubicBezTo>
                    <a:pt x="205" y="746"/>
                    <a:pt x="195" y="820"/>
                    <a:pt x="171" y="884"/>
                  </a:cubicBezTo>
                  <a:cubicBezTo>
                    <a:pt x="169" y="878"/>
                    <a:pt x="166" y="871"/>
                    <a:pt x="164" y="865"/>
                  </a:cubicBezTo>
                  <a:cubicBezTo>
                    <a:pt x="162" y="857"/>
                    <a:pt x="166" y="836"/>
                    <a:pt x="158" y="840"/>
                  </a:cubicBezTo>
                  <a:cubicBezTo>
                    <a:pt x="141" y="849"/>
                    <a:pt x="151" y="878"/>
                    <a:pt x="145" y="897"/>
                  </a:cubicBezTo>
                  <a:cubicBezTo>
                    <a:pt x="128" y="953"/>
                    <a:pt x="126" y="1011"/>
                    <a:pt x="108" y="1067"/>
                  </a:cubicBezTo>
                  <a:cubicBezTo>
                    <a:pt x="99" y="1035"/>
                    <a:pt x="93" y="1019"/>
                    <a:pt x="70" y="1055"/>
                  </a:cubicBezTo>
                  <a:cubicBezTo>
                    <a:pt x="36" y="1032"/>
                    <a:pt x="36" y="1055"/>
                    <a:pt x="0" y="105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53" name="Freeform 185"/>
            <p:cNvSpPr>
              <a:spLocks/>
            </p:cNvSpPr>
            <p:nvPr/>
          </p:nvSpPr>
          <p:spPr bwMode="auto">
            <a:xfrm flipV="1">
              <a:off x="2008" y="2550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54" name="Freeform 186"/>
            <p:cNvSpPr>
              <a:spLocks/>
            </p:cNvSpPr>
            <p:nvPr/>
          </p:nvSpPr>
          <p:spPr bwMode="auto">
            <a:xfrm>
              <a:off x="1990" y="2594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55" name="Freeform 187"/>
            <p:cNvSpPr>
              <a:spLocks/>
            </p:cNvSpPr>
            <p:nvPr/>
          </p:nvSpPr>
          <p:spPr bwMode="auto">
            <a:xfrm flipV="1">
              <a:off x="1911" y="2570"/>
              <a:ext cx="1492" cy="1162"/>
            </a:xfrm>
            <a:custGeom>
              <a:avLst/>
              <a:gdLst/>
              <a:ahLst/>
              <a:cxnLst>
                <a:cxn ang="0">
                  <a:pos x="34" y="1093"/>
                </a:cxn>
                <a:cxn ang="0">
                  <a:pos x="72" y="1093"/>
                </a:cxn>
                <a:cxn ang="0">
                  <a:pos x="91" y="1112"/>
                </a:cxn>
                <a:cxn ang="0">
                  <a:pos x="160" y="1086"/>
                </a:cxn>
                <a:cxn ang="0">
                  <a:pos x="173" y="1124"/>
                </a:cxn>
                <a:cxn ang="0">
                  <a:pos x="223" y="1143"/>
                </a:cxn>
                <a:cxn ang="0">
                  <a:pos x="287" y="1143"/>
                </a:cxn>
                <a:cxn ang="0">
                  <a:pos x="337" y="1162"/>
                </a:cxn>
                <a:cxn ang="0">
                  <a:pos x="369" y="1124"/>
                </a:cxn>
                <a:cxn ang="0">
                  <a:pos x="432" y="1105"/>
                </a:cxn>
                <a:cxn ang="0">
                  <a:pos x="495" y="1068"/>
                </a:cxn>
                <a:cxn ang="0">
                  <a:pos x="533" y="1061"/>
                </a:cxn>
                <a:cxn ang="0">
                  <a:pos x="571" y="1061"/>
                </a:cxn>
                <a:cxn ang="0">
                  <a:pos x="590" y="1074"/>
                </a:cxn>
                <a:cxn ang="0">
                  <a:pos x="621" y="954"/>
                </a:cxn>
                <a:cxn ang="0">
                  <a:pos x="628" y="973"/>
                </a:cxn>
                <a:cxn ang="0">
                  <a:pos x="634" y="948"/>
                </a:cxn>
                <a:cxn ang="0">
                  <a:pos x="647" y="922"/>
                </a:cxn>
                <a:cxn ang="0">
                  <a:pos x="691" y="809"/>
                </a:cxn>
                <a:cxn ang="0">
                  <a:pos x="741" y="657"/>
                </a:cxn>
                <a:cxn ang="0">
                  <a:pos x="767" y="606"/>
                </a:cxn>
                <a:cxn ang="0">
                  <a:pos x="798" y="531"/>
                </a:cxn>
                <a:cxn ang="0">
                  <a:pos x="805" y="499"/>
                </a:cxn>
                <a:cxn ang="0">
                  <a:pos x="811" y="480"/>
                </a:cxn>
                <a:cxn ang="0">
                  <a:pos x="823" y="430"/>
                </a:cxn>
                <a:cxn ang="0">
                  <a:pos x="861" y="329"/>
                </a:cxn>
                <a:cxn ang="0">
                  <a:pos x="956" y="120"/>
                </a:cxn>
                <a:cxn ang="0">
                  <a:pos x="988" y="101"/>
                </a:cxn>
                <a:cxn ang="0">
                  <a:pos x="1007" y="63"/>
                </a:cxn>
                <a:cxn ang="0">
                  <a:pos x="1013" y="89"/>
                </a:cxn>
                <a:cxn ang="0">
                  <a:pos x="1019" y="108"/>
                </a:cxn>
                <a:cxn ang="0">
                  <a:pos x="1057" y="57"/>
                </a:cxn>
                <a:cxn ang="0">
                  <a:pos x="1063" y="89"/>
                </a:cxn>
                <a:cxn ang="0">
                  <a:pos x="1070" y="114"/>
                </a:cxn>
                <a:cxn ang="0">
                  <a:pos x="1095" y="82"/>
                </a:cxn>
                <a:cxn ang="0">
                  <a:pos x="1101" y="57"/>
                </a:cxn>
                <a:cxn ang="0">
                  <a:pos x="1108" y="38"/>
                </a:cxn>
                <a:cxn ang="0">
                  <a:pos x="1127" y="82"/>
                </a:cxn>
                <a:cxn ang="0">
                  <a:pos x="1146" y="57"/>
                </a:cxn>
                <a:cxn ang="0">
                  <a:pos x="1152" y="32"/>
                </a:cxn>
                <a:cxn ang="0">
                  <a:pos x="1171" y="82"/>
                </a:cxn>
                <a:cxn ang="0">
                  <a:pos x="1215" y="25"/>
                </a:cxn>
                <a:cxn ang="0">
                  <a:pos x="1259" y="13"/>
                </a:cxn>
                <a:cxn ang="0">
                  <a:pos x="1291" y="44"/>
                </a:cxn>
                <a:cxn ang="0">
                  <a:pos x="1303" y="19"/>
                </a:cxn>
                <a:cxn ang="0">
                  <a:pos x="1335" y="57"/>
                </a:cxn>
                <a:cxn ang="0">
                  <a:pos x="1392" y="0"/>
                </a:cxn>
                <a:cxn ang="0">
                  <a:pos x="1417" y="76"/>
                </a:cxn>
                <a:cxn ang="0">
                  <a:pos x="1442" y="70"/>
                </a:cxn>
                <a:cxn ang="0">
                  <a:pos x="1461" y="70"/>
                </a:cxn>
                <a:cxn ang="0">
                  <a:pos x="1474" y="133"/>
                </a:cxn>
                <a:cxn ang="0">
                  <a:pos x="1487" y="120"/>
                </a:cxn>
              </a:cxnLst>
              <a:rect l="0" t="0" r="r" b="b"/>
              <a:pathLst>
                <a:path w="1492" h="1162">
                  <a:moveTo>
                    <a:pt x="34" y="1093"/>
                  </a:moveTo>
                  <a:cubicBezTo>
                    <a:pt x="106" y="1138"/>
                    <a:pt x="0" y="1080"/>
                    <a:pt x="72" y="1093"/>
                  </a:cubicBezTo>
                  <a:cubicBezTo>
                    <a:pt x="81" y="1095"/>
                    <a:pt x="85" y="1106"/>
                    <a:pt x="91" y="1112"/>
                  </a:cubicBezTo>
                  <a:cubicBezTo>
                    <a:pt x="108" y="1103"/>
                    <a:pt x="141" y="1084"/>
                    <a:pt x="160" y="1086"/>
                  </a:cubicBezTo>
                  <a:cubicBezTo>
                    <a:pt x="161" y="1086"/>
                    <a:pt x="173" y="1123"/>
                    <a:pt x="173" y="1124"/>
                  </a:cubicBezTo>
                  <a:cubicBezTo>
                    <a:pt x="223" y="1112"/>
                    <a:pt x="180" y="1129"/>
                    <a:pt x="223" y="1143"/>
                  </a:cubicBezTo>
                  <a:cubicBezTo>
                    <a:pt x="281" y="1121"/>
                    <a:pt x="264" y="1109"/>
                    <a:pt x="287" y="1143"/>
                  </a:cubicBezTo>
                  <a:cubicBezTo>
                    <a:pt x="337" y="1131"/>
                    <a:pt x="327" y="1099"/>
                    <a:pt x="337" y="1162"/>
                  </a:cubicBezTo>
                  <a:cubicBezTo>
                    <a:pt x="349" y="1150"/>
                    <a:pt x="354" y="1132"/>
                    <a:pt x="369" y="1124"/>
                  </a:cubicBezTo>
                  <a:cubicBezTo>
                    <a:pt x="388" y="1114"/>
                    <a:pt x="411" y="1113"/>
                    <a:pt x="432" y="1105"/>
                  </a:cubicBezTo>
                  <a:cubicBezTo>
                    <a:pt x="471" y="1162"/>
                    <a:pt x="468" y="1081"/>
                    <a:pt x="495" y="1068"/>
                  </a:cubicBezTo>
                  <a:cubicBezTo>
                    <a:pt x="507" y="1062"/>
                    <a:pt x="520" y="1063"/>
                    <a:pt x="533" y="1061"/>
                  </a:cubicBezTo>
                  <a:cubicBezTo>
                    <a:pt x="577" y="994"/>
                    <a:pt x="545" y="1028"/>
                    <a:pt x="571" y="1061"/>
                  </a:cubicBezTo>
                  <a:cubicBezTo>
                    <a:pt x="576" y="1067"/>
                    <a:pt x="584" y="1070"/>
                    <a:pt x="590" y="1074"/>
                  </a:cubicBezTo>
                  <a:cubicBezTo>
                    <a:pt x="600" y="1033"/>
                    <a:pt x="614" y="996"/>
                    <a:pt x="621" y="954"/>
                  </a:cubicBezTo>
                  <a:cubicBezTo>
                    <a:pt x="623" y="960"/>
                    <a:pt x="622" y="976"/>
                    <a:pt x="628" y="973"/>
                  </a:cubicBezTo>
                  <a:cubicBezTo>
                    <a:pt x="636" y="969"/>
                    <a:pt x="631" y="956"/>
                    <a:pt x="634" y="948"/>
                  </a:cubicBezTo>
                  <a:cubicBezTo>
                    <a:pt x="637" y="939"/>
                    <a:pt x="643" y="931"/>
                    <a:pt x="647" y="922"/>
                  </a:cubicBezTo>
                  <a:cubicBezTo>
                    <a:pt x="664" y="883"/>
                    <a:pt x="665" y="843"/>
                    <a:pt x="691" y="809"/>
                  </a:cubicBezTo>
                  <a:cubicBezTo>
                    <a:pt x="707" y="758"/>
                    <a:pt x="725" y="708"/>
                    <a:pt x="741" y="657"/>
                  </a:cubicBezTo>
                  <a:cubicBezTo>
                    <a:pt x="747" y="639"/>
                    <a:pt x="760" y="624"/>
                    <a:pt x="767" y="606"/>
                  </a:cubicBezTo>
                  <a:cubicBezTo>
                    <a:pt x="773" y="575"/>
                    <a:pt x="784" y="559"/>
                    <a:pt x="798" y="531"/>
                  </a:cubicBezTo>
                  <a:cubicBezTo>
                    <a:pt x="800" y="520"/>
                    <a:pt x="802" y="510"/>
                    <a:pt x="805" y="499"/>
                  </a:cubicBezTo>
                  <a:cubicBezTo>
                    <a:pt x="807" y="493"/>
                    <a:pt x="809" y="486"/>
                    <a:pt x="811" y="480"/>
                  </a:cubicBezTo>
                  <a:cubicBezTo>
                    <a:pt x="815" y="463"/>
                    <a:pt x="823" y="430"/>
                    <a:pt x="823" y="430"/>
                  </a:cubicBezTo>
                  <a:cubicBezTo>
                    <a:pt x="829" y="374"/>
                    <a:pt x="816" y="351"/>
                    <a:pt x="861" y="329"/>
                  </a:cubicBezTo>
                  <a:cubicBezTo>
                    <a:pt x="879" y="256"/>
                    <a:pt x="921" y="187"/>
                    <a:pt x="956" y="120"/>
                  </a:cubicBezTo>
                  <a:cubicBezTo>
                    <a:pt x="967" y="153"/>
                    <a:pt x="958" y="145"/>
                    <a:pt x="988" y="101"/>
                  </a:cubicBezTo>
                  <a:cubicBezTo>
                    <a:pt x="1003" y="79"/>
                    <a:pt x="998" y="86"/>
                    <a:pt x="1007" y="63"/>
                  </a:cubicBezTo>
                  <a:cubicBezTo>
                    <a:pt x="1009" y="72"/>
                    <a:pt x="1011" y="80"/>
                    <a:pt x="1013" y="89"/>
                  </a:cubicBezTo>
                  <a:cubicBezTo>
                    <a:pt x="1015" y="95"/>
                    <a:pt x="1014" y="112"/>
                    <a:pt x="1019" y="108"/>
                  </a:cubicBezTo>
                  <a:cubicBezTo>
                    <a:pt x="1036" y="96"/>
                    <a:pt x="1057" y="57"/>
                    <a:pt x="1057" y="57"/>
                  </a:cubicBezTo>
                  <a:cubicBezTo>
                    <a:pt x="1059" y="68"/>
                    <a:pt x="1061" y="78"/>
                    <a:pt x="1063" y="89"/>
                  </a:cubicBezTo>
                  <a:cubicBezTo>
                    <a:pt x="1065" y="97"/>
                    <a:pt x="1062" y="116"/>
                    <a:pt x="1070" y="114"/>
                  </a:cubicBezTo>
                  <a:cubicBezTo>
                    <a:pt x="1083" y="111"/>
                    <a:pt x="1087" y="93"/>
                    <a:pt x="1095" y="82"/>
                  </a:cubicBezTo>
                  <a:cubicBezTo>
                    <a:pt x="1097" y="74"/>
                    <a:pt x="1099" y="65"/>
                    <a:pt x="1101" y="57"/>
                  </a:cubicBezTo>
                  <a:cubicBezTo>
                    <a:pt x="1103" y="51"/>
                    <a:pt x="1102" y="36"/>
                    <a:pt x="1108" y="38"/>
                  </a:cubicBezTo>
                  <a:cubicBezTo>
                    <a:pt x="1112" y="39"/>
                    <a:pt x="1125" y="76"/>
                    <a:pt x="1127" y="82"/>
                  </a:cubicBezTo>
                  <a:cubicBezTo>
                    <a:pt x="1133" y="74"/>
                    <a:pt x="1141" y="66"/>
                    <a:pt x="1146" y="57"/>
                  </a:cubicBezTo>
                  <a:cubicBezTo>
                    <a:pt x="1150" y="49"/>
                    <a:pt x="1144" y="29"/>
                    <a:pt x="1152" y="32"/>
                  </a:cubicBezTo>
                  <a:cubicBezTo>
                    <a:pt x="1156" y="33"/>
                    <a:pt x="1168" y="74"/>
                    <a:pt x="1171" y="82"/>
                  </a:cubicBezTo>
                  <a:cubicBezTo>
                    <a:pt x="1195" y="67"/>
                    <a:pt x="1198" y="49"/>
                    <a:pt x="1215" y="25"/>
                  </a:cubicBezTo>
                  <a:cubicBezTo>
                    <a:pt x="1239" y="60"/>
                    <a:pt x="1244" y="44"/>
                    <a:pt x="1259" y="13"/>
                  </a:cubicBezTo>
                  <a:cubicBezTo>
                    <a:pt x="1269" y="48"/>
                    <a:pt x="1254" y="81"/>
                    <a:pt x="1291" y="44"/>
                  </a:cubicBezTo>
                  <a:cubicBezTo>
                    <a:pt x="1295" y="36"/>
                    <a:pt x="1294" y="21"/>
                    <a:pt x="1303" y="19"/>
                  </a:cubicBezTo>
                  <a:cubicBezTo>
                    <a:pt x="1310" y="18"/>
                    <a:pt x="1332" y="53"/>
                    <a:pt x="1335" y="57"/>
                  </a:cubicBezTo>
                  <a:cubicBezTo>
                    <a:pt x="1363" y="42"/>
                    <a:pt x="1374" y="26"/>
                    <a:pt x="1392" y="0"/>
                  </a:cubicBezTo>
                  <a:cubicBezTo>
                    <a:pt x="1397" y="29"/>
                    <a:pt x="1401" y="51"/>
                    <a:pt x="1417" y="76"/>
                  </a:cubicBezTo>
                  <a:cubicBezTo>
                    <a:pt x="1425" y="74"/>
                    <a:pt x="1435" y="75"/>
                    <a:pt x="1442" y="70"/>
                  </a:cubicBezTo>
                  <a:cubicBezTo>
                    <a:pt x="1459" y="56"/>
                    <a:pt x="1437" y="32"/>
                    <a:pt x="1461" y="70"/>
                  </a:cubicBezTo>
                  <a:cubicBezTo>
                    <a:pt x="1477" y="159"/>
                    <a:pt x="1460" y="67"/>
                    <a:pt x="1474" y="133"/>
                  </a:cubicBezTo>
                  <a:cubicBezTo>
                    <a:pt x="1492" y="217"/>
                    <a:pt x="1487" y="222"/>
                    <a:pt x="1487" y="120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56" name="Freeform 188"/>
            <p:cNvSpPr>
              <a:spLocks/>
            </p:cNvSpPr>
            <p:nvPr/>
          </p:nvSpPr>
          <p:spPr bwMode="auto">
            <a:xfrm flipV="1">
              <a:off x="1992" y="2539"/>
              <a:ext cx="1349" cy="1269"/>
            </a:xfrm>
            <a:custGeom>
              <a:avLst/>
              <a:gdLst/>
              <a:ahLst/>
              <a:cxnLst>
                <a:cxn ang="0">
                  <a:pos x="4" y="151"/>
                </a:cxn>
                <a:cxn ang="0">
                  <a:pos x="42" y="95"/>
                </a:cxn>
                <a:cxn ang="0">
                  <a:pos x="67" y="57"/>
                </a:cxn>
                <a:cxn ang="0">
                  <a:pos x="73" y="76"/>
                </a:cxn>
                <a:cxn ang="0">
                  <a:pos x="67" y="95"/>
                </a:cxn>
                <a:cxn ang="0">
                  <a:pos x="99" y="38"/>
                </a:cxn>
                <a:cxn ang="0">
                  <a:pos x="143" y="13"/>
                </a:cxn>
                <a:cxn ang="0">
                  <a:pos x="149" y="69"/>
                </a:cxn>
                <a:cxn ang="0">
                  <a:pos x="168" y="63"/>
                </a:cxn>
                <a:cxn ang="0">
                  <a:pos x="200" y="19"/>
                </a:cxn>
                <a:cxn ang="0">
                  <a:pos x="212" y="101"/>
                </a:cxn>
                <a:cxn ang="0">
                  <a:pos x="231" y="63"/>
                </a:cxn>
                <a:cxn ang="0">
                  <a:pos x="257" y="0"/>
                </a:cxn>
                <a:cxn ang="0">
                  <a:pos x="263" y="95"/>
                </a:cxn>
                <a:cxn ang="0">
                  <a:pos x="295" y="82"/>
                </a:cxn>
                <a:cxn ang="0">
                  <a:pos x="320" y="31"/>
                </a:cxn>
                <a:cxn ang="0">
                  <a:pos x="358" y="63"/>
                </a:cxn>
                <a:cxn ang="0">
                  <a:pos x="383" y="145"/>
                </a:cxn>
                <a:cxn ang="0">
                  <a:pos x="402" y="126"/>
                </a:cxn>
                <a:cxn ang="0">
                  <a:pos x="408" y="107"/>
                </a:cxn>
                <a:cxn ang="0">
                  <a:pos x="433" y="164"/>
                </a:cxn>
                <a:cxn ang="0">
                  <a:pos x="452" y="189"/>
                </a:cxn>
                <a:cxn ang="0">
                  <a:pos x="478" y="158"/>
                </a:cxn>
                <a:cxn ang="0">
                  <a:pos x="484" y="133"/>
                </a:cxn>
                <a:cxn ang="0">
                  <a:pos x="497" y="151"/>
                </a:cxn>
                <a:cxn ang="0">
                  <a:pos x="516" y="227"/>
                </a:cxn>
                <a:cxn ang="0">
                  <a:pos x="547" y="259"/>
                </a:cxn>
                <a:cxn ang="0">
                  <a:pos x="553" y="335"/>
                </a:cxn>
                <a:cxn ang="0">
                  <a:pos x="572" y="322"/>
                </a:cxn>
                <a:cxn ang="0">
                  <a:pos x="579" y="341"/>
                </a:cxn>
                <a:cxn ang="0">
                  <a:pos x="604" y="474"/>
                </a:cxn>
                <a:cxn ang="0">
                  <a:pos x="629" y="398"/>
                </a:cxn>
                <a:cxn ang="0">
                  <a:pos x="673" y="606"/>
                </a:cxn>
                <a:cxn ang="0">
                  <a:pos x="699" y="657"/>
                </a:cxn>
                <a:cxn ang="0">
                  <a:pos x="718" y="638"/>
                </a:cxn>
                <a:cxn ang="0">
                  <a:pos x="737" y="663"/>
                </a:cxn>
                <a:cxn ang="0">
                  <a:pos x="756" y="859"/>
                </a:cxn>
                <a:cxn ang="0">
                  <a:pos x="781" y="859"/>
                </a:cxn>
                <a:cxn ang="0">
                  <a:pos x="800" y="941"/>
                </a:cxn>
                <a:cxn ang="0">
                  <a:pos x="831" y="979"/>
                </a:cxn>
                <a:cxn ang="0">
                  <a:pos x="983" y="1225"/>
                </a:cxn>
                <a:cxn ang="0">
                  <a:pos x="995" y="1244"/>
                </a:cxn>
                <a:cxn ang="0">
                  <a:pos x="1059" y="1175"/>
                </a:cxn>
                <a:cxn ang="0">
                  <a:pos x="1078" y="1244"/>
                </a:cxn>
                <a:cxn ang="0">
                  <a:pos x="1135" y="1225"/>
                </a:cxn>
                <a:cxn ang="0">
                  <a:pos x="1198" y="1149"/>
                </a:cxn>
                <a:cxn ang="0">
                  <a:pos x="1204" y="1181"/>
                </a:cxn>
                <a:cxn ang="0">
                  <a:pos x="1210" y="1206"/>
                </a:cxn>
                <a:cxn ang="0">
                  <a:pos x="1236" y="1194"/>
                </a:cxn>
                <a:cxn ang="0">
                  <a:pos x="1261" y="1194"/>
                </a:cxn>
                <a:cxn ang="0">
                  <a:pos x="1280" y="1181"/>
                </a:cxn>
                <a:cxn ang="0">
                  <a:pos x="1305" y="1124"/>
                </a:cxn>
                <a:cxn ang="0">
                  <a:pos x="1330" y="1130"/>
                </a:cxn>
                <a:cxn ang="0">
                  <a:pos x="1349" y="1137"/>
                </a:cxn>
                <a:cxn ang="0">
                  <a:pos x="1330" y="1143"/>
                </a:cxn>
                <a:cxn ang="0">
                  <a:pos x="1273" y="1156"/>
                </a:cxn>
              </a:cxnLst>
              <a:rect l="0" t="0" r="r" b="b"/>
              <a:pathLst>
                <a:path w="1349" h="1269">
                  <a:moveTo>
                    <a:pt x="4" y="151"/>
                  </a:moveTo>
                  <a:cubicBezTo>
                    <a:pt x="46" y="82"/>
                    <a:pt x="0" y="155"/>
                    <a:pt x="42" y="95"/>
                  </a:cubicBezTo>
                  <a:cubicBezTo>
                    <a:pt x="51" y="83"/>
                    <a:pt x="67" y="57"/>
                    <a:pt x="67" y="57"/>
                  </a:cubicBezTo>
                  <a:cubicBezTo>
                    <a:pt x="69" y="63"/>
                    <a:pt x="73" y="69"/>
                    <a:pt x="73" y="76"/>
                  </a:cubicBezTo>
                  <a:cubicBezTo>
                    <a:pt x="73" y="83"/>
                    <a:pt x="64" y="101"/>
                    <a:pt x="67" y="95"/>
                  </a:cubicBezTo>
                  <a:cubicBezTo>
                    <a:pt x="103" y="28"/>
                    <a:pt x="56" y="95"/>
                    <a:pt x="99" y="38"/>
                  </a:cubicBezTo>
                  <a:cubicBezTo>
                    <a:pt x="112" y="81"/>
                    <a:pt x="118" y="36"/>
                    <a:pt x="143" y="13"/>
                  </a:cubicBezTo>
                  <a:cubicBezTo>
                    <a:pt x="145" y="32"/>
                    <a:pt x="141" y="52"/>
                    <a:pt x="149" y="69"/>
                  </a:cubicBezTo>
                  <a:cubicBezTo>
                    <a:pt x="152" y="75"/>
                    <a:pt x="163" y="68"/>
                    <a:pt x="168" y="63"/>
                  </a:cubicBezTo>
                  <a:cubicBezTo>
                    <a:pt x="181" y="50"/>
                    <a:pt x="200" y="19"/>
                    <a:pt x="200" y="19"/>
                  </a:cubicBezTo>
                  <a:cubicBezTo>
                    <a:pt x="208" y="45"/>
                    <a:pt x="192" y="81"/>
                    <a:pt x="212" y="101"/>
                  </a:cubicBezTo>
                  <a:cubicBezTo>
                    <a:pt x="222" y="111"/>
                    <a:pt x="225" y="76"/>
                    <a:pt x="231" y="63"/>
                  </a:cubicBezTo>
                  <a:cubicBezTo>
                    <a:pt x="240" y="42"/>
                    <a:pt x="249" y="21"/>
                    <a:pt x="257" y="0"/>
                  </a:cubicBezTo>
                  <a:cubicBezTo>
                    <a:pt x="259" y="32"/>
                    <a:pt x="250" y="66"/>
                    <a:pt x="263" y="95"/>
                  </a:cubicBezTo>
                  <a:cubicBezTo>
                    <a:pt x="268" y="105"/>
                    <a:pt x="287" y="90"/>
                    <a:pt x="295" y="82"/>
                  </a:cubicBezTo>
                  <a:cubicBezTo>
                    <a:pt x="308" y="68"/>
                    <a:pt x="309" y="47"/>
                    <a:pt x="320" y="31"/>
                  </a:cubicBezTo>
                  <a:cubicBezTo>
                    <a:pt x="325" y="93"/>
                    <a:pt x="324" y="147"/>
                    <a:pt x="358" y="63"/>
                  </a:cubicBezTo>
                  <a:cubicBezTo>
                    <a:pt x="367" y="90"/>
                    <a:pt x="374" y="118"/>
                    <a:pt x="383" y="145"/>
                  </a:cubicBezTo>
                  <a:cubicBezTo>
                    <a:pt x="389" y="139"/>
                    <a:pt x="397" y="133"/>
                    <a:pt x="402" y="126"/>
                  </a:cubicBezTo>
                  <a:cubicBezTo>
                    <a:pt x="406" y="120"/>
                    <a:pt x="403" y="103"/>
                    <a:pt x="408" y="107"/>
                  </a:cubicBezTo>
                  <a:cubicBezTo>
                    <a:pt x="419" y="115"/>
                    <a:pt x="428" y="148"/>
                    <a:pt x="433" y="164"/>
                  </a:cubicBezTo>
                  <a:cubicBezTo>
                    <a:pt x="444" y="244"/>
                    <a:pt x="431" y="220"/>
                    <a:pt x="452" y="189"/>
                  </a:cubicBezTo>
                  <a:cubicBezTo>
                    <a:pt x="459" y="178"/>
                    <a:pt x="469" y="168"/>
                    <a:pt x="478" y="158"/>
                  </a:cubicBezTo>
                  <a:cubicBezTo>
                    <a:pt x="480" y="150"/>
                    <a:pt x="476" y="136"/>
                    <a:pt x="484" y="133"/>
                  </a:cubicBezTo>
                  <a:cubicBezTo>
                    <a:pt x="491" y="130"/>
                    <a:pt x="494" y="144"/>
                    <a:pt x="497" y="151"/>
                  </a:cubicBezTo>
                  <a:cubicBezTo>
                    <a:pt x="507" y="175"/>
                    <a:pt x="507" y="203"/>
                    <a:pt x="516" y="227"/>
                  </a:cubicBezTo>
                  <a:cubicBezTo>
                    <a:pt x="555" y="176"/>
                    <a:pt x="538" y="223"/>
                    <a:pt x="547" y="259"/>
                  </a:cubicBezTo>
                  <a:cubicBezTo>
                    <a:pt x="549" y="284"/>
                    <a:pt x="544" y="311"/>
                    <a:pt x="553" y="335"/>
                  </a:cubicBezTo>
                  <a:cubicBezTo>
                    <a:pt x="556" y="342"/>
                    <a:pt x="565" y="320"/>
                    <a:pt x="572" y="322"/>
                  </a:cubicBezTo>
                  <a:cubicBezTo>
                    <a:pt x="579" y="324"/>
                    <a:pt x="577" y="335"/>
                    <a:pt x="579" y="341"/>
                  </a:cubicBezTo>
                  <a:cubicBezTo>
                    <a:pt x="603" y="265"/>
                    <a:pt x="581" y="428"/>
                    <a:pt x="604" y="474"/>
                  </a:cubicBezTo>
                  <a:cubicBezTo>
                    <a:pt x="610" y="444"/>
                    <a:pt x="616" y="425"/>
                    <a:pt x="629" y="398"/>
                  </a:cubicBezTo>
                  <a:cubicBezTo>
                    <a:pt x="652" y="465"/>
                    <a:pt x="652" y="538"/>
                    <a:pt x="673" y="606"/>
                  </a:cubicBezTo>
                  <a:cubicBezTo>
                    <a:pt x="699" y="544"/>
                    <a:pt x="687" y="463"/>
                    <a:pt x="699" y="657"/>
                  </a:cubicBezTo>
                  <a:cubicBezTo>
                    <a:pt x="705" y="651"/>
                    <a:pt x="714" y="630"/>
                    <a:pt x="718" y="638"/>
                  </a:cubicBezTo>
                  <a:cubicBezTo>
                    <a:pt x="738" y="683"/>
                    <a:pt x="709" y="772"/>
                    <a:pt x="737" y="663"/>
                  </a:cubicBezTo>
                  <a:cubicBezTo>
                    <a:pt x="741" y="765"/>
                    <a:pt x="742" y="782"/>
                    <a:pt x="756" y="859"/>
                  </a:cubicBezTo>
                  <a:cubicBezTo>
                    <a:pt x="759" y="847"/>
                    <a:pt x="764" y="798"/>
                    <a:pt x="781" y="859"/>
                  </a:cubicBezTo>
                  <a:cubicBezTo>
                    <a:pt x="811" y="963"/>
                    <a:pt x="767" y="892"/>
                    <a:pt x="800" y="941"/>
                  </a:cubicBezTo>
                  <a:cubicBezTo>
                    <a:pt x="811" y="975"/>
                    <a:pt x="789" y="1021"/>
                    <a:pt x="831" y="979"/>
                  </a:cubicBezTo>
                  <a:cubicBezTo>
                    <a:pt x="862" y="1040"/>
                    <a:pt x="953" y="1165"/>
                    <a:pt x="983" y="1225"/>
                  </a:cubicBezTo>
                  <a:cubicBezTo>
                    <a:pt x="1010" y="1269"/>
                    <a:pt x="982" y="1252"/>
                    <a:pt x="995" y="1244"/>
                  </a:cubicBezTo>
                  <a:cubicBezTo>
                    <a:pt x="1013" y="1190"/>
                    <a:pt x="1027" y="1222"/>
                    <a:pt x="1059" y="1175"/>
                  </a:cubicBezTo>
                  <a:cubicBezTo>
                    <a:pt x="1074" y="1223"/>
                    <a:pt x="1068" y="1200"/>
                    <a:pt x="1078" y="1244"/>
                  </a:cubicBezTo>
                  <a:cubicBezTo>
                    <a:pt x="1109" y="1223"/>
                    <a:pt x="1109" y="1186"/>
                    <a:pt x="1135" y="1225"/>
                  </a:cubicBezTo>
                  <a:cubicBezTo>
                    <a:pt x="1164" y="1203"/>
                    <a:pt x="1175" y="1178"/>
                    <a:pt x="1198" y="1149"/>
                  </a:cubicBezTo>
                  <a:cubicBezTo>
                    <a:pt x="1200" y="1160"/>
                    <a:pt x="1202" y="1170"/>
                    <a:pt x="1204" y="1181"/>
                  </a:cubicBezTo>
                  <a:cubicBezTo>
                    <a:pt x="1206" y="1189"/>
                    <a:pt x="1202" y="1203"/>
                    <a:pt x="1210" y="1206"/>
                  </a:cubicBezTo>
                  <a:cubicBezTo>
                    <a:pt x="1219" y="1210"/>
                    <a:pt x="1227" y="1198"/>
                    <a:pt x="1236" y="1194"/>
                  </a:cubicBezTo>
                  <a:cubicBezTo>
                    <a:pt x="1264" y="1149"/>
                    <a:pt x="1231" y="1188"/>
                    <a:pt x="1261" y="1194"/>
                  </a:cubicBezTo>
                  <a:cubicBezTo>
                    <a:pt x="1269" y="1195"/>
                    <a:pt x="1274" y="1185"/>
                    <a:pt x="1280" y="1181"/>
                  </a:cubicBezTo>
                  <a:cubicBezTo>
                    <a:pt x="1292" y="1162"/>
                    <a:pt x="1298" y="1145"/>
                    <a:pt x="1305" y="1124"/>
                  </a:cubicBezTo>
                  <a:cubicBezTo>
                    <a:pt x="1317" y="1187"/>
                    <a:pt x="1301" y="1145"/>
                    <a:pt x="1330" y="1130"/>
                  </a:cubicBezTo>
                  <a:cubicBezTo>
                    <a:pt x="1336" y="1127"/>
                    <a:pt x="1343" y="1135"/>
                    <a:pt x="1349" y="1137"/>
                  </a:cubicBezTo>
                  <a:cubicBezTo>
                    <a:pt x="1349" y="1137"/>
                    <a:pt x="1336" y="1140"/>
                    <a:pt x="1330" y="1143"/>
                  </a:cubicBezTo>
                  <a:cubicBezTo>
                    <a:pt x="1288" y="1161"/>
                    <a:pt x="1322" y="1156"/>
                    <a:pt x="1273" y="1156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57" name="Freeform 189"/>
            <p:cNvSpPr>
              <a:spLocks/>
            </p:cNvSpPr>
            <p:nvPr/>
          </p:nvSpPr>
          <p:spPr bwMode="auto">
            <a:xfrm flipV="1">
              <a:off x="2015" y="2553"/>
              <a:ext cx="1396" cy="1206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50" y="81"/>
                </a:cxn>
                <a:cxn ang="0">
                  <a:pos x="76" y="62"/>
                </a:cxn>
                <a:cxn ang="0">
                  <a:pos x="107" y="17"/>
                </a:cxn>
                <a:cxn ang="0">
                  <a:pos x="139" y="100"/>
                </a:cxn>
                <a:cxn ang="0">
                  <a:pos x="196" y="74"/>
                </a:cxn>
                <a:cxn ang="0">
                  <a:pos x="240" y="43"/>
                </a:cxn>
                <a:cxn ang="0">
                  <a:pos x="253" y="93"/>
                </a:cxn>
                <a:cxn ang="0">
                  <a:pos x="303" y="68"/>
                </a:cxn>
                <a:cxn ang="0">
                  <a:pos x="328" y="112"/>
                </a:cxn>
                <a:cxn ang="0">
                  <a:pos x="379" y="62"/>
                </a:cxn>
                <a:cxn ang="0">
                  <a:pos x="417" y="125"/>
                </a:cxn>
                <a:cxn ang="0">
                  <a:pos x="429" y="106"/>
                </a:cxn>
                <a:cxn ang="0">
                  <a:pos x="436" y="137"/>
                </a:cxn>
                <a:cxn ang="0">
                  <a:pos x="455" y="207"/>
                </a:cxn>
                <a:cxn ang="0">
                  <a:pos x="486" y="213"/>
                </a:cxn>
                <a:cxn ang="0">
                  <a:pos x="518" y="207"/>
                </a:cxn>
                <a:cxn ang="0">
                  <a:pos x="524" y="226"/>
                </a:cxn>
                <a:cxn ang="0">
                  <a:pos x="543" y="232"/>
                </a:cxn>
                <a:cxn ang="0">
                  <a:pos x="549" y="283"/>
                </a:cxn>
                <a:cxn ang="0">
                  <a:pos x="562" y="321"/>
                </a:cxn>
                <a:cxn ang="0">
                  <a:pos x="606" y="359"/>
                </a:cxn>
                <a:cxn ang="0">
                  <a:pos x="625" y="415"/>
                </a:cxn>
                <a:cxn ang="0">
                  <a:pos x="669" y="580"/>
                </a:cxn>
                <a:cxn ang="0">
                  <a:pos x="695" y="719"/>
                </a:cxn>
                <a:cxn ang="0">
                  <a:pos x="701" y="693"/>
                </a:cxn>
                <a:cxn ang="0">
                  <a:pos x="707" y="712"/>
                </a:cxn>
                <a:cxn ang="0">
                  <a:pos x="714" y="731"/>
                </a:cxn>
                <a:cxn ang="0">
                  <a:pos x="733" y="807"/>
                </a:cxn>
                <a:cxn ang="0">
                  <a:pos x="739" y="895"/>
                </a:cxn>
                <a:cxn ang="0">
                  <a:pos x="758" y="927"/>
                </a:cxn>
                <a:cxn ang="0">
                  <a:pos x="802" y="1041"/>
                </a:cxn>
                <a:cxn ang="0">
                  <a:pos x="846" y="1041"/>
                </a:cxn>
                <a:cxn ang="0">
                  <a:pos x="922" y="1116"/>
                </a:cxn>
                <a:cxn ang="0">
                  <a:pos x="947" y="1186"/>
                </a:cxn>
                <a:cxn ang="0">
                  <a:pos x="934" y="1186"/>
                </a:cxn>
                <a:cxn ang="0">
                  <a:pos x="998" y="1192"/>
                </a:cxn>
                <a:cxn ang="0">
                  <a:pos x="1036" y="1161"/>
                </a:cxn>
                <a:cxn ang="0">
                  <a:pos x="1048" y="1180"/>
                </a:cxn>
                <a:cxn ang="0">
                  <a:pos x="1074" y="1192"/>
                </a:cxn>
                <a:cxn ang="0">
                  <a:pos x="1162" y="1167"/>
                </a:cxn>
                <a:cxn ang="0">
                  <a:pos x="1232" y="1161"/>
                </a:cxn>
                <a:cxn ang="0">
                  <a:pos x="1295" y="1110"/>
                </a:cxn>
                <a:cxn ang="0">
                  <a:pos x="1358" y="1123"/>
                </a:cxn>
                <a:cxn ang="0">
                  <a:pos x="1396" y="1085"/>
                </a:cxn>
              </a:cxnLst>
              <a:rect l="0" t="0" r="r" b="b"/>
              <a:pathLst>
                <a:path w="1396" h="1206">
                  <a:moveTo>
                    <a:pt x="0" y="156"/>
                  </a:moveTo>
                  <a:cubicBezTo>
                    <a:pt x="17" y="134"/>
                    <a:pt x="32" y="101"/>
                    <a:pt x="50" y="81"/>
                  </a:cubicBezTo>
                  <a:cubicBezTo>
                    <a:pt x="57" y="73"/>
                    <a:pt x="68" y="70"/>
                    <a:pt x="76" y="62"/>
                  </a:cubicBezTo>
                  <a:cubicBezTo>
                    <a:pt x="85" y="53"/>
                    <a:pt x="100" y="29"/>
                    <a:pt x="107" y="17"/>
                  </a:cubicBezTo>
                  <a:cubicBezTo>
                    <a:pt x="114" y="59"/>
                    <a:pt x="111" y="72"/>
                    <a:pt x="139" y="100"/>
                  </a:cubicBezTo>
                  <a:cubicBezTo>
                    <a:pt x="166" y="91"/>
                    <a:pt x="176" y="91"/>
                    <a:pt x="196" y="74"/>
                  </a:cubicBezTo>
                  <a:cubicBezTo>
                    <a:pt x="233" y="42"/>
                    <a:pt x="206" y="54"/>
                    <a:pt x="240" y="43"/>
                  </a:cubicBezTo>
                  <a:cubicBezTo>
                    <a:pt x="240" y="44"/>
                    <a:pt x="252" y="93"/>
                    <a:pt x="253" y="93"/>
                  </a:cubicBezTo>
                  <a:cubicBezTo>
                    <a:pt x="271" y="96"/>
                    <a:pt x="285" y="74"/>
                    <a:pt x="303" y="68"/>
                  </a:cubicBezTo>
                  <a:cubicBezTo>
                    <a:pt x="325" y="0"/>
                    <a:pt x="322" y="29"/>
                    <a:pt x="328" y="112"/>
                  </a:cubicBezTo>
                  <a:cubicBezTo>
                    <a:pt x="362" y="87"/>
                    <a:pt x="348" y="81"/>
                    <a:pt x="379" y="62"/>
                  </a:cubicBezTo>
                  <a:cubicBezTo>
                    <a:pt x="389" y="104"/>
                    <a:pt x="361" y="152"/>
                    <a:pt x="417" y="125"/>
                  </a:cubicBezTo>
                  <a:cubicBezTo>
                    <a:pt x="421" y="119"/>
                    <a:pt x="423" y="102"/>
                    <a:pt x="429" y="106"/>
                  </a:cubicBezTo>
                  <a:cubicBezTo>
                    <a:pt x="438" y="112"/>
                    <a:pt x="434" y="127"/>
                    <a:pt x="436" y="137"/>
                  </a:cubicBezTo>
                  <a:cubicBezTo>
                    <a:pt x="447" y="193"/>
                    <a:pt x="435" y="157"/>
                    <a:pt x="455" y="207"/>
                  </a:cubicBezTo>
                  <a:cubicBezTo>
                    <a:pt x="502" y="175"/>
                    <a:pt x="449" y="202"/>
                    <a:pt x="486" y="213"/>
                  </a:cubicBezTo>
                  <a:cubicBezTo>
                    <a:pt x="496" y="216"/>
                    <a:pt x="507" y="209"/>
                    <a:pt x="518" y="207"/>
                  </a:cubicBezTo>
                  <a:cubicBezTo>
                    <a:pt x="520" y="213"/>
                    <a:pt x="519" y="221"/>
                    <a:pt x="524" y="226"/>
                  </a:cubicBezTo>
                  <a:cubicBezTo>
                    <a:pt x="529" y="231"/>
                    <a:pt x="540" y="226"/>
                    <a:pt x="543" y="232"/>
                  </a:cubicBezTo>
                  <a:cubicBezTo>
                    <a:pt x="550" y="248"/>
                    <a:pt x="545" y="266"/>
                    <a:pt x="549" y="283"/>
                  </a:cubicBezTo>
                  <a:cubicBezTo>
                    <a:pt x="552" y="296"/>
                    <a:pt x="558" y="308"/>
                    <a:pt x="562" y="321"/>
                  </a:cubicBezTo>
                  <a:cubicBezTo>
                    <a:pt x="610" y="273"/>
                    <a:pt x="599" y="288"/>
                    <a:pt x="606" y="359"/>
                  </a:cubicBezTo>
                  <a:cubicBezTo>
                    <a:pt x="653" y="327"/>
                    <a:pt x="629" y="392"/>
                    <a:pt x="625" y="415"/>
                  </a:cubicBezTo>
                  <a:cubicBezTo>
                    <a:pt x="631" y="518"/>
                    <a:pt x="607" y="533"/>
                    <a:pt x="669" y="580"/>
                  </a:cubicBezTo>
                  <a:cubicBezTo>
                    <a:pt x="682" y="626"/>
                    <a:pt x="685" y="673"/>
                    <a:pt x="695" y="719"/>
                  </a:cubicBezTo>
                  <a:cubicBezTo>
                    <a:pt x="697" y="710"/>
                    <a:pt x="693" y="697"/>
                    <a:pt x="701" y="693"/>
                  </a:cubicBezTo>
                  <a:cubicBezTo>
                    <a:pt x="707" y="690"/>
                    <a:pt x="705" y="706"/>
                    <a:pt x="707" y="712"/>
                  </a:cubicBezTo>
                  <a:cubicBezTo>
                    <a:pt x="709" y="718"/>
                    <a:pt x="712" y="725"/>
                    <a:pt x="714" y="731"/>
                  </a:cubicBezTo>
                  <a:cubicBezTo>
                    <a:pt x="722" y="756"/>
                    <a:pt x="733" y="807"/>
                    <a:pt x="733" y="807"/>
                  </a:cubicBezTo>
                  <a:cubicBezTo>
                    <a:pt x="735" y="836"/>
                    <a:pt x="733" y="866"/>
                    <a:pt x="739" y="895"/>
                  </a:cubicBezTo>
                  <a:cubicBezTo>
                    <a:pt x="742" y="907"/>
                    <a:pt x="753" y="916"/>
                    <a:pt x="758" y="927"/>
                  </a:cubicBezTo>
                  <a:cubicBezTo>
                    <a:pt x="776" y="965"/>
                    <a:pt x="778" y="1005"/>
                    <a:pt x="802" y="1041"/>
                  </a:cubicBezTo>
                  <a:cubicBezTo>
                    <a:pt x="813" y="1006"/>
                    <a:pt x="817" y="1030"/>
                    <a:pt x="846" y="1041"/>
                  </a:cubicBezTo>
                  <a:cubicBezTo>
                    <a:pt x="878" y="1083"/>
                    <a:pt x="874" y="1098"/>
                    <a:pt x="922" y="1116"/>
                  </a:cubicBezTo>
                  <a:cubicBezTo>
                    <a:pt x="940" y="1142"/>
                    <a:pt x="936" y="1157"/>
                    <a:pt x="947" y="1186"/>
                  </a:cubicBezTo>
                  <a:cubicBezTo>
                    <a:pt x="955" y="1206"/>
                    <a:pt x="924" y="1167"/>
                    <a:pt x="934" y="1186"/>
                  </a:cubicBezTo>
                  <a:cubicBezTo>
                    <a:pt x="941" y="1169"/>
                    <a:pt x="987" y="1206"/>
                    <a:pt x="998" y="1192"/>
                  </a:cubicBezTo>
                  <a:cubicBezTo>
                    <a:pt x="1008" y="1179"/>
                    <a:pt x="1024" y="1173"/>
                    <a:pt x="1036" y="1161"/>
                  </a:cubicBezTo>
                  <a:cubicBezTo>
                    <a:pt x="1040" y="1167"/>
                    <a:pt x="1041" y="1177"/>
                    <a:pt x="1048" y="1180"/>
                  </a:cubicBezTo>
                  <a:cubicBezTo>
                    <a:pt x="1082" y="1193"/>
                    <a:pt x="1056" y="1144"/>
                    <a:pt x="1074" y="1192"/>
                  </a:cubicBezTo>
                  <a:cubicBezTo>
                    <a:pt x="1145" y="1157"/>
                    <a:pt x="1114" y="1156"/>
                    <a:pt x="1162" y="1167"/>
                  </a:cubicBezTo>
                  <a:cubicBezTo>
                    <a:pt x="1192" y="1160"/>
                    <a:pt x="1201" y="1153"/>
                    <a:pt x="1232" y="1161"/>
                  </a:cubicBezTo>
                  <a:cubicBezTo>
                    <a:pt x="1251" y="1141"/>
                    <a:pt x="1295" y="1110"/>
                    <a:pt x="1295" y="1110"/>
                  </a:cubicBezTo>
                  <a:cubicBezTo>
                    <a:pt x="1314" y="1140"/>
                    <a:pt x="1327" y="1138"/>
                    <a:pt x="1358" y="1123"/>
                  </a:cubicBezTo>
                  <a:cubicBezTo>
                    <a:pt x="1373" y="1077"/>
                    <a:pt x="1357" y="1085"/>
                    <a:pt x="1396" y="108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58" name="Freeform 190"/>
            <p:cNvSpPr>
              <a:spLocks/>
            </p:cNvSpPr>
            <p:nvPr/>
          </p:nvSpPr>
          <p:spPr bwMode="auto">
            <a:xfrm flipV="1">
              <a:off x="1939" y="2577"/>
              <a:ext cx="1472" cy="1067"/>
            </a:xfrm>
            <a:custGeom>
              <a:avLst/>
              <a:gdLst/>
              <a:ahLst/>
              <a:cxnLst>
                <a:cxn ang="0">
                  <a:pos x="1472" y="1048"/>
                </a:cxn>
                <a:cxn ang="0">
                  <a:pos x="1409" y="1023"/>
                </a:cxn>
                <a:cxn ang="0">
                  <a:pos x="1415" y="991"/>
                </a:cxn>
                <a:cxn ang="0">
                  <a:pos x="1421" y="966"/>
                </a:cxn>
                <a:cxn ang="0">
                  <a:pos x="1415" y="941"/>
                </a:cxn>
                <a:cxn ang="0">
                  <a:pos x="1409" y="909"/>
                </a:cxn>
                <a:cxn ang="0">
                  <a:pos x="1377" y="947"/>
                </a:cxn>
                <a:cxn ang="0">
                  <a:pos x="1352" y="833"/>
                </a:cxn>
                <a:cxn ang="0">
                  <a:pos x="1320" y="695"/>
                </a:cxn>
                <a:cxn ang="0">
                  <a:pos x="1301" y="707"/>
                </a:cxn>
                <a:cxn ang="0">
                  <a:pos x="1295" y="682"/>
                </a:cxn>
                <a:cxn ang="0">
                  <a:pos x="1257" y="587"/>
                </a:cxn>
                <a:cxn ang="0">
                  <a:pos x="1219" y="473"/>
                </a:cxn>
                <a:cxn ang="0">
                  <a:pos x="1200" y="480"/>
                </a:cxn>
                <a:cxn ang="0">
                  <a:pos x="1143" y="385"/>
                </a:cxn>
                <a:cxn ang="0">
                  <a:pos x="1105" y="259"/>
                </a:cxn>
                <a:cxn ang="0">
                  <a:pos x="1080" y="221"/>
                </a:cxn>
                <a:cxn ang="0">
                  <a:pos x="1042" y="170"/>
                </a:cxn>
                <a:cxn ang="0">
                  <a:pos x="1023" y="177"/>
                </a:cxn>
                <a:cxn ang="0">
                  <a:pos x="1017" y="196"/>
                </a:cxn>
                <a:cxn ang="0">
                  <a:pos x="1011" y="177"/>
                </a:cxn>
                <a:cxn ang="0">
                  <a:pos x="966" y="120"/>
                </a:cxn>
                <a:cxn ang="0">
                  <a:pos x="948" y="126"/>
                </a:cxn>
                <a:cxn ang="0">
                  <a:pos x="859" y="57"/>
                </a:cxn>
                <a:cxn ang="0">
                  <a:pos x="853" y="76"/>
                </a:cxn>
                <a:cxn ang="0">
                  <a:pos x="821" y="44"/>
                </a:cxn>
                <a:cxn ang="0">
                  <a:pos x="752" y="19"/>
                </a:cxn>
                <a:cxn ang="0">
                  <a:pos x="689" y="0"/>
                </a:cxn>
                <a:cxn ang="0">
                  <a:pos x="651" y="25"/>
                </a:cxn>
                <a:cxn ang="0">
                  <a:pos x="625" y="50"/>
                </a:cxn>
                <a:cxn ang="0">
                  <a:pos x="619" y="69"/>
                </a:cxn>
                <a:cxn ang="0">
                  <a:pos x="613" y="50"/>
                </a:cxn>
                <a:cxn ang="0">
                  <a:pos x="588" y="25"/>
                </a:cxn>
                <a:cxn ang="0">
                  <a:pos x="569" y="82"/>
                </a:cxn>
                <a:cxn ang="0">
                  <a:pos x="562" y="63"/>
                </a:cxn>
                <a:cxn ang="0">
                  <a:pos x="543" y="50"/>
                </a:cxn>
                <a:cxn ang="0">
                  <a:pos x="512" y="82"/>
                </a:cxn>
                <a:cxn ang="0">
                  <a:pos x="486" y="126"/>
                </a:cxn>
                <a:cxn ang="0">
                  <a:pos x="480" y="151"/>
                </a:cxn>
                <a:cxn ang="0">
                  <a:pos x="474" y="132"/>
                </a:cxn>
                <a:cxn ang="0">
                  <a:pos x="449" y="145"/>
                </a:cxn>
                <a:cxn ang="0">
                  <a:pos x="423" y="208"/>
                </a:cxn>
                <a:cxn ang="0">
                  <a:pos x="417" y="183"/>
                </a:cxn>
                <a:cxn ang="0">
                  <a:pos x="398" y="196"/>
                </a:cxn>
                <a:cxn ang="0">
                  <a:pos x="373" y="252"/>
                </a:cxn>
                <a:cxn ang="0">
                  <a:pos x="335" y="379"/>
                </a:cxn>
                <a:cxn ang="0">
                  <a:pos x="310" y="429"/>
                </a:cxn>
                <a:cxn ang="0">
                  <a:pos x="291" y="518"/>
                </a:cxn>
                <a:cxn ang="0">
                  <a:pos x="240" y="688"/>
                </a:cxn>
                <a:cxn ang="0">
                  <a:pos x="171" y="884"/>
                </a:cxn>
                <a:cxn ang="0">
                  <a:pos x="164" y="865"/>
                </a:cxn>
                <a:cxn ang="0">
                  <a:pos x="158" y="840"/>
                </a:cxn>
                <a:cxn ang="0">
                  <a:pos x="145" y="897"/>
                </a:cxn>
                <a:cxn ang="0">
                  <a:pos x="108" y="1067"/>
                </a:cxn>
                <a:cxn ang="0">
                  <a:pos x="70" y="1055"/>
                </a:cxn>
                <a:cxn ang="0">
                  <a:pos x="0" y="1055"/>
                </a:cxn>
              </a:cxnLst>
              <a:rect l="0" t="0" r="r" b="b"/>
              <a:pathLst>
                <a:path w="1472" h="1067">
                  <a:moveTo>
                    <a:pt x="1472" y="1048"/>
                  </a:moveTo>
                  <a:cubicBezTo>
                    <a:pt x="1451" y="1038"/>
                    <a:pt x="1431" y="1030"/>
                    <a:pt x="1409" y="1023"/>
                  </a:cubicBezTo>
                  <a:cubicBezTo>
                    <a:pt x="1411" y="1012"/>
                    <a:pt x="1413" y="1002"/>
                    <a:pt x="1415" y="991"/>
                  </a:cubicBezTo>
                  <a:cubicBezTo>
                    <a:pt x="1418" y="978"/>
                    <a:pt x="1439" y="902"/>
                    <a:pt x="1421" y="966"/>
                  </a:cubicBezTo>
                  <a:cubicBezTo>
                    <a:pt x="1419" y="958"/>
                    <a:pt x="1417" y="949"/>
                    <a:pt x="1415" y="941"/>
                  </a:cubicBezTo>
                  <a:cubicBezTo>
                    <a:pt x="1413" y="930"/>
                    <a:pt x="1419" y="914"/>
                    <a:pt x="1409" y="909"/>
                  </a:cubicBezTo>
                  <a:cubicBezTo>
                    <a:pt x="1403" y="906"/>
                    <a:pt x="1379" y="944"/>
                    <a:pt x="1377" y="947"/>
                  </a:cubicBezTo>
                  <a:cubicBezTo>
                    <a:pt x="1372" y="890"/>
                    <a:pt x="1373" y="878"/>
                    <a:pt x="1352" y="833"/>
                  </a:cubicBezTo>
                  <a:cubicBezTo>
                    <a:pt x="1343" y="787"/>
                    <a:pt x="1335" y="739"/>
                    <a:pt x="1320" y="695"/>
                  </a:cubicBezTo>
                  <a:cubicBezTo>
                    <a:pt x="1314" y="699"/>
                    <a:pt x="1308" y="710"/>
                    <a:pt x="1301" y="707"/>
                  </a:cubicBezTo>
                  <a:cubicBezTo>
                    <a:pt x="1293" y="703"/>
                    <a:pt x="1297" y="690"/>
                    <a:pt x="1295" y="682"/>
                  </a:cubicBezTo>
                  <a:cubicBezTo>
                    <a:pt x="1286" y="650"/>
                    <a:pt x="1275" y="614"/>
                    <a:pt x="1257" y="587"/>
                  </a:cubicBezTo>
                  <a:cubicBezTo>
                    <a:pt x="1245" y="548"/>
                    <a:pt x="1228" y="512"/>
                    <a:pt x="1219" y="473"/>
                  </a:cubicBezTo>
                  <a:cubicBezTo>
                    <a:pt x="1213" y="475"/>
                    <a:pt x="1204" y="485"/>
                    <a:pt x="1200" y="480"/>
                  </a:cubicBezTo>
                  <a:cubicBezTo>
                    <a:pt x="1173" y="449"/>
                    <a:pt x="1187" y="399"/>
                    <a:pt x="1143" y="385"/>
                  </a:cubicBezTo>
                  <a:cubicBezTo>
                    <a:pt x="1136" y="340"/>
                    <a:pt x="1131" y="297"/>
                    <a:pt x="1105" y="259"/>
                  </a:cubicBezTo>
                  <a:cubicBezTo>
                    <a:pt x="1094" y="225"/>
                    <a:pt x="1106" y="254"/>
                    <a:pt x="1080" y="221"/>
                  </a:cubicBezTo>
                  <a:cubicBezTo>
                    <a:pt x="1067" y="205"/>
                    <a:pt x="1042" y="170"/>
                    <a:pt x="1042" y="170"/>
                  </a:cubicBezTo>
                  <a:cubicBezTo>
                    <a:pt x="1036" y="172"/>
                    <a:pt x="1028" y="172"/>
                    <a:pt x="1023" y="177"/>
                  </a:cubicBezTo>
                  <a:cubicBezTo>
                    <a:pt x="1018" y="182"/>
                    <a:pt x="1024" y="196"/>
                    <a:pt x="1017" y="196"/>
                  </a:cubicBezTo>
                  <a:cubicBezTo>
                    <a:pt x="1010" y="196"/>
                    <a:pt x="1015" y="183"/>
                    <a:pt x="1011" y="177"/>
                  </a:cubicBezTo>
                  <a:cubicBezTo>
                    <a:pt x="998" y="157"/>
                    <a:pt x="966" y="120"/>
                    <a:pt x="966" y="120"/>
                  </a:cubicBezTo>
                  <a:cubicBezTo>
                    <a:pt x="960" y="122"/>
                    <a:pt x="953" y="129"/>
                    <a:pt x="948" y="126"/>
                  </a:cubicBezTo>
                  <a:cubicBezTo>
                    <a:pt x="901" y="96"/>
                    <a:pt x="906" y="72"/>
                    <a:pt x="859" y="57"/>
                  </a:cubicBezTo>
                  <a:cubicBezTo>
                    <a:pt x="857" y="63"/>
                    <a:pt x="859" y="74"/>
                    <a:pt x="853" y="76"/>
                  </a:cubicBezTo>
                  <a:cubicBezTo>
                    <a:pt x="839" y="79"/>
                    <a:pt x="827" y="49"/>
                    <a:pt x="821" y="44"/>
                  </a:cubicBezTo>
                  <a:cubicBezTo>
                    <a:pt x="795" y="24"/>
                    <a:pt x="781" y="25"/>
                    <a:pt x="752" y="19"/>
                  </a:cubicBezTo>
                  <a:cubicBezTo>
                    <a:pt x="718" y="40"/>
                    <a:pt x="719" y="19"/>
                    <a:pt x="689" y="0"/>
                  </a:cubicBezTo>
                  <a:cubicBezTo>
                    <a:pt x="668" y="30"/>
                    <a:pt x="684" y="48"/>
                    <a:pt x="651" y="25"/>
                  </a:cubicBezTo>
                  <a:cubicBezTo>
                    <a:pt x="642" y="33"/>
                    <a:pt x="632" y="40"/>
                    <a:pt x="625" y="50"/>
                  </a:cubicBezTo>
                  <a:cubicBezTo>
                    <a:pt x="621" y="55"/>
                    <a:pt x="626" y="69"/>
                    <a:pt x="619" y="69"/>
                  </a:cubicBezTo>
                  <a:cubicBezTo>
                    <a:pt x="612" y="69"/>
                    <a:pt x="615" y="56"/>
                    <a:pt x="613" y="50"/>
                  </a:cubicBezTo>
                  <a:cubicBezTo>
                    <a:pt x="605" y="25"/>
                    <a:pt x="612" y="33"/>
                    <a:pt x="588" y="25"/>
                  </a:cubicBezTo>
                  <a:cubicBezTo>
                    <a:pt x="587" y="29"/>
                    <a:pt x="579" y="79"/>
                    <a:pt x="569" y="82"/>
                  </a:cubicBezTo>
                  <a:cubicBezTo>
                    <a:pt x="563" y="84"/>
                    <a:pt x="566" y="68"/>
                    <a:pt x="562" y="63"/>
                  </a:cubicBezTo>
                  <a:cubicBezTo>
                    <a:pt x="557" y="57"/>
                    <a:pt x="549" y="54"/>
                    <a:pt x="543" y="50"/>
                  </a:cubicBezTo>
                  <a:cubicBezTo>
                    <a:pt x="529" y="109"/>
                    <a:pt x="551" y="50"/>
                    <a:pt x="512" y="82"/>
                  </a:cubicBezTo>
                  <a:cubicBezTo>
                    <a:pt x="499" y="93"/>
                    <a:pt x="496" y="112"/>
                    <a:pt x="486" y="126"/>
                  </a:cubicBezTo>
                  <a:cubicBezTo>
                    <a:pt x="484" y="134"/>
                    <a:pt x="488" y="147"/>
                    <a:pt x="480" y="151"/>
                  </a:cubicBezTo>
                  <a:cubicBezTo>
                    <a:pt x="474" y="154"/>
                    <a:pt x="481" y="133"/>
                    <a:pt x="474" y="132"/>
                  </a:cubicBezTo>
                  <a:cubicBezTo>
                    <a:pt x="465" y="130"/>
                    <a:pt x="457" y="141"/>
                    <a:pt x="449" y="145"/>
                  </a:cubicBezTo>
                  <a:cubicBezTo>
                    <a:pt x="434" y="166"/>
                    <a:pt x="430" y="183"/>
                    <a:pt x="423" y="208"/>
                  </a:cubicBezTo>
                  <a:cubicBezTo>
                    <a:pt x="421" y="200"/>
                    <a:pt x="425" y="187"/>
                    <a:pt x="417" y="183"/>
                  </a:cubicBezTo>
                  <a:cubicBezTo>
                    <a:pt x="410" y="180"/>
                    <a:pt x="403" y="190"/>
                    <a:pt x="398" y="196"/>
                  </a:cubicBezTo>
                  <a:cubicBezTo>
                    <a:pt x="388" y="209"/>
                    <a:pt x="383" y="236"/>
                    <a:pt x="373" y="252"/>
                  </a:cubicBezTo>
                  <a:cubicBezTo>
                    <a:pt x="367" y="290"/>
                    <a:pt x="353" y="343"/>
                    <a:pt x="335" y="379"/>
                  </a:cubicBezTo>
                  <a:cubicBezTo>
                    <a:pt x="314" y="422"/>
                    <a:pt x="328" y="370"/>
                    <a:pt x="310" y="429"/>
                  </a:cubicBezTo>
                  <a:cubicBezTo>
                    <a:pt x="301" y="458"/>
                    <a:pt x="300" y="489"/>
                    <a:pt x="291" y="518"/>
                  </a:cubicBezTo>
                  <a:cubicBezTo>
                    <a:pt x="241" y="418"/>
                    <a:pt x="312" y="665"/>
                    <a:pt x="240" y="688"/>
                  </a:cubicBezTo>
                  <a:cubicBezTo>
                    <a:pt x="205" y="746"/>
                    <a:pt x="195" y="820"/>
                    <a:pt x="171" y="884"/>
                  </a:cubicBezTo>
                  <a:cubicBezTo>
                    <a:pt x="169" y="878"/>
                    <a:pt x="166" y="871"/>
                    <a:pt x="164" y="865"/>
                  </a:cubicBezTo>
                  <a:cubicBezTo>
                    <a:pt x="162" y="857"/>
                    <a:pt x="166" y="836"/>
                    <a:pt x="158" y="840"/>
                  </a:cubicBezTo>
                  <a:cubicBezTo>
                    <a:pt x="141" y="849"/>
                    <a:pt x="151" y="878"/>
                    <a:pt x="145" y="897"/>
                  </a:cubicBezTo>
                  <a:cubicBezTo>
                    <a:pt x="128" y="953"/>
                    <a:pt x="126" y="1011"/>
                    <a:pt x="108" y="1067"/>
                  </a:cubicBezTo>
                  <a:cubicBezTo>
                    <a:pt x="99" y="1035"/>
                    <a:pt x="93" y="1019"/>
                    <a:pt x="70" y="1055"/>
                  </a:cubicBezTo>
                  <a:cubicBezTo>
                    <a:pt x="36" y="1032"/>
                    <a:pt x="36" y="1055"/>
                    <a:pt x="0" y="105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59" name="Freeform 191"/>
            <p:cNvSpPr>
              <a:spLocks/>
            </p:cNvSpPr>
            <p:nvPr/>
          </p:nvSpPr>
          <p:spPr bwMode="auto">
            <a:xfrm flipV="1">
              <a:off x="1989" y="2550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60" name="Freeform 192"/>
            <p:cNvSpPr>
              <a:spLocks/>
            </p:cNvSpPr>
            <p:nvPr/>
          </p:nvSpPr>
          <p:spPr bwMode="auto">
            <a:xfrm>
              <a:off x="1971" y="2594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61" name="Freeform 193"/>
            <p:cNvSpPr>
              <a:spLocks/>
            </p:cNvSpPr>
            <p:nvPr/>
          </p:nvSpPr>
          <p:spPr bwMode="auto">
            <a:xfrm flipV="1">
              <a:off x="1898" y="2564"/>
              <a:ext cx="1492" cy="1162"/>
            </a:xfrm>
            <a:custGeom>
              <a:avLst/>
              <a:gdLst/>
              <a:ahLst/>
              <a:cxnLst>
                <a:cxn ang="0">
                  <a:pos x="34" y="1093"/>
                </a:cxn>
                <a:cxn ang="0">
                  <a:pos x="72" y="1093"/>
                </a:cxn>
                <a:cxn ang="0">
                  <a:pos x="91" y="1112"/>
                </a:cxn>
                <a:cxn ang="0">
                  <a:pos x="160" y="1086"/>
                </a:cxn>
                <a:cxn ang="0">
                  <a:pos x="173" y="1124"/>
                </a:cxn>
                <a:cxn ang="0">
                  <a:pos x="223" y="1143"/>
                </a:cxn>
                <a:cxn ang="0">
                  <a:pos x="287" y="1143"/>
                </a:cxn>
                <a:cxn ang="0">
                  <a:pos x="337" y="1162"/>
                </a:cxn>
                <a:cxn ang="0">
                  <a:pos x="369" y="1124"/>
                </a:cxn>
                <a:cxn ang="0">
                  <a:pos x="432" y="1105"/>
                </a:cxn>
                <a:cxn ang="0">
                  <a:pos x="495" y="1068"/>
                </a:cxn>
                <a:cxn ang="0">
                  <a:pos x="533" y="1061"/>
                </a:cxn>
                <a:cxn ang="0">
                  <a:pos x="571" y="1061"/>
                </a:cxn>
                <a:cxn ang="0">
                  <a:pos x="590" y="1074"/>
                </a:cxn>
                <a:cxn ang="0">
                  <a:pos x="621" y="954"/>
                </a:cxn>
                <a:cxn ang="0">
                  <a:pos x="628" y="973"/>
                </a:cxn>
                <a:cxn ang="0">
                  <a:pos x="634" y="948"/>
                </a:cxn>
                <a:cxn ang="0">
                  <a:pos x="647" y="922"/>
                </a:cxn>
                <a:cxn ang="0">
                  <a:pos x="691" y="809"/>
                </a:cxn>
                <a:cxn ang="0">
                  <a:pos x="741" y="657"/>
                </a:cxn>
                <a:cxn ang="0">
                  <a:pos x="767" y="606"/>
                </a:cxn>
                <a:cxn ang="0">
                  <a:pos x="798" y="531"/>
                </a:cxn>
                <a:cxn ang="0">
                  <a:pos x="805" y="499"/>
                </a:cxn>
                <a:cxn ang="0">
                  <a:pos x="811" y="480"/>
                </a:cxn>
                <a:cxn ang="0">
                  <a:pos x="823" y="430"/>
                </a:cxn>
                <a:cxn ang="0">
                  <a:pos x="861" y="329"/>
                </a:cxn>
                <a:cxn ang="0">
                  <a:pos x="956" y="120"/>
                </a:cxn>
                <a:cxn ang="0">
                  <a:pos x="988" y="101"/>
                </a:cxn>
                <a:cxn ang="0">
                  <a:pos x="1007" y="63"/>
                </a:cxn>
                <a:cxn ang="0">
                  <a:pos x="1013" y="89"/>
                </a:cxn>
                <a:cxn ang="0">
                  <a:pos x="1019" y="108"/>
                </a:cxn>
                <a:cxn ang="0">
                  <a:pos x="1057" y="57"/>
                </a:cxn>
                <a:cxn ang="0">
                  <a:pos x="1063" y="89"/>
                </a:cxn>
                <a:cxn ang="0">
                  <a:pos x="1070" y="114"/>
                </a:cxn>
                <a:cxn ang="0">
                  <a:pos x="1095" y="82"/>
                </a:cxn>
                <a:cxn ang="0">
                  <a:pos x="1101" y="57"/>
                </a:cxn>
                <a:cxn ang="0">
                  <a:pos x="1108" y="38"/>
                </a:cxn>
                <a:cxn ang="0">
                  <a:pos x="1127" y="82"/>
                </a:cxn>
                <a:cxn ang="0">
                  <a:pos x="1146" y="57"/>
                </a:cxn>
                <a:cxn ang="0">
                  <a:pos x="1152" y="32"/>
                </a:cxn>
                <a:cxn ang="0">
                  <a:pos x="1171" y="82"/>
                </a:cxn>
                <a:cxn ang="0">
                  <a:pos x="1215" y="25"/>
                </a:cxn>
                <a:cxn ang="0">
                  <a:pos x="1259" y="13"/>
                </a:cxn>
                <a:cxn ang="0">
                  <a:pos x="1291" y="44"/>
                </a:cxn>
                <a:cxn ang="0">
                  <a:pos x="1303" y="19"/>
                </a:cxn>
                <a:cxn ang="0">
                  <a:pos x="1335" y="57"/>
                </a:cxn>
                <a:cxn ang="0">
                  <a:pos x="1392" y="0"/>
                </a:cxn>
                <a:cxn ang="0">
                  <a:pos x="1417" y="76"/>
                </a:cxn>
                <a:cxn ang="0">
                  <a:pos x="1442" y="70"/>
                </a:cxn>
                <a:cxn ang="0">
                  <a:pos x="1461" y="70"/>
                </a:cxn>
                <a:cxn ang="0">
                  <a:pos x="1474" y="133"/>
                </a:cxn>
                <a:cxn ang="0">
                  <a:pos x="1487" y="120"/>
                </a:cxn>
              </a:cxnLst>
              <a:rect l="0" t="0" r="r" b="b"/>
              <a:pathLst>
                <a:path w="1492" h="1162">
                  <a:moveTo>
                    <a:pt x="34" y="1093"/>
                  </a:moveTo>
                  <a:cubicBezTo>
                    <a:pt x="106" y="1138"/>
                    <a:pt x="0" y="1080"/>
                    <a:pt x="72" y="1093"/>
                  </a:cubicBezTo>
                  <a:cubicBezTo>
                    <a:pt x="81" y="1095"/>
                    <a:pt x="85" y="1106"/>
                    <a:pt x="91" y="1112"/>
                  </a:cubicBezTo>
                  <a:cubicBezTo>
                    <a:pt x="108" y="1103"/>
                    <a:pt x="141" y="1084"/>
                    <a:pt x="160" y="1086"/>
                  </a:cubicBezTo>
                  <a:cubicBezTo>
                    <a:pt x="161" y="1086"/>
                    <a:pt x="173" y="1123"/>
                    <a:pt x="173" y="1124"/>
                  </a:cubicBezTo>
                  <a:cubicBezTo>
                    <a:pt x="223" y="1112"/>
                    <a:pt x="180" y="1129"/>
                    <a:pt x="223" y="1143"/>
                  </a:cubicBezTo>
                  <a:cubicBezTo>
                    <a:pt x="281" y="1121"/>
                    <a:pt x="264" y="1109"/>
                    <a:pt x="287" y="1143"/>
                  </a:cubicBezTo>
                  <a:cubicBezTo>
                    <a:pt x="337" y="1131"/>
                    <a:pt x="327" y="1099"/>
                    <a:pt x="337" y="1162"/>
                  </a:cubicBezTo>
                  <a:cubicBezTo>
                    <a:pt x="349" y="1150"/>
                    <a:pt x="354" y="1132"/>
                    <a:pt x="369" y="1124"/>
                  </a:cubicBezTo>
                  <a:cubicBezTo>
                    <a:pt x="388" y="1114"/>
                    <a:pt x="411" y="1113"/>
                    <a:pt x="432" y="1105"/>
                  </a:cubicBezTo>
                  <a:cubicBezTo>
                    <a:pt x="471" y="1162"/>
                    <a:pt x="468" y="1081"/>
                    <a:pt x="495" y="1068"/>
                  </a:cubicBezTo>
                  <a:cubicBezTo>
                    <a:pt x="507" y="1062"/>
                    <a:pt x="520" y="1063"/>
                    <a:pt x="533" y="1061"/>
                  </a:cubicBezTo>
                  <a:cubicBezTo>
                    <a:pt x="577" y="994"/>
                    <a:pt x="545" y="1028"/>
                    <a:pt x="571" y="1061"/>
                  </a:cubicBezTo>
                  <a:cubicBezTo>
                    <a:pt x="576" y="1067"/>
                    <a:pt x="584" y="1070"/>
                    <a:pt x="590" y="1074"/>
                  </a:cubicBezTo>
                  <a:cubicBezTo>
                    <a:pt x="600" y="1033"/>
                    <a:pt x="614" y="996"/>
                    <a:pt x="621" y="954"/>
                  </a:cubicBezTo>
                  <a:cubicBezTo>
                    <a:pt x="623" y="960"/>
                    <a:pt x="622" y="976"/>
                    <a:pt x="628" y="973"/>
                  </a:cubicBezTo>
                  <a:cubicBezTo>
                    <a:pt x="636" y="969"/>
                    <a:pt x="631" y="956"/>
                    <a:pt x="634" y="948"/>
                  </a:cubicBezTo>
                  <a:cubicBezTo>
                    <a:pt x="637" y="939"/>
                    <a:pt x="643" y="931"/>
                    <a:pt x="647" y="922"/>
                  </a:cubicBezTo>
                  <a:cubicBezTo>
                    <a:pt x="664" y="883"/>
                    <a:pt x="665" y="843"/>
                    <a:pt x="691" y="809"/>
                  </a:cubicBezTo>
                  <a:cubicBezTo>
                    <a:pt x="707" y="758"/>
                    <a:pt x="725" y="708"/>
                    <a:pt x="741" y="657"/>
                  </a:cubicBezTo>
                  <a:cubicBezTo>
                    <a:pt x="747" y="639"/>
                    <a:pt x="760" y="624"/>
                    <a:pt x="767" y="606"/>
                  </a:cubicBezTo>
                  <a:cubicBezTo>
                    <a:pt x="773" y="575"/>
                    <a:pt x="784" y="559"/>
                    <a:pt x="798" y="531"/>
                  </a:cubicBezTo>
                  <a:cubicBezTo>
                    <a:pt x="800" y="520"/>
                    <a:pt x="802" y="510"/>
                    <a:pt x="805" y="499"/>
                  </a:cubicBezTo>
                  <a:cubicBezTo>
                    <a:pt x="807" y="493"/>
                    <a:pt x="809" y="486"/>
                    <a:pt x="811" y="480"/>
                  </a:cubicBezTo>
                  <a:cubicBezTo>
                    <a:pt x="815" y="463"/>
                    <a:pt x="823" y="430"/>
                    <a:pt x="823" y="430"/>
                  </a:cubicBezTo>
                  <a:cubicBezTo>
                    <a:pt x="829" y="374"/>
                    <a:pt x="816" y="351"/>
                    <a:pt x="861" y="329"/>
                  </a:cubicBezTo>
                  <a:cubicBezTo>
                    <a:pt x="879" y="256"/>
                    <a:pt x="921" y="187"/>
                    <a:pt x="956" y="120"/>
                  </a:cubicBezTo>
                  <a:cubicBezTo>
                    <a:pt x="967" y="153"/>
                    <a:pt x="958" y="145"/>
                    <a:pt x="988" y="101"/>
                  </a:cubicBezTo>
                  <a:cubicBezTo>
                    <a:pt x="1003" y="79"/>
                    <a:pt x="998" y="86"/>
                    <a:pt x="1007" y="63"/>
                  </a:cubicBezTo>
                  <a:cubicBezTo>
                    <a:pt x="1009" y="72"/>
                    <a:pt x="1011" y="80"/>
                    <a:pt x="1013" y="89"/>
                  </a:cubicBezTo>
                  <a:cubicBezTo>
                    <a:pt x="1015" y="95"/>
                    <a:pt x="1014" y="112"/>
                    <a:pt x="1019" y="108"/>
                  </a:cubicBezTo>
                  <a:cubicBezTo>
                    <a:pt x="1036" y="96"/>
                    <a:pt x="1057" y="57"/>
                    <a:pt x="1057" y="57"/>
                  </a:cubicBezTo>
                  <a:cubicBezTo>
                    <a:pt x="1059" y="68"/>
                    <a:pt x="1061" y="78"/>
                    <a:pt x="1063" y="89"/>
                  </a:cubicBezTo>
                  <a:cubicBezTo>
                    <a:pt x="1065" y="97"/>
                    <a:pt x="1062" y="116"/>
                    <a:pt x="1070" y="114"/>
                  </a:cubicBezTo>
                  <a:cubicBezTo>
                    <a:pt x="1083" y="111"/>
                    <a:pt x="1087" y="93"/>
                    <a:pt x="1095" y="82"/>
                  </a:cubicBezTo>
                  <a:cubicBezTo>
                    <a:pt x="1097" y="74"/>
                    <a:pt x="1099" y="65"/>
                    <a:pt x="1101" y="57"/>
                  </a:cubicBezTo>
                  <a:cubicBezTo>
                    <a:pt x="1103" y="51"/>
                    <a:pt x="1102" y="36"/>
                    <a:pt x="1108" y="38"/>
                  </a:cubicBezTo>
                  <a:cubicBezTo>
                    <a:pt x="1112" y="39"/>
                    <a:pt x="1125" y="76"/>
                    <a:pt x="1127" y="82"/>
                  </a:cubicBezTo>
                  <a:cubicBezTo>
                    <a:pt x="1133" y="74"/>
                    <a:pt x="1141" y="66"/>
                    <a:pt x="1146" y="57"/>
                  </a:cubicBezTo>
                  <a:cubicBezTo>
                    <a:pt x="1150" y="49"/>
                    <a:pt x="1144" y="29"/>
                    <a:pt x="1152" y="32"/>
                  </a:cubicBezTo>
                  <a:cubicBezTo>
                    <a:pt x="1156" y="33"/>
                    <a:pt x="1168" y="74"/>
                    <a:pt x="1171" y="82"/>
                  </a:cubicBezTo>
                  <a:cubicBezTo>
                    <a:pt x="1195" y="67"/>
                    <a:pt x="1198" y="49"/>
                    <a:pt x="1215" y="25"/>
                  </a:cubicBezTo>
                  <a:cubicBezTo>
                    <a:pt x="1239" y="60"/>
                    <a:pt x="1244" y="44"/>
                    <a:pt x="1259" y="13"/>
                  </a:cubicBezTo>
                  <a:cubicBezTo>
                    <a:pt x="1269" y="48"/>
                    <a:pt x="1254" y="81"/>
                    <a:pt x="1291" y="44"/>
                  </a:cubicBezTo>
                  <a:cubicBezTo>
                    <a:pt x="1295" y="36"/>
                    <a:pt x="1294" y="21"/>
                    <a:pt x="1303" y="19"/>
                  </a:cubicBezTo>
                  <a:cubicBezTo>
                    <a:pt x="1310" y="18"/>
                    <a:pt x="1332" y="53"/>
                    <a:pt x="1335" y="57"/>
                  </a:cubicBezTo>
                  <a:cubicBezTo>
                    <a:pt x="1363" y="42"/>
                    <a:pt x="1374" y="26"/>
                    <a:pt x="1392" y="0"/>
                  </a:cubicBezTo>
                  <a:cubicBezTo>
                    <a:pt x="1397" y="29"/>
                    <a:pt x="1401" y="51"/>
                    <a:pt x="1417" y="76"/>
                  </a:cubicBezTo>
                  <a:cubicBezTo>
                    <a:pt x="1425" y="74"/>
                    <a:pt x="1435" y="75"/>
                    <a:pt x="1442" y="70"/>
                  </a:cubicBezTo>
                  <a:cubicBezTo>
                    <a:pt x="1459" y="56"/>
                    <a:pt x="1437" y="32"/>
                    <a:pt x="1461" y="70"/>
                  </a:cubicBezTo>
                  <a:cubicBezTo>
                    <a:pt x="1477" y="159"/>
                    <a:pt x="1460" y="67"/>
                    <a:pt x="1474" y="133"/>
                  </a:cubicBezTo>
                  <a:cubicBezTo>
                    <a:pt x="1492" y="217"/>
                    <a:pt x="1487" y="222"/>
                    <a:pt x="1487" y="120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62" name="Freeform 194"/>
            <p:cNvSpPr>
              <a:spLocks/>
            </p:cNvSpPr>
            <p:nvPr/>
          </p:nvSpPr>
          <p:spPr bwMode="auto">
            <a:xfrm flipV="1">
              <a:off x="1973" y="2539"/>
              <a:ext cx="1349" cy="1244"/>
            </a:xfrm>
            <a:custGeom>
              <a:avLst/>
              <a:gdLst/>
              <a:ahLst/>
              <a:cxnLst>
                <a:cxn ang="0">
                  <a:pos x="4" y="151"/>
                </a:cxn>
                <a:cxn ang="0">
                  <a:pos x="42" y="95"/>
                </a:cxn>
                <a:cxn ang="0">
                  <a:pos x="67" y="57"/>
                </a:cxn>
                <a:cxn ang="0">
                  <a:pos x="73" y="76"/>
                </a:cxn>
                <a:cxn ang="0">
                  <a:pos x="67" y="95"/>
                </a:cxn>
                <a:cxn ang="0">
                  <a:pos x="99" y="38"/>
                </a:cxn>
                <a:cxn ang="0">
                  <a:pos x="143" y="13"/>
                </a:cxn>
                <a:cxn ang="0">
                  <a:pos x="149" y="69"/>
                </a:cxn>
                <a:cxn ang="0">
                  <a:pos x="168" y="63"/>
                </a:cxn>
                <a:cxn ang="0">
                  <a:pos x="200" y="19"/>
                </a:cxn>
                <a:cxn ang="0">
                  <a:pos x="212" y="101"/>
                </a:cxn>
                <a:cxn ang="0">
                  <a:pos x="231" y="63"/>
                </a:cxn>
                <a:cxn ang="0">
                  <a:pos x="257" y="0"/>
                </a:cxn>
                <a:cxn ang="0">
                  <a:pos x="263" y="95"/>
                </a:cxn>
                <a:cxn ang="0">
                  <a:pos x="295" y="82"/>
                </a:cxn>
                <a:cxn ang="0">
                  <a:pos x="320" y="31"/>
                </a:cxn>
                <a:cxn ang="0">
                  <a:pos x="358" y="63"/>
                </a:cxn>
                <a:cxn ang="0">
                  <a:pos x="383" y="145"/>
                </a:cxn>
                <a:cxn ang="0">
                  <a:pos x="402" y="126"/>
                </a:cxn>
                <a:cxn ang="0">
                  <a:pos x="408" y="107"/>
                </a:cxn>
                <a:cxn ang="0">
                  <a:pos x="433" y="164"/>
                </a:cxn>
                <a:cxn ang="0">
                  <a:pos x="452" y="189"/>
                </a:cxn>
                <a:cxn ang="0">
                  <a:pos x="478" y="158"/>
                </a:cxn>
                <a:cxn ang="0">
                  <a:pos x="484" y="133"/>
                </a:cxn>
                <a:cxn ang="0">
                  <a:pos x="497" y="151"/>
                </a:cxn>
                <a:cxn ang="0">
                  <a:pos x="516" y="227"/>
                </a:cxn>
                <a:cxn ang="0">
                  <a:pos x="547" y="259"/>
                </a:cxn>
                <a:cxn ang="0">
                  <a:pos x="553" y="335"/>
                </a:cxn>
                <a:cxn ang="0">
                  <a:pos x="572" y="322"/>
                </a:cxn>
                <a:cxn ang="0">
                  <a:pos x="579" y="341"/>
                </a:cxn>
                <a:cxn ang="0">
                  <a:pos x="604" y="474"/>
                </a:cxn>
                <a:cxn ang="0">
                  <a:pos x="629" y="398"/>
                </a:cxn>
                <a:cxn ang="0">
                  <a:pos x="673" y="606"/>
                </a:cxn>
                <a:cxn ang="0">
                  <a:pos x="699" y="657"/>
                </a:cxn>
                <a:cxn ang="0">
                  <a:pos x="718" y="638"/>
                </a:cxn>
                <a:cxn ang="0">
                  <a:pos x="737" y="663"/>
                </a:cxn>
                <a:cxn ang="0">
                  <a:pos x="756" y="859"/>
                </a:cxn>
                <a:cxn ang="0">
                  <a:pos x="781" y="859"/>
                </a:cxn>
                <a:cxn ang="0">
                  <a:pos x="800" y="941"/>
                </a:cxn>
                <a:cxn ang="0">
                  <a:pos x="831" y="979"/>
                </a:cxn>
                <a:cxn ang="0">
                  <a:pos x="995" y="1206"/>
                </a:cxn>
                <a:cxn ang="0">
                  <a:pos x="1059" y="1175"/>
                </a:cxn>
                <a:cxn ang="0">
                  <a:pos x="1078" y="1244"/>
                </a:cxn>
                <a:cxn ang="0">
                  <a:pos x="1135" y="1225"/>
                </a:cxn>
                <a:cxn ang="0">
                  <a:pos x="1198" y="1149"/>
                </a:cxn>
                <a:cxn ang="0">
                  <a:pos x="1204" y="1181"/>
                </a:cxn>
                <a:cxn ang="0">
                  <a:pos x="1210" y="1206"/>
                </a:cxn>
                <a:cxn ang="0">
                  <a:pos x="1236" y="1194"/>
                </a:cxn>
                <a:cxn ang="0">
                  <a:pos x="1261" y="1194"/>
                </a:cxn>
                <a:cxn ang="0">
                  <a:pos x="1280" y="1181"/>
                </a:cxn>
                <a:cxn ang="0">
                  <a:pos x="1305" y="1124"/>
                </a:cxn>
                <a:cxn ang="0">
                  <a:pos x="1330" y="1130"/>
                </a:cxn>
                <a:cxn ang="0">
                  <a:pos x="1349" y="1137"/>
                </a:cxn>
                <a:cxn ang="0">
                  <a:pos x="1330" y="1143"/>
                </a:cxn>
                <a:cxn ang="0">
                  <a:pos x="1273" y="1156"/>
                </a:cxn>
              </a:cxnLst>
              <a:rect l="0" t="0" r="r" b="b"/>
              <a:pathLst>
                <a:path w="1349" h="1244">
                  <a:moveTo>
                    <a:pt x="4" y="151"/>
                  </a:moveTo>
                  <a:cubicBezTo>
                    <a:pt x="46" y="82"/>
                    <a:pt x="0" y="155"/>
                    <a:pt x="42" y="95"/>
                  </a:cubicBezTo>
                  <a:cubicBezTo>
                    <a:pt x="51" y="83"/>
                    <a:pt x="67" y="57"/>
                    <a:pt x="67" y="57"/>
                  </a:cubicBezTo>
                  <a:cubicBezTo>
                    <a:pt x="69" y="63"/>
                    <a:pt x="73" y="69"/>
                    <a:pt x="73" y="76"/>
                  </a:cubicBezTo>
                  <a:cubicBezTo>
                    <a:pt x="73" y="83"/>
                    <a:pt x="64" y="101"/>
                    <a:pt x="67" y="95"/>
                  </a:cubicBezTo>
                  <a:cubicBezTo>
                    <a:pt x="103" y="28"/>
                    <a:pt x="56" y="95"/>
                    <a:pt x="99" y="38"/>
                  </a:cubicBezTo>
                  <a:cubicBezTo>
                    <a:pt x="112" y="81"/>
                    <a:pt x="118" y="36"/>
                    <a:pt x="143" y="13"/>
                  </a:cubicBezTo>
                  <a:cubicBezTo>
                    <a:pt x="145" y="32"/>
                    <a:pt x="141" y="52"/>
                    <a:pt x="149" y="69"/>
                  </a:cubicBezTo>
                  <a:cubicBezTo>
                    <a:pt x="152" y="75"/>
                    <a:pt x="163" y="68"/>
                    <a:pt x="168" y="63"/>
                  </a:cubicBezTo>
                  <a:cubicBezTo>
                    <a:pt x="181" y="50"/>
                    <a:pt x="200" y="19"/>
                    <a:pt x="200" y="19"/>
                  </a:cubicBezTo>
                  <a:cubicBezTo>
                    <a:pt x="208" y="45"/>
                    <a:pt x="192" y="81"/>
                    <a:pt x="212" y="101"/>
                  </a:cubicBezTo>
                  <a:cubicBezTo>
                    <a:pt x="222" y="111"/>
                    <a:pt x="225" y="76"/>
                    <a:pt x="231" y="63"/>
                  </a:cubicBezTo>
                  <a:cubicBezTo>
                    <a:pt x="240" y="42"/>
                    <a:pt x="249" y="21"/>
                    <a:pt x="257" y="0"/>
                  </a:cubicBezTo>
                  <a:cubicBezTo>
                    <a:pt x="259" y="32"/>
                    <a:pt x="250" y="66"/>
                    <a:pt x="263" y="95"/>
                  </a:cubicBezTo>
                  <a:cubicBezTo>
                    <a:pt x="268" y="105"/>
                    <a:pt x="287" y="90"/>
                    <a:pt x="295" y="82"/>
                  </a:cubicBezTo>
                  <a:cubicBezTo>
                    <a:pt x="308" y="68"/>
                    <a:pt x="309" y="47"/>
                    <a:pt x="320" y="31"/>
                  </a:cubicBezTo>
                  <a:cubicBezTo>
                    <a:pt x="325" y="93"/>
                    <a:pt x="324" y="147"/>
                    <a:pt x="358" y="63"/>
                  </a:cubicBezTo>
                  <a:cubicBezTo>
                    <a:pt x="367" y="90"/>
                    <a:pt x="374" y="118"/>
                    <a:pt x="383" y="145"/>
                  </a:cubicBezTo>
                  <a:cubicBezTo>
                    <a:pt x="389" y="139"/>
                    <a:pt x="397" y="133"/>
                    <a:pt x="402" y="126"/>
                  </a:cubicBezTo>
                  <a:cubicBezTo>
                    <a:pt x="406" y="120"/>
                    <a:pt x="403" y="103"/>
                    <a:pt x="408" y="107"/>
                  </a:cubicBezTo>
                  <a:cubicBezTo>
                    <a:pt x="419" y="115"/>
                    <a:pt x="428" y="148"/>
                    <a:pt x="433" y="164"/>
                  </a:cubicBezTo>
                  <a:cubicBezTo>
                    <a:pt x="444" y="244"/>
                    <a:pt x="431" y="220"/>
                    <a:pt x="452" y="189"/>
                  </a:cubicBezTo>
                  <a:cubicBezTo>
                    <a:pt x="459" y="178"/>
                    <a:pt x="469" y="168"/>
                    <a:pt x="478" y="158"/>
                  </a:cubicBezTo>
                  <a:cubicBezTo>
                    <a:pt x="480" y="150"/>
                    <a:pt x="476" y="136"/>
                    <a:pt x="484" y="133"/>
                  </a:cubicBezTo>
                  <a:cubicBezTo>
                    <a:pt x="491" y="130"/>
                    <a:pt x="494" y="144"/>
                    <a:pt x="497" y="151"/>
                  </a:cubicBezTo>
                  <a:cubicBezTo>
                    <a:pt x="507" y="175"/>
                    <a:pt x="507" y="203"/>
                    <a:pt x="516" y="227"/>
                  </a:cubicBezTo>
                  <a:cubicBezTo>
                    <a:pt x="555" y="176"/>
                    <a:pt x="538" y="223"/>
                    <a:pt x="547" y="259"/>
                  </a:cubicBezTo>
                  <a:cubicBezTo>
                    <a:pt x="549" y="284"/>
                    <a:pt x="544" y="311"/>
                    <a:pt x="553" y="335"/>
                  </a:cubicBezTo>
                  <a:cubicBezTo>
                    <a:pt x="556" y="342"/>
                    <a:pt x="565" y="320"/>
                    <a:pt x="572" y="322"/>
                  </a:cubicBezTo>
                  <a:cubicBezTo>
                    <a:pt x="579" y="324"/>
                    <a:pt x="577" y="335"/>
                    <a:pt x="579" y="341"/>
                  </a:cubicBezTo>
                  <a:cubicBezTo>
                    <a:pt x="603" y="265"/>
                    <a:pt x="581" y="428"/>
                    <a:pt x="604" y="474"/>
                  </a:cubicBezTo>
                  <a:cubicBezTo>
                    <a:pt x="610" y="444"/>
                    <a:pt x="616" y="425"/>
                    <a:pt x="629" y="398"/>
                  </a:cubicBezTo>
                  <a:cubicBezTo>
                    <a:pt x="652" y="465"/>
                    <a:pt x="652" y="538"/>
                    <a:pt x="673" y="606"/>
                  </a:cubicBezTo>
                  <a:cubicBezTo>
                    <a:pt x="699" y="544"/>
                    <a:pt x="687" y="463"/>
                    <a:pt x="699" y="657"/>
                  </a:cubicBezTo>
                  <a:cubicBezTo>
                    <a:pt x="705" y="651"/>
                    <a:pt x="714" y="630"/>
                    <a:pt x="718" y="638"/>
                  </a:cubicBezTo>
                  <a:cubicBezTo>
                    <a:pt x="738" y="683"/>
                    <a:pt x="709" y="772"/>
                    <a:pt x="737" y="663"/>
                  </a:cubicBezTo>
                  <a:cubicBezTo>
                    <a:pt x="741" y="765"/>
                    <a:pt x="742" y="782"/>
                    <a:pt x="756" y="859"/>
                  </a:cubicBezTo>
                  <a:cubicBezTo>
                    <a:pt x="759" y="847"/>
                    <a:pt x="764" y="798"/>
                    <a:pt x="781" y="859"/>
                  </a:cubicBezTo>
                  <a:cubicBezTo>
                    <a:pt x="811" y="963"/>
                    <a:pt x="767" y="892"/>
                    <a:pt x="800" y="941"/>
                  </a:cubicBezTo>
                  <a:cubicBezTo>
                    <a:pt x="811" y="975"/>
                    <a:pt x="789" y="1021"/>
                    <a:pt x="831" y="979"/>
                  </a:cubicBezTo>
                  <a:cubicBezTo>
                    <a:pt x="913" y="1087"/>
                    <a:pt x="912" y="1097"/>
                    <a:pt x="995" y="1206"/>
                  </a:cubicBezTo>
                  <a:cubicBezTo>
                    <a:pt x="1013" y="1152"/>
                    <a:pt x="1027" y="1222"/>
                    <a:pt x="1059" y="1175"/>
                  </a:cubicBezTo>
                  <a:cubicBezTo>
                    <a:pt x="1074" y="1223"/>
                    <a:pt x="1068" y="1200"/>
                    <a:pt x="1078" y="1244"/>
                  </a:cubicBezTo>
                  <a:cubicBezTo>
                    <a:pt x="1109" y="1223"/>
                    <a:pt x="1109" y="1186"/>
                    <a:pt x="1135" y="1225"/>
                  </a:cubicBezTo>
                  <a:cubicBezTo>
                    <a:pt x="1164" y="1203"/>
                    <a:pt x="1175" y="1178"/>
                    <a:pt x="1198" y="1149"/>
                  </a:cubicBezTo>
                  <a:cubicBezTo>
                    <a:pt x="1200" y="1160"/>
                    <a:pt x="1202" y="1170"/>
                    <a:pt x="1204" y="1181"/>
                  </a:cubicBezTo>
                  <a:cubicBezTo>
                    <a:pt x="1206" y="1189"/>
                    <a:pt x="1202" y="1203"/>
                    <a:pt x="1210" y="1206"/>
                  </a:cubicBezTo>
                  <a:cubicBezTo>
                    <a:pt x="1219" y="1210"/>
                    <a:pt x="1227" y="1198"/>
                    <a:pt x="1236" y="1194"/>
                  </a:cubicBezTo>
                  <a:cubicBezTo>
                    <a:pt x="1264" y="1149"/>
                    <a:pt x="1231" y="1188"/>
                    <a:pt x="1261" y="1194"/>
                  </a:cubicBezTo>
                  <a:cubicBezTo>
                    <a:pt x="1269" y="1195"/>
                    <a:pt x="1274" y="1185"/>
                    <a:pt x="1280" y="1181"/>
                  </a:cubicBezTo>
                  <a:cubicBezTo>
                    <a:pt x="1292" y="1162"/>
                    <a:pt x="1298" y="1145"/>
                    <a:pt x="1305" y="1124"/>
                  </a:cubicBezTo>
                  <a:cubicBezTo>
                    <a:pt x="1317" y="1187"/>
                    <a:pt x="1301" y="1145"/>
                    <a:pt x="1330" y="1130"/>
                  </a:cubicBezTo>
                  <a:cubicBezTo>
                    <a:pt x="1336" y="1127"/>
                    <a:pt x="1343" y="1135"/>
                    <a:pt x="1349" y="1137"/>
                  </a:cubicBezTo>
                  <a:cubicBezTo>
                    <a:pt x="1349" y="1137"/>
                    <a:pt x="1336" y="1140"/>
                    <a:pt x="1330" y="1143"/>
                  </a:cubicBezTo>
                  <a:cubicBezTo>
                    <a:pt x="1288" y="1161"/>
                    <a:pt x="1322" y="1156"/>
                    <a:pt x="1273" y="1156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63" name="Freeform 195"/>
            <p:cNvSpPr>
              <a:spLocks/>
            </p:cNvSpPr>
            <p:nvPr/>
          </p:nvSpPr>
          <p:spPr bwMode="auto">
            <a:xfrm flipV="1">
              <a:off x="1996" y="2553"/>
              <a:ext cx="1396" cy="1206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50" y="81"/>
                </a:cxn>
                <a:cxn ang="0">
                  <a:pos x="76" y="62"/>
                </a:cxn>
                <a:cxn ang="0">
                  <a:pos x="107" y="17"/>
                </a:cxn>
                <a:cxn ang="0">
                  <a:pos x="139" y="100"/>
                </a:cxn>
                <a:cxn ang="0">
                  <a:pos x="196" y="74"/>
                </a:cxn>
                <a:cxn ang="0">
                  <a:pos x="240" y="43"/>
                </a:cxn>
                <a:cxn ang="0">
                  <a:pos x="253" y="93"/>
                </a:cxn>
                <a:cxn ang="0">
                  <a:pos x="303" y="68"/>
                </a:cxn>
                <a:cxn ang="0">
                  <a:pos x="328" y="112"/>
                </a:cxn>
                <a:cxn ang="0">
                  <a:pos x="379" y="62"/>
                </a:cxn>
                <a:cxn ang="0">
                  <a:pos x="417" y="125"/>
                </a:cxn>
                <a:cxn ang="0">
                  <a:pos x="429" y="106"/>
                </a:cxn>
                <a:cxn ang="0">
                  <a:pos x="436" y="137"/>
                </a:cxn>
                <a:cxn ang="0">
                  <a:pos x="455" y="207"/>
                </a:cxn>
                <a:cxn ang="0">
                  <a:pos x="486" y="213"/>
                </a:cxn>
                <a:cxn ang="0">
                  <a:pos x="518" y="207"/>
                </a:cxn>
                <a:cxn ang="0">
                  <a:pos x="524" y="226"/>
                </a:cxn>
                <a:cxn ang="0">
                  <a:pos x="543" y="232"/>
                </a:cxn>
                <a:cxn ang="0">
                  <a:pos x="549" y="283"/>
                </a:cxn>
                <a:cxn ang="0">
                  <a:pos x="562" y="321"/>
                </a:cxn>
                <a:cxn ang="0">
                  <a:pos x="606" y="359"/>
                </a:cxn>
                <a:cxn ang="0">
                  <a:pos x="625" y="415"/>
                </a:cxn>
                <a:cxn ang="0">
                  <a:pos x="669" y="580"/>
                </a:cxn>
                <a:cxn ang="0">
                  <a:pos x="695" y="719"/>
                </a:cxn>
                <a:cxn ang="0">
                  <a:pos x="701" y="693"/>
                </a:cxn>
                <a:cxn ang="0">
                  <a:pos x="707" y="712"/>
                </a:cxn>
                <a:cxn ang="0">
                  <a:pos x="714" y="731"/>
                </a:cxn>
                <a:cxn ang="0">
                  <a:pos x="733" y="807"/>
                </a:cxn>
                <a:cxn ang="0">
                  <a:pos x="739" y="895"/>
                </a:cxn>
                <a:cxn ang="0">
                  <a:pos x="758" y="927"/>
                </a:cxn>
                <a:cxn ang="0">
                  <a:pos x="802" y="1041"/>
                </a:cxn>
                <a:cxn ang="0">
                  <a:pos x="846" y="1041"/>
                </a:cxn>
                <a:cxn ang="0">
                  <a:pos x="922" y="1116"/>
                </a:cxn>
                <a:cxn ang="0">
                  <a:pos x="947" y="1186"/>
                </a:cxn>
                <a:cxn ang="0">
                  <a:pos x="947" y="1161"/>
                </a:cxn>
                <a:cxn ang="0">
                  <a:pos x="998" y="1192"/>
                </a:cxn>
                <a:cxn ang="0">
                  <a:pos x="1036" y="1161"/>
                </a:cxn>
                <a:cxn ang="0">
                  <a:pos x="1048" y="1180"/>
                </a:cxn>
                <a:cxn ang="0">
                  <a:pos x="1074" y="1192"/>
                </a:cxn>
                <a:cxn ang="0">
                  <a:pos x="1162" y="1167"/>
                </a:cxn>
                <a:cxn ang="0">
                  <a:pos x="1232" y="1161"/>
                </a:cxn>
                <a:cxn ang="0">
                  <a:pos x="1295" y="1110"/>
                </a:cxn>
                <a:cxn ang="0">
                  <a:pos x="1358" y="1123"/>
                </a:cxn>
                <a:cxn ang="0">
                  <a:pos x="1396" y="1085"/>
                </a:cxn>
              </a:cxnLst>
              <a:rect l="0" t="0" r="r" b="b"/>
              <a:pathLst>
                <a:path w="1396" h="1206">
                  <a:moveTo>
                    <a:pt x="0" y="156"/>
                  </a:moveTo>
                  <a:cubicBezTo>
                    <a:pt x="17" y="134"/>
                    <a:pt x="32" y="101"/>
                    <a:pt x="50" y="81"/>
                  </a:cubicBezTo>
                  <a:cubicBezTo>
                    <a:pt x="57" y="73"/>
                    <a:pt x="68" y="70"/>
                    <a:pt x="76" y="62"/>
                  </a:cubicBezTo>
                  <a:cubicBezTo>
                    <a:pt x="85" y="53"/>
                    <a:pt x="100" y="29"/>
                    <a:pt x="107" y="17"/>
                  </a:cubicBezTo>
                  <a:cubicBezTo>
                    <a:pt x="114" y="59"/>
                    <a:pt x="111" y="72"/>
                    <a:pt x="139" y="100"/>
                  </a:cubicBezTo>
                  <a:cubicBezTo>
                    <a:pt x="166" y="91"/>
                    <a:pt x="176" y="91"/>
                    <a:pt x="196" y="74"/>
                  </a:cubicBezTo>
                  <a:cubicBezTo>
                    <a:pt x="233" y="42"/>
                    <a:pt x="206" y="54"/>
                    <a:pt x="240" y="43"/>
                  </a:cubicBezTo>
                  <a:cubicBezTo>
                    <a:pt x="240" y="44"/>
                    <a:pt x="252" y="93"/>
                    <a:pt x="253" y="93"/>
                  </a:cubicBezTo>
                  <a:cubicBezTo>
                    <a:pt x="271" y="96"/>
                    <a:pt x="285" y="74"/>
                    <a:pt x="303" y="68"/>
                  </a:cubicBezTo>
                  <a:cubicBezTo>
                    <a:pt x="325" y="0"/>
                    <a:pt x="322" y="29"/>
                    <a:pt x="328" y="112"/>
                  </a:cubicBezTo>
                  <a:cubicBezTo>
                    <a:pt x="362" y="87"/>
                    <a:pt x="348" y="81"/>
                    <a:pt x="379" y="62"/>
                  </a:cubicBezTo>
                  <a:cubicBezTo>
                    <a:pt x="389" y="104"/>
                    <a:pt x="361" y="152"/>
                    <a:pt x="417" y="125"/>
                  </a:cubicBezTo>
                  <a:cubicBezTo>
                    <a:pt x="421" y="119"/>
                    <a:pt x="423" y="102"/>
                    <a:pt x="429" y="106"/>
                  </a:cubicBezTo>
                  <a:cubicBezTo>
                    <a:pt x="438" y="112"/>
                    <a:pt x="434" y="127"/>
                    <a:pt x="436" y="137"/>
                  </a:cubicBezTo>
                  <a:cubicBezTo>
                    <a:pt x="447" y="193"/>
                    <a:pt x="435" y="157"/>
                    <a:pt x="455" y="207"/>
                  </a:cubicBezTo>
                  <a:cubicBezTo>
                    <a:pt x="502" y="175"/>
                    <a:pt x="449" y="202"/>
                    <a:pt x="486" y="213"/>
                  </a:cubicBezTo>
                  <a:cubicBezTo>
                    <a:pt x="496" y="216"/>
                    <a:pt x="507" y="209"/>
                    <a:pt x="518" y="207"/>
                  </a:cubicBezTo>
                  <a:cubicBezTo>
                    <a:pt x="520" y="213"/>
                    <a:pt x="519" y="221"/>
                    <a:pt x="524" y="226"/>
                  </a:cubicBezTo>
                  <a:cubicBezTo>
                    <a:pt x="529" y="231"/>
                    <a:pt x="540" y="226"/>
                    <a:pt x="543" y="232"/>
                  </a:cubicBezTo>
                  <a:cubicBezTo>
                    <a:pt x="550" y="248"/>
                    <a:pt x="545" y="266"/>
                    <a:pt x="549" y="283"/>
                  </a:cubicBezTo>
                  <a:cubicBezTo>
                    <a:pt x="552" y="296"/>
                    <a:pt x="558" y="308"/>
                    <a:pt x="562" y="321"/>
                  </a:cubicBezTo>
                  <a:cubicBezTo>
                    <a:pt x="610" y="273"/>
                    <a:pt x="599" y="288"/>
                    <a:pt x="606" y="359"/>
                  </a:cubicBezTo>
                  <a:cubicBezTo>
                    <a:pt x="653" y="327"/>
                    <a:pt x="629" y="392"/>
                    <a:pt x="625" y="415"/>
                  </a:cubicBezTo>
                  <a:cubicBezTo>
                    <a:pt x="631" y="518"/>
                    <a:pt x="607" y="533"/>
                    <a:pt x="669" y="580"/>
                  </a:cubicBezTo>
                  <a:cubicBezTo>
                    <a:pt x="682" y="626"/>
                    <a:pt x="685" y="673"/>
                    <a:pt x="695" y="719"/>
                  </a:cubicBezTo>
                  <a:cubicBezTo>
                    <a:pt x="697" y="710"/>
                    <a:pt x="693" y="697"/>
                    <a:pt x="701" y="693"/>
                  </a:cubicBezTo>
                  <a:cubicBezTo>
                    <a:pt x="707" y="690"/>
                    <a:pt x="705" y="706"/>
                    <a:pt x="707" y="712"/>
                  </a:cubicBezTo>
                  <a:cubicBezTo>
                    <a:pt x="709" y="718"/>
                    <a:pt x="712" y="725"/>
                    <a:pt x="714" y="731"/>
                  </a:cubicBezTo>
                  <a:cubicBezTo>
                    <a:pt x="722" y="756"/>
                    <a:pt x="733" y="807"/>
                    <a:pt x="733" y="807"/>
                  </a:cubicBezTo>
                  <a:cubicBezTo>
                    <a:pt x="735" y="836"/>
                    <a:pt x="733" y="866"/>
                    <a:pt x="739" y="895"/>
                  </a:cubicBezTo>
                  <a:cubicBezTo>
                    <a:pt x="742" y="907"/>
                    <a:pt x="753" y="916"/>
                    <a:pt x="758" y="927"/>
                  </a:cubicBezTo>
                  <a:cubicBezTo>
                    <a:pt x="776" y="965"/>
                    <a:pt x="778" y="1005"/>
                    <a:pt x="802" y="1041"/>
                  </a:cubicBezTo>
                  <a:cubicBezTo>
                    <a:pt x="813" y="1006"/>
                    <a:pt x="817" y="1030"/>
                    <a:pt x="846" y="1041"/>
                  </a:cubicBezTo>
                  <a:cubicBezTo>
                    <a:pt x="878" y="1083"/>
                    <a:pt x="874" y="1098"/>
                    <a:pt x="922" y="1116"/>
                  </a:cubicBezTo>
                  <a:cubicBezTo>
                    <a:pt x="940" y="1142"/>
                    <a:pt x="936" y="1157"/>
                    <a:pt x="947" y="1186"/>
                  </a:cubicBezTo>
                  <a:cubicBezTo>
                    <a:pt x="955" y="1206"/>
                    <a:pt x="937" y="1142"/>
                    <a:pt x="947" y="1161"/>
                  </a:cubicBezTo>
                  <a:cubicBezTo>
                    <a:pt x="954" y="1144"/>
                    <a:pt x="987" y="1206"/>
                    <a:pt x="998" y="1192"/>
                  </a:cubicBezTo>
                  <a:cubicBezTo>
                    <a:pt x="1008" y="1179"/>
                    <a:pt x="1024" y="1173"/>
                    <a:pt x="1036" y="1161"/>
                  </a:cubicBezTo>
                  <a:cubicBezTo>
                    <a:pt x="1040" y="1167"/>
                    <a:pt x="1041" y="1177"/>
                    <a:pt x="1048" y="1180"/>
                  </a:cubicBezTo>
                  <a:cubicBezTo>
                    <a:pt x="1082" y="1193"/>
                    <a:pt x="1056" y="1144"/>
                    <a:pt x="1074" y="1192"/>
                  </a:cubicBezTo>
                  <a:cubicBezTo>
                    <a:pt x="1145" y="1157"/>
                    <a:pt x="1114" y="1156"/>
                    <a:pt x="1162" y="1167"/>
                  </a:cubicBezTo>
                  <a:cubicBezTo>
                    <a:pt x="1192" y="1160"/>
                    <a:pt x="1201" y="1153"/>
                    <a:pt x="1232" y="1161"/>
                  </a:cubicBezTo>
                  <a:cubicBezTo>
                    <a:pt x="1251" y="1141"/>
                    <a:pt x="1295" y="1110"/>
                    <a:pt x="1295" y="1110"/>
                  </a:cubicBezTo>
                  <a:cubicBezTo>
                    <a:pt x="1314" y="1140"/>
                    <a:pt x="1327" y="1138"/>
                    <a:pt x="1358" y="1123"/>
                  </a:cubicBezTo>
                  <a:cubicBezTo>
                    <a:pt x="1373" y="1077"/>
                    <a:pt x="1357" y="1085"/>
                    <a:pt x="1396" y="108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64" name="Freeform 196"/>
            <p:cNvSpPr>
              <a:spLocks/>
            </p:cNvSpPr>
            <p:nvPr/>
          </p:nvSpPr>
          <p:spPr bwMode="auto">
            <a:xfrm flipV="1">
              <a:off x="1945" y="2590"/>
              <a:ext cx="1472" cy="1067"/>
            </a:xfrm>
            <a:custGeom>
              <a:avLst/>
              <a:gdLst/>
              <a:ahLst/>
              <a:cxnLst>
                <a:cxn ang="0">
                  <a:pos x="1472" y="1048"/>
                </a:cxn>
                <a:cxn ang="0">
                  <a:pos x="1409" y="1023"/>
                </a:cxn>
                <a:cxn ang="0">
                  <a:pos x="1415" y="991"/>
                </a:cxn>
                <a:cxn ang="0">
                  <a:pos x="1421" y="966"/>
                </a:cxn>
                <a:cxn ang="0">
                  <a:pos x="1415" y="941"/>
                </a:cxn>
                <a:cxn ang="0">
                  <a:pos x="1409" y="909"/>
                </a:cxn>
                <a:cxn ang="0">
                  <a:pos x="1377" y="947"/>
                </a:cxn>
                <a:cxn ang="0">
                  <a:pos x="1352" y="833"/>
                </a:cxn>
                <a:cxn ang="0">
                  <a:pos x="1320" y="695"/>
                </a:cxn>
                <a:cxn ang="0">
                  <a:pos x="1301" y="707"/>
                </a:cxn>
                <a:cxn ang="0">
                  <a:pos x="1295" y="682"/>
                </a:cxn>
                <a:cxn ang="0">
                  <a:pos x="1257" y="587"/>
                </a:cxn>
                <a:cxn ang="0">
                  <a:pos x="1219" y="473"/>
                </a:cxn>
                <a:cxn ang="0">
                  <a:pos x="1200" y="480"/>
                </a:cxn>
                <a:cxn ang="0">
                  <a:pos x="1143" y="385"/>
                </a:cxn>
                <a:cxn ang="0">
                  <a:pos x="1105" y="259"/>
                </a:cxn>
                <a:cxn ang="0">
                  <a:pos x="1080" y="221"/>
                </a:cxn>
                <a:cxn ang="0">
                  <a:pos x="1042" y="170"/>
                </a:cxn>
                <a:cxn ang="0">
                  <a:pos x="1023" y="177"/>
                </a:cxn>
                <a:cxn ang="0">
                  <a:pos x="1017" y="196"/>
                </a:cxn>
                <a:cxn ang="0">
                  <a:pos x="1011" y="177"/>
                </a:cxn>
                <a:cxn ang="0">
                  <a:pos x="966" y="120"/>
                </a:cxn>
                <a:cxn ang="0">
                  <a:pos x="948" y="126"/>
                </a:cxn>
                <a:cxn ang="0">
                  <a:pos x="859" y="57"/>
                </a:cxn>
                <a:cxn ang="0">
                  <a:pos x="853" y="76"/>
                </a:cxn>
                <a:cxn ang="0">
                  <a:pos x="821" y="44"/>
                </a:cxn>
                <a:cxn ang="0">
                  <a:pos x="752" y="19"/>
                </a:cxn>
                <a:cxn ang="0">
                  <a:pos x="689" y="0"/>
                </a:cxn>
                <a:cxn ang="0">
                  <a:pos x="651" y="25"/>
                </a:cxn>
                <a:cxn ang="0">
                  <a:pos x="625" y="50"/>
                </a:cxn>
                <a:cxn ang="0">
                  <a:pos x="619" y="69"/>
                </a:cxn>
                <a:cxn ang="0">
                  <a:pos x="613" y="50"/>
                </a:cxn>
                <a:cxn ang="0">
                  <a:pos x="588" y="25"/>
                </a:cxn>
                <a:cxn ang="0">
                  <a:pos x="569" y="82"/>
                </a:cxn>
                <a:cxn ang="0">
                  <a:pos x="562" y="63"/>
                </a:cxn>
                <a:cxn ang="0">
                  <a:pos x="543" y="50"/>
                </a:cxn>
                <a:cxn ang="0">
                  <a:pos x="512" y="82"/>
                </a:cxn>
                <a:cxn ang="0">
                  <a:pos x="486" y="126"/>
                </a:cxn>
                <a:cxn ang="0">
                  <a:pos x="480" y="151"/>
                </a:cxn>
                <a:cxn ang="0">
                  <a:pos x="474" y="132"/>
                </a:cxn>
                <a:cxn ang="0">
                  <a:pos x="449" y="145"/>
                </a:cxn>
                <a:cxn ang="0">
                  <a:pos x="423" y="208"/>
                </a:cxn>
                <a:cxn ang="0">
                  <a:pos x="417" y="183"/>
                </a:cxn>
                <a:cxn ang="0">
                  <a:pos x="398" y="196"/>
                </a:cxn>
                <a:cxn ang="0">
                  <a:pos x="373" y="252"/>
                </a:cxn>
                <a:cxn ang="0">
                  <a:pos x="335" y="379"/>
                </a:cxn>
                <a:cxn ang="0">
                  <a:pos x="310" y="429"/>
                </a:cxn>
                <a:cxn ang="0">
                  <a:pos x="291" y="518"/>
                </a:cxn>
                <a:cxn ang="0">
                  <a:pos x="240" y="688"/>
                </a:cxn>
                <a:cxn ang="0">
                  <a:pos x="171" y="884"/>
                </a:cxn>
                <a:cxn ang="0">
                  <a:pos x="164" y="865"/>
                </a:cxn>
                <a:cxn ang="0">
                  <a:pos x="158" y="840"/>
                </a:cxn>
                <a:cxn ang="0">
                  <a:pos x="145" y="897"/>
                </a:cxn>
                <a:cxn ang="0">
                  <a:pos x="108" y="1067"/>
                </a:cxn>
                <a:cxn ang="0">
                  <a:pos x="70" y="1055"/>
                </a:cxn>
                <a:cxn ang="0">
                  <a:pos x="0" y="1055"/>
                </a:cxn>
              </a:cxnLst>
              <a:rect l="0" t="0" r="r" b="b"/>
              <a:pathLst>
                <a:path w="1472" h="1067">
                  <a:moveTo>
                    <a:pt x="1472" y="1048"/>
                  </a:moveTo>
                  <a:cubicBezTo>
                    <a:pt x="1451" y="1038"/>
                    <a:pt x="1431" y="1030"/>
                    <a:pt x="1409" y="1023"/>
                  </a:cubicBezTo>
                  <a:cubicBezTo>
                    <a:pt x="1411" y="1012"/>
                    <a:pt x="1413" y="1002"/>
                    <a:pt x="1415" y="991"/>
                  </a:cubicBezTo>
                  <a:cubicBezTo>
                    <a:pt x="1418" y="978"/>
                    <a:pt x="1439" y="902"/>
                    <a:pt x="1421" y="966"/>
                  </a:cubicBezTo>
                  <a:cubicBezTo>
                    <a:pt x="1419" y="958"/>
                    <a:pt x="1417" y="949"/>
                    <a:pt x="1415" y="941"/>
                  </a:cubicBezTo>
                  <a:cubicBezTo>
                    <a:pt x="1413" y="930"/>
                    <a:pt x="1419" y="914"/>
                    <a:pt x="1409" y="909"/>
                  </a:cubicBezTo>
                  <a:cubicBezTo>
                    <a:pt x="1403" y="906"/>
                    <a:pt x="1379" y="944"/>
                    <a:pt x="1377" y="947"/>
                  </a:cubicBezTo>
                  <a:cubicBezTo>
                    <a:pt x="1372" y="890"/>
                    <a:pt x="1373" y="878"/>
                    <a:pt x="1352" y="833"/>
                  </a:cubicBezTo>
                  <a:cubicBezTo>
                    <a:pt x="1343" y="787"/>
                    <a:pt x="1335" y="739"/>
                    <a:pt x="1320" y="695"/>
                  </a:cubicBezTo>
                  <a:cubicBezTo>
                    <a:pt x="1314" y="699"/>
                    <a:pt x="1308" y="710"/>
                    <a:pt x="1301" y="707"/>
                  </a:cubicBezTo>
                  <a:cubicBezTo>
                    <a:pt x="1293" y="703"/>
                    <a:pt x="1297" y="690"/>
                    <a:pt x="1295" y="682"/>
                  </a:cubicBezTo>
                  <a:cubicBezTo>
                    <a:pt x="1286" y="650"/>
                    <a:pt x="1275" y="614"/>
                    <a:pt x="1257" y="587"/>
                  </a:cubicBezTo>
                  <a:cubicBezTo>
                    <a:pt x="1245" y="548"/>
                    <a:pt x="1228" y="512"/>
                    <a:pt x="1219" y="473"/>
                  </a:cubicBezTo>
                  <a:cubicBezTo>
                    <a:pt x="1213" y="475"/>
                    <a:pt x="1204" y="485"/>
                    <a:pt x="1200" y="480"/>
                  </a:cubicBezTo>
                  <a:cubicBezTo>
                    <a:pt x="1173" y="449"/>
                    <a:pt x="1187" y="399"/>
                    <a:pt x="1143" y="385"/>
                  </a:cubicBezTo>
                  <a:cubicBezTo>
                    <a:pt x="1136" y="340"/>
                    <a:pt x="1131" y="297"/>
                    <a:pt x="1105" y="259"/>
                  </a:cubicBezTo>
                  <a:cubicBezTo>
                    <a:pt x="1094" y="225"/>
                    <a:pt x="1106" y="254"/>
                    <a:pt x="1080" y="221"/>
                  </a:cubicBezTo>
                  <a:cubicBezTo>
                    <a:pt x="1067" y="205"/>
                    <a:pt x="1042" y="170"/>
                    <a:pt x="1042" y="170"/>
                  </a:cubicBezTo>
                  <a:cubicBezTo>
                    <a:pt x="1036" y="172"/>
                    <a:pt x="1028" y="172"/>
                    <a:pt x="1023" y="177"/>
                  </a:cubicBezTo>
                  <a:cubicBezTo>
                    <a:pt x="1018" y="182"/>
                    <a:pt x="1024" y="196"/>
                    <a:pt x="1017" y="196"/>
                  </a:cubicBezTo>
                  <a:cubicBezTo>
                    <a:pt x="1010" y="196"/>
                    <a:pt x="1015" y="183"/>
                    <a:pt x="1011" y="177"/>
                  </a:cubicBezTo>
                  <a:cubicBezTo>
                    <a:pt x="998" y="157"/>
                    <a:pt x="966" y="120"/>
                    <a:pt x="966" y="120"/>
                  </a:cubicBezTo>
                  <a:cubicBezTo>
                    <a:pt x="960" y="122"/>
                    <a:pt x="953" y="129"/>
                    <a:pt x="948" y="126"/>
                  </a:cubicBezTo>
                  <a:cubicBezTo>
                    <a:pt x="901" y="96"/>
                    <a:pt x="906" y="72"/>
                    <a:pt x="859" y="57"/>
                  </a:cubicBezTo>
                  <a:cubicBezTo>
                    <a:pt x="857" y="63"/>
                    <a:pt x="859" y="74"/>
                    <a:pt x="853" y="76"/>
                  </a:cubicBezTo>
                  <a:cubicBezTo>
                    <a:pt x="839" y="79"/>
                    <a:pt x="827" y="49"/>
                    <a:pt x="821" y="44"/>
                  </a:cubicBezTo>
                  <a:cubicBezTo>
                    <a:pt x="795" y="24"/>
                    <a:pt x="781" y="25"/>
                    <a:pt x="752" y="19"/>
                  </a:cubicBezTo>
                  <a:cubicBezTo>
                    <a:pt x="718" y="40"/>
                    <a:pt x="719" y="19"/>
                    <a:pt x="689" y="0"/>
                  </a:cubicBezTo>
                  <a:cubicBezTo>
                    <a:pt x="668" y="30"/>
                    <a:pt x="684" y="48"/>
                    <a:pt x="651" y="25"/>
                  </a:cubicBezTo>
                  <a:cubicBezTo>
                    <a:pt x="642" y="33"/>
                    <a:pt x="632" y="40"/>
                    <a:pt x="625" y="50"/>
                  </a:cubicBezTo>
                  <a:cubicBezTo>
                    <a:pt x="621" y="55"/>
                    <a:pt x="626" y="69"/>
                    <a:pt x="619" y="69"/>
                  </a:cubicBezTo>
                  <a:cubicBezTo>
                    <a:pt x="612" y="69"/>
                    <a:pt x="615" y="56"/>
                    <a:pt x="613" y="50"/>
                  </a:cubicBezTo>
                  <a:cubicBezTo>
                    <a:pt x="605" y="25"/>
                    <a:pt x="612" y="33"/>
                    <a:pt x="588" y="25"/>
                  </a:cubicBezTo>
                  <a:cubicBezTo>
                    <a:pt x="587" y="29"/>
                    <a:pt x="579" y="79"/>
                    <a:pt x="569" y="82"/>
                  </a:cubicBezTo>
                  <a:cubicBezTo>
                    <a:pt x="563" y="84"/>
                    <a:pt x="566" y="68"/>
                    <a:pt x="562" y="63"/>
                  </a:cubicBezTo>
                  <a:cubicBezTo>
                    <a:pt x="557" y="57"/>
                    <a:pt x="549" y="54"/>
                    <a:pt x="543" y="50"/>
                  </a:cubicBezTo>
                  <a:cubicBezTo>
                    <a:pt x="529" y="109"/>
                    <a:pt x="551" y="50"/>
                    <a:pt x="512" y="82"/>
                  </a:cubicBezTo>
                  <a:cubicBezTo>
                    <a:pt x="499" y="93"/>
                    <a:pt x="496" y="112"/>
                    <a:pt x="486" y="126"/>
                  </a:cubicBezTo>
                  <a:cubicBezTo>
                    <a:pt x="484" y="134"/>
                    <a:pt x="488" y="147"/>
                    <a:pt x="480" y="151"/>
                  </a:cubicBezTo>
                  <a:cubicBezTo>
                    <a:pt x="474" y="154"/>
                    <a:pt x="481" y="133"/>
                    <a:pt x="474" y="132"/>
                  </a:cubicBezTo>
                  <a:cubicBezTo>
                    <a:pt x="465" y="130"/>
                    <a:pt x="457" y="141"/>
                    <a:pt x="449" y="145"/>
                  </a:cubicBezTo>
                  <a:cubicBezTo>
                    <a:pt x="434" y="166"/>
                    <a:pt x="430" y="183"/>
                    <a:pt x="423" y="208"/>
                  </a:cubicBezTo>
                  <a:cubicBezTo>
                    <a:pt x="421" y="200"/>
                    <a:pt x="425" y="187"/>
                    <a:pt x="417" y="183"/>
                  </a:cubicBezTo>
                  <a:cubicBezTo>
                    <a:pt x="410" y="180"/>
                    <a:pt x="403" y="190"/>
                    <a:pt x="398" y="196"/>
                  </a:cubicBezTo>
                  <a:cubicBezTo>
                    <a:pt x="388" y="209"/>
                    <a:pt x="383" y="236"/>
                    <a:pt x="373" y="252"/>
                  </a:cubicBezTo>
                  <a:cubicBezTo>
                    <a:pt x="367" y="290"/>
                    <a:pt x="353" y="343"/>
                    <a:pt x="335" y="379"/>
                  </a:cubicBezTo>
                  <a:cubicBezTo>
                    <a:pt x="314" y="422"/>
                    <a:pt x="328" y="370"/>
                    <a:pt x="310" y="429"/>
                  </a:cubicBezTo>
                  <a:cubicBezTo>
                    <a:pt x="301" y="458"/>
                    <a:pt x="300" y="489"/>
                    <a:pt x="291" y="518"/>
                  </a:cubicBezTo>
                  <a:cubicBezTo>
                    <a:pt x="241" y="418"/>
                    <a:pt x="312" y="665"/>
                    <a:pt x="240" y="688"/>
                  </a:cubicBezTo>
                  <a:cubicBezTo>
                    <a:pt x="205" y="746"/>
                    <a:pt x="195" y="820"/>
                    <a:pt x="171" y="884"/>
                  </a:cubicBezTo>
                  <a:cubicBezTo>
                    <a:pt x="169" y="878"/>
                    <a:pt x="166" y="871"/>
                    <a:pt x="164" y="865"/>
                  </a:cubicBezTo>
                  <a:cubicBezTo>
                    <a:pt x="162" y="857"/>
                    <a:pt x="166" y="836"/>
                    <a:pt x="158" y="840"/>
                  </a:cubicBezTo>
                  <a:cubicBezTo>
                    <a:pt x="141" y="849"/>
                    <a:pt x="151" y="878"/>
                    <a:pt x="145" y="897"/>
                  </a:cubicBezTo>
                  <a:cubicBezTo>
                    <a:pt x="128" y="953"/>
                    <a:pt x="126" y="1011"/>
                    <a:pt x="108" y="1067"/>
                  </a:cubicBezTo>
                  <a:cubicBezTo>
                    <a:pt x="99" y="1035"/>
                    <a:pt x="93" y="1019"/>
                    <a:pt x="70" y="1055"/>
                  </a:cubicBezTo>
                  <a:cubicBezTo>
                    <a:pt x="36" y="1032"/>
                    <a:pt x="36" y="1055"/>
                    <a:pt x="0" y="105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</p:grpSp>
      <p:grpSp>
        <p:nvGrpSpPr>
          <p:cNvPr id="5" name="Group 315"/>
          <p:cNvGrpSpPr>
            <a:grpSpLocks/>
          </p:cNvGrpSpPr>
          <p:nvPr/>
        </p:nvGrpSpPr>
        <p:grpSpPr bwMode="auto">
          <a:xfrm>
            <a:off x="909638" y="1371600"/>
            <a:ext cx="3081337" cy="2079625"/>
            <a:chOff x="573" y="990"/>
            <a:chExt cx="1941" cy="1310"/>
          </a:xfrm>
        </p:grpSpPr>
        <p:sp>
          <p:nvSpPr>
            <p:cNvPr id="135367" name="Freeform 199"/>
            <p:cNvSpPr>
              <a:spLocks/>
            </p:cNvSpPr>
            <p:nvPr/>
          </p:nvSpPr>
          <p:spPr bwMode="auto">
            <a:xfrm>
              <a:off x="627" y="1004"/>
              <a:ext cx="1752" cy="1188"/>
            </a:xfrm>
            <a:custGeom>
              <a:avLst/>
              <a:gdLst/>
              <a:ahLst/>
              <a:cxnLst>
                <a:cxn ang="0">
                  <a:pos x="1" y="1818"/>
                </a:cxn>
                <a:cxn ang="0">
                  <a:pos x="33" y="1799"/>
                </a:cxn>
                <a:cxn ang="0">
                  <a:pos x="197" y="1603"/>
                </a:cxn>
                <a:cxn ang="0">
                  <a:pos x="355" y="1167"/>
                </a:cxn>
                <a:cxn ang="0">
                  <a:pos x="538" y="649"/>
                </a:cxn>
                <a:cxn ang="0">
                  <a:pos x="784" y="220"/>
                </a:cxn>
                <a:cxn ang="0">
                  <a:pos x="1024" y="62"/>
                </a:cxn>
                <a:cxn ang="0">
                  <a:pos x="1277" y="24"/>
                </a:cxn>
                <a:cxn ang="0">
                  <a:pos x="1473" y="43"/>
                </a:cxn>
                <a:cxn ang="0">
                  <a:pos x="1845" y="283"/>
                </a:cxn>
                <a:cxn ang="0">
                  <a:pos x="1965" y="548"/>
                </a:cxn>
                <a:cxn ang="0">
                  <a:pos x="2079" y="921"/>
                </a:cxn>
                <a:cxn ang="0">
                  <a:pos x="2186" y="1243"/>
                </a:cxn>
                <a:cxn ang="0">
                  <a:pos x="2319" y="1534"/>
                </a:cxn>
                <a:cxn ang="0">
                  <a:pos x="2458" y="1786"/>
                </a:cxn>
                <a:cxn ang="0">
                  <a:pos x="2572" y="1862"/>
                </a:cxn>
              </a:cxnLst>
              <a:rect l="0" t="0" r="r" b="b"/>
              <a:pathLst>
                <a:path w="2572" h="1862">
                  <a:moveTo>
                    <a:pt x="1" y="1818"/>
                  </a:moveTo>
                  <a:cubicBezTo>
                    <a:pt x="0" y="1826"/>
                    <a:pt x="0" y="1835"/>
                    <a:pt x="33" y="1799"/>
                  </a:cubicBezTo>
                  <a:cubicBezTo>
                    <a:pt x="66" y="1763"/>
                    <a:pt x="143" y="1708"/>
                    <a:pt x="197" y="1603"/>
                  </a:cubicBezTo>
                  <a:cubicBezTo>
                    <a:pt x="251" y="1498"/>
                    <a:pt x="298" y="1326"/>
                    <a:pt x="355" y="1167"/>
                  </a:cubicBezTo>
                  <a:cubicBezTo>
                    <a:pt x="412" y="1008"/>
                    <a:pt x="467" y="807"/>
                    <a:pt x="538" y="649"/>
                  </a:cubicBezTo>
                  <a:cubicBezTo>
                    <a:pt x="609" y="491"/>
                    <a:pt x="703" y="318"/>
                    <a:pt x="784" y="220"/>
                  </a:cubicBezTo>
                  <a:cubicBezTo>
                    <a:pt x="865" y="122"/>
                    <a:pt x="942" y="95"/>
                    <a:pt x="1024" y="62"/>
                  </a:cubicBezTo>
                  <a:cubicBezTo>
                    <a:pt x="1106" y="29"/>
                    <a:pt x="1202" y="27"/>
                    <a:pt x="1277" y="24"/>
                  </a:cubicBezTo>
                  <a:cubicBezTo>
                    <a:pt x="1352" y="21"/>
                    <a:pt x="1378" y="0"/>
                    <a:pt x="1473" y="43"/>
                  </a:cubicBezTo>
                  <a:cubicBezTo>
                    <a:pt x="1568" y="86"/>
                    <a:pt x="1763" y="199"/>
                    <a:pt x="1845" y="283"/>
                  </a:cubicBezTo>
                  <a:cubicBezTo>
                    <a:pt x="1927" y="367"/>
                    <a:pt x="1926" y="442"/>
                    <a:pt x="1965" y="548"/>
                  </a:cubicBezTo>
                  <a:cubicBezTo>
                    <a:pt x="2004" y="654"/>
                    <a:pt x="2042" y="805"/>
                    <a:pt x="2079" y="921"/>
                  </a:cubicBezTo>
                  <a:cubicBezTo>
                    <a:pt x="2116" y="1037"/>
                    <a:pt x="2146" y="1141"/>
                    <a:pt x="2186" y="1243"/>
                  </a:cubicBezTo>
                  <a:cubicBezTo>
                    <a:pt x="2226" y="1345"/>
                    <a:pt x="2274" y="1444"/>
                    <a:pt x="2319" y="1534"/>
                  </a:cubicBezTo>
                  <a:cubicBezTo>
                    <a:pt x="2364" y="1624"/>
                    <a:pt x="2416" y="1731"/>
                    <a:pt x="2458" y="1786"/>
                  </a:cubicBezTo>
                  <a:cubicBezTo>
                    <a:pt x="2500" y="1841"/>
                    <a:pt x="2549" y="1849"/>
                    <a:pt x="2572" y="186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368" name="Freeform 200"/>
            <p:cNvSpPr>
              <a:spLocks/>
            </p:cNvSpPr>
            <p:nvPr/>
          </p:nvSpPr>
          <p:spPr bwMode="auto">
            <a:xfrm>
              <a:off x="741" y="1080"/>
              <a:ext cx="1773" cy="1220"/>
            </a:xfrm>
            <a:custGeom>
              <a:avLst/>
              <a:gdLst/>
              <a:ahLst/>
              <a:cxnLst>
                <a:cxn ang="0">
                  <a:pos x="1" y="60"/>
                </a:cxn>
                <a:cxn ang="0">
                  <a:pos x="22" y="72"/>
                </a:cxn>
                <a:cxn ang="0">
                  <a:pos x="134" y="197"/>
                </a:cxn>
                <a:cxn ang="0">
                  <a:pos x="242" y="475"/>
                </a:cxn>
                <a:cxn ang="0">
                  <a:pos x="366" y="806"/>
                </a:cxn>
                <a:cxn ang="0">
                  <a:pos x="534" y="1080"/>
                </a:cxn>
                <a:cxn ang="0">
                  <a:pos x="697" y="1180"/>
                </a:cxn>
                <a:cxn ang="0">
                  <a:pos x="869" y="1205"/>
                </a:cxn>
                <a:cxn ang="0">
                  <a:pos x="1003" y="1193"/>
                </a:cxn>
                <a:cxn ang="0">
                  <a:pos x="1256" y="1039"/>
                </a:cxn>
                <a:cxn ang="0">
                  <a:pos x="1338" y="870"/>
                </a:cxn>
                <a:cxn ang="0">
                  <a:pos x="1415" y="632"/>
                </a:cxn>
                <a:cxn ang="0">
                  <a:pos x="1488" y="427"/>
                </a:cxn>
                <a:cxn ang="0">
                  <a:pos x="1577" y="177"/>
                </a:cxn>
                <a:cxn ang="0">
                  <a:pos x="1673" y="80"/>
                </a:cxn>
                <a:cxn ang="0">
                  <a:pos x="1773" y="0"/>
                </a:cxn>
              </a:cxnLst>
              <a:rect l="0" t="0" r="r" b="b"/>
              <a:pathLst>
                <a:path w="1773" h="1220">
                  <a:moveTo>
                    <a:pt x="1" y="60"/>
                  </a:moveTo>
                  <a:cubicBezTo>
                    <a:pt x="0" y="55"/>
                    <a:pt x="0" y="49"/>
                    <a:pt x="22" y="72"/>
                  </a:cubicBezTo>
                  <a:cubicBezTo>
                    <a:pt x="45" y="95"/>
                    <a:pt x="97" y="130"/>
                    <a:pt x="134" y="197"/>
                  </a:cubicBezTo>
                  <a:cubicBezTo>
                    <a:pt x="171" y="264"/>
                    <a:pt x="203" y="374"/>
                    <a:pt x="242" y="475"/>
                  </a:cubicBezTo>
                  <a:cubicBezTo>
                    <a:pt x="280" y="577"/>
                    <a:pt x="318" y="705"/>
                    <a:pt x="366" y="806"/>
                  </a:cubicBezTo>
                  <a:cubicBezTo>
                    <a:pt x="415" y="907"/>
                    <a:pt x="479" y="1017"/>
                    <a:pt x="534" y="1080"/>
                  </a:cubicBezTo>
                  <a:cubicBezTo>
                    <a:pt x="589" y="1142"/>
                    <a:pt x="641" y="1159"/>
                    <a:pt x="697" y="1180"/>
                  </a:cubicBezTo>
                  <a:cubicBezTo>
                    <a:pt x="753" y="1201"/>
                    <a:pt x="818" y="1203"/>
                    <a:pt x="869" y="1205"/>
                  </a:cubicBezTo>
                  <a:cubicBezTo>
                    <a:pt x="920" y="1207"/>
                    <a:pt x="938" y="1220"/>
                    <a:pt x="1003" y="1193"/>
                  </a:cubicBezTo>
                  <a:cubicBezTo>
                    <a:pt x="1067" y="1165"/>
                    <a:pt x="1200" y="1093"/>
                    <a:pt x="1256" y="1039"/>
                  </a:cubicBezTo>
                  <a:cubicBezTo>
                    <a:pt x="1312" y="986"/>
                    <a:pt x="1311" y="938"/>
                    <a:pt x="1338" y="870"/>
                  </a:cubicBezTo>
                  <a:cubicBezTo>
                    <a:pt x="1364" y="803"/>
                    <a:pt x="1390" y="706"/>
                    <a:pt x="1415" y="632"/>
                  </a:cubicBezTo>
                  <a:cubicBezTo>
                    <a:pt x="1441" y="558"/>
                    <a:pt x="1461" y="503"/>
                    <a:pt x="1488" y="427"/>
                  </a:cubicBezTo>
                  <a:cubicBezTo>
                    <a:pt x="1515" y="351"/>
                    <a:pt x="1546" y="235"/>
                    <a:pt x="1577" y="177"/>
                  </a:cubicBezTo>
                  <a:cubicBezTo>
                    <a:pt x="1608" y="119"/>
                    <a:pt x="1640" y="110"/>
                    <a:pt x="1673" y="80"/>
                  </a:cubicBezTo>
                  <a:cubicBezTo>
                    <a:pt x="1706" y="50"/>
                    <a:pt x="1752" y="17"/>
                    <a:pt x="1773" y="0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369" name="Freeform 201"/>
            <p:cNvSpPr>
              <a:spLocks/>
            </p:cNvSpPr>
            <p:nvPr/>
          </p:nvSpPr>
          <p:spPr bwMode="auto">
            <a:xfrm>
              <a:off x="696" y="1112"/>
              <a:ext cx="1751" cy="1188"/>
            </a:xfrm>
            <a:custGeom>
              <a:avLst/>
              <a:gdLst/>
              <a:ahLst/>
              <a:cxnLst>
                <a:cxn ang="0">
                  <a:pos x="1" y="28"/>
                </a:cxn>
                <a:cxn ang="0">
                  <a:pos x="22" y="40"/>
                </a:cxn>
                <a:cxn ang="0">
                  <a:pos x="134" y="165"/>
                </a:cxn>
                <a:cxn ang="0">
                  <a:pos x="264" y="372"/>
                </a:cxn>
                <a:cxn ang="0">
                  <a:pos x="366" y="774"/>
                </a:cxn>
                <a:cxn ang="0">
                  <a:pos x="534" y="1048"/>
                </a:cxn>
                <a:cxn ang="0">
                  <a:pos x="697" y="1148"/>
                </a:cxn>
                <a:cxn ang="0">
                  <a:pos x="869" y="1173"/>
                </a:cxn>
                <a:cxn ang="0">
                  <a:pos x="1003" y="1161"/>
                </a:cxn>
                <a:cxn ang="0">
                  <a:pos x="1256" y="1007"/>
                </a:cxn>
                <a:cxn ang="0">
                  <a:pos x="1338" y="838"/>
                </a:cxn>
                <a:cxn ang="0">
                  <a:pos x="1445" y="650"/>
                </a:cxn>
                <a:cxn ang="0">
                  <a:pos x="1502" y="385"/>
                </a:cxn>
                <a:cxn ang="0">
                  <a:pos x="1578" y="183"/>
                </a:cxn>
                <a:cxn ang="0">
                  <a:pos x="1546" y="189"/>
                </a:cxn>
                <a:cxn ang="0">
                  <a:pos x="1673" y="48"/>
                </a:cxn>
                <a:cxn ang="0">
                  <a:pos x="1751" y="0"/>
                </a:cxn>
              </a:cxnLst>
              <a:rect l="0" t="0" r="r" b="b"/>
              <a:pathLst>
                <a:path w="1751" h="1188">
                  <a:moveTo>
                    <a:pt x="1" y="28"/>
                  </a:moveTo>
                  <a:cubicBezTo>
                    <a:pt x="0" y="23"/>
                    <a:pt x="0" y="17"/>
                    <a:pt x="22" y="40"/>
                  </a:cubicBezTo>
                  <a:cubicBezTo>
                    <a:pt x="45" y="63"/>
                    <a:pt x="94" y="110"/>
                    <a:pt x="134" y="165"/>
                  </a:cubicBezTo>
                  <a:cubicBezTo>
                    <a:pt x="174" y="220"/>
                    <a:pt x="225" y="271"/>
                    <a:pt x="264" y="372"/>
                  </a:cubicBezTo>
                  <a:cubicBezTo>
                    <a:pt x="303" y="473"/>
                    <a:pt x="321" y="661"/>
                    <a:pt x="366" y="774"/>
                  </a:cubicBezTo>
                  <a:cubicBezTo>
                    <a:pt x="411" y="887"/>
                    <a:pt x="479" y="985"/>
                    <a:pt x="534" y="1048"/>
                  </a:cubicBezTo>
                  <a:cubicBezTo>
                    <a:pt x="589" y="1110"/>
                    <a:pt x="641" y="1127"/>
                    <a:pt x="697" y="1148"/>
                  </a:cubicBezTo>
                  <a:cubicBezTo>
                    <a:pt x="753" y="1169"/>
                    <a:pt x="818" y="1171"/>
                    <a:pt x="869" y="1173"/>
                  </a:cubicBezTo>
                  <a:cubicBezTo>
                    <a:pt x="920" y="1175"/>
                    <a:pt x="938" y="1188"/>
                    <a:pt x="1003" y="1161"/>
                  </a:cubicBezTo>
                  <a:cubicBezTo>
                    <a:pt x="1067" y="1133"/>
                    <a:pt x="1200" y="1061"/>
                    <a:pt x="1256" y="1007"/>
                  </a:cubicBezTo>
                  <a:cubicBezTo>
                    <a:pt x="1312" y="954"/>
                    <a:pt x="1306" y="898"/>
                    <a:pt x="1338" y="838"/>
                  </a:cubicBezTo>
                  <a:cubicBezTo>
                    <a:pt x="1370" y="778"/>
                    <a:pt x="1418" y="726"/>
                    <a:pt x="1445" y="650"/>
                  </a:cubicBezTo>
                  <a:cubicBezTo>
                    <a:pt x="1472" y="574"/>
                    <a:pt x="1480" y="463"/>
                    <a:pt x="1502" y="385"/>
                  </a:cubicBezTo>
                  <a:cubicBezTo>
                    <a:pt x="1524" y="307"/>
                    <a:pt x="1571" y="216"/>
                    <a:pt x="1578" y="183"/>
                  </a:cubicBezTo>
                  <a:cubicBezTo>
                    <a:pt x="1585" y="150"/>
                    <a:pt x="1530" y="211"/>
                    <a:pt x="1546" y="189"/>
                  </a:cubicBezTo>
                  <a:cubicBezTo>
                    <a:pt x="1562" y="167"/>
                    <a:pt x="1639" y="79"/>
                    <a:pt x="1673" y="48"/>
                  </a:cubicBezTo>
                  <a:cubicBezTo>
                    <a:pt x="1707" y="17"/>
                    <a:pt x="1735" y="8"/>
                    <a:pt x="1751" y="0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370" name="Freeform 202"/>
            <p:cNvSpPr>
              <a:spLocks/>
            </p:cNvSpPr>
            <p:nvPr/>
          </p:nvSpPr>
          <p:spPr bwMode="auto">
            <a:xfrm>
              <a:off x="712" y="1014"/>
              <a:ext cx="1755" cy="1249"/>
            </a:xfrm>
            <a:custGeom>
              <a:avLst/>
              <a:gdLst/>
              <a:ahLst/>
              <a:cxnLst>
                <a:cxn ang="0">
                  <a:pos x="0" y="1169"/>
                </a:cxn>
                <a:cxn ang="0">
                  <a:pos x="176" y="1237"/>
                </a:cxn>
                <a:cxn ang="0">
                  <a:pos x="370" y="1241"/>
                </a:cxn>
                <a:cxn ang="0">
                  <a:pos x="464" y="1213"/>
                </a:cxn>
                <a:cxn ang="0">
                  <a:pos x="598" y="1044"/>
                </a:cxn>
                <a:cxn ang="0">
                  <a:pos x="733" y="863"/>
                </a:cxn>
                <a:cxn ang="0">
                  <a:pos x="816" y="565"/>
                </a:cxn>
                <a:cxn ang="0">
                  <a:pos x="1023" y="167"/>
                </a:cxn>
                <a:cxn ang="0">
                  <a:pos x="1204" y="25"/>
                </a:cxn>
                <a:cxn ang="0">
                  <a:pos x="1397" y="16"/>
                </a:cxn>
                <a:cxn ang="0">
                  <a:pos x="1579" y="16"/>
                </a:cxn>
                <a:cxn ang="0">
                  <a:pos x="1669" y="53"/>
                </a:cxn>
                <a:cxn ang="0">
                  <a:pos x="1755" y="129"/>
                </a:cxn>
              </a:cxnLst>
              <a:rect l="0" t="0" r="r" b="b"/>
              <a:pathLst>
                <a:path w="1755" h="1249">
                  <a:moveTo>
                    <a:pt x="0" y="1169"/>
                  </a:moveTo>
                  <a:cubicBezTo>
                    <a:pt x="57" y="1197"/>
                    <a:pt x="114" y="1225"/>
                    <a:pt x="176" y="1237"/>
                  </a:cubicBezTo>
                  <a:cubicBezTo>
                    <a:pt x="238" y="1249"/>
                    <a:pt x="322" y="1245"/>
                    <a:pt x="370" y="1241"/>
                  </a:cubicBezTo>
                  <a:cubicBezTo>
                    <a:pt x="417" y="1237"/>
                    <a:pt x="426" y="1246"/>
                    <a:pt x="464" y="1213"/>
                  </a:cubicBezTo>
                  <a:cubicBezTo>
                    <a:pt x="502" y="1180"/>
                    <a:pt x="553" y="1102"/>
                    <a:pt x="598" y="1044"/>
                  </a:cubicBezTo>
                  <a:cubicBezTo>
                    <a:pt x="643" y="986"/>
                    <a:pt x="697" y="943"/>
                    <a:pt x="733" y="863"/>
                  </a:cubicBezTo>
                  <a:cubicBezTo>
                    <a:pt x="769" y="783"/>
                    <a:pt x="768" y="681"/>
                    <a:pt x="816" y="565"/>
                  </a:cubicBezTo>
                  <a:cubicBezTo>
                    <a:pt x="864" y="449"/>
                    <a:pt x="958" y="257"/>
                    <a:pt x="1023" y="167"/>
                  </a:cubicBezTo>
                  <a:cubicBezTo>
                    <a:pt x="1088" y="77"/>
                    <a:pt x="1142" y="50"/>
                    <a:pt x="1204" y="25"/>
                  </a:cubicBezTo>
                  <a:cubicBezTo>
                    <a:pt x="1266" y="0"/>
                    <a:pt x="1335" y="17"/>
                    <a:pt x="1397" y="16"/>
                  </a:cubicBezTo>
                  <a:cubicBezTo>
                    <a:pt x="1459" y="15"/>
                    <a:pt x="1534" y="10"/>
                    <a:pt x="1579" y="16"/>
                  </a:cubicBezTo>
                  <a:cubicBezTo>
                    <a:pt x="1624" y="22"/>
                    <a:pt x="1639" y="34"/>
                    <a:pt x="1669" y="53"/>
                  </a:cubicBezTo>
                  <a:cubicBezTo>
                    <a:pt x="1698" y="71"/>
                    <a:pt x="1726" y="100"/>
                    <a:pt x="1755" y="129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371" name="Freeform 203"/>
            <p:cNvSpPr>
              <a:spLocks/>
            </p:cNvSpPr>
            <p:nvPr/>
          </p:nvSpPr>
          <p:spPr bwMode="auto">
            <a:xfrm flipH="1">
              <a:off x="627" y="1004"/>
              <a:ext cx="1755" cy="1243"/>
            </a:xfrm>
            <a:custGeom>
              <a:avLst/>
              <a:gdLst/>
              <a:ahLst/>
              <a:cxnLst>
                <a:cxn ang="0">
                  <a:pos x="0" y="1823"/>
                </a:cxn>
                <a:cxn ang="0">
                  <a:pos x="259" y="1930"/>
                </a:cxn>
                <a:cxn ang="0">
                  <a:pos x="543" y="1936"/>
                </a:cxn>
                <a:cxn ang="0">
                  <a:pos x="682" y="1892"/>
                </a:cxn>
                <a:cxn ang="0">
                  <a:pos x="846" y="1760"/>
                </a:cxn>
                <a:cxn ang="0">
                  <a:pos x="1029" y="1551"/>
                </a:cxn>
                <a:cxn ang="0">
                  <a:pos x="1257" y="964"/>
                </a:cxn>
                <a:cxn ang="0">
                  <a:pos x="1503" y="332"/>
                </a:cxn>
                <a:cxn ang="0">
                  <a:pos x="1762" y="111"/>
                </a:cxn>
                <a:cxn ang="0">
                  <a:pos x="2052" y="16"/>
                </a:cxn>
                <a:cxn ang="0">
                  <a:pos x="2318" y="16"/>
                </a:cxn>
                <a:cxn ang="0">
                  <a:pos x="2450" y="73"/>
                </a:cxn>
                <a:cxn ang="0">
                  <a:pos x="2577" y="193"/>
                </a:cxn>
              </a:cxnLst>
              <a:rect l="0" t="0" r="r" b="b"/>
              <a:pathLst>
                <a:path w="2577" h="1949">
                  <a:moveTo>
                    <a:pt x="0" y="1823"/>
                  </a:moveTo>
                  <a:cubicBezTo>
                    <a:pt x="84" y="1867"/>
                    <a:pt x="168" y="1911"/>
                    <a:pt x="259" y="1930"/>
                  </a:cubicBezTo>
                  <a:cubicBezTo>
                    <a:pt x="350" y="1949"/>
                    <a:pt x="473" y="1942"/>
                    <a:pt x="543" y="1936"/>
                  </a:cubicBezTo>
                  <a:cubicBezTo>
                    <a:pt x="613" y="1930"/>
                    <a:pt x="632" y="1921"/>
                    <a:pt x="682" y="1892"/>
                  </a:cubicBezTo>
                  <a:cubicBezTo>
                    <a:pt x="732" y="1863"/>
                    <a:pt x="788" y="1817"/>
                    <a:pt x="846" y="1760"/>
                  </a:cubicBezTo>
                  <a:cubicBezTo>
                    <a:pt x="904" y="1703"/>
                    <a:pt x="961" y="1684"/>
                    <a:pt x="1029" y="1551"/>
                  </a:cubicBezTo>
                  <a:cubicBezTo>
                    <a:pt x="1097" y="1418"/>
                    <a:pt x="1178" y="1167"/>
                    <a:pt x="1257" y="964"/>
                  </a:cubicBezTo>
                  <a:cubicBezTo>
                    <a:pt x="1336" y="761"/>
                    <a:pt x="1419" y="474"/>
                    <a:pt x="1503" y="332"/>
                  </a:cubicBezTo>
                  <a:cubicBezTo>
                    <a:pt x="1587" y="190"/>
                    <a:pt x="1671" y="164"/>
                    <a:pt x="1762" y="111"/>
                  </a:cubicBezTo>
                  <a:cubicBezTo>
                    <a:pt x="1853" y="58"/>
                    <a:pt x="1959" y="32"/>
                    <a:pt x="2052" y="16"/>
                  </a:cubicBezTo>
                  <a:cubicBezTo>
                    <a:pt x="2145" y="0"/>
                    <a:pt x="2252" y="7"/>
                    <a:pt x="2318" y="16"/>
                  </a:cubicBezTo>
                  <a:cubicBezTo>
                    <a:pt x="2384" y="25"/>
                    <a:pt x="2407" y="44"/>
                    <a:pt x="2450" y="73"/>
                  </a:cubicBezTo>
                  <a:cubicBezTo>
                    <a:pt x="2493" y="102"/>
                    <a:pt x="2535" y="147"/>
                    <a:pt x="2577" y="193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372" name="Freeform 204"/>
            <p:cNvSpPr>
              <a:spLocks/>
            </p:cNvSpPr>
            <p:nvPr/>
          </p:nvSpPr>
          <p:spPr bwMode="auto">
            <a:xfrm flipH="1">
              <a:off x="601" y="1006"/>
              <a:ext cx="1755" cy="1243"/>
            </a:xfrm>
            <a:custGeom>
              <a:avLst/>
              <a:gdLst/>
              <a:ahLst/>
              <a:cxnLst>
                <a:cxn ang="0">
                  <a:pos x="0" y="1823"/>
                </a:cxn>
                <a:cxn ang="0">
                  <a:pos x="259" y="1930"/>
                </a:cxn>
                <a:cxn ang="0">
                  <a:pos x="543" y="1936"/>
                </a:cxn>
                <a:cxn ang="0">
                  <a:pos x="682" y="1892"/>
                </a:cxn>
                <a:cxn ang="0">
                  <a:pos x="846" y="1760"/>
                </a:cxn>
                <a:cxn ang="0">
                  <a:pos x="1029" y="1551"/>
                </a:cxn>
                <a:cxn ang="0">
                  <a:pos x="1257" y="964"/>
                </a:cxn>
                <a:cxn ang="0">
                  <a:pos x="1503" y="332"/>
                </a:cxn>
                <a:cxn ang="0">
                  <a:pos x="1762" y="111"/>
                </a:cxn>
                <a:cxn ang="0">
                  <a:pos x="2052" y="16"/>
                </a:cxn>
                <a:cxn ang="0">
                  <a:pos x="2318" y="16"/>
                </a:cxn>
                <a:cxn ang="0">
                  <a:pos x="2450" y="73"/>
                </a:cxn>
                <a:cxn ang="0">
                  <a:pos x="2577" y="193"/>
                </a:cxn>
              </a:cxnLst>
              <a:rect l="0" t="0" r="r" b="b"/>
              <a:pathLst>
                <a:path w="2577" h="1949">
                  <a:moveTo>
                    <a:pt x="0" y="1823"/>
                  </a:moveTo>
                  <a:cubicBezTo>
                    <a:pt x="84" y="1867"/>
                    <a:pt x="168" y="1911"/>
                    <a:pt x="259" y="1930"/>
                  </a:cubicBezTo>
                  <a:cubicBezTo>
                    <a:pt x="350" y="1949"/>
                    <a:pt x="473" y="1942"/>
                    <a:pt x="543" y="1936"/>
                  </a:cubicBezTo>
                  <a:cubicBezTo>
                    <a:pt x="613" y="1930"/>
                    <a:pt x="632" y="1921"/>
                    <a:pt x="682" y="1892"/>
                  </a:cubicBezTo>
                  <a:cubicBezTo>
                    <a:pt x="732" y="1863"/>
                    <a:pt x="788" y="1817"/>
                    <a:pt x="846" y="1760"/>
                  </a:cubicBezTo>
                  <a:cubicBezTo>
                    <a:pt x="904" y="1703"/>
                    <a:pt x="961" y="1684"/>
                    <a:pt x="1029" y="1551"/>
                  </a:cubicBezTo>
                  <a:cubicBezTo>
                    <a:pt x="1097" y="1418"/>
                    <a:pt x="1178" y="1167"/>
                    <a:pt x="1257" y="964"/>
                  </a:cubicBezTo>
                  <a:cubicBezTo>
                    <a:pt x="1336" y="761"/>
                    <a:pt x="1419" y="474"/>
                    <a:pt x="1503" y="332"/>
                  </a:cubicBezTo>
                  <a:cubicBezTo>
                    <a:pt x="1587" y="190"/>
                    <a:pt x="1671" y="164"/>
                    <a:pt x="1762" y="111"/>
                  </a:cubicBezTo>
                  <a:cubicBezTo>
                    <a:pt x="1853" y="58"/>
                    <a:pt x="1959" y="32"/>
                    <a:pt x="2052" y="16"/>
                  </a:cubicBezTo>
                  <a:cubicBezTo>
                    <a:pt x="2145" y="0"/>
                    <a:pt x="2252" y="7"/>
                    <a:pt x="2318" y="16"/>
                  </a:cubicBezTo>
                  <a:cubicBezTo>
                    <a:pt x="2384" y="25"/>
                    <a:pt x="2407" y="44"/>
                    <a:pt x="2450" y="73"/>
                  </a:cubicBezTo>
                  <a:cubicBezTo>
                    <a:pt x="2493" y="102"/>
                    <a:pt x="2535" y="147"/>
                    <a:pt x="2577" y="193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373" name="Freeform 205"/>
            <p:cNvSpPr>
              <a:spLocks/>
            </p:cNvSpPr>
            <p:nvPr/>
          </p:nvSpPr>
          <p:spPr bwMode="auto">
            <a:xfrm>
              <a:off x="573" y="1014"/>
              <a:ext cx="1755" cy="1243"/>
            </a:xfrm>
            <a:custGeom>
              <a:avLst/>
              <a:gdLst/>
              <a:ahLst/>
              <a:cxnLst>
                <a:cxn ang="0">
                  <a:pos x="1755" y="1163"/>
                </a:cxn>
                <a:cxn ang="0">
                  <a:pos x="1579" y="1231"/>
                </a:cxn>
                <a:cxn ang="0">
                  <a:pos x="1385" y="1235"/>
                </a:cxn>
                <a:cxn ang="0">
                  <a:pos x="1291" y="1207"/>
                </a:cxn>
                <a:cxn ang="0">
                  <a:pos x="1179" y="1122"/>
                </a:cxn>
                <a:cxn ang="0">
                  <a:pos x="1040" y="837"/>
                </a:cxn>
                <a:cxn ang="0">
                  <a:pos x="899" y="615"/>
                </a:cxn>
                <a:cxn ang="0">
                  <a:pos x="898" y="521"/>
                </a:cxn>
                <a:cxn ang="0">
                  <a:pos x="782" y="315"/>
                </a:cxn>
                <a:cxn ang="0">
                  <a:pos x="555" y="71"/>
                </a:cxn>
                <a:cxn ang="0">
                  <a:pos x="358" y="10"/>
                </a:cxn>
                <a:cxn ang="0">
                  <a:pos x="176" y="10"/>
                </a:cxn>
                <a:cxn ang="0">
                  <a:pos x="86" y="47"/>
                </a:cxn>
                <a:cxn ang="0">
                  <a:pos x="0" y="123"/>
                </a:cxn>
              </a:cxnLst>
              <a:rect l="0" t="0" r="r" b="b"/>
              <a:pathLst>
                <a:path w="1755" h="1243">
                  <a:moveTo>
                    <a:pt x="1755" y="1163"/>
                  </a:moveTo>
                  <a:cubicBezTo>
                    <a:pt x="1698" y="1191"/>
                    <a:pt x="1641" y="1219"/>
                    <a:pt x="1579" y="1231"/>
                  </a:cubicBezTo>
                  <a:cubicBezTo>
                    <a:pt x="1517" y="1243"/>
                    <a:pt x="1433" y="1239"/>
                    <a:pt x="1385" y="1235"/>
                  </a:cubicBezTo>
                  <a:cubicBezTo>
                    <a:pt x="1338" y="1231"/>
                    <a:pt x="1325" y="1225"/>
                    <a:pt x="1291" y="1207"/>
                  </a:cubicBezTo>
                  <a:cubicBezTo>
                    <a:pt x="1256" y="1188"/>
                    <a:pt x="1221" y="1184"/>
                    <a:pt x="1179" y="1122"/>
                  </a:cubicBezTo>
                  <a:cubicBezTo>
                    <a:pt x="1137" y="1060"/>
                    <a:pt x="1087" y="921"/>
                    <a:pt x="1040" y="837"/>
                  </a:cubicBezTo>
                  <a:cubicBezTo>
                    <a:pt x="993" y="753"/>
                    <a:pt x="923" y="668"/>
                    <a:pt x="899" y="615"/>
                  </a:cubicBezTo>
                  <a:cubicBezTo>
                    <a:pt x="875" y="562"/>
                    <a:pt x="917" y="571"/>
                    <a:pt x="898" y="521"/>
                  </a:cubicBezTo>
                  <a:cubicBezTo>
                    <a:pt x="879" y="471"/>
                    <a:pt x="839" y="390"/>
                    <a:pt x="782" y="315"/>
                  </a:cubicBezTo>
                  <a:cubicBezTo>
                    <a:pt x="725" y="240"/>
                    <a:pt x="626" y="122"/>
                    <a:pt x="555" y="71"/>
                  </a:cubicBezTo>
                  <a:cubicBezTo>
                    <a:pt x="484" y="20"/>
                    <a:pt x="421" y="20"/>
                    <a:pt x="358" y="10"/>
                  </a:cubicBezTo>
                  <a:cubicBezTo>
                    <a:pt x="294" y="0"/>
                    <a:pt x="221" y="4"/>
                    <a:pt x="176" y="10"/>
                  </a:cubicBezTo>
                  <a:cubicBezTo>
                    <a:pt x="131" y="16"/>
                    <a:pt x="116" y="28"/>
                    <a:pt x="86" y="47"/>
                  </a:cubicBezTo>
                  <a:cubicBezTo>
                    <a:pt x="57" y="65"/>
                    <a:pt x="29" y="94"/>
                    <a:pt x="0" y="123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374" name="Freeform 206"/>
            <p:cNvSpPr>
              <a:spLocks/>
            </p:cNvSpPr>
            <p:nvPr/>
          </p:nvSpPr>
          <p:spPr bwMode="auto">
            <a:xfrm>
              <a:off x="627" y="990"/>
              <a:ext cx="1752" cy="1202"/>
            </a:xfrm>
            <a:custGeom>
              <a:avLst/>
              <a:gdLst/>
              <a:ahLst/>
              <a:cxnLst>
                <a:cxn ang="0">
                  <a:pos x="1" y="1174"/>
                </a:cxn>
                <a:cxn ang="0">
                  <a:pos x="22" y="1162"/>
                </a:cxn>
                <a:cxn ang="0">
                  <a:pos x="134" y="1037"/>
                </a:cxn>
                <a:cxn ang="0">
                  <a:pos x="257" y="709"/>
                </a:cxn>
                <a:cxn ang="0">
                  <a:pos x="384" y="343"/>
                </a:cxn>
                <a:cxn ang="0">
                  <a:pos x="534" y="154"/>
                </a:cxn>
                <a:cxn ang="0">
                  <a:pos x="706" y="27"/>
                </a:cxn>
                <a:cxn ang="0">
                  <a:pos x="882" y="2"/>
                </a:cxn>
                <a:cxn ang="0">
                  <a:pos x="1003" y="41"/>
                </a:cxn>
                <a:cxn ang="0">
                  <a:pos x="1257" y="195"/>
                </a:cxn>
                <a:cxn ang="0">
                  <a:pos x="1339" y="364"/>
                </a:cxn>
                <a:cxn ang="0">
                  <a:pos x="1416" y="602"/>
                </a:cxn>
                <a:cxn ang="0">
                  <a:pos x="1489" y="807"/>
                </a:cxn>
                <a:cxn ang="0">
                  <a:pos x="1580" y="993"/>
                </a:cxn>
                <a:cxn ang="0">
                  <a:pos x="1674" y="1154"/>
                </a:cxn>
                <a:cxn ang="0">
                  <a:pos x="1752" y="1202"/>
                </a:cxn>
              </a:cxnLst>
              <a:rect l="0" t="0" r="r" b="b"/>
              <a:pathLst>
                <a:path w="1752" h="1202">
                  <a:moveTo>
                    <a:pt x="1" y="1174"/>
                  </a:moveTo>
                  <a:cubicBezTo>
                    <a:pt x="0" y="1179"/>
                    <a:pt x="0" y="1185"/>
                    <a:pt x="22" y="1162"/>
                  </a:cubicBezTo>
                  <a:cubicBezTo>
                    <a:pt x="45" y="1139"/>
                    <a:pt x="95" y="1112"/>
                    <a:pt x="134" y="1037"/>
                  </a:cubicBezTo>
                  <a:cubicBezTo>
                    <a:pt x="173" y="962"/>
                    <a:pt x="215" y="825"/>
                    <a:pt x="257" y="709"/>
                  </a:cubicBezTo>
                  <a:cubicBezTo>
                    <a:pt x="299" y="593"/>
                    <a:pt x="338" y="435"/>
                    <a:pt x="384" y="343"/>
                  </a:cubicBezTo>
                  <a:cubicBezTo>
                    <a:pt x="430" y="251"/>
                    <a:pt x="481" y="206"/>
                    <a:pt x="534" y="154"/>
                  </a:cubicBezTo>
                  <a:cubicBezTo>
                    <a:pt x="587" y="102"/>
                    <a:pt x="648" y="52"/>
                    <a:pt x="706" y="27"/>
                  </a:cubicBezTo>
                  <a:cubicBezTo>
                    <a:pt x="764" y="2"/>
                    <a:pt x="833" y="0"/>
                    <a:pt x="882" y="2"/>
                  </a:cubicBezTo>
                  <a:cubicBezTo>
                    <a:pt x="931" y="4"/>
                    <a:pt x="941" y="9"/>
                    <a:pt x="1003" y="41"/>
                  </a:cubicBezTo>
                  <a:cubicBezTo>
                    <a:pt x="1065" y="73"/>
                    <a:pt x="1201" y="141"/>
                    <a:pt x="1257" y="195"/>
                  </a:cubicBezTo>
                  <a:cubicBezTo>
                    <a:pt x="1313" y="248"/>
                    <a:pt x="1312" y="296"/>
                    <a:pt x="1339" y="364"/>
                  </a:cubicBezTo>
                  <a:cubicBezTo>
                    <a:pt x="1365" y="431"/>
                    <a:pt x="1391" y="528"/>
                    <a:pt x="1416" y="602"/>
                  </a:cubicBezTo>
                  <a:cubicBezTo>
                    <a:pt x="1441" y="676"/>
                    <a:pt x="1462" y="742"/>
                    <a:pt x="1489" y="807"/>
                  </a:cubicBezTo>
                  <a:cubicBezTo>
                    <a:pt x="1516" y="872"/>
                    <a:pt x="1549" y="935"/>
                    <a:pt x="1580" y="993"/>
                  </a:cubicBezTo>
                  <a:cubicBezTo>
                    <a:pt x="1610" y="1050"/>
                    <a:pt x="1646" y="1118"/>
                    <a:pt x="1674" y="1154"/>
                  </a:cubicBezTo>
                  <a:cubicBezTo>
                    <a:pt x="1703" y="1189"/>
                    <a:pt x="1736" y="1194"/>
                    <a:pt x="1752" y="120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375" name="Freeform 207"/>
            <p:cNvSpPr>
              <a:spLocks/>
            </p:cNvSpPr>
            <p:nvPr/>
          </p:nvSpPr>
          <p:spPr bwMode="auto">
            <a:xfrm>
              <a:off x="672" y="1008"/>
              <a:ext cx="1755" cy="1243"/>
            </a:xfrm>
            <a:custGeom>
              <a:avLst/>
              <a:gdLst/>
              <a:ahLst/>
              <a:cxnLst>
                <a:cxn ang="0">
                  <a:pos x="0" y="1163"/>
                </a:cxn>
                <a:cxn ang="0">
                  <a:pos x="176" y="1231"/>
                </a:cxn>
                <a:cxn ang="0">
                  <a:pos x="370" y="1235"/>
                </a:cxn>
                <a:cxn ang="0">
                  <a:pos x="464" y="1207"/>
                </a:cxn>
                <a:cxn ang="0">
                  <a:pos x="576" y="1122"/>
                </a:cxn>
                <a:cxn ang="0">
                  <a:pos x="699" y="884"/>
                </a:cxn>
                <a:cxn ang="0">
                  <a:pos x="838" y="550"/>
                </a:cxn>
                <a:cxn ang="0">
                  <a:pos x="1024" y="212"/>
                </a:cxn>
                <a:cxn ang="0">
                  <a:pos x="1200" y="71"/>
                </a:cxn>
                <a:cxn ang="0">
                  <a:pos x="1397" y="10"/>
                </a:cxn>
                <a:cxn ang="0">
                  <a:pos x="1579" y="10"/>
                </a:cxn>
                <a:cxn ang="0">
                  <a:pos x="1669" y="47"/>
                </a:cxn>
                <a:cxn ang="0">
                  <a:pos x="1755" y="123"/>
                </a:cxn>
              </a:cxnLst>
              <a:rect l="0" t="0" r="r" b="b"/>
              <a:pathLst>
                <a:path w="1755" h="1243">
                  <a:moveTo>
                    <a:pt x="0" y="1163"/>
                  </a:moveTo>
                  <a:cubicBezTo>
                    <a:pt x="57" y="1191"/>
                    <a:pt x="114" y="1219"/>
                    <a:pt x="176" y="1231"/>
                  </a:cubicBezTo>
                  <a:cubicBezTo>
                    <a:pt x="238" y="1243"/>
                    <a:pt x="322" y="1239"/>
                    <a:pt x="370" y="1235"/>
                  </a:cubicBezTo>
                  <a:cubicBezTo>
                    <a:pt x="417" y="1231"/>
                    <a:pt x="430" y="1225"/>
                    <a:pt x="464" y="1207"/>
                  </a:cubicBezTo>
                  <a:cubicBezTo>
                    <a:pt x="499" y="1188"/>
                    <a:pt x="537" y="1176"/>
                    <a:pt x="576" y="1122"/>
                  </a:cubicBezTo>
                  <a:cubicBezTo>
                    <a:pt x="615" y="1068"/>
                    <a:pt x="655" y="979"/>
                    <a:pt x="699" y="884"/>
                  </a:cubicBezTo>
                  <a:cubicBezTo>
                    <a:pt x="743" y="789"/>
                    <a:pt x="784" y="662"/>
                    <a:pt x="838" y="550"/>
                  </a:cubicBezTo>
                  <a:cubicBezTo>
                    <a:pt x="892" y="438"/>
                    <a:pt x="964" y="292"/>
                    <a:pt x="1024" y="212"/>
                  </a:cubicBezTo>
                  <a:cubicBezTo>
                    <a:pt x="1084" y="132"/>
                    <a:pt x="1138" y="105"/>
                    <a:pt x="1200" y="71"/>
                  </a:cubicBezTo>
                  <a:cubicBezTo>
                    <a:pt x="1262" y="37"/>
                    <a:pt x="1334" y="20"/>
                    <a:pt x="1397" y="10"/>
                  </a:cubicBezTo>
                  <a:cubicBezTo>
                    <a:pt x="1461" y="0"/>
                    <a:pt x="1534" y="4"/>
                    <a:pt x="1579" y="10"/>
                  </a:cubicBezTo>
                  <a:cubicBezTo>
                    <a:pt x="1624" y="16"/>
                    <a:pt x="1639" y="28"/>
                    <a:pt x="1669" y="47"/>
                  </a:cubicBezTo>
                  <a:cubicBezTo>
                    <a:pt x="1698" y="65"/>
                    <a:pt x="1726" y="94"/>
                    <a:pt x="1755" y="123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135376" name="Text Box 208"/>
          <p:cNvSpPr txBox="1">
            <a:spLocks noChangeArrowheads="1"/>
          </p:cNvSpPr>
          <p:nvPr/>
        </p:nvSpPr>
        <p:spPr bwMode="auto">
          <a:xfrm>
            <a:off x="385763" y="333375"/>
            <a:ext cx="3419526" cy="46166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GB" sz="2400" b="1" dirty="0"/>
              <a:t>Different Eye Patterns</a:t>
            </a:r>
          </a:p>
        </p:txBody>
      </p:sp>
      <p:sp>
        <p:nvSpPr>
          <p:cNvPr id="135377" name="Text Box 209"/>
          <p:cNvSpPr txBox="1">
            <a:spLocks noChangeArrowheads="1"/>
          </p:cNvSpPr>
          <p:nvPr/>
        </p:nvSpPr>
        <p:spPr bwMode="auto">
          <a:xfrm>
            <a:off x="6415088" y="3762088"/>
            <a:ext cx="2514600" cy="5847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r"/>
            <a:r>
              <a:rPr lang="en-GB" sz="1600"/>
              <a:t>Signal + timing errors - eye closing</a:t>
            </a:r>
          </a:p>
        </p:txBody>
      </p:sp>
      <p:sp>
        <p:nvSpPr>
          <p:cNvPr id="135378" name="Text Box 210"/>
          <p:cNvSpPr txBox="1">
            <a:spLocks noChangeArrowheads="1"/>
          </p:cNvSpPr>
          <p:nvPr/>
        </p:nvSpPr>
        <p:spPr bwMode="auto">
          <a:xfrm>
            <a:off x="419100" y="3581400"/>
            <a:ext cx="2057400" cy="156966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l"/>
            <a:r>
              <a:rPr lang="en-GB" sz="1600" dirty="0"/>
              <a:t>Signal only - various small individual random distortions (but likely OK) </a:t>
            </a:r>
          </a:p>
          <a:p>
            <a:pPr algn="l"/>
            <a:r>
              <a:rPr lang="en-GB" sz="1600" dirty="0"/>
              <a:t>- eye is “open”</a:t>
            </a:r>
          </a:p>
        </p:txBody>
      </p:sp>
      <p:sp>
        <p:nvSpPr>
          <p:cNvPr id="135379" name="Text Box 211"/>
          <p:cNvSpPr txBox="1">
            <a:spLocks noChangeArrowheads="1"/>
          </p:cNvSpPr>
          <p:nvPr/>
        </p:nvSpPr>
        <p:spPr bwMode="auto">
          <a:xfrm>
            <a:off x="6096000" y="5407451"/>
            <a:ext cx="2590800" cy="83099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l"/>
            <a:r>
              <a:rPr lang="en-GB" sz="1600" dirty="0"/>
              <a:t>Signal + noise - eye closing (amount depends on noise)</a:t>
            </a:r>
          </a:p>
        </p:txBody>
      </p:sp>
      <p:grpSp>
        <p:nvGrpSpPr>
          <p:cNvPr id="6" name="Group 213"/>
          <p:cNvGrpSpPr>
            <a:grpSpLocks/>
          </p:cNvGrpSpPr>
          <p:nvPr/>
        </p:nvGrpSpPr>
        <p:grpSpPr bwMode="auto">
          <a:xfrm>
            <a:off x="2895600" y="3886200"/>
            <a:ext cx="3127375" cy="2416175"/>
            <a:chOff x="1844" y="2513"/>
            <a:chExt cx="1648" cy="1295"/>
          </a:xfrm>
        </p:grpSpPr>
        <p:sp>
          <p:nvSpPr>
            <p:cNvPr id="135382" name="Freeform 214"/>
            <p:cNvSpPr>
              <a:spLocks/>
            </p:cNvSpPr>
            <p:nvPr/>
          </p:nvSpPr>
          <p:spPr bwMode="auto">
            <a:xfrm>
              <a:off x="1932" y="2569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83" name="Freeform 215"/>
            <p:cNvSpPr>
              <a:spLocks/>
            </p:cNvSpPr>
            <p:nvPr/>
          </p:nvSpPr>
          <p:spPr bwMode="auto">
            <a:xfrm flipV="1">
              <a:off x="1914" y="2613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84" name="Freeform 216"/>
            <p:cNvSpPr>
              <a:spLocks/>
            </p:cNvSpPr>
            <p:nvPr/>
          </p:nvSpPr>
          <p:spPr bwMode="auto">
            <a:xfrm>
              <a:off x="1886" y="2583"/>
              <a:ext cx="1492" cy="1162"/>
            </a:xfrm>
            <a:custGeom>
              <a:avLst/>
              <a:gdLst/>
              <a:ahLst/>
              <a:cxnLst>
                <a:cxn ang="0">
                  <a:pos x="34" y="1093"/>
                </a:cxn>
                <a:cxn ang="0">
                  <a:pos x="72" y="1093"/>
                </a:cxn>
                <a:cxn ang="0">
                  <a:pos x="91" y="1112"/>
                </a:cxn>
                <a:cxn ang="0">
                  <a:pos x="160" y="1086"/>
                </a:cxn>
                <a:cxn ang="0">
                  <a:pos x="173" y="1124"/>
                </a:cxn>
                <a:cxn ang="0">
                  <a:pos x="223" y="1143"/>
                </a:cxn>
                <a:cxn ang="0">
                  <a:pos x="287" y="1143"/>
                </a:cxn>
                <a:cxn ang="0">
                  <a:pos x="337" y="1162"/>
                </a:cxn>
                <a:cxn ang="0">
                  <a:pos x="369" y="1124"/>
                </a:cxn>
                <a:cxn ang="0">
                  <a:pos x="432" y="1105"/>
                </a:cxn>
                <a:cxn ang="0">
                  <a:pos x="495" y="1068"/>
                </a:cxn>
                <a:cxn ang="0">
                  <a:pos x="533" y="1061"/>
                </a:cxn>
                <a:cxn ang="0">
                  <a:pos x="571" y="1061"/>
                </a:cxn>
                <a:cxn ang="0">
                  <a:pos x="590" y="1074"/>
                </a:cxn>
                <a:cxn ang="0">
                  <a:pos x="621" y="954"/>
                </a:cxn>
                <a:cxn ang="0">
                  <a:pos x="628" y="973"/>
                </a:cxn>
                <a:cxn ang="0">
                  <a:pos x="634" y="948"/>
                </a:cxn>
                <a:cxn ang="0">
                  <a:pos x="647" y="922"/>
                </a:cxn>
                <a:cxn ang="0">
                  <a:pos x="691" y="809"/>
                </a:cxn>
                <a:cxn ang="0">
                  <a:pos x="741" y="657"/>
                </a:cxn>
                <a:cxn ang="0">
                  <a:pos x="767" y="606"/>
                </a:cxn>
                <a:cxn ang="0">
                  <a:pos x="798" y="531"/>
                </a:cxn>
                <a:cxn ang="0">
                  <a:pos x="805" y="499"/>
                </a:cxn>
                <a:cxn ang="0">
                  <a:pos x="811" y="480"/>
                </a:cxn>
                <a:cxn ang="0">
                  <a:pos x="823" y="430"/>
                </a:cxn>
                <a:cxn ang="0">
                  <a:pos x="861" y="329"/>
                </a:cxn>
                <a:cxn ang="0">
                  <a:pos x="956" y="120"/>
                </a:cxn>
                <a:cxn ang="0">
                  <a:pos x="988" y="101"/>
                </a:cxn>
                <a:cxn ang="0">
                  <a:pos x="1007" y="63"/>
                </a:cxn>
                <a:cxn ang="0">
                  <a:pos x="1013" y="89"/>
                </a:cxn>
                <a:cxn ang="0">
                  <a:pos x="1019" y="108"/>
                </a:cxn>
                <a:cxn ang="0">
                  <a:pos x="1057" y="57"/>
                </a:cxn>
                <a:cxn ang="0">
                  <a:pos x="1063" y="89"/>
                </a:cxn>
                <a:cxn ang="0">
                  <a:pos x="1070" y="114"/>
                </a:cxn>
                <a:cxn ang="0">
                  <a:pos x="1095" y="82"/>
                </a:cxn>
                <a:cxn ang="0">
                  <a:pos x="1101" y="57"/>
                </a:cxn>
                <a:cxn ang="0">
                  <a:pos x="1108" y="38"/>
                </a:cxn>
                <a:cxn ang="0">
                  <a:pos x="1127" y="82"/>
                </a:cxn>
                <a:cxn ang="0">
                  <a:pos x="1146" y="57"/>
                </a:cxn>
                <a:cxn ang="0">
                  <a:pos x="1152" y="32"/>
                </a:cxn>
                <a:cxn ang="0">
                  <a:pos x="1171" y="82"/>
                </a:cxn>
                <a:cxn ang="0">
                  <a:pos x="1215" y="25"/>
                </a:cxn>
                <a:cxn ang="0">
                  <a:pos x="1259" y="13"/>
                </a:cxn>
                <a:cxn ang="0">
                  <a:pos x="1291" y="44"/>
                </a:cxn>
                <a:cxn ang="0">
                  <a:pos x="1303" y="19"/>
                </a:cxn>
                <a:cxn ang="0">
                  <a:pos x="1335" y="57"/>
                </a:cxn>
                <a:cxn ang="0">
                  <a:pos x="1392" y="0"/>
                </a:cxn>
                <a:cxn ang="0">
                  <a:pos x="1417" y="76"/>
                </a:cxn>
                <a:cxn ang="0">
                  <a:pos x="1442" y="70"/>
                </a:cxn>
                <a:cxn ang="0">
                  <a:pos x="1461" y="70"/>
                </a:cxn>
                <a:cxn ang="0">
                  <a:pos x="1474" y="133"/>
                </a:cxn>
                <a:cxn ang="0">
                  <a:pos x="1487" y="120"/>
                </a:cxn>
              </a:cxnLst>
              <a:rect l="0" t="0" r="r" b="b"/>
              <a:pathLst>
                <a:path w="1492" h="1162">
                  <a:moveTo>
                    <a:pt x="34" y="1093"/>
                  </a:moveTo>
                  <a:cubicBezTo>
                    <a:pt x="106" y="1138"/>
                    <a:pt x="0" y="1080"/>
                    <a:pt x="72" y="1093"/>
                  </a:cubicBezTo>
                  <a:cubicBezTo>
                    <a:pt x="81" y="1095"/>
                    <a:pt x="85" y="1106"/>
                    <a:pt x="91" y="1112"/>
                  </a:cubicBezTo>
                  <a:cubicBezTo>
                    <a:pt x="108" y="1103"/>
                    <a:pt x="141" y="1084"/>
                    <a:pt x="160" y="1086"/>
                  </a:cubicBezTo>
                  <a:cubicBezTo>
                    <a:pt x="161" y="1086"/>
                    <a:pt x="173" y="1123"/>
                    <a:pt x="173" y="1124"/>
                  </a:cubicBezTo>
                  <a:cubicBezTo>
                    <a:pt x="223" y="1112"/>
                    <a:pt x="180" y="1129"/>
                    <a:pt x="223" y="1143"/>
                  </a:cubicBezTo>
                  <a:cubicBezTo>
                    <a:pt x="281" y="1121"/>
                    <a:pt x="264" y="1109"/>
                    <a:pt x="287" y="1143"/>
                  </a:cubicBezTo>
                  <a:cubicBezTo>
                    <a:pt x="337" y="1131"/>
                    <a:pt x="327" y="1099"/>
                    <a:pt x="337" y="1162"/>
                  </a:cubicBezTo>
                  <a:cubicBezTo>
                    <a:pt x="349" y="1150"/>
                    <a:pt x="354" y="1132"/>
                    <a:pt x="369" y="1124"/>
                  </a:cubicBezTo>
                  <a:cubicBezTo>
                    <a:pt x="388" y="1114"/>
                    <a:pt x="411" y="1113"/>
                    <a:pt x="432" y="1105"/>
                  </a:cubicBezTo>
                  <a:cubicBezTo>
                    <a:pt x="471" y="1162"/>
                    <a:pt x="468" y="1081"/>
                    <a:pt x="495" y="1068"/>
                  </a:cubicBezTo>
                  <a:cubicBezTo>
                    <a:pt x="507" y="1062"/>
                    <a:pt x="520" y="1063"/>
                    <a:pt x="533" y="1061"/>
                  </a:cubicBezTo>
                  <a:cubicBezTo>
                    <a:pt x="577" y="994"/>
                    <a:pt x="545" y="1028"/>
                    <a:pt x="571" y="1061"/>
                  </a:cubicBezTo>
                  <a:cubicBezTo>
                    <a:pt x="576" y="1067"/>
                    <a:pt x="584" y="1070"/>
                    <a:pt x="590" y="1074"/>
                  </a:cubicBezTo>
                  <a:cubicBezTo>
                    <a:pt x="600" y="1033"/>
                    <a:pt x="614" y="996"/>
                    <a:pt x="621" y="954"/>
                  </a:cubicBezTo>
                  <a:cubicBezTo>
                    <a:pt x="623" y="960"/>
                    <a:pt x="622" y="976"/>
                    <a:pt x="628" y="973"/>
                  </a:cubicBezTo>
                  <a:cubicBezTo>
                    <a:pt x="636" y="969"/>
                    <a:pt x="631" y="956"/>
                    <a:pt x="634" y="948"/>
                  </a:cubicBezTo>
                  <a:cubicBezTo>
                    <a:pt x="637" y="939"/>
                    <a:pt x="643" y="931"/>
                    <a:pt x="647" y="922"/>
                  </a:cubicBezTo>
                  <a:cubicBezTo>
                    <a:pt x="664" y="883"/>
                    <a:pt x="665" y="843"/>
                    <a:pt x="691" y="809"/>
                  </a:cubicBezTo>
                  <a:cubicBezTo>
                    <a:pt x="707" y="758"/>
                    <a:pt x="725" y="708"/>
                    <a:pt x="741" y="657"/>
                  </a:cubicBezTo>
                  <a:cubicBezTo>
                    <a:pt x="747" y="639"/>
                    <a:pt x="760" y="624"/>
                    <a:pt x="767" y="606"/>
                  </a:cubicBezTo>
                  <a:cubicBezTo>
                    <a:pt x="773" y="575"/>
                    <a:pt x="784" y="559"/>
                    <a:pt x="798" y="531"/>
                  </a:cubicBezTo>
                  <a:cubicBezTo>
                    <a:pt x="800" y="520"/>
                    <a:pt x="802" y="510"/>
                    <a:pt x="805" y="499"/>
                  </a:cubicBezTo>
                  <a:cubicBezTo>
                    <a:pt x="807" y="493"/>
                    <a:pt x="809" y="486"/>
                    <a:pt x="811" y="480"/>
                  </a:cubicBezTo>
                  <a:cubicBezTo>
                    <a:pt x="815" y="463"/>
                    <a:pt x="823" y="430"/>
                    <a:pt x="823" y="430"/>
                  </a:cubicBezTo>
                  <a:cubicBezTo>
                    <a:pt x="829" y="374"/>
                    <a:pt x="816" y="351"/>
                    <a:pt x="861" y="329"/>
                  </a:cubicBezTo>
                  <a:cubicBezTo>
                    <a:pt x="879" y="256"/>
                    <a:pt x="921" y="187"/>
                    <a:pt x="956" y="120"/>
                  </a:cubicBezTo>
                  <a:cubicBezTo>
                    <a:pt x="967" y="153"/>
                    <a:pt x="958" y="145"/>
                    <a:pt x="988" y="101"/>
                  </a:cubicBezTo>
                  <a:cubicBezTo>
                    <a:pt x="1003" y="79"/>
                    <a:pt x="998" y="86"/>
                    <a:pt x="1007" y="63"/>
                  </a:cubicBezTo>
                  <a:cubicBezTo>
                    <a:pt x="1009" y="72"/>
                    <a:pt x="1011" y="80"/>
                    <a:pt x="1013" y="89"/>
                  </a:cubicBezTo>
                  <a:cubicBezTo>
                    <a:pt x="1015" y="95"/>
                    <a:pt x="1014" y="112"/>
                    <a:pt x="1019" y="108"/>
                  </a:cubicBezTo>
                  <a:cubicBezTo>
                    <a:pt x="1036" y="96"/>
                    <a:pt x="1057" y="57"/>
                    <a:pt x="1057" y="57"/>
                  </a:cubicBezTo>
                  <a:cubicBezTo>
                    <a:pt x="1059" y="68"/>
                    <a:pt x="1061" y="78"/>
                    <a:pt x="1063" y="89"/>
                  </a:cubicBezTo>
                  <a:cubicBezTo>
                    <a:pt x="1065" y="97"/>
                    <a:pt x="1062" y="116"/>
                    <a:pt x="1070" y="114"/>
                  </a:cubicBezTo>
                  <a:cubicBezTo>
                    <a:pt x="1083" y="111"/>
                    <a:pt x="1087" y="93"/>
                    <a:pt x="1095" y="82"/>
                  </a:cubicBezTo>
                  <a:cubicBezTo>
                    <a:pt x="1097" y="74"/>
                    <a:pt x="1099" y="65"/>
                    <a:pt x="1101" y="57"/>
                  </a:cubicBezTo>
                  <a:cubicBezTo>
                    <a:pt x="1103" y="51"/>
                    <a:pt x="1102" y="36"/>
                    <a:pt x="1108" y="38"/>
                  </a:cubicBezTo>
                  <a:cubicBezTo>
                    <a:pt x="1112" y="39"/>
                    <a:pt x="1125" y="76"/>
                    <a:pt x="1127" y="82"/>
                  </a:cubicBezTo>
                  <a:cubicBezTo>
                    <a:pt x="1133" y="74"/>
                    <a:pt x="1141" y="66"/>
                    <a:pt x="1146" y="57"/>
                  </a:cubicBezTo>
                  <a:cubicBezTo>
                    <a:pt x="1150" y="49"/>
                    <a:pt x="1144" y="29"/>
                    <a:pt x="1152" y="32"/>
                  </a:cubicBezTo>
                  <a:cubicBezTo>
                    <a:pt x="1156" y="33"/>
                    <a:pt x="1168" y="74"/>
                    <a:pt x="1171" y="82"/>
                  </a:cubicBezTo>
                  <a:cubicBezTo>
                    <a:pt x="1195" y="67"/>
                    <a:pt x="1198" y="49"/>
                    <a:pt x="1215" y="25"/>
                  </a:cubicBezTo>
                  <a:cubicBezTo>
                    <a:pt x="1239" y="60"/>
                    <a:pt x="1244" y="44"/>
                    <a:pt x="1259" y="13"/>
                  </a:cubicBezTo>
                  <a:cubicBezTo>
                    <a:pt x="1269" y="48"/>
                    <a:pt x="1254" y="81"/>
                    <a:pt x="1291" y="44"/>
                  </a:cubicBezTo>
                  <a:cubicBezTo>
                    <a:pt x="1295" y="36"/>
                    <a:pt x="1294" y="21"/>
                    <a:pt x="1303" y="19"/>
                  </a:cubicBezTo>
                  <a:cubicBezTo>
                    <a:pt x="1310" y="18"/>
                    <a:pt x="1332" y="53"/>
                    <a:pt x="1335" y="57"/>
                  </a:cubicBezTo>
                  <a:cubicBezTo>
                    <a:pt x="1363" y="42"/>
                    <a:pt x="1374" y="26"/>
                    <a:pt x="1392" y="0"/>
                  </a:cubicBezTo>
                  <a:cubicBezTo>
                    <a:pt x="1397" y="29"/>
                    <a:pt x="1401" y="51"/>
                    <a:pt x="1417" y="76"/>
                  </a:cubicBezTo>
                  <a:cubicBezTo>
                    <a:pt x="1425" y="74"/>
                    <a:pt x="1435" y="75"/>
                    <a:pt x="1442" y="70"/>
                  </a:cubicBezTo>
                  <a:cubicBezTo>
                    <a:pt x="1459" y="56"/>
                    <a:pt x="1437" y="32"/>
                    <a:pt x="1461" y="70"/>
                  </a:cubicBezTo>
                  <a:cubicBezTo>
                    <a:pt x="1477" y="159"/>
                    <a:pt x="1460" y="67"/>
                    <a:pt x="1474" y="133"/>
                  </a:cubicBezTo>
                  <a:cubicBezTo>
                    <a:pt x="1492" y="217"/>
                    <a:pt x="1487" y="222"/>
                    <a:pt x="1487" y="120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85" name="Freeform 217"/>
            <p:cNvSpPr>
              <a:spLocks/>
            </p:cNvSpPr>
            <p:nvPr/>
          </p:nvSpPr>
          <p:spPr bwMode="auto">
            <a:xfrm>
              <a:off x="1947" y="2545"/>
              <a:ext cx="1349" cy="1244"/>
            </a:xfrm>
            <a:custGeom>
              <a:avLst/>
              <a:gdLst/>
              <a:ahLst/>
              <a:cxnLst>
                <a:cxn ang="0">
                  <a:pos x="4" y="151"/>
                </a:cxn>
                <a:cxn ang="0">
                  <a:pos x="42" y="95"/>
                </a:cxn>
                <a:cxn ang="0">
                  <a:pos x="67" y="57"/>
                </a:cxn>
                <a:cxn ang="0">
                  <a:pos x="73" y="76"/>
                </a:cxn>
                <a:cxn ang="0">
                  <a:pos x="67" y="95"/>
                </a:cxn>
                <a:cxn ang="0">
                  <a:pos x="99" y="38"/>
                </a:cxn>
                <a:cxn ang="0">
                  <a:pos x="143" y="13"/>
                </a:cxn>
                <a:cxn ang="0">
                  <a:pos x="149" y="69"/>
                </a:cxn>
                <a:cxn ang="0">
                  <a:pos x="168" y="63"/>
                </a:cxn>
                <a:cxn ang="0">
                  <a:pos x="200" y="19"/>
                </a:cxn>
                <a:cxn ang="0">
                  <a:pos x="212" y="101"/>
                </a:cxn>
                <a:cxn ang="0">
                  <a:pos x="231" y="63"/>
                </a:cxn>
                <a:cxn ang="0">
                  <a:pos x="257" y="0"/>
                </a:cxn>
                <a:cxn ang="0">
                  <a:pos x="263" y="95"/>
                </a:cxn>
                <a:cxn ang="0">
                  <a:pos x="295" y="82"/>
                </a:cxn>
                <a:cxn ang="0">
                  <a:pos x="320" y="31"/>
                </a:cxn>
                <a:cxn ang="0">
                  <a:pos x="358" y="63"/>
                </a:cxn>
                <a:cxn ang="0">
                  <a:pos x="383" y="145"/>
                </a:cxn>
                <a:cxn ang="0">
                  <a:pos x="402" y="126"/>
                </a:cxn>
                <a:cxn ang="0">
                  <a:pos x="408" y="107"/>
                </a:cxn>
                <a:cxn ang="0">
                  <a:pos x="433" y="164"/>
                </a:cxn>
                <a:cxn ang="0">
                  <a:pos x="452" y="189"/>
                </a:cxn>
                <a:cxn ang="0">
                  <a:pos x="478" y="158"/>
                </a:cxn>
                <a:cxn ang="0">
                  <a:pos x="484" y="133"/>
                </a:cxn>
                <a:cxn ang="0">
                  <a:pos x="497" y="151"/>
                </a:cxn>
                <a:cxn ang="0">
                  <a:pos x="516" y="227"/>
                </a:cxn>
                <a:cxn ang="0">
                  <a:pos x="547" y="259"/>
                </a:cxn>
                <a:cxn ang="0">
                  <a:pos x="553" y="335"/>
                </a:cxn>
                <a:cxn ang="0">
                  <a:pos x="572" y="322"/>
                </a:cxn>
                <a:cxn ang="0">
                  <a:pos x="579" y="341"/>
                </a:cxn>
                <a:cxn ang="0">
                  <a:pos x="604" y="474"/>
                </a:cxn>
                <a:cxn ang="0">
                  <a:pos x="629" y="398"/>
                </a:cxn>
                <a:cxn ang="0">
                  <a:pos x="673" y="606"/>
                </a:cxn>
                <a:cxn ang="0">
                  <a:pos x="699" y="657"/>
                </a:cxn>
                <a:cxn ang="0">
                  <a:pos x="718" y="638"/>
                </a:cxn>
                <a:cxn ang="0">
                  <a:pos x="737" y="663"/>
                </a:cxn>
                <a:cxn ang="0">
                  <a:pos x="756" y="859"/>
                </a:cxn>
                <a:cxn ang="0">
                  <a:pos x="781" y="859"/>
                </a:cxn>
                <a:cxn ang="0">
                  <a:pos x="800" y="941"/>
                </a:cxn>
                <a:cxn ang="0">
                  <a:pos x="831" y="979"/>
                </a:cxn>
                <a:cxn ang="0">
                  <a:pos x="1015" y="1225"/>
                </a:cxn>
                <a:cxn ang="0">
                  <a:pos x="1059" y="1175"/>
                </a:cxn>
                <a:cxn ang="0">
                  <a:pos x="1078" y="1244"/>
                </a:cxn>
                <a:cxn ang="0">
                  <a:pos x="1135" y="1225"/>
                </a:cxn>
                <a:cxn ang="0">
                  <a:pos x="1198" y="1149"/>
                </a:cxn>
                <a:cxn ang="0">
                  <a:pos x="1204" y="1181"/>
                </a:cxn>
                <a:cxn ang="0">
                  <a:pos x="1210" y="1206"/>
                </a:cxn>
                <a:cxn ang="0">
                  <a:pos x="1236" y="1194"/>
                </a:cxn>
                <a:cxn ang="0">
                  <a:pos x="1261" y="1194"/>
                </a:cxn>
                <a:cxn ang="0">
                  <a:pos x="1280" y="1181"/>
                </a:cxn>
                <a:cxn ang="0">
                  <a:pos x="1305" y="1124"/>
                </a:cxn>
                <a:cxn ang="0">
                  <a:pos x="1330" y="1130"/>
                </a:cxn>
                <a:cxn ang="0">
                  <a:pos x="1349" y="1137"/>
                </a:cxn>
                <a:cxn ang="0">
                  <a:pos x="1330" y="1143"/>
                </a:cxn>
                <a:cxn ang="0">
                  <a:pos x="1273" y="1156"/>
                </a:cxn>
              </a:cxnLst>
              <a:rect l="0" t="0" r="r" b="b"/>
              <a:pathLst>
                <a:path w="1349" h="1244">
                  <a:moveTo>
                    <a:pt x="4" y="151"/>
                  </a:moveTo>
                  <a:cubicBezTo>
                    <a:pt x="46" y="82"/>
                    <a:pt x="0" y="155"/>
                    <a:pt x="42" y="95"/>
                  </a:cubicBezTo>
                  <a:cubicBezTo>
                    <a:pt x="51" y="83"/>
                    <a:pt x="67" y="57"/>
                    <a:pt x="67" y="57"/>
                  </a:cubicBezTo>
                  <a:cubicBezTo>
                    <a:pt x="69" y="63"/>
                    <a:pt x="73" y="69"/>
                    <a:pt x="73" y="76"/>
                  </a:cubicBezTo>
                  <a:cubicBezTo>
                    <a:pt x="73" y="83"/>
                    <a:pt x="64" y="101"/>
                    <a:pt x="67" y="95"/>
                  </a:cubicBezTo>
                  <a:cubicBezTo>
                    <a:pt x="103" y="28"/>
                    <a:pt x="56" y="95"/>
                    <a:pt x="99" y="38"/>
                  </a:cubicBezTo>
                  <a:cubicBezTo>
                    <a:pt x="112" y="81"/>
                    <a:pt x="118" y="36"/>
                    <a:pt x="143" y="13"/>
                  </a:cubicBezTo>
                  <a:cubicBezTo>
                    <a:pt x="145" y="32"/>
                    <a:pt x="141" y="52"/>
                    <a:pt x="149" y="69"/>
                  </a:cubicBezTo>
                  <a:cubicBezTo>
                    <a:pt x="152" y="75"/>
                    <a:pt x="163" y="68"/>
                    <a:pt x="168" y="63"/>
                  </a:cubicBezTo>
                  <a:cubicBezTo>
                    <a:pt x="181" y="50"/>
                    <a:pt x="200" y="19"/>
                    <a:pt x="200" y="19"/>
                  </a:cubicBezTo>
                  <a:cubicBezTo>
                    <a:pt x="208" y="45"/>
                    <a:pt x="192" y="81"/>
                    <a:pt x="212" y="101"/>
                  </a:cubicBezTo>
                  <a:cubicBezTo>
                    <a:pt x="222" y="111"/>
                    <a:pt x="225" y="76"/>
                    <a:pt x="231" y="63"/>
                  </a:cubicBezTo>
                  <a:cubicBezTo>
                    <a:pt x="240" y="42"/>
                    <a:pt x="249" y="21"/>
                    <a:pt x="257" y="0"/>
                  </a:cubicBezTo>
                  <a:cubicBezTo>
                    <a:pt x="259" y="32"/>
                    <a:pt x="250" y="66"/>
                    <a:pt x="263" y="95"/>
                  </a:cubicBezTo>
                  <a:cubicBezTo>
                    <a:pt x="268" y="105"/>
                    <a:pt x="287" y="90"/>
                    <a:pt x="295" y="82"/>
                  </a:cubicBezTo>
                  <a:cubicBezTo>
                    <a:pt x="308" y="68"/>
                    <a:pt x="309" y="47"/>
                    <a:pt x="320" y="31"/>
                  </a:cubicBezTo>
                  <a:cubicBezTo>
                    <a:pt x="325" y="93"/>
                    <a:pt x="324" y="147"/>
                    <a:pt x="358" y="63"/>
                  </a:cubicBezTo>
                  <a:cubicBezTo>
                    <a:pt x="367" y="90"/>
                    <a:pt x="374" y="118"/>
                    <a:pt x="383" y="145"/>
                  </a:cubicBezTo>
                  <a:cubicBezTo>
                    <a:pt x="389" y="139"/>
                    <a:pt x="397" y="133"/>
                    <a:pt x="402" y="126"/>
                  </a:cubicBezTo>
                  <a:cubicBezTo>
                    <a:pt x="406" y="120"/>
                    <a:pt x="403" y="103"/>
                    <a:pt x="408" y="107"/>
                  </a:cubicBezTo>
                  <a:cubicBezTo>
                    <a:pt x="419" y="115"/>
                    <a:pt x="428" y="148"/>
                    <a:pt x="433" y="164"/>
                  </a:cubicBezTo>
                  <a:cubicBezTo>
                    <a:pt x="444" y="244"/>
                    <a:pt x="431" y="220"/>
                    <a:pt x="452" y="189"/>
                  </a:cubicBezTo>
                  <a:cubicBezTo>
                    <a:pt x="459" y="178"/>
                    <a:pt x="469" y="168"/>
                    <a:pt x="478" y="158"/>
                  </a:cubicBezTo>
                  <a:cubicBezTo>
                    <a:pt x="480" y="150"/>
                    <a:pt x="476" y="136"/>
                    <a:pt x="484" y="133"/>
                  </a:cubicBezTo>
                  <a:cubicBezTo>
                    <a:pt x="491" y="130"/>
                    <a:pt x="494" y="144"/>
                    <a:pt x="497" y="151"/>
                  </a:cubicBezTo>
                  <a:cubicBezTo>
                    <a:pt x="507" y="175"/>
                    <a:pt x="507" y="203"/>
                    <a:pt x="516" y="227"/>
                  </a:cubicBezTo>
                  <a:cubicBezTo>
                    <a:pt x="555" y="176"/>
                    <a:pt x="538" y="223"/>
                    <a:pt x="547" y="259"/>
                  </a:cubicBezTo>
                  <a:cubicBezTo>
                    <a:pt x="549" y="284"/>
                    <a:pt x="544" y="311"/>
                    <a:pt x="553" y="335"/>
                  </a:cubicBezTo>
                  <a:cubicBezTo>
                    <a:pt x="556" y="342"/>
                    <a:pt x="565" y="320"/>
                    <a:pt x="572" y="322"/>
                  </a:cubicBezTo>
                  <a:cubicBezTo>
                    <a:pt x="579" y="324"/>
                    <a:pt x="577" y="335"/>
                    <a:pt x="579" y="341"/>
                  </a:cubicBezTo>
                  <a:cubicBezTo>
                    <a:pt x="603" y="265"/>
                    <a:pt x="581" y="428"/>
                    <a:pt x="604" y="474"/>
                  </a:cubicBezTo>
                  <a:cubicBezTo>
                    <a:pt x="610" y="444"/>
                    <a:pt x="616" y="425"/>
                    <a:pt x="629" y="398"/>
                  </a:cubicBezTo>
                  <a:cubicBezTo>
                    <a:pt x="652" y="465"/>
                    <a:pt x="652" y="538"/>
                    <a:pt x="673" y="606"/>
                  </a:cubicBezTo>
                  <a:cubicBezTo>
                    <a:pt x="699" y="544"/>
                    <a:pt x="687" y="463"/>
                    <a:pt x="699" y="657"/>
                  </a:cubicBezTo>
                  <a:cubicBezTo>
                    <a:pt x="705" y="651"/>
                    <a:pt x="714" y="630"/>
                    <a:pt x="718" y="638"/>
                  </a:cubicBezTo>
                  <a:cubicBezTo>
                    <a:pt x="738" y="683"/>
                    <a:pt x="709" y="772"/>
                    <a:pt x="737" y="663"/>
                  </a:cubicBezTo>
                  <a:cubicBezTo>
                    <a:pt x="741" y="765"/>
                    <a:pt x="742" y="782"/>
                    <a:pt x="756" y="859"/>
                  </a:cubicBezTo>
                  <a:cubicBezTo>
                    <a:pt x="759" y="847"/>
                    <a:pt x="764" y="798"/>
                    <a:pt x="781" y="859"/>
                  </a:cubicBezTo>
                  <a:cubicBezTo>
                    <a:pt x="811" y="963"/>
                    <a:pt x="767" y="892"/>
                    <a:pt x="800" y="941"/>
                  </a:cubicBezTo>
                  <a:cubicBezTo>
                    <a:pt x="811" y="975"/>
                    <a:pt x="789" y="1021"/>
                    <a:pt x="831" y="979"/>
                  </a:cubicBezTo>
                  <a:cubicBezTo>
                    <a:pt x="913" y="1087"/>
                    <a:pt x="932" y="1116"/>
                    <a:pt x="1015" y="1225"/>
                  </a:cubicBezTo>
                  <a:cubicBezTo>
                    <a:pt x="1033" y="1171"/>
                    <a:pt x="1027" y="1222"/>
                    <a:pt x="1059" y="1175"/>
                  </a:cubicBezTo>
                  <a:cubicBezTo>
                    <a:pt x="1074" y="1223"/>
                    <a:pt x="1068" y="1200"/>
                    <a:pt x="1078" y="1244"/>
                  </a:cubicBezTo>
                  <a:cubicBezTo>
                    <a:pt x="1109" y="1223"/>
                    <a:pt x="1109" y="1186"/>
                    <a:pt x="1135" y="1225"/>
                  </a:cubicBezTo>
                  <a:cubicBezTo>
                    <a:pt x="1164" y="1203"/>
                    <a:pt x="1175" y="1178"/>
                    <a:pt x="1198" y="1149"/>
                  </a:cubicBezTo>
                  <a:cubicBezTo>
                    <a:pt x="1200" y="1160"/>
                    <a:pt x="1202" y="1170"/>
                    <a:pt x="1204" y="1181"/>
                  </a:cubicBezTo>
                  <a:cubicBezTo>
                    <a:pt x="1206" y="1189"/>
                    <a:pt x="1202" y="1203"/>
                    <a:pt x="1210" y="1206"/>
                  </a:cubicBezTo>
                  <a:cubicBezTo>
                    <a:pt x="1219" y="1210"/>
                    <a:pt x="1227" y="1198"/>
                    <a:pt x="1236" y="1194"/>
                  </a:cubicBezTo>
                  <a:cubicBezTo>
                    <a:pt x="1264" y="1149"/>
                    <a:pt x="1231" y="1188"/>
                    <a:pt x="1261" y="1194"/>
                  </a:cubicBezTo>
                  <a:cubicBezTo>
                    <a:pt x="1269" y="1195"/>
                    <a:pt x="1274" y="1185"/>
                    <a:pt x="1280" y="1181"/>
                  </a:cubicBezTo>
                  <a:cubicBezTo>
                    <a:pt x="1292" y="1162"/>
                    <a:pt x="1298" y="1145"/>
                    <a:pt x="1305" y="1124"/>
                  </a:cubicBezTo>
                  <a:cubicBezTo>
                    <a:pt x="1317" y="1187"/>
                    <a:pt x="1301" y="1145"/>
                    <a:pt x="1330" y="1130"/>
                  </a:cubicBezTo>
                  <a:cubicBezTo>
                    <a:pt x="1336" y="1127"/>
                    <a:pt x="1343" y="1135"/>
                    <a:pt x="1349" y="1137"/>
                  </a:cubicBezTo>
                  <a:cubicBezTo>
                    <a:pt x="1349" y="1137"/>
                    <a:pt x="1336" y="1140"/>
                    <a:pt x="1330" y="1143"/>
                  </a:cubicBezTo>
                  <a:cubicBezTo>
                    <a:pt x="1288" y="1161"/>
                    <a:pt x="1322" y="1156"/>
                    <a:pt x="1273" y="1156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86" name="Freeform 218"/>
            <p:cNvSpPr>
              <a:spLocks/>
            </p:cNvSpPr>
            <p:nvPr/>
          </p:nvSpPr>
          <p:spPr bwMode="auto">
            <a:xfrm>
              <a:off x="1971" y="2554"/>
              <a:ext cx="1396" cy="1243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50" y="81"/>
                </a:cxn>
                <a:cxn ang="0">
                  <a:pos x="76" y="62"/>
                </a:cxn>
                <a:cxn ang="0">
                  <a:pos x="107" y="17"/>
                </a:cxn>
                <a:cxn ang="0">
                  <a:pos x="139" y="100"/>
                </a:cxn>
                <a:cxn ang="0">
                  <a:pos x="196" y="74"/>
                </a:cxn>
                <a:cxn ang="0">
                  <a:pos x="240" y="43"/>
                </a:cxn>
                <a:cxn ang="0">
                  <a:pos x="253" y="93"/>
                </a:cxn>
                <a:cxn ang="0">
                  <a:pos x="303" y="68"/>
                </a:cxn>
                <a:cxn ang="0">
                  <a:pos x="328" y="112"/>
                </a:cxn>
                <a:cxn ang="0">
                  <a:pos x="379" y="62"/>
                </a:cxn>
                <a:cxn ang="0">
                  <a:pos x="417" y="125"/>
                </a:cxn>
                <a:cxn ang="0">
                  <a:pos x="429" y="106"/>
                </a:cxn>
                <a:cxn ang="0">
                  <a:pos x="436" y="137"/>
                </a:cxn>
                <a:cxn ang="0">
                  <a:pos x="455" y="207"/>
                </a:cxn>
                <a:cxn ang="0">
                  <a:pos x="486" y="213"/>
                </a:cxn>
                <a:cxn ang="0">
                  <a:pos x="518" y="207"/>
                </a:cxn>
                <a:cxn ang="0">
                  <a:pos x="524" y="226"/>
                </a:cxn>
                <a:cxn ang="0">
                  <a:pos x="543" y="232"/>
                </a:cxn>
                <a:cxn ang="0">
                  <a:pos x="549" y="283"/>
                </a:cxn>
                <a:cxn ang="0">
                  <a:pos x="562" y="321"/>
                </a:cxn>
                <a:cxn ang="0">
                  <a:pos x="606" y="359"/>
                </a:cxn>
                <a:cxn ang="0">
                  <a:pos x="625" y="415"/>
                </a:cxn>
                <a:cxn ang="0">
                  <a:pos x="669" y="580"/>
                </a:cxn>
                <a:cxn ang="0">
                  <a:pos x="695" y="719"/>
                </a:cxn>
                <a:cxn ang="0">
                  <a:pos x="701" y="693"/>
                </a:cxn>
                <a:cxn ang="0">
                  <a:pos x="707" y="712"/>
                </a:cxn>
                <a:cxn ang="0">
                  <a:pos x="714" y="731"/>
                </a:cxn>
                <a:cxn ang="0">
                  <a:pos x="733" y="807"/>
                </a:cxn>
                <a:cxn ang="0">
                  <a:pos x="739" y="895"/>
                </a:cxn>
                <a:cxn ang="0">
                  <a:pos x="758" y="927"/>
                </a:cxn>
                <a:cxn ang="0">
                  <a:pos x="802" y="1041"/>
                </a:cxn>
                <a:cxn ang="0">
                  <a:pos x="846" y="1041"/>
                </a:cxn>
                <a:cxn ang="0">
                  <a:pos x="922" y="1116"/>
                </a:cxn>
                <a:cxn ang="0">
                  <a:pos x="947" y="1186"/>
                </a:cxn>
                <a:cxn ang="0">
                  <a:pos x="979" y="1243"/>
                </a:cxn>
                <a:cxn ang="0">
                  <a:pos x="998" y="1192"/>
                </a:cxn>
                <a:cxn ang="0">
                  <a:pos x="1036" y="1161"/>
                </a:cxn>
                <a:cxn ang="0">
                  <a:pos x="1048" y="1180"/>
                </a:cxn>
                <a:cxn ang="0">
                  <a:pos x="1074" y="1192"/>
                </a:cxn>
                <a:cxn ang="0">
                  <a:pos x="1162" y="1167"/>
                </a:cxn>
                <a:cxn ang="0">
                  <a:pos x="1232" y="1161"/>
                </a:cxn>
                <a:cxn ang="0">
                  <a:pos x="1295" y="1110"/>
                </a:cxn>
                <a:cxn ang="0">
                  <a:pos x="1358" y="1123"/>
                </a:cxn>
                <a:cxn ang="0">
                  <a:pos x="1396" y="1085"/>
                </a:cxn>
              </a:cxnLst>
              <a:rect l="0" t="0" r="r" b="b"/>
              <a:pathLst>
                <a:path w="1396" h="1243">
                  <a:moveTo>
                    <a:pt x="0" y="156"/>
                  </a:moveTo>
                  <a:cubicBezTo>
                    <a:pt x="17" y="134"/>
                    <a:pt x="32" y="101"/>
                    <a:pt x="50" y="81"/>
                  </a:cubicBezTo>
                  <a:cubicBezTo>
                    <a:pt x="57" y="73"/>
                    <a:pt x="68" y="70"/>
                    <a:pt x="76" y="62"/>
                  </a:cubicBezTo>
                  <a:cubicBezTo>
                    <a:pt x="85" y="53"/>
                    <a:pt x="100" y="29"/>
                    <a:pt x="107" y="17"/>
                  </a:cubicBezTo>
                  <a:cubicBezTo>
                    <a:pt x="114" y="59"/>
                    <a:pt x="111" y="72"/>
                    <a:pt x="139" y="100"/>
                  </a:cubicBezTo>
                  <a:cubicBezTo>
                    <a:pt x="166" y="91"/>
                    <a:pt x="176" y="91"/>
                    <a:pt x="196" y="74"/>
                  </a:cubicBezTo>
                  <a:cubicBezTo>
                    <a:pt x="233" y="42"/>
                    <a:pt x="206" y="54"/>
                    <a:pt x="240" y="43"/>
                  </a:cubicBezTo>
                  <a:cubicBezTo>
                    <a:pt x="240" y="44"/>
                    <a:pt x="252" y="93"/>
                    <a:pt x="253" y="93"/>
                  </a:cubicBezTo>
                  <a:cubicBezTo>
                    <a:pt x="271" y="96"/>
                    <a:pt x="285" y="74"/>
                    <a:pt x="303" y="68"/>
                  </a:cubicBezTo>
                  <a:cubicBezTo>
                    <a:pt x="325" y="0"/>
                    <a:pt x="322" y="29"/>
                    <a:pt x="328" y="112"/>
                  </a:cubicBezTo>
                  <a:cubicBezTo>
                    <a:pt x="362" y="87"/>
                    <a:pt x="348" y="81"/>
                    <a:pt x="379" y="62"/>
                  </a:cubicBezTo>
                  <a:cubicBezTo>
                    <a:pt x="389" y="104"/>
                    <a:pt x="361" y="152"/>
                    <a:pt x="417" y="125"/>
                  </a:cubicBezTo>
                  <a:cubicBezTo>
                    <a:pt x="421" y="119"/>
                    <a:pt x="423" y="102"/>
                    <a:pt x="429" y="106"/>
                  </a:cubicBezTo>
                  <a:cubicBezTo>
                    <a:pt x="438" y="112"/>
                    <a:pt x="434" y="127"/>
                    <a:pt x="436" y="137"/>
                  </a:cubicBezTo>
                  <a:cubicBezTo>
                    <a:pt x="447" y="193"/>
                    <a:pt x="435" y="157"/>
                    <a:pt x="455" y="207"/>
                  </a:cubicBezTo>
                  <a:cubicBezTo>
                    <a:pt x="502" y="175"/>
                    <a:pt x="449" y="202"/>
                    <a:pt x="486" y="213"/>
                  </a:cubicBezTo>
                  <a:cubicBezTo>
                    <a:pt x="496" y="216"/>
                    <a:pt x="507" y="209"/>
                    <a:pt x="518" y="207"/>
                  </a:cubicBezTo>
                  <a:cubicBezTo>
                    <a:pt x="520" y="213"/>
                    <a:pt x="519" y="221"/>
                    <a:pt x="524" y="226"/>
                  </a:cubicBezTo>
                  <a:cubicBezTo>
                    <a:pt x="529" y="231"/>
                    <a:pt x="540" y="226"/>
                    <a:pt x="543" y="232"/>
                  </a:cubicBezTo>
                  <a:cubicBezTo>
                    <a:pt x="550" y="248"/>
                    <a:pt x="545" y="266"/>
                    <a:pt x="549" y="283"/>
                  </a:cubicBezTo>
                  <a:cubicBezTo>
                    <a:pt x="552" y="296"/>
                    <a:pt x="558" y="308"/>
                    <a:pt x="562" y="321"/>
                  </a:cubicBezTo>
                  <a:cubicBezTo>
                    <a:pt x="610" y="273"/>
                    <a:pt x="599" y="288"/>
                    <a:pt x="606" y="359"/>
                  </a:cubicBezTo>
                  <a:cubicBezTo>
                    <a:pt x="653" y="327"/>
                    <a:pt x="629" y="392"/>
                    <a:pt x="625" y="415"/>
                  </a:cubicBezTo>
                  <a:cubicBezTo>
                    <a:pt x="631" y="518"/>
                    <a:pt x="607" y="533"/>
                    <a:pt x="669" y="580"/>
                  </a:cubicBezTo>
                  <a:cubicBezTo>
                    <a:pt x="682" y="626"/>
                    <a:pt x="685" y="673"/>
                    <a:pt x="695" y="719"/>
                  </a:cubicBezTo>
                  <a:cubicBezTo>
                    <a:pt x="697" y="710"/>
                    <a:pt x="693" y="697"/>
                    <a:pt x="701" y="693"/>
                  </a:cubicBezTo>
                  <a:cubicBezTo>
                    <a:pt x="707" y="690"/>
                    <a:pt x="705" y="706"/>
                    <a:pt x="707" y="712"/>
                  </a:cubicBezTo>
                  <a:cubicBezTo>
                    <a:pt x="709" y="718"/>
                    <a:pt x="712" y="725"/>
                    <a:pt x="714" y="731"/>
                  </a:cubicBezTo>
                  <a:cubicBezTo>
                    <a:pt x="722" y="756"/>
                    <a:pt x="733" y="807"/>
                    <a:pt x="733" y="807"/>
                  </a:cubicBezTo>
                  <a:cubicBezTo>
                    <a:pt x="735" y="836"/>
                    <a:pt x="733" y="866"/>
                    <a:pt x="739" y="895"/>
                  </a:cubicBezTo>
                  <a:cubicBezTo>
                    <a:pt x="742" y="907"/>
                    <a:pt x="753" y="916"/>
                    <a:pt x="758" y="927"/>
                  </a:cubicBezTo>
                  <a:cubicBezTo>
                    <a:pt x="776" y="965"/>
                    <a:pt x="778" y="1005"/>
                    <a:pt x="802" y="1041"/>
                  </a:cubicBezTo>
                  <a:cubicBezTo>
                    <a:pt x="813" y="1006"/>
                    <a:pt x="817" y="1030"/>
                    <a:pt x="846" y="1041"/>
                  </a:cubicBezTo>
                  <a:cubicBezTo>
                    <a:pt x="878" y="1083"/>
                    <a:pt x="874" y="1098"/>
                    <a:pt x="922" y="1116"/>
                  </a:cubicBezTo>
                  <a:cubicBezTo>
                    <a:pt x="940" y="1142"/>
                    <a:pt x="936" y="1157"/>
                    <a:pt x="947" y="1186"/>
                  </a:cubicBezTo>
                  <a:cubicBezTo>
                    <a:pt x="955" y="1206"/>
                    <a:pt x="969" y="1224"/>
                    <a:pt x="979" y="1243"/>
                  </a:cubicBezTo>
                  <a:cubicBezTo>
                    <a:pt x="986" y="1226"/>
                    <a:pt x="987" y="1206"/>
                    <a:pt x="998" y="1192"/>
                  </a:cubicBezTo>
                  <a:cubicBezTo>
                    <a:pt x="1008" y="1179"/>
                    <a:pt x="1024" y="1173"/>
                    <a:pt x="1036" y="1161"/>
                  </a:cubicBezTo>
                  <a:cubicBezTo>
                    <a:pt x="1040" y="1167"/>
                    <a:pt x="1041" y="1177"/>
                    <a:pt x="1048" y="1180"/>
                  </a:cubicBezTo>
                  <a:cubicBezTo>
                    <a:pt x="1082" y="1193"/>
                    <a:pt x="1056" y="1144"/>
                    <a:pt x="1074" y="1192"/>
                  </a:cubicBezTo>
                  <a:cubicBezTo>
                    <a:pt x="1145" y="1157"/>
                    <a:pt x="1114" y="1156"/>
                    <a:pt x="1162" y="1167"/>
                  </a:cubicBezTo>
                  <a:cubicBezTo>
                    <a:pt x="1192" y="1160"/>
                    <a:pt x="1201" y="1153"/>
                    <a:pt x="1232" y="1161"/>
                  </a:cubicBezTo>
                  <a:cubicBezTo>
                    <a:pt x="1251" y="1141"/>
                    <a:pt x="1295" y="1110"/>
                    <a:pt x="1295" y="1110"/>
                  </a:cubicBezTo>
                  <a:cubicBezTo>
                    <a:pt x="1314" y="1140"/>
                    <a:pt x="1327" y="1138"/>
                    <a:pt x="1358" y="1123"/>
                  </a:cubicBezTo>
                  <a:cubicBezTo>
                    <a:pt x="1373" y="1077"/>
                    <a:pt x="1357" y="1085"/>
                    <a:pt x="1396" y="108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87" name="Freeform 219"/>
            <p:cNvSpPr>
              <a:spLocks/>
            </p:cNvSpPr>
            <p:nvPr/>
          </p:nvSpPr>
          <p:spPr bwMode="auto">
            <a:xfrm>
              <a:off x="1863" y="2596"/>
              <a:ext cx="1472" cy="1067"/>
            </a:xfrm>
            <a:custGeom>
              <a:avLst/>
              <a:gdLst/>
              <a:ahLst/>
              <a:cxnLst>
                <a:cxn ang="0">
                  <a:pos x="1472" y="1048"/>
                </a:cxn>
                <a:cxn ang="0">
                  <a:pos x="1409" y="1023"/>
                </a:cxn>
                <a:cxn ang="0">
                  <a:pos x="1415" y="991"/>
                </a:cxn>
                <a:cxn ang="0">
                  <a:pos x="1421" y="966"/>
                </a:cxn>
                <a:cxn ang="0">
                  <a:pos x="1415" y="941"/>
                </a:cxn>
                <a:cxn ang="0">
                  <a:pos x="1409" y="909"/>
                </a:cxn>
                <a:cxn ang="0">
                  <a:pos x="1377" y="947"/>
                </a:cxn>
                <a:cxn ang="0">
                  <a:pos x="1352" y="833"/>
                </a:cxn>
                <a:cxn ang="0">
                  <a:pos x="1320" y="695"/>
                </a:cxn>
                <a:cxn ang="0">
                  <a:pos x="1301" y="707"/>
                </a:cxn>
                <a:cxn ang="0">
                  <a:pos x="1295" y="682"/>
                </a:cxn>
                <a:cxn ang="0">
                  <a:pos x="1257" y="587"/>
                </a:cxn>
                <a:cxn ang="0">
                  <a:pos x="1219" y="473"/>
                </a:cxn>
                <a:cxn ang="0">
                  <a:pos x="1200" y="480"/>
                </a:cxn>
                <a:cxn ang="0">
                  <a:pos x="1143" y="385"/>
                </a:cxn>
                <a:cxn ang="0">
                  <a:pos x="1105" y="259"/>
                </a:cxn>
                <a:cxn ang="0">
                  <a:pos x="1080" y="221"/>
                </a:cxn>
                <a:cxn ang="0">
                  <a:pos x="1042" y="170"/>
                </a:cxn>
                <a:cxn ang="0">
                  <a:pos x="1023" y="177"/>
                </a:cxn>
                <a:cxn ang="0">
                  <a:pos x="1017" y="196"/>
                </a:cxn>
                <a:cxn ang="0">
                  <a:pos x="1011" y="177"/>
                </a:cxn>
                <a:cxn ang="0">
                  <a:pos x="966" y="120"/>
                </a:cxn>
                <a:cxn ang="0">
                  <a:pos x="948" y="126"/>
                </a:cxn>
                <a:cxn ang="0">
                  <a:pos x="859" y="57"/>
                </a:cxn>
                <a:cxn ang="0">
                  <a:pos x="853" y="76"/>
                </a:cxn>
                <a:cxn ang="0">
                  <a:pos x="821" y="44"/>
                </a:cxn>
                <a:cxn ang="0">
                  <a:pos x="752" y="19"/>
                </a:cxn>
                <a:cxn ang="0">
                  <a:pos x="689" y="0"/>
                </a:cxn>
                <a:cxn ang="0">
                  <a:pos x="651" y="25"/>
                </a:cxn>
                <a:cxn ang="0">
                  <a:pos x="625" y="50"/>
                </a:cxn>
                <a:cxn ang="0">
                  <a:pos x="619" y="69"/>
                </a:cxn>
                <a:cxn ang="0">
                  <a:pos x="613" y="50"/>
                </a:cxn>
                <a:cxn ang="0">
                  <a:pos x="588" y="25"/>
                </a:cxn>
                <a:cxn ang="0">
                  <a:pos x="569" y="82"/>
                </a:cxn>
                <a:cxn ang="0">
                  <a:pos x="562" y="63"/>
                </a:cxn>
                <a:cxn ang="0">
                  <a:pos x="543" y="50"/>
                </a:cxn>
                <a:cxn ang="0">
                  <a:pos x="512" y="82"/>
                </a:cxn>
                <a:cxn ang="0">
                  <a:pos x="486" y="126"/>
                </a:cxn>
                <a:cxn ang="0">
                  <a:pos x="480" y="151"/>
                </a:cxn>
                <a:cxn ang="0">
                  <a:pos x="474" y="132"/>
                </a:cxn>
                <a:cxn ang="0">
                  <a:pos x="449" y="145"/>
                </a:cxn>
                <a:cxn ang="0">
                  <a:pos x="423" y="208"/>
                </a:cxn>
                <a:cxn ang="0">
                  <a:pos x="417" y="183"/>
                </a:cxn>
                <a:cxn ang="0">
                  <a:pos x="398" y="196"/>
                </a:cxn>
                <a:cxn ang="0">
                  <a:pos x="373" y="252"/>
                </a:cxn>
                <a:cxn ang="0">
                  <a:pos x="335" y="379"/>
                </a:cxn>
                <a:cxn ang="0">
                  <a:pos x="310" y="429"/>
                </a:cxn>
                <a:cxn ang="0">
                  <a:pos x="291" y="518"/>
                </a:cxn>
                <a:cxn ang="0">
                  <a:pos x="240" y="688"/>
                </a:cxn>
                <a:cxn ang="0">
                  <a:pos x="171" y="884"/>
                </a:cxn>
                <a:cxn ang="0">
                  <a:pos x="164" y="865"/>
                </a:cxn>
                <a:cxn ang="0">
                  <a:pos x="158" y="840"/>
                </a:cxn>
                <a:cxn ang="0">
                  <a:pos x="145" y="897"/>
                </a:cxn>
                <a:cxn ang="0">
                  <a:pos x="108" y="1067"/>
                </a:cxn>
                <a:cxn ang="0">
                  <a:pos x="70" y="1055"/>
                </a:cxn>
                <a:cxn ang="0">
                  <a:pos x="0" y="1055"/>
                </a:cxn>
              </a:cxnLst>
              <a:rect l="0" t="0" r="r" b="b"/>
              <a:pathLst>
                <a:path w="1472" h="1067">
                  <a:moveTo>
                    <a:pt x="1472" y="1048"/>
                  </a:moveTo>
                  <a:cubicBezTo>
                    <a:pt x="1451" y="1038"/>
                    <a:pt x="1431" y="1030"/>
                    <a:pt x="1409" y="1023"/>
                  </a:cubicBezTo>
                  <a:cubicBezTo>
                    <a:pt x="1411" y="1012"/>
                    <a:pt x="1413" y="1002"/>
                    <a:pt x="1415" y="991"/>
                  </a:cubicBezTo>
                  <a:cubicBezTo>
                    <a:pt x="1418" y="978"/>
                    <a:pt x="1439" y="902"/>
                    <a:pt x="1421" y="966"/>
                  </a:cubicBezTo>
                  <a:cubicBezTo>
                    <a:pt x="1419" y="958"/>
                    <a:pt x="1417" y="949"/>
                    <a:pt x="1415" y="941"/>
                  </a:cubicBezTo>
                  <a:cubicBezTo>
                    <a:pt x="1413" y="930"/>
                    <a:pt x="1419" y="914"/>
                    <a:pt x="1409" y="909"/>
                  </a:cubicBezTo>
                  <a:cubicBezTo>
                    <a:pt x="1403" y="906"/>
                    <a:pt x="1379" y="944"/>
                    <a:pt x="1377" y="947"/>
                  </a:cubicBezTo>
                  <a:cubicBezTo>
                    <a:pt x="1372" y="890"/>
                    <a:pt x="1373" y="878"/>
                    <a:pt x="1352" y="833"/>
                  </a:cubicBezTo>
                  <a:cubicBezTo>
                    <a:pt x="1343" y="787"/>
                    <a:pt x="1335" y="739"/>
                    <a:pt x="1320" y="695"/>
                  </a:cubicBezTo>
                  <a:cubicBezTo>
                    <a:pt x="1314" y="699"/>
                    <a:pt x="1308" y="710"/>
                    <a:pt x="1301" y="707"/>
                  </a:cubicBezTo>
                  <a:cubicBezTo>
                    <a:pt x="1293" y="703"/>
                    <a:pt x="1297" y="690"/>
                    <a:pt x="1295" y="682"/>
                  </a:cubicBezTo>
                  <a:cubicBezTo>
                    <a:pt x="1286" y="650"/>
                    <a:pt x="1275" y="614"/>
                    <a:pt x="1257" y="587"/>
                  </a:cubicBezTo>
                  <a:cubicBezTo>
                    <a:pt x="1245" y="548"/>
                    <a:pt x="1228" y="512"/>
                    <a:pt x="1219" y="473"/>
                  </a:cubicBezTo>
                  <a:cubicBezTo>
                    <a:pt x="1213" y="475"/>
                    <a:pt x="1204" y="485"/>
                    <a:pt x="1200" y="480"/>
                  </a:cubicBezTo>
                  <a:cubicBezTo>
                    <a:pt x="1173" y="449"/>
                    <a:pt x="1187" y="399"/>
                    <a:pt x="1143" y="385"/>
                  </a:cubicBezTo>
                  <a:cubicBezTo>
                    <a:pt x="1136" y="340"/>
                    <a:pt x="1131" y="297"/>
                    <a:pt x="1105" y="259"/>
                  </a:cubicBezTo>
                  <a:cubicBezTo>
                    <a:pt x="1094" y="225"/>
                    <a:pt x="1106" y="254"/>
                    <a:pt x="1080" y="221"/>
                  </a:cubicBezTo>
                  <a:cubicBezTo>
                    <a:pt x="1067" y="205"/>
                    <a:pt x="1042" y="170"/>
                    <a:pt x="1042" y="170"/>
                  </a:cubicBezTo>
                  <a:cubicBezTo>
                    <a:pt x="1036" y="172"/>
                    <a:pt x="1028" y="172"/>
                    <a:pt x="1023" y="177"/>
                  </a:cubicBezTo>
                  <a:cubicBezTo>
                    <a:pt x="1018" y="182"/>
                    <a:pt x="1024" y="196"/>
                    <a:pt x="1017" y="196"/>
                  </a:cubicBezTo>
                  <a:cubicBezTo>
                    <a:pt x="1010" y="196"/>
                    <a:pt x="1015" y="183"/>
                    <a:pt x="1011" y="177"/>
                  </a:cubicBezTo>
                  <a:cubicBezTo>
                    <a:pt x="998" y="157"/>
                    <a:pt x="966" y="120"/>
                    <a:pt x="966" y="120"/>
                  </a:cubicBezTo>
                  <a:cubicBezTo>
                    <a:pt x="960" y="122"/>
                    <a:pt x="953" y="129"/>
                    <a:pt x="948" y="126"/>
                  </a:cubicBezTo>
                  <a:cubicBezTo>
                    <a:pt x="901" y="96"/>
                    <a:pt x="906" y="72"/>
                    <a:pt x="859" y="57"/>
                  </a:cubicBezTo>
                  <a:cubicBezTo>
                    <a:pt x="857" y="63"/>
                    <a:pt x="859" y="74"/>
                    <a:pt x="853" y="76"/>
                  </a:cubicBezTo>
                  <a:cubicBezTo>
                    <a:pt x="839" y="79"/>
                    <a:pt x="827" y="49"/>
                    <a:pt x="821" y="44"/>
                  </a:cubicBezTo>
                  <a:cubicBezTo>
                    <a:pt x="795" y="24"/>
                    <a:pt x="781" y="25"/>
                    <a:pt x="752" y="19"/>
                  </a:cubicBezTo>
                  <a:cubicBezTo>
                    <a:pt x="718" y="40"/>
                    <a:pt x="719" y="19"/>
                    <a:pt x="689" y="0"/>
                  </a:cubicBezTo>
                  <a:cubicBezTo>
                    <a:pt x="668" y="30"/>
                    <a:pt x="684" y="48"/>
                    <a:pt x="651" y="25"/>
                  </a:cubicBezTo>
                  <a:cubicBezTo>
                    <a:pt x="642" y="33"/>
                    <a:pt x="632" y="40"/>
                    <a:pt x="625" y="50"/>
                  </a:cubicBezTo>
                  <a:cubicBezTo>
                    <a:pt x="621" y="55"/>
                    <a:pt x="626" y="69"/>
                    <a:pt x="619" y="69"/>
                  </a:cubicBezTo>
                  <a:cubicBezTo>
                    <a:pt x="612" y="69"/>
                    <a:pt x="615" y="56"/>
                    <a:pt x="613" y="50"/>
                  </a:cubicBezTo>
                  <a:cubicBezTo>
                    <a:pt x="605" y="25"/>
                    <a:pt x="612" y="33"/>
                    <a:pt x="588" y="25"/>
                  </a:cubicBezTo>
                  <a:cubicBezTo>
                    <a:pt x="587" y="29"/>
                    <a:pt x="579" y="79"/>
                    <a:pt x="569" y="82"/>
                  </a:cubicBezTo>
                  <a:cubicBezTo>
                    <a:pt x="563" y="84"/>
                    <a:pt x="566" y="68"/>
                    <a:pt x="562" y="63"/>
                  </a:cubicBezTo>
                  <a:cubicBezTo>
                    <a:pt x="557" y="57"/>
                    <a:pt x="549" y="54"/>
                    <a:pt x="543" y="50"/>
                  </a:cubicBezTo>
                  <a:cubicBezTo>
                    <a:pt x="529" y="109"/>
                    <a:pt x="551" y="50"/>
                    <a:pt x="512" y="82"/>
                  </a:cubicBezTo>
                  <a:cubicBezTo>
                    <a:pt x="499" y="93"/>
                    <a:pt x="496" y="112"/>
                    <a:pt x="486" y="126"/>
                  </a:cubicBezTo>
                  <a:cubicBezTo>
                    <a:pt x="484" y="134"/>
                    <a:pt x="488" y="147"/>
                    <a:pt x="480" y="151"/>
                  </a:cubicBezTo>
                  <a:cubicBezTo>
                    <a:pt x="474" y="154"/>
                    <a:pt x="481" y="133"/>
                    <a:pt x="474" y="132"/>
                  </a:cubicBezTo>
                  <a:cubicBezTo>
                    <a:pt x="465" y="130"/>
                    <a:pt x="457" y="141"/>
                    <a:pt x="449" y="145"/>
                  </a:cubicBezTo>
                  <a:cubicBezTo>
                    <a:pt x="434" y="166"/>
                    <a:pt x="430" y="183"/>
                    <a:pt x="423" y="208"/>
                  </a:cubicBezTo>
                  <a:cubicBezTo>
                    <a:pt x="421" y="200"/>
                    <a:pt x="425" y="187"/>
                    <a:pt x="417" y="183"/>
                  </a:cubicBezTo>
                  <a:cubicBezTo>
                    <a:pt x="410" y="180"/>
                    <a:pt x="403" y="190"/>
                    <a:pt x="398" y="196"/>
                  </a:cubicBezTo>
                  <a:cubicBezTo>
                    <a:pt x="388" y="209"/>
                    <a:pt x="383" y="236"/>
                    <a:pt x="373" y="252"/>
                  </a:cubicBezTo>
                  <a:cubicBezTo>
                    <a:pt x="367" y="290"/>
                    <a:pt x="353" y="343"/>
                    <a:pt x="335" y="379"/>
                  </a:cubicBezTo>
                  <a:cubicBezTo>
                    <a:pt x="314" y="422"/>
                    <a:pt x="328" y="370"/>
                    <a:pt x="310" y="429"/>
                  </a:cubicBezTo>
                  <a:cubicBezTo>
                    <a:pt x="301" y="458"/>
                    <a:pt x="300" y="489"/>
                    <a:pt x="291" y="518"/>
                  </a:cubicBezTo>
                  <a:cubicBezTo>
                    <a:pt x="241" y="418"/>
                    <a:pt x="312" y="665"/>
                    <a:pt x="240" y="688"/>
                  </a:cubicBezTo>
                  <a:cubicBezTo>
                    <a:pt x="205" y="746"/>
                    <a:pt x="195" y="820"/>
                    <a:pt x="171" y="884"/>
                  </a:cubicBezTo>
                  <a:cubicBezTo>
                    <a:pt x="169" y="878"/>
                    <a:pt x="166" y="871"/>
                    <a:pt x="164" y="865"/>
                  </a:cubicBezTo>
                  <a:cubicBezTo>
                    <a:pt x="162" y="857"/>
                    <a:pt x="166" y="836"/>
                    <a:pt x="158" y="840"/>
                  </a:cubicBezTo>
                  <a:cubicBezTo>
                    <a:pt x="141" y="849"/>
                    <a:pt x="151" y="878"/>
                    <a:pt x="145" y="897"/>
                  </a:cubicBezTo>
                  <a:cubicBezTo>
                    <a:pt x="128" y="953"/>
                    <a:pt x="126" y="1011"/>
                    <a:pt x="108" y="1067"/>
                  </a:cubicBezTo>
                  <a:cubicBezTo>
                    <a:pt x="99" y="1035"/>
                    <a:pt x="93" y="1019"/>
                    <a:pt x="70" y="1055"/>
                  </a:cubicBezTo>
                  <a:cubicBezTo>
                    <a:pt x="36" y="1032"/>
                    <a:pt x="36" y="1055"/>
                    <a:pt x="0" y="105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88" name="Freeform 220"/>
            <p:cNvSpPr>
              <a:spLocks/>
            </p:cNvSpPr>
            <p:nvPr/>
          </p:nvSpPr>
          <p:spPr bwMode="auto">
            <a:xfrm>
              <a:off x="1913" y="2569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89" name="Freeform 221"/>
            <p:cNvSpPr>
              <a:spLocks/>
            </p:cNvSpPr>
            <p:nvPr/>
          </p:nvSpPr>
          <p:spPr bwMode="auto">
            <a:xfrm flipV="1">
              <a:off x="1895" y="2556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90" name="Freeform 222"/>
            <p:cNvSpPr>
              <a:spLocks/>
            </p:cNvSpPr>
            <p:nvPr/>
          </p:nvSpPr>
          <p:spPr bwMode="auto">
            <a:xfrm>
              <a:off x="1867" y="2583"/>
              <a:ext cx="1492" cy="1162"/>
            </a:xfrm>
            <a:custGeom>
              <a:avLst/>
              <a:gdLst/>
              <a:ahLst/>
              <a:cxnLst>
                <a:cxn ang="0">
                  <a:pos x="34" y="1093"/>
                </a:cxn>
                <a:cxn ang="0">
                  <a:pos x="72" y="1093"/>
                </a:cxn>
                <a:cxn ang="0">
                  <a:pos x="91" y="1112"/>
                </a:cxn>
                <a:cxn ang="0">
                  <a:pos x="160" y="1086"/>
                </a:cxn>
                <a:cxn ang="0">
                  <a:pos x="173" y="1124"/>
                </a:cxn>
                <a:cxn ang="0">
                  <a:pos x="223" y="1143"/>
                </a:cxn>
                <a:cxn ang="0">
                  <a:pos x="287" y="1143"/>
                </a:cxn>
                <a:cxn ang="0">
                  <a:pos x="337" y="1162"/>
                </a:cxn>
                <a:cxn ang="0">
                  <a:pos x="369" y="1124"/>
                </a:cxn>
                <a:cxn ang="0">
                  <a:pos x="432" y="1105"/>
                </a:cxn>
                <a:cxn ang="0">
                  <a:pos x="495" y="1068"/>
                </a:cxn>
                <a:cxn ang="0">
                  <a:pos x="533" y="1061"/>
                </a:cxn>
                <a:cxn ang="0">
                  <a:pos x="571" y="1061"/>
                </a:cxn>
                <a:cxn ang="0">
                  <a:pos x="590" y="1074"/>
                </a:cxn>
                <a:cxn ang="0">
                  <a:pos x="621" y="954"/>
                </a:cxn>
                <a:cxn ang="0">
                  <a:pos x="628" y="973"/>
                </a:cxn>
                <a:cxn ang="0">
                  <a:pos x="634" y="948"/>
                </a:cxn>
                <a:cxn ang="0">
                  <a:pos x="647" y="922"/>
                </a:cxn>
                <a:cxn ang="0">
                  <a:pos x="691" y="809"/>
                </a:cxn>
                <a:cxn ang="0">
                  <a:pos x="741" y="657"/>
                </a:cxn>
                <a:cxn ang="0">
                  <a:pos x="767" y="606"/>
                </a:cxn>
                <a:cxn ang="0">
                  <a:pos x="798" y="531"/>
                </a:cxn>
                <a:cxn ang="0">
                  <a:pos x="805" y="499"/>
                </a:cxn>
                <a:cxn ang="0">
                  <a:pos x="811" y="480"/>
                </a:cxn>
                <a:cxn ang="0">
                  <a:pos x="823" y="430"/>
                </a:cxn>
                <a:cxn ang="0">
                  <a:pos x="861" y="329"/>
                </a:cxn>
                <a:cxn ang="0">
                  <a:pos x="956" y="120"/>
                </a:cxn>
                <a:cxn ang="0">
                  <a:pos x="988" y="101"/>
                </a:cxn>
                <a:cxn ang="0">
                  <a:pos x="1007" y="63"/>
                </a:cxn>
                <a:cxn ang="0">
                  <a:pos x="1013" y="89"/>
                </a:cxn>
                <a:cxn ang="0">
                  <a:pos x="1019" y="108"/>
                </a:cxn>
                <a:cxn ang="0">
                  <a:pos x="1057" y="57"/>
                </a:cxn>
                <a:cxn ang="0">
                  <a:pos x="1063" y="89"/>
                </a:cxn>
                <a:cxn ang="0">
                  <a:pos x="1070" y="114"/>
                </a:cxn>
                <a:cxn ang="0">
                  <a:pos x="1095" y="82"/>
                </a:cxn>
                <a:cxn ang="0">
                  <a:pos x="1101" y="57"/>
                </a:cxn>
                <a:cxn ang="0">
                  <a:pos x="1108" y="38"/>
                </a:cxn>
                <a:cxn ang="0">
                  <a:pos x="1127" y="82"/>
                </a:cxn>
                <a:cxn ang="0">
                  <a:pos x="1146" y="57"/>
                </a:cxn>
                <a:cxn ang="0">
                  <a:pos x="1152" y="32"/>
                </a:cxn>
                <a:cxn ang="0">
                  <a:pos x="1171" y="82"/>
                </a:cxn>
                <a:cxn ang="0">
                  <a:pos x="1215" y="25"/>
                </a:cxn>
                <a:cxn ang="0">
                  <a:pos x="1259" y="13"/>
                </a:cxn>
                <a:cxn ang="0">
                  <a:pos x="1291" y="44"/>
                </a:cxn>
                <a:cxn ang="0">
                  <a:pos x="1303" y="19"/>
                </a:cxn>
                <a:cxn ang="0">
                  <a:pos x="1335" y="57"/>
                </a:cxn>
                <a:cxn ang="0">
                  <a:pos x="1392" y="0"/>
                </a:cxn>
                <a:cxn ang="0">
                  <a:pos x="1417" y="76"/>
                </a:cxn>
                <a:cxn ang="0">
                  <a:pos x="1442" y="70"/>
                </a:cxn>
                <a:cxn ang="0">
                  <a:pos x="1461" y="70"/>
                </a:cxn>
                <a:cxn ang="0">
                  <a:pos x="1474" y="133"/>
                </a:cxn>
                <a:cxn ang="0">
                  <a:pos x="1487" y="120"/>
                </a:cxn>
              </a:cxnLst>
              <a:rect l="0" t="0" r="r" b="b"/>
              <a:pathLst>
                <a:path w="1492" h="1162">
                  <a:moveTo>
                    <a:pt x="34" y="1093"/>
                  </a:moveTo>
                  <a:cubicBezTo>
                    <a:pt x="106" y="1138"/>
                    <a:pt x="0" y="1080"/>
                    <a:pt x="72" y="1093"/>
                  </a:cubicBezTo>
                  <a:cubicBezTo>
                    <a:pt x="81" y="1095"/>
                    <a:pt x="85" y="1106"/>
                    <a:pt x="91" y="1112"/>
                  </a:cubicBezTo>
                  <a:cubicBezTo>
                    <a:pt x="108" y="1103"/>
                    <a:pt x="141" y="1084"/>
                    <a:pt x="160" y="1086"/>
                  </a:cubicBezTo>
                  <a:cubicBezTo>
                    <a:pt x="161" y="1086"/>
                    <a:pt x="173" y="1123"/>
                    <a:pt x="173" y="1124"/>
                  </a:cubicBezTo>
                  <a:cubicBezTo>
                    <a:pt x="223" y="1112"/>
                    <a:pt x="180" y="1129"/>
                    <a:pt x="223" y="1143"/>
                  </a:cubicBezTo>
                  <a:cubicBezTo>
                    <a:pt x="281" y="1121"/>
                    <a:pt x="264" y="1109"/>
                    <a:pt x="287" y="1143"/>
                  </a:cubicBezTo>
                  <a:cubicBezTo>
                    <a:pt x="337" y="1131"/>
                    <a:pt x="327" y="1099"/>
                    <a:pt x="337" y="1162"/>
                  </a:cubicBezTo>
                  <a:cubicBezTo>
                    <a:pt x="349" y="1150"/>
                    <a:pt x="354" y="1132"/>
                    <a:pt x="369" y="1124"/>
                  </a:cubicBezTo>
                  <a:cubicBezTo>
                    <a:pt x="388" y="1114"/>
                    <a:pt x="411" y="1113"/>
                    <a:pt x="432" y="1105"/>
                  </a:cubicBezTo>
                  <a:cubicBezTo>
                    <a:pt x="471" y="1162"/>
                    <a:pt x="468" y="1081"/>
                    <a:pt x="495" y="1068"/>
                  </a:cubicBezTo>
                  <a:cubicBezTo>
                    <a:pt x="507" y="1062"/>
                    <a:pt x="520" y="1063"/>
                    <a:pt x="533" y="1061"/>
                  </a:cubicBezTo>
                  <a:cubicBezTo>
                    <a:pt x="577" y="994"/>
                    <a:pt x="545" y="1028"/>
                    <a:pt x="571" y="1061"/>
                  </a:cubicBezTo>
                  <a:cubicBezTo>
                    <a:pt x="576" y="1067"/>
                    <a:pt x="584" y="1070"/>
                    <a:pt x="590" y="1074"/>
                  </a:cubicBezTo>
                  <a:cubicBezTo>
                    <a:pt x="600" y="1033"/>
                    <a:pt x="614" y="996"/>
                    <a:pt x="621" y="954"/>
                  </a:cubicBezTo>
                  <a:cubicBezTo>
                    <a:pt x="623" y="960"/>
                    <a:pt x="622" y="976"/>
                    <a:pt x="628" y="973"/>
                  </a:cubicBezTo>
                  <a:cubicBezTo>
                    <a:pt x="636" y="969"/>
                    <a:pt x="631" y="956"/>
                    <a:pt x="634" y="948"/>
                  </a:cubicBezTo>
                  <a:cubicBezTo>
                    <a:pt x="637" y="939"/>
                    <a:pt x="643" y="931"/>
                    <a:pt x="647" y="922"/>
                  </a:cubicBezTo>
                  <a:cubicBezTo>
                    <a:pt x="664" y="883"/>
                    <a:pt x="665" y="843"/>
                    <a:pt x="691" y="809"/>
                  </a:cubicBezTo>
                  <a:cubicBezTo>
                    <a:pt x="707" y="758"/>
                    <a:pt x="725" y="708"/>
                    <a:pt x="741" y="657"/>
                  </a:cubicBezTo>
                  <a:cubicBezTo>
                    <a:pt x="747" y="639"/>
                    <a:pt x="760" y="624"/>
                    <a:pt x="767" y="606"/>
                  </a:cubicBezTo>
                  <a:cubicBezTo>
                    <a:pt x="773" y="575"/>
                    <a:pt x="784" y="559"/>
                    <a:pt x="798" y="531"/>
                  </a:cubicBezTo>
                  <a:cubicBezTo>
                    <a:pt x="800" y="520"/>
                    <a:pt x="802" y="510"/>
                    <a:pt x="805" y="499"/>
                  </a:cubicBezTo>
                  <a:cubicBezTo>
                    <a:pt x="807" y="493"/>
                    <a:pt x="809" y="486"/>
                    <a:pt x="811" y="480"/>
                  </a:cubicBezTo>
                  <a:cubicBezTo>
                    <a:pt x="815" y="463"/>
                    <a:pt x="823" y="430"/>
                    <a:pt x="823" y="430"/>
                  </a:cubicBezTo>
                  <a:cubicBezTo>
                    <a:pt x="829" y="374"/>
                    <a:pt x="816" y="351"/>
                    <a:pt x="861" y="329"/>
                  </a:cubicBezTo>
                  <a:cubicBezTo>
                    <a:pt x="879" y="256"/>
                    <a:pt x="921" y="187"/>
                    <a:pt x="956" y="120"/>
                  </a:cubicBezTo>
                  <a:cubicBezTo>
                    <a:pt x="967" y="153"/>
                    <a:pt x="958" y="145"/>
                    <a:pt x="988" y="101"/>
                  </a:cubicBezTo>
                  <a:cubicBezTo>
                    <a:pt x="1003" y="79"/>
                    <a:pt x="998" y="86"/>
                    <a:pt x="1007" y="63"/>
                  </a:cubicBezTo>
                  <a:cubicBezTo>
                    <a:pt x="1009" y="72"/>
                    <a:pt x="1011" y="80"/>
                    <a:pt x="1013" y="89"/>
                  </a:cubicBezTo>
                  <a:cubicBezTo>
                    <a:pt x="1015" y="95"/>
                    <a:pt x="1014" y="112"/>
                    <a:pt x="1019" y="108"/>
                  </a:cubicBezTo>
                  <a:cubicBezTo>
                    <a:pt x="1036" y="96"/>
                    <a:pt x="1057" y="57"/>
                    <a:pt x="1057" y="57"/>
                  </a:cubicBezTo>
                  <a:cubicBezTo>
                    <a:pt x="1059" y="68"/>
                    <a:pt x="1061" y="78"/>
                    <a:pt x="1063" y="89"/>
                  </a:cubicBezTo>
                  <a:cubicBezTo>
                    <a:pt x="1065" y="97"/>
                    <a:pt x="1062" y="116"/>
                    <a:pt x="1070" y="114"/>
                  </a:cubicBezTo>
                  <a:cubicBezTo>
                    <a:pt x="1083" y="111"/>
                    <a:pt x="1087" y="93"/>
                    <a:pt x="1095" y="82"/>
                  </a:cubicBezTo>
                  <a:cubicBezTo>
                    <a:pt x="1097" y="74"/>
                    <a:pt x="1099" y="65"/>
                    <a:pt x="1101" y="57"/>
                  </a:cubicBezTo>
                  <a:cubicBezTo>
                    <a:pt x="1103" y="51"/>
                    <a:pt x="1102" y="36"/>
                    <a:pt x="1108" y="38"/>
                  </a:cubicBezTo>
                  <a:cubicBezTo>
                    <a:pt x="1112" y="39"/>
                    <a:pt x="1125" y="76"/>
                    <a:pt x="1127" y="82"/>
                  </a:cubicBezTo>
                  <a:cubicBezTo>
                    <a:pt x="1133" y="74"/>
                    <a:pt x="1141" y="66"/>
                    <a:pt x="1146" y="57"/>
                  </a:cubicBezTo>
                  <a:cubicBezTo>
                    <a:pt x="1150" y="49"/>
                    <a:pt x="1144" y="29"/>
                    <a:pt x="1152" y="32"/>
                  </a:cubicBezTo>
                  <a:cubicBezTo>
                    <a:pt x="1156" y="33"/>
                    <a:pt x="1168" y="74"/>
                    <a:pt x="1171" y="82"/>
                  </a:cubicBezTo>
                  <a:cubicBezTo>
                    <a:pt x="1195" y="67"/>
                    <a:pt x="1198" y="49"/>
                    <a:pt x="1215" y="25"/>
                  </a:cubicBezTo>
                  <a:cubicBezTo>
                    <a:pt x="1239" y="60"/>
                    <a:pt x="1244" y="44"/>
                    <a:pt x="1259" y="13"/>
                  </a:cubicBezTo>
                  <a:cubicBezTo>
                    <a:pt x="1269" y="48"/>
                    <a:pt x="1254" y="81"/>
                    <a:pt x="1291" y="44"/>
                  </a:cubicBezTo>
                  <a:cubicBezTo>
                    <a:pt x="1295" y="36"/>
                    <a:pt x="1294" y="21"/>
                    <a:pt x="1303" y="19"/>
                  </a:cubicBezTo>
                  <a:cubicBezTo>
                    <a:pt x="1310" y="18"/>
                    <a:pt x="1332" y="53"/>
                    <a:pt x="1335" y="57"/>
                  </a:cubicBezTo>
                  <a:cubicBezTo>
                    <a:pt x="1363" y="42"/>
                    <a:pt x="1374" y="26"/>
                    <a:pt x="1392" y="0"/>
                  </a:cubicBezTo>
                  <a:cubicBezTo>
                    <a:pt x="1397" y="29"/>
                    <a:pt x="1401" y="51"/>
                    <a:pt x="1417" y="76"/>
                  </a:cubicBezTo>
                  <a:cubicBezTo>
                    <a:pt x="1425" y="74"/>
                    <a:pt x="1435" y="75"/>
                    <a:pt x="1442" y="70"/>
                  </a:cubicBezTo>
                  <a:cubicBezTo>
                    <a:pt x="1459" y="56"/>
                    <a:pt x="1437" y="32"/>
                    <a:pt x="1461" y="70"/>
                  </a:cubicBezTo>
                  <a:cubicBezTo>
                    <a:pt x="1477" y="159"/>
                    <a:pt x="1460" y="67"/>
                    <a:pt x="1474" y="133"/>
                  </a:cubicBezTo>
                  <a:cubicBezTo>
                    <a:pt x="1492" y="217"/>
                    <a:pt x="1487" y="222"/>
                    <a:pt x="1487" y="120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91" name="Freeform 223"/>
            <p:cNvSpPr>
              <a:spLocks/>
            </p:cNvSpPr>
            <p:nvPr/>
          </p:nvSpPr>
          <p:spPr bwMode="auto">
            <a:xfrm>
              <a:off x="1967" y="2513"/>
              <a:ext cx="1349" cy="1244"/>
            </a:xfrm>
            <a:custGeom>
              <a:avLst/>
              <a:gdLst/>
              <a:ahLst/>
              <a:cxnLst>
                <a:cxn ang="0">
                  <a:pos x="4" y="151"/>
                </a:cxn>
                <a:cxn ang="0">
                  <a:pos x="42" y="95"/>
                </a:cxn>
                <a:cxn ang="0">
                  <a:pos x="67" y="57"/>
                </a:cxn>
                <a:cxn ang="0">
                  <a:pos x="73" y="76"/>
                </a:cxn>
                <a:cxn ang="0">
                  <a:pos x="67" y="95"/>
                </a:cxn>
                <a:cxn ang="0">
                  <a:pos x="99" y="38"/>
                </a:cxn>
                <a:cxn ang="0">
                  <a:pos x="143" y="13"/>
                </a:cxn>
                <a:cxn ang="0">
                  <a:pos x="149" y="69"/>
                </a:cxn>
                <a:cxn ang="0">
                  <a:pos x="168" y="63"/>
                </a:cxn>
                <a:cxn ang="0">
                  <a:pos x="200" y="19"/>
                </a:cxn>
                <a:cxn ang="0">
                  <a:pos x="212" y="101"/>
                </a:cxn>
                <a:cxn ang="0">
                  <a:pos x="231" y="63"/>
                </a:cxn>
                <a:cxn ang="0">
                  <a:pos x="257" y="0"/>
                </a:cxn>
                <a:cxn ang="0">
                  <a:pos x="263" y="95"/>
                </a:cxn>
                <a:cxn ang="0">
                  <a:pos x="295" y="82"/>
                </a:cxn>
                <a:cxn ang="0">
                  <a:pos x="320" y="31"/>
                </a:cxn>
                <a:cxn ang="0">
                  <a:pos x="358" y="63"/>
                </a:cxn>
                <a:cxn ang="0">
                  <a:pos x="383" y="145"/>
                </a:cxn>
                <a:cxn ang="0">
                  <a:pos x="402" y="126"/>
                </a:cxn>
                <a:cxn ang="0">
                  <a:pos x="408" y="107"/>
                </a:cxn>
                <a:cxn ang="0">
                  <a:pos x="433" y="164"/>
                </a:cxn>
                <a:cxn ang="0">
                  <a:pos x="452" y="189"/>
                </a:cxn>
                <a:cxn ang="0">
                  <a:pos x="478" y="158"/>
                </a:cxn>
                <a:cxn ang="0">
                  <a:pos x="484" y="133"/>
                </a:cxn>
                <a:cxn ang="0">
                  <a:pos x="497" y="151"/>
                </a:cxn>
                <a:cxn ang="0">
                  <a:pos x="516" y="227"/>
                </a:cxn>
                <a:cxn ang="0">
                  <a:pos x="547" y="259"/>
                </a:cxn>
                <a:cxn ang="0">
                  <a:pos x="553" y="335"/>
                </a:cxn>
                <a:cxn ang="0">
                  <a:pos x="572" y="322"/>
                </a:cxn>
                <a:cxn ang="0">
                  <a:pos x="579" y="341"/>
                </a:cxn>
                <a:cxn ang="0">
                  <a:pos x="604" y="474"/>
                </a:cxn>
                <a:cxn ang="0">
                  <a:pos x="629" y="398"/>
                </a:cxn>
                <a:cxn ang="0">
                  <a:pos x="673" y="606"/>
                </a:cxn>
                <a:cxn ang="0">
                  <a:pos x="699" y="657"/>
                </a:cxn>
                <a:cxn ang="0">
                  <a:pos x="718" y="638"/>
                </a:cxn>
                <a:cxn ang="0">
                  <a:pos x="737" y="663"/>
                </a:cxn>
                <a:cxn ang="0">
                  <a:pos x="756" y="859"/>
                </a:cxn>
                <a:cxn ang="0">
                  <a:pos x="781" y="859"/>
                </a:cxn>
                <a:cxn ang="0">
                  <a:pos x="800" y="941"/>
                </a:cxn>
                <a:cxn ang="0">
                  <a:pos x="831" y="979"/>
                </a:cxn>
                <a:cxn ang="0">
                  <a:pos x="989" y="1194"/>
                </a:cxn>
                <a:cxn ang="0">
                  <a:pos x="1059" y="1175"/>
                </a:cxn>
                <a:cxn ang="0">
                  <a:pos x="1078" y="1244"/>
                </a:cxn>
                <a:cxn ang="0">
                  <a:pos x="1135" y="1225"/>
                </a:cxn>
                <a:cxn ang="0">
                  <a:pos x="1198" y="1149"/>
                </a:cxn>
                <a:cxn ang="0">
                  <a:pos x="1204" y="1181"/>
                </a:cxn>
                <a:cxn ang="0">
                  <a:pos x="1210" y="1206"/>
                </a:cxn>
                <a:cxn ang="0">
                  <a:pos x="1236" y="1194"/>
                </a:cxn>
                <a:cxn ang="0">
                  <a:pos x="1261" y="1194"/>
                </a:cxn>
                <a:cxn ang="0">
                  <a:pos x="1280" y="1181"/>
                </a:cxn>
                <a:cxn ang="0">
                  <a:pos x="1305" y="1124"/>
                </a:cxn>
                <a:cxn ang="0">
                  <a:pos x="1330" y="1130"/>
                </a:cxn>
                <a:cxn ang="0">
                  <a:pos x="1349" y="1137"/>
                </a:cxn>
                <a:cxn ang="0">
                  <a:pos x="1330" y="1143"/>
                </a:cxn>
                <a:cxn ang="0">
                  <a:pos x="1273" y="1156"/>
                </a:cxn>
              </a:cxnLst>
              <a:rect l="0" t="0" r="r" b="b"/>
              <a:pathLst>
                <a:path w="1349" h="1244">
                  <a:moveTo>
                    <a:pt x="4" y="151"/>
                  </a:moveTo>
                  <a:cubicBezTo>
                    <a:pt x="46" y="82"/>
                    <a:pt x="0" y="155"/>
                    <a:pt x="42" y="95"/>
                  </a:cubicBezTo>
                  <a:cubicBezTo>
                    <a:pt x="51" y="83"/>
                    <a:pt x="67" y="57"/>
                    <a:pt x="67" y="57"/>
                  </a:cubicBezTo>
                  <a:cubicBezTo>
                    <a:pt x="69" y="63"/>
                    <a:pt x="73" y="69"/>
                    <a:pt x="73" y="76"/>
                  </a:cubicBezTo>
                  <a:cubicBezTo>
                    <a:pt x="73" y="83"/>
                    <a:pt x="64" y="101"/>
                    <a:pt x="67" y="95"/>
                  </a:cubicBezTo>
                  <a:cubicBezTo>
                    <a:pt x="103" y="28"/>
                    <a:pt x="56" y="95"/>
                    <a:pt x="99" y="38"/>
                  </a:cubicBezTo>
                  <a:cubicBezTo>
                    <a:pt x="112" y="81"/>
                    <a:pt x="118" y="36"/>
                    <a:pt x="143" y="13"/>
                  </a:cubicBezTo>
                  <a:cubicBezTo>
                    <a:pt x="145" y="32"/>
                    <a:pt x="141" y="52"/>
                    <a:pt x="149" y="69"/>
                  </a:cubicBezTo>
                  <a:cubicBezTo>
                    <a:pt x="152" y="75"/>
                    <a:pt x="163" y="68"/>
                    <a:pt x="168" y="63"/>
                  </a:cubicBezTo>
                  <a:cubicBezTo>
                    <a:pt x="181" y="50"/>
                    <a:pt x="200" y="19"/>
                    <a:pt x="200" y="19"/>
                  </a:cubicBezTo>
                  <a:cubicBezTo>
                    <a:pt x="208" y="45"/>
                    <a:pt x="192" y="81"/>
                    <a:pt x="212" y="101"/>
                  </a:cubicBezTo>
                  <a:cubicBezTo>
                    <a:pt x="222" y="111"/>
                    <a:pt x="225" y="76"/>
                    <a:pt x="231" y="63"/>
                  </a:cubicBezTo>
                  <a:cubicBezTo>
                    <a:pt x="240" y="42"/>
                    <a:pt x="249" y="21"/>
                    <a:pt x="257" y="0"/>
                  </a:cubicBezTo>
                  <a:cubicBezTo>
                    <a:pt x="259" y="32"/>
                    <a:pt x="250" y="66"/>
                    <a:pt x="263" y="95"/>
                  </a:cubicBezTo>
                  <a:cubicBezTo>
                    <a:pt x="268" y="105"/>
                    <a:pt x="287" y="90"/>
                    <a:pt x="295" y="82"/>
                  </a:cubicBezTo>
                  <a:cubicBezTo>
                    <a:pt x="308" y="68"/>
                    <a:pt x="309" y="47"/>
                    <a:pt x="320" y="31"/>
                  </a:cubicBezTo>
                  <a:cubicBezTo>
                    <a:pt x="325" y="93"/>
                    <a:pt x="324" y="147"/>
                    <a:pt x="358" y="63"/>
                  </a:cubicBezTo>
                  <a:cubicBezTo>
                    <a:pt x="367" y="90"/>
                    <a:pt x="374" y="118"/>
                    <a:pt x="383" y="145"/>
                  </a:cubicBezTo>
                  <a:cubicBezTo>
                    <a:pt x="389" y="139"/>
                    <a:pt x="397" y="133"/>
                    <a:pt x="402" y="126"/>
                  </a:cubicBezTo>
                  <a:cubicBezTo>
                    <a:pt x="406" y="120"/>
                    <a:pt x="403" y="103"/>
                    <a:pt x="408" y="107"/>
                  </a:cubicBezTo>
                  <a:cubicBezTo>
                    <a:pt x="419" y="115"/>
                    <a:pt x="428" y="148"/>
                    <a:pt x="433" y="164"/>
                  </a:cubicBezTo>
                  <a:cubicBezTo>
                    <a:pt x="444" y="244"/>
                    <a:pt x="431" y="220"/>
                    <a:pt x="452" y="189"/>
                  </a:cubicBezTo>
                  <a:cubicBezTo>
                    <a:pt x="459" y="178"/>
                    <a:pt x="469" y="168"/>
                    <a:pt x="478" y="158"/>
                  </a:cubicBezTo>
                  <a:cubicBezTo>
                    <a:pt x="480" y="150"/>
                    <a:pt x="476" y="136"/>
                    <a:pt x="484" y="133"/>
                  </a:cubicBezTo>
                  <a:cubicBezTo>
                    <a:pt x="491" y="130"/>
                    <a:pt x="494" y="144"/>
                    <a:pt x="497" y="151"/>
                  </a:cubicBezTo>
                  <a:cubicBezTo>
                    <a:pt x="507" y="175"/>
                    <a:pt x="507" y="203"/>
                    <a:pt x="516" y="227"/>
                  </a:cubicBezTo>
                  <a:cubicBezTo>
                    <a:pt x="555" y="176"/>
                    <a:pt x="538" y="223"/>
                    <a:pt x="547" y="259"/>
                  </a:cubicBezTo>
                  <a:cubicBezTo>
                    <a:pt x="549" y="284"/>
                    <a:pt x="544" y="311"/>
                    <a:pt x="553" y="335"/>
                  </a:cubicBezTo>
                  <a:cubicBezTo>
                    <a:pt x="556" y="342"/>
                    <a:pt x="565" y="320"/>
                    <a:pt x="572" y="322"/>
                  </a:cubicBezTo>
                  <a:cubicBezTo>
                    <a:pt x="579" y="324"/>
                    <a:pt x="577" y="335"/>
                    <a:pt x="579" y="341"/>
                  </a:cubicBezTo>
                  <a:cubicBezTo>
                    <a:pt x="603" y="265"/>
                    <a:pt x="581" y="428"/>
                    <a:pt x="604" y="474"/>
                  </a:cubicBezTo>
                  <a:cubicBezTo>
                    <a:pt x="610" y="444"/>
                    <a:pt x="616" y="425"/>
                    <a:pt x="629" y="398"/>
                  </a:cubicBezTo>
                  <a:cubicBezTo>
                    <a:pt x="652" y="465"/>
                    <a:pt x="652" y="538"/>
                    <a:pt x="673" y="606"/>
                  </a:cubicBezTo>
                  <a:cubicBezTo>
                    <a:pt x="699" y="544"/>
                    <a:pt x="687" y="463"/>
                    <a:pt x="699" y="657"/>
                  </a:cubicBezTo>
                  <a:cubicBezTo>
                    <a:pt x="705" y="651"/>
                    <a:pt x="714" y="630"/>
                    <a:pt x="718" y="638"/>
                  </a:cubicBezTo>
                  <a:cubicBezTo>
                    <a:pt x="738" y="683"/>
                    <a:pt x="709" y="772"/>
                    <a:pt x="737" y="663"/>
                  </a:cubicBezTo>
                  <a:cubicBezTo>
                    <a:pt x="741" y="765"/>
                    <a:pt x="742" y="782"/>
                    <a:pt x="756" y="859"/>
                  </a:cubicBezTo>
                  <a:cubicBezTo>
                    <a:pt x="759" y="847"/>
                    <a:pt x="764" y="798"/>
                    <a:pt x="781" y="859"/>
                  </a:cubicBezTo>
                  <a:cubicBezTo>
                    <a:pt x="811" y="963"/>
                    <a:pt x="767" y="892"/>
                    <a:pt x="800" y="941"/>
                  </a:cubicBezTo>
                  <a:cubicBezTo>
                    <a:pt x="811" y="975"/>
                    <a:pt x="789" y="1021"/>
                    <a:pt x="831" y="979"/>
                  </a:cubicBezTo>
                  <a:cubicBezTo>
                    <a:pt x="913" y="1087"/>
                    <a:pt x="906" y="1085"/>
                    <a:pt x="989" y="1194"/>
                  </a:cubicBezTo>
                  <a:cubicBezTo>
                    <a:pt x="1007" y="1140"/>
                    <a:pt x="1027" y="1222"/>
                    <a:pt x="1059" y="1175"/>
                  </a:cubicBezTo>
                  <a:cubicBezTo>
                    <a:pt x="1074" y="1223"/>
                    <a:pt x="1068" y="1200"/>
                    <a:pt x="1078" y="1244"/>
                  </a:cubicBezTo>
                  <a:cubicBezTo>
                    <a:pt x="1109" y="1223"/>
                    <a:pt x="1109" y="1186"/>
                    <a:pt x="1135" y="1225"/>
                  </a:cubicBezTo>
                  <a:cubicBezTo>
                    <a:pt x="1164" y="1203"/>
                    <a:pt x="1175" y="1178"/>
                    <a:pt x="1198" y="1149"/>
                  </a:cubicBezTo>
                  <a:cubicBezTo>
                    <a:pt x="1200" y="1160"/>
                    <a:pt x="1202" y="1170"/>
                    <a:pt x="1204" y="1181"/>
                  </a:cubicBezTo>
                  <a:cubicBezTo>
                    <a:pt x="1206" y="1189"/>
                    <a:pt x="1202" y="1203"/>
                    <a:pt x="1210" y="1206"/>
                  </a:cubicBezTo>
                  <a:cubicBezTo>
                    <a:pt x="1219" y="1210"/>
                    <a:pt x="1227" y="1198"/>
                    <a:pt x="1236" y="1194"/>
                  </a:cubicBezTo>
                  <a:cubicBezTo>
                    <a:pt x="1264" y="1149"/>
                    <a:pt x="1231" y="1188"/>
                    <a:pt x="1261" y="1194"/>
                  </a:cubicBezTo>
                  <a:cubicBezTo>
                    <a:pt x="1269" y="1195"/>
                    <a:pt x="1274" y="1185"/>
                    <a:pt x="1280" y="1181"/>
                  </a:cubicBezTo>
                  <a:cubicBezTo>
                    <a:pt x="1292" y="1162"/>
                    <a:pt x="1298" y="1145"/>
                    <a:pt x="1305" y="1124"/>
                  </a:cubicBezTo>
                  <a:cubicBezTo>
                    <a:pt x="1317" y="1187"/>
                    <a:pt x="1301" y="1145"/>
                    <a:pt x="1330" y="1130"/>
                  </a:cubicBezTo>
                  <a:cubicBezTo>
                    <a:pt x="1336" y="1127"/>
                    <a:pt x="1343" y="1135"/>
                    <a:pt x="1349" y="1137"/>
                  </a:cubicBezTo>
                  <a:cubicBezTo>
                    <a:pt x="1349" y="1137"/>
                    <a:pt x="1336" y="1140"/>
                    <a:pt x="1330" y="1143"/>
                  </a:cubicBezTo>
                  <a:cubicBezTo>
                    <a:pt x="1288" y="1161"/>
                    <a:pt x="1322" y="1156"/>
                    <a:pt x="1273" y="1156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92" name="Freeform 224"/>
            <p:cNvSpPr>
              <a:spLocks/>
            </p:cNvSpPr>
            <p:nvPr/>
          </p:nvSpPr>
          <p:spPr bwMode="auto">
            <a:xfrm>
              <a:off x="1976" y="2560"/>
              <a:ext cx="1396" cy="1206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50" y="81"/>
                </a:cxn>
                <a:cxn ang="0">
                  <a:pos x="76" y="62"/>
                </a:cxn>
                <a:cxn ang="0">
                  <a:pos x="107" y="17"/>
                </a:cxn>
                <a:cxn ang="0">
                  <a:pos x="139" y="100"/>
                </a:cxn>
                <a:cxn ang="0">
                  <a:pos x="196" y="74"/>
                </a:cxn>
                <a:cxn ang="0">
                  <a:pos x="240" y="43"/>
                </a:cxn>
                <a:cxn ang="0">
                  <a:pos x="253" y="93"/>
                </a:cxn>
                <a:cxn ang="0">
                  <a:pos x="303" y="68"/>
                </a:cxn>
                <a:cxn ang="0">
                  <a:pos x="328" y="112"/>
                </a:cxn>
                <a:cxn ang="0">
                  <a:pos x="379" y="62"/>
                </a:cxn>
                <a:cxn ang="0">
                  <a:pos x="417" y="125"/>
                </a:cxn>
                <a:cxn ang="0">
                  <a:pos x="429" y="106"/>
                </a:cxn>
                <a:cxn ang="0">
                  <a:pos x="436" y="137"/>
                </a:cxn>
                <a:cxn ang="0">
                  <a:pos x="455" y="207"/>
                </a:cxn>
                <a:cxn ang="0">
                  <a:pos x="486" y="213"/>
                </a:cxn>
                <a:cxn ang="0">
                  <a:pos x="518" y="207"/>
                </a:cxn>
                <a:cxn ang="0">
                  <a:pos x="524" y="226"/>
                </a:cxn>
                <a:cxn ang="0">
                  <a:pos x="543" y="232"/>
                </a:cxn>
                <a:cxn ang="0">
                  <a:pos x="549" y="283"/>
                </a:cxn>
                <a:cxn ang="0">
                  <a:pos x="562" y="321"/>
                </a:cxn>
                <a:cxn ang="0">
                  <a:pos x="606" y="359"/>
                </a:cxn>
                <a:cxn ang="0">
                  <a:pos x="625" y="415"/>
                </a:cxn>
                <a:cxn ang="0">
                  <a:pos x="669" y="580"/>
                </a:cxn>
                <a:cxn ang="0">
                  <a:pos x="695" y="719"/>
                </a:cxn>
                <a:cxn ang="0">
                  <a:pos x="701" y="693"/>
                </a:cxn>
                <a:cxn ang="0">
                  <a:pos x="707" y="712"/>
                </a:cxn>
                <a:cxn ang="0">
                  <a:pos x="714" y="731"/>
                </a:cxn>
                <a:cxn ang="0">
                  <a:pos x="733" y="807"/>
                </a:cxn>
                <a:cxn ang="0">
                  <a:pos x="739" y="895"/>
                </a:cxn>
                <a:cxn ang="0">
                  <a:pos x="758" y="927"/>
                </a:cxn>
                <a:cxn ang="0">
                  <a:pos x="802" y="1041"/>
                </a:cxn>
                <a:cxn ang="0">
                  <a:pos x="846" y="1041"/>
                </a:cxn>
                <a:cxn ang="0">
                  <a:pos x="922" y="1116"/>
                </a:cxn>
                <a:cxn ang="0">
                  <a:pos x="947" y="1186"/>
                </a:cxn>
                <a:cxn ang="0">
                  <a:pos x="960" y="1161"/>
                </a:cxn>
                <a:cxn ang="0">
                  <a:pos x="998" y="1192"/>
                </a:cxn>
                <a:cxn ang="0">
                  <a:pos x="1036" y="1161"/>
                </a:cxn>
                <a:cxn ang="0">
                  <a:pos x="1048" y="1180"/>
                </a:cxn>
                <a:cxn ang="0">
                  <a:pos x="1074" y="1192"/>
                </a:cxn>
                <a:cxn ang="0">
                  <a:pos x="1162" y="1167"/>
                </a:cxn>
                <a:cxn ang="0">
                  <a:pos x="1232" y="1161"/>
                </a:cxn>
                <a:cxn ang="0">
                  <a:pos x="1295" y="1110"/>
                </a:cxn>
                <a:cxn ang="0">
                  <a:pos x="1358" y="1123"/>
                </a:cxn>
                <a:cxn ang="0">
                  <a:pos x="1396" y="1085"/>
                </a:cxn>
              </a:cxnLst>
              <a:rect l="0" t="0" r="r" b="b"/>
              <a:pathLst>
                <a:path w="1396" h="1206">
                  <a:moveTo>
                    <a:pt x="0" y="156"/>
                  </a:moveTo>
                  <a:cubicBezTo>
                    <a:pt x="17" y="134"/>
                    <a:pt x="32" y="101"/>
                    <a:pt x="50" y="81"/>
                  </a:cubicBezTo>
                  <a:cubicBezTo>
                    <a:pt x="57" y="73"/>
                    <a:pt x="68" y="70"/>
                    <a:pt x="76" y="62"/>
                  </a:cubicBezTo>
                  <a:cubicBezTo>
                    <a:pt x="85" y="53"/>
                    <a:pt x="100" y="29"/>
                    <a:pt x="107" y="17"/>
                  </a:cubicBezTo>
                  <a:cubicBezTo>
                    <a:pt x="114" y="59"/>
                    <a:pt x="111" y="72"/>
                    <a:pt x="139" y="100"/>
                  </a:cubicBezTo>
                  <a:cubicBezTo>
                    <a:pt x="166" y="91"/>
                    <a:pt x="176" y="91"/>
                    <a:pt x="196" y="74"/>
                  </a:cubicBezTo>
                  <a:cubicBezTo>
                    <a:pt x="233" y="42"/>
                    <a:pt x="206" y="54"/>
                    <a:pt x="240" y="43"/>
                  </a:cubicBezTo>
                  <a:cubicBezTo>
                    <a:pt x="240" y="44"/>
                    <a:pt x="252" y="93"/>
                    <a:pt x="253" y="93"/>
                  </a:cubicBezTo>
                  <a:cubicBezTo>
                    <a:pt x="271" y="96"/>
                    <a:pt x="285" y="74"/>
                    <a:pt x="303" y="68"/>
                  </a:cubicBezTo>
                  <a:cubicBezTo>
                    <a:pt x="325" y="0"/>
                    <a:pt x="322" y="29"/>
                    <a:pt x="328" y="112"/>
                  </a:cubicBezTo>
                  <a:cubicBezTo>
                    <a:pt x="362" y="87"/>
                    <a:pt x="348" y="81"/>
                    <a:pt x="379" y="62"/>
                  </a:cubicBezTo>
                  <a:cubicBezTo>
                    <a:pt x="389" y="104"/>
                    <a:pt x="361" y="152"/>
                    <a:pt x="417" y="125"/>
                  </a:cubicBezTo>
                  <a:cubicBezTo>
                    <a:pt x="421" y="119"/>
                    <a:pt x="423" y="102"/>
                    <a:pt x="429" y="106"/>
                  </a:cubicBezTo>
                  <a:cubicBezTo>
                    <a:pt x="438" y="112"/>
                    <a:pt x="434" y="127"/>
                    <a:pt x="436" y="137"/>
                  </a:cubicBezTo>
                  <a:cubicBezTo>
                    <a:pt x="447" y="193"/>
                    <a:pt x="435" y="157"/>
                    <a:pt x="455" y="207"/>
                  </a:cubicBezTo>
                  <a:cubicBezTo>
                    <a:pt x="502" y="175"/>
                    <a:pt x="449" y="202"/>
                    <a:pt x="486" y="213"/>
                  </a:cubicBezTo>
                  <a:cubicBezTo>
                    <a:pt x="496" y="216"/>
                    <a:pt x="507" y="209"/>
                    <a:pt x="518" y="207"/>
                  </a:cubicBezTo>
                  <a:cubicBezTo>
                    <a:pt x="520" y="213"/>
                    <a:pt x="519" y="221"/>
                    <a:pt x="524" y="226"/>
                  </a:cubicBezTo>
                  <a:cubicBezTo>
                    <a:pt x="529" y="231"/>
                    <a:pt x="540" y="226"/>
                    <a:pt x="543" y="232"/>
                  </a:cubicBezTo>
                  <a:cubicBezTo>
                    <a:pt x="550" y="248"/>
                    <a:pt x="545" y="266"/>
                    <a:pt x="549" y="283"/>
                  </a:cubicBezTo>
                  <a:cubicBezTo>
                    <a:pt x="552" y="296"/>
                    <a:pt x="558" y="308"/>
                    <a:pt x="562" y="321"/>
                  </a:cubicBezTo>
                  <a:cubicBezTo>
                    <a:pt x="610" y="273"/>
                    <a:pt x="599" y="288"/>
                    <a:pt x="606" y="359"/>
                  </a:cubicBezTo>
                  <a:cubicBezTo>
                    <a:pt x="653" y="327"/>
                    <a:pt x="629" y="392"/>
                    <a:pt x="625" y="415"/>
                  </a:cubicBezTo>
                  <a:cubicBezTo>
                    <a:pt x="631" y="518"/>
                    <a:pt x="607" y="533"/>
                    <a:pt x="669" y="580"/>
                  </a:cubicBezTo>
                  <a:cubicBezTo>
                    <a:pt x="682" y="626"/>
                    <a:pt x="685" y="673"/>
                    <a:pt x="695" y="719"/>
                  </a:cubicBezTo>
                  <a:cubicBezTo>
                    <a:pt x="697" y="710"/>
                    <a:pt x="693" y="697"/>
                    <a:pt x="701" y="693"/>
                  </a:cubicBezTo>
                  <a:cubicBezTo>
                    <a:pt x="707" y="690"/>
                    <a:pt x="705" y="706"/>
                    <a:pt x="707" y="712"/>
                  </a:cubicBezTo>
                  <a:cubicBezTo>
                    <a:pt x="709" y="718"/>
                    <a:pt x="712" y="725"/>
                    <a:pt x="714" y="731"/>
                  </a:cubicBezTo>
                  <a:cubicBezTo>
                    <a:pt x="722" y="756"/>
                    <a:pt x="733" y="807"/>
                    <a:pt x="733" y="807"/>
                  </a:cubicBezTo>
                  <a:cubicBezTo>
                    <a:pt x="735" y="836"/>
                    <a:pt x="733" y="866"/>
                    <a:pt x="739" y="895"/>
                  </a:cubicBezTo>
                  <a:cubicBezTo>
                    <a:pt x="742" y="907"/>
                    <a:pt x="753" y="916"/>
                    <a:pt x="758" y="927"/>
                  </a:cubicBezTo>
                  <a:cubicBezTo>
                    <a:pt x="776" y="965"/>
                    <a:pt x="778" y="1005"/>
                    <a:pt x="802" y="1041"/>
                  </a:cubicBezTo>
                  <a:cubicBezTo>
                    <a:pt x="813" y="1006"/>
                    <a:pt x="817" y="1030"/>
                    <a:pt x="846" y="1041"/>
                  </a:cubicBezTo>
                  <a:cubicBezTo>
                    <a:pt x="878" y="1083"/>
                    <a:pt x="874" y="1098"/>
                    <a:pt x="922" y="1116"/>
                  </a:cubicBezTo>
                  <a:cubicBezTo>
                    <a:pt x="940" y="1142"/>
                    <a:pt x="936" y="1157"/>
                    <a:pt x="947" y="1186"/>
                  </a:cubicBezTo>
                  <a:cubicBezTo>
                    <a:pt x="955" y="1206"/>
                    <a:pt x="950" y="1142"/>
                    <a:pt x="960" y="1161"/>
                  </a:cubicBezTo>
                  <a:cubicBezTo>
                    <a:pt x="967" y="1144"/>
                    <a:pt x="987" y="1206"/>
                    <a:pt x="998" y="1192"/>
                  </a:cubicBezTo>
                  <a:cubicBezTo>
                    <a:pt x="1008" y="1179"/>
                    <a:pt x="1024" y="1173"/>
                    <a:pt x="1036" y="1161"/>
                  </a:cubicBezTo>
                  <a:cubicBezTo>
                    <a:pt x="1040" y="1167"/>
                    <a:pt x="1041" y="1177"/>
                    <a:pt x="1048" y="1180"/>
                  </a:cubicBezTo>
                  <a:cubicBezTo>
                    <a:pt x="1082" y="1193"/>
                    <a:pt x="1056" y="1144"/>
                    <a:pt x="1074" y="1192"/>
                  </a:cubicBezTo>
                  <a:cubicBezTo>
                    <a:pt x="1145" y="1157"/>
                    <a:pt x="1114" y="1156"/>
                    <a:pt x="1162" y="1167"/>
                  </a:cubicBezTo>
                  <a:cubicBezTo>
                    <a:pt x="1192" y="1160"/>
                    <a:pt x="1201" y="1153"/>
                    <a:pt x="1232" y="1161"/>
                  </a:cubicBezTo>
                  <a:cubicBezTo>
                    <a:pt x="1251" y="1141"/>
                    <a:pt x="1295" y="1110"/>
                    <a:pt x="1295" y="1110"/>
                  </a:cubicBezTo>
                  <a:cubicBezTo>
                    <a:pt x="1314" y="1140"/>
                    <a:pt x="1327" y="1138"/>
                    <a:pt x="1358" y="1123"/>
                  </a:cubicBezTo>
                  <a:cubicBezTo>
                    <a:pt x="1373" y="1077"/>
                    <a:pt x="1357" y="1085"/>
                    <a:pt x="1396" y="108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93" name="Freeform 225"/>
            <p:cNvSpPr>
              <a:spLocks/>
            </p:cNvSpPr>
            <p:nvPr/>
          </p:nvSpPr>
          <p:spPr bwMode="auto">
            <a:xfrm>
              <a:off x="1844" y="2596"/>
              <a:ext cx="1472" cy="1067"/>
            </a:xfrm>
            <a:custGeom>
              <a:avLst/>
              <a:gdLst/>
              <a:ahLst/>
              <a:cxnLst>
                <a:cxn ang="0">
                  <a:pos x="1472" y="1048"/>
                </a:cxn>
                <a:cxn ang="0">
                  <a:pos x="1409" y="1023"/>
                </a:cxn>
                <a:cxn ang="0">
                  <a:pos x="1415" y="991"/>
                </a:cxn>
                <a:cxn ang="0">
                  <a:pos x="1421" y="966"/>
                </a:cxn>
                <a:cxn ang="0">
                  <a:pos x="1415" y="941"/>
                </a:cxn>
                <a:cxn ang="0">
                  <a:pos x="1409" y="909"/>
                </a:cxn>
                <a:cxn ang="0">
                  <a:pos x="1377" y="947"/>
                </a:cxn>
                <a:cxn ang="0">
                  <a:pos x="1352" y="833"/>
                </a:cxn>
                <a:cxn ang="0">
                  <a:pos x="1320" y="695"/>
                </a:cxn>
                <a:cxn ang="0">
                  <a:pos x="1301" y="707"/>
                </a:cxn>
                <a:cxn ang="0">
                  <a:pos x="1295" y="682"/>
                </a:cxn>
                <a:cxn ang="0">
                  <a:pos x="1257" y="587"/>
                </a:cxn>
                <a:cxn ang="0">
                  <a:pos x="1219" y="473"/>
                </a:cxn>
                <a:cxn ang="0">
                  <a:pos x="1200" y="480"/>
                </a:cxn>
                <a:cxn ang="0">
                  <a:pos x="1143" y="385"/>
                </a:cxn>
                <a:cxn ang="0">
                  <a:pos x="1105" y="259"/>
                </a:cxn>
                <a:cxn ang="0">
                  <a:pos x="1080" y="221"/>
                </a:cxn>
                <a:cxn ang="0">
                  <a:pos x="1042" y="170"/>
                </a:cxn>
                <a:cxn ang="0">
                  <a:pos x="1023" y="177"/>
                </a:cxn>
                <a:cxn ang="0">
                  <a:pos x="1017" y="196"/>
                </a:cxn>
                <a:cxn ang="0">
                  <a:pos x="1011" y="177"/>
                </a:cxn>
                <a:cxn ang="0">
                  <a:pos x="966" y="120"/>
                </a:cxn>
                <a:cxn ang="0">
                  <a:pos x="948" y="126"/>
                </a:cxn>
                <a:cxn ang="0">
                  <a:pos x="859" y="57"/>
                </a:cxn>
                <a:cxn ang="0">
                  <a:pos x="853" y="76"/>
                </a:cxn>
                <a:cxn ang="0">
                  <a:pos x="821" y="44"/>
                </a:cxn>
                <a:cxn ang="0">
                  <a:pos x="752" y="19"/>
                </a:cxn>
                <a:cxn ang="0">
                  <a:pos x="689" y="0"/>
                </a:cxn>
                <a:cxn ang="0">
                  <a:pos x="651" y="25"/>
                </a:cxn>
                <a:cxn ang="0">
                  <a:pos x="625" y="50"/>
                </a:cxn>
                <a:cxn ang="0">
                  <a:pos x="619" y="69"/>
                </a:cxn>
                <a:cxn ang="0">
                  <a:pos x="613" y="50"/>
                </a:cxn>
                <a:cxn ang="0">
                  <a:pos x="588" y="25"/>
                </a:cxn>
                <a:cxn ang="0">
                  <a:pos x="569" y="82"/>
                </a:cxn>
                <a:cxn ang="0">
                  <a:pos x="562" y="63"/>
                </a:cxn>
                <a:cxn ang="0">
                  <a:pos x="543" y="50"/>
                </a:cxn>
                <a:cxn ang="0">
                  <a:pos x="512" y="82"/>
                </a:cxn>
                <a:cxn ang="0">
                  <a:pos x="486" y="126"/>
                </a:cxn>
                <a:cxn ang="0">
                  <a:pos x="480" y="151"/>
                </a:cxn>
                <a:cxn ang="0">
                  <a:pos x="474" y="132"/>
                </a:cxn>
                <a:cxn ang="0">
                  <a:pos x="449" y="145"/>
                </a:cxn>
                <a:cxn ang="0">
                  <a:pos x="423" y="208"/>
                </a:cxn>
                <a:cxn ang="0">
                  <a:pos x="417" y="183"/>
                </a:cxn>
                <a:cxn ang="0">
                  <a:pos x="398" y="196"/>
                </a:cxn>
                <a:cxn ang="0">
                  <a:pos x="373" y="252"/>
                </a:cxn>
                <a:cxn ang="0">
                  <a:pos x="335" y="379"/>
                </a:cxn>
                <a:cxn ang="0">
                  <a:pos x="310" y="429"/>
                </a:cxn>
                <a:cxn ang="0">
                  <a:pos x="291" y="518"/>
                </a:cxn>
                <a:cxn ang="0">
                  <a:pos x="240" y="688"/>
                </a:cxn>
                <a:cxn ang="0">
                  <a:pos x="171" y="884"/>
                </a:cxn>
                <a:cxn ang="0">
                  <a:pos x="164" y="865"/>
                </a:cxn>
                <a:cxn ang="0">
                  <a:pos x="158" y="840"/>
                </a:cxn>
                <a:cxn ang="0">
                  <a:pos x="145" y="897"/>
                </a:cxn>
                <a:cxn ang="0">
                  <a:pos x="108" y="1067"/>
                </a:cxn>
                <a:cxn ang="0">
                  <a:pos x="70" y="1055"/>
                </a:cxn>
                <a:cxn ang="0">
                  <a:pos x="0" y="1055"/>
                </a:cxn>
              </a:cxnLst>
              <a:rect l="0" t="0" r="r" b="b"/>
              <a:pathLst>
                <a:path w="1472" h="1067">
                  <a:moveTo>
                    <a:pt x="1472" y="1048"/>
                  </a:moveTo>
                  <a:cubicBezTo>
                    <a:pt x="1451" y="1038"/>
                    <a:pt x="1431" y="1030"/>
                    <a:pt x="1409" y="1023"/>
                  </a:cubicBezTo>
                  <a:cubicBezTo>
                    <a:pt x="1411" y="1012"/>
                    <a:pt x="1413" y="1002"/>
                    <a:pt x="1415" y="991"/>
                  </a:cubicBezTo>
                  <a:cubicBezTo>
                    <a:pt x="1418" y="978"/>
                    <a:pt x="1439" y="902"/>
                    <a:pt x="1421" y="966"/>
                  </a:cubicBezTo>
                  <a:cubicBezTo>
                    <a:pt x="1419" y="958"/>
                    <a:pt x="1417" y="949"/>
                    <a:pt x="1415" y="941"/>
                  </a:cubicBezTo>
                  <a:cubicBezTo>
                    <a:pt x="1413" y="930"/>
                    <a:pt x="1419" y="914"/>
                    <a:pt x="1409" y="909"/>
                  </a:cubicBezTo>
                  <a:cubicBezTo>
                    <a:pt x="1403" y="906"/>
                    <a:pt x="1379" y="944"/>
                    <a:pt x="1377" y="947"/>
                  </a:cubicBezTo>
                  <a:cubicBezTo>
                    <a:pt x="1372" y="890"/>
                    <a:pt x="1373" y="878"/>
                    <a:pt x="1352" y="833"/>
                  </a:cubicBezTo>
                  <a:cubicBezTo>
                    <a:pt x="1343" y="787"/>
                    <a:pt x="1335" y="739"/>
                    <a:pt x="1320" y="695"/>
                  </a:cubicBezTo>
                  <a:cubicBezTo>
                    <a:pt x="1314" y="699"/>
                    <a:pt x="1308" y="710"/>
                    <a:pt x="1301" y="707"/>
                  </a:cubicBezTo>
                  <a:cubicBezTo>
                    <a:pt x="1293" y="703"/>
                    <a:pt x="1297" y="690"/>
                    <a:pt x="1295" y="682"/>
                  </a:cubicBezTo>
                  <a:cubicBezTo>
                    <a:pt x="1286" y="650"/>
                    <a:pt x="1275" y="614"/>
                    <a:pt x="1257" y="587"/>
                  </a:cubicBezTo>
                  <a:cubicBezTo>
                    <a:pt x="1245" y="548"/>
                    <a:pt x="1228" y="512"/>
                    <a:pt x="1219" y="473"/>
                  </a:cubicBezTo>
                  <a:cubicBezTo>
                    <a:pt x="1213" y="475"/>
                    <a:pt x="1204" y="485"/>
                    <a:pt x="1200" y="480"/>
                  </a:cubicBezTo>
                  <a:cubicBezTo>
                    <a:pt x="1173" y="449"/>
                    <a:pt x="1187" y="399"/>
                    <a:pt x="1143" y="385"/>
                  </a:cubicBezTo>
                  <a:cubicBezTo>
                    <a:pt x="1136" y="340"/>
                    <a:pt x="1131" y="297"/>
                    <a:pt x="1105" y="259"/>
                  </a:cubicBezTo>
                  <a:cubicBezTo>
                    <a:pt x="1094" y="225"/>
                    <a:pt x="1106" y="254"/>
                    <a:pt x="1080" y="221"/>
                  </a:cubicBezTo>
                  <a:cubicBezTo>
                    <a:pt x="1067" y="205"/>
                    <a:pt x="1042" y="170"/>
                    <a:pt x="1042" y="170"/>
                  </a:cubicBezTo>
                  <a:cubicBezTo>
                    <a:pt x="1036" y="172"/>
                    <a:pt x="1028" y="172"/>
                    <a:pt x="1023" y="177"/>
                  </a:cubicBezTo>
                  <a:cubicBezTo>
                    <a:pt x="1018" y="182"/>
                    <a:pt x="1024" y="196"/>
                    <a:pt x="1017" y="196"/>
                  </a:cubicBezTo>
                  <a:cubicBezTo>
                    <a:pt x="1010" y="196"/>
                    <a:pt x="1015" y="183"/>
                    <a:pt x="1011" y="177"/>
                  </a:cubicBezTo>
                  <a:cubicBezTo>
                    <a:pt x="998" y="157"/>
                    <a:pt x="966" y="120"/>
                    <a:pt x="966" y="120"/>
                  </a:cubicBezTo>
                  <a:cubicBezTo>
                    <a:pt x="960" y="122"/>
                    <a:pt x="953" y="129"/>
                    <a:pt x="948" y="126"/>
                  </a:cubicBezTo>
                  <a:cubicBezTo>
                    <a:pt x="901" y="96"/>
                    <a:pt x="906" y="72"/>
                    <a:pt x="859" y="57"/>
                  </a:cubicBezTo>
                  <a:cubicBezTo>
                    <a:pt x="857" y="63"/>
                    <a:pt x="859" y="74"/>
                    <a:pt x="853" y="76"/>
                  </a:cubicBezTo>
                  <a:cubicBezTo>
                    <a:pt x="839" y="79"/>
                    <a:pt x="827" y="49"/>
                    <a:pt x="821" y="44"/>
                  </a:cubicBezTo>
                  <a:cubicBezTo>
                    <a:pt x="795" y="24"/>
                    <a:pt x="781" y="25"/>
                    <a:pt x="752" y="19"/>
                  </a:cubicBezTo>
                  <a:cubicBezTo>
                    <a:pt x="718" y="40"/>
                    <a:pt x="719" y="19"/>
                    <a:pt x="689" y="0"/>
                  </a:cubicBezTo>
                  <a:cubicBezTo>
                    <a:pt x="668" y="30"/>
                    <a:pt x="684" y="48"/>
                    <a:pt x="651" y="25"/>
                  </a:cubicBezTo>
                  <a:cubicBezTo>
                    <a:pt x="642" y="33"/>
                    <a:pt x="632" y="40"/>
                    <a:pt x="625" y="50"/>
                  </a:cubicBezTo>
                  <a:cubicBezTo>
                    <a:pt x="621" y="55"/>
                    <a:pt x="626" y="69"/>
                    <a:pt x="619" y="69"/>
                  </a:cubicBezTo>
                  <a:cubicBezTo>
                    <a:pt x="612" y="69"/>
                    <a:pt x="615" y="56"/>
                    <a:pt x="613" y="50"/>
                  </a:cubicBezTo>
                  <a:cubicBezTo>
                    <a:pt x="605" y="25"/>
                    <a:pt x="612" y="33"/>
                    <a:pt x="588" y="25"/>
                  </a:cubicBezTo>
                  <a:cubicBezTo>
                    <a:pt x="587" y="29"/>
                    <a:pt x="579" y="79"/>
                    <a:pt x="569" y="82"/>
                  </a:cubicBezTo>
                  <a:cubicBezTo>
                    <a:pt x="563" y="84"/>
                    <a:pt x="566" y="68"/>
                    <a:pt x="562" y="63"/>
                  </a:cubicBezTo>
                  <a:cubicBezTo>
                    <a:pt x="557" y="57"/>
                    <a:pt x="549" y="54"/>
                    <a:pt x="543" y="50"/>
                  </a:cubicBezTo>
                  <a:cubicBezTo>
                    <a:pt x="529" y="109"/>
                    <a:pt x="551" y="50"/>
                    <a:pt x="512" y="82"/>
                  </a:cubicBezTo>
                  <a:cubicBezTo>
                    <a:pt x="499" y="93"/>
                    <a:pt x="496" y="112"/>
                    <a:pt x="486" y="126"/>
                  </a:cubicBezTo>
                  <a:cubicBezTo>
                    <a:pt x="484" y="134"/>
                    <a:pt x="488" y="147"/>
                    <a:pt x="480" y="151"/>
                  </a:cubicBezTo>
                  <a:cubicBezTo>
                    <a:pt x="474" y="154"/>
                    <a:pt x="481" y="133"/>
                    <a:pt x="474" y="132"/>
                  </a:cubicBezTo>
                  <a:cubicBezTo>
                    <a:pt x="465" y="130"/>
                    <a:pt x="457" y="141"/>
                    <a:pt x="449" y="145"/>
                  </a:cubicBezTo>
                  <a:cubicBezTo>
                    <a:pt x="434" y="166"/>
                    <a:pt x="430" y="183"/>
                    <a:pt x="423" y="208"/>
                  </a:cubicBezTo>
                  <a:cubicBezTo>
                    <a:pt x="421" y="200"/>
                    <a:pt x="425" y="187"/>
                    <a:pt x="417" y="183"/>
                  </a:cubicBezTo>
                  <a:cubicBezTo>
                    <a:pt x="410" y="180"/>
                    <a:pt x="403" y="190"/>
                    <a:pt x="398" y="196"/>
                  </a:cubicBezTo>
                  <a:cubicBezTo>
                    <a:pt x="388" y="209"/>
                    <a:pt x="383" y="236"/>
                    <a:pt x="373" y="252"/>
                  </a:cubicBezTo>
                  <a:cubicBezTo>
                    <a:pt x="367" y="290"/>
                    <a:pt x="353" y="343"/>
                    <a:pt x="335" y="379"/>
                  </a:cubicBezTo>
                  <a:cubicBezTo>
                    <a:pt x="314" y="422"/>
                    <a:pt x="328" y="370"/>
                    <a:pt x="310" y="429"/>
                  </a:cubicBezTo>
                  <a:cubicBezTo>
                    <a:pt x="301" y="458"/>
                    <a:pt x="300" y="489"/>
                    <a:pt x="291" y="518"/>
                  </a:cubicBezTo>
                  <a:cubicBezTo>
                    <a:pt x="241" y="418"/>
                    <a:pt x="312" y="665"/>
                    <a:pt x="240" y="688"/>
                  </a:cubicBezTo>
                  <a:cubicBezTo>
                    <a:pt x="205" y="746"/>
                    <a:pt x="195" y="820"/>
                    <a:pt x="171" y="884"/>
                  </a:cubicBezTo>
                  <a:cubicBezTo>
                    <a:pt x="169" y="878"/>
                    <a:pt x="166" y="871"/>
                    <a:pt x="164" y="865"/>
                  </a:cubicBezTo>
                  <a:cubicBezTo>
                    <a:pt x="162" y="857"/>
                    <a:pt x="166" y="836"/>
                    <a:pt x="158" y="840"/>
                  </a:cubicBezTo>
                  <a:cubicBezTo>
                    <a:pt x="141" y="849"/>
                    <a:pt x="151" y="878"/>
                    <a:pt x="145" y="897"/>
                  </a:cubicBezTo>
                  <a:cubicBezTo>
                    <a:pt x="128" y="953"/>
                    <a:pt x="126" y="1011"/>
                    <a:pt x="108" y="1067"/>
                  </a:cubicBezTo>
                  <a:cubicBezTo>
                    <a:pt x="99" y="1035"/>
                    <a:pt x="93" y="1019"/>
                    <a:pt x="70" y="1055"/>
                  </a:cubicBezTo>
                  <a:cubicBezTo>
                    <a:pt x="36" y="1032"/>
                    <a:pt x="36" y="1055"/>
                    <a:pt x="0" y="105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94" name="Freeform 226"/>
            <p:cNvSpPr>
              <a:spLocks/>
            </p:cNvSpPr>
            <p:nvPr/>
          </p:nvSpPr>
          <p:spPr bwMode="auto">
            <a:xfrm>
              <a:off x="1964" y="2569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95" name="Freeform 227"/>
            <p:cNvSpPr>
              <a:spLocks/>
            </p:cNvSpPr>
            <p:nvPr/>
          </p:nvSpPr>
          <p:spPr bwMode="auto">
            <a:xfrm flipV="1">
              <a:off x="1946" y="2613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96" name="Freeform 228"/>
            <p:cNvSpPr>
              <a:spLocks/>
            </p:cNvSpPr>
            <p:nvPr/>
          </p:nvSpPr>
          <p:spPr bwMode="auto">
            <a:xfrm>
              <a:off x="1918" y="2583"/>
              <a:ext cx="1492" cy="1162"/>
            </a:xfrm>
            <a:custGeom>
              <a:avLst/>
              <a:gdLst/>
              <a:ahLst/>
              <a:cxnLst>
                <a:cxn ang="0">
                  <a:pos x="34" y="1093"/>
                </a:cxn>
                <a:cxn ang="0">
                  <a:pos x="72" y="1093"/>
                </a:cxn>
                <a:cxn ang="0">
                  <a:pos x="91" y="1112"/>
                </a:cxn>
                <a:cxn ang="0">
                  <a:pos x="160" y="1086"/>
                </a:cxn>
                <a:cxn ang="0">
                  <a:pos x="173" y="1124"/>
                </a:cxn>
                <a:cxn ang="0">
                  <a:pos x="223" y="1143"/>
                </a:cxn>
                <a:cxn ang="0">
                  <a:pos x="287" y="1143"/>
                </a:cxn>
                <a:cxn ang="0">
                  <a:pos x="337" y="1162"/>
                </a:cxn>
                <a:cxn ang="0">
                  <a:pos x="369" y="1124"/>
                </a:cxn>
                <a:cxn ang="0">
                  <a:pos x="432" y="1105"/>
                </a:cxn>
                <a:cxn ang="0">
                  <a:pos x="495" y="1068"/>
                </a:cxn>
                <a:cxn ang="0">
                  <a:pos x="533" y="1061"/>
                </a:cxn>
                <a:cxn ang="0">
                  <a:pos x="571" y="1061"/>
                </a:cxn>
                <a:cxn ang="0">
                  <a:pos x="590" y="1074"/>
                </a:cxn>
                <a:cxn ang="0">
                  <a:pos x="621" y="954"/>
                </a:cxn>
                <a:cxn ang="0">
                  <a:pos x="628" y="973"/>
                </a:cxn>
                <a:cxn ang="0">
                  <a:pos x="634" y="948"/>
                </a:cxn>
                <a:cxn ang="0">
                  <a:pos x="647" y="922"/>
                </a:cxn>
                <a:cxn ang="0">
                  <a:pos x="691" y="809"/>
                </a:cxn>
                <a:cxn ang="0">
                  <a:pos x="741" y="657"/>
                </a:cxn>
                <a:cxn ang="0">
                  <a:pos x="767" y="606"/>
                </a:cxn>
                <a:cxn ang="0">
                  <a:pos x="798" y="531"/>
                </a:cxn>
                <a:cxn ang="0">
                  <a:pos x="805" y="499"/>
                </a:cxn>
                <a:cxn ang="0">
                  <a:pos x="811" y="480"/>
                </a:cxn>
                <a:cxn ang="0">
                  <a:pos x="823" y="430"/>
                </a:cxn>
                <a:cxn ang="0">
                  <a:pos x="861" y="329"/>
                </a:cxn>
                <a:cxn ang="0">
                  <a:pos x="956" y="120"/>
                </a:cxn>
                <a:cxn ang="0">
                  <a:pos x="988" y="101"/>
                </a:cxn>
                <a:cxn ang="0">
                  <a:pos x="1007" y="63"/>
                </a:cxn>
                <a:cxn ang="0">
                  <a:pos x="1013" y="89"/>
                </a:cxn>
                <a:cxn ang="0">
                  <a:pos x="1019" y="108"/>
                </a:cxn>
                <a:cxn ang="0">
                  <a:pos x="1057" y="57"/>
                </a:cxn>
                <a:cxn ang="0">
                  <a:pos x="1063" y="89"/>
                </a:cxn>
                <a:cxn ang="0">
                  <a:pos x="1070" y="114"/>
                </a:cxn>
                <a:cxn ang="0">
                  <a:pos x="1095" y="82"/>
                </a:cxn>
                <a:cxn ang="0">
                  <a:pos x="1101" y="57"/>
                </a:cxn>
                <a:cxn ang="0">
                  <a:pos x="1108" y="38"/>
                </a:cxn>
                <a:cxn ang="0">
                  <a:pos x="1127" y="82"/>
                </a:cxn>
                <a:cxn ang="0">
                  <a:pos x="1146" y="57"/>
                </a:cxn>
                <a:cxn ang="0">
                  <a:pos x="1152" y="32"/>
                </a:cxn>
                <a:cxn ang="0">
                  <a:pos x="1171" y="82"/>
                </a:cxn>
                <a:cxn ang="0">
                  <a:pos x="1215" y="25"/>
                </a:cxn>
                <a:cxn ang="0">
                  <a:pos x="1259" y="13"/>
                </a:cxn>
                <a:cxn ang="0">
                  <a:pos x="1291" y="44"/>
                </a:cxn>
                <a:cxn ang="0">
                  <a:pos x="1303" y="19"/>
                </a:cxn>
                <a:cxn ang="0">
                  <a:pos x="1335" y="57"/>
                </a:cxn>
                <a:cxn ang="0">
                  <a:pos x="1392" y="0"/>
                </a:cxn>
                <a:cxn ang="0">
                  <a:pos x="1417" y="76"/>
                </a:cxn>
                <a:cxn ang="0">
                  <a:pos x="1442" y="70"/>
                </a:cxn>
                <a:cxn ang="0">
                  <a:pos x="1461" y="70"/>
                </a:cxn>
                <a:cxn ang="0">
                  <a:pos x="1474" y="133"/>
                </a:cxn>
                <a:cxn ang="0">
                  <a:pos x="1487" y="120"/>
                </a:cxn>
              </a:cxnLst>
              <a:rect l="0" t="0" r="r" b="b"/>
              <a:pathLst>
                <a:path w="1492" h="1162">
                  <a:moveTo>
                    <a:pt x="34" y="1093"/>
                  </a:moveTo>
                  <a:cubicBezTo>
                    <a:pt x="106" y="1138"/>
                    <a:pt x="0" y="1080"/>
                    <a:pt x="72" y="1093"/>
                  </a:cubicBezTo>
                  <a:cubicBezTo>
                    <a:pt x="81" y="1095"/>
                    <a:pt x="85" y="1106"/>
                    <a:pt x="91" y="1112"/>
                  </a:cubicBezTo>
                  <a:cubicBezTo>
                    <a:pt x="108" y="1103"/>
                    <a:pt x="141" y="1084"/>
                    <a:pt x="160" y="1086"/>
                  </a:cubicBezTo>
                  <a:cubicBezTo>
                    <a:pt x="161" y="1086"/>
                    <a:pt x="173" y="1123"/>
                    <a:pt x="173" y="1124"/>
                  </a:cubicBezTo>
                  <a:cubicBezTo>
                    <a:pt x="223" y="1112"/>
                    <a:pt x="180" y="1129"/>
                    <a:pt x="223" y="1143"/>
                  </a:cubicBezTo>
                  <a:cubicBezTo>
                    <a:pt x="281" y="1121"/>
                    <a:pt x="264" y="1109"/>
                    <a:pt x="287" y="1143"/>
                  </a:cubicBezTo>
                  <a:cubicBezTo>
                    <a:pt x="337" y="1131"/>
                    <a:pt x="327" y="1099"/>
                    <a:pt x="337" y="1162"/>
                  </a:cubicBezTo>
                  <a:cubicBezTo>
                    <a:pt x="349" y="1150"/>
                    <a:pt x="354" y="1132"/>
                    <a:pt x="369" y="1124"/>
                  </a:cubicBezTo>
                  <a:cubicBezTo>
                    <a:pt x="388" y="1114"/>
                    <a:pt x="411" y="1113"/>
                    <a:pt x="432" y="1105"/>
                  </a:cubicBezTo>
                  <a:cubicBezTo>
                    <a:pt x="471" y="1162"/>
                    <a:pt x="468" y="1081"/>
                    <a:pt x="495" y="1068"/>
                  </a:cubicBezTo>
                  <a:cubicBezTo>
                    <a:pt x="507" y="1062"/>
                    <a:pt x="520" y="1063"/>
                    <a:pt x="533" y="1061"/>
                  </a:cubicBezTo>
                  <a:cubicBezTo>
                    <a:pt x="577" y="994"/>
                    <a:pt x="545" y="1028"/>
                    <a:pt x="571" y="1061"/>
                  </a:cubicBezTo>
                  <a:cubicBezTo>
                    <a:pt x="576" y="1067"/>
                    <a:pt x="584" y="1070"/>
                    <a:pt x="590" y="1074"/>
                  </a:cubicBezTo>
                  <a:cubicBezTo>
                    <a:pt x="600" y="1033"/>
                    <a:pt x="614" y="996"/>
                    <a:pt x="621" y="954"/>
                  </a:cubicBezTo>
                  <a:cubicBezTo>
                    <a:pt x="623" y="960"/>
                    <a:pt x="622" y="976"/>
                    <a:pt x="628" y="973"/>
                  </a:cubicBezTo>
                  <a:cubicBezTo>
                    <a:pt x="636" y="969"/>
                    <a:pt x="631" y="956"/>
                    <a:pt x="634" y="948"/>
                  </a:cubicBezTo>
                  <a:cubicBezTo>
                    <a:pt x="637" y="939"/>
                    <a:pt x="643" y="931"/>
                    <a:pt x="647" y="922"/>
                  </a:cubicBezTo>
                  <a:cubicBezTo>
                    <a:pt x="664" y="883"/>
                    <a:pt x="665" y="843"/>
                    <a:pt x="691" y="809"/>
                  </a:cubicBezTo>
                  <a:cubicBezTo>
                    <a:pt x="707" y="758"/>
                    <a:pt x="725" y="708"/>
                    <a:pt x="741" y="657"/>
                  </a:cubicBezTo>
                  <a:cubicBezTo>
                    <a:pt x="747" y="639"/>
                    <a:pt x="760" y="624"/>
                    <a:pt x="767" y="606"/>
                  </a:cubicBezTo>
                  <a:cubicBezTo>
                    <a:pt x="773" y="575"/>
                    <a:pt x="784" y="559"/>
                    <a:pt x="798" y="531"/>
                  </a:cubicBezTo>
                  <a:cubicBezTo>
                    <a:pt x="800" y="520"/>
                    <a:pt x="802" y="510"/>
                    <a:pt x="805" y="499"/>
                  </a:cubicBezTo>
                  <a:cubicBezTo>
                    <a:pt x="807" y="493"/>
                    <a:pt x="809" y="486"/>
                    <a:pt x="811" y="480"/>
                  </a:cubicBezTo>
                  <a:cubicBezTo>
                    <a:pt x="815" y="463"/>
                    <a:pt x="823" y="430"/>
                    <a:pt x="823" y="430"/>
                  </a:cubicBezTo>
                  <a:cubicBezTo>
                    <a:pt x="829" y="374"/>
                    <a:pt x="816" y="351"/>
                    <a:pt x="861" y="329"/>
                  </a:cubicBezTo>
                  <a:cubicBezTo>
                    <a:pt x="879" y="256"/>
                    <a:pt x="921" y="187"/>
                    <a:pt x="956" y="120"/>
                  </a:cubicBezTo>
                  <a:cubicBezTo>
                    <a:pt x="967" y="153"/>
                    <a:pt x="958" y="145"/>
                    <a:pt x="988" y="101"/>
                  </a:cubicBezTo>
                  <a:cubicBezTo>
                    <a:pt x="1003" y="79"/>
                    <a:pt x="998" y="86"/>
                    <a:pt x="1007" y="63"/>
                  </a:cubicBezTo>
                  <a:cubicBezTo>
                    <a:pt x="1009" y="72"/>
                    <a:pt x="1011" y="80"/>
                    <a:pt x="1013" y="89"/>
                  </a:cubicBezTo>
                  <a:cubicBezTo>
                    <a:pt x="1015" y="95"/>
                    <a:pt x="1014" y="112"/>
                    <a:pt x="1019" y="108"/>
                  </a:cubicBezTo>
                  <a:cubicBezTo>
                    <a:pt x="1036" y="96"/>
                    <a:pt x="1057" y="57"/>
                    <a:pt x="1057" y="57"/>
                  </a:cubicBezTo>
                  <a:cubicBezTo>
                    <a:pt x="1059" y="68"/>
                    <a:pt x="1061" y="78"/>
                    <a:pt x="1063" y="89"/>
                  </a:cubicBezTo>
                  <a:cubicBezTo>
                    <a:pt x="1065" y="97"/>
                    <a:pt x="1062" y="116"/>
                    <a:pt x="1070" y="114"/>
                  </a:cubicBezTo>
                  <a:cubicBezTo>
                    <a:pt x="1083" y="111"/>
                    <a:pt x="1087" y="93"/>
                    <a:pt x="1095" y="82"/>
                  </a:cubicBezTo>
                  <a:cubicBezTo>
                    <a:pt x="1097" y="74"/>
                    <a:pt x="1099" y="65"/>
                    <a:pt x="1101" y="57"/>
                  </a:cubicBezTo>
                  <a:cubicBezTo>
                    <a:pt x="1103" y="51"/>
                    <a:pt x="1102" y="36"/>
                    <a:pt x="1108" y="38"/>
                  </a:cubicBezTo>
                  <a:cubicBezTo>
                    <a:pt x="1112" y="39"/>
                    <a:pt x="1125" y="76"/>
                    <a:pt x="1127" y="82"/>
                  </a:cubicBezTo>
                  <a:cubicBezTo>
                    <a:pt x="1133" y="74"/>
                    <a:pt x="1141" y="66"/>
                    <a:pt x="1146" y="57"/>
                  </a:cubicBezTo>
                  <a:cubicBezTo>
                    <a:pt x="1150" y="49"/>
                    <a:pt x="1144" y="29"/>
                    <a:pt x="1152" y="32"/>
                  </a:cubicBezTo>
                  <a:cubicBezTo>
                    <a:pt x="1156" y="33"/>
                    <a:pt x="1168" y="74"/>
                    <a:pt x="1171" y="82"/>
                  </a:cubicBezTo>
                  <a:cubicBezTo>
                    <a:pt x="1195" y="67"/>
                    <a:pt x="1198" y="49"/>
                    <a:pt x="1215" y="25"/>
                  </a:cubicBezTo>
                  <a:cubicBezTo>
                    <a:pt x="1239" y="60"/>
                    <a:pt x="1244" y="44"/>
                    <a:pt x="1259" y="13"/>
                  </a:cubicBezTo>
                  <a:cubicBezTo>
                    <a:pt x="1269" y="48"/>
                    <a:pt x="1254" y="81"/>
                    <a:pt x="1291" y="44"/>
                  </a:cubicBezTo>
                  <a:cubicBezTo>
                    <a:pt x="1295" y="36"/>
                    <a:pt x="1294" y="21"/>
                    <a:pt x="1303" y="19"/>
                  </a:cubicBezTo>
                  <a:cubicBezTo>
                    <a:pt x="1310" y="18"/>
                    <a:pt x="1332" y="53"/>
                    <a:pt x="1335" y="57"/>
                  </a:cubicBezTo>
                  <a:cubicBezTo>
                    <a:pt x="1363" y="42"/>
                    <a:pt x="1374" y="26"/>
                    <a:pt x="1392" y="0"/>
                  </a:cubicBezTo>
                  <a:cubicBezTo>
                    <a:pt x="1397" y="29"/>
                    <a:pt x="1401" y="51"/>
                    <a:pt x="1417" y="76"/>
                  </a:cubicBezTo>
                  <a:cubicBezTo>
                    <a:pt x="1425" y="74"/>
                    <a:pt x="1435" y="75"/>
                    <a:pt x="1442" y="70"/>
                  </a:cubicBezTo>
                  <a:cubicBezTo>
                    <a:pt x="1459" y="56"/>
                    <a:pt x="1437" y="32"/>
                    <a:pt x="1461" y="70"/>
                  </a:cubicBezTo>
                  <a:cubicBezTo>
                    <a:pt x="1477" y="159"/>
                    <a:pt x="1460" y="67"/>
                    <a:pt x="1474" y="133"/>
                  </a:cubicBezTo>
                  <a:cubicBezTo>
                    <a:pt x="1492" y="217"/>
                    <a:pt x="1487" y="222"/>
                    <a:pt x="1487" y="120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97" name="Freeform 229"/>
            <p:cNvSpPr>
              <a:spLocks/>
            </p:cNvSpPr>
            <p:nvPr/>
          </p:nvSpPr>
          <p:spPr bwMode="auto">
            <a:xfrm>
              <a:off x="1999" y="2533"/>
              <a:ext cx="1349" cy="1269"/>
            </a:xfrm>
            <a:custGeom>
              <a:avLst/>
              <a:gdLst/>
              <a:ahLst/>
              <a:cxnLst>
                <a:cxn ang="0">
                  <a:pos x="4" y="151"/>
                </a:cxn>
                <a:cxn ang="0">
                  <a:pos x="42" y="95"/>
                </a:cxn>
                <a:cxn ang="0">
                  <a:pos x="67" y="57"/>
                </a:cxn>
                <a:cxn ang="0">
                  <a:pos x="73" y="76"/>
                </a:cxn>
                <a:cxn ang="0">
                  <a:pos x="67" y="95"/>
                </a:cxn>
                <a:cxn ang="0">
                  <a:pos x="99" y="38"/>
                </a:cxn>
                <a:cxn ang="0">
                  <a:pos x="143" y="13"/>
                </a:cxn>
                <a:cxn ang="0">
                  <a:pos x="149" y="69"/>
                </a:cxn>
                <a:cxn ang="0">
                  <a:pos x="168" y="63"/>
                </a:cxn>
                <a:cxn ang="0">
                  <a:pos x="200" y="19"/>
                </a:cxn>
                <a:cxn ang="0">
                  <a:pos x="212" y="101"/>
                </a:cxn>
                <a:cxn ang="0">
                  <a:pos x="231" y="63"/>
                </a:cxn>
                <a:cxn ang="0">
                  <a:pos x="257" y="0"/>
                </a:cxn>
                <a:cxn ang="0">
                  <a:pos x="263" y="95"/>
                </a:cxn>
                <a:cxn ang="0">
                  <a:pos x="295" y="82"/>
                </a:cxn>
                <a:cxn ang="0">
                  <a:pos x="320" y="31"/>
                </a:cxn>
                <a:cxn ang="0">
                  <a:pos x="358" y="63"/>
                </a:cxn>
                <a:cxn ang="0">
                  <a:pos x="383" y="145"/>
                </a:cxn>
                <a:cxn ang="0">
                  <a:pos x="402" y="126"/>
                </a:cxn>
                <a:cxn ang="0">
                  <a:pos x="408" y="107"/>
                </a:cxn>
                <a:cxn ang="0">
                  <a:pos x="433" y="164"/>
                </a:cxn>
                <a:cxn ang="0">
                  <a:pos x="452" y="189"/>
                </a:cxn>
                <a:cxn ang="0">
                  <a:pos x="478" y="158"/>
                </a:cxn>
                <a:cxn ang="0">
                  <a:pos x="484" y="133"/>
                </a:cxn>
                <a:cxn ang="0">
                  <a:pos x="497" y="151"/>
                </a:cxn>
                <a:cxn ang="0">
                  <a:pos x="516" y="227"/>
                </a:cxn>
                <a:cxn ang="0">
                  <a:pos x="547" y="259"/>
                </a:cxn>
                <a:cxn ang="0">
                  <a:pos x="553" y="335"/>
                </a:cxn>
                <a:cxn ang="0">
                  <a:pos x="572" y="322"/>
                </a:cxn>
                <a:cxn ang="0">
                  <a:pos x="579" y="341"/>
                </a:cxn>
                <a:cxn ang="0">
                  <a:pos x="604" y="474"/>
                </a:cxn>
                <a:cxn ang="0">
                  <a:pos x="629" y="398"/>
                </a:cxn>
                <a:cxn ang="0">
                  <a:pos x="673" y="606"/>
                </a:cxn>
                <a:cxn ang="0">
                  <a:pos x="699" y="657"/>
                </a:cxn>
                <a:cxn ang="0">
                  <a:pos x="718" y="638"/>
                </a:cxn>
                <a:cxn ang="0">
                  <a:pos x="737" y="663"/>
                </a:cxn>
                <a:cxn ang="0">
                  <a:pos x="756" y="859"/>
                </a:cxn>
                <a:cxn ang="0">
                  <a:pos x="781" y="859"/>
                </a:cxn>
                <a:cxn ang="0">
                  <a:pos x="800" y="941"/>
                </a:cxn>
                <a:cxn ang="0">
                  <a:pos x="831" y="979"/>
                </a:cxn>
                <a:cxn ang="0">
                  <a:pos x="983" y="1225"/>
                </a:cxn>
                <a:cxn ang="0">
                  <a:pos x="995" y="1244"/>
                </a:cxn>
                <a:cxn ang="0">
                  <a:pos x="1059" y="1175"/>
                </a:cxn>
                <a:cxn ang="0">
                  <a:pos x="1078" y="1244"/>
                </a:cxn>
                <a:cxn ang="0">
                  <a:pos x="1135" y="1225"/>
                </a:cxn>
                <a:cxn ang="0">
                  <a:pos x="1198" y="1149"/>
                </a:cxn>
                <a:cxn ang="0">
                  <a:pos x="1204" y="1181"/>
                </a:cxn>
                <a:cxn ang="0">
                  <a:pos x="1210" y="1206"/>
                </a:cxn>
                <a:cxn ang="0">
                  <a:pos x="1236" y="1194"/>
                </a:cxn>
                <a:cxn ang="0">
                  <a:pos x="1261" y="1194"/>
                </a:cxn>
                <a:cxn ang="0">
                  <a:pos x="1280" y="1181"/>
                </a:cxn>
                <a:cxn ang="0">
                  <a:pos x="1305" y="1124"/>
                </a:cxn>
                <a:cxn ang="0">
                  <a:pos x="1330" y="1130"/>
                </a:cxn>
                <a:cxn ang="0">
                  <a:pos x="1349" y="1137"/>
                </a:cxn>
                <a:cxn ang="0">
                  <a:pos x="1330" y="1143"/>
                </a:cxn>
                <a:cxn ang="0">
                  <a:pos x="1273" y="1156"/>
                </a:cxn>
              </a:cxnLst>
              <a:rect l="0" t="0" r="r" b="b"/>
              <a:pathLst>
                <a:path w="1349" h="1269">
                  <a:moveTo>
                    <a:pt x="4" y="151"/>
                  </a:moveTo>
                  <a:cubicBezTo>
                    <a:pt x="46" y="82"/>
                    <a:pt x="0" y="155"/>
                    <a:pt x="42" y="95"/>
                  </a:cubicBezTo>
                  <a:cubicBezTo>
                    <a:pt x="51" y="83"/>
                    <a:pt x="67" y="57"/>
                    <a:pt x="67" y="57"/>
                  </a:cubicBezTo>
                  <a:cubicBezTo>
                    <a:pt x="69" y="63"/>
                    <a:pt x="73" y="69"/>
                    <a:pt x="73" y="76"/>
                  </a:cubicBezTo>
                  <a:cubicBezTo>
                    <a:pt x="73" y="83"/>
                    <a:pt x="64" y="101"/>
                    <a:pt x="67" y="95"/>
                  </a:cubicBezTo>
                  <a:cubicBezTo>
                    <a:pt x="103" y="28"/>
                    <a:pt x="56" y="95"/>
                    <a:pt x="99" y="38"/>
                  </a:cubicBezTo>
                  <a:cubicBezTo>
                    <a:pt x="112" y="81"/>
                    <a:pt x="118" y="36"/>
                    <a:pt x="143" y="13"/>
                  </a:cubicBezTo>
                  <a:cubicBezTo>
                    <a:pt x="145" y="32"/>
                    <a:pt x="141" y="52"/>
                    <a:pt x="149" y="69"/>
                  </a:cubicBezTo>
                  <a:cubicBezTo>
                    <a:pt x="152" y="75"/>
                    <a:pt x="163" y="68"/>
                    <a:pt x="168" y="63"/>
                  </a:cubicBezTo>
                  <a:cubicBezTo>
                    <a:pt x="181" y="50"/>
                    <a:pt x="200" y="19"/>
                    <a:pt x="200" y="19"/>
                  </a:cubicBezTo>
                  <a:cubicBezTo>
                    <a:pt x="208" y="45"/>
                    <a:pt x="192" y="81"/>
                    <a:pt x="212" y="101"/>
                  </a:cubicBezTo>
                  <a:cubicBezTo>
                    <a:pt x="222" y="111"/>
                    <a:pt x="225" y="76"/>
                    <a:pt x="231" y="63"/>
                  </a:cubicBezTo>
                  <a:cubicBezTo>
                    <a:pt x="240" y="42"/>
                    <a:pt x="249" y="21"/>
                    <a:pt x="257" y="0"/>
                  </a:cubicBezTo>
                  <a:cubicBezTo>
                    <a:pt x="259" y="32"/>
                    <a:pt x="250" y="66"/>
                    <a:pt x="263" y="95"/>
                  </a:cubicBezTo>
                  <a:cubicBezTo>
                    <a:pt x="268" y="105"/>
                    <a:pt x="287" y="90"/>
                    <a:pt x="295" y="82"/>
                  </a:cubicBezTo>
                  <a:cubicBezTo>
                    <a:pt x="308" y="68"/>
                    <a:pt x="309" y="47"/>
                    <a:pt x="320" y="31"/>
                  </a:cubicBezTo>
                  <a:cubicBezTo>
                    <a:pt x="325" y="93"/>
                    <a:pt x="324" y="147"/>
                    <a:pt x="358" y="63"/>
                  </a:cubicBezTo>
                  <a:cubicBezTo>
                    <a:pt x="367" y="90"/>
                    <a:pt x="374" y="118"/>
                    <a:pt x="383" y="145"/>
                  </a:cubicBezTo>
                  <a:cubicBezTo>
                    <a:pt x="389" y="139"/>
                    <a:pt x="397" y="133"/>
                    <a:pt x="402" y="126"/>
                  </a:cubicBezTo>
                  <a:cubicBezTo>
                    <a:pt x="406" y="120"/>
                    <a:pt x="403" y="103"/>
                    <a:pt x="408" y="107"/>
                  </a:cubicBezTo>
                  <a:cubicBezTo>
                    <a:pt x="419" y="115"/>
                    <a:pt x="428" y="148"/>
                    <a:pt x="433" y="164"/>
                  </a:cubicBezTo>
                  <a:cubicBezTo>
                    <a:pt x="444" y="244"/>
                    <a:pt x="431" y="220"/>
                    <a:pt x="452" y="189"/>
                  </a:cubicBezTo>
                  <a:cubicBezTo>
                    <a:pt x="459" y="178"/>
                    <a:pt x="469" y="168"/>
                    <a:pt x="478" y="158"/>
                  </a:cubicBezTo>
                  <a:cubicBezTo>
                    <a:pt x="480" y="150"/>
                    <a:pt x="476" y="136"/>
                    <a:pt x="484" y="133"/>
                  </a:cubicBezTo>
                  <a:cubicBezTo>
                    <a:pt x="491" y="130"/>
                    <a:pt x="494" y="144"/>
                    <a:pt x="497" y="151"/>
                  </a:cubicBezTo>
                  <a:cubicBezTo>
                    <a:pt x="507" y="175"/>
                    <a:pt x="507" y="203"/>
                    <a:pt x="516" y="227"/>
                  </a:cubicBezTo>
                  <a:cubicBezTo>
                    <a:pt x="555" y="176"/>
                    <a:pt x="538" y="223"/>
                    <a:pt x="547" y="259"/>
                  </a:cubicBezTo>
                  <a:cubicBezTo>
                    <a:pt x="549" y="284"/>
                    <a:pt x="544" y="311"/>
                    <a:pt x="553" y="335"/>
                  </a:cubicBezTo>
                  <a:cubicBezTo>
                    <a:pt x="556" y="342"/>
                    <a:pt x="565" y="320"/>
                    <a:pt x="572" y="322"/>
                  </a:cubicBezTo>
                  <a:cubicBezTo>
                    <a:pt x="579" y="324"/>
                    <a:pt x="577" y="335"/>
                    <a:pt x="579" y="341"/>
                  </a:cubicBezTo>
                  <a:cubicBezTo>
                    <a:pt x="603" y="265"/>
                    <a:pt x="581" y="428"/>
                    <a:pt x="604" y="474"/>
                  </a:cubicBezTo>
                  <a:cubicBezTo>
                    <a:pt x="610" y="444"/>
                    <a:pt x="616" y="425"/>
                    <a:pt x="629" y="398"/>
                  </a:cubicBezTo>
                  <a:cubicBezTo>
                    <a:pt x="652" y="465"/>
                    <a:pt x="652" y="538"/>
                    <a:pt x="673" y="606"/>
                  </a:cubicBezTo>
                  <a:cubicBezTo>
                    <a:pt x="699" y="544"/>
                    <a:pt x="687" y="463"/>
                    <a:pt x="699" y="657"/>
                  </a:cubicBezTo>
                  <a:cubicBezTo>
                    <a:pt x="705" y="651"/>
                    <a:pt x="714" y="630"/>
                    <a:pt x="718" y="638"/>
                  </a:cubicBezTo>
                  <a:cubicBezTo>
                    <a:pt x="738" y="683"/>
                    <a:pt x="709" y="772"/>
                    <a:pt x="737" y="663"/>
                  </a:cubicBezTo>
                  <a:cubicBezTo>
                    <a:pt x="741" y="765"/>
                    <a:pt x="742" y="782"/>
                    <a:pt x="756" y="859"/>
                  </a:cubicBezTo>
                  <a:cubicBezTo>
                    <a:pt x="759" y="847"/>
                    <a:pt x="764" y="798"/>
                    <a:pt x="781" y="859"/>
                  </a:cubicBezTo>
                  <a:cubicBezTo>
                    <a:pt x="811" y="963"/>
                    <a:pt x="767" y="892"/>
                    <a:pt x="800" y="941"/>
                  </a:cubicBezTo>
                  <a:cubicBezTo>
                    <a:pt x="811" y="975"/>
                    <a:pt x="789" y="1021"/>
                    <a:pt x="831" y="979"/>
                  </a:cubicBezTo>
                  <a:cubicBezTo>
                    <a:pt x="862" y="1040"/>
                    <a:pt x="953" y="1165"/>
                    <a:pt x="983" y="1225"/>
                  </a:cubicBezTo>
                  <a:cubicBezTo>
                    <a:pt x="1010" y="1269"/>
                    <a:pt x="982" y="1252"/>
                    <a:pt x="995" y="1244"/>
                  </a:cubicBezTo>
                  <a:cubicBezTo>
                    <a:pt x="1013" y="1190"/>
                    <a:pt x="1027" y="1222"/>
                    <a:pt x="1059" y="1175"/>
                  </a:cubicBezTo>
                  <a:cubicBezTo>
                    <a:pt x="1074" y="1223"/>
                    <a:pt x="1068" y="1200"/>
                    <a:pt x="1078" y="1244"/>
                  </a:cubicBezTo>
                  <a:cubicBezTo>
                    <a:pt x="1109" y="1223"/>
                    <a:pt x="1109" y="1186"/>
                    <a:pt x="1135" y="1225"/>
                  </a:cubicBezTo>
                  <a:cubicBezTo>
                    <a:pt x="1164" y="1203"/>
                    <a:pt x="1175" y="1178"/>
                    <a:pt x="1198" y="1149"/>
                  </a:cubicBezTo>
                  <a:cubicBezTo>
                    <a:pt x="1200" y="1160"/>
                    <a:pt x="1202" y="1170"/>
                    <a:pt x="1204" y="1181"/>
                  </a:cubicBezTo>
                  <a:cubicBezTo>
                    <a:pt x="1206" y="1189"/>
                    <a:pt x="1202" y="1203"/>
                    <a:pt x="1210" y="1206"/>
                  </a:cubicBezTo>
                  <a:cubicBezTo>
                    <a:pt x="1219" y="1210"/>
                    <a:pt x="1227" y="1198"/>
                    <a:pt x="1236" y="1194"/>
                  </a:cubicBezTo>
                  <a:cubicBezTo>
                    <a:pt x="1264" y="1149"/>
                    <a:pt x="1231" y="1188"/>
                    <a:pt x="1261" y="1194"/>
                  </a:cubicBezTo>
                  <a:cubicBezTo>
                    <a:pt x="1269" y="1195"/>
                    <a:pt x="1274" y="1185"/>
                    <a:pt x="1280" y="1181"/>
                  </a:cubicBezTo>
                  <a:cubicBezTo>
                    <a:pt x="1292" y="1162"/>
                    <a:pt x="1298" y="1145"/>
                    <a:pt x="1305" y="1124"/>
                  </a:cubicBezTo>
                  <a:cubicBezTo>
                    <a:pt x="1317" y="1187"/>
                    <a:pt x="1301" y="1145"/>
                    <a:pt x="1330" y="1130"/>
                  </a:cubicBezTo>
                  <a:cubicBezTo>
                    <a:pt x="1336" y="1127"/>
                    <a:pt x="1343" y="1135"/>
                    <a:pt x="1349" y="1137"/>
                  </a:cubicBezTo>
                  <a:cubicBezTo>
                    <a:pt x="1349" y="1137"/>
                    <a:pt x="1336" y="1140"/>
                    <a:pt x="1330" y="1143"/>
                  </a:cubicBezTo>
                  <a:cubicBezTo>
                    <a:pt x="1288" y="1161"/>
                    <a:pt x="1322" y="1156"/>
                    <a:pt x="1273" y="1156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98" name="Freeform 230"/>
            <p:cNvSpPr>
              <a:spLocks/>
            </p:cNvSpPr>
            <p:nvPr/>
          </p:nvSpPr>
          <p:spPr bwMode="auto">
            <a:xfrm>
              <a:off x="2047" y="2559"/>
              <a:ext cx="1396" cy="1206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50" y="81"/>
                </a:cxn>
                <a:cxn ang="0">
                  <a:pos x="76" y="62"/>
                </a:cxn>
                <a:cxn ang="0">
                  <a:pos x="107" y="17"/>
                </a:cxn>
                <a:cxn ang="0">
                  <a:pos x="139" y="100"/>
                </a:cxn>
                <a:cxn ang="0">
                  <a:pos x="196" y="74"/>
                </a:cxn>
                <a:cxn ang="0">
                  <a:pos x="240" y="43"/>
                </a:cxn>
                <a:cxn ang="0">
                  <a:pos x="253" y="93"/>
                </a:cxn>
                <a:cxn ang="0">
                  <a:pos x="303" y="68"/>
                </a:cxn>
                <a:cxn ang="0">
                  <a:pos x="328" y="112"/>
                </a:cxn>
                <a:cxn ang="0">
                  <a:pos x="379" y="62"/>
                </a:cxn>
                <a:cxn ang="0">
                  <a:pos x="417" y="125"/>
                </a:cxn>
                <a:cxn ang="0">
                  <a:pos x="429" y="106"/>
                </a:cxn>
                <a:cxn ang="0">
                  <a:pos x="436" y="137"/>
                </a:cxn>
                <a:cxn ang="0">
                  <a:pos x="455" y="207"/>
                </a:cxn>
                <a:cxn ang="0">
                  <a:pos x="486" y="213"/>
                </a:cxn>
                <a:cxn ang="0">
                  <a:pos x="518" y="207"/>
                </a:cxn>
                <a:cxn ang="0">
                  <a:pos x="524" y="226"/>
                </a:cxn>
                <a:cxn ang="0">
                  <a:pos x="543" y="232"/>
                </a:cxn>
                <a:cxn ang="0">
                  <a:pos x="549" y="283"/>
                </a:cxn>
                <a:cxn ang="0">
                  <a:pos x="562" y="321"/>
                </a:cxn>
                <a:cxn ang="0">
                  <a:pos x="606" y="359"/>
                </a:cxn>
                <a:cxn ang="0">
                  <a:pos x="625" y="415"/>
                </a:cxn>
                <a:cxn ang="0">
                  <a:pos x="669" y="580"/>
                </a:cxn>
                <a:cxn ang="0">
                  <a:pos x="695" y="719"/>
                </a:cxn>
                <a:cxn ang="0">
                  <a:pos x="701" y="693"/>
                </a:cxn>
                <a:cxn ang="0">
                  <a:pos x="707" y="712"/>
                </a:cxn>
                <a:cxn ang="0">
                  <a:pos x="714" y="731"/>
                </a:cxn>
                <a:cxn ang="0">
                  <a:pos x="733" y="807"/>
                </a:cxn>
                <a:cxn ang="0">
                  <a:pos x="739" y="895"/>
                </a:cxn>
                <a:cxn ang="0">
                  <a:pos x="758" y="927"/>
                </a:cxn>
                <a:cxn ang="0">
                  <a:pos x="802" y="1041"/>
                </a:cxn>
                <a:cxn ang="0">
                  <a:pos x="846" y="1041"/>
                </a:cxn>
                <a:cxn ang="0">
                  <a:pos x="922" y="1116"/>
                </a:cxn>
                <a:cxn ang="0">
                  <a:pos x="947" y="1186"/>
                </a:cxn>
                <a:cxn ang="0">
                  <a:pos x="934" y="1186"/>
                </a:cxn>
                <a:cxn ang="0">
                  <a:pos x="998" y="1192"/>
                </a:cxn>
                <a:cxn ang="0">
                  <a:pos x="1036" y="1161"/>
                </a:cxn>
                <a:cxn ang="0">
                  <a:pos x="1048" y="1180"/>
                </a:cxn>
                <a:cxn ang="0">
                  <a:pos x="1074" y="1192"/>
                </a:cxn>
                <a:cxn ang="0">
                  <a:pos x="1162" y="1167"/>
                </a:cxn>
                <a:cxn ang="0">
                  <a:pos x="1232" y="1161"/>
                </a:cxn>
                <a:cxn ang="0">
                  <a:pos x="1295" y="1110"/>
                </a:cxn>
                <a:cxn ang="0">
                  <a:pos x="1358" y="1123"/>
                </a:cxn>
                <a:cxn ang="0">
                  <a:pos x="1396" y="1085"/>
                </a:cxn>
              </a:cxnLst>
              <a:rect l="0" t="0" r="r" b="b"/>
              <a:pathLst>
                <a:path w="1396" h="1206">
                  <a:moveTo>
                    <a:pt x="0" y="156"/>
                  </a:moveTo>
                  <a:cubicBezTo>
                    <a:pt x="17" y="134"/>
                    <a:pt x="32" y="101"/>
                    <a:pt x="50" y="81"/>
                  </a:cubicBezTo>
                  <a:cubicBezTo>
                    <a:pt x="57" y="73"/>
                    <a:pt x="68" y="70"/>
                    <a:pt x="76" y="62"/>
                  </a:cubicBezTo>
                  <a:cubicBezTo>
                    <a:pt x="85" y="53"/>
                    <a:pt x="100" y="29"/>
                    <a:pt x="107" y="17"/>
                  </a:cubicBezTo>
                  <a:cubicBezTo>
                    <a:pt x="114" y="59"/>
                    <a:pt x="111" y="72"/>
                    <a:pt x="139" y="100"/>
                  </a:cubicBezTo>
                  <a:cubicBezTo>
                    <a:pt x="166" y="91"/>
                    <a:pt x="176" y="91"/>
                    <a:pt x="196" y="74"/>
                  </a:cubicBezTo>
                  <a:cubicBezTo>
                    <a:pt x="233" y="42"/>
                    <a:pt x="206" y="54"/>
                    <a:pt x="240" y="43"/>
                  </a:cubicBezTo>
                  <a:cubicBezTo>
                    <a:pt x="240" y="44"/>
                    <a:pt x="252" y="93"/>
                    <a:pt x="253" y="93"/>
                  </a:cubicBezTo>
                  <a:cubicBezTo>
                    <a:pt x="271" y="96"/>
                    <a:pt x="285" y="74"/>
                    <a:pt x="303" y="68"/>
                  </a:cubicBezTo>
                  <a:cubicBezTo>
                    <a:pt x="325" y="0"/>
                    <a:pt x="322" y="29"/>
                    <a:pt x="328" y="112"/>
                  </a:cubicBezTo>
                  <a:cubicBezTo>
                    <a:pt x="362" y="87"/>
                    <a:pt x="348" y="81"/>
                    <a:pt x="379" y="62"/>
                  </a:cubicBezTo>
                  <a:cubicBezTo>
                    <a:pt x="389" y="104"/>
                    <a:pt x="361" y="152"/>
                    <a:pt x="417" y="125"/>
                  </a:cubicBezTo>
                  <a:cubicBezTo>
                    <a:pt x="421" y="119"/>
                    <a:pt x="423" y="102"/>
                    <a:pt x="429" y="106"/>
                  </a:cubicBezTo>
                  <a:cubicBezTo>
                    <a:pt x="438" y="112"/>
                    <a:pt x="434" y="127"/>
                    <a:pt x="436" y="137"/>
                  </a:cubicBezTo>
                  <a:cubicBezTo>
                    <a:pt x="447" y="193"/>
                    <a:pt x="435" y="157"/>
                    <a:pt x="455" y="207"/>
                  </a:cubicBezTo>
                  <a:cubicBezTo>
                    <a:pt x="502" y="175"/>
                    <a:pt x="449" y="202"/>
                    <a:pt x="486" y="213"/>
                  </a:cubicBezTo>
                  <a:cubicBezTo>
                    <a:pt x="496" y="216"/>
                    <a:pt x="507" y="209"/>
                    <a:pt x="518" y="207"/>
                  </a:cubicBezTo>
                  <a:cubicBezTo>
                    <a:pt x="520" y="213"/>
                    <a:pt x="519" y="221"/>
                    <a:pt x="524" y="226"/>
                  </a:cubicBezTo>
                  <a:cubicBezTo>
                    <a:pt x="529" y="231"/>
                    <a:pt x="540" y="226"/>
                    <a:pt x="543" y="232"/>
                  </a:cubicBezTo>
                  <a:cubicBezTo>
                    <a:pt x="550" y="248"/>
                    <a:pt x="545" y="266"/>
                    <a:pt x="549" y="283"/>
                  </a:cubicBezTo>
                  <a:cubicBezTo>
                    <a:pt x="552" y="296"/>
                    <a:pt x="558" y="308"/>
                    <a:pt x="562" y="321"/>
                  </a:cubicBezTo>
                  <a:cubicBezTo>
                    <a:pt x="610" y="273"/>
                    <a:pt x="599" y="288"/>
                    <a:pt x="606" y="359"/>
                  </a:cubicBezTo>
                  <a:cubicBezTo>
                    <a:pt x="653" y="327"/>
                    <a:pt x="629" y="392"/>
                    <a:pt x="625" y="415"/>
                  </a:cubicBezTo>
                  <a:cubicBezTo>
                    <a:pt x="631" y="518"/>
                    <a:pt x="607" y="533"/>
                    <a:pt x="669" y="580"/>
                  </a:cubicBezTo>
                  <a:cubicBezTo>
                    <a:pt x="682" y="626"/>
                    <a:pt x="685" y="673"/>
                    <a:pt x="695" y="719"/>
                  </a:cubicBezTo>
                  <a:cubicBezTo>
                    <a:pt x="697" y="710"/>
                    <a:pt x="693" y="697"/>
                    <a:pt x="701" y="693"/>
                  </a:cubicBezTo>
                  <a:cubicBezTo>
                    <a:pt x="707" y="690"/>
                    <a:pt x="705" y="706"/>
                    <a:pt x="707" y="712"/>
                  </a:cubicBezTo>
                  <a:cubicBezTo>
                    <a:pt x="709" y="718"/>
                    <a:pt x="712" y="725"/>
                    <a:pt x="714" y="731"/>
                  </a:cubicBezTo>
                  <a:cubicBezTo>
                    <a:pt x="722" y="756"/>
                    <a:pt x="733" y="807"/>
                    <a:pt x="733" y="807"/>
                  </a:cubicBezTo>
                  <a:cubicBezTo>
                    <a:pt x="735" y="836"/>
                    <a:pt x="733" y="866"/>
                    <a:pt x="739" y="895"/>
                  </a:cubicBezTo>
                  <a:cubicBezTo>
                    <a:pt x="742" y="907"/>
                    <a:pt x="753" y="916"/>
                    <a:pt x="758" y="927"/>
                  </a:cubicBezTo>
                  <a:cubicBezTo>
                    <a:pt x="776" y="965"/>
                    <a:pt x="778" y="1005"/>
                    <a:pt x="802" y="1041"/>
                  </a:cubicBezTo>
                  <a:cubicBezTo>
                    <a:pt x="813" y="1006"/>
                    <a:pt x="817" y="1030"/>
                    <a:pt x="846" y="1041"/>
                  </a:cubicBezTo>
                  <a:cubicBezTo>
                    <a:pt x="878" y="1083"/>
                    <a:pt x="874" y="1098"/>
                    <a:pt x="922" y="1116"/>
                  </a:cubicBezTo>
                  <a:cubicBezTo>
                    <a:pt x="940" y="1142"/>
                    <a:pt x="936" y="1157"/>
                    <a:pt x="947" y="1186"/>
                  </a:cubicBezTo>
                  <a:cubicBezTo>
                    <a:pt x="955" y="1206"/>
                    <a:pt x="924" y="1167"/>
                    <a:pt x="934" y="1186"/>
                  </a:cubicBezTo>
                  <a:cubicBezTo>
                    <a:pt x="941" y="1169"/>
                    <a:pt x="987" y="1206"/>
                    <a:pt x="998" y="1192"/>
                  </a:cubicBezTo>
                  <a:cubicBezTo>
                    <a:pt x="1008" y="1179"/>
                    <a:pt x="1024" y="1173"/>
                    <a:pt x="1036" y="1161"/>
                  </a:cubicBezTo>
                  <a:cubicBezTo>
                    <a:pt x="1040" y="1167"/>
                    <a:pt x="1041" y="1177"/>
                    <a:pt x="1048" y="1180"/>
                  </a:cubicBezTo>
                  <a:cubicBezTo>
                    <a:pt x="1082" y="1193"/>
                    <a:pt x="1056" y="1144"/>
                    <a:pt x="1074" y="1192"/>
                  </a:cubicBezTo>
                  <a:cubicBezTo>
                    <a:pt x="1145" y="1157"/>
                    <a:pt x="1114" y="1156"/>
                    <a:pt x="1162" y="1167"/>
                  </a:cubicBezTo>
                  <a:cubicBezTo>
                    <a:pt x="1192" y="1160"/>
                    <a:pt x="1201" y="1153"/>
                    <a:pt x="1232" y="1161"/>
                  </a:cubicBezTo>
                  <a:cubicBezTo>
                    <a:pt x="1251" y="1141"/>
                    <a:pt x="1295" y="1110"/>
                    <a:pt x="1295" y="1110"/>
                  </a:cubicBezTo>
                  <a:cubicBezTo>
                    <a:pt x="1314" y="1140"/>
                    <a:pt x="1327" y="1138"/>
                    <a:pt x="1358" y="1123"/>
                  </a:cubicBezTo>
                  <a:cubicBezTo>
                    <a:pt x="1373" y="1077"/>
                    <a:pt x="1357" y="1085"/>
                    <a:pt x="1396" y="108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99" name="Freeform 231"/>
            <p:cNvSpPr>
              <a:spLocks/>
            </p:cNvSpPr>
            <p:nvPr/>
          </p:nvSpPr>
          <p:spPr bwMode="auto">
            <a:xfrm>
              <a:off x="1895" y="2596"/>
              <a:ext cx="1472" cy="1067"/>
            </a:xfrm>
            <a:custGeom>
              <a:avLst/>
              <a:gdLst/>
              <a:ahLst/>
              <a:cxnLst>
                <a:cxn ang="0">
                  <a:pos x="1472" y="1048"/>
                </a:cxn>
                <a:cxn ang="0">
                  <a:pos x="1409" y="1023"/>
                </a:cxn>
                <a:cxn ang="0">
                  <a:pos x="1415" y="991"/>
                </a:cxn>
                <a:cxn ang="0">
                  <a:pos x="1421" y="966"/>
                </a:cxn>
                <a:cxn ang="0">
                  <a:pos x="1415" y="941"/>
                </a:cxn>
                <a:cxn ang="0">
                  <a:pos x="1409" y="909"/>
                </a:cxn>
                <a:cxn ang="0">
                  <a:pos x="1377" y="947"/>
                </a:cxn>
                <a:cxn ang="0">
                  <a:pos x="1352" y="833"/>
                </a:cxn>
                <a:cxn ang="0">
                  <a:pos x="1320" y="695"/>
                </a:cxn>
                <a:cxn ang="0">
                  <a:pos x="1301" y="707"/>
                </a:cxn>
                <a:cxn ang="0">
                  <a:pos x="1295" y="682"/>
                </a:cxn>
                <a:cxn ang="0">
                  <a:pos x="1257" y="587"/>
                </a:cxn>
                <a:cxn ang="0">
                  <a:pos x="1219" y="473"/>
                </a:cxn>
                <a:cxn ang="0">
                  <a:pos x="1200" y="480"/>
                </a:cxn>
                <a:cxn ang="0">
                  <a:pos x="1143" y="385"/>
                </a:cxn>
                <a:cxn ang="0">
                  <a:pos x="1105" y="259"/>
                </a:cxn>
                <a:cxn ang="0">
                  <a:pos x="1080" y="221"/>
                </a:cxn>
                <a:cxn ang="0">
                  <a:pos x="1042" y="170"/>
                </a:cxn>
                <a:cxn ang="0">
                  <a:pos x="1023" y="177"/>
                </a:cxn>
                <a:cxn ang="0">
                  <a:pos x="1017" y="196"/>
                </a:cxn>
                <a:cxn ang="0">
                  <a:pos x="1011" y="177"/>
                </a:cxn>
                <a:cxn ang="0">
                  <a:pos x="966" y="120"/>
                </a:cxn>
                <a:cxn ang="0">
                  <a:pos x="948" y="126"/>
                </a:cxn>
                <a:cxn ang="0">
                  <a:pos x="859" y="57"/>
                </a:cxn>
                <a:cxn ang="0">
                  <a:pos x="853" y="76"/>
                </a:cxn>
                <a:cxn ang="0">
                  <a:pos x="821" y="44"/>
                </a:cxn>
                <a:cxn ang="0">
                  <a:pos x="752" y="19"/>
                </a:cxn>
                <a:cxn ang="0">
                  <a:pos x="689" y="0"/>
                </a:cxn>
                <a:cxn ang="0">
                  <a:pos x="651" y="25"/>
                </a:cxn>
                <a:cxn ang="0">
                  <a:pos x="625" y="50"/>
                </a:cxn>
                <a:cxn ang="0">
                  <a:pos x="619" y="69"/>
                </a:cxn>
                <a:cxn ang="0">
                  <a:pos x="613" y="50"/>
                </a:cxn>
                <a:cxn ang="0">
                  <a:pos x="588" y="25"/>
                </a:cxn>
                <a:cxn ang="0">
                  <a:pos x="569" y="82"/>
                </a:cxn>
                <a:cxn ang="0">
                  <a:pos x="562" y="63"/>
                </a:cxn>
                <a:cxn ang="0">
                  <a:pos x="543" y="50"/>
                </a:cxn>
                <a:cxn ang="0">
                  <a:pos x="512" y="82"/>
                </a:cxn>
                <a:cxn ang="0">
                  <a:pos x="486" y="126"/>
                </a:cxn>
                <a:cxn ang="0">
                  <a:pos x="480" y="151"/>
                </a:cxn>
                <a:cxn ang="0">
                  <a:pos x="474" y="132"/>
                </a:cxn>
                <a:cxn ang="0">
                  <a:pos x="449" y="145"/>
                </a:cxn>
                <a:cxn ang="0">
                  <a:pos x="423" y="208"/>
                </a:cxn>
                <a:cxn ang="0">
                  <a:pos x="417" y="183"/>
                </a:cxn>
                <a:cxn ang="0">
                  <a:pos x="398" y="196"/>
                </a:cxn>
                <a:cxn ang="0">
                  <a:pos x="373" y="252"/>
                </a:cxn>
                <a:cxn ang="0">
                  <a:pos x="335" y="379"/>
                </a:cxn>
                <a:cxn ang="0">
                  <a:pos x="310" y="429"/>
                </a:cxn>
                <a:cxn ang="0">
                  <a:pos x="291" y="518"/>
                </a:cxn>
                <a:cxn ang="0">
                  <a:pos x="240" y="688"/>
                </a:cxn>
                <a:cxn ang="0">
                  <a:pos x="171" y="884"/>
                </a:cxn>
                <a:cxn ang="0">
                  <a:pos x="164" y="865"/>
                </a:cxn>
                <a:cxn ang="0">
                  <a:pos x="158" y="840"/>
                </a:cxn>
                <a:cxn ang="0">
                  <a:pos x="145" y="897"/>
                </a:cxn>
                <a:cxn ang="0">
                  <a:pos x="108" y="1067"/>
                </a:cxn>
                <a:cxn ang="0">
                  <a:pos x="70" y="1055"/>
                </a:cxn>
                <a:cxn ang="0">
                  <a:pos x="0" y="1055"/>
                </a:cxn>
              </a:cxnLst>
              <a:rect l="0" t="0" r="r" b="b"/>
              <a:pathLst>
                <a:path w="1472" h="1067">
                  <a:moveTo>
                    <a:pt x="1472" y="1048"/>
                  </a:moveTo>
                  <a:cubicBezTo>
                    <a:pt x="1451" y="1038"/>
                    <a:pt x="1431" y="1030"/>
                    <a:pt x="1409" y="1023"/>
                  </a:cubicBezTo>
                  <a:cubicBezTo>
                    <a:pt x="1411" y="1012"/>
                    <a:pt x="1413" y="1002"/>
                    <a:pt x="1415" y="991"/>
                  </a:cubicBezTo>
                  <a:cubicBezTo>
                    <a:pt x="1418" y="978"/>
                    <a:pt x="1439" y="902"/>
                    <a:pt x="1421" y="966"/>
                  </a:cubicBezTo>
                  <a:cubicBezTo>
                    <a:pt x="1419" y="958"/>
                    <a:pt x="1417" y="949"/>
                    <a:pt x="1415" y="941"/>
                  </a:cubicBezTo>
                  <a:cubicBezTo>
                    <a:pt x="1413" y="930"/>
                    <a:pt x="1419" y="914"/>
                    <a:pt x="1409" y="909"/>
                  </a:cubicBezTo>
                  <a:cubicBezTo>
                    <a:pt x="1403" y="906"/>
                    <a:pt x="1379" y="944"/>
                    <a:pt x="1377" y="947"/>
                  </a:cubicBezTo>
                  <a:cubicBezTo>
                    <a:pt x="1372" y="890"/>
                    <a:pt x="1373" y="878"/>
                    <a:pt x="1352" y="833"/>
                  </a:cubicBezTo>
                  <a:cubicBezTo>
                    <a:pt x="1343" y="787"/>
                    <a:pt x="1335" y="739"/>
                    <a:pt x="1320" y="695"/>
                  </a:cubicBezTo>
                  <a:cubicBezTo>
                    <a:pt x="1314" y="699"/>
                    <a:pt x="1308" y="710"/>
                    <a:pt x="1301" y="707"/>
                  </a:cubicBezTo>
                  <a:cubicBezTo>
                    <a:pt x="1293" y="703"/>
                    <a:pt x="1297" y="690"/>
                    <a:pt x="1295" y="682"/>
                  </a:cubicBezTo>
                  <a:cubicBezTo>
                    <a:pt x="1286" y="650"/>
                    <a:pt x="1275" y="614"/>
                    <a:pt x="1257" y="587"/>
                  </a:cubicBezTo>
                  <a:cubicBezTo>
                    <a:pt x="1245" y="548"/>
                    <a:pt x="1228" y="512"/>
                    <a:pt x="1219" y="473"/>
                  </a:cubicBezTo>
                  <a:cubicBezTo>
                    <a:pt x="1213" y="475"/>
                    <a:pt x="1204" y="485"/>
                    <a:pt x="1200" y="480"/>
                  </a:cubicBezTo>
                  <a:cubicBezTo>
                    <a:pt x="1173" y="449"/>
                    <a:pt x="1187" y="399"/>
                    <a:pt x="1143" y="385"/>
                  </a:cubicBezTo>
                  <a:cubicBezTo>
                    <a:pt x="1136" y="340"/>
                    <a:pt x="1131" y="297"/>
                    <a:pt x="1105" y="259"/>
                  </a:cubicBezTo>
                  <a:cubicBezTo>
                    <a:pt x="1094" y="225"/>
                    <a:pt x="1106" y="254"/>
                    <a:pt x="1080" y="221"/>
                  </a:cubicBezTo>
                  <a:cubicBezTo>
                    <a:pt x="1067" y="205"/>
                    <a:pt x="1042" y="170"/>
                    <a:pt x="1042" y="170"/>
                  </a:cubicBezTo>
                  <a:cubicBezTo>
                    <a:pt x="1036" y="172"/>
                    <a:pt x="1028" y="172"/>
                    <a:pt x="1023" y="177"/>
                  </a:cubicBezTo>
                  <a:cubicBezTo>
                    <a:pt x="1018" y="182"/>
                    <a:pt x="1024" y="196"/>
                    <a:pt x="1017" y="196"/>
                  </a:cubicBezTo>
                  <a:cubicBezTo>
                    <a:pt x="1010" y="196"/>
                    <a:pt x="1015" y="183"/>
                    <a:pt x="1011" y="177"/>
                  </a:cubicBezTo>
                  <a:cubicBezTo>
                    <a:pt x="998" y="157"/>
                    <a:pt x="966" y="120"/>
                    <a:pt x="966" y="120"/>
                  </a:cubicBezTo>
                  <a:cubicBezTo>
                    <a:pt x="960" y="122"/>
                    <a:pt x="953" y="129"/>
                    <a:pt x="948" y="126"/>
                  </a:cubicBezTo>
                  <a:cubicBezTo>
                    <a:pt x="901" y="96"/>
                    <a:pt x="906" y="72"/>
                    <a:pt x="859" y="57"/>
                  </a:cubicBezTo>
                  <a:cubicBezTo>
                    <a:pt x="857" y="63"/>
                    <a:pt x="859" y="74"/>
                    <a:pt x="853" y="76"/>
                  </a:cubicBezTo>
                  <a:cubicBezTo>
                    <a:pt x="839" y="79"/>
                    <a:pt x="827" y="49"/>
                    <a:pt x="821" y="44"/>
                  </a:cubicBezTo>
                  <a:cubicBezTo>
                    <a:pt x="795" y="24"/>
                    <a:pt x="781" y="25"/>
                    <a:pt x="752" y="19"/>
                  </a:cubicBezTo>
                  <a:cubicBezTo>
                    <a:pt x="718" y="40"/>
                    <a:pt x="719" y="19"/>
                    <a:pt x="689" y="0"/>
                  </a:cubicBezTo>
                  <a:cubicBezTo>
                    <a:pt x="668" y="30"/>
                    <a:pt x="684" y="48"/>
                    <a:pt x="651" y="25"/>
                  </a:cubicBezTo>
                  <a:cubicBezTo>
                    <a:pt x="642" y="33"/>
                    <a:pt x="632" y="40"/>
                    <a:pt x="625" y="50"/>
                  </a:cubicBezTo>
                  <a:cubicBezTo>
                    <a:pt x="621" y="55"/>
                    <a:pt x="626" y="69"/>
                    <a:pt x="619" y="69"/>
                  </a:cubicBezTo>
                  <a:cubicBezTo>
                    <a:pt x="612" y="69"/>
                    <a:pt x="615" y="56"/>
                    <a:pt x="613" y="50"/>
                  </a:cubicBezTo>
                  <a:cubicBezTo>
                    <a:pt x="605" y="25"/>
                    <a:pt x="612" y="33"/>
                    <a:pt x="588" y="25"/>
                  </a:cubicBezTo>
                  <a:cubicBezTo>
                    <a:pt x="587" y="29"/>
                    <a:pt x="579" y="79"/>
                    <a:pt x="569" y="82"/>
                  </a:cubicBezTo>
                  <a:cubicBezTo>
                    <a:pt x="563" y="84"/>
                    <a:pt x="566" y="68"/>
                    <a:pt x="562" y="63"/>
                  </a:cubicBezTo>
                  <a:cubicBezTo>
                    <a:pt x="557" y="57"/>
                    <a:pt x="549" y="54"/>
                    <a:pt x="543" y="50"/>
                  </a:cubicBezTo>
                  <a:cubicBezTo>
                    <a:pt x="529" y="109"/>
                    <a:pt x="551" y="50"/>
                    <a:pt x="512" y="82"/>
                  </a:cubicBezTo>
                  <a:cubicBezTo>
                    <a:pt x="499" y="93"/>
                    <a:pt x="496" y="112"/>
                    <a:pt x="486" y="126"/>
                  </a:cubicBezTo>
                  <a:cubicBezTo>
                    <a:pt x="484" y="134"/>
                    <a:pt x="488" y="147"/>
                    <a:pt x="480" y="151"/>
                  </a:cubicBezTo>
                  <a:cubicBezTo>
                    <a:pt x="474" y="154"/>
                    <a:pt x="481" y="133"/>
                    <a:pt x="474" y="132"/>
                  </a:cubicBezTo>
                  <a:cubicBezTo>
                    <a:pt x="465" y="130"/>
                    <a:pt x="457" y="141"/>
                    <a:pt x="449" y="145"/>
                  </a:cubicBezTo>
                  <a:cubicBezTo>
                    <a:pt x="434" y="166"/>
                    <a:pt x="430" y="183"/>
                    <a:pt x="423" y="208"/>
                  </a:cubicBezTo>
                  <a:cubicBezTo>
                    <a:pt x="421" y="200"/>
                    <a:pt x="425" y="187"/>
                    <a:pt x="417" y="183"/>
                  </a:cubicBezTo>
                  <a:cubicBezTo>
                    <a:pt x="410" y="180"/>
                    <a:pt x="403" y="190"/>
                    <a:pt x="398" y="196"/>
                  </a:cubicBezTo>
                  <a:cubicBezTo>
                    <a:pt x="388" y="209"/>
                    <a:pt x="383" y="236"/>
                    <a:pt x="373" y="252"/>
                  </a:cubicBezTo>
                  <a:cubicBezTo>
                    <a:pt x="367" y="290"/>
                    <a:pt x="353" y="343"/>
                    <a:pt x="335" y="379"/>
                  </a:cubicBezTo>
                  <a:cubicBezTo>
                    <a:pt x="314" y="422"/>
                    <a:pt x="328" y="370"/>
                    <a:pt x="310" y="429"/>
                  </a:cubicBezTo>
                  <a:cubicBezTo>
                    <a:pt x="301" y="458"/>
                    <a:pt x="300" y="489"/>
                    <a:pt x="291" y="518"/>
                  </a:cubicBezTo>
                  <a:cubicBezTo>
                    <a:pt x="241" y="418"/>
                    <a:pt x="312" y="665"/>
                    <a:pt x="240" y="688"/>
                  </a:cubicBezTo>
                  <a:cubicBezTo>
                    <a:pt x="205" y="746"/>
                    <a:pt x="195" y="820"/>
                    <a:pt x="171" y="884"/>
                  </a:cubicBezTo>
                  <a:cubicBezTo>
                    <a:pt x="169" y="878"/>
                    <a:pt x="166" y="871"/>
                    <a:pt x="164" y="865"/>
                  </a:cubicBezTo>
                  <a:cubicBezTo>
                    <a:pt x="162" y="857"/>
                    <a:pt x="166" y="836"/>
                    <a:pt x="158" y="840"/>
                  </a:cubicBezTo>
                  <a:cubicBezTo>
                    <a:pt x="141" y="849"/>
                    <a:pt x="151" y="878"/>
                    <a:pt x="145" y="897"/>
                  </a:cubicBezTo>
                  <a:cubicBezTo>
                    <a:pt x="128" y="953"/>
                    <a:pt x="126" y="1011"/>
                    <a:pt x="108" y="1067"/>
                  </a:cubicBezTo>
                  <a:cubicBezTo>
                    <a:pt x="99" y="1035"/>
                    <a:pt x="93" y="1019"/>
                    <a:pt x="70" y="1055"/>
                  </a:cubicBezTo>
                  <a:cubicBezTo>
                    <a:pt x="36" y="1032"/>
                    <a:pt x="36" y="1055"/>
                    <a:pt x="0" y="105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00" name="Freeform 232"/>
            <p:cNvSpPr>
              <a:spLocks/>
            </p:cNvSpPr>
            <p:nvPr/>
          </p:nvSpPr>
          <p:spPr bwMode="auto">
            <a:xfrm>
              <a:off x="1945" y="2569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01" name="Freeform 233"/>
            <p:cNvSpPr>
              <a:spLocks/>
            </p:cNvSpPr>
            <p:nvPr/>
          </p:nvSpPr>
          <p:spPr bwMode="auto">
            <a:xfrm flipV="1">
              <a:off x="1965" y="2594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02" name="Freeform 234"/>
            <p:cNvSpPr>
              <a:spLocks/>
            </p:cNvSpPr>
            <p:nvPr/>
          </p:nvSpPr>
          <p:spPr bwMode="auto">
            <a:xfrm>
              <a:off x="1899" y="2583"/>
              <a:ext cx="1492" cy="1162"/>
            </a:xfrm>
            <a:custGeom>
              <a:avLst/>
              <a:gdLst/>
              <a:ahLst/>
              <a:cxnLst>
                <a:cxn ang="0">
                  <a:pos x="34" y="1093"/>
                </a:cxn>
                <a:cxn ang="0">
                  <a:pos x="72" y="1093"/>
                </a:cxn>
                <a:cxn ang="0">
                  <a:pos x="91" y="1112"/>
                </a:cxn>
                <a:cxn ang="0">
                  <a:pos x="160" y="1086"/>
                </a:cxn>
                <a:cxn ang="0">
                  <a:pos x="173" y="1124"/>
                </a:cxn>
                <a:cxn ang="0">
                  <a:pos x="223" y="1143"/>
                </a:cxn>
                <a:cxn ang="0">
                  <a:pos x="287" y="1143"/>
                </a:cxn>
                <a:cxn ang="0">
                  <a:pos x="337" y="1162"/>
                </a:cxn>
                <a:cxn ang="0">
                  <a:pos x="369" y="1124"/>
                </a:cxn>
                <a:cxn ang="0">
                  <a:pos x="432" y="1105"/>
                </a:cxn>
                <a:cxn ang="0">
                  <a:pos x="495" y="1068"/>
                </a:cxn>
                <a:cxn ang="0">
                  <a:pos x="533" y="1061"/>
                </a:cxn>
                <a:cxn ang="0">
                  <a:pos x="571" y="1061"/>
                </a:cxn>
                <a:cxn ang="0">
                  <a:pos x="590" y="1074"/>
                </a:cxn>
                <a:cxn ang="0">
                  <a:pos x="621" y="954"/>
                </a:cxn>
                <a:cxn ang="0">
                  <a:pos x="628" y="973"/>
                </a:cxn>
                <a:cxn ang="0">
                  <a:pos x="634" y="948"/>
                </a:cxn>
                <a:cxn ang="0">
                  <a:pos x="647" y="922"/>
                </a:cxn>
                <a:cxn ang="0">
                  <a:pos x="691" y="809"/>
                </a:cxn>
                <a:cxn ang="0">
                  <a:pos x="741" y="657"/>
                </a:cxn>
                <a:cxn ang="0">
                  <a:pos x="767" y="606"/>
                </a:cxn>
                <a:cxn ang="0">
                  <a:pos x="798" y="531"/>
                </a:cxn>
                <a:cxn ang="0">
                  <a:pos x="805" y="499"/>
                </a:cxn>
                <a:cxn ang="0">
                  <a:pos x="811" y="480"/>
                </a:cxn>
                <a:cxn ang="0">
                  <a:pos x="823" y="430"/>
                </a:cxn>
                <a:cxn ang="0">
                  <a:pos x="861" y="329"/>
                </a:cxn>
                <a:cxn ang="0">
                  <a:pos x="956" y="120"/>
                </a:cxn>
                <a:cxn ang="0">
                  <a:pos x="988" y="101"/>
                </a:cxn>
                <a:cxn ang="0">
                  <a:pos x="1007" y="63"/>
                </a:cxn>
                <a:cxn ang="0">
                  <a:pos x="1013" y="89"/>
                </a:cxn>
                <a:cxn ang="0">
                  <a:pos x="1019" y="108"/>
                </a:cxn>
                <a:cxn ang="0">
                  <a:pos x="1057" y="57"/>
                </a:cxn>
                <a:cxn ang="0">
                  <a:pos x="1063" y="89"/>
                </a:cxn>
                <a:cxn ang="0">
                  <a:pos x="1070" y="114"/>
                </a:cxn>
                <a:cxn ang="0">
                  <a:pos x="1095" y="82"/>
                </a:cxn>
                <a:cxn ang="0">
                  <a:pos x="1101" y="57"/>
                </a:cxn>
                <a:cxn ang="0">
                  <a:pos x="1108" y="38"/>
                </a:cxn>
                <a:cxn ang="0">
                  <a:pos x="1127" y="82"/>
                </a:cxn>
                <a:cxn ang="0">
                  <a:pos x="1146" y="57"/>
                </a:cxn>
                <a:cxn ang="0">
                  <a:pos x="1152" y="32"/>
                </a:cxn>
                <a:cxn ang="0">
                  <a:pos x="1171" y="82"/>
                </a:cxn>
                <a:cxn ang="0">
                  <a:pos x="1215" y="25"/>
                </a:cxn>
                <a:cxn ang="0">
                  <a:pos x="1259" y="13"/>
                </a:cxn>
                <a:cxn ang="0">
                  <a:pos x="1291" y="44"/>
                </a:cxn>
                <a:cxn ang="0">
                  <a:pos x="1303" y="19"/>
                </a:cxn>
                <a:cxn ang="0">
                  <a:pos x="1335" y="57"/>
                </a:cxn>
                <a:cxn ang="0">
                  <a:pos x="1392" y="0"/>
                </a:cxn>
                <a:cxn ang="0">
                  <a:pos x="1417" y="76"/>
                </a:cxn>
                <a:cxn ang="0">
                  <a:pos x="1442" y="70"/>
                </a:cxn>
                <a:cxn ang="0">
                  <a:pos x="1461" y="70"/>
                </a:cxn>
                <a:cxn ang="0">
                  <a:pos x="1474" y="133"/>
                </a:cxn>
                <a:cxn ang="0">
                  <a:pos x="1487" y="120"/>
                </a:cxn>
              </a:cxnLst>
              <a:rect l="0" t="0" r="r" b="b"/>
              <a:pathLst>
                <a:path w="1492" h="1162">
                  <a:moveTo>
                    <a:pt x="34" y="1093"/>
                  </a:moveTo>
                  <a:cubicBezTo>
                    <a:pt x="106" y="1138"/>
                    <a:pt x="0" y="1080"/>
                    <a:pt x="72" y="1093"/>
                  </a:cubicBezTo>
                  <a:cubicBezTo>
                    <a:pt x="81" y="1095"/>
                    <a:pt x="85" y="1106"/>
                    <a:pt x="91" y="1112"/>
                  </a:cubicBezTo>
                  <a:cubicBezTo>
                    <a:pt x="108" y="1103"/>
                    <a:pt x="141" y="1084"/>
                    <a:pt x="160" y="1086"/>
                  </a:cubicBezTo>
                  <a:cubicBezTo>
                    <a:pt x="161" y="1086"/>
                    <a:pt x="173" y="1123"/>
                    <a:pt x="173" y="1124"/>
                  </a:cubicBezTo>
                  <a:cubicBezTo>
                    <a:pt x="223" y="1112"/>
                    <a:pt x="180" y="1129"/>
                    <a:pt x="223" y="1143"/>
                  </a:cubicBezTo>
                  <a:cubicBezTo>
                    <a:pt x="281" y="1121"/>
                    <a:pt x="264" y="1109"/>
                    <a:pt x="287" y="1143"/>
                  </a:cubicBezTo>
                  <a:cubicBezTo>
                    <a:pt x="337" y="1131"/>
                    <a:pt x="327" y="1099"/>
                    <a:pt x="337" y="1162"/>
                  </a:cubicBezTo>
                  <a:cubicBezTo>
                    <a:pt x="349" y="1150"/>
                    <a:pt x="354" y="1132"/>
                    <a:pt x="369" y="1124"/>
                  </a:cubicBezTo>
                  <a:cubicBezTo>
                    <a:pt x="388" y="1114"/>
                    <a:pt x="411" y="1113"/>
                    <a:pt x="432" y="1105"/>
                  </a:cubicBezTo>
                  <a:cubicBezTo>
                    <a:pt x="471" y="1162"/>
                    <a:pt x="468" y="1081"/>
                    <a:pt x="495" y="1068"/>
                  </a:cubicBezTo>
                  <a:cubicBezTo>
                    <a:pt x="507" y="1062"/>
                    <a:pt x="520" y="1063"/>
                    <a:pt x="533" y="1061"/>
                  </a:cubicBezTo>
                  <a:cubicBezTo>
                    <a:pt x="577" y="994"/>
                    <a:pt x="545" y="1028"/>
                    <a:pt x="571" y="1061"/>
                  </a:cubicBezTo>
                  <a:cubicBezTo>
                    <a:pt x="576" y="1067"/>
                    <a:pt x="584" y="1070"/>
                    <a:pt x="590" y="1074"/>
                  </a:cubicBezTo>
                  <a:cubicBezTo>
                    <a:pt x="600" y="1033"/>
                    <a:pt x="614" y="996"/>
                    <a:pt x="621" y="954"/>
                  </a:cubicBezTo>
                  <a:cubicBezTo>
                    <a:pt x="623" y="960"/>
                    <a:pt x="622" y="976"/>
                    <a:pt x="628" y="973"/>
                  </a:cubicBezTo>
                  <a:cubicBezTo>
                    <a:pt x="636" y="969"/>
                    <a:pt x="631" y="956"/>
                    <a:pt x="634" y="948"/>
                  </a:cubicBezTo>
                  <a:cubicBezTo>
                    <a:pt x="637" y="939"/>
                    <a:pt x="643" y="931"/>
                    <a:pt x="647" y="922"/>
                  </a:cubicBezTo>
                  <a:cubicBezTo>
                    <a:pt x="664" y="883"/>
                    <a:pt x="665" y="843"/>
                    <a:pt x="691" y="809"/>
                  </a:cubicBezTo>
                  <a:cubicBezTo>
                    <a:pt x="707" y="758"/>
                    <a:pt x="725" y="708"/>
                    <a:pt x="741" y="657"/>
                  </a:cubicBezTo>
                  <a:cubicBezTo>
                    <a:pt x="747" y="639"/>
                    <a:pt x="760" y="624"/>
                    <a:pt x="767" y="606"/>
                  </a:cubicBezTo>
                  <a:cubicBezTo>
                    <a:pt x="773" y="575"/>
                    <a:pt x="784" y="559"/>
                    <a:pt x="798" y="531"/>
                  </a:cubicBezTo>
                  <a:cubicBezTo>
                    <a:pt x="800" y="520"/>
                    <a:pt x="802" y="510"/>
                    <a:pt x="805" y="499"/>
                  </a:cubicBezTo>
                  <a:cubicBezTo>
                    <a:pt x="807" y="493"/>
                    <a:pt x="809" y="486"/>
                    <a:pt x="811" y="480"/>
                  </a:cubicBezTo>
                  <a:cubicBezTo>
                    <a:pt x="815" y="463"/>
                    <a:pt x="823" y="430"/>
                    <a:pt x="823" y="430"/>
                  </a:cubicBezTo>
                  <a:cubicBezTo>
                    <a:pt x="829" y="374"/>
                    <a:pt x="816" y="351"/>
                    <a:pt x="861" y="329"/>
                  </a:cubicBezTo>
                  <a:cubicBezTo>
                    <a:pt x="879" y="256"/>
                    <a:pt x="921" y="187"/>
                    <a:pt x="956" y="120"/>
                  </a:cubicBezTo>
                  <a:cubicBezTo>
                    <a:pt x="967" y="153"/>
                    <a:pt x="958" y="145"/>
                    <a:pt x="988" y="101"/>
                  </a:cubicBezTo>
                  <a:cubicBezTo>
                    <a:pt x="1003" y="79"/>
                    <a:pt x="998" y="86"/>
                    <a:pt x="1007" y="63"/>
                  </a:cubicBezTo>
                  <a:cubicBezTo>
                    <a:pt x="1009" y="72"/>
                    <a:pt x="1011" y="80"/>
                    <a:pt x="1013" y="89"/>
                  </a:cubicBezTo>
                  <a:cubicBezTo>
                    <a:pt x="1015" y="95"/>
                    <a:pt x="1014" y="112"/>
                    <a:pt x="1019" y="108"/>
                  </a:cubicBezTo>
                  <a:cubicBezTo>
                    <a:pt x="1036" y="96"/>
                    <a:pt x="1057" y="57"/>
                    <a:pt x="1057" y="57"/>
                  </a:cubicBezTo>
                  <a:cubicBezTo>
                    <a:pt x="1059" y="68"/>
                    <a:pt x="1061" y="78"/>
                    <a:pt x="1063" y="89"/>
                  </a:cubicBezTo>
                  <a:cubicBezTo>
                    <a:pt x="1065" y="97"/>
                    <a:pt x="1062" y="116"/>
                    <a:pt x="1070" y="114"/>
                  </a:cubicBezTo>
                  <a:cubicBezTo>
                    <a:pt x="1083" y="111"/>
                    <a:pt x="1087" y="93"/>
                    <a:pt x="1095" y="82"/>
                  </a:cubicBezTo>
                  <a:cubicBezTo>
                    <a:pt x="1097" y="74"/>
                    <a:pt x="1099" y="65"/>
                    <a:pt x="1101" y="57"/>
                  </a:cubicBezTo>
                  <a:cubicBezTo>
                    <a:pt x="1103" y="51"/>
                    <a:pt x="1102" y="36"/>
                    <a:pt x="1108" y="38"/>
                  </a:cubicBezTo>
                  <a:cubicBezTo>
                    <a:pt x="1112" y="39"/>
                    <a:pt x="1125" y="76"/>
                    <a:pt x="1127" y="82"/>
                  </a:cubicBezTo>
                  <a:cubicBezTo>
                    <a:pt x="1133" y="74"/>
                    <a:pt x="1141" y="66"/>
                    <a:pt x="1146" y="57"/>
                  </a:cubicBezTo>
                  <a:cubicBezTo>
                    <a:pt x="1150" y="49"/>
                    <a:pt x="1144" y="29"/>
                    <a:pt x="1152" y="32"/>
                  </a:cubicBezTo>
                  <a:cubicBezTo>
                    <a:pt x="1156" y="33"/>
                    <a:pt x="1168" y="74"/>
                    <a:pt x="1171" y="82"/>
                  </a:cubicBezTo>
                  <a:cubicBezTo>
                    <a:pt x="1195" y="67"/>
                    <a:pt x="1198" y="49"/>
                    <a:pt x="1215" y="25"/>
                  </a:cubicBezTo>
                  <a:cubicBezTo>
                    <a:pt x="1239" y="60"/>
                    <a:pt x="1244" y="44"/>
                    <a:pt x="1259" y="13"/>
                  </a:cubicBezTo>
                  <a:cubicBezTo>
                    <a:pt x="1269" y="48"/>
                    <a:pt x="1254" y="81"/>
                    <a:pt x="1291" y="44"/>
                  </a:cubicBezTo>
                  <a:cubicBezTo>
                    <a:pt x="1295" y="36"/>
                    <a:pt x="1294" y="21"/>
                    <a:pt x="1303" y="19"/>
                  </a:cubicBezTo>
                  <a:cubicBezTo>
                    <a:pt x="1310" y="18"/>
                    <a:pt x="1332" y="53"/>
                    <a:pt x="1335" y="57"/>
                  </a:cubicBezTo>
                  <a:cubicBezTo>
                    <a:pt x="1363" y="42"/>
                    <a:pt x="1374" y="26"/>
                    <a:pt x="1392" y="0"/>
                  </a:cubicBezTo>
                  <a:cubicBezTo>
                    <a:pt x="1397" y="29"/>
                    <a:pt x="1401" y="51"/>
                    <a:pt x="1417" y="76"/>
                  </a:cubicBezTo>
                  <a:cubicBezTo>
                    <a:pt x="1425" y="74"/>
                    <a:pt x="1435" y="75"/>
                    <a:pt x="1442" y="70"/>
                  </a:cubicBezTo>
                  <a:cubicBezTo>
                    <a:pt x="1459" y="56"/>
                    <a:pt x="1437" y="32"/>
                    <a:pt x="1461" y="70"/>
                  </a:cubicBezTo>
                  <a:cubicBezTo>
                    <a:pt x="1477" y="159"/>
                    <a:pt x="1460" y="67"/>
                    <a:pt x="1474" y="133"/>
                  </a:cubicBezTo>
                  <a:cubicBezTo>
                    <a:pt x="1492" y="217"/>
                    <a:pt x="1487" y="222"/>
                    <a:pt x="1487" y="120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03" name="Freeform 235"/>
            <p:cNvSpPr>
              <a:spLocks/>
            </p:cNvSpPr>
            <p:nvPr/>
          </p:nvSpPr>
          <p:spPr bwMode="auto">
            <a:xfrm>
              <a:off x="2011" y="2558"/>
              <a:ext cx="1349" cy="1244"/>
            </a:xfrm>
            <a:custGeom>
              <a:avLst/>
              <a:gdLst/>
              <a:ahLst/>
              <a:cxnLst>
                <a:cxn ang="0">
                  <a:pos x="4" y="151"/>
                </a:cxn>
                <a:cxn ang="0">
                  <a:pos x="42" y="95"/>
                </a:cxn>
                <a:cxn ang="0">
                  <a:pos x="67" y="57"/>
                </a:cxn>
                <a:cxn ang="0">
                  <a:pos x="73" y="76"/>
                </a:cxn>
                <a:cxn ang="0">
                  <a:pos x="67" y="95"/>
                </a:cxn>
                <a:cxn ang="0">
                  <a:pos x="99" y="38"/>
                </a:cxn>
                <a:cxn ang="0">
                  <a:pos x="143" y="13"/>
                </a:cxn>
                <a:cxn ang="0">
                  <a:pos x="149" y="69"/>
                </a:cxn>
                <a:cxn ang="0">
                  <a:pos x="168" y="63"/>
                </a:cxn>
                <a:cxn ang="0">
                  <a:pos x="200" y="19"/>
                </a:cxn>
                <a:cxn ang="0">
                  <a:pos x="212" y="101"/>
                </a:cxn>
                <a:cxn ang="0">
                  <a:pos x="231" y="63"/>
                </a:cxn>
                <a:cxn ang="0">
                  <a:pos x="257" y="0"/>
                </a:cxn>
                <a:cxn ang="0">
                  <a:pos x="263" y="95"/>
                </a:cxn>
                <a:cxn ang="0">
                  <a:pos x="295" y="82"/>
                </a:cxn>
                <a:cxn ang="0">
                  <a:pos x="320" y="31"/>
                </a:cxn>
                <a:cxn ang="0">
                  <a:pos x="358" y="63"/>
                </a:cxn>
                <a:cxn ang="0">
                  <a:pos x="383" y="145"/>
                </a:cxn>
                <a:cxn ang="0">
                  <a:pos x="402" y="126"/>
                </a:cxn>
                <a:cxn ang="0">
                  <a:pos x="408" y="107"/>
                </a:cxn>
                <a:cxn ang="0">
                  <a:pos x="433" y="164"/>
                </a:cxn>
                <a:cxn ang="0">
                  <a:pos x="452" y="189"/>
                </a:cxn>
                <a:cxn ang="0">
                  <a:pos x="478" y="158"/>
                </a:cxn>
                <a:cxn ang="0">
                  <a:pos x="484" y="133"/>
                </a:cxn>
                <a:cxn ang="0">
                  <a:pos x="497" y="151"/>
                </a:cxn>
                <a:cxn ang="0">
                  <a:pos x="516" y="227"/>
                </a:cxn>
                <a:cxn ang="0">
                  <a:pos x="547" y="259"/>
                </a:cxn>
                <a:cxn ang="0">
                  <a:pos x="553" y="335"/>
                </a:cxn>
                <a:cxn ang="0">
                  <a:pos x="572" y="322"/>
                </a:cxn>
                <a:cxn ang="0">
                  <a:pos x="579" y="341"/>
                </a:cxn>
                <a:cxn ang="0">
                  <a:pos x="604" y="474"/>
                </a:cxn>
                <a:cxn ang="0">
                  <a:pos x="629" y="398"/>
                </a:cxn>
                <a:cxn ang="0">
                  <a:pos x="673" y="606"/>
                </a:cxn>
                <a:cxn ang="0">
                  <a:pos x="699" y="657"/>
                </a:cxn>
                <a:cxn ang="0">
                  <a:pos x="718" y="638"/>
                </a:cxn>
                <a:cxn ang="0">
                  <a:pos x="737" y="663"/>
                </a:cxn>
                <a:cxn ang="0">
                  <a:pos x="756" y="859"/>
                </a:cxn>
                <a:cxn ang="0">
                  <a:pos x="781" y="859"/>
                </a:cxn>
                <a:cxn ang="0">
                  <a:pos x="800" y="941"/>
                </a:cxn>
                <a:cxn ang="0">
                  <a:pos x="831" y="979"/>
                </a:cxn>
                <a:cxn ang="0">
                  <a:pos x="995" y="1206"/>
                </a:cxn>
                <a:cxn ang="0">
                  <a:pos x="1059" y="1175"/>
                </a:cxn>
                <a:cxn ang="0">
                  <a:pos x="1078" y="1244"/>
                </a:cxn>
                <a:cxn ang="0">
                  <a:pos x="1135" y="1225"/>
                </a:cxn>
                <a:cxn ang="0">
                  <a:pos x="1198" y="1149"/>
                </a:cxn>
                <a:cxn ang="0">
                  <a:pos x="1204" y="1181"/>
                </a:cxn>
                <a:cxn ang="0">
                  <a:pos x="1210" y="1206"/>
                </a:cxn>
                <a:cxn ang="0">
                  <a:pos x="1236" y="1194"/>
                </a:cxn>
                <a:cxn ang="0">
                  <a:pos x="1261" y="1194"/>
                </a:cxn>
                <a:cxn ang="0">
                  <a:pos x="1280" y="1181"/>
                </a:cxn>
                <a:cxn ang="0">
                  <a:pos x="1305" y="1124"/>
                </a:cxn>
                <a:cxn ang="0">
                  <a:pos x="1330" y="1130"/>
                </a:cxn>
                <a:cxn ang="0">
                  <a:pos x="1349" y="1137"/>
                </a:cxn>
                <a:cxn ang="0">
                  <a:pos x="1330" y="1143"/>
                </a:cxn>
                <a:cxn ang="0">
                  <a:pos x="1273" y="1156"/>
                </a:cxn>
              </a:cxnLst>
              <a:rect l="0" t="0" r="r" b="b"/>
              <a:pathLst>
                <a:path w="1349" h="1244">
                  <a:moveTo>
                    <a:pt x="4" y="151"/>
                  </a:moveTo>
                  <a:cubicBezTo>
                    <a:pt x="46" y="82"/>
                    <a:pt x="0" y="155"/>
                    <a:pt x="42" y="95"/>
                  </a:cubicBezTo>
                  <a:cubicBezTo>
                    <a:pt x="51" y="83"/>
                    <a:pt x="67" y="57"/>
                    <a:pt x="67" y="57"/>
                  </a:cubicBezTo>
                  <a:cubicBezTo>
                    <a:pt x="69" y="63"/>
                    <a:pt x="73" y="69"/>
                    <a:pt x="73" y="76"/>
                  </a:cubicBezTo>
                  <a:cubicBezTo>
                    <a:pt x="73" y="83"/>
                    <a:pt x="64" y="101"/>
                    <a:pt x="67" y="95"/>
                  </a:cubicBezTo>
                  <a:cubicBezTo>
                    <a:pt x="103" y="28"/>
                    <a:pt x="56" y="95"/>
                    <a:pt x="99" y="38"/>
                  </a:cubicBezTo>
                  <a:cubicBezTo>
                    <a:pt x="112" y="81"/>
                    <a:pt x="118" y="36"/>
                    <a:pt x="143" y="13"/>
                  </a:cubicBezTo>
                  <a:cubicBezTo>
                    <a:pt x="145" y="32"/>
                    <a:pt x="141" y="52"/>
                    <a:pt x="149" y="69"/>
                  </a:cubicBezTo>
                  <a:cubicBezTo>
                    <a:pt x="152" y="75"/>
                    <a:pt x="163" y="68"/>
                    <a:pt x="168" y="63"/>
                  </a:cubicBezTo>
                  <a:cubicBezTo>
                    <a:pt x="181" y="50"/>
                    <a:pt x="200" y="19"/>
                    <a:pt x="200" y="19"/>
                  </a:cubicBezTo>
                  <a:cubicBezTo>
                    <a:pt x="208" y="45"/>
                    <a:pt x="192" y="81"/>
                    <a:pt x="212" y="101"/>
                  </a:cubicBezTo>
                  <a:cubicBezTo>
                    <a:pt x="222" y="111"/>
                    <a:pt x="225" y="76"/>
                    <a:pt x="231" y="63"/>
                  </a:cubicBezTo>
                  <a:cubicBezTo>
                    <a:pt x="240" y="42"/>
                    <a:pt x="249" y="21"/>
                    <a:pt x="257" y="0"/>
                  </a:cubicBezTo>
                  <a:cubicBezTo>
                    <a:pt x="259" y="32"/>
                    <a:pt x="250" y="66"/>
                    <a:pt x="263" y="95"/>
                  </a:cubicBezTo>
                  <a:cubicBezTo>
                    <a:pt x="268" y="105"/>
                    <a:pt x="287" y="90"/>
                    <a:pt x="295" y="82"/>
                  </a:cubicBezTo>
                  <a:cubicBezTo>
                    <a:pt x="308" y="68"/>
                    <a:pt x="309" y="47"/>
                    <a:pt x="320" y="31"/>
                  </a:cubicBezTo>
                  <a:cubicBezTo>
                    <a:pt x="325" y="93"/>
                    <a:pt x="324" y="147"/>
                    <a:pt x="358" y="63"/>
                  </a:cubicBezTo>
                  <a:cubicBezTo>
                    <a:pt x="367" y="90"/>
                    <a:pt x="374" y="118"/>
                    <a:pt x="383" y="145"/>
                  </a:cubicBezTo>
                  <a:cubicBezTo>
                    <a:pt x="389" y="139"/>
                    <a:pt x="397" y="133"/>
                    <a:pt x="402" y="126"/>
                  </a:cubicBezTo>
                  <a:cubicBezTo>
                    <a:pt x="406" y="120"/>
                    <a:pt x="403" y="103"/>
                    <a:pt x="408" y="107"/>
                  </a:cubicBezTo>
                  <a:cubicBezTo>
                    <a:pt x="419" y="115"/>
                    <a:pt x="428" y="148"/>
                    <a:pt x="433" y="164"/>
                  </a:cubicBezTo>
                  <a:cubicBezTo>
                    <a:pt x="444" y="244"/>
                    <a:pt x="431" y="220"/>
                    <a:pt x="452" y="189"/>
                  </a:cubicBezTo>
                  <a:cubicBezTo>
                    <a:pt x="459" y="178"/>
                    <a:pt x="469" y="168"/>
                    <a:pt x="478" y="158"/>
                  </a:cubicBezTo>
                  <a:cubicBezTo>
                    <a:pt x="480" y="150"/>
                    <a:pt x="476" y="136"/>
                    <a:pt x="484" y="133"/>
                  </a:cubicBezTo>
                  <a:cubicBezTo>
                    <a:pt x="491" y="130"/>
                    <a:pt x="494" y="144"/>
                    <a:pt x="497" y="151"/>
                  </a:cubicBezTo>
                  <a:cubicBezTo>
                    <a:pt x="507" y="175"/>
                    <a:pt x="507" y="203"/>
                    <a:pt x="516" y="227"/>
                  </a:cubicBezTo>
                  <a:cubicBezTo>
                    <a:pt x="555" y="176"/>
                    <a:pt x="538" y="223"/>
                    <a:pt x="547" y="259"/>
                  </a:cubicBezTo>
                  <a:cubicBezTo>
                    <a:pt x="549" y="284"/>
                    <a:pt x="544" y="311"/>
                    <a:pt x="553" y="335"/>
                  </a:cubicBezTo>
                  <a:cubicBezTo>
                    <a:pt x="556" y="342"/>
                    <a:pt x="565" y="320"/>
                    <a:pt x="572" y="322"/>
                  </a:cubicBezTo>
                  <a:cubicBezTo>
                    <a:pt x="579" y="324"/>
                    <a:pt x="577" y="335"/>
                    <a:pt x="579" y="341"/>
                  </a:cubicBezTo>
                  <a:cubicBezTo>
                    <a:pt x="603" y="265"/>
                    <a:pt x="581" y="428"/>
                    <a:pt x="604" y="474"/>
                  </a:cubicBezTo>
                  <a:cubicBezTo>
                    <a:pt x="610" y="444"/>
                    <a:pt x="616" y="425"/>
                    <a:pt x="629" y="398"/>
                  </a:cubicBezTo>
                  <a:cubicBezTo>
                    <a:pt x="652" y="465"/>
                    <a:pt x="652" y="538"/>
                    <a:pt x="673" y="606"/>
                  </a:cubicBezTo>
                  <a:cubicBezTo>
                    <a:pt x="699" y="544"/>
                    <a:pt x="687" y="463"/>
                    <a:pt x="699" y="657"/>
                  </a:cubicBezTo>
                  <a:cubicBezTo>
                    <a:pt x="705" y="651"/>
                    <a:pt x="714" y="630"/>
                    <a:pt x="718" y="638"/>
                  </a:cubicBezTo>
                  <a:cubicBezTo>
                    <a:pt x="738" y="683"/>
                    <a:pt x="709" y="772"/>
                    <a:pt x="737" y="663"/>
                  </a:cubicBezTo>
                  <a:cubicBezTo>
                    <a:pt x="741" y="765"/>
                    <a:pt x="742" y="782"/>
                    <a:pt x="756" y="859"/>
                  </a:cubicBezTo>
                  <a:cubicBezTo>
                    <a:pt x="759" y="847"/>
                    <a:pt x="764" y="798"/>
                    <a:pt x="781" y="859"/>
                  </a:cubicBezTo>
                  <a:cubicBezTo>
                    <a:pt x="811" y="963"/>
                    <a:pt x="767" y="892"/>
                    <a:pt x="800" y="941"/>
                  </a:cubicBezTo>
                  <a:cubicBezTo>
                    <a:pt x="811" y="975"/>
                    <a:pt x="789" y="1021"/>
                    <a:pt x="831" y="979"/>
                  </a:cubicBezTo>
                  <a:cubicBezTo>
                    <a:pt x="913" y="1087"/>
                    <a:pt x="912" y="1097"/>
                    <a:pt x="995" y="1206"/>
                  </a:cubicBezTo>
                  <a:cubicBezTo>
                    <a:pt x="1013" y="1152"/>
                    <a:pt x="1027" y="1222"/>
                    <a:pt x="1059" y="1175"/>
                  </a:cubicBezTo>
                  <a:cubicBezTo>
                    <a:pt x="1074" y="1223"/>
                    <a:pt x="1068" y="1200"/>
                    <a:pt x="1078" y="1244"/>
                  </a:cubicBezTo>
                  <a:cubicBezTo>
                    <a:pt x="1109" y="1223"/>
                    <a:pt x="1109" y="1186"/>
                    <a:pt x="1135" y="1225"/>
                  </a:cubicBezTo>
                  <a:cubicBezTo>
                    <a:pt x="1164" y="1203"/>
                    <a:pt x="1175" y="1178"/>
                    <a:pt x="1198" y="1149"/>
                  </a:cubicBezTo>
                  <a:cubicBezTo>
                    <a:pt x="1200" y="1160"/>
                    <a:pt x="1202" y="1170"/>
                    <a:pt x="1204" y="1181"/>
                  </a:cubicBezTo>
                  <a:cubicBezTo>
                    <a:pt x="1206" y="1189"/>
                    <a:pt x="1202" y="1203"/>
                    <a:pt x="1210" y="1206"/>
                  </a:cubicBezTo>
                  <a:cubicBezTo>
                    <a:pt x="1219" y="1210"/>
                    <a:pt x="1227" y="1198"/>
                    <a:pt x="1236" y="1194"/>
                  </a:cubicBezTo>
                  <a:cubicBezTo>
                    <a:pt x="1264" y="1149"/>
                    <a:pt x="1231" y="1188"/>
                    <a:pt x="1261" y="1194"/>
                  </a:cubicBezTo>
                  <a:cubicBezTo>
                    <a:pt x="1269" y="1195"/>
                    <a:pt x="1274" y="1185"/>
                    <a:pt x="1280" y="1181"/>
                  </a:cubicBezTo>
                  <a:cubicBezTo>
                    <a:pt x="1292" y="1162"/>
                    <a:pt x="1298" y="1145"/>
                    <a:pt x="1305" y="1124"/>
                  </a:cubicBezTo>
                  <a:cubicBezTo>
                    <a:pt x="1317" y="1187"/>
                    <a:pt x="1301" y="1145"/>
                    <a:pt x="1330" y="1130"/>
                  </a:cubicBezTo>
                  <a:cubicBezTo>
                    <a:pt x="1336" y="1127"/>
                    <a:pt x="1343" y="1135"/>
                    <a:pt x="1349" y="1137"/>
                  </a:cubicBezTo>
                  <a:cubicBezTo>
                    <a:pt x="1349" y="1137"/>
                    <a:pt x="1336" y="1140"/>
                    <a:pt x="1330" y="1143"/>
                  </a:cubicBezTo>
                  <a:cubicBezTo>
                    <a:pt x="1288" y="1161"/>
                    <a:pt x="1322" y="1156"/>
                    <a:pt x="1273" y="1156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04" name="Freeform 236"/>
            <p:cNvSpPr>
              <a:spLocks/>
            </p:cNvSpPr>
            <p:nvPr/>
          </p:nvSpPr>
          <p:spPr bwMode="auto">
            <a:xfrm>
              <a:off x="2046" y="2559"/>
              <a:ext cx="1396" cy="1206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50" y="81"/>
                </a:cxn>
                <a:cxn ang="0">
                  <a:pos x="76" y="62"/>
                </a:cxn>
                <a:cxn ang="0">
                  <a:pos x="107" y="17"/>
                </a:cxn>
                <a:cxn ang="0">
                  <a:pos x="139" y="100"/>
                </a:cxn>
                <a:cxn ang="0">
                  <a:pos x="196" y="74"/>
                </a:cxn>
                <a:cxn ang="0">
                  <a:pos x="240" y="43"/>
                </a:cxn>
                <a:cxn ang="0">
                  <a:pos x="253" y="93"/>
                </a:cxn>
                <a:cxn ang="0">
                  <a:pos x="303" y="68"/>
                </a:cxn>
                <a:cxn ang="0">
                  <a:pos x="328" y="112"/>
                </a:cxn>
                <a:cxn ang="0">
                  <a:pos x="379" y="62"/>
                </a:cxn>
                <a:cxn ang="0">
                  <a:pos x="417" y="125"/>
                </a:cxn>
                <a:cxn ang="0">
                  <a:pos x="429" y="106"/>
                </a:cxn>
                <a:cxn ang="0">
                  <a:pos x="436" y="137"/>
                </a:cxn>
                <a:cxn ang="0">
                  <a:pos x="455" y="207"/>
                </a:cxn>
                <a:cxn ang="0">
                  <a:pos x="486" y="213"/>
                </a:cxn>
                <a:cxn ang="0">
                  <a:pos x="518" y="207"/>
                </a:cxn>
                <a:cxn ang="0">
                  <a:pos x="524" y="226"/>
                </a:cxn>
                <a:cxn ang="0">
                  <a:pos x="543" y="232"/>
                </a:cxn>
                <a:cxn ang="0">
                  <a:pos x="549" y="283"/>
                </a:cxn>
                <a:cxn ang="0">
                  <a:pos x="562" y="321"/>
                </a:cxn>
                <a:cxn ang="0">
                  <a:pos x="606" y="359"/>
                </a:cxn>
                <a:cxn ang="0">
                  <a:pos x="625" y="415"/>
                </a:cxn>
                <a:cxn ang="0">
                  <a:pos x="669" y="580"/>
                </a:cxn>
                <a:cxn ang="0">
                  <a:pos x="695" y="719"/>
                </a:cxn>
                <a:cxn ang="0">
                  <a:pos x="701" y="693"/>
                </a:cxn>
                <a:cxn ang="0">
                  <a:pos x="707" y="712"/>
                </a:cxn>
                <a:cxn ang="0">
                  <a:pos x="714" y="731"/>
                </a:cxn>
                <a:cxn ang="0">
                  <a:pos x="733" y="807"/>
                </a:cxn>
                <a:cxn ang="0">
                  <a:pos x="739" y="895"/>
                </a:cxn>
                <a:cxn ang="0">
                  <a:pos x="758" y="927"/>
                </a:cxn>
                <a:cxn ang="0">
                  <a:pos x="802" y="1041"/>
                </a:cxn>
                <a:cxn ang="0">
                  <a:pos x="846" y="1041"/>
                </a:cxn>
                <a:cxn ang="0">
                  <a:pos x="922" y="1116"/>
                </a:cxn>
                <a:cxn ang="0">
                  <a:pos x="947" y="1186"/>
                </a:cxn>
                <a:cxn ang="0">
                  <a:pos x="947" y="1161"/>
                </a:cxn>
                <a:cxn ang="0">
                  <a:pos x="998" y="1192"/>
                </a:cxn>
                <a:cxn ang="0">
                  <a:pos x="1036" y="1161"/>
                </a:cxn>
                <a:cxn ang="0">
                  <a:pos x="1048" y="1180"/>
                </a:cxn>
                <a:cxn ang="0">
                  <a:pos x="1074" y="1192"/>
                </a:cxn>
                <a:cxn ang="0">
                  <a:pos x="1162" y="1167"/>
                </a:cxn>
                <a:cxn ang="0">
                  <a:pos x="1232" y="1161"/>
                </a:cxn>
                <a:cxn ang="0">
                  <a:pos x="1295" y="1110"/>
                </a:cxn>
                <a:cxn ang="0">
                  <a:pos x="1358" y="1123"/>
                </a:cxn>
                <a:cxn ang="0">
                  <a:pos x="1396" y="1085"/>
                </a:cxn>
              </a:cxnLst>
              <a:rect l="0" t="0" r="r" b="b"/>
              <a:pathLst>
                <a:path w="1396" h="1206">
                  <a:moveTo>
                    <a:pt x="0" y="156"/>
                  </a:moveTo>
                  <a:cubicBezTo>
                    <a:pt x="17" y="134"/>
                    <a:pt x="32" y="101"/>
                    <a:pt x="50" y="81"/>
                  </a:cubicBezTo>
                  <a:cubicBezTo>
                    <a:pt x="57" y="73"/>
                    <a:pt x="68" y="70"/>
                    <a:pt x="76" y="62"/>
                  </a:cubicBezTo>
                  <a:cubicBezTo>
                    <a:pt x="85" y="53"/>
                    <a:pt x="100" y="29"/>
                    <a:pt x="107" y="17"/>
                  </a:cubicBezTo>
                  <a:cubicBezTo>
                    <a:pt x="114" y="59"/>
                    <a:pt x="111" y="72"/>
                    <a:pt x="139" y="100"/>
                  </a:cubicBezTo>
                  <a:cubicBezTo>
                    <a:pt x="166" y="91"/>
                    <a:pt x="176" y="91"/>
                    <a:pt x="196" y="74"/>
                  </a:cubicBezTo>
                  <a:cubicBezTo>
                    <a:pt x="233" y="42"/>
                    <a:pt x="206" y="54"/>
                    <a:pt x="240" y="43"/>
                  </a:cubicBezTo>
                  <a:cubicBezTo>
                    <a:pt x="240" y="44"/>
                    <a:pt x="252" y="93"/>
                    <a:pt x="253" y="93"/>
                  </a:cubicBezTo>
                  <a:cubicBezTo>
                    <a:pt x="271" y="96"/>
                    <a:pt x="285" y="74"/>
                    <a:pt x="303" y="68"/>
                  </a:cubicBezTo>
                  <a:cubicBezTo>
                    <a:pt x="325" y="0"/>
                    <a:pt x="322" y="29"/>
                    <a:pt x="328" y="112"/>
                  </a:cubicBezTo>
                  <a:cubicBezTo>
                    <a:pt x="362" y="87"/>
                    <a:pt x="348" y="81"/>
                    <a:pt x="379" y="62"/>
                  </a:cubicBezTo>
                  <a:cubicBezTo>
                    <a:pt x="389" y="104"/>
                    <a:pt x="361" y="152"/>
                    <a:pt x="417" y="125"/>
                  </a:cubicBezTo>
                  <a:cubicBezTo>
                    <a:pt x="421" y="119"/>
                    <a:pt x="423" y="102"/>
                    <a:pt x="429" y="106"/>
                  </a:cubicBezTo>
                  <a:cubicBezTo>
                    <a:pt x="438" y="112"/>
                    <a:pt x="434" y="127"/>
                    <a:pt x="436" y="137"/>
                  </a:cubicBezTo>
                  <a:cubicBezTo>
                    <a:pt x="447" y="193"/>
                    <a:pt x="435" y="157"/>
                    <a:pt x="455" y="207"/>
                  </a:cubicBezTo>
                  <a:cubicBezTo>
                    <a:pt x="502" y="175"/>
                    <a:pt x="449" y="202"/>
                    <a:pt x="486" y="213"/>
                  </a:cubicBezTo>
                  <a:cubicBezTo>
                    <a:pt x="496" y="216"/>
                    <a:pt x="507" y="209"/>
                    <a:pt x="518" y="207"/>
                  </a:cubicBezTo>
                  <a:cubicBezTo>
                    <a:pt x="520" y="213"/>
                    <a:pt x="519" y="221"/>
                    <a:pt x="524" y="226"/>
                  </a:cubicBezTo>
                  <a:cubicBezTo>
                    <a:pt x="529" y="231"/>
                    <a:pt x="540" y="226"/>
                    <a:pt x="543" y="232"/>
                  </a:cubicBezTo>
                  <a:cubicBezTo>
                    <a:pt x="550" y="248"/>
                    <a:pt x="545" y="266"/>
                    <a:pt x="549" y="283"/>
                  </a:cubicBezTo>
                  <a:cubicBezTo>
                    <a:pt x="552" y="296"/>
                    <a:pt x="558" y="308"/>
                    <a:pt x="562" y="321"/>
                  </a:cubicBezTo>
                  <a:cubicBezTo>
                    <a:pt x="610" y="273"/>
                    <a:pt x="599" y="288"/>
                    <a:pt x="606" y="359"/>
                  </a:cubicBezTo>
                  <a:cubicBezTo>
                    <a:pt x="653" y="327"/>
                    <a:pt x="629" y="392"/>
                    <a:pt x="625" y="415"/>
                  </a:cubicBezTo>
                  <a:cubicBezTo>
                    <a:pt x="631" y="518"/>
                    <a:pt x="607" y="533"/>
                    <a:pt x="669" y="580"/>
                  </a:cubicBezTo>
                  <a:cubicBezTo>
                    <a:pt x="682" y="626"/>
                    <a:pt x="685" y="673"/>
                    <a:pt x="695" y="719"/>
                  </a:cubicBezTo>
                  <a:cubicBezTo>
                    <a:pt x="697" y="710"/>
                    <a:pt x="693" y="697"/>
                    <a:pt x="701" y="693"/>
                  </a:cubicBezTo>
                  <a:cubicBezTo>
                    <a:pt x="707" y="690"/>
                    <a:pt x="705" y="706"/>
                    <a:pt x="707" y="712"/>
                  </a:cubicBezTo>
                  <a:cubicBezTo>
                    <a:pt x="709" y="718"/>
                    <a:pt x="712" y="725"/>
                    <a:pt x="714" y="731"/>
                  </a:cubicBezTo>
                  <a:cubicBezTo>
                    <a:pt x="722" y="756"/>
                    <a:pt x="733" y="807"/>
                    <a:pt x="733" y="807"/>
                  </a:cubicBezTo>
                  <a:cubicBezTo>
                    <a:pt x="735" y="836"/>
                    <a:pt x="733" y="866"/>
                    <a:pt x="739" y="895"/>
                  </a:cubicBezTo>
                  <a:cubicBezTo>
                    <a:pt x="742" y="907"/>
                    <a:pt x="753" y="916"/>
                    <a:pt x="758" y="927"/>
                  </a:cubicBezTo>
                  <a:cubicBezTo>
                    <a:pt x="776" y="965"/>
                    <a:pt x="778" y="1005"/>
                    <a:pt x="802" y="1041"/>
                  </a:cubicBezTo>
                  <a:cubicBezTo>
                    <a:pt x="813" y="1006"/>
                    <a:pt x="817" y="1030"/>
                    <a:pt x="846" y="1041"/>
                  </a:cubicBezTo>
                  <a:cubicBezTo>
                    <a:pt x="878" y="1083"/>
                    <a:pt x="874" y="1098"/>
                    <a:pt x="922" y="1116"/>
                  </a:cubicBezTo>
                  <a:cubicBezTo>
                    <a:pt x="940" y="1142"/>
                    <a:pt x="936" y="1157"/>
                    <a:pt x="947" y="1186"/>
                  </a:cubicBezTo>
                  <a:cubicBezTo>
                    <a:pt x="955" y="1206"/>
                    <a:pt x="937" y="1142"/>
                    <a:pt x="947" y="1161"/>
                  </a:cubicBezTo>
                  <a:cubicBezTo>
                    <a:pt x="954" y="1144"/>
                    <a:pt x="987" y="1206"/>
                    <a:pt x="998" y="1192"/>
                  </a:cubicBezTo>
                  <a:cubicBezTo>
                    <a:pt x="1008" y="1179"/>
                    <a:pt x="1024" y="1173"/>
                    <a:pt x="1036" y="1161"/>
                  </a:cubicBezTo>
                  <a:cubicBezTo>
                    <a:pt x="1040" y="1167"/>
                    <a:pt x="1041" y="1177"/>
                    <a:pt x="1048" y="1180"/>
                  </a:cubicBezTo>
                  <a:cubicBezTo>
                    <a:pt x="1082" y="1193"/>
                    <a:pt x="1056" y="1144"/>
                    <a:pt x="1074" y="1192"/>
                  </a:cubicBezTo>
                  <a:cubicBezTo>
                    <a:pt x="1145" y="1157"/>
                    <a:pt x="1114" y="1156"/>
                    <a:pt x="1162" y="1167"/>
                  </a:cubicBezTo>
                  <a:cubicBezTo>
                    <a:pt x="1192" y="1160"/>
                    <a:pt x="1201" y="1153"/>
                    <a:pt x="1232" y="1161"/>
                  </a:cubicBezTo>
                  <a:cubicBezTo>
                    <a:pt x="1251" y="1141"/>
                    <a:pt x="1295" y="1110"/>
                    <a:pt x="1295" y="1110"/>
                  </a:cubicBezTo>
                  <a:cubicBezTo>
                    <a:pt x="1314" y="1140"/>
                    <a:pt x="1327" y="1138"/>
                    <a:pt x="1358" y="1123"/>
                  </a:cubicBezTo>
                  <a:cubicBezTo>
                    <a:pt x="1373" y="1077"/>
                    <a:pt x="1357" y="1085"/>
                    <a:pt x="1396" y="108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05" name="Freeform 237"/>
            <p:cNvSpPr>
              <a:spLocks/>
            </p:cNvSpPr>
            <p:nvPr/>
          </p:nvSpPr>
          <p:spPr bwMode="auto">
            <a:xfrm>
              <a:off x="1876" y="2596"/>
              <a:ext cx="1472" cy="1067"/>
            </a:xfrm>
            <a:custGeom>
              <a:avLst/>
              <a:gdLst/>
              <a:ahLst/>
              <a:cxnLst>
                <a:cxn ang="0">
                  <a:pos x="1472" y="1048"/>
                </a:cxn>
                <a:cxn ang="0">
                  <a:pos x="1409" y="1023"/>
                </a:cxn>
                <a:cxn ang="0">
                  <a:pos x="1415" y="991"/>
                </a:cxn>
                <a:cxn ang="0">
                  <a:pos x="1421" y="966"/>
                </a:cxn>
                <a:cxn ang="0">
                  <a:pos x="1415" y="941"/>
                </a:cxn>
                <a:cxn ang="0">
                  <a:pos x="1409" y="909"/>
                </a:cxn>
                <a:cxn ang="0">
                  <a:pos x="1377" y="947"/>
                </a:cxn>
                <a:cxn ang="0">
                  <a:pos x="1352" y="833"/>
                </a:cxn>
                <a:cxn ang="0">
                  <a:pos x="1320" y="695"/>
                </a:cxn>
                <a:cxn ang="0">
                  <a:pos x="1301" y="707"/>
                </a:cxn>
                <a:cxn ang="0">
                  <a:pos x="1295" y="682"/>
                </a:cxn>
                <a:cxn ang="0">
                  <a:pos x="1257" y="587"/>
                </a:cxn>
                <a:cxn ang="0">
                  <a:pos x="1219" y="473"/>
                </a:cxn>
                <a:cxn ang="0">
                  <a:pos x="1200" y="480"/>
                </a:cxn>
                <a:cxn ang="0">
                  <a:pos x="1143" y="385"/>
                </a:cxn>
                <a:cxn ang="0">
                  <a:pos x="1105" y="259"/>
                </a:cxn>
                <a:cxn ang="0">
                  <a:pos x="1080" y="221"/>
                </a:cxn>
                <a:cxn ang="0">
                  <a:pos x="1042" y="170"/>
                </a:cxn>
                <a:cxn ang="0">
                  <a:pos x="1023" y="177"/>
                </a:cxn>
                <a:cxn ang="0">
                  <a:pos x="1017" y="196"/>
                </a:cxn>
                <a:cxn ang="0">
                  <a:pos x="1011" y="177"/>
                </a:cxn>
                <a:cxn ang="0">
                  <a:pos x="966" y="120"/>
                </a:cxn>
                <a:cxn ang="0">
                  <a:pos x="948" y="126"/>
                </a:cxn>
                <a:cxn ang="0">
                  <a:pos x="859" y="57"/>
                </a:cxn>
                <a:cxn ang="0">
                  <a:pos x="853" y="76"/>
                </a:cxn>
                <a:cxn ang="0">
                  <a:pos x="821" y="44"/>
                </a:cxn>
                <a:cxn ang="0">
                  <a:pos x="752" y="19"/>
                </a:cxn>
                <a:cxn ang="0">
                  <a:pos x="689" y="0"/>
                </a:cxn>
                <a:cxn ang="0">
                  <a:pos x="651" y="25"/>
                </a:cxn>
                <a:cxn ang="0">
                  <a:pos x="625" y="50"/>
                </a:cxn>
                <a:cxn ang="0">
                  <a:pos x="619" y="69"/>
                </a:cxn>
                <a:cxn ang="0">
                  <a:pos x="613" y="50"/>
                </a:cxn>
                <a:cxn ang="0">
                  <a:pos x="588" y="25"/>
                </a:cxn>
                <a:cxn ang="0">
                  <a:pos x="569" y="82"/>
                </a:cxn>
                <a:cxn ang="0">
                  <a:pos x="562" y="63"/>
                </a:cxn>
                <a:cxn ang="0">
                  <a:pos x="543" y="50"/>
                </a:cxn>
                <a:cxn ang="0">
                  <a:pos x="512" y="82"/>
                </a:cxn>
                <a:cxn ang="0">
                  <a:pos x="486" y="126"/>
                </a:cxn>
                <a:cxn ang="0">
                  <a:pos x="480" y="151"/>
                </a:cxn>
                <a:cxn ang="0">
                  <a:pos x="474" y="132"/>
                </a:cxn>
                <a:cxn ang="0">
                  <a:pos x="449" y="145"/>
                </a:cxn>
                <a:cxn ang="0">
                  <a:pos x="423" y="208"/>
                </a:cxn>
                <a:cxn ang="0">
                  <a:pos x="417" y="183"/>
                </a:cxn>
                <a:cxn ang="0">
                  <a:pos x="398" y="196"/>
                </a:cxn>
                <a:cxn ang="0">
                  <a:pos x="373" y="252"/>
                </a:cxn>
                <a:cxn ang="0">
                  <a:pos x="335" y="379"/>
                </a:cxn>
                <a:cxn ang="0">
                  <a:pos x="310" y="429"/>
                </a:cxn>
                <a:cxn ang="0">
                  <a:pos x="291" y="518"/>
                </a:cxn>
                <a:cxn ang="0">
                  <a:pos x="240" y="688"/>
                </a:cxn>
                <a:cxn ang="0">
                  <a:pos x="171" y="884"/>
                </a:cxn>
                <a:cxn ang="0">
                  <a:pos x="164" y="865"/>
                </a:cxn>
                <a:cxn ang="0">
                  <a:pos x="158" y="840"/>
                </a:cxn>
                <a:cxn ang="0">
                  <a:pos x="145" y="897"/>
                </a:cxn>
                <a:cxn ang="0">
                  <a:pos x="108" y="1067"/>
                </a:cxn>
                <a:cxn ang="0">
                  <a:pos x="70" y="1055"/>
                </a:cxn>
                <a:cxn ang="0">
                  <a:pos x="0" y="1055"/>
                </a:cxn>
              </a:cxnLst>
              <a:rect l="0" t="0" r="r" b="b"/>
              <a:pathLst>
                <a:path w="1472" h="1067">
                  <a:moveTo>
                    <a:pt x="1472" y="1048"/>
                  </a:moveTo>
                  <a:cubicBezTo>
                    <a:pt x="1451" y="1038"/>
                    <a:pt x="1431" y="1030"/>
                    <a:pt x="1409" y="1023"/>
                  </a:cubicBezTo>
                  <a:cubicBezTo>
                    <a:pt x="1411" y="1012"/>
                    <a:pt x="1413" y="1002"/>
                    <a:pt x="1415" y="991"/>
                  </a:cubicBezTo>
                  <a:cubicBezTo>
                    <a:pt x="1418" y="978"/>
                    <a:pt x="1439" y="902"/>
                    <a:pt x="1421" y="966"/>
                  </a:cubicBezTo>
                  <a:cubicBezTo>
                    <a:pt x="1419" y="958"/>
                    <a:pt x="1417" y="949"/>
                    <a:pt x="1415" y="941"/>
                  </a:cubicBezTo>
                  <a:cubicBezTo>
                    <a:pt x="1413" y="930"/>
                    <a:pt x="1419" y="914"/>
                    <a:pt x="1409" y="909"/>
                  </a:cubicBezTo>
                  <a:cubicBezTo>
                    <a:pt x="1403" y="906"/>
                    <a:pt x="1379" y="944"/>
                    <a:pt x="1377" y="947"/>
                  </a:cubicBezTo>
                  <a:cubicBezTo>
                    <a:pt x="1372" y="890"/>
                    <a:pt x="1373" y="878"/>
                    <a:pt x="1352" y="833"/>
                  </a:cubicBezTo>
                  <a:cubicBezTo>
                    <a:pt x="1343" y="787"/>
                    <a:pt x="1335" y="739"/>
                    <a:pt x="1320" y="695"/>
                  </a:cubicBezTo>
                  <a:cubicBezTo>
                    <a:pt x="1314" y="699"/>
                    <a:pt x="1308" y="710"/>
                    <a:pt x="1301" y="707"/>
                  </a:cubicBezTo>
                  <a:cubicBezTo>
                    <a:pt x="1293" y="703"/>
                    <a:pt x="1297" y="690"/>
                    <a:pt x="1295" y="682"/>
                  </a:cubicBezTo>
                  <a:cubicBezTo>
                    <a:pt x="1286" y="650"/>
                    <a:pt x="1275" y="614"/>
                    <a:pt x="1257" y="587"/>
                  </a:cubicBezTo>
                  <a:cubicBezTo>
                    <a:pt x="1245" y="548"/>
                    <a:pt x="1228" y="512"/>
                    <a:pt x="1219" y="473"/>
                  </a:cubicBezTo>
                  <a:cubicBezTo>
                    <a:pt x="1213" y="475"/>
                    <a:pt x="1204" y="485"/>
                    <a:pt x="1200" y="480"/>
                  </a:cubicBezTo>
                  <a:cubicBezTo>
                    <a:pt x="1173" y="449"/>
                    <a:pt x="1187" y="399"/>
                    <a:pt x="1143" y="385"/>
                  </a:cubicBezTo>
                  <a:cubicBezTo>
                    <a:pt x="1136" y="340"/>
                    <a:pt x="1131" y="297"/>
                    <a:pt x="1105" y="259"/>
                  </a:cubicBezTo>
                  <a:cubicBezTo>
                    <a:pt x="1094" y="225"/>
                    <a:pt x="1106" y="254"/>
                    <a:pt x="1080" y="221"/>
                  </a:cubicBezTo>
                  <a:cubicBezTo>
                    <a:pt x="1067" y="205"/>
                    <a:pt x="1042" y="170"/>
                    <a:pt x="1042" y="170"/>
                  </a:cubicBezTo>
                  <a:cubicBezTo>
                    <a:pt x="1036" y="172"/>
                    <a:pt x="1028" y="172"/>
                    <a:pt x="1023" y="177"/>
                  </a:cubicBezTo>
                  <a:cubicBezTo>
                    <a:pt x="1018" y="182"/>
                    <a:pt x="1024" y="196"/>
                    <a:pt x="1017" y="196"/>
                  </a:cubicBezTo>
                  <a:cubicBezTo>
                    <a:pt x="1010" y="196"/>
                    <a:pt x="1015" y="183"/>
                    <a:pt x="1011" y="177"/>
                  </a:cubicBezTo>
                  <a:cubicBezTo>
                    <a:pt x="998" y="157"/>
                    <a:pt x="966" y="120"/>
                    <a:pt x="966" y="120"/>
                  </a:cubicBezTo>
                  <a:cubicBezTo>
                    <a:pt x="960" y="122"/>
                    <a:pt x="953" y="129"/>
                    <a:pt x="948" y="126"/>
                  </a:cubicBezTo>
                  <a:cubicBezTo>
                    <a:pt x="901" y="96"/>
                    <a:pt x="906" y="72"/>
                    <a:pt x="859" y="57"/>
                  </a:cubicBezTo>
                  <a:cubicBezTo>
                    <a:pt x="857" y="63"/>
                    <a:pt x="859" y="74"/>
                    <a:pt x="853" y="76"/>
                  </a:cubicBezTo>
                  <a:cubicBezTo>
                    <a:pt x="839" y="79"/>
                    <a:pt x="827" y="49"/>
                    <a:pt x="821" y="44"/>
                  </a:cubicBezTo>
                  <a:cubicBezTo>
                    <a:pt x="795" y="24"/>
                    <a:pt x="781" y="25"/>
                    <a:pt x="752" y="19"/>
                  </a:cubicBezTo>
                  <a:cubicBezTo>
                    <a:pt x="718" y="40"/>
                    <a:pt x="719" y="19"/>
                    <a:pt x="689" y="0"/>
                  </a:cubicBezTo>
                  <a:cubicBezTo>
                    <a:pt x="668" y="30"/>
                    <a:pt x="684" y="48"/>
                    <a:pt x="651" y="25"/>
                  </a:cubicBezTo>
                  <a:cubicBezTo>
                    <a:pt x="642" y="33"/>
                    <a:pt x="632" y="40"/>
                    <a:pt x="625" y="50"/>
                  </a:cubicBezTo>
                  <a:cubicBezTo>
                    <a:pt x="621" y="55"/>
                    <a:pt x="626" y="69"/>
                    <a:pt x="619" y="69"/>
                  </a:cubicBezTo>
                  <a:cubicBezTo>
                    <a:pt x="612" y="69"/>
                    <a:pt x="615" y="56"/>
                    <a:pt x="613" y="50"/>
                  </a:cubicBezTo>
                  <a:cubicBezTo>
                    <a:pt x="605" y="25"/>
                    <a:pt x="612" y="33"/>
                    <a:pt x="588" y="25"/>
                  </a:cubicBezTo>
                  <a:cubicBezTo>
                    <a:pt x="587" y="29"/>
                    <a:pt x="579" y="79"/>
                    <a:pt x="569" y="82"/>
                  </a:cubicBezTo>
                  <a:cubicBezTo>
                    <a:pt x="563" y="84"/>
                    <a:pt x="566" y="68"/>
                    <a:pt x="562" y="63"/>
                  </a:cubicBezTo>
                  <a:cubicBezTo>
                    <a:pt x="557" y="57"/>
                    <a:pt x="549" y="54"/>
                    <a:pt x="543" y="50"/>
                  </a:cubicBezTo>
                  <a:cubicBezTo>
                    <a:pt x="529" y="109"/>
                    <a:pt x="551" y="50"/>
                    <a:pt x="512" y="82"/>
                  </a:cubicBezTo>
                  <a:cubicBezTo>
                    <a:pt x="499" y="93"/>
                    <a:pt x="496" y="112"/>
                    <a:pt x="486" y="126"/>
                  </a:cubicBezTo>
                  <a:cubicBezTo>
                    <a:pt x="484" y="134"/>
                    <a:pt x="488" y="147"/>
                    <a:pt x="480" y="151"/>
                  </a:cubicBezTo>
                  <a:cubicBezTo>
                    <a:pt x="474" y="154"/>
                    <a:pt x="481" y="133"/>
                    <a:pt x="474" y="132"/>
                  </a:cubicBezTo>
                  <a:cubicBezTo>
                    <a:pt x="465" y="130"/>
                    <a:pt x="457" y="141"/>
                    <a:pt x="449" y="145"/>
                  </a:cubicBezTo>
                  <a:cubicBezTo>
                    <a:pt x="434" y="166"/>
                    <a:pt x="430" y="183"/>
                    <a:pt x="423" y="208"/>
                  </a:cubicBezTo>
                  <a:cubicBezTo>
                    <a:pt x="421" y="200"/>
                    <a:pt x="425" y="187"/>
                    <a:pt x="417" y="183"/>
                  </a:cubicBezTo>
                  <a:cubicBezTo>
                    <a:pt x="410" y="180"/>
                    <a:pt x="403" y="190"/>
                    <a:pt x="398" y="196"/>
                  </a:cubicBezTo>
                  <a:cubicBezTo>
                    <a:pt x="388" y="209"/>
                    <a:pt x="383" y="236"/>
                    <a:pt x="373" y="252"/>
                  </a:cubicBezTo>
                  <a:cubicBezTo>
                    <a:pt x="367" y="290"/>
                    <a:pt x="353" y="343"/>
                    <a:pt x="335" y="379"/>
                  </a:cubicBezTo>
                  <a:cubicBezTo>
                    <a:pt x="314" y="422"/>
                    <a:pt x="328" y="370"/>
                    <a:pt x="310" y="429"/>
                  </a:cubicBezTo>
                  <a:cubicBezTo>
                    <a:pt x="301" y="458"/>
                    <a:pt x="300" y="489"/>
                    <a:pt x="291" y="518"/>
                  </a:cubicBezTo>
                  <a:cubicBezTo>
                    <a:pt x="241" y="418"/>
                    <a:pt x="312" y="665"/>
                    <a:pt x="240" y="688"/>
                  </a:cubicBezTo>
                  <a:cubicBezTo>
                    <a:pt x="205" y="746"/>
                    <a:pt x="195" y="820"/>
                    <a:pt x="171" y="884"/>
                  </a:cubicBezTo>
                  <a:cubicBezTo>
                    <a:pt x="169" y="878"/>
                    <a:pt x="166" y="871"/>
                    <a:pt x="164" y="865"/>
                  </a:cubicBezTo>
                  <a:cubicBezTo>
                    <a:pt x="162" y="857"/>
                    <a:pt x="166" y="836"/>
                    <a:pt x="158" y="840"/>
                  </a:cubicBezTo>
                  <a:cubicBezTo>
                    <a:pt x="141" y="849"/>
                    <a:pt x="151" y="878"/>
                    <a:pt x="145" y="897"/>
                  </a:cubicBezTo>
                  <a:cubicBezTo>
                    <a:pt x="128" y="953"/>
                    <a:pt x="126" y="1011"/>
                    <a:pt x="108" y="1067"/>
                  </a:cubicBezTo>
                  <a:cubicBezTo>
                    <a:pt x="99" y="1035"/>
                    <a:pt x="93" y="1019"/>
                    <a:pt x="70" y="1055"/>
                  </a:cubicBezTo>
                  <a:cubicBezTo>
                    <a:pt x="36" y="1032"/>
                    <a:pt x="36" y="1055"/>
                    <a:pt x="0" y="105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06" name="Freeform 238"/>
            <p:cNvSpPr>
              <a:spLocks/>
            </p:cNvSpPr>
            <p:nvPr/>
          </p:nvSpPr>
          <p:spPr bwMode="auto">
            <a:xfrm flipV="1">
              <a:off x="1976" y="2550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07" name="Freeform 239"/>
            <p:cNvSpPr>
              <a:spLocks/>
            </p:cNvSpPr>
            <p:nvPr/>
          </p:nvSpPr>
          <p:spPr bwMode="auto">
            <a:xfrm>
              <a:off x="1958" y="2594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08" name="Freeform 240"/>
            <p:cNvSpPr>
              <a:spLocks/>
            </p:cNvSpPr>
            <p:nvPr/>
          </p:nvSpPr>
          <p:spPr bwMode="auto">
            <a:xfrm flipV="1">
              <a:off x="1930" y="2564"/>
              <a:ext cx="1492" cy="1162"/>
            </a:xfrm>
            <a:custGeom>
              <a:avLst/>
              <a:gdLst/>
              <a:ahLst/>
              <a:cxnLst>
                <a:cxn ang="0">
                  <a:pos x="34" y="1093"/>
                </a:cxn>
                <a:cxn ang="0">
                  <a:pos x="72" y="1093"/>
                </a:cxn>
                <a:cxn ang="0">
                  <a:pos x="91" y="1112"/>
                </a:cxn>
                <a:cxn ang="0">
                  <a:pos x="160" y="1086"/>
                </a:cxn>
                <a:cxn ang="0">
                  <a:pos x="173" y="1124"/>
                </a:cxn>
                <a:cxn ang="0">
                  <a:pos x="223" y="1143"/>
                </a:cxn>
                <a:cxn ang="0">
                  <a:pos x="287" y="1143"/>
                </a:cxn>
                <a:cxn ang="0">
                  <a:pos x="337" y="1162"/>
                </a:cxn>
                <a:cxn ang="0">
                  <a:pos x="369" y="1124"/>
                </a:cxn>
                <a:cxn ang="0">
                  <a:pos x="432" y="1105"/>
                </a:cxn>
                <a:cxn ang="0">
                  <a:pos x="495" y="1068"/>
                </a:cxn>
                <a:cxn ang="0">
                  <a:pos x="533" y="1061"/>
                </a:cxn>
                <a:cxn ang="0">
                  <a:pos x="571" y="1061"/>
                </a:cxn>
                <a:cxn ang="0">
                  <a:pos x="590" y="1074"/>
                </a:cxn>
                <a:cxn ang="0">
                  <a:pos x="621" y="954"/>
                </a:cxn>
                <a:cxn ang="0">
                  <a:pos x="628" y="973"/>
                </a:cxn>
                <a:cxn ang="0">
                  <a:pos x="634" y="948"/>
                </a:cxn>
                <a:cxn ang="0">
                  <a:pos x="647" y="922"/>
                </a:cxn>
                <a:cxn ang="0">
                  <a:pos x="691" y="809"/>
                </a:cxn>
                <a:cxn ang="0">
                  <a:pos x="741" y="657"/>
                </a:cxn>
                <a:cxn ang="0">
                  <a:pos x="767" y="606"/>
                </a:cxn>
                <a:cxn ang="0">
                  <a:pos x="798" y="531"/>
                </a:cxn>
                <a:cxn ang="0">
                  <a:pos x="805" y="499"/>
                </a:cxn>
                <a:cxn ang="0">
                  <a:pos x="811" y="480"/>
                </a:cxn>
                <a:cxn ang="0">
                  <a:pos x="823" y="430"/>
                </a:cxn>
                <a:cxn ang="0">
                  <a:pos x="861" y="329"/>
                </a:cxn>
                <a:cxn ang="0">
                  <a:pos x="956" y="120"/>
                </a:cxn>
                <a:cxn ang="0">
                  <a:pos x="988" y="101"/>
                </a:cxn>
                <a:cxn ang="0">
                  <a:pos x="1007" y="63"/>
                </a:cxn>
                <a:cxn ang="0">
                  <a:pos x="1013" y="89"/>
                </a:cxn>
                <a:cxn ang="0">
                  <a:pos x="1019" y="108"/>
                </a:cxn>
                <a:cxn ang="0">
                  <a:pos x="1057" y="57"/>
                </a:cxn>
                <a:cxn ang="0">
                  <a:pos x="1063" y="89"/>
                </a:cxn>
                <a:cxn ang="0">
                  <a:pos x="1070" y="114"/>
                </a:cxn>
                <a:cxn ang="0">
                  <a:pos x="1095" y="82"/>
                </a:cxn>
                <a:cxn ang="0">
                  <a:pos x="1101" y="57"/>
                </a:cxn>
                <a:cxn ang="0">
                  <a:pos x="1108" y="38"/>
                </a:cxn>
                <a:cxn ang="0">
                  <a:pos x="1127" y="82"/>
                </a:cxn>
                <a:cxn ang="0">
                  <a:pos x="1146" y="57"/>
                </a:cxn>
                <a:cxn ang="0">
                  <a:pos x="1152" y="32"/>
                </a:cxn>
                <a:cxn ang="0">
                  <a:pos x="1171" y="82"/>
                </a:cxn>
                <a:cxn ang="0">
                  <a:pos x="1215" y="25"/>
                </a:cxn>
                <a:cxn ang="0">
                  <a:pos x="1259" y="13"/>
                </a:cxn>
                <a:cxn ang="0">
                  <a:pos x="1291" y="44"/>
                </a:cxn>
                <a:cxn ang="0">
                  <a:pos x="1303" y="19"/>
                </a:cxn>
                <a:cxn ang="0">
                  <a:pos x="1335" y="57"/>
                </a:cxn>
                <a:cxn ang="0">
                  <a:pos x="1392" y="0"/>
                </a:cxn>
                <a:cxn ang="0">
                  <a:pos x="1417" y="76"/>
                </a:cxn>
                <a:cxn ang="0">
                  <a:pos x="1442" y="70"/>
                </a:cxn>
                <a:cxn ang="0">
                  <a:pos x="1461" y="70"/>
                </a:cxn>
                <a:cxn ang="0">
                  <a:pos x="1474" y="133"/>
                </a:cxn>
                <a:cxn ang="0">
                  <a:pos x="1487" y="120"/>
                </a:cxn>
              </a:cxnLst>
              <a:rect l="0" t="0" r="r" b="b"/>
              <a:pathLst>
                <a:path w="1492" h="1162">
                  <a:moveTo>
                    <a:pt x="34" y="1093"/>
                  </a:moveTo>
                  <a:cubicBezTo>
                    <a:pt x="106" y="1138"/>
                    <a:pt x="0" y="1080"/>
                    <a:pt x="72" y="1093"/>
                  </a:cubicBezTo>
                  <a:cubicBezTo>
                    <a:pt x="81" y="1095"/>
                    <a:pt x="85" y="1106"/>
                    <a:pt x="91" y="1112"/>
                  </a:cubicBezTo>
                  <a:cubicBezTo>
                    <a:pt x="108" y="1103"/>
                    <a:pt x="141" y="1084"/>
                    <a:pt x="160" y="1086"/>
                  </a:cubicBezTo>
                  <a:cubicBezTo>
                    <a:pt x="161" y="1086"/>
                    <a:pt x="173" y="1123"/>
                    <a:pt x="173" y="1124"/>
                  </a:cubicBezTo>
                  <a:cubicBezTo>
                    <a:pt x="223" y="1112"/>
                    <a:pt x="180" y="1129"/>
                    <a:pt x="223" y="1143"/>
                  </a:cubicBezTo>
                  <a:cubicBezTo>
                    <a:pt x="281" y="1121"/>
                    <a:pt x="264" y="1109"/>
                    <a:pt x="287" y="1143"/>
                  </a:cubicBezTo>
                  <a:cubicBezTo>
                    <a:pt x="337" y="1131"/>
                    <a:pt x="327" y="1099"/>
                    <a:pt x="337" y="1162"/>
                  </a:cubicBezTo>
                  <a:cubicBezTo>
                    <a:pt x="349" y="1150"/>
                    <a:pt x="354" y="1132"/>
                    <a:pt x="369" y="1124"/>
                  </a:cubicBezTo>
                  <a:cubicBezTo>
                    <a:pt x="388" y="1114"/>
                    <a:pt x="411" y="1113"/>
                    <a:pt x="432" y="1105"/>
                  </a:cubicBezTo>
                  <a:cubicBezTo>
                    <a:pt x="471" y="1162"/>
                    <a:pt x="468" y="1081"/>
                    <a:pt x="495" y="1068"/>
                  </a:cubicBezTo>
                  <a:cubicBezTo>
                    <a:pt x="507" y="1062"/>
                    <a:pt x="520" y="1063"/>
                    <a:pt x="533" y="1061"/>
                  </a:cubicBezTo>
                  <a:cubicBezTo>
                    <a:pt x="577" y="994"/>
                    <a:pt x="545" y="1028"/>
                    <a:pt x="571" y="1061"/>
                  </a:cubicBezTo>
                  <a:cubicBezTo>
                    <a:pt x="576" y="1067"/>
                    <a:pt x="584" y="1070"/>
                    <a:pt x="590" y="1074"/>
                  </a:cubicBezTo>
                  <a:cubicBezTo>
                    <a:pt x="600" y="1033"/>
                    <a:pt x="614" y="996"/>
                    <a:pt x="621" y="954"/>
                  </a:cubicBezTo>
                  <a:cubicBezTo>
                    <a:pt x="623" y="960"/>
                    <a:pt x="622" y="976"/>
                    <a:pt x="628" y="973"/>
                  </a:cubicBezTo>
                  <a:cubicBezTo>
                    <a:pt x="636" y="969"/>
                    <a:pt x="631" y="956"/>
                    <a:pt x="634" y="948"/>
                  </a:cubicBezTo>
                  <a:cubicBezTo>
                    <a:pt x="637" y="939"/>
                    <a:pt x="643" y="931"/>
                    <a:pt x="647" y="922"/>
                  </a:cubicBezTo>
                  <a:cubicBezTo>
                    <a:pt x="664" y="883"/>
                    <a:pt x="665" y="843"/>
                    <a:pt x="691" y="809"/>
                  </a:cubicBezTo>
                  <a:cubicBezTo>
                    <a:pt x="707" y="758"/>
                    <a:pt x="725" y="708"/>
                    <a:pt x="741" y="657"/>
                  </a:cubicBezTo>
                  <a:cubicBezTo>
                    <a:pt x="747" y="639"/>
                    <a:pt x="760" y="624"/>
                    <a:pt x="767" y="606"/>
                  </a:cubicBezTo>
                  <a:cubicBezTo>
                    <a:pt x="773" y="575"/>
                    <a:pt x="784" y="559"/>
                    <a:pt x="798" y="531"/>
                  </a:cubicBezTo>
                  <a:cubicBezTo>
                    <a:pt x="800" y="520"/>
                    <a:pt x="802" y="510"/>
                    <a:pt x="805" y="499"/>
                  </a:cubicBezTo>
                  <a:cubicBezTo>
                    <a:pt x="807" y="493"/>
                    <a:pt x="809" y="486"/>
                    <a:pt x="811" y="480"/>
                  </a:cubicBezTo>
                  <a:cubicBezTo>
                    <a:pt x="815" y="463"/>
                    <a:pt x="823" y="430"/>
                    <a:pt x="823" y="430"/>
                  </a:cubicBezTo>
                  <a:cubicBezTo>
                    <a:pt x="829" y="374"/>
                    <a:pt x="816" y="351"/>
                    <a:pt x="861" y="329"/>
                  </a:cubicBezTo>
                  <a:cubicBezTo>
                    <a:pt x="879" y="256"/>
                    <a:pt x="921" y="187"/>
                    <a:pt x="956" y="120"/>
                  </a:cubicBezTo>
                  <a:cubicBezTo>
                    <a:pt x="967" y="153"/>
                    <a:pt x="958" y="145"/>
                    <a:pt x="988" y="101"/>
                  </a:cubicBezTo>
                  <a:cubicBezTo>
                    <a:pt x="1003" y="79"/>
                    <a:pt x="998" y="86"/>
                    <a:pt x="1007" y="63"/>
                  </a:cubicBezTo>
                  <a:cubicBezTo>
                    <a:pt x="1009" y="72"/>
                    <a:pt x="1011" y="80"/>
                    <a:pt x="1013" y="89"/>
                  </a:cubicBezTo>
                  <a:cubicBezTo>
                    <a:pt x="1015" y="95"/>
                    <a:pt x="1014" y="112"/>
                    <a:pt x="1019" y="108"/>
                  </a:cubicBezTo>
                  <a:cubicBezTo>
                    <a:pt x="1036" y="96"/>
                    <a:pt x="1057" y="57"/>
                    <a:pt x="1057" y="57"/>
                  </a:cubicBezTo>
                  <a:cubicBezTo>
                    <a:pt x="1059" y="68"/>
                    <a:pt x="1061" y="78"/>
                    <a:pt x="1063" y="89"/>
                  </a:cubicBezTo>
                  <a:cubicBezTo>
                    <a:pt x="1065" y="97"/>
                    <a:pt x="1062" y="116"/>
                    <a:pt x="1070" y="114"/>
                  </a:cubicBezTo>
                  <a:cubicBezTo>
                    <a:pt x="1083" y="111"/>
                    <a:pt x="1087" y="93"/>
                    <a:pt x="1095" y="82"/>
                  </a:cubicBezTo>
                  <a:cubicBezTo>
                    <a:pt x="1097" y="74"/>
                    <a:pt x="1099" y="65"/>
                    <a:pt x="1101" y="57"/>
                  </a:cubicBezTo>
                  <a:cubicBezTo>
                    <a:pt x="1103" y="51"/>
                    <a:pt x="1102" y="36"/>
                    <a:pt x="1108" y="38"/>
                  </a:cubicBezTo>
                  <a:cubicBezTo>
                    <a:pt x="1112" y="39"/>
                    <a:pt x="1125" y="76"/>
                    <a:pt x="1127" y="82"/>
                  </a:cubicBezTo>
                  <a:cubicBezTo>
                    <a:pt x="1133" y="74"/>
                    <a:pt x="1141" y="66"/>
                    <a:pt x="1146" y="57"/>
                  </a:cubicBezTo>
                  <a:cubicBezTo>
                    <a:pt x="1150" y="49"/>
                    <a:pt x="1144" y="29"/>
                    <a:pt x="1152" y="32"/>
                  </a:cubicBezTo>
                  <a:cubicBezTo>
                    <a:pt x="1156" y="33"/>
                    <a:pt x="1168" y="74"/>
                    <a:pt x="1171" y="82"/>
                  </a:cubicBezTo>
                  <a:cubicBezTo>
                    <a:pt x="1195" y="67"/>
                    <a:pt x="1198" y="49"/>
                    <a:pt x="1215" y="25"/>
                  </a:cubicBezTo>
                  <a:cubicBezTo>
                    <a:pt x="1239" y="60"/>
                    <a:pt x="1244" y="44"/>
                    <a:pt x="1259" y="13"/>
                  </a:cubicBezTo>
                  <a:cubicBezTo>
                    <a:pt x="1269" y="48"/>
                    <a:pt x="1254" y="81"/>
                    <a:pt x="1291" y="44"/>
                  </a:cubicBezTo>
                  <a:cubicBezTo>
                    <a:pt x="1295" y="36"/>
                    <a:pt x="1294" y="21"/>
                    <a:pt x="1303" y="19"/>
                  </a:cubicBezTo>
                  <a:cubicBezTo>
                    <a:pt x="1310" y="18"/>
                    <a:pt x="1332" y="53"/>
                    <a:pt x="1335" y="57"/>
                  </a:cubicBezTo>
                  <a:cubicBezTo>
                    <a:pt x="1363" y="42"/>
                    <a:pt x="1374" y="26"/>
                    <a:pt x="1392" y="0"/>
                  </a:cubicBezTo>
                  <a:cubicBezTo>
                    <a:pt x="1397" y="29"/>
                    <a:pt x="1401" y="51"/>
                    <a:pt x="1417" y="76"/>
                  </a:cubicBezTo>
                  <a:cubicBezTo>
                    <a:pt x="1425" y="74"/>
                    <a:pt x="1435" y="75"/>
                    <a:pt x="1442" y="70"/>
                  </a:cubicBezTo>
                  <a:cubicBezTo>
                    <a:pt x="1459" y="56"/>
                    <a:pt x="1437" y="32"/>
                    <a:pt x="1461" y="70"/>
                  </a:cubicBezTo>
                  <a:cubicBezTo>
                    <a:pt x="1477" y="159"/>
                    <a:pt x="1460" y="67"/>
                    <a:pt x="1474" y="133"/>
                  </a:cubicBezTo>
                  <a:cubicBezTo>
                    <a:pt x="1492" y="217"/>
                    <a:pt x="1487" y="222"/>
                    <a:pt x="1487" y="120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09" name="Freeform 241"/>
            <p:cNvSpPr>
              <a:spLocks/>
            </p:cNvSpPr>
            <p:nvPr/>
          </p:nvSpPr>
          <p:spPr bwMode="auto">
            <a:xfrm flipV="1">
              <a:off x="1960" y="2539"/>
              <a:ext cx="1349" cy="1244"/>
            </a:xfrm>
            <a:custGeom>
              <a:avLst/>
              <a:gdLst/>
              <a:ahLst/>
              <a:cxnLst>
                <a:cxn ang="0">
                  <a:pos x="4" y="151"/>
                </a:cxn>
                <a:cxn ang="0">
                  <a:pos x="42" y="95"/>
                </a:cxn>
                <a:cxn ang="0">
                  <a:pos x="67" y="57"/>
                </a:cxn>
                <a:cxn ang="0">
                  <a:pos x="73" y="76"/>
                </a:cxn>
                <a:cxn ang="0">
                  <a:pos x="67" y="95"/>
                </a:cxn>
                <a:cxn ang="0">
                  <a:pos x="99" y="38"/>
                </a:cxn>
                <a:cxn ang="0">
                  <a:pos x="143" y="13"/>
                </a:cxn>
                <a:cxn ang="0">
                  <a:pos x="149" y="69"/>
                </a:cxn>
                <a:cxn ang="0">
                  <a:pos x="168" y="63"/>
                </a:cxn>
                <a:cxn ang="0">
                  <a:pos x="200" y="19"/>
                </a:cxn>
                <a:cxn ang="0">
                  <a:pos x="212" y="101"/>
                </a:cxn>
                <a:cxn ang="0">
                  <a:pos x="231" y="63"/>
                </a:cxn>
                <a:cxn ang="0">
                  <a:pos x="257" y="0"/>
                </a:cxn>
                <a:cxn ang="0">
                  <a:pos x="263" y="95"/>
                </a:cxn>
                <a:cxn ang="0">
                  <a:pos x="295" y="82"/>
                </a:cxn>
                <a:cxn ang="0">
                  <a:pos x="320" y="31"/>
                </a:cxn>
                <a:cxn ang="0">
                  <a:pos x="358" y="63"/>
                </a:cxn>
                <a:cxn ang="0">
                  <a:pos x="383" y="145"/>
                </a:cxn>
                <a:cxn ang="0">
                  <a:pos x="402" y="126"/>
                </a:cxn>
                <a:cxn ang="0">
                  <a:pos x="408" y="107"/>
                </a:cxn>
                <a:cxn ang="0">
                  <a:pos x="433" y="164"/>
                </a:cxn>
                <a:cxn ang="0">
                  <a:pos x="452" y="189"/>
                </a:cxn>
                <a:cxn ang="0">
                  <a:pos x="478" y="158"/>
                </a:cxn>
                <a:cxn ang="0">
                  <a:pos x="484" y="133"/>
                </a:cxn>
                <a:cxn ang="0">
                  <a:pos x="497" y="151"/>
                </a:cxn>
                <a:cxn ang="0">
                  <a:pos x="516" y="227"/>
                </a:cxn>
                <a:cxn ang="0">
                  <a:pos x="547" y="259"/>
                </a:cxn>
                <a:cxn ang="0">
                  <a:pos x="553" y="335"/>
                </a:cxn>
                <a:cxn ang="0">
                  <a:pos x="572" y="322"/>
                </a:cxn>
                <a:cxn ang="0">
                  <a:pos x="579" y="341"/>
                </a:cxn>
                <a:cxn ang="0">
                  <a:pos x="604" y="474"/>
                </a:cxn>
                <a:cxn ang="0">
                  <a:pos x="629" y="398"/>
                </a:cxn>
                <a:cxn ang="0">
                  <a:pos x="673" y="606"/>
                </a:cxn>
                <a:cxn ang="0">
                  <a:pos x="699" y="657"/>
                </a:cxn>
                <a:cxn ang="0">
                  <a:pos x="718" y="638"/>
                </a:cxn>
                <a:cxn ang="0">
                  <a:pos x="737" y="663"/>
                </a:cxn>
                <a:cxn ang="0">
                  <a:pos x="756" y="859"/>
                </a:cxn>
                <a:cxn ang="0">
                  <a:pos x="781" y="859"/>
                </a:cxn>
                <a:cxn ang="0">
                  <a:pos x="800" y="941"/>
                </a:cxn>
                <a:cxn ang="0">
                  <a:pos x="831" y="979"/>
                </a:cxn>
                <a:cxn ang="0">
                  <a:pos x="1015" y="1225"/>
                </a:cxn>
                <a:cxn ang="0">
                  <a:pos x="1059" y="1175"/>
                </a:cxn>
                <a:cxn ang="0">
                  <a:pos x="1078" y="1244"/>
                </a:cxn>
                <a:cxn ang="0">
                  <a:pos x="1135" y="1225"/>
                </a:cxn>
                <a:cxn ang="0">
                  <a:pos x="1198" y="1149"/>
                </a:cxn>
                <a:cxn ang="0">
                  <a:pos x="1204" y="1181"/>
                </a:cxn>
                <a:cxn ang="0">
                  <a:pos x="1210" y="1206"/>
                </a:cxn>
                <a:cxn ang="0">
                  <a:pos x="1236" y="1194"/>
                </a:cxn>
                <a:cxn ang="0">
                  <a:pos x="1261" y="1194"/>
                </a:cxn>
                <a:cxn ang="0">
                  <a:pos x="1280" y="1181"/>
                </a:cxn>
                <a:cxn ang="0">
                  <a:pos x="1305" y="1124"/>
                </a:cxn>
                <a:cxn ang="0">
                  <a:pos x="1330" y="1130"/>
                </a:cxn>
                <a:cxn ang="0">
                  <a:pos x="1349" y="1137"/>
                </a:cxn>
                <a:cxn ang="0">
                  <a:pos x="1330" y="1143"/>
                </a:cxn>
                <a:cxn ang="0">
                  <a:pos x="1273" y="1156"/>
                </a:cxn>
              </a:cxnLst>
              <a:rect l="0" t="0" r="r" b="b"/>
              <a:pathLst>
                <a:path w="1349" h="1244">
                  <a:moveTo>
                    <a:pt x="4" y="151"/>
                  </a:moveTo>
                  <a:cubicBezTo>
                    <a:pt x="46" y="82"/>
                    <a:pt x="0" y="155"/>
                    <a:pt x="42" y="95"/>
                  </a:cubicBezTo>
                  <a:cubicBezTo>
                    <a:pt x="51" y="83"/>
                    <a:pt x="67" y="57"/>
                    <a:pt x="67" y="57"/>
                  </a:cubicBezTo>
                  <a:cubicBezTo>
                    <a:pt x="69" y="63"/>
                    <a:pt x="73" y="69"/>
                    <a:pt x="73" y="76"/>
                  </a:cubicBezTo>
                  <a:cubicBezTo>
                    <a:pt x="73" y="83"/>
                    <a:pt x="64" y="101"/>
                    <a:pt x="67" y="95"/>
                  </a:cubicBezTo>
                  <a:cubicBezTo>
                    <a:pt x="103" y="28"/>
                    <a:pt x="56" y="95"/>
                    <a:pt x="99" y="38"/>
                  </a:cubicBezTo>
                  <a:cubicBezTo>
                    <a:pt x="112" y="81"/>
                    <a:pt x="118" y="36"/>
                    <a:pt x="143" y="13"/>
                  </a:cubicBezTo>
                  <a:cubicBezTo>
                    <a:pt x="145" y="32"/>
                    <a:pt x="141" y="52"/>
                    <a:pt x="149" y="69"/>
                  </a:cubicBezTo>
                  <a:cubicBezTo>
                    <a:pt x="152" y="75"/>
                    <a:pt x="163" y="68"/>
                    <a:pt x="168" y="63"/>
                  </a:cubicBezTo>
                  <a:cubicBezTo>
                    <a:pt x="181" y="50"/>
                    <a:pt x="200" y="19"/>
                    <a:pt x="200" y="19"/>
                  </a:cubicBezTo>
                  <a:cubicBezTo>
                    <a:pt x="208" y="45"/>
                    <a:pt x="192" y="81"/>
                    <a:pt x="212" y="101"/>
                  </a:cubicBezTo>
                  <a:cubicBezTo>
                    <a:pt x="222" y="111"/>
                    <a:pt x="225" y="76"/>
                    <a:pt x="231" y="63"/>
                  </a:cubicBezTo>
                  <a:cubicBezTo>
                    <a:pt x="240" y="42"/>
                    <a:pt x="249" y="21"/>
                    <a:pt x="257" y="0"/>
                  </a:cubicBezTo>
                  <a:cubicBezTo>
                    <a:pt x="259" y="32"/>
                    <a:pt x="250" y="66"/>
                    <a:pt x="263" y="95"/>
                  </a:cubicBezTo>
                  <a:cubicBezTo>
                    <a:pt x="268" y="105"/>
                    <a:pt x="287" y="90"/>
                    <a:pt x="295" y="82"/>
                  </a:cubicBezTo>
                  <a:cubicBezTo>
                    <a:pt x="308" y="68"/>
                    <a:pt x="309" y="47"/>
                    <a:pt x="320" y="31"/>
                  </a:cubicBezTo>
                  <a:cubicBezTo>
                    <a:pt x="325" y="93"/>
                    <a:pt x="324" y="147"/>
                    <a:pt x="358" y="63"/>
                  </a:cubicBezTo>
                  <a:cubicBezTo>
                    <a:pt x="367" y="90"/>
                    <a:pt x="374" y="118"/>
                    <a:pt x="383" y="145"/>
                  </a:cubicBezTo>
                  <a:cubicBezTo>
                    <a:pt x="389" y="139"/>
                    <a:pt x="397" y="133"/>
                    <a:pt x="402" y="126"/>
                  </a:cubicBezTo>
                  <a:cubicBezTo>
                    <a:pt x="406" y="120"/>
                    <a:pt x="403" y="103"/>
                    <a:pt x="408" y="107"/>
                  </a:cubicBezTo>
                  <a:cubicBezTo>
                    <a:pt x="419" y="115"/>
                    <a:pt x="428" y="148"/>
                    <a:pt x="433" y="164"/>
                  </a:cubicBezTo>
                  <a:cubicBezTo>
                    <a:pt x="444" y="244"/>
                    <a:pt x="431" y="220"/>
                    <a:pt x="452" y="189"/>
                  </a:cubicBezTo>
                  <a:cubicBezTo>
                    <a:pt x="459" y="178"/>
                    <a:pt x="469" y="168"/>
                    <a:pt x="478" y="158"/>
                  </a:cubicBezTo>
                  <a:cubicBezTo>
                    <a:pt x="480" y="150"/>
                    <a:pt x="476" y="136"/>
                    <a:pt x="484" y="133"/>
                  </a:cubicBezTo>
                  <a:cubicBezTo>
                    <a:pt x="491" y="130"/>
                    <a:pt x="494" y="144"/>
                    <a:pt x="497" y="151"/>
                  </a:cubicBezTo>
                  <a:cubicBezTo>
                    <a:pt x="507" y="175"/>
                    <a:pt x="507" y="203"/>
                    <a:pt x="516" y="227"/>
                  </a:cubicBezTo>
                  <a:cubicBezTo>
                    <a:pt x="555" y="176"/>
                    <a:pt x="538" y="223"/>
                    <a:pt x="547" y="259"/>
                  </a:cubicBezTo>
                  <a:cubicBezTo>
                    <a:pt x="549" y="284"/>
                    <a:pt x="544" y="311"/>
                    <a:pt x="553" y="335"/>
                  </a:cubicBezTo>
                  <a:cubicBezTo>
                    <a:pt x="556" y="342"/>
                    <a:pt x="565" y="320"/>
                    <a:pt x="572" y="322"/>
                  </a:cubicBezTo>
                  <a:cubicBezTo>
                    <a:pt x="579" y="324"/>
                    <a:pt x="577" y="335"/>
                    <a:pt x="579" y="341"/>
                  </a:cubicBezTo>
                  <a:cubicBezTo>
                    <a:pt x="603" y="265"/>
                    <a:pt x="581" y="428"/>
                    <a:pt x="604" y="474"/>
                  </a:cubicBezTo>
                  <a:cubicBezTo>
                    <a:pt x="610" y="444"/>
                    <a:pt x="616" y="425"/>
                    <a:pt x="629" y="398"/>
                  </a:cubicBezTo>
                  <a:cubicBezTo>
                    <a:pt x="652" y="465"/>
                    <a:pt x="652" y="538"/>
                    <a:pt x="673" y="606"/>
                  </a:cubicBezTo>
                  <a:cubicBezTo>
                    <a:pt x="699" y="544"/>
                    <a:pt x="687" y="463"/>
                    <a:pt x="699" y="657"/>
                  </a:cubicBezTo>
                  <a:cubicBezTo>
                    <a:pt x="705" y="651"/>
                    <a:pt x="714" y="630"/>
                    <a:pt x="718" y="638"/>
                  </a:cubicBezTo>
                  <a:cubicBezTo>
                    <a:pt x="738" y="683"/>
                    <a:pt x="709" y="772"/>
                    <a:pt x="737" y="663"/>
                  </a:cubicBezTo>
                  <a:cubicBezTo>
                    <a:pt x="741" y="765"/>
                    <a:pt x="742" y="782"/>
                    <a:pt x="756" y="859"/>
                  </a:cubicBezTo>
                  <a:cubicBezTo>
                    <a:pt x="759" y="847"/>
                    <a:pt x="764" y="798"/>
                    <a:pt x="781" y="859"/>
                  </a:cubicBezTo>
                  <a:cubicBezTo>
                    <a:pt x="811" y="963"/>
                    <a:pt x="767" y="892"/>
                    <a:pt x="800" y="941"/>
                  </a:cubicBezTo>
                  <a:cubicBezTo>
                    <a:pt x="811" y="975"/>
                    <a:pt x="789" y="1021"/>
                    <a:pt x="831" y="979"/>
                  </a:cubicBezTo>
                  <a:cubicBezTo>
                    <a:pt x="913" y="1087"/>
                    <a:pt x="932" y="1116"/>
                    <a:pt x="1015" y="1225"/>
                  </a:cubicBezTo>
                  <a:cubicBezTo>
                    <a:pt x="1033" y="1171"/>
                    <a:pt x="1027" y="1222"/>
                    <a:pt x="1059" y="1175"/>
                  </a:cubicBezTo>
                  <a:cubicBezTo>
                    <a:pt x="1074" y="1223"/>
                    <a:pt x="1068" y="1200"/>
                    <a:pt x="1078" y="1244"/>
                  </a:cubicBezTo>
                  <a:cubicBezTo>
                    <a:pt x="1109" y="1223"/>
                    <a:pt x="1109" y="1186"/>
                    <a:pt x="1135" y="1225"/>
                  </a:cubicBezTo>
                  <a:cubicBezTo>
                    <a:pt x="1164" y="1203"/>
                    <a:pt x="1175" y="1178"/>
                    <a:pt x="1198" y="1149"/>
                  </a:cubicBezTo>
                  <a:cubicBezTo>
                    <a:pt x="1200" y="1160"/>
                    <a:pt x="1202" y="1170"/>
                    <a:pt x="1204" y="1181"/>
                  </a:cubicBezTo>
                  <a:cubicBezTo>
                    <a:pt x="1206" y="1189"/>
                    <a:pt x="1202" y="1203"/>
                    <a:pt x="1210" y="1206"/>
                  </a:cubicBezTo>
                  <a:cubicBezTo>
                    <a:pt x="1219" y="1210"/>
                    <a:pt x="1227" y="1198"/>
                    <a:pt x="1236" y="1194"/>
                  </a:cubicBezTo>
                  <a:cubicBezTo>
                    <a:pt x="1264" y="1149"/>
                    <a:pt x="1231" y="1188"/>
                    <a:pt x="1261" y="1194"/>
                  </a:cubicBezTo>
                  <a:cubicBezTo>
                    <a:pt x="1269" y="1195"/>
                    <a:pt x="1274" y="1185"/>
                    <a:pt x="1280" y="1181"/>
                  </a:cubicBezTo>
                  <a:cubicBezTo>
                    <a:pt x="1292" y="1162"/>
                    <a:pt x="1298" y="1145"/>
                    <a:pt x="1305" y="1124"/>
                  </a:cubicBezTo>
                  <a:cubicBezTo>
                    <a:pt x="1317" y="1187"/>
                    <a:pt x="1301" y="1145"/>
                    <a:pt x="1330" y="1130"/>
                  </a:cubicBezTo>
                  <a:cubicBezTo>
                    <a:pt x="1336" y="1127"/>
                    <a:pt x="1343" y="1135"/>
                    <a:pt x="1349" y="1137"/>
                  </a:cubicBezTo>
                  <a:cubicBezTo>
                    <a:pt x="1349" y="1137"/>
                    <a:pt x="1336" y="1140"/>
                    <a:pt x="1330" y="1143"/>
                  </a:cubicBezTo>
                  <a:cubicBezTo>
                    <a:pt x="1288" y="1161"/>
                    <a:pt x="1322" y="1156"/>
                    <a:pt x="1273" y="1156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10" name="Freeform 242"/>
            <p:cNvSpPr>
              <a:spLocks/>
            </p:cNvSpPr>
            <p:nvPr/>
          </p:nvSpPr>
          <p:spPr bwMode="auto">
            <a:xfrm flipV="1">
              <a:off x="1983" y="2553"/>
              <a:ext cx="1396" cy="1243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50" y="81"/>
                </a:cxn>
                <a:cxn ang="0">
                  <a:pos x="76" y="62"/>
                </a:cxn>
                <a:cxn ang="0">
                  <a:pos x="107" y="17"/>
                </a:cxn>
                <a:cxn ang="0">
                  <a:pos x="139" y="100"/>
                </a:cxn>
                <a:cxn ang="0">
                  <a:pos x="196" y="74"/>
                </a:cxn>
                <a:cxn ang="0">
                  <a:pos x="240" y="43"/>
                </a:cxn>
                <a:cxn ang="0">
                  <a:pos x="253" y="93"/>
                </a:cxn>
                <a:cxn ang="0">
                  <a:pos x="303" y="68"/>
                </a:cxn>
                <a:cxn ang="0">
                  <a:pos x="328" y="112"/>
                </a:cxn>
                <a:cxn ang="0">
                  <a:pos x="379" y="62"/>
                </a:cxn>
                <a:cxn ang="0">
                  <a:pos x="417" y="125"/>
                </a:cxn>
                <a:cxn ang="0">
                  <a:pos x="429" y="106"/>
                </a:cxn>
                <a:cxn ang="0">
                  <a:pos x="436" y="137"/>
                </a:cxn>
                <a:cxn ang="0">
                  <a:pos x="455" y="207"/>
                </a:cxn>
                <a:cxn ang="0">
                  <a:pos x="486" y="213"/>
                </a:cxn>
                <a:cxn ang="0">
                  <a:pos x="518" y="207"/>
                </a:cxn>
                <a:cxn ang="0">
                  <a:pos x="524" y="226"/>
                </a:cxn>
                <a:cxn ang="0">
                  <a:pos x="543" y="232"/>
                </a:cxn>
                <a:cxn ang="0">
                  <a:pos x="549" y="283"/>
                </a:cxn>
                <a:cxn ang="0">
                  <a:pos x="562" y="321"/>
                </a:cxn>
                <a:cxn ang="0">
                  <a:pos x="606" y="359"/>
                </a:cxn>
                <a:cxn ang="0">
                  <a:pos x="625" y="415"/>
                </a:cxn>
                <a:cxn ang="0">
                  <a:pos x="669" y="580"/>
                </a:cxn>
                <a:cxn ang="0">
                  <a:pos x="695" y="719"/>
                </a:cxn>
                <a:cxn ang="0">
                  <a:pos x="701" y="693"/>
                </a:cxn>
                <a:cxn ang="0">
                  <a:pos x="707" y="712"/>
                </a:cxn>
                <a:cxn ang="0">
                  <a:pos x="714" y="731"/>
                </a:cxn>
                <a:cxn ang="0">
                  <a:pos x="733" y="807"/>
                </a:cxn>
                <a:cxn ang="0">
                  <a:pos x="739" y="895"/>
                </a:cxn>
                <a:cxn ang="0">
                  <a:pos x="758" y="927"/>
                </a:cxn>
                <a:cxn ang="0">
                  <a:pos x="802" y="1041"/>
                </a:cxn>
                <a:cxn ang="0">
                  <a:pos x="846" y="1041"/>
                </a:cxn>
                <a:cxn ang="0">
                  <a:pos x="922" y="1116"/>
                </a:cxn>
                <a:cxn ang="0">
                  <a:pos x="947" y="1186"/>
                </a:cxn>
                <a:cxn ang="0">
                  <a:pos x="979" y="1243"/>
                </a:cxn>
                <a:cxn ang="0">
                  <a:pos x="998" y="1192"/>
                </a:cxn>
                <a:cxn ang="0">
                  <a:pos x="1036" y="1161"/>
                </a:cxn>
                <a:cxn ang="0">
                  <a:pos x="1048" y="1180"/>
                </a:cxn>
                <a:cxn ang="0">
                  <a:pos x="1074" y="1192"/>
                </a:cxn>
                <a:cxn ang="0">
                  <a:pos x="1162" y="1167"/>
                </a:cxn>
                <a:cxn ang="0">
                  <a:pos x="1232" y="1161"/>
                </a:cxn>
                <a:cxn ang="0">
                  <a:pos x="1295" y="1110"/>
                </a:cxn>
                <a:cxn ang="0">
                  <a:pos x="1358" y="1123"/>
                </a:cxn>
                <a:cxn ang="0">
                  <a:pos x="1396" y="1085"/>
                </a:cxn>
              </a:cxnLst>
              <a:rect l="0" t="0" r="r" b="b"/>
              <a:pathLst>
                <a:path w="1396" h="1243">
                  <a:moveTo>
                    <a:pt x="0" y="156"/>
                  </a:moveTo>
                  <a:cubicBezTo>
                    <a:pt x="17" y="134"/>
                    <a:pt x="32" y="101"/>
                    <a:pt x="50" y="81"/>
                  </a:cubicBezTo>
                  <a:cubicBezTo>
                    <a:pt x="57" y="73"/>
                    <a:pt x="68" y="70"/>
                    <a:pt x="76" y="62"/>
                  </a:cubicBezTo>
                  <a:cubicBezTo>
                    <a:pt x="85" y="53"/>
                    <a:pt x="100" y="29"/>
                    <a:pt x="107" y="17"/>
                  </a:cubicBezTo>
                  <a:cubicBezTo>
                    <a:pt x="114" y="59"/>
                    <a:pt x="111" y="72"/>
                    <a:pt x="139" y="100"/>
                  </a:cubicBezTo>
                  <a:cubicBezTo>
                    <a:pt x="166" y="91"/>
                    <a:pt x="176" y="91"/>
                    <a:pt x="196" y="74"/>
                  </a:cubicBezTo>
                  <a:cubicBezTo>
                    <a:pt x="233" y="42"/>
                    <a:pt x="206" y="54"/>
                    <a:pt x="240" y="43"/>
                  </a:cubicBezTo>
                  <a:cubicBezTo>
                    <a:pt x="240" y="44"/>
                    <a:pt x="252" y="93"/>
                    <a:pt x="253" y="93"/>
                  </a:cubicBezTo>
                  <a:cubicBezTo>
                    <a:pt x="271" y="96"/>
                    <a:pt x="285" y="74"/>
                    <a:pt x="303" y="68"/>
                  </a:cubicBezTo>
                  <a:cubicBezTo>
                    <a:pt x="325" y="0"/>
                    <a:pt x="322" y="29"/>
                    <a:pt x="328" y="112"/>
                  </a:cubicBezTo>
                  <a:cubicBezTo>
                    <a:pt x="362" y="87"/>
                    <a:pt x="348" y="81"/>
                    <a:pt x="379" y="62"/>
                  </a:cubicBezTo>
                  <a:cubicBezTo>
                    <a:pt x="389" y="104"/>
                    <a:pt x="361" y="152"/>
                    <a:pt x="417" y="125"/>
                  </a:cubicBezTo>
                  <a:cubicBezTo>
                    <a:pt x="421" y="119"/>
                    <a:pt x="423" y="102"/>
                    <a:pt x="429" y="106"/>
                  </a:cubicBezTo>
                  <a:cubicBezTo>
                    <a:pt x="438" y="112"/>
                    <a:pt x="434" y="127"/>
                    <a:pt x="436" y="137"/>
                  </a:cubicBezTo>
                  <a:cubicBezTo>
                    <a:pt x="447" y="193"/>
                    <a:pt x="435" y="157"/>
                    <a:pt x="455" y="207"/>
                  </a:cubicBezTo>
                  <a:cubicBezTo>
                    <a:pt x="502" y="175"/>
                    <a:pt x="449" y="202"/>
                    <a:pt x="486" y="213"/>
                  </a:cubicBezTo>
                  <a:cubicBezTo>
                    <a:pt x="496" y="216"/>
                    <a:pt x="507" y="209"/>
                    <a:pt x="518" y="207"/>
                  </a:cubicBezTo>
                  <a:cubicBezTo>
                    <a:pt x="520" y="213"/>
                    <a:pt x="519" y="221"/>
                    <a:pt x="524" y="226"/>
                  </a:cubicBezTo>
                  <a:cubicBezTo>
                    <a:pt x="529" y="231"/>
                    <a:pt x="540" y="226"/>
                    <a:pt x="543" y="232"/>
                  </a:cubicBezTo>
                  <a:cubicBezTo>
                    <a:pt x="550" y="248"/>
                    <a:pt x="545" y="266"/>
                    <a:pt x="549" y="283"/>
                  </a:cubicBezTo>
                  <a:cubicBezTo>
                    <a:pt x="552" y="296"/>
                    <a:pt x="558" y="308"/>
                    <a:pt x="562" y="321"/>
                  </a:cubicBezTo>
                  <a:cubicBezTo>
                    <a:pt x="610" y="273"/>
                    <a:pt x="599" y="288"/>
                    <a:pt x="606" y="359"/>
                  </a:cubicBezTo>
                  <a:cubicBezTo>
                    <a:pt x="653" y="327"/>
                    <a:pt x="629" y="392"/>
                    <a:pt x="625" y="415"/>
                  </a:cubicBezTo>
                  <a:cubicBezTo>
                    <a:pt x="631" y="518"/>
                    <a:pt x="607" y="533"/>
                    <a:pt x="669" y="580"/>
                  </a:cubicBezTo>
                  <a:cubicBezTo>
                    <a:pt x="682" y="626"/>
                    <a:pt x="685" y="673"/>
                    <a:pt x="695" y="719"/>
                  </a:cubicBezTo>
                  <a:cubicBezTo>
                    <a:pt x="697" y="710"/>
                    <a:pt x="693" y="697"/>
                    <a:pt x="701" y="693"/>
                  </a:cubicBezTo>
                  <a:cubicBezTo>
                    <a:pt x="707" y="690"/>
                    <a:pt x="705" y="706"/>
                    <a:pt x="707" y="712"/>
                  </a:cubicBezTo>
                  <a:cubicBezTo>
                    <a:pt x="709" y="718"/>
                    <a:pt x="712" y="725"/>
                    <a:pt x="714" y="731"/>
                  </a:cubicBezTo>
                  <a:cubicBezTo>
                    <a:pt x="722" y="756"/>
                    <a:pt x="733" y="807"/>
                    <a:pt x="733" y="807"/>
                  </a:cubicBezTo>
                  <a:cubicBezTo>
                    <a:pt x="735" y="836"/>
                    <a:pt x="733" y="866"/>
                    <a:pt x="739" y="895"/>
                  </a:cubicBezTo>
                  <a:cubicBezTo>
                    <a:pt x="742" y="907"/>
                    <a:pt x="753" y="916"/>
                    <a:pt x="758" y="927"/>
                  </a:cubicBezTo>
                  <a:cubicBezTo>
                    <a:pt x="776" y="965"/>
                    <a:pt x="778" y="1005"/>
                    <a:pt x="802" y="1041"/>
                  </a:cubicBezTo>
                  <a:cubicBezTo>
                    <a:pt x="813" y="1006"/>
                    <a:pt x="817" y="1030"/>
                    <a:pt x="846" y="1041"/>
                  </a:cubicBezTo>
                  <a:cubicBezTo>
                    <a:pt x="878" y="1083"/>
                    <a:pt x="874" y="1098"/>
                    <a:pt x="922" y="1116"/>
                  </a:cubicBezTo>
                  <a:cubicBezTo>
                    <a:pt x="940" y="1142"/>
                    <a:pt x="936" y="1157"/>
                    <a:pt x="947" y="1186"/>
                  </a:cubicBezTo>
                  <a:cubicBezTo>
                    <a:pt x="955" y="1206"/>
                    <a:pt x="969" y="1224"/>
                    <a:pt x="979" y="1243"/>
                  </a:cubicBezTo>
                  <a:cubicBezTo>
                    <a:pt x="986" y="1226"/>
                    <a:pt x="987" y="1206"/>
                    <a:pt x="998" y="1192"/>
                  </a:cubicBezTo>
                  <a:cubicBezTo>
                    <a:pt x="1008" y="1179"/>
                    <a:pt x="1024" y="1173"/>
                    <a:pt x="1036" y="1161"/>
                  </a:cubicBezTo>
                  <a:cubicBezTo>
                    <a:pt x="1040" y="1167"/>
                    <a:pt x="1041" y="1177"/>
                    <a:pt x="1048" y="1180"/>
                  </a:cubicBezTo>
                  <a:cubicBezTo>
                    <a:pt x="1082" y="1193"/>
                    <a:pt x="1056" y="1144"/>
                    <a:pt x="1074" y="1192"/>
                  </a:cubicBezTo>
                  <a:cubicBezTo>
                    <a:pt x="1145" y="1157"/>
                    <a:pt x="1114" y="1156"/>
                    <a:pt x="1162" y="1167"/>
                  </a:cubicBezTo>
                  <a:cubicBezTo>
                    <a:pt x="1192" y="1160"/>
                    <a:pt x="1201" y="1153"/>
                    <a:pt x="1232" y="1161"/>
                  </a:cubicBezTo>
                  <a:cubicBezTo>
                    <a:pt x="1251" y="1141"/>
                    <a:pt x="1295" y="1110"/>
                    <a:pt x="1295" y="1110"/>
                  </a:cubicBezTo>
                  <a:cubicBezTo>
                    <a:pt x="1314" y="1140"/>
                    <a:pt x="1327" y="1138"/>
                    <a:pt x="1358" y="1123"/>
                  </a:cubicBezTo>
                  <a:cubicBezTo>
                    <a:pt x="1373" y="1077"/>
                    <a:pt x="1357" y="1085"/>
                    <a:pt x="1396" y="108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11" name="Freeform 243"/>
            <p:cNvSpPr>
              <a:spLocks/>
            </p:cNvSpPr>
            <p:nvPr/>
          </p:nvSpPr>
          <p:spPr bwMode="auto">
            <a:xfrm flipV="1">
              <a:off x="1907" y="2577"/>
              <a:ext cx="1472" cy="1067"/>
            </a:xfrm>
            <a:custGeom>
              <a:avLst/>
              <a:gdLst/>
              <a:ahLst/>
              <a:cxnLst>
                <a:cxn ang="0">
                  <a:pos x="1472" y="1048"/>
                </a:cxn>
                <a:cxn ang="0">
                  <a:pos x="1409" y="1023"/>
                </a:cxn>
                <a:cxn ang="0">
                  <a:pos x="1415" y="991"/>
                </a:cxn>
                <a:cxn ang="0">
                  <a:pos x="1421" y="966"/>
                </a:cxn>
                <a:cxn ang="0">
                  <a:pos x="1415" y="941"/>
                </a:cxn>
                <a:cxn ang="0">
                  <a:pos x="1409" y="909"/>
                </a:cxn>
                <a:cxn ang="0">
                  <a:pos x="1377" y="947"/>
                </a:cxn>
                <a:cxn ang="0">
                  <a:pos x="1352" y="833"/>
                </a:cxn>
                <a:cxn ang="0">
                  <a:pos x="1320" y="695"/>
                </a:cxn>
                <a:cxn ang="0">
                  <a:pos x="1301" y="707"/>
                </a:cxn>
                <a:cxn ang="0">
                  <a:pos x="1295" y="682"/>
                </a:cxn>
                <a:cxn ang="0">
                  <a:pos x="1257" y="587"/>
                </a:cxn>
                <a:cxn ang="0">
                  <a:pos x="1219" y="473"/>
                </a:cxn>
                <a:cxn ang="0">
                  <a:pos x="1200" y="480"/>
                </a:cxn>
                <a:cxn ang="0">
                  <a:pos x="1143" y="385"/>
                </a:cxn>
                <a:cxn ang="0">
                  <a:pos x="1105" y="259"/>
                </a:cxn>
                <a:cxn ang="0">
                  <a:pos x="1080" y="221"/>
                </a:cxn>
                <a:cxn ang="0">
                  <a:pos x="1042" y="170"/>
                </a:cxn>
                <a:cxn ang="0">
                  <a:pos x="1023" y="177"/>
                </a:cxn>
                <a:cxn ang="0">
                  <a:pos x="1017" y="196"/>
                </a:cxn>
                <a:cxn ang="0">
                  <a:pos x="1011" y="177"/>
                </a:cxn>
                <a:cxn ang="0">
                  <a:pos x="966" y="120"/>
                </a:cxn>
                <a:cxn ang="0">
                  <a:pos x="948" y="126"/>
                </a:cxn>
                <a:cxn ang="0">
                  <a:pos x="859" y="57"/>
                </a:cxn>
                <a:cxn ang="0">
                  <a:pos x="853" y="76"/>
                </a:cxn>
                <a:cxn ang="0">
                  <a:pos x="821" y="44"/>
                </a:cxn>
                <a:cxn ang="0">
                  <a:pos x="752" y="19"/>
                </a:cxn>
                <a:cxn ang="0">
                  <a:pos x="689" y="0"/>
                </a:cxn>
                <a:cxn ang="0">
                  <a:pos x="651" y="25"/>
                </a:cxn>
                <a:cxn ang="0">
                  <a:pos x="625" y="50"/>
                </a:cxn>
                <a:cxn ang="0">
                  <a:pos x="619" y="69"/>
                </a:cxn>
                <a:cxn ang="0">
                  <a:pos x="613" y="50"/>
                </a:cxn>
                <a:cxn ang="0">
                  <a:pos x="588" y="25"/>
                </a:cxn>
                <a:cxn ang="0">
                  <a:pos x="569" y="82"/>
                </a:cxn>
                <a:cxn ang="0">
                  <a:pos x="562" y="63"/>
                </a:cxn>
                <a:cxn ang="0">
                  <a:pos x="543" y="50"/>
                </a:cxn>
                <a:cxn ang="0">
                  <a:pos x="512" y="82"/>
                </a:cxn>
                <a:cxn ang="0">
                  <a:pos x="486" y="126"/>
                </a:cxn>
                <a:cxn ang="0">
                  <a:pos x="480" y="151"/>
                </a:cxn>
                <a:cxn ang="0">
                  <a:pos x="474" y="132"/>
                </a:cxn>
                <a:cxn ang="0">
                  <a:pos x="449" y="145"/>
                </a:cxn>
                <a:cxn ang="0">
                  <a:pos x="423" y="208"/>
                </a:cxn>
                <a:cxn ang="0">
                  <a:pos x="417" y="183"/>
                </a:cxn>
                <a:cxn ang="0">
                  <a:pos x="398" y="196"/>
                </a:cxn>
                <a:cxn ang="0">
                  <a:pos x="373" y="252"/>
                </a:cxn>
                <a:cxn ang="0">
                  <a:pos x="335" y="379"/>
                </a:cxn>
                <a:cxn ang="0">
                  <a:pos x="310" y="429"/>
                </a:cxn>
                <a:cxn ang="0">
                  <a:pos x="291" y="518"/>
                </a:cxn>
                <a:cxn ang="0">
                  <a:pos x="240" y="688"/>
                </a:cxn>
                <a:cxn ang="0">
                  <a:pos x="171" y="884"/>
                </a:cxn>
                <a:cxn ang="0">
                  <a:pos x="164" y="865"/>
                </a:cxn>
                <a:cxn ang="0">
                  <a:pos x="158" y="840"/>
                </a:cxn>
                <a:cxn ang="0">
                  <a:pos x="145" y="897"/>
                </a:cxn>
                <a:cxn ang="0">
                  <a:pos x="108" y="1067"/>
                </a:cxn>
                <a:cxn ang="0">
                  <a:pos x="70" y="1055"/>
                </a:cxn>
                <a:cxn ang="0">
                  <a:pos x="0" y="1055"/>
                </a:cxn>
              </a:cxnLst>
              <a:rect l="0" t="0" r="r" b="b"/>
              <a:pathLst>
                <a:path w="1472" h="1067">
                  <a:moveTo>
                    <a:pt x="1472" y="1048"/>
                  </a:moveTo>
                  <a:cubicBezTo>
                    <a:pt x="1451" y="1038"/>
                    <a:pt x="1431" y="1030"/>
                    <a:pt x="1409" y="1023"/>
                  </a:cubicBezTo>
                  <a:cubicBezTo>
                    <a:pt x="1411" y="1012"/>
                    <a:pt x="1413" y="1002"/>
                    <a:pt x="1415" y="991"/>
                  </a:cubicBezTo>
                  <a:cubicBezTo>
                    <a:pt x="1418" y="978"/>
                    <a:pt x="1439" y="902"/>
                    <a:pt x="1421" y="966"/>
                  </a:cubicBezTo>
                  <a:cubicBezTo>
                    <a:pt x="1419" y="958"/>
                    <a:pt x="1417" y="949"/>
                    <a:pt x="1415" y="941"/>
                  </a:cubicBezTo>
                  <a:cubicBezTo>
                    <a:pt x="1413" y="930"/>
                    <a:pt x="1419" y="914"/>
                    <a:pt x="1409" y="909"/>
                  </a:cubicBezTo>
                  <a:cubicBezTo>
                    <a:pt x="1403" y="906"/>
                    <a:pt x="1379" y="944"/>
                    <a:pt x="1377" y="947"/>
                  </a:cubicBezTo>
                  <a:cubicBezTo>
                    <a:pt x="1372" y="890"/>
                    <a:pt x="1373" y="878"/>
                    <a:pt x="1352" y="833"/>
                  </a:cubicBezTo>
                  <a:cubicBezTo>
                    <a:pt x="1343" y="787"/>
                    <a:pt x="1335" y="739"/>
                    <a:pt x="1320" y="695"/>
                  </a:cubicBezTo>
                  <a:cubicBezTo>
                    <a:pt x="1314" y="699"/>
                    <a:pt x="1308" y="710"/>
                    <a:pt x="1301" y="707"/>
                  </a:cubicBezTo>
                  <a:cubicBezTo>
                    <a:pt x="1293" y="703"/>
                    <a:pt x="1297" y="690"/>
                    <a:pt x="1295" y="682"/>
                  </a:cubicBezTo>
                  <a:cubicBezTo>
                    <a:pt x="1286" y="650"/>
                    <a:pt x="1275" y="614"/>
                    <a:pt x="1257" y="587"/>
                  </a:cubicBezTo>
                  <a:cubicBezTo>
                    <a:pt x="1245" y="548"/>
                    <a:pt x="1228" y="512"/>
                    <a:pt x="1219" y="473"/>
                  </a:cubicBezTo>
                  <a:cubicBezTo>
                    <a:pt x="1213" y="475"/>
                    <a:pt x="1204" y="485"/>
                    <a:pt x="1200" y="480"/>
                  </a:cubicBezTo>
                  <a:cubicBezTo>
                    <a:pt x="1173" y="449"/>
                    <a:pt x="1187" y="399"/>
                    <a:pt x="1143" y="385"/>
                  </a:cubicBezTo>
                  <a:cubicBezTo>
                    <a:pt x="1136" y="340"/>
                    <a:pt x="1131" y="297"/>
                    <a:pt x="1105" y="259"/>
                  </a:cubicBezTo>
                  <a:cubicBezTo>
                    <a:pt x="1094" y="225"/>
                    <a:pt x="1106" y="254"/>
                    <a:pt x="1080" y="221"/>
                  </a:cubicBezTo>
                  <a:cubicBezTo>
                    <a:pt x="1067" y="205"/>
                    <a:pt x="1042" y="170"/>
                    <a:pt x="1042" y="170"/>
                  </a:cubicBezTo>
                  <a:cubicBezTo>
                    <a:pt x="1036" y="172"/>
                    <a:pt x="1028" y="172"/>
                    <a:pt x="1023" y="177"/>
                  </a:cubicBezTo>
                  <a:cubicBezTo>
                    <a:pt x="1018" y="182"/>
                    <a:pt x="1024" y="196"/>
                    <a:pt x="1017" y="196"/>
                  </a:cubicBezTo>
                  <a:cubicBezTo>
                    <a:pt x="1010" y="196"/>
                    <a:pt x="1015" y="183"/>
                    <a:pt x="1011" y="177"/>
                  </a:cubicBezTo>
                  <a:cubicBezTo>
                    <a:pt x="998" y="157"/>
                    <a:pt x="966" y="120"/>
                    <a:pt x="966" y="120"/>
                  </a:cubicBezTo>
                  <a:cubicBezTo>
                    <a:pt x="960" y="122"/>
                    <a:pt x="953" y="129"/>
                    <a:pt x="948" y="126"/>
                  </a:cubicBezTo>
                  <a:cubicBezTo>
                    <a:pt x="901" y="96"/>
                    <a:pt x="906" y="72"/>
                    <a:pt x="859" y="57"/>
                  </a:cubicBezTo>
                  <a:cubicBezTo>
                    <a:pt x="857" y="63"/>
                    <a:pt x="859" y="74"/>
                    <a:pt x="853" y="76"/>
                  </a:cubicBezTo>
                  <a:cubicBezTo>
                    <a:pt x="839" y="79"/>
                    <a:pt x="827" y="49"/>
                    <a:pt x="821" y="44"/>
                  </a:cubicBezTo>
                  <a:cubicBezTo>
                    <a:pt x="795" y="24"/>
                    <a:pt x="781" y="25"/>
                    <a:pt x="752" y="19"/>
                  </a:cubicBezTo>
                  <a:cubicBezTo>
                    <a:pt x="718" y="40"/>
                    <a:pt x="719" y="19"/>
                    <a:pt x="689" y="0"/>
                  </a:cubicBezTo>
                  <a:cubicBezTo>
                    <a:pt x="668" y="30"/>
                    <a:pt x="684" y="48"/>
                    <a:pt x="651" y="25"/>
                  </a:cubicBezTo>
                  <a:cubicBezTo>
                    <a:pt x="642" y="33"/>
                    <a:pt x="632" y="40"/>
                    <a:pt x="625" y="50"/>
                  </a:cubicBezTo>
                  <a:cubicBezTo>
                    <a:pt x="621" y="55"/>
                    <a:pt x="626" y="69"/>
                    <a:pt x="619" y="69"/>
                  </a:cubicBezTo>
                  <a:cubicBezTo>
                    <a:pt x="612" y="69"/>
                    <a:pt x="615" y="56"/>
                    <a:pt x="613" y="50"/>
                  </a:cubicBezTo>
                  <a:cubicBezTo>
                    <a:pt x="605" y="25"/>
                    <a:pt x="612" y="33"/>
                    <a:pt x="588" y="25"/>
                  </a:cubicBezTo>
                  <a:cubicBezTo>
                    <a:pt x="587" y="29"/>
                    <a:pt x="579" y="79"/>
                    <a:pt x="569" y="82"/>
                  </a:cubicBezTo>
                  <a:cubicBezTo>
                    <a:pt x="563" y="84"/>
                    <a:pt x="566" y="68"/>
                    <a:pt x="562" y="63"/>
                  </a:cubicBezTo>
                  <a:cubicBezTo>
                    <a:pt x="557" y="57"/>
                    <a:pt x="549" y="54"/>
                    <a:pt x="543" y="50"/>
                  </a:cubicBezTo>
                  <a:cubicBezTo>
                    <a:pt x="529" y="109"/>
                    <a:pt x="551" y="50"/>
                    <a:pt x="512" y="82"/>
                  </a:cubicBezTo>
                  <a:cubicBezTo>
                    <a:pt x="499" y="93"/>
                    <a:pt x="496" y="112"/>
                    <a:pt x="486" y="126"/>
                  </a:cubicBezTo>
                  <a:cubicBezTo>
                    <a:pt x="484" y="134"/>
                    <a:pt x="488" y="147"/>
                    <a:pt x="480" y="151"/>
                  </a:cubicBezTo>
                  <a:cubicBezTo>
                    <a:pt x="474" y="154"/>
                    <a:pt x="481" y="133"/>
                    <a:pt x="474" y="132"/>
                  </a:cubicBezTo>
                  <a:cubicBezTo>
                    <a:pt x="465" y="130"/>
                    <a:pt x="457" y="141"/>
                    <a:pt x="449" y="145"/>
                  </a:cubicBezTo>
                  <a:cubicBezTo>
                    <a:pt x="434" y="166"/>
                    <a:pt x="430" y="183"/>
                    <a:pt x="423" y="208"/>
                  </a:cubicBezTo>
                  <a:cubicBezTo>
                    <a:pt x="421" y="200"/>
                    <a:pt x="425" y="187"/>
                    <a:pt x="417" y="183"/>
                  </a:cubicBezTo>
                  <a:cubicBezTo>
                    <a:pt x="410" y="180"/>
                    <a:pt x="403" y="190"/>
                    <a:pt x="398" y="196"/>
                  </a:cubicBezTo>
                  <a:cubicBezTo>
                    <a:pt x="388" y="209"/>
                    <a:pt x="383" y="236"/>
                    <a:pt x="373" y="252"/>
                  </a:cubicBezTo>
                  <a:cubicBezTo>
                    <a:pt x="367" y="290"/>
                    <a:pt x="353" y="343"/>
                    <a:pt x="335" y="379"/>
                  </a:cubicBezTo>
                  <a:cubicBezTo>
                    <a:pt x="314" y="422"/>
                    <a:pt x="328" y="370"/>
                    <a:pt x="310" y="429"/>
                  </a:cubicBezTo>
                  <a:cubicBezTo>
                    <a:pt x="301" y="458"/>
                    <a:pt x="300" y="489"/>
                    <a:pt x="291" y="518"/>
                  </a:cubicBezTo>
                  <a:cubicBezTo>
                    <a:pt x="241" y="418"/>
                    <a:pt x="312" y="665"/>
                    <a:pt x="240" y="688"/>
                  </a:cubicBezTo>
                  <a:cubicBezTo>
                    <a:pt x="205" y="746"/>
                    <a:pt x="195" y="820"/>
                    <a:pt x="171" y="884"/>
                  </a:cubicBezTo>
                  <a:cubicBezTo>
                    <a:pt x="169" y="878"/>
                    <a:pt x="166" y="871"/>
                    <a:pt x="164" y="865"/>
                  </a:cubicBezTo>
                  <a:cubicBezTo>
                    <a:pt x="162" y="857"/>
                    <a:pt x="166" y="836"/>
                    <a:pt x="158" y="840"/>
                  </a:cubicBezTo>
                  <a:cubicBezTo>
                    <a:pt x="141" y="849"/>
                    <a:pt x="151" y="878"/>
                    <a:pt x="145" y="897"/>
                  </a:cubicBezTo>
                  <a:cubicBezTo>
                    <a:pt x="128" y="953"/>
                    <a:pt x="126" y="1011"/>
                    <a:pt x="108" y="1067"/>
                  </a:cubicBezTo>
                  <a:cubicBezTo>
                    <a:pt x="99" y="1035"/>
                    <a:pt x="93" y="1019"/>
                    <a:pt x="70" y="1055"/>
                  </a:cubicBezTo>
                  <a:cubicBezTo>
                    <a:pt x="36" y="1032"/>
                    <a:pt x="36" y="1055"/>
                    <a:pt x="0" y="105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12" name="Freeform 244"/>
            <p:cNvSpPr>
              <a:spLocks/>
            </p:cNvSpPr>
            <p:nvPr/>
          </p:nvSpPr>
          <p:spPr bwMode="auto">
            <a:xfrm flipV="1">
              <a:off x="1957" y="2550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13" name="Freeform 245"/>
            <p:cNvSpPr>
              <a:spLocks/>
            </p:cNvSpPr>
            <p:nvPr/>
          </p:nvSpPr>
          <p:spPr bwMode="auto">
            <a:xfrm>
              <a:off x="1939" y="2594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14" name="Freeform 246"/>
            <p:cNvSpPr>
              <a:spLocks/>
            </p:cNvSpPr>
            <p:nvPr/>
          </p:nvSpPr>
          <p:spPr bwMode="auto">
            <a:xfrm flipV="1">
              <a:off x="1911" y="2564"/>
              <a:ext cx="1492" cy="1162"/>
            </a:xfrm>
            <a:custGeom>
              <a:avLst/>
              <a:gdLst/>
              <a:ahLst/>
              <a:cxnLst>
                <a:cxn ang="0">
                  <a:pos x="34" y="1093"/>
                </a:cxn>
                <a:cxn ang="0">
                  <a:pos x="72" y="1093"/>
                </a:cxn>
                <a:cxn ang="0">
                  <a:pos x="91" y="1112"/>
                </a:cxn>
                <a:cxn ang="0">
                  <a:pos x="160" y="1086"/>
                </a:cxn>
                <a:cxn ang="0">
                  <a:pos x="173" y="1124"/>
                </a:cxn>
                <a:cxn ang="0">
                  <a:pos x="223" y="1143"/>
                </a:cxn>
                <a:cxn ang="0">
                  <a:pos x="287" y="1143"/>
                </a:cxn>
                <a:cxn ang="0">
                  <a:pos x="337" y="1162"/>
                </a:cxn>
                <a:cxn ang="0">
                  <a:pos x="369" y="1124"/>
                </a:cxn>
                <a:cxn ang="0">
                  <a:pos x="432" y="1105"/>
                </a:cxn>
                <a:cxn ang="0">
                  <a:pos x="495" y="1068"/>
                </a:cxn>
                <a:cxn ang="0">
                  <a:pos x="533" y="1061"/>
                </a:cxn>
                <a:cxn ang="0">
                  <a:pos x="571" y="1061"/>
                </a:cxn>
                <a:cxn ang="0">
                  <a:pos x="590" y="1074"/>
                </a:cxn>
                <a:cxn ang="0">
                  <a:pos x="621" y="954"/>
                </a:cxn>
                <a:cxn ang="0">
                  <a:pos x="628" y="973"/>
                </a:cxn>
                <a:cxn ang="0">
                  <a:pos x="634" y="948"/>
                </a:cxn>
                <a:cxn ang="0">
                  <a:pos x="647" y="922"/>
                </a:cxn>
                <a:cxn ang="0">
                  <a:pos x="691" y="809"/>
                </a:cxn>
                <a:cxn ang="0">
                  <a:pos x="741" y="657"/>
                </a:cxn>
                <a:cxn ang="0">
                  <a:pos x="767" y="606"/>
                </a:cxn>
                <a:cxn ang="0">
                  <a:pos x="798" y="531"/>
                </a:cxn>
                <a:cxn ang="0">
                  <a:pos x="805" y="499"/>
                </a:cxn>
                <a:cxn ang="0">
                  <a:pos x="811" y="480"/>
                </a:cxn>
                <a:cxn ang="0">
                  <a:pos x="823" y="430"/>
                </a:cxn>
                <a:cxn ang="0">
                  <a:pos x="861" y="329"/>
                </a:cxn>
                <a:cxn ang="0">
                  <a:pos x="956" y="120"/>
                </a:cxn>
                <a:cxn ang="0">
                  <a:pos x="988" y="101"/>
                </a:cxn>
                <a:cxn ang="0">
                  <a:pos x="1007" y="63"/>
                </a:cxn>
                <a:cxn ang="0">
                  <a:pos x="1013" y="89"/>
                </a:cxn>
                <a:cxn ang="0">
                  <a:pos x="1019" y="108"/>
                </a:cxn>
                <a:cxn ang="0">
                  <a:pos x="1057" y="57"/>
                </a:cxn>
                <a:cxn ang="0">
                  <a:pos x="1063" y="89"/>
                </a:cxn>
                <a:cxn ang="0">
                  <a:pos x="1070" y="114"/>
                </a:cxn>
                <a:cxn ang="0">
                  <a:pos x="1095" y="82"/>
                </a:cxn>
                <a:cxn ang="0">
                  <a:pos x="1101" y="57"/>
                </a:cxn>
                <a:cxn ang="0">
                  <a:pos x="1108" y="38"/>
                </a:cxn>
                <a:cxn ang="0">
                  <a:pos x="1127" y="82"/>
                </a:cxn>
                <a:cxn ang="0">
                  <a:pos x="1146" y="57"/>
                </a:cxn>
                <a:cxn ang="0">
                  <a:pos x="1152" y="32"/>
                </a:cxn>
                <a:cxn ang="0">
                  <a:pos x="1171" y="82"/>
                </a:cxn>
                <a:cxn ang="0">
                  <a:pos x="1215" y="25"/>
                </a:cxn>
                <a:cxn ang="0">
                  <a:pos x="1259" y="13"/>
                </a:cxn>
                <a:cxn ang="0">
                  <a:pos x="1291" y="44"/>
                </a:cxn>
                <a:cxn ang="0">
                  <a:pos x="1303" y="19"/>
                </a:cxn>
                <a:cxn ang="0">
                  <a:pos x="1335" y="57"/>
                </a:cxn>
                <a:cxn ang="0">
                  <a:pos x="1392" y="0"/>
                </a:cxn>
                <a:cxn ang="0">
                  <a:pos x="1417" y="76"/>
                </a:cxn>
                <a:cxn ang="0">
                  <a:pos x="1442" y="70"/>
                </a:cxn>
                <a:cxn ang="0">
                  <a:pos x="1461" y="70"/>
                </a:cxn>
                <a:cxn ang="0">
                  <a:pos x="1474" y="133"/>
                </a:cxn>
                <a:cxn ang="0">
                  <a:pos x="1487" y="120"/>
                </a:cxn>
              </a:cxnLst>
              <a:rect l="0" t="0" r="r" b="b"/>
              <a:pathLst>
                <a:path w="1492" h="1162">
                  <a:moveTo>
                    <a:pt x="34" y="1093"/>
                  </a:moveTo>
                  <a:cubicBezTo>
                    <a:pt x="106" y="1138"/>
                    <a:pt x="0" y="1080"/>
                    <a:pt x="72" y="1093"/>
                  </a:cubicBezTo>
                  <a:cubicBezTo>
                    <a:pt x="81" y="1095"/>
                    <a:pt x="85" y="1106"/>
                    <a:pt x="91" y="1112"/>
                  </a:cubicBezTo>
                  <a:cubicBezTo>
                    <a:pt x="108" y="1103"/>
                    <a:pt x="141" y="1084"/>
                    <a:pt x="160" y="1086"/>
                  </a:cubicBezTo>
                  <a:cubicBezTo>
                    <a:pt x="161" y="1086"/>
                    <a:pt x="173" y="1123"/>
                    <a:pt x="173" y="1124"/>
                  </a:cubicBezTo>
                  <a:cubicBezTo>
                    <a:pt x="223" y="1112"/>
                    <a:pt x="180" y="1129"/>
                    <a:pt x="223" y="1143"/>
                  </a:cubicBezTo>
                  <a:cubicBezTo>
                    <a:pt x="281" y="1121"/>
                    <a:pt x="264" y="1109"/>
                    <a:pt x="287" y="1143"/>
                  </a:cubicBezTo>
                  <a:cubicBezTo>
                    <a:pt x="337" y="1131"/>
                    <a:pt x="327" y="1099"/>
                    <a:pt x="337" y="1162"/>
                  </a:cubicBezTo>
                  <a:cubicBezTo>
                    <a:pt x="349" y="1150"/>
                    <a:pt x="354" y="1132"/>
                    <a:pt x="369" y="1124"/>
                  </a:cubicBezTo>
                  <a:cubicBezTo>
                    <a:pt x="388" y="1114"/>
                    <a:pt x="411" y="1113"/>
                    <a:pt x="432" y="1105"/>
                  </a:cubicBezTo>
                  <a:cubicBezTo>
                    <a:pt x="471" y="1162"/>
                    <a:pt x="468" y="1081"/>
                    <a:pt x="495" y="1068"/>
                  </a:cubicBezTo>
                  <a:cubicBezTo>
                    <a:pt x="507" y="1062"/>
                    <a:pt x="520" y="1063"/>
                    <a:pt x="533" y="1061"/>
                  </a:cubicBezTo>
                  <a:cubicBezTo>
                    <a:pt x="577" y="994"/>
                    <a:pt x="545" y="1028"/>
                    <a:pt x="571" y="1061"/>
                  </a:cubicBezTo>
                  <a:cubicBezTo>
                    <a:pt x="576" y="1067"/>
                    <a:pt x="584" y="1070"/>
                    <a:pt x="590" y="1074"/>
                  </a:cubicBezTo>
                  <a:cubicBezTo>
                    <a:pt x="600" y="1033"/>
                    <a:pt x="614" y="996"/>
                    <a:pt x="621" y="954"/>
                  </a:cubicBezTo>
                  <a:cubicBezTo>
                    <a:pt x="623" y="960"/>
                    <a:pt x="622" y="976"/>
                    <a:pt x="628" y="973"/>
                  </a:cubicBezTo>
                  <a:cubicBezTo>
                    <a:pt x="636" y="969"/>
                    <a:pt x="631" y="956"/>
                    <a:pt x="634" y="948"/>
                  </a:cubicBezTo>
                  <a:cubicBezTo>
                    <a:pt x="637" y="939"/>
                    <a:pt x="643" y="931"/>
                    <a:pt x="647" y="922"/>
                  </a:cubicBezTo>
                  <a:cubicBezTo>
                    <a:pt x="664" y="883"/>
                    <a:pt x="665" y="843"/>
                    <a:pt x="691" y="809"/>
                  </a:cubicBezTo>
                  <a:cubicBezTo>
                    <a:pt x="707" y="758"/>
                    <a:pt x="725" y="708"/>
                    <a:pt x="741" y="657"/>
                  </a:cubicBezTo>
                  <a:cubicBezTo>
                    <a:pt x="747" y="639"/>
                    <a:pt x="760" y="624"/>
                    <a:pt x="767" y="606"/>
                  </a:cubicBezTo>
                  <a:cubicBezTo>
                    <a:pt x="773" y="575"/>
                    <a:pt x="784" y="559"/>
                    <a:pt x="798" y="531"/>
                  </a:cubicBezTo>
                  <a:cubicBezTo>
                    <a:pt x="800" y="520"/>
                    <a:pt x="802" y="510"/>
                    <a:pt x="805" y="499"/>
                  </a:cubicBezTo>
                  <a:cubicBezTo>
                    <a:pt x="807" y="493"/>
                    <a:pt x="809" y="486"/>
                    <a:pt x="811" y="480"/>
                  </a:cubicBezTo>
                  <a:cubicBezTo>
                    <a:pt x="815" y="463"/>
                    <a:pt x="823" y="430"/>
                    <a:pt x="823" y="430"/>
                  </a:cubicBezTo>
                  <a:cubicBezTo>
                    <a:pt x="829" y="374"/>
                    <a:pt x="816" y="351"/>
                    <a:pt x="861" y="329"/>
                  </a:cubicBezTo>
                  <a:cubicBezTo>
                    <a:pt x="879" y="256"/>
                    <a:pt x="921" y="187"/>
                    <a:pt x="956" y="120"/>
                  </a:cubicBezTo>
                  <a:cubicBezTo>
                    <a:pt x="967" y="153"/>
                    <a:pt x="958" y="145"/>
                    <a:pt x="988" y="101"/>
                  </a:cubicBezTo>
                  <a:cubicBezTo>
                    <a:pt x="1003" y="79"/>
                    <a:pt x="998" y="86"/>
                    <a:pt x="1007" y="63"/>
                  </a:cubicBezTo>
                  <a:cubicBezTo>
                    <a:pt x="1009" y="72"/>
                    <a:pt x="1011" y="80"/>
                    <a:pt x="1013" y="89"/>
                  </a:cubicBezTo>
                  <a:cubicBezTo>
                    <a:pt x="1015" y="95"/>
                    <a:pt x="1014" y="112"/>
                    <a:pt x="1019" y="108"/>
                  </a:cubicBezTo>
                  <a:cubicBezTo>
                    <a:pt x="1036" y="96"/>
                    <a:pt x="1057" y="57"/>
                    <a:pt x="1057" y="57"/>
                  </a:cubicBezTo>
                  <a:cubicBezTo>
                    <a:pt x="1059" y="68"/>
                    <a:pt x="1061" y="78"/>
                    <a:pt x="1063" y="89"/>
                  </a:cubicBezTo>
                  <a:cubicBezTo>
                    <a:pt x="1065" y="97"/>
                    <a:pt x="1062" y="116"/>
                    <a:pt x="1070" y="114"/>
                  </a:cubicBezTo>
                  <a:cubicBezTo>
                    <a:pt x="1083" y="111"/>
                    <a:pt x="1087" y="93"/>
                    <a:pt x="1095" y="82"/>
                  </a:cubicBezTo>
                  <a:cubicBezTo>
                    <a:pt x="1097" y="74"/>
                    <a:pt x="1099" y="65"/>
                    <a:pt x="1101" y="57"/>
                  </a:cubicBezTo>
                  <a:cubicBezTo>
                    <a:pt x="1103" y="51"/>
                    <a:pt x="1102" y="36"/>
                    <a:pt x="1108" y="38"/>
                  </a:cubicBezTo>
                  <a:cubicBezTo>
                    <a:pt x="1112" y="39"/>
                    <a:pt x="1125" y="76"/>
                    <a:pt x="1127" y="82"/>
                  </a:cubicBezTo>
                  <a:cubicBezTo>
                    <a:pt x="1133" y="74"/>
                    <a:pt x="1141" y="66"/>
                    <a:pt x="1146" y="57"/>
                  </a:cubicBezTo>
                  <a:cubicBezTo>
                    <a:pt x="1150" y="49"/>
                    <a:pt x="1144" y="29"/>
                    <a:pt x="1152" y="32"/>
                  </a:cubicBezTo>
                  <a:cubicBezTo>
                    <a:pt x="1156" y="33"/>
                    <a:pt x="1168" y="74"/>
                    <a:pt x="1171" y="82"/>
                  </a:cubicBezTo>
                  <a:cubicBezTo>
                    <a:pt x="1195" y="67"/>
                    <a:pt x="1198" y="49"/>
                    <a:pt x="1215" y="25"/>
                  </a:cubicBezTo>
                  <a:cubicBezTo>
                    <a:pt x="1239" y="60"/>
                    <a:pt x="1244" y="44"/>
                    <a:pt x="1259" y="13"/>
                  </a:cubicBezTo>
                  <a:cubicBezTo>
                    <a:pt x="1269" y="48"/>
                    <a:pt x="1254" y="81"/>
                    <a:pt x="1291" y="44"/>
                  </a:cubicBezTo>
                  <a:cubicBezTo>
                    <a:pt x="1295" y="36"/>
                    <a:pt x="1294" y="21"/>
                    <a:pt x="1303" y="19"/>
                  </a:cubicBezTo>
                  <a:cubicBezTo>
                    <a:pt x="1310" y="18"/>
                    <a:pt x="1332" y="53"/>
                    <a:pt x="1335" y="57"/>
                  </a:cubicBezTo>
                  <a:cubicBezTo>
                    <a:pt x="1363" y="42"/>
                    <a:pt x="1374" y="26"/>
                    <a:pt x="1392" y="0"/>
                  </a:cubicBezTo>
                  <a:cubicBezTo>
                    <a:pt x="1397" y="29"/>
                    <a:pt x="1401" y="51"/>
                    <a:pt x="1417" y="76"/>
                  </a:cubicBezTo>
                  <a:cubicBezTo>
                    <a:pt x="1425" y="74"/>
                    <a:pt x="1435" y="75"/>
                    <a:pt x="1442" y="70"/>
                  </a:cubicBezTo>
                  <a:cubicBezTo>
                    <a:pt x="1459" y="56"/>
                    <a:pt x="1437" y="32"/>
                    <a:pt x="1461" y="70"/>
                  </a:cubicBezTo>
                  <a:cubicBezTo>
                    <a:pt x="1477" y="159"/>
                    <a:pt x="1460" y="67"/>
                    <a:pt x="1474" y="133"/>
                  </a:cubicBezTo>
                  <a:cubicBezTo>
                    <a:pt x="1492" y="217"/>
                    <a:pt x="1487" y="222"/>
                    <a:pt x="1487" y="120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15" name="Freeform 247"/>
            <p:cNvSpPr>
              <a:spLocks/>
            </p:cNvSpPr>
            <p:nvPr/>
          </p:nvSpPr>
          <p:spPr bwMode="auto">
            <a:xfrm flipV="1">
              <a:off x="1941" y="2539"/>
              <a:ext cx="1349" cy="1244"/>
            </a:xfrm>
            <a:custGeom>
              <a:avLst/>
              <a:gdLst/>
              <a:ahLst/>
              <a:cxnLst>
                <a:cxn ang="0">
                  <a:pos x="4" y="151"/>
                </a:cxn>
                <a:cxn ang="0">
                  <a:pos x="42" y="95"/>
                </a:cxn>
                <a:cxn ang="0">
                  <a:pos x="67" y="57"/>
                </a:cxn>
                <a:cxn ang="0">
                  <a:pos x="73" y="76"/>
                </a:cxn>
                <a:cxn ang="0">
                  <a:pos x="67" y="95"/>
                </a:cxn>
                <a:cxn ang="0">
                  <a:pos x="99" y="38"/>
                </a:cxn>
                <a:cxn ang="0">
                  <a:pos x="143" y="13"/>
                </a:cxn>
                <a:cxn ang="0">
                  <a:pos x="149" y="69"/>
                </a:cxn>
                <a:cxn ang="0">
                  <a:pos x="168" y="63"/>
                </a:cxn>
                <a:cxn ang="0">
                  <a:pos x="200" y="19"/>
                </a:cxn>
                <a:cxn ang="0">
                  <a:pos x="212" y="101"/>
                </a:cxn>
                <a:cxn ang="0">
                  <a:pos x="231" y="63"/>
                </a:cxn>
                <a:cxn ang="0">
                  <a:pos x="257" y="0"/>
                </a:cxn>
                <a:cxn ang="0">
                  <a:pos x="263" y="95"/>
                </a:cxn>
                <a:cxn ang="0">
                  <a:pos x="295" y="82"/>
                </a:cxn>
                <a:cxn ang="0">
                  <a:pos x="320" y="31"/>
                </a:cxn>
                <a:cxn ang="0">
                  <a:pos x="358" y="63"/>
                </a:cxn>
                <a:cxn ang="0">
                  <a:pos x="383" y="145"/>
                </a:cxn>
                <a:cxn ang="0">
                  <a:pos x="402" y="126"/>
                </a:cxn>
                <a:cxn ang="0">
                  <a:pos x="408" y="107"/>
                </a:cxn>
                <a:cxn ang="0">
                  <a:pos x="433" y="164"/>
                </a:cxn>
                <a:cxn ang="0">
                  <a:pos x="452" y="189"/>
                </a:cxn>
                <a:cxn ang="0">
                  <a:pos x="478" y="158"/>
                </a:cxn>
                <a:cxn ang="0">
                  <a:pos x="484" y="133"/>
                </a:cxn>
                <a:cxn ang="0">
                  <a:pos x="497" y="151"/>
                </a:cxn>
                <a:cxn ang="0">
                  <a:pos x="516" y="227"/>
                </a:cxn>
                <a:cxn ang="0">
                  <a:pos x="547" y="259"/>
                </a:cxn>
                <a:cxn ang="0">
                  <a:pos x="553" y="335"/>
                </a:cxn>
                <a:cxn ang="0">
                  <a:pos x="572" y="322"/>
                </a:cxn>
                <a:cxn ang="0">
                  <a:pos x="579" y="341"/>
                </a:cxn>
                <a:cxn ang="0">
                  <a:pos x="604" y="474"/>
                </a:cxn>
                <a:cxn ang="0">
                  <a:pos x="629" y="398"/>
                </a:cxn>
                <a:cxn ang="0">
                  <a:pos x="673" y="606"/>
                </a:cxn>
                <a:cxn ang="0">
                  <a:pos x="699" y="657"/>
                </a:cxn>
                <a:cxn ang="0">
                  <a:pos x="718" y="638"/>
                </a:cxn>
                <a:cxn ang="0">
                  <a:pos x="737" y="663"/>
                </a:cxn>
                <a:cxn ang="0">
                  <a:pos x="756" y="859"/>
                </a:cxn>
                <a:cxn ang="0">
                  <a:pos x="781" y="859"/>
                </a:cxn>
                <a:cxn ang="0">
                  <a:pos x="800" y="941"/>
                </a:cxn>
                <a:cxn ang="0">
                  <a:pos x="831" y="979"/>
                </a:cxn>
                <a:cxn ang="0">
                  <a:pos x="989" y="1194"/>
                </a:cxn>
                <a:cxn ang="0">
                  <a:pos x="1059" y="1175"/>
                </a:cxn>
                <a:cxn ang="0">
                  <a:pos x="1078" y="1244"/>
                </a:cxn>
                <a:cxn ang="0">
                  <a:pos x="1135" y="1225"/>
                </a:cxn>
                <a:cxn ang="0">
                  <a:pos x="1198" y="1149"/>
                </a:cxn>
                <a:cxn ang="0">
                  <a:pos x="1204" y="1181"/>
                </a:cxn>
                <a:cxn ang="0">
                  <a:pos x="1210" y="1206"/>
                </a:cxn>
                <a:cxn ang="0">
                  <a:pos x="1236" y="1194"/>
                </a:cxn>
                <a:cxn ang="0">
                  <a:pos x="1261" y="1194"/>
                </a:cxn>
                <a:cxn ang="0">
                  <a:pos x="1280" y="1181"/>
                </a:cxn>
                <a:cxn ang="0">
                  <a:pos x="1305" y="1124"/>
                </a:cxn>
                <a:cxn ang="0">
                  <a:pos x="1330" y="1130"/>
                </a:cxn>
                <a:cxn ang="0">
                  <a:pos x="1349" y="1137"/>
                </a:cxn>
                <a:cxn ang="0">
                  <a:pos x="1330" y="1143"/>
                </a:cxn>
                <a:cxn ang="0">
                  <a:pos x="1273" y="1156"/>
                </a:cxn>
              </a:cxnLst>
              <a:rect l="0" t="0" r="r" b="b"/>
              <a:pathLst>
                <a:path w="1349" h="1244">
                  <a:moveTo>
                    <a:pt x="4" y="151"/>
                  </a:moveTo>
                  <a:cubicBezTo>
                    <a:pt x="46" y="82"/>
                    <a:pt x="0" y="155"/>
                    <a:pt x="42" y="95"/>
                  </a:cubicBezTo>
                  <a:cubicBezTo>
                    <a:pt x="51" y="83"/>
                    <a:pt x="67" y="57"/>
                    <a:pt x="67" y="57"/>
                  </a:cubicBezTo>
                  <a:cubicBezTo>
                    <a:pt x="69" y="63"/>
                    <a:pt x="73" y="69"/>
                    <a:pt x="73" y="76"/>
                  </a:cubicBezTo>
                  <a:cubicBezTo>
                    <a:pt x="73" y="83"/>
                    <a:pt x="64" y="101"/>
                    <a:pt x="67" y="95"/>
                  </a:cubicBezTo>
                  <a:cubicBezTo>
                    <a:pt x="103" y="28"/>
                    <a:pt x="56" y="95"/>
                    <a:pt x="99" y="38"/>
                  </a:cubicBezTo>
                  <a:cubicBezTo>
                    <a:pt x="112" y="81"/>
                    <a:pt x="118" y="36"/>
                    <a:pt x="143" y="13"/>
                  </a:cubicBezTo>
                  <a:cubicBezTo>
                    <a:pt x="145" y="32"/>
                    <a:pt x="141" y="52"/>
                    <a:pt x="149" y="69"/>
                  </a:cubicBezTo>
                  <a:cubicBezTo>
                    <a:pt x="152" y="75"/>
                    <a:pt x="163" y="68"/>
                    <a:pt x="168" y="63"/>
                  </a:cubicBezTo>
                  <a:cubicBezTo>
                    <a:pt x="181" y="50"/>
                    <a:pt x="200" y="19"/>
                    <a:pt x="200" y="19"/>
                  </a:cubicBezTo>
                  <a:cubicBezTo>
                    <a:pt x="208" y="45"/>
                    <a:pt x="192" y="81"/>
                    <a:pt x="212" y="101"/>
                  </a:cubicBezTo>
                  <a:cubicBezTo>
                    <a:pt x="222" y="111"/>
                    <a:pt x="225" y="76"/>
                    <a:pt x="231" y="63"/>
                  </a:cubicBezTo>
                  <a:cubicBezTo>
                    <a:pt x="240" y="42"/>
                    <a:pt x="249" y="21"/>
                    <a:pt x="257" y="0"/>
                  </a:cubicBezTo>
                  <a:cubicBezTo>
                    <a:pt x="259" y="32"/>
                    <a:pt x="250" y="66"/>
                    <a:pt x="263" y="95"/>
                  </a:cubicBezTo>
                  <a:cubicBezTo>
                    <a:pt x="268" y="105"/>
                    <a:pt x="287" y="90"/>
                    <a:pt x="295" y="82"/>
                  </a:cubicBezTo>
                  <a:cubicBezTo>
                    <a:pt x="308" y="68"/>
                    <a:pt x="309" y="47"/>
                    <a:pt x="320" y="31"/>
                  </a:cubicBezTo>
                  <a:cubicBezTo>
                    <a:pt x="325" y="93"/>
                    <a:pt x="324" y="147"/>
                    <a:pt x="358" y="63"/>
                  </a:cubicBezTo>
                  <a:cubicBezTo>
                    <a:pt x="367" y="90"/>
                    <a:pt x="374" y="118"/>
                    <a:pt x="383" y="145"/>
                  </a:cubicBezTo>
                  <a:cubicBezTo>
                    <a:pt x="389" y="139"/>
                    <a:pt x="397" y="133"/>
                    <a:pt x="402" y="126"/>
                  </a:cubicBezTo>
                  <a:cubicBezTo>
                    <a:pt x="406" y="120"/>
                    <a:pt x="403" y="103"/>
                    <a:pt x="408" y="107"/>
                  </a:cubicBezTo>
                  <a:cubicBezTo>
                    <a:pt x="419" y="115"/>
                    <a:pt x="428" y="148"/>
                    <a:pt x="433" y="164"/>
                  </a:cubicBezTo>
                  <a:cubicBezTo>
                    <a:pt x="444" y="244"/>
                    <a:pt x="431" y="220"/>
                    <a:pt x="452" y="189"/>
                  </a:cubicBezTo>
                  <a:cubicBezTo>
                    <a:pt x="459" y="178"/>
                    <a:pt x="469" y="168"/>
                    <a:pt x="478" y="158"/>
                  </a:cubicBezTo>
                  <a:cubicBezTo>
                    <a:pt x="480" y="150"/>
                    <a:pt x="476" y="136"/>
                    <a:pt x="484" y="133"/>
                  </a:cubicBezTo>
                  <a:cubicBezTo>
                    <a:pt x="491" y="130"/>
                    <a:pt x="494" y="144"/>
                    <a:pt x="497" y="151"/>
                  </a:cubicBezTo>
                  <a:cubicBezTo>
                    <a:pt x="507" y="175"/>
                    <a:pt x="507" y="203"/>
                    <a:pt x="516" y="227"/>
                  </a:cubicBezTo>
                  <a:cubicBezTo>
                    <a:pt x="555" y="176"/>
                    <a:pt x="538" y="223"/>
                    <a:pt x="547" y="259"/>
                  </a:cubicBezTo>
                  <a:cubicBezTo>
                    <a:pt x="549" y="284"/>
                    <a:pt x="544" y="311"/>
                    <a:pt x="553" y="335"/>
                  </a:cubicBezTo>
                  <a:cubicBezTo>
                    <a:pt x="556" y="342"/>
                    <a:pt x="565" y="320"/>
                    <a:pt x="572" y="322"/>
                  </a:cubicBezTo>
                  <a:cubicBezTo>
                    <a:pt x="579" y="324"/>
                    <a:pt x="577" y="335"/>
                    <a:pt x="579" y="341"/>
                  </a:cubicBezTo>
                  <a:cubicBezTo>
                    <a:pt x="603" y="265"/>
                    <a:pt x="581" y="428"/>
                    <a:pt x="604" y="474"/>
                  </a:cubicBezTo>
                  <a:cubicBezTo>
                    <a:pt x="610" y="444"/>
                    <a:pt x="616" y="425"/>
                    <a:pt x="629" y="398"/>
                  </a:cubicBezTo>
                  <a:cubicBezTo>
                    <a:pt x="652" y="465"/>
                    <a:pt x="652" y="538"/>
                    <a:pt x="673" y="606"/>
                  </a:cubicBezTo>
                  <a:cubicBezTo>
                    <a:pt x="699" y="544"/>
                    <a:pt x="687" y="463"/>
                    <a:pt x="699" y="657"/>
                  </a:cubicBezTo>
                  <a:cubicBezTo>
                    <a:pt x="705" y="651"/>
                    <a:pt x="714" y="630"/>
                    <a:pt x="718" y="638"/>
                  </a:cubicBezTo>
                  <a:cubicBezTo>
                    <a:pt x="738" y="683"/>
                    <a:pt x="709" y="772"/>
                    <a:pt x="737" y="663"/>
                  </a:cubicBezTo>
                  <a:cubicBezTo>
                    <a:pt x="741" y="765"/>
                    <a:pt x="742" y="782"/>
                    <a:pt x="756" y="859"/>
                  </a:cubicBezTo>
                  <a:cubicBezTo>
                    <a:pt x="759" y="847"/>
                    <a:pt x="764" y="798"/>
                    <a:pt x="781" y="859"/>
                  </a:cubicBezTo>
                  <a:cubicBezTo>
                    <a:pt x="811" y="963"/>
                    <a:pt x="767" y="892"/>
                    <a:pt x="800" y="941"/>
                  </a:cubicBezTo>
                  <a:cubicBezTo>
                    <a:pt x="811" y="975"/>
                    <a:pt x="789" y="1021"/>
                    <a:pt x="831" y="979"/>
                  </a:cubicBezTo>
                  <a:cubicBezTo>
                    <a:pt x="913" y="1087"/>
                    <a:pt x="906" y="1085"/>
                    <a:pt x="989" y="1194"/>
                  </a:cubicBezTo>
                  <a:cubicBezTo>
                    <a:pt x="1007" y="1140"/>
                    <a:pt x="1027" y="1222"/>
                    <a:pt x="1059" y="1175"/>
                  </a:cubicBezTo>
                  <a:cubicBezTo>
                    <a:pt x="1074" y="1223"/>
                    <a:pt x="1068" y="1200"/>
                    <a:pt x="1078" y="1244"/>
                  </a:cubicBezTo>
                  <a:cubicBezTo>
                    <a:pt x="1109" y="1223"/>
                    <a:pt x="1109" y="1186"/>
                    <a:pt x="1135" y="1225"/>
                  </a:cubicBezTo>
                  <a:cubicBezTo>
                    <a:pt x="1164" y="1203"/>
                    <a:pt x="1175" y="1178"/>
                    <a:pt x="1198" y="1149"/>
                  </a:cubicBezTo>
                  <a:cubicBezTo>
                    <a:pt x="1200" y="1160"/>
                    <a:pt x="1202" y="1170"/>
                    <a:pt x="1204" y="1181"/>
                  </a:cubicBezTo>
                  <a:cubicBezTo>
                    <a:pt x="1206" y="1189"/>
                    <a:pt x="1202" y="1203"/>
                    <a:pt x="1210" y="1206"/>
                  </a:cubicBezTo>
                  <a:cubicBezTo>
                    <a:pt x="1219" y="1210"/>
                    <a:pt x="1227" y="1198"/>
                    <a:pt x="1236" y="1194"/>
                  </a:cubicBezTo>
                  <a:cubicBezTo>
                    <a:pt x="1264" y="1149"/>
                    <a:pt x="1231" y="1188"/>
                    <a:pt x="1261" y="1194"/>
                  </a:cubicBezTo>
                  <a:cubicBezTo>
                    <a:pt x="1269" y="1195"/>
                    <a:pt x="1274" y="1185"/>
                    <a:pt x="1280" y="1181"/>
                  </a:cubicBezTo>
                  <a:cubicBezTo>
                    <a:pt x="1292" y="1162"/>
                    <a:pt x="1298" y="1145"/>
                    <a:pt x="1305" y="1124"/>
                  </a:cubicBezTo>
                  <a:cubicBezTo>
                    <a:pt x="1317" y="1187"/>
                    <a:pt x="1301" y="1145"/>
                    <a:pt x="1330" y="1130"/>
                  </a:cubicBezTo>
                  <a:cubicBezTo>
                    <a:pt x="1336" y="1127"/>
                    <a:pt x="1343" y="1135"/>
                    <a:pt x="1349" y="1137"/>
                  </a:cubicBezTo>
                  <a:cubicBezTo>
                    <a:pt x="1349" y="1137"/>
                    <a:pt x="1336" y="1140"/>
                    <a:pt x="1330" y="1143"/>
                  </a:cubicBezTo>
                  <a:cubicBezTo>
                    <a:pt x="1288" y="1161"/>
                    <a:pt x="1322" y="1156"/>
                    <a:pt x="1273" y="1156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16" name="Freeform 248"/>
            <p:cNvSpPr>
              <a:spLocks/>
            </p:cNvSpPr>
            <p:nvPr/>
          </p:nvSpPr>
          <p:spPr bwMode="auto">
            <a:xfrm flipV="1">
              <a:off x="1964" y="2553"/>
              <a:ext cx="1396" cy="1206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50" y="81"/>
                </a:cxn>
                <a:cxn ang="0">
                  <a:pos x="76" y="62"/>
                </a:cxn>
                <a:cxn ang="0">
                  <a:pos x="107" y="17"/>
                </a:cxn>
                <a:cxn ang="0">
                  <a:pos x="139" y="100"/>
                </a:cxn>
                <a:cxn ang="0">
                  <a:pos x="196" y="74"/>
                </a:cxn>
                <a:cxn ang="0">
                  <a:pos x="240" y="43"/>
                </a:cxn>
                <a:cxn ang="0">
                  <a:pos x="253" y="93"/>
                </a:cxn>
                <a:cxn ang="0">
                  <a:pos x="303" y="68"/>
                </a:cxn>
                <a:cxn ang="0">
                  <a:pos x="328" y="112"/>
                </a:cxn>
                <a:cxn ang="0">
                  <a:pos x="379" y="62"/>
                </a:cxn>
                <a:cxn ang="0">
                  <a:pos x="417" y="125"/>
                </a:cxn>
                <a:cxn ang="0">
                  <a:pos x="429" y="106"/>
                </a:cxn>
                <a:cxn ang="0">
                  <a:pos x="436" y="137"/>
                </a:cxn>
                <a:cxn ang="0">
                  <a:pos x="455" y="207"/>
                </a:cxn>
                <a:cxn ang="0">
                  <a:pos x="486" y="213"/>
                </a:cxn>
                <a:cxn ang="0">
                  <a:pos x="518" y="207"/>
                </a:cxn>
                <a:cxn ang="0">
                  <a:pos x="524" y="226"/>
                </a:cxn>
                <a:cxn ang="0">
                  <a:pos x="543" y="232"/>
                </a:cxn>
                <a:cxn ang="0">
                  <a:pos x="549" y="283"/>
                </a:cxn>
                <a:cxn ang="0">
                  <a:pos x="562" y="321"/>
                </a:cxn>
                <a:cxn ang="0">
                  <a:pos x="606" y="359"/>
                </a:cxn>
                <a:cxn ang="0">
                  <a:pos x="625" y="415"/>
                </a:cxn>
                <a:cxn ang="0">
                  <a:pos x="669" y="580"/>
                </a:cxn>
                <a:cxn ang="0">
                  <a:pos x="695" y="719"/>
                </a:cxn>
                <a:cxn ang="0">
                  <a:pos x="701" y="693"/>
                </a:cxn>
                <a:cxn ang="0">
                  <a:pos x="707" y="712"/>
                </a:cxn>
                <a:cxn ang="0">
                  <a:pos x="714" y="731"/>
                </a:cxn>
                <a:cxn ang="0">
                  <a:pos x="733" y="807"/>
                </a:cxn>
                <a:cxn ang="0">
                  <a:pos x="739" y="895"/>
                </a:cxn>
                <a:cxn ang="0">
                  <a:pos x="758" y="927"/>
                </a:cxn>
                <a:cxn ang="0">
                  <a:pos x="802" y="1041"/>
                </a:cxn>
                <a:cxn ang="0">
                  <a:pos x="846" y="1041"/>
                </a:cxn>
                <a:cxn ang="0">
                  <a:pos x="922" y="1116"/>
                </a:cxn>
                <a:cxn ang="0">
                  <a:pos x="947" y="1186"/>
                </a:cxn>
                <a:cxn ang="0">
                  <a:pos x="960" y="1161"/>
                </a:cxn>
                <a:cxn ang="0">
                  <a:pos x="998" y="1192"/>
                </a:cxn>
                <a:cxn ang="0">
                  <a:pos x="1036" y="1161"/>
                </a:cxn>
                <a:cxn ang="0">
                  <a:pos x="1048" y="1180"/>
                </a:cxn>
                <a:cxn ang="0">
                  <a:pos x="1074" y="1192"/>
                </a:cxn>
                <a:cxn ang="0">
                  <a:pos x="1162" y="1167"/>
                </a:cxn>
                <a:cxn ang="0">
                  <a:pos x="1232" y="1161"/>
                </a:cxn>
                <a:cxn ang="0">
                  <a:pos x="1295" y="1110"/>
                </a:cxn>
                <a:cxn ang="0">
                  <a:pos x="1358" y="1123"/>
                </a:cxn>
                <a:cxn ang="0">
                  <a:pos x="1396" y="1085"/>
                </a:cxn>
              </a:cxnLst>
              <a:rect l="0" t="0" r="r" b="b"/>
              <a:pathLst>
                <a:path w="1396" h="1206">
                  <a:moveTo>
                    <a:pt x="0" y="156"/>
                  </a:moveTo>
                  <a:cubicBezTo>
                    <a:pt x="17" y="134"/>
                    <a:pt x="32" y="101"/>
                    <a:pt x="50" y="81"/>
                  </a:cubicBezTo>
                  <a:cubicBezTo>
                    <a:pt x="57" y="73"/>
                    <a:pt x="68" y="70"/>
                    <a:pt x="76" y="62"/>
                  </a:cubicBezTo>
                  <a:cubicBezTo>
                    <a:pt x="85" y="53"/>
                    <a:pt x="100" y="29"/>
                    <a:pt x="107" y="17"/>
                  </a:cubicBezTo>
                  <a:cubicBezTo>
                    <a:pt x="114" y="59"/>
                    <a:pt x="111" y="72"/>
                    <a:pt x="139" y="100"/>
                  </a:cubicBezTo>
                  <a:cubicBezTo>
                    <a:pt x="166" y="91"/>
                    <a:pt x="176" y="91"/>
                    <a:pt x="196" y="74"/>
                  </a:cubicBezTo>
                  <a:cubicBezTo>
                    <a:pt x="233" y="42"/>
                    <a:pt x="206" y="54"/>
                    <a:pt x="240" y="43"/>
                  </a:cubicBezTo>
                  <a:cubicBezTo>
                    <a:pt x="240" y="44"/>
                    <a:pt x="252" y="93"/>
                    <a:pt x="253" y="93"/>
                  </a:cubicBezTo>
                  <a:cubicBezTo>
                    <a:pt x="271" y="96"/>
                    <a:pt x="285" y="74"/>
                    <a:pt x="303" y="68"/>
                  </a:cubicBezTo>
                  <a:cubicBezTo>
                    <a:pt x="325" y="0"/>
                    <a:pt x="322" y="29"/>
                    <a:pt x="328" y="112"/>
                  </a:cubicBezTo>
                  <a:cubicBezTo>
                    <a:pt x="362" y="87"/>
                    <a:pt x="348" y="81"/>
                    <a:pt x="379" y="62"/>
                  </a:cubicBezTo>
                  <a:cubicBezTo>
                    <a:pt x="389" y="104"/>
                    <a:pt x="361" y="152"/>
                    <a:pt x="417" y="125"/>
                  </a:cubicBezTo>
                  <a:cubicBezTo>
                    <a:pt x="421" y="119"/>
                    <a:pt x="423" y="102"/>
                    <a:pt x="429" y="106"/>
                  </a:cubicBezTo>
                  <a:cubicBezTo>
                    <a:pt x="438" y="112"/>
                    <a:pt x="434" y="127"/>
                    <a:pt x="436" y="137"/>
                  </a:cubicBezTo>
                  <a:cubicBezTo>
                    <a:pt x="447" y="193"/>
                    <a:pt x="435" y="157"/>
                    <a:pt x="455" y="207"/>
                  </a:cubicBezTo>
                  <a:cubicBezTo>
                    <a:pt x="502" y="175"/>
                    <a:pt x="449" y="202"/>
                    <a:pt x="486" y="213"/>
                  </a:cubicBezTo>
                  <a:cubicBezTo>
                    <a:pt x="496" y="216"/>
                    <a:pt x="507" y="209"/>
                    <a:pt x="518" y="207"/>
                  </a:cubicBezTo>
                  <a:cubicBezTo>
                    <a:pt x="520" y="213"/>
                    <a:pt x="519" y="221"/>
                    <a:pt x="524" y="226"/>
                  </a:cubicBezTo>
                  <a:cubicBezTo>
                    <a:pt x="529" y="231"/>
                    <a:pt x="540" y="226"/>
                    <a:pt x="543" y="232"/>
                  </a:cubicBezTo>
                  <a:cubicBezTo>
                    <a:pt x="550" y="248"/>
                    <a:pt x="545" y="266"/>
                    <a:pt x="549" y="283"/>
                  </a:cubicBezTo>
                  <a:cubicBezTo>
                    <a:pt x="552" y="296"/>
                    <a:pt x="558" y="308"/>
                    <a:pt x="562" y="321"/>
                  </a:cubicBezTo>
                  <a:cubicBezTo>
                    <a:pt x="610" y="273"/>
                    <a:pt x="599" y="288"/>
                    <a:pt x="606" y="359"/>
                  </a:cubicBezTo>
                  <a:cubicBezTo>
                    <a:pt x="653" y="327"/>
                    <a:pt x="629" y="392"/>
                    <a:pt x="625" y="415"/>
                  </a:cubicBezTo>
                  <a:cubicBezTo>
                    <a:pt x="631" y="518"/>
                    <a:pt x="607" y="533"/>
                    <a:pt x="669" y="580"/>
                  </a:cubicBezTo>
                  <a:cubicBezTo>
                    <a:pt x="682" y="626"/>
                    <a:pt x="685" y="673"/>
                    <a:pt x="695" y="719"/>
                  </a:cubicBezTo>
                  <a:cubicBezTo>
                    <a:pt x="697" y="710"/>
                    <a:pt x="693" y="697"/>
                    <a:pt x="701" y="693"/>
                  </a:cubicBezTo>
                  <a:cubicBezTo>
                    <a:pt x="707" y="690"/>
                    <a:pt x="705" y="706"/>
                    <a:pt x="707" y="712"/>
                  </a:cubicBezTo>
                  <a:cubicBezTo>
                    <a:pt x="709" y="718"/>
                    <a:pt x="712" y="725"/>
                    <a:pt x="714" y="731"/>
                  </a:cubicBezTo>
                  <a:cubicBezTo>
                    <a:pt x="722" y="756"/>
                    <a:pt x="733" y="807"/>
                    <a:pt x="733" y="807"/>
                  </a:cubicBezTo>
                  <a:cubicBezTo>
                    <a:pt x="735" y="836"/>
                    <a:pt x="733" y="866"/>
                    <a:pt x="739" y="895"/>
                  </a:cubicBezTo>
                  <a:cubicBezTo>
                    <a:pt x="742" y="907"/>
                    <a:pt x="753" y="916"/>
                    <a:pt x="758" y="927"/>
                  </a:cubicBezTo>
                  <a:cubicBezTo>
                    <a:pt x="776" y="965"/>
                    <a:pt x="778" y="1005"/>
                    <a:pt x="802" y="1041"/>
                  </a:cubicBezTo>
                  <a:cubicBezTo>
                    <a:pt x="813" y="1006"/>
                    <a:pt x="817" y="1030"/>
                    <a:pt x="846" y="1041"/>
                  </a:cubicBezTo>
                  <a:cubicBezTo>
                    <a:pt x="878" y="1083"/>
                    <a:pt x="874" y="1098"/>
                    <a:pt x="922" y="1116"/>
                  </a:cubicBezTo>
                  <a:cubicBezTo>
                    <a:pt x="940" y="1142"/>
                    <a:pt x="936" y="1157"/>
                    <a:pt x="947" y="1186"/>
                  </a:cubicBezTo>
                  <a:cubicBezTo>
                    <a:pt x="955" y="1206"/>
                    <a:pt x="950" y="1142"/>
                    <a:pt x="960" y="1161"/>
                  </a:cubicBezTo>
                  <a:cubicBezTo>
                    <a:pt x="967" y="1144"/>
                    <a:pt x="987" y="1206"/>
                    <a:pt x="998" y="1192"/>
                  </a:cubicBezTo>
                  <a:cubicBezTo>
                    <a:pt x="1008" y="1179"/>
                    <a:pt x="1024" y="1173"/>
                    <a:pt x="1036" y="1161"/>
                  </a:cubicBezTo>
                  <a:cubicBezTo>
                    <a:pt x="1040" y="1167"/>
                    <a:pt x="1041" y="1177"/>
                    <a:pt x="1048" y="1180"/>
                  </a:cubicBezTo>
                  <a:cubicBezTo>
                    <a:pt x="1082" y="1193"/>
                    <a:pt x="1056" y="1144"/>
                    <a:pt x="1074" y="1192"/>
                  </a:cubicBezTo>
                  <a:cubicBezTo>
                    <a:pt x="1145" y="1157"/>
                    <a:pt x="1114" y="1156"/>
                    <a:pt x="1162" y="1167"/>
                  </a:cubicBezTo>
                  <a:cubicBezTo>
                    <a:pt x="1192" y="1160"/>
                    <a:pt x="1201" y="1153"/>
                    <a:pt x="1232" y="1161"/>
                  </a:cubicBezTo>
                  <a:cubicBezTo>
                    <a:pt x="1251" y="1141"/>
                    <a:pt x="1295" y="1110"/>
                    <a:pt x="1295" y="1110"/>
                  </a:cubicBezTo>
                  <a:cubicBezTo>
                    <a:pt x="1314" y="1140"/>
                    <a:pt x="1327" y="1138"/>
                    <a:pt x="1358" y="1123"/>
                  </a:cubicBezTo>
                  <a:cubicBezTo>
                    <a:pt x="1373" y="1077"/>
                    <a:pt x="1357" y="1085"/>
                    <a:pt x="1396" y="108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17" name="Freeform 249"/>
            <p:cNvSpPr>
              <a:spLocks/>
            </p:cNvSpPr>
            <p:nvPr/>
          </p:nvSpPr>
          <p:spPr bwMode="auto">
            <a:xfrm flipV="1">
              <a:off x="1888" y="2577"/>
              <a:ext cx="1472" cy="1067"/>
            </a:xfrm>
            <a:custGeom>
              <a:avLst/>
              <a:gdLst/>
              <a:ahLst/>
              <a:cxnLst>
                <a:cxn ang="0">
                  <a:pos x="1472" y="1048"/>
                </a:cxn>
                <a:cxn ang="0">
                  <a:pos x="1409" y="1023"/>
                </a:cxn>
                <a:cxn ang="0">
                  <a:pos x="1415" y="991"/>
                </a:cxn>
                <a:cxn ang="0">
                  <a:pos x="1421" y="966"/>
                </a:cxn>
                <a:cxn ang="0">
                  <a:pos x="1415" y="941"/>
                </a:cxn>
                <a:cxn ang="0">
                  <a:pos x="1409" y="909"/>
                </a:cxn>
                <a:cxn ang="0">
                  <a:pos x="1377" y="947"/>
                </a:cxn>
                <a:cxn ang="0">
                  <a:pos x="1352" y="833"/>
                </a:cxn>
                <a:cxn ang="0">
                  <a:pos x="1320" y="695"/>
                </a:cxn>
                <a:cxn ang="0">
                  <a:pos x="1301" y="707"/>
                </a:cxn>
                <a:cxn ang="0">
                  <a:pos x="1295" y="682"/>
                </a:cxn>
                <a:cxn ang="0">
                  <a:pos x="1257" y="587"/>
                </a:cxn>
                <a:cxn ang="0">
                  <a:pos x="1219" y="473"/>
                </a:cxn>
                <a:cxn ang="0">
                  <a:pos x="1200" y="480"/>
                </a:cxn>
                <a:cxn ang="0">
                  <a:pos x="1143" y="385"/>
                </a:cxn>
                <a:cxn ang="0">
                  <a:pos x="1105" y="259"/>
                </a:cxn>
                <a:cxn ang="0">
                  <a:pos x="1080" y="221"/>
                </a:cxn>
                <a:cxn ang="0">
                  <a:pos x="1042" y="170"/>
                </a:cxn>
                <a:cxn ang="0">
                  <a:pos x="1023" y="177"/>
                </a:cxn>
                <a:cxn ang="0">
                  <a:pos x="1017" y="196"/>
                </a:cxn>
                <a:cxn ang="0">
                  <a:pos x="1011" y="177"/>
                </a:cxn>
                <a:cxn ang="0">
                  <a:pos x="966" y="120"/>
                </a:cxn>
                <a:cxn ang="0">
                  <a:pos x="948" y="126"/>
                </a:cxn>
                <a:cxn ang="0">
                  <a:pos x="859" y="57"/>
                </a:cxn>
                <a:cxn ang="0">
                  <a:pos x="853" y="76"/>
                </a:cxn>
                <a:cxn ang="0">
                  <a:pos x="821" y="44"/>
                </a:cxn>
                <a:cxn ang="0">
                  <a:pos x="752" y="19"/>
                </a:cxn>
                <a:cxn ang="0">
                  <a:pos x="689" y="0"/>
                </a:cxn>
                <a:cxn ang="0">
                  <a:pos x="651" y="25"/>
                </a:cxn>
                <a:cxn ang="0">
                  <a:pos x="625" y="50"/>
                </a:cxn>
                <a:cxn ang="0">
                  <a:pos x="619" y="69"/>
                </a:cxn>
                <a:cxn ang="0">
                  <a:pos x="613" y="50"/>
                </a:cxn>
                <a:cxn ang="0">
                  <a:pos x="588" y="25"/>
                </a:cxn>
                <a:cxn ang="0">
                  <a:pos x="569" y="82"/>
                </a:cxn>
                <a:cxn ang="0">
                  <a:pos x="562" y="63"/>
                </a:cxn>
                <a:cxn ang="0">
                  <a:pos x="543" y="50"/>
                </a:cxn>
                <a:cxn ang="0">
                  <a:pos x="512" y="82"/>
                </a:cxn>
                <a:cxn ang="0">
                  <a:pos x="486" y="126"/>
                </a:cxn>
                <a:cxn ang="0">
                  <a:pos x="480" y="151"/>
                </a:cxn>
                <a:cxn ang="0">
                  <a:pos x="474" y="132"/>
                </a:cxn>
                <a:cxn ang="0">
                  <a:pos x="449" y="145"/>
                </a:cxn>
                <a:cxn ang="0">
                  <a:pos x="423" y="208"/>
                </a:cxn>
                <a:cxn ang="0">
                  <a:pos x="417" y="183"/>
                </a:cxn>
                <a:cxn ang="0">
                  <a:pos x="398" y="196"/>
                </a:cxn>
                <a:cxn ang="0">
                  <a:pos x="373" y="252"/>
                </a:cxn>
                <a:cxn ang="0">
                  <a:pos x="335" y="379"/>
                </a:cxn>
                <a:cxn ang="0">
                  <a:pos x="310" y="429"/>
                </a:cxn>
                <a:cxn ang="0">
                  <a:pos x="291" y="518"/>
                </a:cxn>
                <a:cxn ang="0">
                  <a:pos x="240" y="688"/>
                </a:cxn>
                <a:cxn ang="0">
                  <a:pos x="171" y="884"/>
                </a:cxn>
                <a:cxn ang="0">
                  <a:pos x="164" y="865"/>
                </a:cxn>
                <a:cxn ang="0">
                  <a:pos x="158" y="840"/>
                </a:cxn>
                <a:cxn ang="0">
                  <a:pos x="145" y="897"/>
                </a:cxn>
                <a:cxn ang="0">
                  <a:pos x="108" y="1067"/>
                </a:cxn>
                <a:cxn ang="0">
                  <a:pos x="70" y="1055"/>
                </a:cxn>
                <a:cxn ang="0">
                  <a:pos x="0" y="1055"/>
                </a:cxn>
              </a:cxnLst>
              <a:rect l="0" t="0" r="r" b="b"/>
              <a:pathLst>
                <a:path w="1472" h="1067">
                  <a:moveTo>
                    <a:pt x="1472" y="1048"/>
                  </a:moveTo>
                  <a:cubicBezTo>
                    <a:pt x="1451" y="1038"/>
                    <a:pt x="1431" y="1030"/>
                    <a:pt x="1409" y="1023"/>
                  </a:cubicBezTo>
                  <a:cubicBezTo>
                    <a:pt x="1411" y="1012"/>
                    <a:pt x="1413" y="1002"/>
                    <a:pt x="1415" y="991"/>
                  </a:cubicBezTo>
                  <a:cubicBezTo>
                    <a:pt x="1418" y="978"/>
                    <a:pt x="1439" y="902"/>
                    <a:pt x="1421" y="966"/>
                  </a:cubicBezTo>
                  <a:cubicBezTo>
                    <a:pt x="1419" y="958"/>
                    <a:pt x="1417" y="949"/>
                    <a:pt x="1415" y="941"/>
                  </a:cubicBezTo>
                  <a:cubicBezTo>
                    <a:pt x="1413" y="930"/>
                    <a:pt x="1419" y="914"/>
                    <a:pt x="1409" y="909"/>
                  </a:cubicBezTo>
                  <a:cubicBezTo>
                    <a:pt x="1403" y="906"/>
                    <a:pt x="1379" y="944"/>
                    <a:pt x="1377" y="947"/>
                  </a:cubicBezTo>
                  <a:cubicBezTo>
                    <a:pt x="1372" y="890"/>
                    <a:pt x="1373" y="878"/>
                    <a:pt x="1352" y="833"/>
                  </a:cubicBezTo>
                  <a:cubicBezTo>
                    <a:pt x="1343" y="787"/>
                    <a:pt x="1335" y="739"/>
                    <a:pt x="1320" y="695"/>
                  </a:cubicBezTo>
                  <a:cubicBezTo>
                    <a:pt x="1314" y="699"/>
                    <a:pt x="1308" y="710"/>
                    <a:pt x="1301" y="707"/>
                  </a:cubicBezTo>
                  <a:cubicBezTo>
                    <a:pt x="1293" y="703"/>
                    <a:pt x="1297" y="690"/>
                    <a:pt x="1295" y="682"/>
                  </a:cubicBezTo>
                  <a:cubicBezTo>
                    <a:pt x="1286" y="650"/>
                    <a:pt x="1275" y="614"/>
                    <a:pt x="1257" y="587"/>
                  </a:cubicBezTo>
                  <a:cubicBezTo>
                    <a:pt x="1245" y="548"/>
                    <a:pt x="1228" y="512"/>
                    <a:pt x="1219" y="473"/>
                  </a:cubicBezTo>
                  <a:cubicBezTo>
                    <a:pt x="1213" y="475"/>
                    <a:pt x="1204" y="485"/>
                    <a:pt x="1200" y="480"/>
                  </a:cubicBezTo>
                  <a:cubicBezTo>
                    <a:pt x="1173" y="449"/>
                    <a:pt x="1187" y="399"/>
                    <a:pt x="1143" y="385"/>
                  </a:cubicBezTo>
                  <a:cubicBezTo>
                    <a:pt x="1136" y="340"/>
                    <a:pt x="1131" y="297"/>
                    <a:pt x="1105" y="259"/>
                  </a:cubicBezTo>
                  <a:cubicBezTo>
                    <a:pt x="1094" y="225"/>
                    <a:pt x="1106" y="254"/>
                    <a:pt x="1080" y="221"/>
                  </a:cubicBezTo>
                  <a:cubicBezTo>
                    <a:pt x="1067" y="205"/>
                    <a:pt x="1042" y="170"/>
                    <a:pt x="1042" y="170"/>
                  </a:cubicBezTo>
                  <a:cubicBezTo>
                    <a:pt x="1036" y="172"/>
                    <a:pt x="1028" y="172"/>
                    <a:pt x="1023" y="177"/>
                  </a:cubicBezTo>
                  <a:cubicBezTo>
                    <a:pt x="1018" y="182"/>
                    <a:pt x="1024" y="196"/>
                    <a:pt x="1017" y="196"/>
                  </a:cubicBezTo>
                  <a:cubicBezTo>
                    <a:pt x="1010" y="196"/>
                    <a:pt x="1015" y="183"/>
                    <a:pt x="1011" y="177"/>
                  </a:cubicBezTo>
                  <a:cubicBezTo>
                    <a:pt x="998" y="157"/>
                    <a:pt x="966" y="120"/>
                    <a:pt x="966" y="120"/>
                  </a:cubicBezTo>
                  <a:cubicBezTo>
                    <a:pt x="960" y="122"/>
                    <a:pt x="953" y="129"/>
                    <a:pt x="948" y="126"/>
                  </a:cubicBezTo>
                  <a:cubicBezTo>
                    <a:pt x="901" y="96"/>
                    <a:pt x="906" y="72"/>
                    <a:pt x="859" y="57"/>
                  </a:cubicBezTo>
                  <a:cubicBezTo>
                    <a:pt x="857" y="63"/>
                    <a:pt x="859" y="74"/>
                    <a:pt x="853" y="76"/>
                  </a:cubicBezTo>
                  <a:cubicBezTo>
                    <a:pt x="839" y="79"/>
                    <a:pt x="827" y="49"/>
                    <a:pt x="821" y="44"/>
                  </a:cubicBezTo>
                  <a:cubicBezTo>
                    <a:pt x="795" y="24"/>
                    <a:pt x="781" y="25"/>
                    <a:pt x="752" y="19"/>
                  </a:cubicBezTo>
                  <a:cubicBezTo>
                    <a:pt x="718" y="40"/>
                    <a:pt x="719" y="19"/>
                    <a:pt x="689" y="0"/>
                  </a:cubicBezTo>
                  <a:cubicBezTo>
                    <a:pt x="668" y="30"/>
                    <a:pt x="684" y="48"/>
                    <a:pt x="651" y="25"/>
                  </a:cubicBezTo>
                  <a:cubicBezTo>
                    <a:pt x="642" y="33"/>
                    <a:pt x="632" y="40"/>
                    <a:pt x="625" y="50"/>
                  </a:cubicBezTo>
                  <a:cubicBezTo>
                    <a:pt x="621" y="55"/>
                    <a:pt x="626" y="69"/>
                    <a:pt x="619" y="69"/>
                  </a:cubicBezTo>
                  <a:cubicBezTo>
                    <a:pt x="612" y="69"/>
                    <a:pt x="615" y="56"/>
                    <a:pt x="613" y="50"/>
                  </a:cubicBezTo>
                  <a:cubicBezTo>
                    <a:pt x="605" y="25"/>
                    <a:pt x="612" y="33"/>
                    <a:pt x="588" y="25"/>
                  </a:cubicBezTo>
                  <a:cubicBezTo>
                    <a:pt x="587" y="29"/>
                    <a:pt x="579" y="79"/>
                    <a:pt x="569" y="82"/>
                  </a:cubicBezTo>
                  <a:cubicBezTo>
                    <a:pt x="563" y="84"/>
                    <a:pt x="566" y="68"/>
                    <a:pt x="562" y="63"/>
                  </a:cubicBezTo>
                  <a:cubicBezTo>
                    <a:pt x="557" y="57"/>
                    <a:pt x="549" y="54"/>
                    <a:pt x="543" y="50"/>
                  </a:cubicBezTo>
                  <a:cubicBezTo>
                    <a:pt x="529" y="109"/>
                    <a:pt x="551" y="50"/>
                    <a:pt x="512" y="82"/>
                  </a:cubicBezTo>
                  <a:cubicBezTo>
                    <a:pt x="499" y="93"/>
                    <a:pt x="496" y="112"/>
                    <a:pt x="486" y="126"/>
                  </a:cubicBezTo>
                  <a:cubicBezTo>
                    <a:pt x="484" y="134"/>
                    <a:pt x="488" y="147"/>
                    <a:pt x="480" y="151"/>
                  </a:cubicBezTo>
                  <a:cubicBezTo>
                    <a:pt x="474" y="154"/>
                    <a:pt x="481" y="133"/>
                    <a:pt x="474" y="132"/>
                  </a:cubicBezTo>
                  <a:cubicBezTo>
                    <a:pt x="465" y="130"/>
                    <a:pt x="457" y="141"/>
                    <a:pt x="449" y="145"/>
                  </a:cubicBezTo>
                  <a:cubicBezTo>
                    <a:pt x="434" y="166"/>
                    <a:pt x="430" y="183"/>
                    <a:pt x="423" y="208"/>
                  </a:cubicBezTo>
                  <a:cubicBezTo>
                    <a:pt x="421" y="200"/>
                    <a:pt x="425" y="187"/>
                    <a:pt x="417" y="183"/>
                  </a:cubicBezTo>
                  <a:cubicBezTo>
                    <a:pt x="410" y="180"/>
                    <a:pt x="403" y="190"/>
                    <a:pt x="398" y="196"/>
                  </a:cubicBezTo>
                  <a:cubicBezTo>
                    <a:pt x="388" y="209"/>
                    <a:pt x="383" y="236"/>
                    <a:pt x="373" y="252"/>
                  </a:cubicBezTo>
                  <a:cubicBezTo>
                    <a:pt x="367" y="290"/>
                    <a:pt x="353" y="343"/>
                    <a:pt x="335" y="379"/>
                  </a:cubicBezTo>
                  <a:cubicBezTo>
                    <a:pt x="314" y="422"/>
                    <a:pt x="328" y="370"/>
                    <a:pt x="310" y="429"/>
                  </a:cubicBezTo>
                  <a:cubicBezTo>
                    <a:pt x="301" y="458"/>
                    <a:pt x="300" y="489"/>
                    <a:pt x="291" y="518"/>
                  </a:cubicBezTo>
                  <a:cubicBezTo>
                    <a:pt x="241" y="418"/>
                    <a:pt x="312" y="665"/>
                    <a:pt x="240" y="688"/>
                  </a:cubicBezTo>
                  <a:cubicBezTo>
                    <a:pt x="205" y="746"/>
                    <a:pt x="195" y="820"/>
                    <a:pt x="171" y="884"/>
                  </a:cubicBezTo>
                  <a:cubicBezTo>
                    <a:pt x="169" y="878"/>
                    <a:pt x="166" y="871"/>
                    <a:pt x="164" y="865"/>
                  </a:cubicBezTo>
                  <a:cubicBezTo>
                    <a:pt x="162" y="857"/>
                    <a:pt x="166" y="836"/>
                    <a:pt x="158" y="840"/>
                  </a:cubicBezTo>
                  <a:cubicBezTo>
                    <a:pt x="141" y="849"/>
                    <a:pt x="151" y="878"/>
                    <a:pt x="145" y="897"/>
                  </a:cubicBezTo>
                  <a:cubicBezTo>
                    <a:pt x="128" y="953"/>
                    <a:pt x="126" y="1011"/>
                    <a:pt x="108" y="1067"/>
                  </a:cubicBezTo>
                  <a:cubicBezTo>
                    <a:pt x="99" y="1035"/>
                    <a:pt x="93" y="1019"/>
                    <a:pt x="70" y="1055"/>
                  </a:cubicBezTo>
                  <a:cubicBezTo>
                    <a:pt x="36" y="1032"/>
                    <a:pt x="36" y="1055"/>
                    <a:pt x="0" y="105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18" name="Freeform 250"/>
            <p:cNvSpPr>
              <a:spLocks/>
            </p:cNvSpPr>
            <p:nvPr/>
          </p:nvSpPr>
          <p:spPr bwMode="auto">
            <a:xfrm flipV="1">
              <a:off x="2008" y="2550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19" name="Freeform 251"/>
            <p:cNvSpPr>
              <a:spLocks/>
            </p:cNvSpPr>
            <p:nvPr/>
          </p:nvSpPr>
          <p:spPr bwMode="auto">
            <a:xfrm>
              <a:off x="1990" y="2594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20" name="Freeform 252"/>
            <p:cNvSpPr>
              <a:spLocks/>
            </p:cNvSpPr>
            <p:nvPr/>
          </p:nvSpPr>
          <p:spPr bwMode="auto">
            <a:xfrm flipV="1">
              <a:off x="1911" y="2570"/>
              <a:ext cx="1492" cy="1162"/>
            </a:xfrm>
            <a:custGeom>
              <a:avLst/>
              <a:gdLst/>
              <a:ahLst/>
              <a:cxnLst>
                <a:cxn ang="0">
                  <a:pos x="34" y="1093"/>
                </a:cxn>
                <a:cxn ang="0">
                  <a:pos x="72" y="1093"/>
                </a:cxn>
                <a:cxn ang="0">
                  <a:pos x="91" y="1112"/>
                </a:cxn>
                <a:cxn ang="0">
                  <a:pos x="160" y="1086"/>
                </a:cxn>
                <a:cxn ang="0">
                  <a:pos x="173" y="1124"/>
                </a:cxn>
                <a:cxn ang="0">
                  <a:pos x="223" y="1143"/>
                </a:cxn>
                <a:cxn ang="0">
                  <a:pos x="287" y="1143"/>
                </a:cxn>
                <a:cxn ang="0">
                  <a:pos x="337" y="1162"/>
                </a:cxn>
                <a:cxn ang="0">
                  <a:pos x="369" y="1124"/>
                </a:cxn>
                <a:cxn ang="0">
                  <a:pos x="432" y="1105"/>
                </a:cxn>
                <a:cxn ang="0">
                  <a:pos x="495" y="1068"/>
                </a:cxn>
                <a:cxn ang="0">
                  <a:pos x="533" y="1061"/>
                </a:cxn>
                <a:cxn ang="0">
                  <a:pos x="571" y="1061"/>
                </a:cxn>
                <a:cxn ang="0">
                  <a:pos x="590" y="1074"/>
                </a:cxn>
                <a:cxn ang="0">
                  <a:pos x="621" y="954"/>
                </a:cxn>
                <a:cxn ang="0">
                  <a:pos x="628" y="973"/>
                </a:cxn>
                <a:cxn ang="0">
                  <a:pos x="634" y="948"/>
                </a:cxn>
                <a:cxn ang="0">
                  <a:pos x="647" y="922"/>
                </a:cxn>
                <a:cxn ang="0">
                  <a:pos x="691" y="809"/>
                </a:cxn>
                <a:cxn ang="0">
                  <a:pos x="741" y="657"/>
                </a:cxn>
                <a:cxn ang="0">
                  <a:pos x="767" y="606"/>
                </a:cxn>
                <a:cxn ang="0">
                  <a:pos x="798" y="531"/>
                </a:cxn>
                <a:cxn ang="0">
                  <a:pos x="805" y="499"/>
                </a:cxn>
                <a:cxn ang="0">
                  <a:pos x="811" y="480"/>
                </a:cxn>
                <a:cxn ang="0">
                  <a:pos x="823" y="430"/>
                </a:cxn>
                <a:cxn ang="0">
                  <a:pos x="861" y="329"/>
                </a:cxn>
                <a:cxn ang="0">
                  <a:pos x="956" y="120"/>
                </a:cxn>
                <a:cxn ang="0">
                  <a:pos x="988" y="101"/>
                </a:cxn>
                <a:cxn ang="0">
                  <a:pos x="1007" y="63"/>
                </a:cxn>
                <a:cxn ang="0">
                  <a:pos x="1013" y="89"/>
                </a:cxn>
                <a:cxn ang="0">
                  <a:pos x="1019" y="108"/>
                </a:cxn>
                <a:cxn ang="0">
                  <a:pos x="1057" y="57"/>
                </a:cxn>
                <a:cxn ang="0">
                  <a:pos x="1063" y="89"/>
                </a:cxn>
                <a:cxn ang="0">
                  <a:pos x="1070" y="114"/>
                </a:cxn>
                <a:cxn ang="0">
                  <a:pos x="1095" y="82"/>
                </a:cxn>
                <a:cxn ang="0">
                  <a:pos x="1101" y="57"/>
                </a:cxn>
                <a:cxn ang="0">
                  <a:pos x="1108" y="38"/>
                </a:cxn>
                <a:cxn ang="0">
                  <a:pos x="1127" y="82"/>
                </a:cxn>
                <a:cxn ang="0">
                  <a:pos x="1146" y="57"/>
                </a:cxn>
                <a:cxn ang="0">
                  <a:pos x="1152" y="32"/>
                </a:cxn>
                <a:cxn ang="0">
                  <a:pos x="1171" y="82"/>
                </a:cxn>
                <a:cxn ang="0">
                  <a:pos x="1215" y="25"/>
                </a:cxn>
                <a:cxn ang="0">
                  <a:pos x="1259" y="13"/>
                </a:cxn>
                <a:cxn ang="0">
                  <a:pos x="1291" y="44"/>
                </a:cxn>
                <a:cxn ang="0">
                  <a:pos x="1303" y="19"/>
                </a:cxn>
                <a:cxn ang="0">
                  <a:pos x="1335" y="57"/>
                </a:cxn>
                <a:cxn ang="0">
                  <a:pos x="1392" y="0"/>
                </a:cxn>
                <a:cxn ang="0">
                  <a:pos x="1417" y="76"/>
                </a:cxn>
                <a:cxn ang="0">
                  <a:pos x="1442" y="70"/>
                </a:cxn>
                <a:cxn ang="0">
                  <a:pos x="1461" y="70"/>
                </a:cxn>
                <a:cxn ang="0">
                  <a:pos x="1474" y="133"/>
                </a:cxn>
                <a:cxn ang="0">
                  <a:pos x="1487" y="120"/>
                </a:cxn>
              </a:cxnLst>
              <a:rect l="0" t="0" r="r" b="b"/>
              <a:pathLst>
                <a:path w="1492" h="1162">
                  <a:moveTo>
                    <a:pt x="34" y="1093"/>
                  </a:moveTo>
                  <a:cubicBezTo>
                    <a:pt x="106" y="1138"/>
                    <a:pt x="0" y="1080"/>
                    <a:pt x="72" y="1093"/>
                  </a:cubicBezTo>
                  <a:cubicBezTo>
                    <a:pt x="81" y="1095"/>
                    <a:pt x="85" y="1106"/>
                    <a:pt x="91" y="1112"/>
                  </a:cubicBezTo>
                  <a:cubicBezTo>
                    <a:pt x="108" y="1103"/>
                    <a:pt x="141" y="1084"/>
                    <a:pt x="160" y="1086"/>
                  </a:cubicBezTo>
                  <a:cubicBezTo>
                    <a:pt x="161" y="1086"/>
                    <a:pt x="173" y="1123"/>
                    <a:pt x="173" y="1124"/>
                  </a:cubicBezTo>
                  <a:cubicBezTo>
                    <a:pt x="223" y="1112"/>
                    <a:pt x="180" y="1129"/>
                    <a:pt x="223" y="1143"/>
                  </a:cubicBezTo>
                  <a:cubicBezTo>
                    <a:pt x="281" y="1121"/>
                    <a:pt x="264" y="1109"/>
                    <a:pt x="287" y="1143"/>
                  </a:cubicBezTo>
                  <a:cubicBezTo>
                    <a:pt x="337" y="1131"/>
                    <a:pt x="327" y="1099"/>
                    <a:pt x="337" y="1162"/>
                  </a:cubicBezTo>
                  <a:cubicBezTo>
                    <a:pt x="349" y="1150"/>
                    <a:pt x="354" y="1132"/>
                    <a:pt x="369" y="1124"/>
                  </a:cubicBezTo>
                  <a:cubicBezTo>
                    <a:pt x="388" y="1114"/>
                    <a:pt x="411" y="1113"/>
                    <a:pt x="432" y="1105"/>
                  </a:cubicBezTo>
                  <a:cubicBezTo>
                    <a:pt x="471" y="1162"/>
                    <a:pt x="468" y="1081"/>
                    <a:pt x="495" y="1068"/>
                  </a:cubicBezTo>
                  <a:cubicBezTo>
                    <a:pt x="507" y="1062"/>
                    <a:pt x="520" y="1063"/>
                    <a:pt x="533" y="1061"/>
                  </a:cubicBezTo>
                  <a:cubicBezTo>
                    <a:pt x="577" y="994"/>
                    <a:pt x="545" y="1028"/>
                    <a:pt x="571" y="1061"/>
                  </a:cubicBezTo>
                  <a:cubicBezTo>
                    <a:pt x="576" y="1067"/>
                    <a:pt x="584" y="1070"/>
                    <a:pt x="590" y="1074"/>
                  </a:cubicBezTo>
                  <a:cubicBezTo>
                    <a:pt x="600" y="1033"/>
                    <a:pt x="614" y="996"/>
                    <a:pt x="621" y="954"/>
                  </a:cubicBezTo>
                  <a:cubicBezTo>
                    <a:pt x="623" y="960"/>
                    <a:pt x="622" y="976"/>
                    <a:pt x="628" y="973"/>
                  </a:cubicBezTo>
                  <a:cubicBezTo>
                    <a:pt x="636" y="969"/>
                    <a:pt x="631" y="956"/>
                    <a:pt x="634" y="948"/>
                  </a:cubicBezTo>
                  <a:cubicBezTo>
                    <a:pt x="637" y="939"/>
                    <a:pt x="643" y="931"/>
                    <a:pt x="647" y="922"/>
                  </a:cubicBezTo>
                  <a:cubicBezTo>
                    <a:pt x="664" y="883"/>
                    <a:pt x="665" y="843"/>
                    <a:pt x="691" y="809"/>
                  </a:cubicBezTo>
                  <a:cubicBezTo>
                    <a:pt x="707" y="758"/>
                    <a:pt x="725" y="708"/>
                    <a:pt x="741" y="657"/>
                  </a:cubicBezTo>
                  <a:cubicBezTo>
                    <a:pt x="747" y="639"/>
                    <a:pt x="760" y="624"/>
                    <a:pt x="767" y="606"/>
                  </a:cubicBezTo>
                  <a:cubicBezTo>
                    <a:pt x="773" y="575"/>
                    <a:pt x="784" y="559"/>
                    <a:pt x="798" y="531"/>
                  </a:cubicBezTo>
                  <a:cubicBezTo>
                    <a:pt x="800" y="520"/>
                    <a:pt x="802" y="510"/>
                    <a:pt x="805" y="499"/>
                  </a:cubicBezTo>
                  <a:cubicBezTo>
                    <a:pt x="807" y="493"/>
                    <a:pt x="809" y="486"/>
                    <a:pt x="811" y="480"/>
                  </a:cubicBezTo>
                  <a:cubicBezTo>
                    <a:pt x="815" y="463"/>
                    <a:pt x="823" y="430"/>
                    <a:pt x="823" y="430"/>
                  </a:cubicBezTo>
                  <a:cubicBezTo>
                    <a:pt x="829" y="374"/>
                    <a:pt x="816" y="351"/>
                    <a:pt x="861" y="329"/>
                  </a:cubicBezTo>
                  <a:cubicBezTo>
                    <a:pt x="879" y="256"/>
                    <a:pt x="921" y="187"/>
                    <a:pt x="956" y="120"/>
                  </a:cubicBezTo>
                  <a:cubicBezTo>
                    <a:pt x="967" y="153"/>
                    <a:pt x="958" y="145"/>
                    <a:pt x="988" y="101"/>
                  </a:cubicBezTo>
                  <a:cubicBezTo>
                    <a:pt x="1003" y="79"/>
                    <a:pt x="998" y="86"/>
                    <a:pt x="1007" y="63"/>
                  </a:cubicBezTo>
                  <a:cubicBezTo>
                    <a:pt x="1009" y="72"/>
                    <a:pt x="1011" y="80"/>
                    <a:pt x="1013" y="89"/>
                  </a:cubicBezTo>
                  <a:cubicBezTo>
                    <a:pt x="1015" y="95"/>
                    <a:pt x="1014" y="112"/>
                    <a:pt x="1019" y="108"/>
                  </a:cubicBezTo>
                  <a:cubicBezTo>
                    <a:pt x="1036" y="96"/>
                    <a:pt x="1057" y="57"/>
                    <a:pt x="1057" y="57"/>
                  </a:cubicBezTo>
                  <a:cubicBezTo>
                    <a:pt x="1059" y="68"/>
                    <a:pt x="1061" y="78"/>
                    <a:pt x="1063" y="89"/>
                  </a:cubicBezTo>
                  <a:cubicBezTo>
                    <a:pt x="1065" y="97"/>
                    <a:pt x="1062" y="116"/>
                    <a:pt x="1070" y="114"/>
                  </a:cubicBezTo>
                  <a:cubicBezTo>
                    <a:pt x="1083" y="111"/>
                    <a:pt x="1087" y="93"/>
                    <a:pt x="1095" y="82"/>
                  </a:cubicBezTo>
                  <a:cubicBezTo>
                    <a:pt x="1097" y="74"/>
                    <a:pt x="1099" y="65"/>
                    <a:pt x="1101" y="57"/>
                  </a:cubicBezTo>
                  <a:cubicBezTo>
                    <a:pt x="1103" y="51"/>
                    <a:pt x="1102" y="36"/>
                    <a:pt x="1108" y="38"/>
                  </a:cubicBezTo>
                  <a:cubicBezTo>
                    <a:pt x="1112" y="39"/>
                    <a:pt x="1125" y="76"/>
                    <a:pt x="1127" y="82"/>
                  </a:cubicBezTo>
                  <a:cubicBezTo>
                    <a:pt x="1133" y="74"/>
                    <a:pt x="1141" y="66"/>
                    <a:pt x="1146" y="57"/>
                  </a:cubicBezTo>
                  <a:cubicBezTo>
                    <a:pt x="1150" y="49"/>
                    <a:pt x="1144" y="29"/>
                    <a:pt x="1152" y="32"/>
                  </a:cubicBezTo>
                  <a:cubicBezTo>
                    <a:pt x="1156" y="33"/>
                    <a:pt x="1168" y="74"/>
                    <a:pt x="1171" y="82"/>
                  </a:cubicBezTo>
                  <a:cubicBezTo>
                    <a:pt x="1195" y="67"/>
                    <a:pt x="1198" y="49"/>
                    <a:pt x="1215" y="25"/>
                  </a:cubicBezTo>
                  <a:cubicBezTo>
                    <a:pt x="1239" y="60"/>
                    <a:pt x="1244" y="44"/>
                    <a:pt x="1259" y="13"/>
                  </a:cubicBezTo>
                  <a:cubicBezTo>
                    <a:pt x="1269" y="48"/>
                    <a:pt x="1254" y="81"/>
                    <a:pt x="1291" y="44"/>
                  </a:cubicBezTo>
                  <a:cubicBezTo>
                    <a:pt x="1295" y="36"/>
                    <a:pt x="1294" y="21"/>
                    <a:pt x="1303" y="19"/>
                  </a:cubicBezTo>
                  <a:cubicBezTo>
                    <a:pt x="1310" y="18"/>
                    <a:pt x="1332" y="53"/>
                    <a:pt x="1335" y="57"/>
                  </a:cubicBezTo>
                  <a:cubicBezTo>
                    <a:pt x="1363" y="42"/>
                    <a:pt x="1374" y="26"/>
                    <a:pt x="1392" y="0"/>
                  </a:cubicBezTo>
                  <a:cubicBezTo>
                    <a:pt x="1397" y="29"/>
                    <a:pt x="1401" y="51"/>
                    <a:pt x="1417" y="76"/>
                  </a:cubicBezTo>
                  <a:cubicBezTo>
                    <a:pt x="1425" y="74"/>
                    <a:pt x="1435" y="75"/>
                    <a:pt x="1442" y="70"/>
                  </a:cubicBezTo>
                  <a:cubicBezTo>
                    <a:pt x="1459" y="56"/>
                    <a:pt x="1437" y="32"/>
                    <a:pt x="1461" y="70"/>
                  </a:cubicBezTo>
                  <a:cubicBezTo>
                    <a:pt x="1477" y="159"/>
                    <a:pt x="1460" y="67"/>
                    <a:pt x="1474" y="133"/>
                  </a:cubicBezTo>
                  <a:cubicBezTo>
                    <a:pt x="1492" y="217"/>
                    <a:pt x="1487" y="222"/>
                    <a:pt x="1487" y="120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21" name="Freeform 253"/>
            <p:cNvSpPr>
              <a:spLocks/>
            </p:cNvSpPr>
            <p:nvPr/>
          </p:nvSpPr>
          <p:spPr bwMode="auto">
            <a:xfrm flipV="1">
              <a:off x="1992" y="2539"/>
              <a:ext cx="1349" cy="1269"/>
            </a:xfrm>
            <a:custGeom>
              <a:avLst/>
              <a:gdLst/>
              <a:ahLst/>
              <a:cxnLst>
                <a:cxn ang="0">
                  <a:pos x="4" y="151"/>
                </a:cxn>
                <a:cxn ang="0">
                  <a:pos x="42" y="95"/>
                </a:cxn>
                <a:cxn ang="0">
                  <a:pos x="67" y="57"/>
                </a:cxn>
                <a:cxn ang="0">
                  <a:pos x="73" y="76"/>
                </a:cxn>
                <a:cxn ang="0">
                  <a:pos x="67" y="95"/>
                </a:cxn>
                <a:cxn ang="0">
                  <a:pos x="99" y="38"/>
                </a:cxn>
                <a:cxn ang="0">
                  <a:pos x="143" y="13"/>
                </a:cxn>
                <a:cxn ang="0">
                  <a:pos x="149" y="69"/>
                </a:cxn>
                <a:cxn ang="0">
                  <a:pos x="168" y="63"/>
                </a:cxn>
                <a:cxn ang="0">
                  <a:pos x="200" y="19"/>
                </a:cxn>
                <a:cxn ang="0">
                  <a:pos x="212" y="101"/>
                </a:cxn>
                <a:cxn ang="0">
                  <a:pos x="231" y="63"/>
                </a:cxn>
                <a:cxn ang="0">
                  <a:pos x="257" y="0"/>
                </a:cxn>
                <a:cxn ang="0">
                  <a:pos x="263" y="95"/>
                </a:cxn>
                <a:cxn ang="0">
                  <a:pos x="295" y="82"/>
                </a:cxn>
                <a:cxn ang="0">
                  <a:pos x="320" y="31"/>
                </a:cxn>
                <a:cxn ang="0">
                  <a:pos x="358" y="63"/>
                </a:cxn>
                <a:cxn ang="0">
                  <a:pos x="383" y="145"/>
                </a:cxn>
                <a:cxn ang="0">
                  <a:pos x="402" y="126"/>
                </a:cxn>
                <a:cxn ang="0">
                  <a:pos x="408" y="107"/>
                </a:cxn>
                <a:cxn ang="0">
                  <a:pos x="433" y="164"/>
                </a:cxn>
                <a:cxn ang="0">
                  <a:pos x="452" y="189"/>
                </a:cxn>
                <a:cxn ang="0">
                  <a:pos x="478" y="158"/>
                </a:cxn>
                <a:cxn ang="0">
                  <a:pos x="484" y="133"/>
                </a:cxn>
                <a:cxn ang="0">
                  <a:pos x="497" y="151"/>
                </a:cxn>
                <a:cxn ang="0">
                  <a:pos x="516" y="227"/>
                </a:cxn>
                <a:cxn ang="0">
                  <a:pos x="547" y="259"/>
                </a:cxn>
                <a:cxn ang="0">
                  <a:pos x="553" y="335"/>
                </a:cxn>
                <a:cxn ang="0">
                  <a:pos x="572" y="322"/>
                </a:cxn>
                <a:cxn ang="0">
                  <a:pos x="579" y="341"/>
                </a:cxn>
                <a:cxn ang="0">
                  <a:pos x="604" y="474"/>
                </a:cxn>
                <a:cxn ang="0">
                  <a:pos x="629" y="398"/>
                </a:cxn>
                <a:cxn ang="0">
                  <a:pos x="673" y="606"/>
                </a:cxn>
                <a:cxn ang="0">
                  <a:pos x="699" y="657"/>
                </a:cxn>
                <a:cxn ang="0">
                  <a:pos x="718" y="638"/>
                </a:cxn>
                <a:cxn ang="0">
                  <a:pos x="737" y="663"/>
                </a:cxn>
                <a:cxn ang="0">
                  <a:pos x="756" y="859"/>
                </a:cxn>
                <a:cxn ang="0">
                  <a:pos x="781" y="859"/>
                </a:cxn>
                <a:cxn ang="0">
                  <a:pos x="800" y="941"/>
                </a:cxn>
                <a:cxn ang="0">
                  <a:pos x="831" y="979"/>
                </a:cxn>
                <a:cxn ang="0">
                  <a:pos x="983" y="1225"/>
                </a:cxn>
                <a:cxn ang="0">
                  <a:pos x="995" y="1244"/>
                </a:cxn>
                <a:cxn ang="0">
                  <a:pos x="1059" y="1175"/>
                </a:cxn>
                <a:cxn ang="0">
                  <a:pos x="1078" y="1244"/>
                </a:cxn>
                <a:cxn ang="0">
                  <a:pos x="1135" y="1225"/>
                </a:cxn>
                <a:cxn ang="0">
                  <a:pos x="1198" y="1149"/>
                </a:cxn>
                <a:cxn ang="0">
                  <a:pos x="1204" y="1181"/>
                </a:cxn>
                <a:cxn ang="0">
                  <a:pos x="1210" y="1206"/>
                </a:cxn>
                <a:cxn ang="0">
                  <a:pos x="1236" y="1194"/>
                </a:cxn>
                <a:cxn ang="0">
                  <a:pos x="1261" y="1194"/>
                </a:cxn>
                <a:cxn ang="0">
                  <a:pos x="1280" y="1181"/>
                </a:cxn>
                <a:cxn ang="0">
                  <a:pos x="1305" y="1124"/>
                </a:cxn>
                <a:cxn ang="0">
                  <a:pos x="1330" y="1130"/>
                </a:cxn>
                <a:cxn ang="0">
                  <a:pos x="1349" y="1137"/>
                </a:cxn>
                <a:cxn ang="0">
                  <a:pos x="1330" y="1143"/>
                </a:cxn>
                <a:cxn ang="0">
                  <a:pos x="1273" y="1156"/>
                </a:cxn>
              </a:cxnLst>
              <a:rect l="0" t="0" r="r" b="b"/>
              <a:pathLst>
                <a:path w="1349" h="1269">
                  <a:moveTo>
                    <a:pt x="4" y="151"/>
                  </a:moveTo>
                  <a:cubicBezTo>
                    <a:pt x="46" y="82"/>
                    <a:pt x="0" y="155"/>
                    <a:pt x="42" y="95"/>
                  </a:cubicBezTo>
                  <a:cubicBezTo>
                    <a:pt x="51" y="83"/>
                    <a:pt x="67" y="57"/>
                    <a:pt x="67" y="57"/>
                  </a:cubicBezTo>
                  <a:cubicBezTo>
                    <a:pt x="69" y="63"/>
                    <a:pt x="73" y="69"/>
                    <a:pt x="73" y="76"/>
                  </a:cubicBezTo>
                  <a:cubicBezTo>
                    <a:pt x="73" y="83"/>
                    <a:pt x="64" y="101"/>
                    <a:pt x="67" y="95"/>
                  </a:cubicBezTo>
                  <a:cubicBezTo>
                    <a:pt x="103" y="28"/>
                    <a:pt x="56" y="95"/>
                    <a:pt x="99" y="38"/>
                  </a:cubicBezTo>
                  <a:cubicBezTo>
                    <a:pt x="112" y="81"/>
                    <a:pt x="118" y="36"/>
                    <a:pt x="143" y="13"/>
                  </a:cubicBezTo>
                  <a:cubicBezTo>
                    <a:pt x="145" y="32"/>
                    <a:pt x="141" y="52"/>
                    <a:pt x="149" y="69"/>
                  </a:cubicBezTo>
                  <a:cubicBezTo>
                    <a:pt x="152" y="75"/>
                    <a:pt x="163" y="68"/>
                    <a:pt x="168" y="63"/>
                  </a:cubicBezTo>
                  <a:cubicBezTo>
                    <a:pt x="181" y="50"/>
                    <a:pt x="200" y="19"/>
                    <a:pt x="200" y="19"/>
                  </a:cubicBezTo>
                  <a:cubicBezTo>
                    <a:pt x="208" y="45"/>
                    <a:pt x="192" y="81"/>
                    <a:pt x="212" y="101"/>
                  </a:cubicBezTo>
                  <a:cubicBezTo>
                    <a:pt x="222" y="111"/>
                    <a:pt x="225" y="76"/>
                    <a:pt x="231" y="63"/>
                  </a:cubicBezTo>
                  <a:cubicBezTo>
                    <a:pt x="240" y="42"/>
                    <a:pt x="249" y="21"/>
                    <a:pt x="257" y="0"/>
                  </a:cubicBezTo>
                  <a:cubicBezTo>
                    <a:pt x="259" y="32"/>
                    <a:pt x="250" y="66"/>
                    <a:pt x="263" y="95"/>
                  </a:cubicBezTo>
                  <a:cubicBezTo>
                    <a:pt x="268" y="105"/>
                    <a:pt x="287" y="90"/>
                    <a:pt x="295" y="82"/>
                  </a:cubicBezTo>
                  <a:cubicBezTo>
                    <a:pt x="308" y="68"/>
                    <a:pt x="309" y="47"/>
                    <a:pt x="320" y="31"/>
                  </a:cubicBezTo>
                  <a:cubicBezTo>
                    <a:pt x="325" y="93"/>
                    <a:pt x="324" y="147"/>
                    <a:pt x="358" y="63"/>
                  </a:cubicBezTo>
                  <a:cubicBezTo>
                    <a:pt x="367" y="90"/>
                    <a:pt x="374" y="118"/>
                    <a:pt x="383" y="145"/>
                  </a:cubicBezTo>
                  <a:cubicBezTo>
                    <a:pt x="389" y="139"/>
                    <a:pt x="397" y="133"/>
                    <a:pt x="402" y="126"/>
                  </a:cubicBezTo>
                  <a:cubicBezTo>
                    <a:pt x="406" y="120"/>
                    <a:pt x="403" y="103"/>
                    <a:pt x="408" y="107"/>
                  </a:cubicBezTo>
                  <a:cubicBezTo>
                    <a:pt x="419" y="115"/>
                    <a:pt x="428" y="148"/>
                    <a:pt x="433" y="164"/>
                  </a:cubicBezTo>
                  <a:cubicBezTo>
                    <a:pt x="444" y="244"/>
                    <a:pt x="431" y="220"/>
                    <a:pt x="452" y="189"/>
                  </a:cubicBezTo>
                  <a:cubicBezTo>
                    <a:pt x="459" y="178"/>
                    <a:pt x="469" y="168"/>
                    <a:pt x="478" y="158"/>
                  </a:cubicBezTo>
                  <a:cubicBezTo>
                    <a:pt x="480" y="150"/>
                    <a:pt x="476" y="136"/>
                    <a:pt x="484" y="133"/>
                  </a:cubicBezTo>
                  <a:cubicBezTo>
                    <a:pt x="491" y="130"/>
                    <a:pt x="494" y="144"/>
                    <a:pt x="497" y="151"/>
                  </a:cubicBezTo>
                  <a:cubicBezTo>
                    <a:pt x="507" y="175"/>
                    <a:pt x="507" y="203"/>
                    <a:pt x="516" y="227"/>
                  </a:cubicBezTo>
                  <a:cubicBezTo>
                    <a:pt x="555" y="176"/>
                    <a:pt x="538" y="223"/>
                    <a:pt x="547" y="259"/>
                  </a:cubicBezTo>
                  <a:cubicBezTo>
                    <a:pt x="549" y="284"/>
                    <a:pt x="544" y="311"/>
                    <a:pt x="553" y="335"/>
                  </a:cubicBezTo>
                  <a:cubicBezTo>
                    <a:pt x="556" y="342"/>
                    <a:pt x="565" y="320"/>
                    <a:pt x="572" y="322"/>
                  </a:cubicBezTo>
                  <a:cubicBezTo>
                    <a:pt x="579" y="324"/>
                    <a:pt x="577" y="335"/>
                    <a:pt x="579" y="341"/>
                  </a:cubicBezTo>
                  <a:cubicBezTo>
                    <a:pt x="603" y="265"/>
                    <a:pt x="581" y="428"/>
                    <a:pt x="604" y="474"/>
                  </a:cubicBezTo>
                  <a:cubicBezTo>
                    <a:pt x="610" y="444"/>
                    <a:pt x="616" y="425"/>
                    <a:pt x="629" y="398"/>
                  </a:cubicBezTo>
                  <a:cubicBezTo>
                    <a:pt x="652" y="465"/>
                    <a:pt x="652" y="538"/>
                    <a:pt x="673" y="606"/>
                  </a:cubicBezTo>
                  <a:cubicBezTo>
                    <a:pt x="699" y="544"/>
                    <a:pt x="687" y="463"/>
                    <a:pt x="699" y="657"/>
                  </a:cubicBezTo>
                  <a:cubicBezTo>
                    <a:pt x="705" y="651"/>
                    <a:pt x="714" y="630"/>
                    <a:pt x="718" y="638"/>
                  </a:cubicBezTo>
                  <a:cubicBezTo>
                    <a:pt x="738" y="683"/>
                    <a:pt x="709" y="772"/>
                    <a:pt x="737" y="663"/>
                  </a:cubicBezTo>
                  <a:cubicBezTo>
                    <a:pt x="741" y="765"/>
                    <a:pt x="742" y="782"/>
                    <a:pt x="756" y="859"/>
                  </a:cubicBezTo>
                  <a:cubicBezTo>
                    <a:pt x="759" y="847"/>
                    <a:pt x="764" y="798"/>
                    <a:pt x="781" y="859"/>
                  </a:cubicBezTo>
                  <a:cubicBezTo>
                    <a:pt x="811" y="963"/>
                    <a:pt x="767" y="892"/>
                    <a:pt x="800" y="941"/>
                  </a:cubicBezTo>
                  <a:cubicBezTo>
                    <a:pt x="811" y="975"/>
                    <a:pt x="789" y="1021"/>
                    <a:pt x="831" y="979"/>
                  </a:cubicBezTo>
                  <a:cubicBezTo>
                    <a:pt x="862" y="1040"/>
                    <a:pt x="953" y="1165"/>
                    <a:pt x="983" y="1225"/>
                  </a:cubicBezTo>
                  <a:cubicBezTo>
                    <a:pt x="1010" y="1269"/>
                    <a:pt x="982" y="1252"/>
                    <a:pt x="995" y="1244"/>
                  </a:cubicBezTo>
                  <a:cubicBezTo>
                    <a:pt x="1013" y="1190"/>
                    <a:pt x="1027" y="1222"/>
                    <a:pt x="1059" y="1175"/>
                  </a:cubicBezTo>
                  <a:cubicBezTo>
                    <a:pt x="1074" y="1223"/>
                    <a:pt x="1068" y="1200"/>
                    <a:pt x="1078" y="1244"/>
                  </a:cubicBezTo>
                  <a:cubicBezTo>
                    <a:pt x="1109" y="1223"/>
                    <a:pt x="1109" y="1186"/>
                    <a:pt x="1135" y="1225"/>
                  </a:cubicBezTo>
                  <a:cubicBezTo>
                    <a:pt x="1164" y="1203"/>
                    <a:pt x="1175" y="1178"/>
                    <a:pt x="1198" y="1149"/>
                  </a:cubicBezTo>
                  <a:cubicBezTo>
                    <a:pt x="1200" y="1160"/>
                    <a:pt x="1202" y="1170"/>
                    <a:pt x="1204" y="1181"/>
                  </a:cubicBezTo>
                  <a:cubicBezTo>
                    <a:pt x="1206" y="1189"/>
                    <a:pt x="1202" y="1203"/>
                    <a:pt x="1210" y="1206"/>
                  </a:cubicBezTo>
                  <a:cubicBezTo>
                    <a:pt x="1219" y="1210"/>
                    <a:pt x="1227" y="1198"/>
                    <a:pt x="1236" y="1194"/>
                  </a:cubicBezTo>
                  <a:cubicBezTo>
                    <a:pt x="1264" y="1149"/>
                    <a:pt x="1231" y="1188"/>
                    <a:pt x="1261" y="1194"/>
                  </a:cubicBezTo>
                  <a:cubicBezTo>
                    <a:pt x="1269" y="1195"/>
                    <a:pt x="1274" y="1185"/>
                    <a:pt x="1280" y="1181"/>
                  </a:cubicBezTo>
                  <a:cubicBezTo>
                    <a:pt x="1292" y="1162"/>
                    <a:pt x="1298" y="1145"/>
                    <a:pt x="1305" y="1124"/>
                  </a:cubicBezTo>
                  <a:cubicBezTo>
                    <a:pt x="1317" y="1187"/>
                    <a:pt x="1301" y="1145"/>
                    <a:pt x="1330" y="1130"/>
                  </a:cubicBezTo>
                  <a:cubicBezTo>
                    <a:pt x="1336" y="1127"/>
                    <a:pt x="1343" y="1135"/>
                    <a:pt x="1349" y="1137"/>
                  </a:cubicBezTo>
                  <a:cubicBezTo>
                    <a:pt x="1349" y="1137"/>
                    <a:pt x="1336" y="1140"/>
                    <a:pt x="1330" y="1143"/>
                  </a:cubicBezTo>
                  <a:cubicBezTo>
                    <a:pt x="1288" y="1161"/>
                    <a:pt x="1322" y="1156"/>
                    <a:pt x="1273" y="1156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22" name="Freeform 254"/>
            <p:cNvSpPr>
              <a:spLocks/>
            </p:cNvSpPr>
            <p:nvPr/>
          </p:nvSpPr>
          <p:spPr bwMode="auto">
            <a:xfrm flipV="1">
              <a:off x="2015" y="2553"/>
              <a:ext cx="1396" cy="1206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50" y="81"/>
                </a:cxn>
                <a:cxn ang="0">
                  <a:pos x="76" y="62"/>
                </a:cxn>
                <a:cxn ang="0">
                  <a:pos x="107" y="17"/>
                </a:cxn>
                <a:cxn ang="0">
                  <a:pos x="139" y="100"/>
                </a:cxn>
                <a:cxn ang="0">
                  <a:pos x="196" y="74"/>
                </a:cxn>
                <a:cxn ang="0">
                  <a:pos x="240" y="43"/>
                </a:cxn>
                <a:cxn ang="0">
                  <a:pos x="253" y="93"/>
                </a:cxn>
                <a:cxn ang="0">
                  <a:pos x="303" y="68"/>
                </a:cxn>
                <a:cxn ang="0">
                  <a:pos x="328" y="112"/>
                </a:cxn>
                <a:cxn ang="0">
                  <a:pos x="379" y="62"/>
                </a:cxn>
                <a:cxn ang="0">
                  <a:pos x="417" y="125"/>
                </a:cxn>
                <a:cxn ang="0">
                  <a:pos x="429" y="106"/>
                </a:cxn>
                <a:cxn ang="0">
                  <a:pos x="436" y="137"/>
                </a:cxn>
                <a:cxn ang="0">
                  <a:pos x="455" y="207"/>
                </a:cxn>
                <a:cxn ang="0">
                  <a:pos x="486" y="213"/>
                </a:cxn>
                <a:cxn ang="0">
                  <a:pos x="518" y="207"/>
                </a:cxn>
                <a:cxn ang="0">
                  <a:pos x="524" y="226"/>
                </a:cxn>
                <a:cxn ang="0">
                  <a:pos x="543" y="232"/>
                </a:cxn>
                <a:cxn ang="0">
                  <a:pos x="549" y="283"/>
                </a:cxn>
                <a:cxn ang="0">
                  <a:pos x="562" y="321"/>
                </a:cxn>
                <a:cxn ang="0">
                  <a:pos x="606" y="359"/>
                </a:cxn>
                <a:cxn ang="0">
                  <a:pos x="625" y="415"/>
                </a:cxn>
                <a:cxn ang="0">
                  <a:pos x="669" y="580"/>
                </a:cxn>
                <a:cxn ang="0">
                  <a:pos x="695" y="719"/>
                </a:cxn>
                <a:cxn ang="0">
                  <a:pos x="701" y="693"/>
                </a:cxn>
                <a:cxn ang="0">
                  <a:pos x="707" y="712"/>
                </a:cxn>
                <a:cxn ang="0">
                  <a:pos x="714" y="731"/>
                </a:cxn>
                <a:cxn ang="0">
                  <a:pos x="733" y="807"/>
                </a:cxn>
                <a:cxn ang="0">
                  <a:pos x="739" y="895"/>
                </a:cxn>
                <a:cxn ang="0">
                  <a:pos x="758" y="927"/>
                </a:cxn>
                <a:cxn ang="0">
                  <a:pos x="802" y="1041"/>
                </a:cxn>
                <a:cxn ang="0">
                  <a:pos x="846" y="1041"/>
                </a:cxn>
                <a:cxn ang="0">
                  <a:pos x="922" y="1116"/>
                </a:cxn>
                <a:cxn ang="0">
                  <a:pos x="947" y="1186"/>
                </a:cxn>
                <a:cxn ang="0">
                  <a:pos x="934" y="1186"/>
                </a:cxn>
                <a:cxn ang="0">
                  <a:pos x="998" y="1192"/>
                </a:cxn>
                <a:cxn ang="0">
                  <a:pos x="1036" y="1161"/>
                </a:cxn>
                <a:cxn ang="0">
                  <a:pos x="1048" y="1180"/>
                </a:cxn>
                <a:cxn ang="0">
                  <a:pos x="1074" y="1192"/>
                </a:cxn>
                <a:cxn ang="0">
                  <a:pos x="1162" y="1167"/>
                </a:cxn>
                <a:cxn ang="0">
                  <a:pos x="1232" y="1161"/>
                </a:cxn>
                <a:cxn ang="0">
                  <a:pos x="1295" y="1110"/>
                </a:cxn>
                <a:cxn ang="0">
                  <a:pos x="1358" y="1123"/>
                </a:cxn>
                <a:cxn ang="0">
                  <a:pos x="1396" y="1085"/>
                </a:cxn>
              </a:cxnLst>
              <a:rect l="0" t="0" r="r" b="b"/>
              <a:pathLst>
                <a:path w="1396" h="1206">
                  <a:moveTo>
                    <a:pt x="0" y="156"/>
                  </a:moveTo>
                  <a:cubicBezTo>
                    <a:pt x="17" y="134"/>
                    <a:pt x="32" y="101"/>
                    <a:pt x="50" y="81"/>
                  </a:cubicBezTo>
                  <a:cubicBezTo>
                    <a:pt x="57" y="73"/>
                    <a:pt x="68" y="70"/>
                    <a:pt x="76" y="62"/>
                  </a:cubicBezTo>
                  <a:cubicBezTo>
                    <a:pt x="85" y="53"/>
                    <a:pt x="100" y="29"/>
                    <a:pt x="107" y="17"/>
                  </a:cubicBezTo>
                  <a:cubicBezTo>
                    <a:pt x="114" y="59"/>
                    <a:pt x="111" y="72"/>
                    <a:pt x="139" y="100"/>
                  </a:cubicBezTo>
                  <a:cubicBezTo>
                    <a:pt x="166" y="91"/>
                    <a:pt x="176" y="91"/>
                    <a:pt x="196" y="74"/>
                  </a:cubicBezTo>
                  <a:cubicBezTo>
                    <a:pt x="233" y="42"/>
                    <a:pt x="206" y="54"/>
                    <a:pt x="240" y="43"/>
                  </a:cubicBezTo>
                  <a:cubicBezTo>
                    <a:pt x="240" y="44"/>
                    <a:pt x="252" y="93"/>
                    <a:pt x="253" y="93"/>
                  </a:cubicBezTo>
                  <a:cubicBezTo>
                    <a:pt x="271" y="96"/>
                    <a:pt x="285" y="74"/>
                    <a:pt x="303" y="68"/>
                  </a:cubicBezTo>
                  <a:cubicBezTo>
                    <a:pt x="325" y="0"/>
                    <a:pt x="322" y="29"/>
                    <a:pt x="328" y="112"/>
                  </a:cubicBezTo>
                  <a:cubicBezTo>
                    <a:pt x="362" y="87"/>
                    <a:pt x="348" y="81"/>
                    <a:pt x="379" y="62"/>
                  </a:cubicBezTo>
                  <a:cubicBezTo>
                    <a:pt x="389" y="104"/>
                    <a:pt x="361" y="152"/>
                    <a:pt x="417" y="125"/>
                  </a:cubicBezTo>
                  <a:cubicBezTo>
                    <a:pt x="421" y="119"/>
                    <a:pt x="423" y="102"/>
                    <a:pt x="429" y="106"/>
                  </a:cubicBezTo>
                  <a:cubicBezTo>
                    <a:pt x="438" y="112"/>
                    <a:pt x="434" y="127"/>
                    <a:pt x="436" y="137"/>
                  </a:cubicBezTo>
                  <a:cubicBezTo>
                    <a:pt x="447" y="193"/>
                    <a:pt x="435" y="157"/>
                    <a:pt x="455" y="207"/>
                  </a:cubicBezTo>
                  <a:cubicBezTo>
                    <a:pt x="502" y="175"/>
                    <a:pt x="449" y="202"/>
                    <a:pt x="486" y="213"/>
                  </a:cubicBezTo>
                  <a:cubicBezTo>
                    <a:pt x="496" y="216"/>
                    <a:pt x="507" y="209"/>
                    <a:pt x="518" y="207"/>
                  </a:cubicBezTo>
                  <a:cubicBezTo>
                    <a:pt x="520" y="213"/>
                    <a:pt x="519" y="221"/>
                    <a:pt x="524" y="226"/>
                  </a:cubicBezTo>
                  <a:cubicBezTo>
                    <a:pt x="529" y="231"/>
                    <a:pt x="540" y="226"/>
                    <a:pt x="543" y="232"/>
                  </a:cubicBezTo>
                  <a:cubicBezTo>
                    <a:pt x="550" y="248"/>
                    <a:pt x="545" y="266"/>
                    <a:pt x="549" y="283"/>
                  </a:cubicBezTo>
                  <a:cubicBezTo>
                    <a:pt x="552" y="296"/>
                    <a:pt x="558" y="308"/>
                    <a:pt x="562" y="321"/>
                  </a:cubicBezTo>
                  <a:cubicBezTo>
                    <a:pt x="610" y="273"/>
                    <a:pt x="599" y="288"/>
                    <a:pt x="606" y="359"/>
                  </a:cubicBezTo>
                  <a:cubicBezTo>
                    <a:pt x="653" y="327"/>
                    <a:pt x="629" y="392"/>
                    <a:pt x="625" y="415"/>
                  </a:cubicBezTo>
                  <a:cubicBezTo>
                    <a:pt x="631" y="518"/>
                    <a:pt x="607" y="533"/>
                    <a:pt x="669" y="580"/>
                  </a:cubicBezTo>
                  <a:cubicBezTo>
                    <a:pt x="682" y="626"/>
                    <a:pt x="685" y="673"/>
                    <a:pt x="695" y="719"/>
                  </a:cubicBezTo>
                  <a:cubicBezTo>
                    <a:pt x="697" y="710"/>
                    <a:pt x="693" y="697"/>
                    <a:pt x="701" y="693"/>
                  </a:cubicBezTo>
                  <a:cubicBezTo>
                    <a:pt x="707" y="690"/>
                    <a:pt x="705" y="706"/>
                    <a:pt x="707" y="712"/>
                  </a:cubicBezTo>
                  <a:cubicBezTo>
                    <a:pt x="709" y="718"/>
                    <a:pt x="712" y="725"/>
                    <a:pt x="714" y="731"/>
                  </a:cubicBezTo>
                  <a:cubicBezTo>
                    <a:pt x="722" y="756"/>
                    <a:pt x="733" y="807"/>
                    <a:pt x="733" y="807"/>
                  </a:cubicBezTo>
                  <a:cubicBezTo>
                    <a:pt x="735" y="836"/>
                    <a:pt x="733" y="866"/>
                    <a:pt x="739" y="895"/>
                  </a:cubicBezTo>
                  <a:cubicBezTo>
                    <a:pt x="742" y="907"/>
                    <a:pt x="753" y="916"/>
                    <a:pt x="758" y="927"/>
                  </a:cubicBezTo>
                  <a:cubicBezTo>
                    <a:pt x="776" y="965"/>
                    <a:pt x="778" y="1005"/>
                    <a:pt x="802" y="1041"/>
                  </a:cubicBezTo>
                  <a:cubicBezTo>
                    <a:pt x="813" y="1006"/>
                    <a:pt x="817" y="1030"/>
                    <a:pt x="846" y="1041"/>
                  </a:cubicBezTo>
                  <a:cubicBezTo>
                    <a:pt x="878" y="1083"/>
                    <a:pt x="874" y="1098"/>
                    <a:pt x="922" y="1116"/>
                  </a:cubicBezTo>
                  <a:cubicBezTo>
                    <a:pt x="940" y="1142"/>
                    <a:pt x="936" y="1157"/>
                    <a:pt x="947" y="1186"/>
                  </a:cubicBezTo>
                  <a:cubicBezTo>
                    <a:pt x="955" y="1206"/>
                    <a:pt x="924" y="1167"/>
                    <a:pt x="934" y="1186"/>
                  </a:cubicBezTo>
                  <a:cubicBezTo>
                    <a:pt x="941" y="1169"/>
                    <a:pt x="987" y="1206"/>
                    <a:pt x="998" y="1192"/>
                  </a:cubicBezTo>
                  <a:cubicBezTo>
                    <a:pt x="1008" y="1179"/>
                    <a:pt x="1024" y="1173"/>
                    <a:pt x="1036" y="1161"/>
                  </a:cubicBezTo>
                  <a:cubicBezTo>
                    <a:pt x="1040" y="1167"/>
                    <a:pt x="1041" y="1177"/>
                    <a:pt x="1048" y="1180"/>
                  </a:cubicBezTo>
                  <a:cubicBezTo>
                    <a:pt x="1082" y="1193"/>
                    <a:pt x="1056" y="1144"/>
                    <a:pt x="1074" y="1192"/>
                  </a:cubicBezTo>
                  <a:cubicBezTo>
                    <a:pt x="1145" y="1157"/>
                    <a:pt x="1114" y="1156"/>
                    <a:pt x="1162" y="1167"/>
                  </a:cubicBezTo>
                  <a:cubicBezTo>
                    <a:pt x="1192" y="1160"/>
                    <a:pt x="1201" y="1153"/>
                    <a:pt x="1232" y="1161"/>
                  </a:cubicBezTo>
                  <a:cubicBezTo>
                    <a:pt x="1251" y="1141"/>
                    <a:pt x="1295" y="1110"/>
                    <a:pt x="1295" y="1110"/>
                  </a:cubicBezTo>
                  <a:cubicBezTo>
                    <a:pt x="1314" y="1140"/>
                    <a:pt x="1327" y="1138"/>
                    <a:pt x="1358" y="1123"/>
                  </a:cubicBezTo>
                  <a:cubicBezTo>
                    <a:pt x="1373" y="1077"/>
                    <a:pt x="1357" y="1085"/>
                    <a:pt x="1396" y="108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23" name="Freeform 255"/>
            <p:cNvSpPr>
              <a:spLocks/>
            </p:cNvSpPr>
            <p:nvPr/>
          </p:nvSpPr>
          <p:spPr bwMode="auto">
            <a:xfrm flipV="1">
              <a:off x="1939" y="2577"/>
              <a:ext cx="1472" cy="1067"/>
            </a:xfrm>
            <a:custGeom>
              <a:avLst/>
              <a:gdLst/>
              <a:ahLst/>
              <a:cxnLst>
                <a:cxn ang="0">
                  <a:pos x="1472" y="1048"/>
                </a:cxn>
                <a:cxn ang="0">
                  <a:pos x="1409" y="1023"/>
                </a:cxn>
                <a:cxn ang="0">
                  <a:pos x="1415" y="991"/>
                </a:cxn>
                <a:cxn ang="0">
                  <a:pos x="1421" y="966"/>
                </a:cxn>
                <a:cxn ang="0">
                  <a:pos x="1415" y="941"/>
                </a:cxn>
                <a:cxn ang="0">
                  <a:pos x="1409" y="909"/>
                </a:cxn>
                <a:cxn ang="0">
                  <a:pos x="1377" y="947"/>
                </a:cxn>
                <a:cxn ang="0">
                  <a:pos x="1352" y="833"/>
                </a:cxn>
                <a:cxn ang="0">
                  <a:pos x="1320" y="695"/>
                </a:cxn>
                <a:cxn ang="0">
                  <a:pos x="1301" y="707"/>
                </a:cxn>
                <a:cxn ang="0">
                  <a:pos x="1295" y="682"/>
                </a:cxn>
                <a:cxn ang="0">
                  <a:pos x="1257" y="587"/>
                </a:cxn>
                <a:cxn ang="0">
                  <a:pos x="1219" y="473"/>
                </a:cxn>
                <a:cxn ang="0">
                  <a:pos x="1200" y="480"/>
                </a:cxn>
                <a:cxn ang="0">
                  <a:pos x="1143" y="385"/>
                </a:cxn>
                <a:cxn ang="0">
                  <a:pos x="1105" y="259"/>
                </a:cxn>
                <a:cxn ang="0">
                  <a:pos x="1080" y="221"/>
                </a:cxn>
                <a:cxn ang="0">
                  <a:pos x="1042" y="170"/>
                </a:cxn>
                <a:cxn ang="0">
                  <a:pos x="1023" y="177"/>
                </a:cxn>
                <a:cxn ang="0">
                  <a:pos x="1017" y="196"/>
                </a:cxn>
                <a:cxn ang="0">
                  <a:pos x="1011" y="177"/>
                </a:cxn>
                <a:cxn ang="0">
                  <a:pos x="966" y="120"/>
                </a:cxn>
                <a:cxn ang="0">
                  <a:pos x="948" y="126"/>
                </a:cxn>
                <a:cxn ang="0">
                  <a:pos x="859" y="57"/>
                </a:cxn>
                <a:cxn ang="0">
                  <a:pos x="853" y="76"/>
                </a:cxn>
                <a:cxn ang="0">
                  <a:pos x="821" y="44"/>
                </a:cxn>
                <a:cxn ang="0">
                  <a:pos x="752" y="19"/>
                </a:cxn>
                <a:cxn ang="0">
                  <a:pos x="689" y="0"/>
                </a:cxn>
                <a:cxn ang="0">
                  <a:pos x="651" y="25"/>
                </a:cxn>
                <a:cxn ang="0">
                  <a:pos x="625" y="50"/>
                </a:cxn>
                <a:cxn ang="0">
                  <a:pos x="619" y="69"/>
                </a:cxn>
                <a:cxn ang="0">
                  <a:pos x="613" y="50"/>
                </a:cxn>
                <a:cxn ang="0">
                  <a:pos x="588" y="25"/>
                </a:cxn>
                <a:cxn ang="0">
                  <a:pos x="569" y="82"/>
                </a:cxn>
                <a:cxn ang="0">
                  <a:pos x="562" y="63"/>
                </a:cxn>
                <a:cxn ang="0">
                  <a:pos x="543" y="50"/>
                </a:cxn>
                <a:cxn ang="0">
                  <a:pos x="512" y="82"/>
                </a:cxn>
                <a:cxn ang="0">
                  <a:pos x="486" y="126"/>
                </a:cxn>
                <a:cxn ang="0">
                  <a:pos x="480" y="151"/>
                </a:cxn>
                <a:cxn ang="0">
                  <a:pos x="474" y="132"/>
                </a:cxn>
                <a:cxn ang="0">
                  <a:pos x="449" y="145"/>
                </a:cxn>
                <a:cxn ang="0">
                  <a:pos x="423" y="208"/>
                </a:cxn>
                <a:cxn ang="0">
                  <a:pos x="417" y="183"/>
                </a:cxn>
                <a:cxn ang="0">
                  <a:pos x="398" y="196"/>
                </a:cxn>
                <a:cxn ang="0">
                  <a:pos x="373" y="252"/>
                </a:cxn>
                <a:cxn ang="0">
                  <a:pos x="335" y="379"/>
                </a:cxn>
                <a:cxn ang="0">
                  <a:pos x="310" y="429"/>
                </a:cxn>
                <a:cxn ang="0">
                  <a:pos x="291" y="518"/>
                </a:cxn>
                <a:cxn ang="0">
                  <a:pos x="240" y="688"/>
                </a:cxn>
                <a:cxn ang="0">
                  <a:pos x="171" y="884"/>
                </a:cxn>
                <a:cxn ang="0">
                  <a:pos x="164" y="865"/>
                </a:cxn>
                <a:cxn ang="0">
                  <a:pos x="158" y="840"/>
                </a:cxn>
                <a:cxn ang="0">
                  <a:pos x="145" y="897"/>
                </a:cxn>
                <a:cxn ang="0">
                  <a:pos x="108" y="1067"/>
                </a:cxn>
                <a:cxn ang="0">
                  <a:pos x="70" y="1055"/>
                </a:cxn>
                <a:cxn ang="0">
                  <a:pos x="0" y="1055"/>
                </a:cxn>
              </a:cxnLst>
              <a:rect l="0" t="0" r="r" b="b"/>
              <a:pathLst>
                <a:path w="1472" h="1067">
                  <a:moveTo>
                    <a:pt x="1472" y="1048"/>
                  </a:moveTo>
                  <a:cubicBezTo>
                    <a:pt x="1451" y="1038"/>
                    <a:pt x="1431" y="1030"/>
                    <a:pt x="1409" y="1023"/>
                  </a:cubicBezTo>
                  <a:cubicBezTo>
                    <a:pt x="1411" y="1012"/>
                    <a:pt x="1413" y="1002"/>
                    <a:pt x="1415" y="991"/>
                  </a:cubicBezTo>
                  <a:cubicBezTo>
                    <a:pt x="1418" y="978"/>
                    <a:pt x="1439" y="902"/>
                    <a:pt x="1421" y="966"/>
                  </a:cubicBezTo>
                  <a:cubicBezTo>
                    <a:pt x="1419" y="958"/>
                    <a:pt x="1417" y="949"/>
                    <a:pt x="1415" y="941"/>
                  </a:cubicBezTo>
                  <a:cubicBezTo>
                    <a:pt x="1413" y="930"/>
                    <a:pt x="1419" y="914"/>
                    <a:pt x="1409" y="909"/>
                  </a:cubicBezTo>
                  <a:cubicBezTo>
                    <a:pt x="1403" y="906"/>
                    <a:pt x="1379" y="944"/>
                    <a:pt x="1377" y="947"/>
                  </a:cubicBezTo>
                  <a:cubicBezTo>
                    <a:pt x="1372" y="890"/>
                    <a:pt x="1373" y="878"/>
                    <a:pt x="1352" y="833"/>
                  </a:cubicBezTo>
                  <a:cubicBezTo>
                    <a:pt x="1343" y="787"/>
                    <a:pt x="1335" y="739"/>
                    <a:pt x="1320" y="695"/>
                  </a:cubicBezTo>
                  <a:cubicBezTo>
                    <a:pt x="1314" y="699"/>
                    <a:pt x="1308" y="710"/>
                    <a:pt x="1301" y="707"/>
                  </a:cubicBezTo>
                  <a:cubicBezTo>
                    <a:pt x="1293" y="703"/>
                    <a:pt x="1297" y="690"/>
                    <a:pt x="1295" y="682"/>
                  </a:cubicBezTo>
                  <a:cubicBezTo>
                    <a:pt x="1286" y="650"/>
                    <a:pt x="1275" y="614"/>
                    <a:pt x="1257" y="587"/>
                  </a:cubicBezTo>
                  <a:cubicBezTo>
                    <a:pt x="1245" y="548"/>
                    <a:pt x="1228" y="512"/>
                    <a:pt x="1219" y="473"/>
                  </a:cubicBezTo>
                  <a:cubicBezTo>
                    <a:pt x="1213" y="475"/>
                    <a:pt x="1204" y="485"/>
                    <a:pt x="1200" y="480"/>
                  </a:cubicBezTo>
                  <a:cubicBezTo>
                    <a:pt x="1173" y="449"/>
                    <a:pt x="1187" y="399"/>
                    <a:pt x="1143" y="385"/>
                  </a:cubicBezTo>
                  <a:cubicBezTo>
                    <a:pt x="1136" y="340"/>
                    <a:pt x="1131" y="297"/>
                    <a:pt x="1105" y="259"/>
                  </a:cubicBezTo>
                  <a:cubicBezTo>
                    <a:pt x="1094" y="225"/>
                    <a:pt x="1106" y="254"/>
                    <a:pt x="1080" y="221"/>
                  </a:cubicBezTo>
                  <a:cubicBezTo>
                    <a:pt x="1067" y="205"/>
                    <a:pt x="1042" y="170"/>
                    <a:pt x="1042" y="170"/>
                  </a:cubicBezTo>
                  <a:cubicBezTo>
                    <a:pt x="1036" y="172"/>
                    <a:pt x="1028" y="172"/>
                    <a:pt x="1023" y="177"/>
                  </a:cubicBezTo>
                  <a:cubicBezTo>
                    <a:pt x="1018" y="182"/>
                    <a:pt x="1024" y="196"/>
                    <a:pt x="1017" y="196"/>
                  </a:cubicBezTo>
                  <a:cubicBezTo>
                    <a:pt x="1010" y="196"/>
                    <a:pt x="1015" y="183"/>
                    <a:pt x="1011" y="177"/>
                  </a:cubicBezTo>
                  <a:cubicBezTo>
                    <a:pt x="998" y="157"/>
                    <a:pt x="966" y="120"/>
                    <a:pt x="966" y="120"/>
                  </a:cubicBezTo>
                  <a:cubicBezTo>
                    <a:pt x="960" y="122"/>
                    <a:pt x="953" y="129"/>
                    <a:pt x="948" y="126"/>
                  </a:cubicBezTo>
                  <a:cubicBezTo>
                    <a:pt x="901" y="96"/>
                    <a:pt x="906" y="72"/>
                    <a:pt x="859" y="57"/>
                  </a:cubicBezTo>
                  <a:cubicBezTo>
                    <a:pt x="857" y="63"/>
                    <a:pt x="859" y="74"/>
                    <a:pt x="853" y="76"/>
                  </a:cubicBezTo>
                  <a:cubicBezTo>
                    <a:pt x="839" y="79"/>
                    <a:pt x="827" y="49"/>
                    <a:pt x="821" y="44"/>
                  </a:cubicBezTo>
                  <a:cubicBezTo>
                    <a:pt x="795" y="24"/>
                    <a:pt x="781" y="25"/>
                    <a:pt x="752" y="19"/>
                  </a:cubicBezTo>
                  <a:cubicBezTo>
                    <a:pt x="718" y="40"/>
                    <a:pt x="719" y="19"/>
                    <a:pt x="689" y="0"/>
                  </a:cubicBezTo>
                  <a:cubicBezTo>
                    <a:pt x="668" y="30"/>
                    <a:pt x="684" y="48"/>
                    <a:pt x="651" y="25"/>
                  </a:cubicBezTo>
                  <a:cubicBezTo>
                    <a:pt x="642" y="33"/>
                    <a:pt x="632" y="40"/>
                    <a:pt x="625" y="50"/>
                  </a:cubicBezTo>
                  <a:cubicBezTo>
                    <a:pt x="621" y="55"/>
                    <a:pt x="626" y="69"/>
                    <a:pt x="619" y="69"/>
                  </a:cubicBezTo>
                  <a:cubicBezTo>
                    <a:pt x="612" y="69"/>
                    <a:pt x="615" y="56"/>
                    <a:pt x="613" y="50"/>
                  </a:cubicBezTo>
                  <a:cubicBezTo>
                    <a:pt x="605" y="25"/>
                    <a:pt x="612" y="33"/>
                    <a:pt x="588" y="25"/>
                  </a:cubicBezTo>
                  <a:cubicBezTo>
                    <a:pt x="587" y="29"/>
                    <a:pt x="579" y="79"/>
                    <a:pt x="569" y="82"/>
                  </a:cubicBezTo>
                  <a:cubicBezTo>
                    <a:pt x="563" y="84"/>
                    <a:pt x="566" y="68"/>
                    <a:pt x="562" y="63"/>
                  </a:cubicBezTo>
                  <a:cubicBezTo>
                    <a:pt x="557" y="57"/>
                    <a:pt x="549" y="54"/>
                    <a:pt x="543" y="50"/>
                  </a:cubicBezTo>
                  <a:cubicBezTo>
                    <a:pt x="529" y="109"/>
                    <a:pt x="551" y="50"/>
                    <a:pt x="512" y="82"/>
                  </a:cubicBezTo>
                  <a:cubicBezTo>
                    <a:pt x="499" y="93"/>
                    <a:pt x="496" y="112"/>
                    <a:pt x="486" y="126"/>
                  </a:cubicBezTo>
                  <a:cubicBezTo>
                    <a:pt x="484" y="134"/>
                    <a:pt x="488" y="147"/>
                    <a:pt x="480" y="151"/>
                  </a:cubicBezTo>
                  <a:cubicBezTo>
                    <a:pt x="474" y="154"/>
                    <a:pt x="481" y="133"/>
                    <a:pt x="474" y="132"/>
                  </a:cubicBezTo>
                  <a:cubicBezTo>
                    <a:pt x="465" y="130"/>
                    <a:pt x="457" y="141"/>
                    <a:pt x="449" y="145"/>
                  </a:cubicBezTo>
                  <a:cubicBezTo>
                    <a:pt x="434" y="166"/>
                    <a:pt x="430" y="183"/>
                    <a:pt x="423" y="208"/>
                  </a:cubicBezTo>
                  <a:cubicBezTo>
                    <a:pt x="421" y="200"/>
                    <a:pt x="425" y="187"/>
                    <a:pt x="417" y="183"/>
                  </a:cubicBezTo>
                  <a:cubicBezTo>
                    <a:pt x="410" y="180"/>
                    <a:pt x="403" y="190"/>
                    <a:pt x="398" y="196"/>
                  </a:cubicBezTo>
                  <a:cubicBezTo>
                    <a:pt x="388" y="209"/>
                    <a:pt x="383" y="236"/>
                    <a:pt x="373" y="252"/>
                  </a:cubicBezTo>
                  <a:cubicBezTo>
                    <a:pt x="367" y="290"/>
                    <a:pt x="353" y="343"/>
                    <a:pt x="335" y="379"/>
                  </a:cubicBezTo>
                  <a:cubicBezTo>
                    <a:pt x="314" y="422"/>
                    <a:pt x="328" y="370"/>
                    <a:pt x="310" y="429"/>
                  </a:cubicBezTo>
                  <a:cubicBezTo>
                    <a:pt x="301" y="458"/>
                    <a:pt x="300" y="489"/>
                    <a:pt x="291" y="518"/>
                  </a:cubicBezTo>
                  <a:cubicBezTo>
                    <a:pt x="241" y="418"/>
                    <a:pt x="312" y="665"/>
                    <a:pt x="240" y="688"/>
                  </a:cubicBezTo>
                  <a:cubicBezTo>
                    <a:pt x="205" y="746"/>
                    <a:pt x="195" y="820"/>
                    <a:pt x="171" y="884"/>
                  </a:cubicBezTo>
                  <a:cubicBezTo>
                    <a:pt x="169" y="878"/>
                    <a:pt x="166" y="871"/>
                    <a:pt x="164" y="865"/>
                  </a:cubicBezTo>
                  <a:cubicBezTo>
                    <a:pt x="162" y="857"/>
                    <a:pt x="166" y="836"/>
                    <a:pt x="158" y="840"/>
                  </a:cubicBezTo>
                  <a:cubicBezTo>
                    <a:pt x="141" y="849"/>
                    <a:pt x="151" y="878"/>
                    <a:pt x="145" y="897"/>
                  </a:cubicBezTo>
                  <a:cubicBezTo>
                    <a:pt x="128" y="953"/>
                    <a:pt x="126" y="1011"/>
                    <a:pt x="108" y="1067"/>
                  </a:cubicBezTo>
                  <a:cubicBezTo>
                    <a:pt x="99" y="1035"/>
                    <a:pt x="93" y="1019"/>
                    <a:pt x="70" y="1055"/>
                  </a:cubicBezTo>
                  <a:cubicBezTo>
                    <a:pt x="36" y="1032"/>
                    <a:pt x="36" y="1055"/>
                    <a:pt x="0" y="105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24" name="Freeform 256"/>
            <p:cNvSpPr>
              <a:spLocks/>
            </p:cNvSpPr>
            <p:nvPr/>
          </p:nvSpPr>
          <p:spPr bwMode="auto">
            <a:xfrm flipV="1">
              <a:off x="1989" y="2550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25" name="Freeform 257"/>
            <p:cNvSpPr>
              <a:spLocks/>
            </p:cNvSpPr>
            <p:nvPr/>
          </p:nvSpPr>
          <p:spPr bwMode="auto">
            <a:xfrm>
              <a:off x="1971" y="2594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26" name="Freeform 258"/>
            <p:cNvSpPr>
              <a:spLocks/>
            </p:cNvSpPr>
            <p:nvPr/>
          </p:nvSpPr>
          <p:spPr bwMode="auto">
            <a:xfrm flipV="1">
              <a:off x="1898" y="2564"/>
              <a:ext cx="1492" cy="1162"/>
            </a:xfrm>
            <a:custGeom>
              <a:avLst/>
              <a:gdLst/>
              <a:ahLst/>
              <a:cxnLst>
                <a:cxn ang="0">
                  <a:pos x="34" y="1093"/>
                </a:cxn>
                <a:cxn ang="0">
                  <a:pos x="72" y="1093"/>
                </a:cxn>
                <a:cxn ang="0">
                  <a:pos x="91" y="1112"/>
                </a:cxn>
                <a:cxn ang="0">
                  <a:pos x="160" y="1086"/>
                </a:cxn>
                <a:cxn ang="0">
                  <a:pos x="173" y="1124"/>
                </a:cxn>
                <a:cxn ang="0">
                  <a:pos x="223" y="1143"/>
                </a:cxn>
                <a:cxn ang="0">
                  <a:pos x="287" y="1143"/>
                </a:cxn>
                <a:cxn ang="0">
                  <a:pos x="337" y="1162"/>
                </a:cxn>
                <a:cxn ang="0">
                  <a:pos x="369" y="1124"/>
                </a:cxn>
                <a:cxn ang="0">
                  <a:pos x="432" y="1105"/>
                </a:cxn>
                <a:cxn ang="0">
                  <a:pos x="495" y="1068"/>
                </a:cxn>
                <a:cxn ang="0">
                  <a:pos x="533" y="1061"/>
                </a:cxn>
                <a:cxn ang="0">
                  <a:pos x="571" y="1061"/>
                </a:cxn>
                <a:cxn ang="0">
                  <a:pos x="590" y="1074"/>
                </a:cxn>
                <a:cxn ang="0">
                  <a:pos x="621" y="954"/>
                </a:cxn>
                <a:cxn ang="0">
                  <a:pos x="628" y="973"/>
                </a:cxn>
                <a:cxn ang="0">
                  <a:pos x="634" y="948"/>
                </a:cxn>
                <a:cxn ang="0">
                  <a:pos x="647" y="922"/>
                </a:cxn>
                <a:cxn ang="0">
                  <a:pos x="691" y="809"/>
                </a:cxn>
                <a:cxn ang="0">
                  <a:pos x="741" y="657"/>
                </a:cxn>
                <a:cxn ang="0">
                  <a:pos x="767" y="606"/>
                </a:cxn>
                <a:cxn ang="0">
                  <a:pos x="798" y="531"/>
                </a:cxn>
                <a:cxn ang="0">
                  <a:pos x="805" y="499"/>
                </a:cxn>
                <a:cxn ang="0">
                  <a:pos x="811" y="480"/>
                </a:cxn>
                <a:cxn ang="0">
                  <a:pos x="823" y="430"/>
                </a:cxn>
                <a:cxn ang="0">
                  <a:pos x="861" y="329"/>
                </a:cxn>
                <a:cxn ang="0">
                  <a:pos x="956" y="120"/>
                </a:cxn>
                <a:cxn ang="0">
                  <a:pos x="988" y="101"/>
                </a:cxn>
                <a:cxn ang="0">
                  <a:pos x="1007" y="63"/>
                </a:cxn>
                <a:cxn ang="0">
                  <a:pos x="1013" y="89"/>
                </a:cxn>
                <a:cxn ang="0">
                  <a:pos x="1019" y="108"/>
                </a:cxn>
                <a:cxn ang="0">
                  <a:pos x="1057" y="57"/>
                </a:cxn>
                <a:cxn ang="0">
                  <a:pos x="1063" y="89"/>
                </a:cxn>
                <a:cxn ang="0">
                  <a:pos x="1070" y="114"/>
                </a:cxn>
                <a:cxn ang="0">
                  <a:pos x="1095" y="82"/>
                </a:cxn>
                <a:cxn ang="0">
                  <a:pos x="1101" y="57"/>
                </a:cxn>
                <a:cxn ang="0">
                  <a:pos x="1108" y="38"/>
                </a:cxn>
                <a:cxn ang="0">
                  <a:pos x="1127" y="82"/>
                </a:cxn>
                <a:cxn ang="0">
                  <a:pos x="1146" y="57"/>
                </a:cxn>
                <a:cxn ang="0">
                  <a:pos x="1152" y="32"/>
                </a:cxn>
                <a:cxn ang="0">
                  <a:pos x="1171" y="82"/>
                </a:cxn>
                <a:cxn ang="0">
                  <a:pos x="1215" y="25"/>
                </a:cxn>
                <a:cxn ang="0">
                  <a:pos x="1259" y="13"/>
                </a:cxn>
                <a:cxn ang="0">
                  <a:pos x="1291" y="44"/>
                </a:cxn>
                <a:cxn ang="0">
                  <a:pos x="1303" y="19"/>
                </a:cxn>
                <a:cxn ang="0">
                  <a:pos x="1335" y="57"/>
                </a:cxn>
                <a:cxn ang="0">
                  <a:pos x="1392" y="0"/>
                </a:cxn>
                <a:cxn ang="0">
                  <a:pos x="1417" y="76"/>
                </a:cxn>
                <a:cxn ang="0">
                  <a:pos x="1442" y="70"/>
                </a:cxn>
                <a:cxn ang="0">
                  <a:pos x="1461" y="70"/>
                </a:cxn>
                <a:cxn ang="0">
                  <a:pos x="1474" y="133"/>
                </a:cxn>
                <a:cxn ang="0">
                  <a:pos x="1487" y="120"/>
                </a:cxn>
              </a:cxnLst>
              <a:rect l="0" t="0" r="r" b="b"/>
              <a:pathLst>
                <a:path w="1492" h="1162">
                  <a:moveTo>
                    <a:pt x="34" y="1093"/>
                  </a:moveTo>
                  <a:cubicBezTo>
                    <a:pt x="106" y="1138"/>
                    <a:pt x="0" y="1080"/>
                    <a:pt x="72" y="1093"/>
                  </a:cubicBezTo>
                  <a:cubicBezTo>
                    <a:pt x="81" y="1095"/>
                    <a:pt x="85" y="1106"/>
                    <a:pt x="91" y="1112"/>
                  </a:cubicBezTo>
                  <a:cubicBezTo>
                    <a:pt x="108" y="1103"/>
                    <a:pt x="141" y="1084"/>
                    <a:pt x="160" y="1086"/>
                  </a:cubicBezTo>
                  <a:cubicBezTo>
                    <a:pt x="161" y="1086"/>
                    <a:pt x="173" y="1123"/>
                    <a:pt x="173" y="1124"/>
                  </a:cubicBezTo>
                  <a:cubicBezTo>
                    <a:pt x="223" y="1112"/>
                    <a:pt x="180" y="1129"/>
                    <a:pt x="223" y="1143"/>
                  </a:cubicBezTo>
                  <a:cubicBezTo>
                    <a:pt x="281" y="1121"/>
                    <a:pt x="264" y="1109"/>
                    <a:pt x="287" y="1143"/>
                  </a:cubicBezTo>
                  <a:cubicBezTo>
                    <a:pt x="337" y="1131"/>
                    <a:pt x="327" y="1099"/>
                    <a:pt x="337" y="1162"/>
                  </a:cubicBezTo>
                  <a:cubicBezTo>
                    <a:pt x="349" y="1150"/>
                    <a:pt x="354" y="1132"/>
                    <a:pt x="369" y="1124"/>
                  </a:cubicBezTo>
                  <a:cubicBezTo>
                    <a:pt x="388" y="1114"/>
                    <a:pt x="411" y="1113"/>
                    <a:pt x="432" y="1105"/>
                  </a:cubicBezTo>
                  <a:cubicBezTo>
                    <a:pt x="471" y="1162"/>
                    <a:pt x="468" y="1081"/>
                    <a:pt x="495" y="1068"/>
                  </a:cubicBezTo>
                  <a:cubicBezTo>
                    <a:pt x="507" y="1062"/>
                    <a:pt x="520" y="1063"/>
                    <a:pt x="533" y="1061"/>
                  </a:cubicBezTo>
                  <a:cubicBezTo>
                    <a:pt x="577" y="994"/>
                    <a:pt x="545" y="1028"/>
                    <a:pt x="571" y="1061"/>
                  </a:cubicBezTo>
                  <a:cubicBezTo>
                    <a:pt x="576" y="1067"/>
                    <a:pt x="584" y="1070"/>
                    <a:pt x="590" y="1074"/>
                  </a:cubicBezTo>
                  <a:cubicBezTo>
                    <a:pt x="600" y="1033"/>
                    <a:pt x="614" y="996"/>
                    <a:pt x="621" y="954"/>
                  </a:cubicBezTo>
                  <a:cubicBezTo>
                    <a:pt x="623" y="960"/>
                    <a:pt x="622" y="976"/>
                    <a:pt x="628" y="973"/>
                  </a:cubicBezTo>
                  <a:cubicBezTo>
                    <a:pt x="636" y="969"/>
                    <a:pt x="631" y="956"/>
                    <a:pt x="634" y="948"/>
                  </a:cubicBezTo>
                  <a:cubicBezTo>
                    <a:pt x="637" y="939"/>
                    <a:pt x="643" y="931"/>
                    <a:pt x="647" y="922"/>
                  </a:cubicBezTo>
                  <a:cubicBezTo>
                    <a:pt x="664" y="883"/>
                    <a:pt x="665" y="843"/>
                    <a:pt x="691" y="809"/>
                  </a:cubicBezTo>
                  <a:cubicBezTo>
                    <a:pt x="707" y="758"/>
                    <a:pt x="725" y="708"/>
                    <a:pt x="741" y="657"/>
                  </a:cubicBezTo>
                  <a:cubicBezTo>
                    <a:pt x="747" y="639"/>
                    <a:pt x="760" y="624"/>
                    <a:pt x="767" y="606"/>
                  </a:cubicBezTo>
                  <a:cubicBezTo>
                    <a:pt x="773" y="575"/>
                    <a:pt x="784" y="559"/>
                    <a:pt x="798" y="531"/>
                  </a:cubicBezTo>
                  <a:cubicBezTo>
                    <a:pt x="800" y="520"/>
                    <a:pt x="802" y="510"/>
                    <a:pt x="805" y="499"/>
                  </a:cubicBezTo>
                  <a:cubicBezTo>
                    <a:pt x="807" y="493"/>
                    <a:pt x="809" y="486"/>
                    <a:pt x="811" y="480"/>
                  </a:cubicBezTo>
                  <a:cubicBezTo>
                    <a:pt x="815" y="463"/>
                    <a:pt x="823" y="430"/>
                    <a:pt x="823" y="430"/>
                  </a:cubicBezTo>
                  <a:cubicBezTo>
                    <a:pt x="829" y="374"/>
                    <a:pt x="816" y="351"/>
                    <a:pt x="861" y="329"/>
                  </a:cubicBezTo>
                  <a:cubicBezTo>
                    <a:pt x="879" y="256"/>
                    <a:pt x="921" y="187"/>
                    <a:pt x="956" y="120"/>
                  </a:cubicBezTo>
                  <a:cubicBezTo>
                    <a:pt x="967" y="153"/>
                    <a:pt x="958" y="145"/>
                    <a:pt x="988" y="101"/>
                  </a:cubicBezTo>
                  <a:cubicBezTo>
                    <a:pt x="1003" y="79"/>
                    <a:pt x="998" y="86"/>
                    <a:pt x="1007" y="63"/>
                  </a:cubicBezTo>
                  <a:cubicBezTo>
                    <a:pt x="1009" y="72"/>
                    <a:pt x="1011" y="80"/>
                    <a:pt x="1013" y="89"/>
                  </a:cubicBezTo>
                  <a:cubicBezTo>
                    <a:pt x="1015" y="95"/>
                    <a:pt x="1014" y="112"/>
                    <a:pt x="1019" y="108"/>
                  </a:cubicBezTo>
                  <a:cubicBezTo>
                    <a:pt x="1036" y="96"/>
                    <a:pt x="1057" y="57"/>
                    <a:pt x="1057" y="57"/>
                  </a:cubicBezTo>
                  <a:cubicBezTo>
                    <a:pt x="1059" y="68"/>
                    <a:pt x="1061" y="78"/>
                    <a:pt x="1063" y="89"/>
                  </a:cubicBezTo>
                  <a:cubicBezTo>
                    <a:pt x="1065" y="97"/>
                    <a:pt x="1062" y="116"/>
                    <a:pt x="1070" y="114"/>
                  </a:cubicBezTo>
                  <a:cubicBezTo>
                    <a:pt x="1083" y="111"/>
                    <a:pt x="1087" y="93"/>
                    <a:pt x="1095" y="82"/>
                  </a:cubicBezTo>
                  <a:cubicBezTo>
                    <a:pt x="1097" y="74"/>
                    <a:pt x="1099" y="65"/>
                    <a:pt x="1101" y="57"/>
                  </a:cubicBezTo>
                  <a:cubicBezTo>
                    <a:pt x="1103" y="51"/>
                    <a:pt x="1102" y="36"/>
                    <a:pt x="1108" y="38"/>
                  </a:cubicBezTo>
                  <a:cubicBezTo>
                    <a:pt x="1112" y="39"/>
                    <a:pt x="1125" y="76"/>
                    <a:pt x="1127" y="82"/>
                  </a:cubicBezTo>
                  <a:cubicBezTo>
                    <a:pt x="1133" y="74"/>
                    <a:pt x="1141" y="66"/>
                    <a:pt x="1146" y="57"/>
                  </a:cubicBezTo>
                  <a:cubicBezTo>
                    <a:pt x="1150" y="49"/>
                    <a:pt x="1144" y="29"/>
                    <a:pt x="1152" y="32"/>
                  </a:cubicBezTo>
                  <a:cubicBezTo>
                    <a:pt x="1156" y="33"/>
                    <a:pt x="1168" y="74"/>
                    <a:pt x="1171" y="82"/>
                  </a:cubicBezTo>
                  <a:cubicBezTo>
                    <a:pt x="1195" y="67"/>
                    <a:pt x="1198" y="49"/>
                    <a:pt x="1215" y="25"/>
                  </a:cubicBezTo>
                  <a:cubicBezTo>
                    <a:pt x="1239" y="60"/>
                    <a:pt x="1244" y="44"/>
                    <a:pt x="1259" y="13"/>
                  </a:cubicBezTo>
                  <a:cubicBezTo>
                    <a:pt x="1269" y="48"/>
                    <a:pt x="1254" y="81"/>
                    <a:pt x="1291" y="44"/>
                  </a:cubicBezTo>
                  <a:cubicBezTo>
                    <a:pt x="1295" y="36"/>
                    <a:pt x="1294" y="21"/>
                    <a:pt x="1303" y="19"/>
                  </a:cubicBezTo>
                  <a:cubicBezTo>
                    <a:pt x="1310" y="18"/>
                    <a:pt x="1332" y="53"/>
                    <a:pt x="1335" y="57"/>
                  </a:cubicBezTo>
                  <a:cubicBezTo>
                    <a:pt x="1363" y="42"/>
                    <a:pt x="1374" y="26"/>
                    <a:pt x="1392" y="0"/>
                  </a:cubicBezTo>
                  <a:cubicBezTo>
                    <a:pt x="1397" y="29"/>
                    <a:pt x="1401" y="51"/>
                    <a:pt x="1417" y="76"/>
                  </a:cubicBezTo>
                  <a:cubicBezTo>
                    <a:pt x="1425" y="74"/>
                    <a:pt x="1435" y="75"/>
                    <a:pt x="1442" y="70"/>
                  </a:cubicBezTo>
                  <a:cubicBezTo>
                    <a:pt x="1459" y="56"/>
                    <a:pt x="1437" y="32"/>
                    <a:pt x="1461" y="70"/>
                  </a:cubicBezTo>
                  <a:cubicBezTo>
                    <a:pt x="1477" y="159"/>
                    <a:pt x="1460" y="67"/>
                    <a:pt x="1474" y="133"/>
                  </a:cubicBezTo>
                  <a:cubicBezTo>
                    <a:pt x="1492" y="217"/>
                    <a:pt x="1487" y="222"/>
                    <a:pt x="1487" y="120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27" name="Freeform 259"/>
            <p:cNvSpPr>
              <a:spLocks/>
            </p:cNvSpPr>
            <p:nvPr/>
          </p:nvSpPr>
          <p:spPr bwMode="auto">
            <a:xfrm flipV="1">
              <a:off x="1973" y="2539"/>
              <a:ext cx="1349" cy="1244"/>
            </a:xfrm>
            <a:custGeom>
              <a:avLst/>
              <a:gdLst/>
              <a:ahLst/>
              <a:cxnLst>
                <a:cxn ang="0">
                  <a:pos x="4" y="151"/>
                </a:cxn>
                <a:cxn ang="0">
                  <a:pos x="42" y="95"/>
                </a:cxn>
                <a:cxn ang="0">
                  <a:pos x="67" y="57"/>
                </a:cxn>
                <a:cxn ang="0">
                  <a:pos x="73" y="76"/>
                </a:cxn>
                <a:cxn ang="0">
                  <a:pos x="67" y="95"/>
                </a:cxn>
                <a:cxn ang="0">
                  <a:pos x="99" y="38"/>
                </a:cxn>
                <a:cxn ang="0">
                  <a:pos x="143" y="13"/>
                </a:cxn>
                <a:cxn ang="0">
                  <a:pos x="149" y="69"/>
                </a:cxn>
                <a:cxn ang="0">
                  <a:pos x="168" y="63"/>
                </a:cxn>
                <a:cxn ang="0">
                  <a:pos x="200" y="19"/>
                </a:cxn>
                <a:cxn ang="0">
                  <a:pos x="212" y="101"/>
                </a:cxn>
                <a:cxn ang="0">
                  <a:pos x="231" y="63"/>
                </a:cxn>
                <a:cxn ang="0">
                  <a:pos x="257" y="0"/>
                </a:cxn>
                <a:cxn ang="0">
                  <a:pos x="263" y="95"/>
                </a:cxn>
                <a:cxn ang="0">
                  <a:pos x="295" y="82"/>
                </a:cxn>
                <a:cxn ang="0">
                  <a:pos x="320" y="31"/>
                </a:cxn>
                <a:cxn ang="0">
                  <a:pos x="358" y="63"/>
                </a:cxn>
                <a:cxn ang="0">
                  <a:pos x="383" y="145"/>
                </a:cxn>
                <a:cxn ang="0">
                  <a:pos x="402" y="126"/>
                </a:cxn>
                <a:cxn ang="0">
                  <a:pos x="408" y="107"/>
                </a:cxn>
                <a:cxn ang="0">
                  <a:pos x="433" y="164"/>
                </a:cxn>
                <a:cxn ang="0">
                  <a:pos x="452" y="189"/>
                </a:cxn>
                <a:cxn ang="0">
                  <a:pos x="478" y="158"/>
                </a:cxn>
                <a:cxn ang="0">
                  <a:pos x="484" y="133"/>
                </a:cxn>
                <a:cxn ang="0">
                  <a:pos x="497" y="151"/>
                </a:cxn>
                <a:cxn ang="0">
                  <a:pos x="516" y="227"/>
                </a:cxn>
                <a:cxn ang="0">
                  <a:pos x="547" y="259"/>
                </a:cxn>
                <a:cxn ang="0">
                  <a:pos x="553" y="335"/>
                </a:cxn>
                <a:cxn ang="0">
                  <a:pos x="572" y="322"/>
                </a:cxn>
                <a:cxn ang="0">
                  <a:pos x="579" y="341"/>
                </a:cxn>
                <a:cxn ang="0">
                  <a:pos x="604" y="474"/>
                </a:cxn>
                <a:cxn ang="0">
                  <a:pos x="629" y="398"/>
                </a:cxn>
                <a:cxn ang="0">
                  <a:pos x="673" y="606"/>
                </a:cxn>
                <a:cxn ang="0">
                  <a:pos x="699" y="657"/>
                </a:cxn>
                <a:cxn ang="0">
                  <a:pos x="718" y="638"/>
                </a:cxn>
                <a:cxn ang="0">
                  <a:pos x="737" y="663"/>
                </a:cxn>
                <a:cxn ang="0">
                  <a:pos x="756" y="859"/>
                </a:cxn>
                <a:cxn ang="0">
                  <a:pos x="781" y="859"/>
                </a:cxn>
                <a:cxn ang="0">
                  <a:pos x="800" y="941"/>
                </a:cxn>
                <a:cxn ang="0">
                  <a:pos x="831" y="979"/>
                </a:cxn>
                <a:cxn ang="0">
                  <a:pos x="995" y="1206"/>
                </a:cxn>
                <a:cxn ang="0">
                  <a:pos x="1059" y="1175"/>
                </a:cxn>
                <a:cxn ang="0">
                  <a:pos x="1078" y="1244"/>
                </a:cxn>
                <a:cxn ang="0">
                  <a:pos x="1135" y="1225"/>
                </a:cxn>
                <a:cxn ang="0">
                  <a:pos x="1198" y="1149"/>
                </a:cxn>
                <a:cxn ang="0">
                  <a:pos x="1204" y="1181"/>
                </a:cxn>
                <a:cxn ang="0">
                  <a:pos x="1210" y="1206"/>
                </a:cxn>
                <a:cxn ang="0">
                  <a:pos x="1236" y="1194"/>
                </a:cxn>
                <a:cxn ang="0">
                  <a:pos x="1261" y="1194"/>
                </a:cxn>
                <a:cxn ang="0">
                  <a:pos x="1280" y="1181"/>
                </a:cxn>
                <a:cxn ang="0">
                  <a:pos x="1305" y="1124"/>
                </a:cxn>
                <a:cxn ang="0">
                  <a:pos x="1330" y="1130"/>
                </a:cxn>
                <a:cxn ang="0">
                  <a:pos x="1349" y="1137"/>
                </a:cxn>
                <a:cxn ang="0">
                  <a:pos x="1330" y="1143"/>
                </a:cxn>
                <a:cxn ang="0">
                  <a:pos x="1273" y="1156"/>
                </a:cxn>
              </a:cxnLst>
              <a:rect l="0" t="0" r="r" b="b"/>
              <a:pathLst>
                <a:path w="1349" h="1244">
                  <a:moveTo>
                    <a:pt x="4" y="151"/>
                  </a:moveTo>
                  <a:cubicBezTo>
                    <a:pt x="46" y="82"/>
                    <a:pt x="0" y="155"/>
                    <a:pt x="42" y="95"/>
                  </a:cubicBezTo>
                  <a:cubicBezTo>
                    <a:pt x="51" y="83"/>
                    <a:pt x="67" y="57"/>
                    <a:pt x="67" y="57"/>
                  </a:cubicBezTo>
                  <a:cubicBezTo>
                    <a:pt x="69" y="63"/>
                    <a:pt x="73" y="69"/>
                    <a:pt x="73" y="76"/>
                  </a:cubicBezTo>
                  <a:cubicBezTo>
                    <a:pt x="73" y="83"/>
                    <a:pt x="64" y="101"/>
                    <a:pt x="67" y="95"/>
                  </a:cubicBezTo>
                  <a:cubicBezTo>
                    <a:pt x="103" y="28"/>
                    <a:pt x="56" y="95"/>
                    <a:pt x="99" y="38"/>
                  </a:cubicBezTo>
                  <a:cubicBezTo>
                    <a:pt x="112" y="81"/>
                    <a:pt x="118" y="36"/>
                    <a:pt x="143" y="13"/>
                  </a:cubicBezTo>
                  <a:cubicBezTo>
                    <a:pt x="145" y="32"/>
                    <a:pt x="141" y="52"/>
                    <a:pt x="149" y="69"/>
                  </a:cubicBezTo>
                  <a:cubicBezTo>
                    <a:pt x="152" y="75"/>
                    <a:pt x="163" y="68"/>
                    <a:pt x="168" y="63"/>
                  </a:cubicBezTo>
                  <a:cubicBezTo>
                    <a:pt x="181" y="50"/>
                    <a:pt x="200" y="19"/>
                    <a:pt x="200" y="19"/>
                  </a:cubicBezTo>
                  <a:cubicBezTo>
                    <a:pt x="208" y="45"/>
                    <a:pt x="192" y="81"/>
                    <a:pt x="212" y="101"/>
                  </a:cubicBezTo>
                  <a:cubicBezTo>
                    <a:pt x="222" y="111"/>
                    <a:pt x="225" y="76"/>
                    <a:pt x="231" y="63"/>
                  </a:cubicBezTo>
                  <a:cubicBezTo>
                    <a:pt x="240" y="42"/>
                    <a:pt x="249" y="21"/>
                    <a:pt x="257" y="0"/>
                  </a:cubicBezTo>
                  <a:cubicBezTo>
                    <a:pt x="259" y="32"/>
                    <a:pt x="250" y="66"/>
                    <a:pt x="263" y="95"/>
                  </a:cubicBezTo>
                  <a:cubicBezTo>
                    <a:pt x="268" y="105"/>
                    <a:pt x="287" y="90"/>
                    <a:pt x="295" y="82"/>
                  </a:cubicBezTo>
                  <a:cubicBezTo>
                    <a:pt x="308" y="68"/>
                    <a:pt x="309" y="47"/>
                    <a:pt x="320" y="31"/>
                  </a:cubicBezTo>
                  <a:cubicBezTo>
                    <a:pt x="325" y="93"/>
                    <a:pt x="324" y="147"/>
                    <a:pt x="358" y="63"/>
                  </a:cubicBezTo>
                  <a:cubicBezTo>
                    <a:pt x="367" y="90"/>
                    <a:pt x="374" y="118"/>
                    <a:pt x="383" y="145"/>
                  </a:cubicBezTo>
                  <a:cubicBezTo>
                    <a:pt x="389" y="139"/>
                    <a:pt x="397" y="133"/>
                    <a:pt x="402" y="126"/>
                  </a:cubicBezTo>
                  <a:cubicBezTo>
                    <a:pt x="406" y="120"/>
                    <a:pt x="403" y="103"/>
                    <a:pt x="408" y="107"/>
                  </a:cubicBezTo>
                  <a:cubicBezTo>
                    <a:pt x="419" y="115"/>
                    <a:pt x="428" y="148"/>
                    <a:pt x="433" y="164"/>
                  </a:cubicBezTo>
                  <a:cubicBezTo>
                    <a:pt x="444" y="244"/>
                    <a:pt x="431" y="220"/>
                    <a:pt x="452" y="189"/>
                  </a:cubicBezTo>
                  <a:cubicBezTo>
                    <a:pt x="459" y="178"/>
                    <a:pt x="469" y="168"/>
                    <a:pt x="478" y="158"/>
                  </a:cubicBezTo>
                  <a:cubicBezTo>
                    <a:pt x="480" y="150"/>
                    <a:pt x="476" y="136"/>
                    <a:pt x="484" y="133"/>
                  </a:cubicBezTo>
                  <a:cubicBezTo>
                    <a:pt x="491" y="130"/>
                    <a:pt x="494" y="144"/>
                    <a:pt x="497" y="151"/>
                  </a:cubicBezTo>
                  <a:cubicBezTo>
                    <a:pt x="507" y="175"/>
                    <a:pt x="507" y="203"/>
                    <a:pt x="516" y="227"/>
                  </a:cubicBezTo>
                  <a:cubicBezTo>
                    <a:pt x="555" y="176"/>
                    <a:pt x="538" y="223"/>
                    <a:pt x="547" y="259"/>
                  </a:cubicBezTo>
                  <a:cubicBezTo>
                    <a:pt x="549" y="284"/>
                    <a:pt x="544" y="311"/>
                    <a:pt x="553" y="335"/>
                  </a:cubicBezTo>
                  <a:cubicBezTo>
                    <a:pt x="556" y="342"/>
                    <a:pt x="565" y="320"/>
                    <a:pt x="572" y="322"/>
                  </a:cubicBezTo>
                  <a:cubicBezTo>
                    <a:pt x="579" y="324"/>
                    <a:pt x="577" y="335"/>
                    <a:pt x="579" y="341"/>
                  </a:cubicBezTo>
                  <a:cubicBezTo>
                    <a:pt x="603" y="265"/>
                    <a:pt x="581" y="428"/>
                    <a:pt x="604" y="474"/>
                  </a:cubicBezTo>
                  <a:cubicBezTo>
                    <a:pt x="610" y="444"/>
                    <a:pt x="616" y="425"/>
                    <a:pt x="629" y="398"/>
                  </a:cubicBezTo>
                  <a:cubicBezTo>
                    <a:pt x="652" y="465"/>
                    <a:pt x="652" y="538"/>
                    <a:pt x="673" y="606"/>
                  </a:cubicBezTo>
                  <a:cubicBezTo>
                    <a:pt x="699" y="544"/>
                    <a:pt x="687" y="463"/>
                    <a:pt x="699" y="657"/>
                  </a:cubicBezTo>
                  <a:cubicBezTo>
                    <a:pt x="705" y="651"/>
                    <a:pt x="714" y="630"/>
                    <a:pt x="718" y="638"/>
                  </a:cubicBezTo>
                  <a:cubicBezTo>
                    <a:pt x="738" y="683"/>
                    <a:pt x="709" y="772"/>
                    <a:pt x="737" y="663"/>
                  </a:cubicBezTo>
                  <a:cubicBezTo>
                    <a:pt x="741" y="765"/>
                    <a:pt x="742" y="782"/>
                    <a:pt x="756" y="859"/>
                  </a:cubicBezTo>
                  <a:cubicBezTo>
                    <a:pt x="759" y="847"/>
                    <a:pt x="764" y="798"/>
                    <a:pt x="781" y="859"/>
                  </a:cubicBezTo>
                  <a:cubicBezTo>
                    <a:pt x="811" y="963"/>
                    <a:pt x="767" y="892"/>
                    <a:pt x="800" y="941"/>
                  </a:cubicBezTo>
                  <a:cubicBezTo>
                    <a:pt x="811" y="975"/>
                    <a:pt x="789" y="1021"/>
                    <a:pt x="831" y="979"/>
                  </a:cubicBezTo>
                  <a:cubicBezTo>
                    <a:pt x="913" y="1087"/>
                    <a:pt x="912" y="1097"/>
                    <a:pt x="995" y="1206"/>
                  </a:cubicBezTo>
                  <a:cubicBezTo>
                    <a:pt x="1013" y="1152"/>
                    <a:pt x="1027" y="1222"/>
                    <a:pt x="1059" y="1175"/>
                  </a:cubicBezTo>
                  <a:cubicBezTo>
                    <a:pt x="1074" y="1223"/>
                    <a:pt x="1068" y="1200"/>
                    <a:pt x="1078" y="1244"/>
                  </a:cubicBezTo>
                  <a:cubicBezTo>
                    <a:pt x="1109" y="1223"/>
                    <a:pt x="1109" y="1186"/>
                    <a:pt x="1135" y="1225"/>
                  </a:cubicBezTo>
                  <a:cubicBezTo>
                    <a:pt x="1164" y="1203"/>
                    <a:pt x="1175" y="1178"/>
                    <a:pt x="1198" y="1149"/>
                  </a:cubicBezTo>
                  <a:cubicBezTo>
                    <a:pt x="1200" y="1160"/>
                    <a:pt x="1202" y="1170"/>
                    <a:pt x="1204" y="1181"/>
                  </a:cubicBezTo>
                  <a:cubicBezTo>
                    <a:pt x="1206" y="1189"/>
                    <a:pt x="1202" y="1203"/>
                    <a:pt x="1210" y="1206"/>
                  </a:cubicBezTo>
                  <a:cubicBezTo>
                    <a:pt x="1219" y="1210"/>
                    <a:pt x="1227" y="1198"/>
                    <a:pt x="1236" y="1194"/>
                  </a:cubicBezTo>
                  <a:cubicBezTo>
                    <a:pt x="1264" y="1149"/>
                    <a:pt x="1231" y="1188"/>
                    <a:pt x="1261" y="1194"/>
                  </a:cubicBezTo>
                  <a:cubicBezTo>
                    <a:pt x="1269" y="1195"/>
                    <a:pt x="1274" y="1185"/>
                    <a:pt x="1280" y="1181"/>
                  </a:cubicBezTo>
                  <a:cubicBezTo>
                    <a:pt x="1292" y="1162"/>
                    <a:pt x="1298" y="1145"/>
                    <a:pt x="1305" y="1124"/>
                  </a:cubicBezTo>
                  <a:cubicBezTo>
                    <a:pt x="1317" y="1187"/>
                    <a:pt x="1301" y="1145"/>
                    <a:pt x="1330" y="1130"/>
                  </a:cubicBezTo>
                  <a:cubicBezTo>
                    <a:pt x="1336" y="1127"/>
                    <a:pt x="1343" y="1135"/>
                    <a:pt x="1349" y="1137"/>
                  </a:cubicBezTo>
                  <a:cubicBezTo>
                    <a:pt x="1349" y="1137"/>
                    <a:pt x="1336" y="1140"/>
                    <a:pt x="1330" y="1143"/>
                  </a:cubicBezTo>
                  <a:cubicBezTo>
                    <a:pt x="1288" y="1161"/>
                    <a:pt x="1322" y="1156"/>
                    <a:pt x="1273" y="1156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28" name="Freeform 260"/>
            <p:cNvSpPr>
              <a:spLocks/>
            </p:cNvSpPr>
            <p:nvPr/>
          </p:nvSpPr>
          <p:spPr bwMode="auto">
            <a:xfrm flipV="1">
              <a:off x="1996" y="2553"/>
              <a:ext cx="1396" cy="1206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50" y="81"/>
                </a:cxn>
                <a:cxn ang="0">
                  <a:pos x="76" y="62"/>
                </a:cxn>
                <a:cxn ang="0">
                  <a:pos x="107" y="17"/>
                </a:cxn>
                <a:cxn ang="0">
                  <a:pos x="139" y="100"/>
                </a:cxn>
                <a:cxn ang="0">
                  <a:pos x="196" y="74"/>
                </a:cxn>
                <a:cxn ang="0">
                  <a:pos x="240" y="43"/>
                </a:cxn>
                <a:cxn ang="0">
                  <a:pos x="253" y="93"/>
                </a:cxn>
                <a:cxn ang="0">
                  <a:pos x="303" y="68"/>
                </a:cxn>
                <a:cxn ang="0">
                  <a:pos x="328" y="112"/>
                </a:cxn>
                <a:cxn ang="0">
                  <a:pos x="379" y="62"/>
                </a:cxn>
                <a:cxn ang="0">
                  <a:pos x="417" y="125"/>
                </a:cxn>
                <a:cxn ang="0">
                  <a:pos x="429" y="106"/>
                </a:cxn>
                <a:cxn ang="0">
                  <a:pos x="436" y="137"/>
                </a:cxn>
                <a:cxn ang="0">
                  <a:pos x="455" y="207"/>
                </a:cxn>
                <a:cxn ang="0">
                  <a:pos x="486" y="213"/>
                </a:cxn>
                <a:cxn ang="0">
                  <a:pos x="518" y="207"/>
                </a:cxn>
                <a:cxn ang="0">
                  <a:pos x="524" y="226"/>
                </a:cxn>
                <a:cxn ang="0">
                  <a:pos x="543" y="232"/>
                </a:cxn>
                <a:cxn ang="0">
                  <a:pos x="549" y="283"/>
                </a:cxn>
                <a:cxn ang="0">
                  <a:pos x="562" y="321"/>
                </a:cxn>
                <a:cxn ang="0">
                  <a:pos x="606" y="359"/>
                </a:cxn>
                <a:cxn ang="0">
                  <a:pos x="625" y="415"/>
                </a:cxn>
                <a:cxn ang="0">
                  <a:pos x="669" y="580"/>
                </a:cxn>
                <a:cxn ang="0">
                  <a:pos x="695" y="719"/>
                </a:cxn>
                <a:cxn ang="0">
                  <a:pos x="701" y="693"/>
                </a:cxn>
                <a:cxn ang="0">
                  <a:pos x="707" y="712"/>
                </a:cxn>
                <a:cxn ang="0">
                  <a:pos x="714" y="731"/>
                </a:cxn>
                <a:cxn ang="0">
                  <a:pos x="733" y="807"/>
                </a:cxn>
                <a:cxn ang="0">
                  <a:pos x="739" y="895"/>
                </a:cxn>
                <a:cxn ang="0">
                  <a:pos x="758" y="927"/>
                </a:cxn>
                <a:cxn ang="0">
                  <a:pos x="802" y="1041"/>
                </a:cxn>
                <a:cxn ang="0">
                  <a:pos x="846" y="1041"/>
                </a:cxn>
                <a:cxn ang="0">
                  <a:pos x="922" y="1116"/>
                </a:cxn>
                <a:cxn ang="0">
                  <a:pos x="947" y="1186"/>
                </a:cxn>
                <a:cxn ang="0">
                  <a:pos x="947" y="1161"/>
                </a:cxn>
                <a:cxn ang="0">
                  <a:pos x="998" y="1192"/>
                </a:cxn>
                <a:cxn ang="0">
                  <a:pos x="1036" y="1161"/>
                </a:cxn>
                <a:cxn ang="0">
                  <a:pos x="1048" y="1180"/>
                </a:cxn>
                <a:cxn ang="0">
                  <a:pos x="1074" y="1192"/>
                </a:cxn>
                <a:cxn ang="0">
                  <a:pos x="1162" y="1167"/>
                </a:cxn>
                <a:cxn ang="0">
                  <a:pos x="1232" y="1161"/>
                </a:cxn>
                <a:cxn ang="0">
                  <a:pos x="1295" y="1110"/>
                </a:cxn>
                <a:cxn ang="0">
                  <a:pos x="1358" y="1123"/>
                </a:cxn>
                <a:cxn ang="0">
                  <a:pos x="1396" y="1085"/>
                </a:cxn>
              </a:cxnLst>
              <a:rect l="0" t="0" r="r" b="b"/>
              <a:pathLst>
                <a:path w="1396" h="1206">
                  <a:moveTo>
                    <a:pt x="0" y="156"/>
                  </a:moveTo>
                  <a:cubicBezTo>
                    <a:pt x="17" y="134"/>
                    <a:pt x="32" y="101"/>
                    <a:pt x="50" y="81"/>
                  </a:cubicBezTo>
                  <a:cubicBezTo>
                    <a:pt x="57" y="73"/>
                    <a:pt x="68" y="70"/>
                    <a:pt x="76" y="62"/>
                  </a:cubicBezTo>
                  <a:cubicBezTo>
                    <a:pt x="85" y="53"/>
                    <a:pt x="100" y="29"/>
                    <a:pt x="107" y="17"/>
                  </a:cubicBezTo>
                  <a:cubicBezTo>
                    <a:pt x="114" y="59"/>
                    <a:pt x="111" y="72"/>
                    <a:pt x="139" y="100"/>
                  </a:cubicBezTo>
                  <a:cubicBezTo>
                    <a:pt x="166" y="91"/>
                    <a:pt x="176" y="91"/>
                    <a:pt x="196" y="74"/>
                  </a:cubicBezTo>
                  <a:cubicBezTo>
                    <a:pt x="233" y="42"/>
                    <a:pt x="206" y="54"/>
                    <a:pt x="240" y="43"/>
                  </a:cubicBezTo>
                  <a:cubicBezTo>
                    <a:pt x="240" y="44"/>
                    <a:pt x="252" y="93"/>
                    <a:pt x="253" y="93"/>
                  </a:cubicBezTo>
                  <a:cubicBezTo>
                    <a:pt x="271" y="96"/>
                    <a:pt x="285" y="74"/>
                    <a:pt x="303" y="68"/>
                  </a:cubicBezTo>
                  <a:cubicBezTo>
                    <a:pt x="325" y="0"/>
                    <a:pt x="322" y="29"/>
                    <a:pt x="328" y="112"/>
                  </a:cubicBezTo>
                  <a:cubicBezTo>
                    <a:pt x="362" y="87"/>
                    <a:pt x="348" y="81"/>
                    <a:pt x="379" y="62"/>
                  </a:cubicBezTo>
                  <a:cubicBezTo>
                    <a:pt x="389" y="104"/>
                    <a:pt x="361" y="152"/>
                    <a:pt x="417" y="125"/>
                  </a:cubicBezTo>
                  <a:cubicBezTo>
                    <a:pt x="421" y="119"/>
                    <a:pt x="423" y="102"/>
                    <a:pt x="429" y="106"/>
                  </a:cubicBezTo>
                  <a:cubicBezTo>
                    <a:pt x="438" y="112"/>
                    <a:pt x="434" y="127"/>
                    <a:pt x="436" y="137"/>
                  </a:cubicBezTo>
                  <a:cubicBezTo>
                    <a:pt x="447" y="193"/>
                    <a:pt x="435" y="157"/>
                    <a:pt x="455" y="207"/>
                  </a:cubicBezTo>
                  <a:cubicBezTo>
                    <a:pt x="502" y="175"/>
                    <a:pt x="449" y="202"/>
                    <a:pt x="486" y="213"/>
                  </a:cubicBezTo>
                  <a:cubicBezTo>
                    <a:pt x="496" y="216"/>
                    <a:pt x="507" y="209"/>
                    <a:pt x="518" y="207"/>
                  </a:cubicBezTo>
                  <a:cubicBezTo>
                    <a:pt x="520" y="213"/>
                    <a:pt x="519" y="221"/>
                    <a:pt x="524" y="226"/>
                  </a:cubicBezTo>
                  <a:cubicBezTo>
                    <a:pt x="529" y="231"/>
                    <a:pt x="540" y="226"/>
                    <a:pt x="543" y="232"/>
                  </a:cubicBezTo>
                  <a:cubicBezTo>
                    <a:pt x="550" y="248"/>
                    <a:pt x="545" y="266"/>
                    <a:pt x="549" y="283"/>
                  </a:cubicBezTo>
                  <a:cubicBezTo>
                    <a:pt x="552" y="296"/>
                    <a:pt x="558" y="308"/>
                    <a:pt x="562" y="321"/>
                  </a:cubicBezTo>
                  <a:cubicBezTo>
                    <a:pt x="610" y="273"/>
                    <a:pt x="599" y="288"/>
                    <a:pt x="606" y="359"/>
                  </a:cubicBezTo>
                  <a:cubicBezTo>
                    <a:pt x="653" y="327"/>
                    <a:pt x="629" y="392"/>
                    <a:pt x="625" y="415"/>
                  </a:cubicBezTo>
                  <a:cubicBezTo>
                    <a:pt x="631" y="518"/>
                    <a:pt x="607" y="533"/>
                    <a:pt x="669" y="580"/>
                  </a:cubicBezTo>
                  <a:cubicBezTo>
                    <a:pt x="682" y="626"/>
                    <a:pt x="685" y="673"/>
                    <a:pt x="695" y="719"/>
                  </a:cubicBezTo>
                  <a:cubicBezTo>
                    <a:pt x="697" y="710"/>
                    <a:pt x="693" y="697"/>
                    <a:pt x="701" y="693"/>
                  </a:cubicBezTo>
                  <a:cubicBezTo>
                    <a:pt x="707" y="690"/>
                    <a:pt x="705" y="706"/>
                    <a:pt x="707" y="712"/>
                  </a:cubicBezTo>
                  <a:cubicBezTo>
                    <a:pt x="709" y="718"/>
                    <a:pt x="712" y="725"/>
                    <a:pt x="714" y="731"/>
                  </a:cubicBezTo>
                  <a:cubicBezTo>
                    <a:pt x="722" y="756"/>
                    <a:pt x="733" y="807"/>
                    <a:pt x="733" y="807"/>
                  </a:cubicBezTo>
                  <a:cubicBezTo>
                    <a:pt x="735" y="836"/>
                    <a:pt x="733" y="866"/>
                    <a:pt x="739" y="895"/>
                  </a:cubicBezTo>
                  <a:cubicBezTo>
                    <a:pt x="742" y="907"/>
                    <a:pt x="753" y="916"/>
                    <a:pt x="758" y="927"/>
                  </a:cubicBezTo>
                  <a:cubicBezTo>
                    <a:pt x="776" y="965"/>
                    <a:pt x="778" y="1005"/>
                    <a:pt x="802" y="1041"/>
                  </a:cubicBezTo>
                  <a:cubicBezTo>
                    <a:pt x="813" y="1006"/>
                    <a:pt x="817" y="1030"/>
                    <a:pt x="846" y="1041"/>
                  </a:cubicBezTo>
                  <a:cubicBezTo>
                    <a:pt x="878" y="1083"/>
                    <a:pt x="874" y="1098"/>
                    <a:pt x="922" y="1116"/>
                  </a:cubicBezTo>
                  <a:cubicBezTo>
                    <a:pt x="940" y="1142"/>
                    <a:pt x="936" y="1157"/>
                    <a:pt x="947" y="1186"/>
                  </a:cubicBezTo>
                  <a:cubicBezTo>
                    <a:pt x="955" y="1206"/>
                    <a:pt x="937" y="1142"/>
                    <a:pt x="947" y="1161"/>
                  </a:cubicBezTo>
                  <a:cubicBezTo>
                    <a:pt x="954" y="1144"/>
                    <a:pt x="987" y="1206"/>
                    <a:pt x="998" y="1192"/>
                  </a:cubicBezTo>
                  <a:cubicBezTo>
                    <a:pt x="1008" y="1179"/>
                    <a:pt x="1024" y="1173"/>
                    <a:pt x="1036" y="1161"/>
                  </a:cubicBezTo>
                  <a:cubicBezTo>
                    <a:pt x="1040" y="1167"/>
                    <a:pt x="1041" y="1177"/>
                    <a:pt x="1048" y="1180"/>
                  </a:cubicBezTo>
                  <a:cubicBezTo>
                    <a:pt x="1082" y="1193"/>
                    <a:pt x="1056" y="1144"/>
                    <a:pt x="1074" y="1192"/>
                  </a:cubicBezTo>
                  <a:cubicBezTo>
                    <a:pt x="1145" y="1157"/>
                    <a:pt x="1114" y="1156"/>
                    <a:pt x="1162" y="1167"/>
                  </a:cubicBezTo>
                  <a:cubicBezTo>
                    <a:pt x="1192" y="1160"/>
                    <a:pt x="1201" y="1153"/>
                    <a:pt x="1232" y="1161"/>
                  </a:cubicBezTo>
                  <a:cubicBezTo>
                    <a:pt x="1251" y="1141"/>
                    <a:pt x="1295" y="1110"/>
                    <a:pt x="1295" y="1110"/>
                  </a:cubicBezTo>
                  <a:cubicBezTo>
                    <a:pt x="1314" y="1140"/>
                    <a:pt x="1327" y="1138"/>
                    <a:pt x="1358" y="1123"/>
                  </a:cubicBezTo>
                  <a:cubicBezTo>
                    <a:pt x="1373" y="1077"/>
                    <a:pt x="1357" y="1085"/>
                    <a:pt x="1396" y="108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29" name="Freeform 261"/>
            <p:cNvSpPr>
              <a:spLocks/>
            </p:cNvSpPr>
            <p:nvPr/>
          </p:nvSpPr>
          <p:spPr bwMode="auto">
            <a:xfrm flipV="1">
              <a:off x="1945" y="2590"/>
              <a:ext cx="1472" cy="1067"/>
            </a:xfrm>
            <a:custGeom>
              <a:avLst/>
              <a:gdLst/>
              <a:ahLst/>
              <a:cxnLst>
                <a:cxn ang="0">
                  <a:pos x="1472" y="1048"/>
                </a:cxn>
                <a:cxn ang="0">
                  <a:pos x="1409" y="1023"/>
                </a:cxn>
                <a:cxn ang="0">
                  <a:pos x="1415" y="991"/>
                </a:cxn>
                <a:cxn ang="0">
                  <a:pos x="1421" y="966"/>
                </a:cxn>
                <a:cxn ang="0">
                  <a:pos x="1415" y="941"/>
                </a:cxn>
                <a:cxn ang="0">
                  <a:pos x="1409" y="909"/>
                </a:cxn>
                <a:cxn ang="0">
                  <a:pos x="1377" y="947"/>
                </a:cxn>
                <a:cxn ang="0">
                  <a:pos x="1352" y="833"/>
                </a:cxn>
                <a:cxn ang="0">
                  <a:pos x="1320" y="695"/>
                </a:cxn>
                <a:cxn ang="0">
                  <a:pos x="1301" y="707"/>
                </a:cxn>
                <a:cxn ang="0">
                  <a:pos x="1295" y="682"/>
                </a:cxn>
                <a:cxn ang="0">
                  <a:pos x="1257" y="587"/>
                </a:cxn>
                <a:cxn ang="0">
                  <a:pos x="1219" y="473"/>
                </a:cxn>
                <a:cxn ang="0">
                  <a:pos x="1200" y="480"/>
                </a:cxn>
                <a:cxn ang="0">
                  <a:pos x="1143" y="385"/>
                </a:cxn>
                <a:cxn ang="0">
                  <a:pos x="1105" y="259"/>
                </a:cxn>
                <a:cxn ang="0">
                  <a:pos x="1080" y="221"/>
                </a:cxn>
                <a:cxn ang="0">
                  <a:pos x="1042" y="170"/>
                </a:cxn>
                <a:cxn ang="0">
                  <a:pos x="1023" y="177"/>
                </a:cxn>
                <a:cxn ang="0">
                  <a:pos x="1017" y="196"/>
                </a:cxn>
                <a:cxn ang="0">
                  <a:pos x="1011" y="177"/>
                </a:cxn>
                <a:cxn ang="0">
                  <a:pos x="966" y="120"/>
                </a:cxn>
                <a:cxn ang="0">
                  <a:pos x="948" y="126"/>
                </a:cxn>
                <a:cxn ang="0">
                  <a:pos x="859" y="57"/>
                </a:cxn>
                <a:cxn ang="0">
                  <a:pos x="853" y="76"/>
                </a:cxn>
                <a:cxn ang="0">
                  <a:pos x="821" y="44"/>
                </a:cxn>
                <a:cxn ang="0">
                  <a:pos x="752" y="19"/>
                </a:cxn>
                <a:cxn ang="0">
                  <a:pos x="689" y="0"/>
                </a:cxn>
                <a:cxn ang="0">
                  <a:pos x="651" y="25"/>
                </a:cxn>
                <a:cxn ang="0">
                  <a:pos x="625" y="50"/>
                </a:cxn>
                <a:cxn ang="0">
                  <a:pos x="619" y="69"/>
                </a:cxn>
                <a:cxn ang="0">
                  <a:pos x="613" y="50"/>
                </a:cxn>
                <a:cxn ang="0">
                  <a:pos x="588" y="25"/>
                </a:cxn>
                <a:cxn ang="0">
                  <a:pos x="569" y="82"/>
                </a:cxn>
                <a:cxn ang="0">
                  <a:pos x="562" y="63"/>
                </a:cxn>
                <a:cxn ang="0">
                  <a:pos x="543" y="50"/>
                </a:cxn>
                <a:cxn ang="0">
                  <a:pos x="512" y="82"/>
                </a:cxn>
                <a:cxn ang="0">
                  <a:pos x="486" y="126"/>
                </a:cxn>
                <a:cxn ang="0">
                  <a:pos x="480" y="151"/>
                </a:cxn>
                <a:cxn ang="0">
                  <a:pos x="474" y="132"/>
                </a:cxn>
                <a:cxn ang="0">
                  <a:pos x="449" y="145"/>
                </a:cxn>
                <a:cxn ang="0">
                  <a:pos x="423" y="208"/>
                </a:cxn>
                <a:cxn ang="0">
                  <a:pos x="417" y="183"/>
                </a:cxn>
                <a:cxn ang="0">
                  <a:pos x="398" y="196"/>
                </a:cxn>
                <a:cxn ang="0">
                  <a:pos x="373" y="252"/>
                </a:cxn>
                <a:cxn ang="0">
                  <a:pos x="335" y="379"/>
                </a:cxn>
                <a:cxn ang="0">
                  <a:pos x="310" y="429"/>
                </a:cxn>
                <a:cxn ang="0">
                  <a:pos x="291" y="518"/>
                </a:cxn>
                <a:cxn ang="0">
                  <a:pos x="240" y="688"/>
                </a:cxn>
                <a:cxn ang="0">
                  <a:pos x="171" y="884"/>
                </a:cxn>
                <a:cxn ang="0">
                  <a:pos x="164" y="865"/>
                </a:cxn>
                <a:cxn ang="0">
                  <a:pos x="158" y="840"/>
                </a:cxn>
                <a:cxn ang="0">
                  <a:pos x="145" y="897"/>
                </a:cxn>
                <a:cxn ang="0">
                  <a:pos x="108" y="1067"/>
                </a:cxn>
                <a:cxn ang="0">
                  <a:pos x="70" y="1055"/>
                </a:cxn>
                <a:cxn ang="0">
                  <a:pos x="0" y="1055"/>
                </a:cxn>
              </a:cxnLst>
              <a:rect l="0" t="0" r="r" b="b"/>
              <a:pathLst>
                <a:path w="1472" h="1067">
                  <a:moveTo>
                    <a:pt x="1472" y="1048"/>
                  </a:moveTo>
                  <a:cubicBezTo>
                    <a:pt x="1451" y="1038"/>
                    <a:pt x="1431" y="1030"/>
                    <a:pt x="1409" y="1023"/>
                  </a:cubicBezTo>
                  <a:cubicBezTo>
                    <a:pt x="1411" y="1012"/>
                    <a:pt x="1413" y="1002"/>
                    <a:pt x="1415" y="991"/>
                  </a:cubicBezTo>
                  <a:cubicBezTo>
                    <a:pt x="1418" y="978"/>
                    <a:pt x="1439" y="902"/>
                    <a:pt x="1421" y="966"/>
                  </a:cubicBezTo>
                  <a:cubicBezTo>
                    <a:pt x="1419" y="958"/>
                    <a:pt x="1417" y="949"/>
                    <a:pt x="1415" y="941"/>
                  </a:cubicBezTo>
                  <a:cubicBezTo>
                    <a:pt x="1413" y="930"/>
                    <a:pt x="1419" y="914"/>
                    <a:pt x="1409" y="909"/>
                  </a:cubicBezTo>
                  <a:cubicBezTo>
                    <a:pt x="1403" y="906"/>
                    <a:pt x="1379" y="944"/>
                    <a:pt x="1377" y="947"/>
                  </a:cubicBezTo>
                  <a:cubicBezTo>
                    <a:pt x="1372" y="890"/>
                    <a:pt x="1373" y="878"/>
                    <a:pt x="1352" y="833"/>
                  </a:cubicBezTo>
                  <a:cubicBezTo>
                    <a:pt x="1343" y="787"/>
                    <a:pt x="1335" y="739"/>
                    <a:pt x="1320" y="695"/>
                  </a:cubicBezTo>
                  <a:cubicBezTo>
                    <a:pt x="1314" y="699"/>
                    <a:pt x="1308" y="710"/>
                    <a:pt x="1301" y="707"/>
                  </a:cubicBezTo>
                  <a:cubicBezTo>
                    <a:pt x="1293" y="703"/>
                    <a:pt x="1297" y="690"/>
                    <a:pt x="1295" y="682"/>
                  </a:cubicBezTo>
                  <a:cubicBezTo>
                    <a:pt x="1286" y="650"/>
                    <a:pt x="1275" y="614"/>
                    <a:pt x="1257" y="587"/>
                  </a:cubicBezTo>
                  <a:cubicBezTo>
                    <a:pt x="1245" y="548"/>
                    <a:pt x="1228" y="512"/>
                    <a:pt x="1219" y="473"/>
                  </a:cubicBezTo>
                  <a:cubicBezTo>
                    <a:pt x="1213" y="475"/>
                    <a:pt x="1204" y="485"/>
                    <a:pt x="1200" y="480"/>
                  </a:cubicBezTo>
                  <a:cubicBezTo>
                    <a:pt x="1173" y="449"/>
                    <a:pt x="1187" y="399"/>
                    <a:pt x="1143" y="385"/>
                  </a:cubicBezTo>
                  <a:cubicBezTo>
                    <a:pt x="1136" y="340"/>
                    <a:pt x="1131" y="297"/>
                    <a:pt x="1105" y="259"/>
                  </a:cubicBezTo>
                  <a:cubicBezTo>
                    <a:pt x="1094" y="225"/>
                    <a:pt x="1106" y="254"/>
                    <a:pt x="1080" y="221"/>
                  </a:cubicBezTo>
                  <a:cubicBezTo>
                    <a:pt x="1067" y="205"/>
                    <a:pt x="1042" y="170"/>
                    <a:pt x="1042" y="170"/>
                  </a:cubicBezTo>
                  <a:cubicBezTo>
                    <a:pt x="1036" y="172"/>
                    <a:pt x="1028" y="172"/>
                    <a:pt x="1023" y="177"/>
                  </a:cubicBezTo>
                  <a:cubicBezTo>
                    <a:pt x="1018" y="182"/>
                    <a:pt x="1024" y="196"/>
                    <a:pt x="1017" y="196"/>
                  </a:cubicBezTo>
                  <a:cubicBezTo>
                    <a:pt x="1010" y="196"/>
                    <a:pt x="1015" y="183"/>
                    <a:pt x="1011" y="177"/>
                  </a:cubicBezTo>
                  <a:cubicBezTo>
                    <a:pt x="998" y="157"/>
                    <a:pt x="966" y="120"/>
                    <a:pt x="966" y="120"/>
                  </a:cubicBezTo>
                  <a:cubicBezTo>
                    <a:pt x="960" y="122"/>
                    <a:pt x="953" y="129"/>
                    <a:pt x="948" y="126"/>
                  </a:cubicBezTo>
                  <a:cubicBezTo>
                    <a:pt x="901" y="96"/>
                    <a:pt x="906" y="72"/>
                    <a:pt x="859" y="57"/>
                  </a:cubicBezTo>
                  <a:cubicBezTo>
                    <a:pt x="857" y="63"/>
                    <a:pt x="859" y="74"/>
                    <a:pt x="853" y="76"/>
                  </a:cubicBezTo>
                  <a:cubicBezTo>
                    <a:pt x="839" y="79"/>
                    <a:pt x="827" y="49"/>
                    <a:pt x="821" y="44"/>
                  </a:cubicBezTo>
                  <a:cubicBezTo>
                    <a:pt x="795" y="24"/>
                    <a:pt x="781" y="25"/>
                    <a:pt x="752" y="19"/>
                  </a:cubicBezTo>
                  <a:cubicBezTo>
                    <a:pt x="718" y="40"/>
                    <a:pt x="719" y="19"/>
                    <a:pt x="689" y="0"/>
                  </a:cubicBezTo>
                  <a:cubicBezTo>
                    <a:pt x="668" y="30"/>
                    <a:pt x="684" y="48"/>
                    <a:pt x="651" y="25"/>
                  </a:cubicBezTo>
                  <a:cubicBezTo>
                    <a:pt x="642" y="33"/>
                    <a:pt x="632" y="40"/>
                    <a:pt x="625" y="50"/>
                  </a:cubicBezTo>
                  <a:cubicBezTo>
                    <a:pt x="621" y="55"/>
                    <a:pt x="626" y="69"/>
                    <a:pt x="619" y="69"/>
                  </a:cubicBezTo>
                  <a:cubicBezTo>
                    <a:pt x="612" y="69"/>
                    <a:pt x="615" y="56"/>
                    <a:pt x="613" y="50"/>
                  </a:cubicBezTo>
                  <a:cubicBezTo>
                    <a:pt x="605" y="25"/>
                    <a:pt x="612" y="33"/>
                    <a:pt x="588" y="25"/>
                  </a:cubicBezTo>
                  <a:cubicBezTo>
                    <a:pt x="587" y="29"/>
                    <a:pt x="579" y="79"/>
                    <a:pt x="569" y="82"/>
                  </a:cubicBezTo>
                  <a:cubicBezTo>
                    <a:pt x="563" y="84"/>
                    <a:pt x="566" y="68"/>
                    <a:pt x="562" y="63"/>
                  </a:cubicBezTo>
                  <a:cubicBezTo>
                    <a:pt x="557" y="57"/>
                    <a:pt x="549" y="54"/>
                    <a:pt x="543" y="50"/>
                  </a:cubicBezTo>
                  <a:cubicBezTo>
                    <a:pt x="529" y="109"/>
                    <a:pt x="551" y="50"/>
                    <a:pt x="512" y="82"/>
                  </a:cubicBezTo>
                  <a:cubicBezTo>
                    <a:pt x="499" y="93"/>
                    <a:pt x="496" y="112"/>
                    <a:pt x="486" y="126"/>
                  </a:cubicBezTo>
                  <a:cubicBezTo>
                    <a:pt x="484" y="134"/>
                    <a:pt x="488" y="147"/>
                    <a:pt x="480" y="151"/>
                  </a:cubicBezTo>
                  <a:cubicBezTo>
                    <a:pt x="474" y="154"/>
                    <a:pt x="481" y="133"/>
                    <a:pt x="474" y="132"/>
                  </a:cubicBezTo>
                  <a:cubicBezTo>
                    <a:pt x="465" y="130"/>
                    <a:pt x="457" y="141"/>
                    <a:pt x="449" y="145"/>
                  </a:cubicBezTo>
                  <a:cubicBezTo>
                    <a:pt x="434" y="166"/>
                    <a:pt x="430" y="183"/>
                    <a:pt x="423" y="208"/>
                  </a:cubicBezTo>
                  <a:cubicBezTo>
                    <a:pt x="421" y="200"/>
                    <a:pt x="425" y="187"/>
                    <a:pt x="417" y="183"/>
                  </a:cubicBezTo>
                  <a:cubicBezTo>
                    <a:pt x="410" y="180"/>
                    <a:pt x="403" y="190"/>
                    <a:pt x="398" y="196"/>
                  </a:cubicBezTo>
                  <a:cubicBezTo>
                    <a:pt x="388" y="209"/>
                    <a:pt x="383" y="236"/>
                    <a:pt x="373" y="252"/>
                  </a:cubicBezTo>
                  <a:cubicBezTo>
                    <a:pt x="367" y="290"/>
                    <a:pt x="353" y="343"/>
                    <a:pt x="335" y="379"/>
                  </a:cubicBezTo>
                  <a:cubicBezTo>
                    <a:pt x="314" y="422"/>
                    <a:pt x="328" y="370"/>
                    <a:pt x="310" y="429"/>
                  </a:cubicBezTo>
                  <a:cubicBezTo>
                    <a:pt x="301" y="458"/>
                    <a:pt x="300" y="489"/>
                    <a:pt x="291" y="518"/>
                  </a:cubicBezTo>
                  <a:cubicBezTo>
                    <a:pt x="241" y="418"/>
                    <a:pt x="312" y="665"/>
                    <a:pt x="240" y="688"/>
                  </a:cubicBezTo>
                  <a:cubicBezTo>
                    <a:pt x="205" y="746"/>
                    <a:pt x="195" y="820"/>
                    <a:pt x="171" y="884"/>
                  </a:cubicBezTo>
                  <a:cubicBezTo>
                    <a:pt x="169" y="878"/>
                    <a:pt x="166" y="871"/>
                    <a:pt x="164" y="865"/>
                  </a:cubicBezTo>
                  <a:cubicBezTo>
                    <a:pt x="162" y="857"/>
                    <a:pt x="166" y="836"/>
                    <a:pt x="158" y="840"/>
                  </a:cubicBezTo>
                  <a:cubicBezTo>
                    <a:pt x="141" y="849"/>
                    <a:pt x="151" y="878"/>
                    <a:pt x="145" y="897"/>
                  </a:cubicBezTo>
                  <a:cubicBezTo>
                    <a:pt x="128" y="953"/>
                    <a:pt x="126" y="1011"/>
                    <a:pt x="108" y="1067"/>
                  </a:cubicBezTo>
                  <a:cubicBezTo>
                    <a:pt x="99" y="1035"/>
                    <a:pt x="93" y="1019"/>
                    <a:pt x="70" y="1055"/>
                  </a:cubicBezTo>
                  <a:cubicBezTo>
                    <a:pt x="36" y="1032"/>
                    <a:pt x="36" y="1055"/>
                    <a:pt x="0" y="105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</p:grpSp>
      <p:grpSp>
        <p:nvGrpSpPr>
          <p:cNvPr id="7" name="Group 262"/>
          <p:cNvGrpSpPr>
            <a:grpSpLocks/>
          </p:cNvGrpSpPr>
          <p:nvPr/>
        </p:nvGrpSpPr>
        <p:grpSpPr bwMode="auto">
          <a:xfrm>
            <a:off x="2819400" y="3886200"/>
            <a:ext cx="3127375" cy="2416175"/>
            <a:chOff x="1844" y="2513"/>
            <a:chExt cx="1648" cy="1295"/>
          </a:xfrm>
        </p:grpSpPr>
        <p:sp>
          <p:nvSpPr>
            <p:cNvPr id="135431" name="Freeform 263"/>
            <p:cNvSpPr>
              <a:spLocks/>
            </p:cNvSpPr>
            <p:nvPr/>
          </p:nvSpPr>
          <p:spPr bwMode="auto">
            <a:xfrm>
              <a:off x="1932" y="2569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32" name="Freeform 264"/>
            <p:cNvSpPr>
              <a:spLocks/>
            </p:cNvSpPr>
            <p:nvPr/>
          </p:nvSpPr>
          <p:spPr bwMode="auto">
            <a:xfrm flipV="1">
              <a:off x="1914" y="2613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33" name="Freeform 265"/>
            <p:cNvSpPr>
              <a:spLocks/>
            </p:cNvSpPr>
            <p:nvPr/>
          </p:nvSpPr>
          <p:spPr bwMode="auto">
            <a:xfrm>
              <a:off x="1886" y="2583"/>
              <a:ext cx="1492" cy="1162"/>
            </a:xfrm>
            <a:custGeom>
              <a:avLst/>
              <a:gdLst/>
              <a:ahLst/>
              <a:cxnLst>
                <a:cxn ang="0">
                  <a:pos x="34" y="1093"/>
                </a:cxn>
                <a:cxn ang="0">
                  <a:pos x="72" y="1093"/>
                </a:cxn>
                <a:cxn ang="0">
                  <a:pos x="91" y="1112"/>
                </a:cxn>
                <a:cxn ang="0">
                  <a:pos x="160" y="1086"/>
                </a:cxn>
                <a:cxn ang="0">
                  <a:pos x="173" y="1124"/>
                </a:cxn>
                <a:cxn ang="0">
                  <a:pos x="223" y="1143"/>
                </a:cxn>
                <a:cxn ang="0">
                  <a:pos x="287" y="1143"/>
                </a:cxn>
                <a:cxn ang="0">
                  <a:pos x="337" y="1162"/>
                </a:cxn>
                <a:cxn ang="0">
                  <a:pos x="369" y="1124"/>
                </a:cxn>
                <a:cxn ang="0">
                  <a:pos x="432" y="1105"/>
                </a:cxn>
                <a:cxn ang="0">
                  <a:pos x="495" y="1068"/>
                </a:cxn>
                <a:cxn ang="0">
                  <a:pos x="533" y="1061"/>
                </a:cxn>
                <a:cxn ang="0">
                  <a:pos x="571" y="1061"/>
                </a:cxn>
                <a:cxn ang="0">
                  <a:pos x="590" y="1074"/>
                </a:cxn>
                <a:cxn ang="0">
                  <a:pos x="621" y="954"/>
                </a:cxn>
                <a:cxn ang="0">
                  <a:pos x="628" y="973"/>
                </a:cxn>
                <a:cxn ang="0">
                  <a:pos x="634" y="948"/>
                </a:cxn>
                <a:cxn ang="0">
                  <a:pos x="647" y="922"/>
                </a:cxn>
                <a:cxn ang="0">
                  <a:pos x="691" y="809"/>
                </a:cxn>
                <a:cxn ang="0">
                  <a:pos x="741" y="657"/>
                </a:cxn>
                <a:cxn ang="0">
                  <a:pos x="767" y="606"/>
                </a:cxn>
                <a:cxn ang="0">
                  <a:pos x="798" y="531"/>
                </a:cxn>
                <a:cxn ang="0">
                  <a:pos x="805" y="499"/>
                </a:cxn>
                <a:cxn ang="0">
                  <a:pos x="811" y="480"/>
                </a:cxn>
                <a:cxn ang="0">
                  <a:pos x="823" y="430"/>
                </a:cxn>
                <a:cxn ang="0">
                  <a:pos x="861" y="329"/>
                </a:cxn>
                <a:cxn ang="0">
                  <a:pos x="956" y="120"/>
                </a:cxn>
                <a:cxn ang="0">
                  <a:pos x="988" y="101"/>
                </a:cxn>
                <a:cxn ang="0">
                  <a:pos x="1007" y="63"/>
                </a:cxn>
                <a:cxn ang="0">
                  <a:pos x="1013" y="89"/>
                </a:cxn>
                <a:cxn ang="0">
                  <a:pos x="1019" y="108"/>
                </a:cxn>
                <a:cxn ang="0">
                  <a:pos x="1057" y="57"/>
                </a:cxn>
                <a:cxn ang="0">
                  <a:pos x="1063" y="89"/>
                </a:cxn>
                <a:cxn ang="0">
                  <a:pos x="1070" y="114"/>
                </a:cxn>
                <a:cxn ang="0">
                  <a:pos x="1095" y="82"/>
                </a:cxn>
                <a:cxn ang="0">
                  <a:pos x="1101" y="57"/>
                </a:cxn>
                <a:cxn ang="0">
                  <a:pos x="1108" y="38"/>
                </a:cxn>
                <a:cxn ang="0">
                  <a:pos x="1127" y="82"/>
                </a:cxn>
                <a:cxn ang="0">
                  <a:pos x="1146" y="57"/>
                </a:cxn>
                <a:cxn ang="0">
                  <a:pos x="1152" y="32"/>
                </a:cxn>
                <a:cxn ang="0">
                  <a:pos x="1171" y="82"/>
                </a:cxn>
                <a:cxn ang="0">
                  <a:pos x="1215" y="25"/>
                </a:cxn>
                <a:cxn ang="0">
                  <a:pos x="1259" y="13"/>
                </a:cxn>
                <a:cxn ang="0">
                  <a:pos x="1291" y="44"/>
                </a:cxn>
                <a:cxn ang="0">
                  <a:pos x="1303" y="19"/>
                </a:cxn>
                <a:cxn ang="0">
                  <a:pos x="1335" y="57"/>
                </a:cxn>
                <a:cxn ang="0">
                  <a:pos x="1392" y="0"/>
                </a:cxn>
                <a:cxn ang="0">
                  <a:pos x="1417" y="76"/>
                </a:cxn>
                <a:cxn ang="0">
                  <a:pos x="1442" y="70"/>
                </a:cxn>
                <a:cxn ang="0">
                  <a:pos x="1461" y="70"/>
                </a:cxn>
                <a:cxn ang="0">
                  <a:pos x="1474" y="133"/>
                </a:cxn>
                <a:cxn ang="0">
                  <a:pos x="1487" y="120"/>
                </a:cxn>
              </a:cxnLst>
              <a:rect l="0" t="0" r="r" b="b"/>
              <a:pathLst>
                <a:path w="1492" h="1162">
                  <a:moveTo>
                    <a:pt x="34" y="1093"/>
                  </a:moveTo>
                  <a:cubicBezTo>
                    <a:pt x="106" y="1138"/>
                    <a:pt x="0" y="1080"/>
                    <a:pt x="72" y="1093"/>
                  </a:cubicBezTo>
                  <a:cubicBezTo>
                    <a:pt x="81" y="1095"/>
                    <a:pt x="85" y="1106"/>
                    <a:pt x="91" y="1112"/>
                  </a:cubicBezTo>
                  <a:cubicBezTo>
                    <a:pt x="108" y="1103"/>
                    <a:pt x="141" y="1084"/>
                    <a:pt x="160" y="1086"/>
                  </a:cubicBezTo>
                  <a:cubicBezTo>
                    <a:pt x="161" y="1086"/>
                    <a:pt x="173" y="1123"/>
                    <a:pt x="173" y="1124"/>
                  </a:cubicBezTo>
                  <a:cubicBezTo>
                    <a:pt x="223" y="1112"/>
                    <a:pt x="180" y="1129"/>
                    <a:pt x="223" y="1143"/>
                  </a:cubicBezTo>
                  <a:cubicBezTo>
                    <a:pt x="281" y="1121"/>
                    <a:pt x="264" y="1109"/>
                    <a:pt x="287" y="1143"/>
                  </a:cubicBezTo>
                  <a:cubicBezTo>
                    <a:pt x="337" y="1131"/>
                    <a:pt x="327" y="1099"/>
                    <a:pt x="337" y="1162"/>
                  </a:cubicBezTo>
                  <a:cubicBezTo>
                    <a:pt x="349" y="1150"/>
                    <a:pt x="354" y="1132"/>
                    <a:pt x="369" y="1124"/>
                  </a:cubicBezTo>
                  <a:cubicBezTo>
                    <a:pt x="388" y="1114"/>
                    <a:pt x="411" y="1113"/>
                    <a:pt x="432" y="1105"/>
                  </a:cubicBezTo>
                  <a:cubicBezTo>
                    <a:pt x="471" y="1162"/>
                    <a:pt x="468" y="1081"/>
                    <a:pt x="495" y="1068"/>
                  </a:cubicBezTo>
                  <a:cubicBezTo>
                    <a:pt x="507" y="1062"/>
                    <a:pt x="520" y="1063"/>
                    <a:pt x="533" y="1061"/>
                  </a:cubicBezTo>
                  <a:cubicBezTo>
                    <a:pt x="577" y="994"/>
                    <a:pt x="545" y="1028"/>
                    <a:pt x="571" y="1061"/>
                  </a:cubicBezTo>
                  <a:cubicBezTo>
                    <a:pt x="576" y="1067"/>
                    <a:pt x="584" y="1070"/>
                    <a:pt x="590" y="1074"/>
                  </a:cubicBezTo>
                  <a:cubicBezTo>
                    <a:pt x="600" y="1033"/>
                    <a:pt x="614" y="996"/>
                    <a:pt x="621" y="954"/>
                  </a:cubicBezTo>
                  <a:cubicBezTo>
                    <a:pt x="623" y="960"/>
                    <a:pt x="622" y="976"/>
                    <a:pt x="628" y="973"/>
                  </a:cubicBezTo>
                  <a:cubicBezTo>
                    <a:pt x="636" y="969"/>
                    <a:pt x="631" y="956"/>
                    <a:pt x="634" y="948"/>
                  </a:cubicBezTo>
                  <a:cubicBezTo>
                    <a:pt x="637" y="939"/>
                    <a:pt x="643" y="931"/>
                    <a:pt x="647" y="922"/>
                  </a:cubicBezTo>
                  <a:cubicBezTo>
                    <a:pt x="664" y="883"/>
                    <a:pt x="665" y="843"/>
                    <a:pt x="691" y="809"/>
                  </a:cubicBezTo>
                  <a:cubicBezTo>
                    <a:pt x="707" y="758"/>
                    <a:pt x="725" y="708"/>
                    <a:pt x="741" y="657"/>
                  </a:cubicBezTo>
                  <a:cubicBezTo>
                    <a:pt x="747" y="639"/>
                    <a:pt x="760" y="624"/>
                    <a:pt x="767" y="606"/>
                  </a:cubicBezTo>
                  <a:cubicBezTo>
                    <a:pt x="773" y="575"/>
                    <a:pt x="784" y="559"/>
                    <a:pt x="798" y="531"/>
                  </a:cubicBezTo>
                  <a:cubicBezTo>
                    <a:pt x="800" y="520"/>
                    <a:pt x="802" y="510"/>
                    <a:pt x="805" y="499"/>
                  </a:cubicBezTo>
                  <a:cubicBezTo>
                    <a:pt x="807" y="493"/>
                    <a:pt x="809" y="486"/>
                    <a:pt x="811" y="480"/>
                  </a:cubicBezTo>
                  <a:cubicBezTo>
                    <a:pt x="815" y="463"/>
                    <a:pt x="823" y="430"/>
                    <a:pt x="823" y="430"/>
                  </a:cubicBezTo>
                  <a:cubicBezTo>
                    <a:pt x="829" y="374"/>
                    <a:pt x="816" y="351"/>
                    <a:pt x="861" y="329"/>
                  </a:cubicBezTo>
                  <a:cubicBezTo>
                    <a:pt x="879" y="256"/>
                    <a:pt x="921" y="187"/>
                    <a:pt x="956" y="120"/>
                  </a:cubicBezTo>
                  <a:cubicBezTo>
                    <a:pt x="967" y="153"/>
                    <a:pt x="958" y="145"/>
                    <a:pt x="988" y="101"/>
                  </a:cubicBezTo>
                  <a:cubicBezTo>
                    <a:pt x="1003" y="79"/>
                    <a:pt x="998" y="86"/>
                    <a:pt x="1007" y="63"/>
                  </a:cubicBezTo>
                  <a:cubicBezTo>
                    <a:pt x="1009" y="72"/>
                    <a:pt x="1011" y="80"/>
                    <a:pt x="1013" y="89"/>
                  </a:cubicBezTo>
                  <a:cubicBezTo>
                    <a:pt x="1015" y="95"/>
                    <a:pt x="1014" y="112"/>
                    <a:pt x="1019" y="108"/>
                  </a:cubicBezTo>
                  <a:cubicBezTo>
                    <a:pt x="1036" y="96"/>
                    <a:pt x="1057" y="57"/>
                    <a:pt x="1057" y="57"/>
                  </a:cubicBezTo>
                  <a:cubicBezTo>
                    <a:pt x="1059" y="68"/>
                    <a:pt x="1061" y="78"/>
                    <a:pt x="1063" y="89"/>
                  </a:cubicBezTo>
                  <a:cubicBezTo>
                    <a:pt x="1065" y="97"/>
                    <a:pt x="1062" y="116"/>
                    <a:pt x="1070" y="114"/>
                  </a:cubicBezTo>
                  <a:cubicBezTo>
                    <a:pt x="1083" y="111"/>
                    <a:pt x="1087" y="93"/>
                    <a:pt x="1095" y="82"/>
                  </a:cubicBezTo>
                  <a:cubicBezTo>
                    <a:pt x="1097" y="74"/>
                    <a:pt x="1099" y="65"/>
                    <a:pt x="1101" y="57"/>
                  </a:cubicBezTo>
                  <a:cubicBezTo>
                    <a:pt x="1103" y="51"/>
                    <a:pt x="1102" y="36"/>
                    <a:pt x="1108" y="38"/>
                  </a:cubicBezTo>
                  <a:cubicBezTo>
                    <a:pt x="1112" y="39"/>
                    <a:pt x="1125" y="76"/>
                    <a:pt x="1127" y="82"/>
                  </a:cubicBezTo>
                  <a:cubicBezTo>
                    <a:pt x="1133" y="74"/>
                    <a:pt x="1141" y="66"/>
                    <a:pt x="1146" y="57"/>
                  </a:cubicBezTo>
                  <a:cubicBezTo>
                    <a:pt x="1150" y="49"/>
                    <a:pt x="1144" y="29"/>
                    <a:pt x="1152" y="32"/>
                  </a:cubicBezTo>
                  <a:cubicBezTo>
                    <a:pt x="1156" y="33"/>
                    <a:pt x="1168" y="74"/>
                    <a:pt x="1171" y="82"/>
                  </a:cubicBezTo>
                  <a:cubicBezTo>
                    <a:pt x="1195" y="67"/>
                    <a:pt x="1198" y="49"/>
                    <a:pt x="1215" y="25"/>
                  </a:cubicBezTo>
                  <a:cubicBezTo>
                    <a:pt x="1239" y="60"/>
                    <a:pt x="1244" y="44"/>
                    <a:pt x="1259" y="13"/>
                  </a:cubicBezTo>
                  <a:cubicBezTo>
                    <a:pt x="1269" y="48"/>
                    <a:pt x="1254" y="81"/>
                    <a:pt x="1291" y="44"/>
                  </a:cubicBezTo>
                  <a:cubicBezTo>
                    <a:pt x="1295" y="36"/>
                    <a:pt x="1294" y="21"/>
                    <a:pt x="1303" y="19"/>
                  </a:cubicBezTo>
                  <a:cubicBezTo>
                    <a:pt x="1310" y="18"/>
                    <a:pt x="1332" y="53"/>
                    <a:pt x="1335" y="57"/>
                  </a:cubicBezTo>
                  <a:cubicBezTo>
                    <a:pt x="1363" y="42"/>
                    <a:pt x="1374" y="26"/>
                    <a:pt x="1392" y="0"/>
                  </a:cubicBezTo>
                  <a:cubicBezTo>
                    <a:pt x="1397" y="29"/>
                    <a:pt x="1401" y="51"/>
                    <a:pt x="1417" y="76"/>
                  </a:cubicBezTo>
                  <a:cubicBezTo>
                    <a:pt x="1425" y="74"/>
                    <a:pt x="1435" y="75"/>
                    <a:pt x="1442" y="70"/>
                  </a:cubicBezTo>
                  <a:cubicBezTo>
                    <a:pt x="1459" y="56"/>
                    <a:pt x="1437" y="32"/>
                    <a:pt x="1461" y="70"/>
                  </a:cubicBezTo>
                  <a:cubicBezTo>
                    <a:pt x="1477" y="159"/>
                    <a:pt x="1460" y="67"/>
                    <a:pt x="1474" y="133"/>
                  </a:cubicBezTo>
                  <a:cubicBezTo>
                    <a:pt x="1492" y="217"/>
                    <a:pt x="1487" y="222"/>
                    <a:pt x="1487" y="120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34" name="Freeform 266"/>
            <p:cNvSpPr>
              <a:spLocks/>
            </p:cNvSpPr>
            <p:nvPr/>
          </p:nvSpPr>
          <p:spPr bwMode="auto">
            <a:xfrm>
              <a:off x="1947" y="2545"/>
              <a:ext cx="1349" cy="1244"/>
            </a:xfrm>
            <a:custGeom>
              <a:avLst/>
              <a:gdLst/>
              <a:ahLst/>
              <a:cxnLst>
                <a:cxn ang="0">
                  <a:pos x="4" y="151"/>
                </a:cxn>
                <a:cxn ang="0">
                  <a:pos x="42" y="95"/>
                </a:cxn>
                <a:cxn ang="0">
                  <a:pos x="67" y="57"/>
                </a:cxn>
                <a:cxn ang="0">
                  <a:pos x="73" y="76"/>
                </a:cxn>
                <a:cxn ang="0">
                  <a:pos x="67" y="95"/>
                </a:cxn>
                <a:cxn ang="0">
                  <a:pos x="99" y="38"/>
                </a:cxn>
                <a:cxn ang="0">
                  <a:pos x="143" y="13"/>
                </a:cxn>
                <a:cxn ang="0">
                  <a:pos x="149" y="69"/>
                </a:cxn>
                <a:cxn ang="0">
                  <a:pos x="168" y="63"/>
                </a:cxn>
                <a:cxn ang="0">
                  <a:pos x="200" y="19"/>
                </a:cxn>
                <a:cxn ang="0">
                  <a:pos x="212" y="101"/>
                </a:cxn>
                <a:cxn ang="0">
                  <a:pos x="231" y="63"/>
                </a:cxn>
                <a:cxn ang="0">
                  <a:pos x="257" y="0"/>
                </a:cxn>
                <a:cxn ang="0">
                  <a:pos x="263" y="95"/>
                </a:cxn>
                <a:cxn ang="0">
                  <a:pos x="295" y="82"/>
                </a:cxn>
                <a:cxn ang="0">
                  <a:pos x="320" y="31"/>
                </a:cxn>
                <a:cxn ang="0">
                  <a:pos x="358" y="63"/>
                </a:cxn>
                <a:cxn ang="0">
                  <a:pos x="383" y="145"/>
                </a:cxn>
                <a:cxn ang="0">
                  <a:pos x="402" y="126"/>
                </a:cxn>
                <a:cxn ang="0">
                  <a:pos x="408" y="107"/>
                </a:cxn>
                <a:cxn ang="0">
                  <a:pos x="433" y="164"/>
                </a:cxn>
                <a:cxn ang="0">
                  <a:pos x="452" y="189"/>
                </a:cxn>
                <a:cxn ang="0">
                  <a:pos x="478" y="158"/>
                </a:cxn>
                <a:cxn ang="0">
                  <a:pos x="484" y="133"/>
                </a:cxn>
                <a:cxn ang="0">
                  <a:pos x="497" y="151"/>
                </a:cxn>
                <a:cxn ang="0">
                  <a:pos x="516" y="227"/>
                </a:cxn>
                <a:cxn ang="0">
                  <a:pos x="547" y="259"/>
                </a:cxn>
                <a:cxn ang="0">
                  <a:pos x="553" y="335"/>
                </a:cxn>
                <a:cxn ang="0">
                  <a:pos x="572" y="322"/>
                </a:cxn>
                <a:cxn ang="0">
                  <a:pos x="579" y="341"/>
                </a:cxn>
                <a:cxn ang="0">
                  <a:pos x="604" y="474"/>
                </a:cxn>
                <a:cxn ang="0">
                  <a:pos x="629" y="398"/>
                </a:cxn>
                <a:cxn ang="0">
                  <a:pos x="673" y="606"/>
                </a:cxn>
                <a:cxn ang="0">
                  <a:pos x="699" y="657"/>
                </a:cxn>
                <a:cxn ang="0">
                  <a:pos x="718" y="638"/>
                </a:cxn>
                <a:cxn ang="0">
                  <a:pos x="737" y="663"/>
                </a:cxn>
                <a:cxn ang="0">
                  <a:pos x="756" y="859"/>
                </a:cxn>
                <a:cxn ang="0">
                  <a:pos x="781" y="859"/>
                </a:cxn>
                <a:cxn ang="0">
                  <a:pos x="800" y="941"/>
                </a:cxn>
                <a:cxn ang="0">
                  <a:pos x="831" y="979"/>
                </a:cxn>
                <a:cxn ang="0">
                  <a:pos x="1015" y="1225"/>
                </a:cxn>
                <a:cxn ang="0">
                  <a:pos x="1059" y="1175"/>
                </a:cxn>
                <a:cxn ang="0">
                  <a:pos x="1078" y="1244"/>
                </a:cxn>
                <a:cxn ang="0">
                  <a:pos x="1135" y="1225"/>
                </a:cxn>
                <a:cxn ang="0">
                  <a:pos x="1198" y="1149"/>
                </a:cxn>
                <a:cxn ang="0">
                  <a:pos x="1204" y="1181"/>
                </a:cxn>
                <a:cxn ang="0">
                  <a:pos x="1210" y="1206"/>
                </a:cxn>
                <a:cxn ang="0">
                  <a:pos x="1236" y="1194"/>
                </a:cxn>
                <a:cxn ang="0">
                  <a:pos x="1261" y="1194"/>
                </a:cxn>
                <a:cxn ang="0">
                  <a:pos x="1280" y="1181"/>
                </a:cxn>
                <a:cxn ang="0">
                  <a:pos x="1305" y="1124"/>
                </a:cxn>
                <a:cxn ang="0">
                  <a:pos x="1330" y="1130"/>
                </a:cxn>
                <a:cxn ang="0">
                  <a:pos x="1349" y="1137"/>
                </a:cxn>
                <a:cxn ang="0">
                  <a:pos x="1330" y="1143"/>
                </a:cxn>
                <a:cxn ang="0">
                  <a:pos x="1273" y="1156"/>
                </a:cxn>
              </a:cxnLst>
              <a:rect l="0" t="0" r="r" b="b"/>
              <a:pathLst>
                <a:path w="1349" h="1244">
                  <a:moveTo>
                    <a:pt x="4" y="151"/>
                  </a:moveTo>
                  <a:cubicBezTo>
                    <a:pt x="46" y="82"/>
                    <a:pt x="0" y="155"/>
                    <a:pt x="42" y="95"/>
                  </a:cubicBezTo>
                  <a:cubicBezTo>
                    <a:pt x="51" y="83"/>
                    <a:pt x="67" y="57"/>
                    <a:pt x="67" y="57"/>
                  </a:cubicBezTo>
                  <a:cubicBezTo>
                    <a:pt x="69" y="63"/>
                    <a:pt x="73" y="69"/>
                    <a:pt x="73" y="76"/>
                  </a:cubicBezTo>
                  <a:cubicBezTo>
                    <a:pt x="73" y="83"/>
                    <a:pt x="64" y="101"/>
                    <a:pt x="67" y="95"/>
                  </a:cubicBezTo>
                  <a:cubicBezTo>
                    <a:pt x="103" y="28"/>
                    <a:pt x="56" y="95"/>
                    <a:pt x="99" y="38"/>
                  </a:cubicBezTo>
                  <a:cubicBezTo>
                    <a:pt x="112" y="81"/>
                    <a:pt x="118" y="36"/>
                    <a:pt x="143" y="13"/>
                  </a:cubicBezTo>
                  <a:cubicBezTo>
                    <a:pt x="145" y="32"/>
                    <a:pt x="141" y="52"/>
                    <a:pt x="149" y="69"/>
                  </a:cubicBezTo>
                  <a:cubicBezTo>
                    <a:pt x="152" y="75"/>
                    <a:pt x="163" y="68"/>
                    <a:pt x="168" y="63"/>
                  </a:cubicBezTo>
                  <a:cubicBezTo>
                    <a:pt x="181" y="50"/>
                    <a:pt x="200" y="19"/>
                    <a:pt x="200" y="19"/>
                  </a:cubicBezTo>
                  <a:cubicBezTo>
                    <a:pt x="208" y="45"/>
                    <a:pt x="192" y="81"/>
                    <a:pt x="212" y="101"/>
                  </a:cubicBezTo>
                  <a:cubicBezTo>
                    <a:pt x="222" y="111"/>
                    <a:pt x="225" y="76"/>
                    <a:pt x="231" y="63"/>
                  </a:cubicBezTo>
                  <a:cubicBezTo>
                    <a:pt x="240" y="42"/>
                    <a:pt x="249" y="21"/>
                    <a:pt x="257" y="0"/>
                  </a:cubicBezTo>
                  <a:cubicBezTo>
                    <a:pt x="259" y="32"/>
                    <a:pt x="250" y="66"/>
                    <a:pt x="263" y="95"/>
                  </a:cubicBezTo>
                  <a:cubicBezTo>
                    <a:pt x="268" y="105"/>
                    <a:pt x="287" y="90"/>
                    <a:pt x="295" y="82"/>
                  </a:cubicBezTo>
                  <a:cubicBezTo>
                    <a:pt x="308" y="68"/>
                    <a:pt x="309" y="47"/>
                    <a:pt x="320" y="31"/>
                  </a:cubicBezTo>
                  <a:cubicBezTo>
                    <a:pt x="325" y="93"/>
                    <a:pt x="324" y="147"/>
                    <a:pt x="358" y="63"/>
                  </a:cubicBezTo>
                  <a:cubicBezTo>
                    <a:pt x="367" y="90"/>
                    <a:pt x="374" y="118"/>
                    <a:pt x="383" y="145"/>
                  </a:cubicBezTo>
                  <a:cubicBezTo>
                    <a:pt x="389" y="139"/>
                    <a:pt x="397" y="133"/>
                    <a:pt x="402" y="126"/>
                  </a:cubicBezTo>
                  <a:cubicBezTo>
                    <a:pt x="406" y="120"/>
                    <a:pt x="403" y="103"/>
                    <a:pt x="408" y="107"/>
                  </a:cubicBezTo>
                  <a:cubicBezTo>
                    <a:pt x="419" y="115"/>
                    <a:pt x="428" y="148"/>
                    <a:pt x="433" y="164"/>
                  </a:cubicBezTo>
                  <a:cubicBezTo>
                    <a:pt x="444" y="244"/>
                    <a:pt x="431" y="220"/>
                    <a:pt x="452" y="189"/>
                  </a:cubicBezTo>
                  <a:cubicBezTo>
                    <a:pt x="459" y="178"/>
                    <a:pt x="469" y="168"/>
                    <a:pt x="478" y="158"/>
                  </a:cubicBezTo>
                  <a:cubicBezTo>
                    <a:pt x="480" y="150"/>
                    <a:pt x="476" y="136"/>
                    <a:pt x="484" y="133"/>
                  </a:cubicBezTo>
                  <a:cubicBezTo>
                    <a:pt x="491" y="130"/>
                    <a:pt x="494" y="144"/>
                    <a:pt x="497" y="151"/>
                  </a:cubicBezTo>
                  <a:cubicBezTo>
                    <a:pt x="507" y="175"/>
                    <a:pt x="507" y="203"/>
                    <a:pt x="516" y="227"/>
                  </a:cubicBezTo>
                  <a:cubicBezTo>
                    <a:pt x="555" y="176"/>
                    <a:pt x="538" y="223"/>
                    <a:pt x="547" y="259"/>
                  </a:cubicBezTo>
                  <a:cubicBezTo>
                    <a:pt x="549" y="284"/>
                    <a:pt x="544" y="311"/>
                    <a:pt x="553" y="335"/>
                  </a:cubicBezTo>
                  <a:cubicBezTo>
                    <a:pt x="556" y="342"/>
                    <a:pt x="565" y="320"/>
                    <a:pt x="572" y="322"/>
                  </a:cubicBezTo>
                  <a:cubicBezTo>
                    <a:pt x="579" y="324"/>
                    <a:pt x="577" y="335"/>
                    <a:pt x="579" y="341"/>
                  </a:cubicBezTo>
                  <a:cubicBezTo>
                    <a:pt x="603" y="265"/>
                    <a:pt x="581" y="428"/>
                    <a:pt x="604" y="474"/>
                  </a:cubicBezTo>
                  <a:cubicBezTo>
                    <a:pt x="610" y="444"/>
                    <a:pt x="616" y="425"/>
                    <a:pt x="629" y="398"/>
                  </a:cubicBezTo>
                  <a:cubicBezTo>
                    <a:pt x="652" y="465"/>
                    <a:pt x="652" y="538"/>
                    <a:pt x="673" y="606"/>
                  </a:cubicBezTo>
                  <a:cubicBezTo>
                    <a:pt x="699" y="544"/>
                    <a:pt x="687" y="463"/>
                    <a:pt x="699" y="657"/>
                  </a:cubicBezTo>
                  <a:cubicBezTo>
                    <a:pt x="705" y="651"/>
                    <a:pt x="714" y="630"/>
                    <a:pt x="718" y="638"/>
                  </a:cubicBezTo>
                  <a:cubicBezTo>
                    <a:pt x="738" y="683"/>
                    <a:pt x="709" y="772"/>
                    <a:pt x="737" y="663"/>
                  </a:cubicBezTo>
                  <a:cubicBezTo>
                    <a:pt x="741" y="765"/>
                    <a:pt x="742" y="782"/>
                    <a:pt x="756" y="859"/>
                  </a:cubicBezTo>
                  <a:cubicBezTo>
                    <a:pt x="759" y="847"/>
                    <a:pt x="764" y="798"/>
                    <a:pt x="781" y="859"/>
                  </a:cubicBezTo>
                  <a:cubicBezTo>
                    <a:pt x="811" y="963"/>
                    <a:pt x="767" y="892"/>
                    <a:pt x="800" y="941"/>
                  </a:cubicBezTo>
                  <a:cubicBezTo>
                    <a:pt x="811" y="975"/>
                    <a:pt x="789" y="1021"/>
                    <a:pt x="831" y="979"/>
                  </a:cubicBezTo>
                  <a:cubicBezTo>
                    <a:pt x="913" y="1087"/>
                    <a:pt x="932" y="1116"/>
                    <a:pt x="1015" y="1225"/>
                  </a:cubicBezTo>
                  <a:cubicBezTo>
                    <a:pt x="1033" y="1171"/>
                    <a:pt x="1027" y="1222"/>
                    <a:pt x="1059" y="1175"/>
                  </a:cubicBezTo>
                  <a:cubicBezTo>
                    <a:pt x="1074" y="1223"/>
                    <a:pt x="1068" y="1200"/>
                    <a:pt x="1078" y="1244"/>
                  </a:cubicBezTo>
                  <a:cubicBezTo>
                    <a:pt x="1109" y="1223"/>
                    <a:pt x="1109" y="1186"/>
                    <a:pt x="1135" y="1225"/>
                  </a:cubicBezTo>
                  <a:cubicBezTo>
                    <a:pt x="1164" y="1203"/>
                    <a:pt x="1175" y="1178"/>
                    <a:pt x="1198" y="1149"/>
                  </a:cubicBezTo>
                  <a:cubicBezTo>
                    <a:pt x="1200" y="1160"/>
                    <a:pt x="1202" y="1170"/>
                    <a:pt x="1204" y="1181"/>
                  </a:cubicBezTo>
                  <a:cubicBezTo>
                    <a:pt x="1206" y="1189"/>
                    <a:pt x="1202" y="1203"/>
                    <a:pt x="1210" y="1206"/>
                  </a:cubicBezTo>
                  <a:cubicBezTo>
                    <a:pt x="1219" y="1210"/>
                    <a:pt x="1227" y="1198"/>
                    <a:pt x="1236" y="1194"/>
                  </a:cubicBezTo>
                  <a:cubicBezTo>
                    <a:pt x="1264" y="1149"/>
                    <a:pt x="1231" y="1188"/>
                    <a:pt x="1261" y="1194"/>
                  </a:cubicBezTo>
                  <a:cubicBezTo>
                    <a:pt x="1269" y="1195"/>
                    <a:pt x="1274" y="1185"/>
                    <a:pt x="1280" y="1181"/>
                  </a:cubicBezTo>
                  <a:cubicBezTo>
                    <a:pt x="1292" y="1162"/>
                    <a:pt x="1298" y="1145"/>
                    <a:pt x="1305" y="1124"/>
                  </a:cubicBezTo>
                  <a:cubicBezTo>
                    <a:pt x="1317" y="1187"/>
                    <a:pt x="1301" y="1145"/>
                    <a:pt x="1330" y="1130"/>
                  </a:cubicBezTo>
                  <a:cubicBezTo>
                    <a:pt x="1336" y="1127"/>
                    <a:pt x="1343" y="1135"/>
                    <a:pt x="1349" y="1137"/>
                  </a:cubicBezTo>
                  <a:cubicBezTo>
                    <a:pt x="1349" y="1137"/>
                    <a:pt x="1336" y="1140"/>
                    <a:pt x="1330" y="1143"/>
                  </a:cubicBezTo>
                  <a:cubicBezTo>
                    <a:pt x="1288" y="1161"/>
                    <a:pt x="1322" y="1156"/>
                    <a:pt x="1273" y="1156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35" name="Freeform 267"/>
            <p:cNvSpPr>
              <a:spLocks/>
            </p:cNvSpPr>
            <p:nvPr/>
          </p:nvSpPr>
          <p:spPr bwMode="auto">
            <a:xfrm>
              <a:off x="1971" y="2554"/>
              <a:ext cx="1396" cy="1243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50" y="81"/>
                </a:cxn>
                <a:cxn ang="0">
                  <a:pos x="76" y="62"/>
                </a:cxn>
                <a:cxn ang="0">
                  <a:pos x="107" y="17"/>
                </a:cxn>
                <a:cxn ang="0">
                  <a:pos x="139" y="100"/>
                </a:cxn>
                <a:cxn ang="0">
                  <a:pos x="196" y="74"/>
                </a:cxn>
                <a:cxn ang="0">
                  <a:pos x="240" y="43"/>
                </a:cxn>
                <a:cxn ang="0">
                  <a:pos x="253" y="93"/>
                </a:cxn>
                <a:cxn ang="0">
                  <a:pos x="303" y="68"/>
                </a:cxn>
                <a:cxn ang="0">
                  <a:pos x="328" y="112"/>
                </a:cxn>
                <a:cxn ang="0">
                  <a:pos x="379" y="62"/>
                </a:cxn>
                <a:cxn ang="0">
                  <a:pos x="417" y="125"/>
                </a:cxn>
                <a:cxn ang="0">
                  <a:pos x="429" y="106"/>
                </a:cxn>
                <a:cxn ang="0">
                  <a:pos x="436" y="137"/>
                </a:cxn>
                <a:cxn ang="0">
                  <a:pos x="455" y="207"/>
                </a:cxn>
                <a:cxn ang="0">
                  <a:pos x="486" y="213"/>
                </a:cxn>
                <a:cxn ang="0">
                  <a:pos x="518" y="207"/>
                </a:cxn>
                <a:cxn ang="0">
                  <a:pos x="524" y="226"/>
                </a:cxn>
                <a:cxn ang="0">
                  <a:pos x="543" y="232"/>
                </a:cxn>
                <a:cxn ang="0">
                  <a:pos x="549" y="283"/>
                </a:cxn>
                <a:cxn ang="0">
                  <a:pos x="562" y="321"/>
                </a:cxn>
                <a:cxn ang="0">
                  <a:pos x="606" y="359"/>
                </a:cxn>
                <a:cxn ang="0">
                  <a:pos x="625" y="415"/>
                </a:cxn>
                <a:cxn ang="0">
                  <a:pos x="669" y="580"/>
                </a:cxn>
                <a:cxn ang="0">
                  <a:pos x="695" y="719"/>
                </a:cxn>
                <a:cxn ang="0">
                  <a:pos x="701" y="693"/>
                </a:cxn>
                <a:cxn ang="0">
                  <a:pos x="707" y="712"/>
                </a:cxn>
                <a:cxn ang="0">
                  <a:pos x="714" y="731"/>
                </a:cxn>
                <a:cxn ang="0">
                  <a:pos x="733" y="807"/>
                </a:cxn>
                <a:cxn ang="0">
                  <a:pos x="739" y="895"/>
                </a:cxn>
                <a:cxn ang="0">
                  <a:pos x="758" y="927"/>
                </a:cxn>
                <a:cxn ang="0">
                  <a:pos x="802" y="1041"/>
                </a:cxn>
                <a:cxn ang="0">
                  <a:pos x="846" y="1041"/>
                </a:cxn>
                <a:cxn ang="0">
                  <a:pos x="922" y="1116"/>
                </a:cxn>
                <a:cxn ang="0">
                  <a:pos x="947" y="1186"/>
                </a:cxn>
                <a:cxn ang="0">
                  <a:pos x="979" y="1243"/>
                </a:cxn>
                <a:cxn ang="0">
                  <a:pos x="998" y="1192"/>
                </a:cxn>
                <a:cxn ang="0">
                  <a:pos x="1036" y="1161"/>
                </a:cxn>
                <a:cxn ang="0">
                  <a:pos x="1048" y="1180"/>
                </a:cxn>
                <a:cxn ang="0">
                  <a:pos x="1074" y="1192"/>
                </a:cxn>
                <a:cxn ang="0">
                  <a:pos x="1162" y="1167"/>
                </a:cxn>
                <a:cxn ang="0">
                  <a:pos x="1232" y="1161"/>
                </a:cxn>
                <a:cxn ang="0">
                  <a:pos x="1295" y="1110"/>
                </a:cxn>
                <a:cxn ang="0">
                  <a:pos x="1358" y="1123"/>
                </a:cxn>
                <a:cxn ang="0">
                  <a:pos x="1396" y="1085"/>
                </a:cxn>
              </a:cxnLst>
              <a:rect l="0" t="0" r="r" b="b"/>
              <a:pathLst>
                <a:path w="1396" h="1243">
                  <a:moveTo>
                    <a:pt x="0" y="156"/>
                  </a:moveTo>
                  <a:cubicBezTo>
                    <a:pt x="17" y="134"/>
                    <a:pt x="32" y="101"/>
                    <a:pt x="50" y="81"/>
                  </a:cubicBezTo>
                  <a:cubicBezTo>
                    <a:pt x="57" y="73"/>
                    <a:pt x="68" y="70"/>
                    <a:pt x="76" y="62"/>
                  </a:cubicBezTo>
                  <a:cubicBezTo>
                    <a:pt x="85" y="53"/>
                    <a:pt x="100" y="29"/>
                    <a:pt x="107" y="17"/>
                  </a:cubicBezTo>
                  <a:cubicBezTo>
                    <a:pt x="114" y="59"/>
                    <a:pt x="111" y="72"/>
                    <a:pt x="139" y="100"/>
                  </a:cubicBezTo>
                  <a:cubicBezTo>
                    <a:pt x="166" y="91"/>
                    <a:pt x="176" y="91"/>
                    <a:pt x="196" y="74"/>
                  </a:cubicBezTo>
                  <a:cubicBezTo>
                    <a:pt x="233" y="42"/>
                    <a:pt x="206" y="54"/>
                    <a:pt x="240" y="43"/>
                  </a:cubicBezTo>
                  <a:cubicBezTo>
                    <a:pt x="240" y="44"/>
                    <a:pt x="252" y="93"/>
                    <a:pt x="253" y="93"/>
                  </a:cubicBezTo>
                  <a:cubicBezTo>
                    <a:pt x="271" y="96"/>
                    <a:pt x="285" y="74"/>
                    <a:pt x="303" y="68"/>
                  </a:cubicBezTo>
                  <a:cubicBezTo>
                    <a:pt x="325" y="0"/>
                    <a:pt x="322" y="29"/>
                    <a:pt x="328" y="112"/>
                  </a:cubicBezTo>
                  <a:cubicBezTo>
                    <a:pt x="362" y="87"/>
                    <a:pt x="348" y="81"/>
                    <a:pt x="379" y="62"/>
                  </a:cubicBezTo>
                  <a:cubicBezTo>
                    <a:pt x="389" y="104"/>
                    <a:pt x="361" y="152"/>
                    <a:pt x="417" y="125"/>
                  </a:cubicBezTo>
                  <a:cubicBezTo>
                    <a:pt x="421" y="119"/>
                    <a:pt x="423" y="102"/>
                    <a:pt x="429" y="106"/>
                  </a:cubicBezTo>
                  <a:cubicBezTo>
                    <a:pt x="438" y="112"/>
                    <a:pt x="434" y="127"/>
                    <a:pt x="436" y="137"/>
                  </a:cubicBezTo>
                  <a:cubicBezTo>
                    <a:pt x="447" y="193"/>
                    <a:pt x="435" y="157"/>
                    <a:pt x="455" y="207"/>
                  </a:cubicBezTo>
                  <a:cubicBezTo>
                    <a:pt x="502" y="175"/>
                    <a:pt x="449" y="202"/>
                    <a:pt x="486" y="213"/>
                  </a:cubicBezTo>
                  <a:cubicBezTo>
                    <a:pt x="496" y="216"/>
                    <a:pt x="507" y="209"/>
                    <a:pt x="518" y="207"/>
                  </a:cubicBezTo>
                  <a:cubicBezTo>
                    <a:pt x="520" y="213"/>
                    <a:pt x="519" y="221"/>
                    <a:pt x="524" y="226"/>
                  </a:cubicBezTo>
                  <a:cubicBezTo>
                    <a:pt x="529" y="231"/>
                    <a:pt x="540" y="226"/>
                    <a:pt x="543" y="232"/>
                  </a:cubicBezTo>
                  <a:cubicBezTo>
                    <a:pt x="550" y="248"/>
                    <a:pt x="545" y="266"/>
                    <a:pt x="549" y="283"/>
                  </a:cubicBezTo>
                  <a:cubicBezTo>
                    <a:pt x="552" y="296"/>
                    <a:pt x="558" y="308"/>
                    <a:pt x="562" y="321"/>
                  </a:cubicBezTo>
                  <a:cubicBezTo>
                    <a:pt x="610" y="273"/>
                    <a:pt x="599" y="288"/>
                    <a:pt x="606" y="359"/>
                  </a:cubicBezTo>
                  <a:cubicBezTo>
                    <a:pt x="653" y="327"/>
                    <a:pt x="629" y="392"/>
                    <a:pt x="625" y="415"/>
                  </a:cubicBezTo>
                  <a:cubicBezTo>
                    <a:pt x="631" y="518"/>
                    <a:pt x="607" y="533"/>
                    <a:pt x="669" y="580"/>
                  </a:cubicBezTo>
                  <a:cubicBezTo>
                    <a:pt x="682" y="626"/>
                    <a:pt x="685" y="673"/>
                    <a:pt x="695" y="719"/>
                  </a:cubicBezTo>
                  <a:cubicBezTo>
                    <a:pt x="697" y="710"/>
                    <a:pt x="693" y="697"/>
                    <a:pt x="701" y="693"/>
                  </a:cubicBezTo>
                  <a:cubicBezTo>
                    <a:pt x="707" y="690"/>
                    <a:pt x="705" y="706"/>
                    <a:pt x="707" y="712"/>
                  </a:cubicBezTo>
                  <a:cubicBezTo>
                    <a:pt x="709" y="718"/>
                    <a:pt x="712" y="725"/>
                    <a:pt x="714" y="731"/>
                  </a:cubicBezTo>
                  <a:cubicBezTo>
                    <a:pt x="722" y="756"/>
                    <a:pt x="733" y="807"/>
                    <a:pt x="733" y="807"/>
                  </a:cubicBezTo>
                  <a:cubicBezTo>
                    <a:pt x="735" y="836"/>
                    <a:pt x="733" y="866"/>
                    <a:pt x="739" y="895"/>
                  </a:cubicBezTo>
                  <a:cubicBezTo>
                    <a:pt x="742" y="907"/>
                    <a:pt x="753" y="916"/>
                    <a:pt x="758" y="927"/>
                  </a:cubicBezTo>
                  <a:cubicBezTo>
                    <a:pt x="776" y="965"/>
                    <a:pt x="778" y="1005"/>
                    <a:pt x="802" y="1041"/>
                  </a:cubicBezTo>
                  <a:cubicBezTo>
                    <a:pt x="813" y="1006"/>
                    <a:pt x="817" y="1030"/>
                    <a:pt x="846" y="1041"/>
                  </a:cubicBezTo>
                  <a:cubicBezTo>
                    <a:pt x="878" y="1083"/>
                    <a:pt x="874" y="1098"/>
                    <a:pt x="922" y="1116"/>
                  </a:cubicBezTo>
                  <a:cubicBezTo>
                    <a:pt x="940" y="1142"/>
                    <a:pt x="936" y="1157"/>
                    <a:pt x="947" y="1186"/>
                  </a:cubicBezTo>
                  <a:cubicBezTo>
                    <a:pt x="955" y="1206"/>
                    <a:pt x="969" y="1224"/>
                    <a:pt x="979" y="1243"/>
                  </a:cubicBezTo>
                  <a:cubicBezTo>
                    <a:pt x="986" y="1226"/>
                    <a:pt x="987" y="1206"/>
                    <a:pt x="998" y="1192"/>
                  </a:cubicBezTo>
                  <a:cubicBezTo>
                    <a:pt x="1008" y="1179"/>
                    <a:pt x="1024" y="1173"/>
                    <a:pt x="1036" y="1161"/>
                  </a:cubicBezTo>
                  <a:cubicBezTo>
                    <a:pt x="1040" y="1167"/>
                    <a:pt x="1041" y="1177"/>
                    <a:pt x="1048" y="1180"/>
                  </a:cubicBezTo>
                  <a:cubicBezTo>
                    <a:pt x="1082" y="1193"/>
                    <a:pt x="1056" y="1144"/>
                    <a:pt x="1074" y="1192"/>
                  </a:cubicBezTo>
                  <a:cubicBezTo>
                    <a:pt x="1145" y="1157"/>
                    <a:pt x="1114" y="1156"/>
                    <a:pt x="1162" y="1167"/>
                  </a:cubicBezTo>
                  <a:cubicBezTo>
                    <a:pt x="1192" y="1160"/>
                    <a:pt x="1201" y="1153"/>
                    <a:pt x="1232" y="1161"/>
                  </a:cubicBezTo>
                  <a:cubicBezTo>
                    <a:pt x="1251" y="1141"/>
                    <a:pt x="1295" y="1110"/>
                    <a:pt x="1295" y="1110"/>
                  </a:cubicBezTo>
                  <a:cubicBezTo>
                    <a:pt x="1314" y="1140"/>
                    <a:pt x="1327" y="1138"/>
                    <a:pt x="1358" y="1123"/>
                  </a:cubicBezTo>
                  <a:cubicBezTo>
                    <a:pt x="1373" y="1077"/>
                    <a:pt x="1357" y="1085"/>
                    <a:pt x="1396" y="108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36" name="Freeform 268"/>
            <p:cNvSpPr>
              <a:spLocks/>
            </p:cNvSpPr>
            <p:nvPr/>
          </p:nvSpPr>
          <p:spPr bwMode="auto">
            <a:xfrm>
              <a:off x="1863" y="2596"/>
              <a:ext cx="1472" cy="1067"/>
            </a:xfrm>
            <a:custGeom>
              <a:avLst/>
              <a:gdLst/>
              <a:ahLst/>
              <a:cxnLst>
                <a:cxn ang="0">
                  <a:pos x="1472" y="1048"/>
                </a:cxn>
                <a:cxn ang="0">
                  <a:pos x="1409" y="1023"/>
                </a:cxn>
                <a:cxn ang="0">
                  <a:pos x="1415" y="991"/>
                </a:cxn>
                <a:cxn ang="0">
                  <a:pos x="1421" y="966"/>
                </a:cxn>
                <a:cxn ang="0">
                  <a:pos x="1415" y="941"/>
                </a:cxn>
                <a:cxn ang="0">
                  <a:pos x="1409" y="909"/>
                </a:cxn>
                <a:cxn ang="0">
                  <a:pos x="1377" y="947"/>
                </a:cxn>
                <a:cxn ang="0">
                  <a:pos x="1352" y="833"/>
                </a:cxn>
                <a:cxn ang="0">
                  <a:pos x="1320" y="695"/>
                </a:cxn>
                <a:cxn ang="0">
                  <a:pos x="1301" y="707"/>
                </a:cxn>
                <a:cxn ang="0">
                  <a:pos x="1295" y="682"/>
                </a:cxn>
                <a:cxn ang="0">
                  <a:pos x="1257" y="587"/>
                </a:cxn>
                <a:cxn ang="0">
                  <a:pos x="1219" y="473"/>
                </a:cxn>
                <a:cxn ang="0">
                  <a:pos x="1200" y="480"/>
                </a:cxn>
                <a:cxn ang="0">
                  <a:pos x="1143" y="385"/>
                </a:cxn>
                <a:cxn ang="0">
                  <a:pos x="1105" y="259"/>
                </a:cxn>
                <a:cxn ang="0">
                  <a:pos x="1080" y="221"/>
                </a:cxn>
                <a:cxn ang="0">
                  <a:pos x="1042" y="170"/>
                </a:cxn>
                <a:cxn ang="0">
                  <a:pos x="1023" y="177"/>
                </a:cxn>
                <a:cxn ang="0">
                  <a:pos x="1017" y="196"/>
                </a:cxn>
                <a:cxn ang="0">
                  <a:pos x="1011" y="177"/>
                </a:cxn>
                <a:cxn ang="0">
                  <a:pos x="966" y="120"/>
                </a:cxn>
                <a:cxn ang="0">
                  <a:pos x="948" y="126"/>
                </a:cxn>
                <a:cxn ang="0">
                  <a:pos x="859" y="57"/>
                </a:cxn>
                <a:cxn ang="0">
                  <a:pos x="853" y="76"/>
                </a:cxn>
                <a:cxn ang="0">
                  <a:pos x="821" y="44"/>
                </a:cxn>
                <a:cxn ang="0">
                  <a:pos x="752" y="19"/>
                </a:cxn>
                <a:cxn ang="0">
                  <a:pos x="689" y="0"/>
                </a:cxn>
                <a:cxn ang="0">
                  <a:pos x="651" y="25"/>
                </a:cxn>
                <a:cxn ang="0">
                  <a:pos x="625" y="50"/>
                </a:cxn>
                <a:cxn ang="0">
                  <a:pos x="619" y="69"/>
                </a:cxn>
                <a:cxn ang="0">
                  <a:pos x="613" y="50"/>
                </a:cxn>
                <a:cxn ang="0">
                  <a:pos x="588" y="25"/>
                </a:cxn>
                <a:cxn ang="0">
                  <a:pos x="569" y="82"/>
                </a:cxn>
                <a:cxn ang="0">
                  <a:pos x="562" y="63"/>
                </a:cxn>
                <a:cxn ang="0">
                  <a:pos x="543" y="50"/>
                </a:cxn>
                <a:cxn ang="0">
                  <a:pos x="512" y="82"/>
                </a:cxn>
                <a:cxn ang="0">
                  <a:pos x="486" y="126"/>
                </a:cxn>
                <a:cxn ang="0">
                  <a:pos x="480" y="151"/>
                </a:cxn>
                <a:cxn ang="0">
                  <a:pos x="474" y="132"/>
                </a:cxn>
                <a:cxn ang="0">
                  <a:pos x="449" y="145"/>
                </a:cxn>
                <a:cxn ang="0">
                  <a:pos x="423" y="208"/>
                </a:cxn>
                <a:cxn ang="0">
                  <a:pos x="417" y="183"/>
                </a:cxn>
                <a:cxn ang="0">
                  <a:pos x="398" y="196"/>
                </a:cxn>
                <a:cxn ang="0">
                  <a:pos x="373" y="252"/>
                </a:cxn>
                <a:cxn ang="0">
                  <a:pos x="335" y="379"/>
                </a:cxn>
                <a:cxn ang="0">
                  <a:pos x="310" y="429"/>
                </a:cxn>
                <a:cxn ang="0">
                  <a:pos x="291" y="518"/>
                </a:cxn>
                <a:cxn ang="0">
                  <a:pos x="240" y="688"/>
                </a:cxn>
                <a:cxn ang="0">
                  <a:pos x="171" y="884"/>
                </a:cxn>
                <a:cxn ang="0">
                  <a:pos x="164" y="865"/>
                </a:cxn>
                <a:cxn ang="0">
                  <a:pos x="158" y="840"/>
                </a:cxn>
                <a:cxn ang="0">
                  <a:pos x="145" y="897"/>
                </a:cxn>
                <a:cxn ang="0">
                  <a:pos x="108" y="1067"/>
                </a:cxn>
                <a:cxn ang="0">
                  <a:pos x="70" y="1055"/>
                </a:cxn>
                <a:cxn ang="0">
                  <a:pos x="0" y="1055"/>
                </a:cxn>
              </a:cxnLst>
              <a:rect l="0" t="0" r="r" b="b"/>
              <a:pathLst>
                <a:path w="1472" h="1067">
                  <a:moveTo>
                    <a:pt x="1472" y="1048"/>
                  </a:moveTo>
                  <a:cubicBezTo>
                    <a:pt x="1451" y="1038"/>
                    <a:pt x="1431" y="1030"/>
                    <a:pt x="1409" y="1023"/>
                  </a:cubicBezTo>
                  <a:cubicBezTo>
                    <a:pt x="1411" y="1012"/>
                    <a:pt x="1413" y="1002"/>
                    <a:pt x="1415" y="991"/>
                  </a:cubicBezTo>
                  <a:cubicBezTo>
                    <a:pt x="1418" y="978"/>
                    <a:pt x="1439" y="902"/>
                    <a:pt x="1421" y="966"/>
                  </a:cubicBezTo>
                  <a:cubicBezTo>
                    <a:pt x="1419" y="958"/>
                    <a:pt x="1417" y="949"/>
                    <a:pt x="1415" y="941"/>
                  </a:cubicBezTo>
                  <a:cubicBezTo>
                    <a:pt x="1413" y="930"/>
                    <a:pt x="1419" y="914"/>
                    <a:pt x="1409" y="909"/>
                  </a:cubicBezTo>
                  <a:cubicBezTo>
                    <a:pt x="1403" y="906"/>
                    <a:pt x="1379" y="944"/>
                    <a:pt x="1377" y="947"/>
                  </a:cubicBezTo>
                  <a:cubicBezTo>
                    <a:pt x="1372" y="890"/>
                    <a:pt x="1373" y="878"/>
                    <a:pt x="1352" y="833"/>
                  </a:cubicBezTo>
                  <a:cubicBezTo>
                    <a:pt x="1343" y="787"/>
                    <a:pt x="1335" y="739"/>
                    <a:pt x="1320" y="695"/>
                  </a:cubicBezTo>
                  <a:cubicBezTo>
                    <a:pt x="1314" y="699"/>
                    <a:pt x="1308" y="710"/>
                    <a:pt x="1301" y="707"/>
                  </a:cubicBezTo>
                  <a:cubicBezTo>
                    <a:pt x="1293" y="703"/>
                    <a:pt x="1297" y="690"/>
                    <a:pt x="1295" y="682"/>
                  </a:cubicBezTo>
                  <a:cubicBezTo>
                    <a:pt x="1286" y="650"/>
                    <a:pt x="1275" y="614"/>
                    <a:pt x="1257" y="587"/>
                  </a:cubicBezTo>
                  <a:cubicBezTo>
                    <a:pt x="1245" y="548"/>
                    <a:pt x="1228" y="512"/>
                    <a:pt x="1219" y="473"/>
                  </a:cubicBezTo>
                  <a:cubicBezTo>
                    <a:pt x="1213" y="475"/>
                    <a:pt x="1204" y="485"/>
                    <a:pt x="1200" y="480"/>
                  </a:cubicBezTo>
                  <a:cubicBezTo>
                    <a:pt x="1173" y="449"/>
                    <a:pt x="1187" y="399"/>
                    <a:pt x="1143" y="385"/>
                  </a:cubicBezTo>
                  <a:cubicBezTo>
                    <a:pt x="1136" y="340"/>
                    <a:pt x="1131" y="297"/>
                    <a:pt x="1105" y="259"/>
                  </a:cubicBezTo>
                  <a:cubicBezTo>
                    <a:pt x="1094" y="225"/>
                    <a:pt x="1106" y="254"/>
                    <a:pt x="1080" y="221"/>
                  </a:cubicBezTo>
                  <a:cubicBezTo>
                    <a:pt x="1067" y="205"/>
                    <a:pt x="1042" y="170"/>
                    <a:pt x="1042" y="170"/>
                  </a:cubicBezTo>
                  <a:cubicBezTo>
                    <a:pt x="1036" y="172"/>
                    <a:pt x="1028" y="172"/>
                    <a:pt x="1023" y="177"/>
                  </a:cubicBezTo>
                  <a:cubicBezTo>
                    <a:pt x="1018" y="182"/>
                    <a:pt x="1024" y="196"/>
                    <a:pt x="1017" y="196"/>
                  </a:cubicBezTo>
                  <a:cubicBezTo>
                    <a:pt x="1010" y="196"/>
                    <a:pt x="1015" y="183"/>
                    <a:pt x="1011" y="177"/>
                  </a:cubicBezTo>
                  <a:cubicBezTo>
                    <a:pt x="998" y="157"/>
                    <a:pt x="966" y="120"/>
                    <a:pt x="966" y="120"/>
                  </a:cubicBezTo>
                  <a:cubicBezTo>
                    <a:pt x="960" y="122"/>
                    <a:pt x="953" y="129"/>
                    <a:pt x="948" y="126"/>
                  </a:cubicBezTo>
                  <a:cubicBezTo>
                    <a:pt x="901" y="96"/>
                    <a:pt x="906" y="72"/>
                    <a:pt x="859" y="57"/>
                  </a:cubicBezTo>
                  <a:cubicBezTo>
                    <a:pt x="857" y="63"/>
                    <a:pt x="859" y="74"/>
                    <a:pt x="853" y="76"/>
                  </a:cubicBezTo>
                  <a:cubicBezTo>
                    <a:pt x="839" y="79"/>
                    <a:pt x="827" y="49"/>
                    <a:pt x="821" y="44"/>
                  </a:cubicBezTo>
                  <a:cubicBezTo>
                    <a:pt x="795" y="24"/>
                    <a:pt x="781" y="25"/>
                    <a:pt x="752" y="19"/>
                  </a:cubicBezTo>
                  <a:cubicBezTo>
                    <a:pt x="718" y="40"/>
                    <a:pt x="719" y="19"/>
                    <a:pt x="689" y="0"/>
                  </a:cubicBezTo>
                  <a:cubicBezTo>
                    <a:pt x="668" y="30"/>
                    <a:pt x="684" y="48"/>
                    <a:pt x="651" y="25"/>
                  </a:cubicBezTo>
                  <a:cubicBezTo>
                    <a:pt x="642" y="33"/>
                    <a:pt x="632" y="40"/>
                    <a:pt x="625" y="50"/>
                  </a:cubicBezTo>
                  <a:cubicBezTo>
                    <a:pt x="621" y="55"/>
                    <a:pt x="626" y="69"/>
                    <a:pt x="619" y="69"/>
                  </a:cubicBezTo>
                  <a:cubicBezTo>
                    <a:pt x="612" y="69"/>
                    <a:pt x="615" y="56"/>
                    <a:pt x="613" y="50"/>
                  </a:cubicBezTo>
                  <a:cubicBezTo>
                    <a:pt x="605" y="25"/>
                    <a:pt x="612" y="33"/>
                    <a:pt x="588" y="25"/>
                  </a:cubicBezTo>
                  <a:cubicBezTo>
                    <a:pt x="587" y="29"/>
                    <a:pt x="579" y="79"/>
                    <a:pt x="569" y="82"/>
                  </a:cubicBezTo>
                  <a:cubicBezTo>
                    <a:pt x="563" y="84"/>
                    <a:pt x="566" y="68"/>
                    <a:pt x="562" y="63"/>
                  </a:cubicBezTo>
                  <a:cubicBezTo>
                    <a:pt x="557" y="57"/>
                    <a:pt x="549" y="54"/>
                    <a:pt x="543" y="50"/>
                  </a:cubicBezTo>
                  <a:cubicBezTo>
                    <a:pt x="529" y="109"/>
                    <a:pt x="551" y="50"/>
                    <a:pt x="512" y="82"/>
                  </a:cubicBezTo>
                  <a:cubicBezTo>
                    <a:pt x="499" y="93"/>
                    <a:pt x="496" y="112"/>
                    <a:pt x="486" y="126"/>
                  </a:cubicBezTo>
                  <a:cubicBezTo>
                    <a:pt x="484" y="134"/>
                    <a:pt x="488" y="147"/>
                    <a:pt x="480" y="151"/>
                  </a:cubicBezTo>
                  <a:cubicBezTo>
                    <a:pt x="474" y="154"/>
                    <a:pt x="481" y="133"/>
                    <a:pt x="474" y="132"/>
                  </a:cubicBezTo>
                  <a:cubicBezTo>
                    <a:pt x="465" y="130"/>
                    <a:pt x="457" y="141"/>
                    <a:pt x="449" y="145"/>
                  </a:cubicBezTo>
                  <a:cubicBezTo>
                    <a:pt x="434" y="166"/>
                    <a:pt x="430" y="183"/>
                    <a:pt x="423" y="208"/>
                  </a:cubicBezTo>
                  <a:cubicBezTo>
                    <a:pt x="421" y="200"/>
                    <a:pt x="425" y="187"/>
                    <a:pt x="417" y="183"/>
                  </a:cubicBezTo>
                  <a:cubicBezTo>
                    <a:pt x="410" y="180"/>
                    <a:pt x="403" y="190"/>
                    <a:pt x="398" y="196"/>
                  </a:cubicBezTo>
                  <a:cubicBezTo>
                    <a:pt x="388" y="209"/>
                    <a:pt x="383" y="236"/>
                    <a:pt x="373" y="252"/>
                  </a:cubicBezTo>
                  <a:cubicBezTo>
                    <a:pt x="367" y="290"/>
                    <a:pt x="353" y="343"/>
                    <a:pt x="335" y="379"/>
                  </a:cubicBezTo>
                  <a:cubicBezTo>
                    <a:pt x="314" y="422"/>
                    <a:pt x="328" y="370"/>
                    <a:pt x="310" y="429"/>
                  </a:cubicBezTo>
                  <a:cubicBezTo>
                    <a:pt x="301" y="458"/>
                    <a:pt x="300" y="489"/>
                    <a:pt x="291" y="518"/>
                  </a:cubicBezTo>
                  <a:cubicBezTo>
                    <a:pt x="241" y="418"/>
                    <a:pt x="312" y="665"/>
                    <a:pt x="240" y="688"/>
                  </a:cubicBezTo>
                  <a:cubicBezTo>
                    <a:pt x="205" y="746"/>
                    <a:pt x="195" y="820"/>
                    <a:pt x="171" y="884"/>
                  </a:cubicBezTo>
                  <a:cubicBezTo>
                    <a:pt x="169" y="878"/>
                    <a:pt x="166" y="871"/>
                    <a:pt x="164" y="865"/>
                  </a:cubicBezTo>
                  <a:cubicBezTo>
                    <a:pt x="162" y="857"/>
                    <a:pt x="166" y="836"/>
                    <a:pt x="158" y="840"/>
                  </a:cubicBezTo>
                  <a:cubicBezTo>
                    <a:pt x="141" y="849"/>
                    <a:pt x="151" y="878"/>
                    <a:pt x="145" y="897"/>
                  </a:cubicBezTo>
                  <a:cubicBezTo>
                    <a:pt x="128" y="953"/>
                    <a:pt x="126" y="1011"/>
                    <a:pt x="108" y="1067"/>
                  </a:cubicBezTo>
                  <a:cubicBezTo>
                    <a:pt x="99" y="1035"/>
                    <a:pt x="93" y="1019"/>
                    <a:pt x="70" y="1055"/>
                  </a:cubicBezTo>
                  <a:cubicBezTo>
                    <a:pt x="36" y="1032"/>
                    <a:pt x="36" y="1055"/>
                    <a:pt x="0" y="105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37" name="Freeform 269"/>
            <p:cNvSpPr>
              <a:spLocks/>
            </p:cNvSpPr>
            <p:nvPr/>
          </p:nvSpPr>
          <p:spPr bwMode="auto">
            <a:xfrm>
              <a:off x="1913" y="2569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38" name="Freeform 270"/>
            <p:cNvSpPr>
              <a:spLocks/>
            </p:cNvSpPr>
            <p:nvPr/>
          </p:nvSpPr>
          <p:spPr bwMode="auto">
            <a:xfrm flipV="1">
              <a:off x="1895" y="2556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39" name="Freeform 271"/>
            <p:cNvSpPr>
              <a:spLocks/>
            </p:cNvSpPr>
            <p:nvPr/>
          </p:nvSpPr>
          <p:spPr bwMode="auto">
            <a:xfrm>
              <a:off x="1867" y="2583"/>
              <a:ext cx="1492" cy="1162"/>
            </a:xfrm>
            <a:custGeom>
              <a:avLst/>
              <a:gdLst/>
              <a:ahLst/>
              <a:cxnLst>
                <a:cxn ang="0">
                  <a:pos x="34" y="1093"/>
                </a:cxn>
                <a:cxn ang="0">
                  <a:pos x="72" y="1093"/>
                </a:cxn>
                <a:cxn ang="0">
                  <a:pos x="91" y="1112"/>
                </a:cxn>
                <a:cxn ang="0">
                  <a:pos x="160" y="1086"/>
                </a:cxn>
                <a:cxn ang="0">
                  <a:pos x="173" y="1124"/>
                </a:cxn>
                <a:cxn ang="0">
                  <a:pos x="223" y="1143"/>
                </a:cxn>
                <a:cxn ang="0">
                  <a:pos x="287" y="1143"/>
                </a:cxn>
                <a:cxn ang="0">
                  <a:pos x="337" y="1162"/>
                </a:cxn>
                <a:cxn ang="0">
                  <a:pos x="369" y="1124"/>
                </a:cxn>
                <a:cxn ang="0">
                  <a:pos x="432" y="1105"/>
                </a:cxn>
                <a:cxn ang="0">
                  <a:pos x="495" y="1068"/>
                </a:cxn>
                <a:cxn ang="0">
                  <a:pos x="533" y="1061"/>
                </a:cxn>
                <a:cxn ang="0">
                  <a:pos x="571" y="1061"/>
                </a:cxn>
                <a:cxn ang="0">
                  <a:pos x="590" y="1074"/>
                </a:cxn>
                <a:cxn ang="0">
                  <a:pos x="621" y="954"/>
                </a:cxn>
                <a:cxn ang="0">
                  <a:pos x="628" y="973"/>
                </a:cxn>
                <a:cxn ang="0">
                  <a:pos x="634" y="948"/>
                </a:cxn>
                <a:cxn ang="0">
                  <a:pos x="647" y="922"/>
                </a:cxn>
                <a:cxn ang="0">
                  <a:pos x="691" y="809"/>
                </a:cxn>
                <a:cxn ang="0">
                  <a:pos x="741" y="657"/>
                </a:cxn>
                <a:cxn ang="0">
                  <a:pos x="767" y="606"/>
                </a:cxn>
                <a:cxn ang="0">
                  <a:pos x="798" y="531"/>
                </a:cxn>
                <a:cxn ang="0">
                  <a:pos x="805" y="499"/>
                </a:cxn>
                <a:cxn ang="0">
                  <a:pos x="811" y="480"/>
                </a:cxn>
                <a:cxn ang="0">
                  <a:pos x="823" y="430"/>
                </a:cxn>
                <a:cxn ang="0">
                  <a:pos x="861" y="329"/>
                </a:cxn>
                <a:cxn ang="0">
                  <a:pos x="956" y="120"/>
                </a:cxn>
                <a:cxn ang="0">
                  <a:pos x="988" y="101"/>
                </a:cxn>
                <a:cxn ang="0">
                  <a:pos x="1007" y="63"/>
                </a:cxn>
                <a:cxn ang="0">
                  <a:pos x="1013" y="89"/>
                </a:cxn>
                <a:cxn ang="0">
                  <a:pos x="1019" y="108"/>
                </a:cxn>
                <a:cxn ang="0">
                  <a:pos x="1057" y="57"/>
                </a:cxn>
                <a:cxn ang="0">
                  <a:pos x="1063" y="89"/>
                </a:cxn>
                <a:cxn ang="0">
                  <a:pos x="1070" y="114"/>
                </a:cxn>
                <a:cxn ang="0">
                  <a:pos x="1095" y="82"/>
                </a:cxn>
                <a:cxn ang="0">
                  <a:pos x="1101" y="57"/>
                </a:cxn>
                <a:cxn ang="0">
                  <a:pos x="1108" y="38"/>
                </a:cxn>
                <a:cxn ang="0">
                  <a:pos x="1127" y="82"/>
                </a:cxn>
                <a:cxn ang="0">
                  <a:pos x="1146" y="57"/>
                </a:cxn>
                <a:cxn ang="0">
                  <a:pos x="1152" y="32"/>
                </a:cxn>
                <a:cxn ang="0">
                  <a:pos x="1171" y="82"/>
                </a:cxn>
                <a:cxn ang="0">
                  <a:pos x="1215" y="25"/>
                </a:cxn>
                <a:cxn ang="0">
                  <a:pos x="1259" y="13"/>
                </a:cxn>
                <a:cxn ang="0">
                  <a:pos x="1291" y="44"/>
                </a:cxn>
                <a:cxn ang="0">
                  <a:pos x="1303" y="19"/>
                </a:cxn>
                <a:cxn ang="0">
                  <a:pos x="1335" y="57"/>
                </a:cxn>
                <a:cxn ang="0">
                  <a:pos x="1392" y="0"/>
                </a:cxn>
                <a:cxn ang="0">
                  <a:pos x="1417" y="76"/>
                </a:cxn>
                <a:cxn ang="0">
                  <a:pos x="1442" y="70"/>
                </a:cxn>
                <a:cxn ang="0">
                  <a:pos x="1461" y="70"/>
                </a:cxn>
                <a:cxn ang="0">
                  <a:pos x="1474" y="133"/>
                </a:cxn>
                <a:cxn ang="0">
                  <a:pos x="1487" y="120"/>
                </a:cxn>
              </a:cxnLst>
              <a:rect l="0" t="0" r="r" b="b"/>
              <a:pathLst>
                <a:path w="1492" h="1162">
                  <a:moveTo>
                    <a:pt x="34" y="1093"/>
                  </a:moveTo>
                  <a:cubicBezTo>
                    <a:pt x="106" y="1138"/>
                    <a:pt x="0" y="1080"/>
                    <a:pt x="72" y="1093"/>
                  </a:cubicBezTo>
                  <a:cubicBezTo>
                    <a:pt x="81" y="1095"/>
                    <a:pt x="85" y="1106"/>
                    <a:pt x="91" y="1112"/>
                  </a:cubicBezTo>
                  <a:cubicBezTo>
                    <a:pt x="108" y="1103"/>
                    <a:pt x="141" y="1084"/>
                    <a:pt x="160" y="1086"/>
                  </a:cubicBezTo>
                  <a:cubicBezTo>
                    <a:pt x="161" y="1086"/>
                    <a:pt x="173" y="1123"/>
                    <a:pt x="173" y="1124"/>
                  </a:cubicBezTo>
                  <a:cubicBezTo>
                    <a:pt x="223" y="1112"/>
                    <a:pt x="180" y="1129"/>
                    <a:pt x="223" y="1143"/>
                  </a:cubicBezTo>
                  <a:cubicBezTo>
                    <a:pt x="281" y="1121"/>
                    <a:pt x="264" y="1109"/>
                    <a:pt x="287" y="1143"/>
                  </a:cubicBezTo>
                  <a:cubicBezTo>
                    <a:pt x="337" y="1131"/>
                    <a:pt x="327" y="1099"/>
                    <a:pt x="337" y="1162"/>
                  </a:cubicBezTo>
                  <a:cubicBezTo>
                    <a:pt x="349" y="1150"/>
                    <a:pt x="354" y="1132"/>
                    <a:pt x="369" y="1124"/>
                  </a:cubicBezTo>
                  <a:cubicBezTo>
                    <a:pt x="388" y="1114"/>
                    <a:pt x="411" y="1113"/>
                    <a:pt x="432" y="1105"/>
                  </a:cubicBezTo>
                  <a:cubicBezTo>
                    <a:pt x="471" y="1162"/>
                    <a:pt x="468" y="1081"/>
                    <a:pt x="495" y="1068"/>
                  </a:cubicBezTo>
                  <a:cubicBezTo>
                    <a:pt x="507" y="1062"/>
                    <a:pt x="520" y="1063"/>
                    <a:pt x="533" y="1061"/>
                  </a:cubicBezTo>
                  <a:cubicBezTo>
                    <a:pt x="577" y="994"/>
                    <a:pt x="545" y="1028"/>
                    <a:pt x="571" y="1061"/>
                  </a:cubicBezTo>
                  <a:cubicBezTo>
                    <a:pt x="576" y="1067"/>
                    <a:pt x="584" y="1070"/>
                    <a:pt x="590" y="1074"/>
                  </a:cubicBezTo>
                  <a:cubicBezTo>
                    <a:pt x="600" y="1033"/>
                    <a:pt x="614" y="996"/>
                    <a:pt x="621" y="954"/>
                  </a:cubicBezTo>
                  <a:cubicBezTo>
                    <a:pt x="623" y="960"/>
                    <a:pt x="622" y="976"/>
                    <a:pt x="628" y="973"/>
                  </a:cubicBezTo>
                  <a:cubicBezTo>
                    <a:pt x="636" y="969"/>
                    <a:pt x="631" y="956"/>
                    <a:pt x="634" y="948"/>
                  </a:cubicBezTo>
                  <a:cubicBezTo>
                    <a:pt x="637" y="939"/>
                    <a:pt x="643" y="931"/>
                    <a:pt x="647" y="922"/>
                  </a:cubicBezTo>
                  <a:cubicBezTo>
                    <a:pt x="664" y="883"/>
                    <a:pt x="665" y="843"/>
                    <a:pt x="691" y="809"/>
                  </a:cubicBezTo>
                  <a:cubicBezTo>
                    <a:pt x="707" y="758"/>
                    <a:pt x="725" y="708"/>
                    <a:pt x="741" y="657"/>
                  </a:cubicBezTo>
                  <a:cubicBezTo>
                    <a:pt x="747" y="639"/>
                    <a:pt x="760" y="624"/>
                    <a:pt x="767" y="606"/>
                  </a:cubicBezTo>
                  <a:cubicBezTo>
                    <a:pt x="773" y="575"/>
                    <a:pt x="784" y="559"/>
                    <a:pt x="798" y="531"/>
                  </a:cubicBezTo>
                  <a:cubicBezTo>
                    <a:pt x="800" y="520"/>
                    <a:pt x="802" y="510"/>
                    <a:pt x="805" y="499"/>
                  </a:cubicBezTo>
                  <a:cubicBezTo>
                    <a:pt x="807" y="493"/>
                    <a:pt x="809" y="486"/>
                    <a:pt x="811" y="480"/>
                  </a:cubicBezTo>
                  <a:cubicBezTo>
                    <a:pt x="815" y="463"/>
                    <a:pt x="823" y="430"/>
                    <a:pt x="823" y="430"/>
                  </a:cubicBezTo>
                  <a:cubicBezTo>
                    <a:pt x="829" y="374"/>
                    <a:pt x="816" y="351"/>
                    <a:pt x="861" y="329"/>
                  </a:cubicBezTo>
                  <a:cubicBezTo>
                    <a:pt x="879" y="256"/>
                    <a:pt x="921" y="187"/>
                    <a:pt x="956" y="120"/>
                  </a:cubicBezTo>
                  <a:cubicBezTo>
                    <a:pt x="967" y="153"/>
                    <a:pt x="958" y="145"/>
                    <a:pt x="988" y="101"/>
                  </a:cubicBezTo>
                  <a:cubicBezTo>
                    <a:pt x="1003" y="79"/>
                    <a:pt x="998" y="86"/>
                    <a:pt x="1007" y="63"/>
                  </a:cubicBezTo>
                  <a:cubicBezTo>
                    <a:pt x="1009" y="72"/>
                    <a:pt x="1011" y="80"/>
                    <a:pt x="1013" y="89"/>
                  </a:cubicBezTo>
                  <a:cubicBezTo>
                    <a:pt x="1015" y="95"/>
                    <a:pt x="1014" y="112"/>
                    <a:pt x="1019" y="108"/>
                  </a:cubicBezTo>
                  <a:cubicBezTo>
                    <a:pt x="1036" y="96"/>
                    <a:pt x="1057" y="57"/>
                    <a:pt x="1057" y="57"/>
                  </a:cubicBezTo>
                  <a:cubicBezTo>
                    <a:pt x="1059" y="68"/>
                    <a:pt x="1061" y="78"/>
                    <a:pt x="1063" y="89"/>
                  </a:cubicBezTo>
                  <a:cubicBezTo>
                    <a:pt x="1065" y="97"/>
                    <a:pt x="1062" y="116"/>
                    <a:pt x="1070" y="114"/>
                  </a:cubicBezTo>
                  <a:cubicBezTo>
                    <a:pt x="1083" y="111"/>
                    <a:pt x="1087" y="93"/>
                    <a:pt x="1095" y="82"/>
                  </a:cubicBezTo>
                  <a:cubicBezTo>
                    <a:pt x="1097" y="74"/>
                    <a:pt x="1099" y="65"/>
                    <a:pt x="1101" y="57"/>
                  </a:cubicBezTo>
                  <a:cubicBezTo>
                    <a:pt x="1103" y="51"/>
                    <a:pt x="1102" y="36"/>
                    <a:pt x="1108" y="38"/>
                  </a:cubicBezTo>
                  <a:cubicBezTo>
                    <a:pt x="1112" y="39"/>
                    <a:pt x="1125" y="76"/>
                    <a:pt x="1127" y="82"/>
                  </a:cubicBezTo>
                  <a:cubicBezTo>
                    <a:pt x="1133" y="74"/>
                    <a:pt x="1141" y="66"/>
                    <a:pt x="1146" y="57"/>
                  </a:cubicBezTo>
                  <a:cubicBezTo>
                    <a:pt x="1150" y="49"/>
                    <a:pt x="1144" y="29"/>
                    <a:pt x="1152" y="32"/>
                  </a:cubicBezTo>
                  <a:cubicBezTo>
                    <a:pt x="1156" y="33"/>
                    <a:pt x="1168" y="74"/>
                    <a:pt x="1171" y="82"/>
                  </a:cubicBezTo>
                  <a:cubicBezTo>
                    <a:pt x="1195" y="67"/>
                    <a:pt x="1198" y="49"/>
                    <a:pt x="1215" y="25"/>
                  </a:cubicBezTo>
                  <a:cubicBezTo>
                    <a:pt x="1239" y="60"/>
                    <a:pt x="1244" y="44"/>
                    <a:pt x="1259" y="13"/>
                  </a:cubicBezTo>
                  <a:cubicBezTo>
                    <a:pt x="1269" y="48"/>
                    <a:pt x="1254" y="81"/>
                    <a:pt x="1291" y="44"/>
                  </a:cubicBezTo>
                  <a:cubicBezTo>
                    <a:pt x="1295" y="36"/>
                    <a:pt x="1294" y="21"/>
                    <a:pt x="1303" y="19"/>
                  </a:cubicBezTo>
                  <a:cubicBezTo>
                    <a:pt x="1310" y="18"/>
                    <a:pt x="1332" y="53"/>
                    <a:pt x="1335" y="57"/>
                  </a:cubicBezTo>
                  <a:cubicBezTo>
                    <a:pt x="1363" y="42"/>
                    <a:pt x="1374" y="26"/>
                    <a:pt x="1392" y="0"/>
                  </a:cubicBezTo>
                  <a:cubicBezTo>
                    <a:pt x="1397" y="29"/>
                    <a:pt x="1401" y="51"/>
                    <a:pt x="1417" y="76"/>
                  </a:cubicBezTo>
                  <a:cubicBezTo>
                    <a:pt x="1425" y="74"/>
                    <a:pt x="1435" y="75"/>
                    <a:pt x="1442" y="70"/>
                  </a:cubicBezTo>
                  <a:cubicBezTo>
                    <a:pt x="1459" y="56"/>
                    <a:pt x="1437" y="32"/>
                    <a:pt x="1461" y="70"/>
                  </a:cubicBezTo>
                  <a:cubicBezTo>
                    <a:pt x="1477" y="159"/>
                    <a:pt x="1460" y="67"/>
                    <a:pt x="1474" y="133"/>
                  </a:cubicBezTo>
                  <a:cubicBezTo>
                    <a:pt x="1492" y="217"/>
                    <a:pt x="1487" y="222"/>
                    <a:pt x="1487" y="120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40" name="Freeform 272"/>
            <p:cNvSpPr>
              <a:spLocks/>
            </p:cNvSpPr>
            <p:nvPr/>
          </p:nvSpPr>
          <p:spPr bwMode="auto">
            <a:xfrm>
              <a:off x="1967" y="2513"/>
              <a:ext cx="1349" cy="1244"/>
            </a:xfrm>
            <a:custGeom>
              <a:avLst/>
              <a:gdLst/>
              <a:ahLst/>
              <a:cxnLst>
                <a:cxn ang="0">
                  <a:pos x="4" y="151"/>
                </a:cxn>
                <a:cxn ang="0">
                  <a:pos x="42" y="95"/>
                </a:cxn>
                <a:cxn ang="0">
                  <a:pos x="67" y="57"/>
                </a:cxn>
                <a:cxn ang="0">
                  <a:pos x="73" y="76"/>
                </a:cxn>
                <a:cxn ang="0">
                  <a:pos x="67" y="95"/>
                </a:cxn>
                <a:cxn ang="0">
                  <a:pos x="99" y="38"/>
                </a:cxn>
                <a:cxn ang="0">
                  <a:pos x="143" y="13"/>
                </a:cxn>
                <a:cxn ang="0">
                  <a:pos x="149" y="69"/>
                </a:cxn>
                <a:cxn ang="0">
                  <a:pos x="168" y="63"/>
                </a:cxn>
                <a:cxn ang="0">
                  <a:pos x="200" y="19"/>
                </a:cxn>
                <a:cxn ang="0">
                  <a:pos x="212" y="101"/>
                </a:cxn>
                <a:cxn ang="0">
                  <a:pos x="231" y="63"/>
                </a:cxn>
                <a:cxn ang="0">
                  <a:pos x="257" y="0"/>
                </a:cxn>
                <a:cxn ang="0">
                  <a:pos x="263" y="95"/>
                </a:cxn>
                <a:cxn ang="0">
                  <a:pos x="295" y="82"/>
                </a:cxn>
                <a:cxn ang="0">
                  <a:pos x="320" y="31"/>
                </a:cxn>
                <a:cxn ang="0">
                  <a:pos x="358" y="63"/>
                </a:cxn>
                <a:cxn ang="0">
                  <a:pos x="383" y="145"/>
                </a:cxn>
                <a:cxn ang="0">
                  <a:pos x="402" y="126"/>
                </a:cxn>
                <a:cxn ang="0">
                  <a:pos x="408" y="107"/>
                </a:cxn>
                <a:cxn ang="0">
                  <a:pos x="433" y="164"/>
                </a:cxn>
                <a:cxn ang="0">
                  <a:pos x="452" y="189"/>
                </a:cxn>
                <a:cxn ang="0">
                  <a:pos x="478" y="158"/>
                </a:cxn>
                <a:cxn ang="0">
                  <a:pos x="484" y="133"/>
                </a:cxn>
                <a:cxn ang="0">
                  <a:pos x="497" y="151"/>
                </a:cxn>
                <a:cxn ang="0">
                  <a:pos x="516" y="227"/>
                </a:cxn>
                <a:cxn ang="0">
                  <a:pos x="547" y="259"/>
                </a:cxn>
                <a:cxn ang="0">
                  <a:pos x="553" y="335"/>
                </a:cxn>
                <a:cxn ang="0">
                  <a:pos x="572" y="322"/>
                </a:cxn>
                <a:cxn ang="0">
                  <a:pos x="579" y="341"/>
                </a:cxn>
                <a:cxn ang="0">
                  <a:pos x="604" y="474"/>
                </a:cxn>
                <a:cxn ang="0">
                  <a:pos x="629" y="398"/>
                </a:cxn>
                <a:cxn ang="0">
                  <a:pos x="673" y="606"/>
                </a:cxn>
                <a:cxn ang="0">
                  <a:pos x="699" y="657"/>
                </a:cxn>
                <a:cxn ang="0">
                  <a:pos x="718" y="638"/>
                </a:cxn>
                <a:cxn ang="0">
                  <a:pos x="737" y="663"/>
                </a:cxn>
                <a:cxn ang="0">
                  <a:pos x="756" y="859"/>
                </a:cxn>
                <a:cxn ang="0">
                  <a:pos x="781" y="859"/>
                </a:cxn>
                <a:cxn ang="0">
                  <a:pos x="800" y="941"/>
                </a:cxn>
                <a:cxn ang="0">
                  <a:pos x="831" y="979"/>
                </a:cxn>
                <a:cxn ang="0">
                  <a:pos x="989" y="1194"/>
                </a:cxn>
                <a:cxn ang="0">
                  <a:pos x="1059" y="1175"/>
                </a:cxn>
                <a:cxn ang="0">
                  <a:pos x="1078" y="1244"/>
                </a:cxn>
                <a:cxn ang="0">
                  <a:pos x="1135" y="1225"/>
                </a:cxn>
                <a:cxn ang="0">
                  <a:pos x="1198" y="1149"/>
                </a:cxn>
                <a:cxn ang="0">
                  <a:pos x="1204" y="1181"/>
                </a:cxn>
                <a:cxn ang="0">
                  <a:pos x="1210" y="1206"/>
                </a:cxn>
                <a:cxn ang="0">
                  <a:pos x="1236" y="1194"/>
                </a:cxn>
                <a:cxn ang="0">
                  <a:pos x="1261" y="1194"/>
                </a:cxn>
                <a:cxn ang="0">
                  <a:pos x="1280" y="1181"/>
                </a:cxn>
                <a:cxn ang="0">
                  <a:pos x="1305" y="1124"/>
                </a:cxn>
                <a:cxn ang="0">
                  <a:pos x="1330" y="1130"/>
                </a:cxn>
                <a:cxn ang="0">
                  <a:pos x="1349" y="1137"/>
                </a:cxn>
                <a:cxn ang="0">
                  <a:pos x="1330" y="1143"/>
                </a:cxn>
                <a:cxn ang="0">
                  <a:pos x="1273" y="1156"/>
                </a:cxn>
              </a:cxnLst>
              <a:rect l="0" t="0" r="r" b="b"/>
              <a:pathLst>
                <a:path w="1349" h="1244">
                  <a:moveTo>
                    <a:pt x="4" y="151"/>
                  </a:moveTo>
                  <a:cubicBezTo>
                    <a:pt x="46" y="82"/>
                    <a:pt x="0" y="155"/>
                    <a:pt x="42" y="95"/>
                  </a:cubicBezTo>
                  <a:cubicBezTo>
                    <a:pt x="51" y="83"/>
                    <a:pt x="67" y="57"/>
                    <a:pt x="67" y="57"/>
                  </a:cubicBezTo>
                  <a:cubicBezTo>
                    <a:pt x="69" y="63"/>
                    <a:pt x="73" y="69"/>
                    <a:pt x="73" y="76"/>
                  </a:cubicBezTo>
                  <a:cubicBezTo>
                    <a:pt x="73" y="83"/>
                    <a:pt x="64" y="101"/>
                    <a:pt x="67" y="95"/>
                  </a:cubicBezTo>
                  <a:cubicBezTo>
                    <a:pt x="103" y="28"/>
                    <a:pt x="56" y="95"/>
                    <a:pt x="99" y="38"/>
                  </a:cubicBezTo>
                  <a:cubicBezTo>
                    <a:pt x="112" y="81"/>
                    <a:pt x="118" y="36"/>
                    <a:pt x="143" y="13"/>
                  </a:cubicBezTo>
                  <a:cubicBezTo>
                    <a:pt x="145" y="32"/>
                    <a:pt x="141" y="52"/>
                    <a:pt x="149" y="69"/>
                  </a:cubicBezTo>
                  <a:cubicBezTo>
                    <a:pt x="152" y="75"/>
                    <a:pt x="163" y="68"/>
                    <a:pt x="168" y="63"/>
                  </a:cubicBezTo>
                  <a:cubicBezTo>
                    <a:pt x="181" y="50"/>
                    <a:pt x="200" y="19"/>
                    <a:pt x="200" y="19"/>
                  </a:cubicBezTo>
                  <a:cubicBezTo>
                    <a:pt x="208" y="45"/>
                    <a:pt x="192" y="81"/>
                    <a:pt x="212" y="101"/>
                  </a:cubicBezTo>
                  <a:cubicBezTo>
                    <a:pt x="222" y="111"/>
                    <a:pt x="225" y="76"/>
                    <a:pt x="231" y="63"/>
                  </a:cubicBezTo>
                  <a:cubicBezTo>
                    <a:pt x="240" y="42"/>
                    <a:pt x="249" y="21"/>
                    <a:pt x="257" y="0"/>
                  </a:cubicBezTo>
                  <a:cubicBezTo>
                    <a:pt x="259" y="32"/>
                    <a:pt x="250" y="66"/>
                    <a:pt x="263" y="95"/>
                  </a:cubicBezTo>
                  <a:cubicBezTo>
                    <a:pt x="268" y="105"/>
                    <a:pt x="287" y="90"/>
                    <a:pt x="295" y="82"/>
                  </a:cubicBezTo>
                  <a:cubicBezTo>
                    <a:pt x="308" y="68"/>
                    <a:pt x="309" y="47"/>
                    <a:pt x="320" y="31"/>
                  </a:cubicBezTo>
                  <a:cubicBezTo>
                    <a:pt x="325" y="93"/>
                    <a:pt x="324" y="147"/>
                    <a:pt x="358" y="63"/>
                  </a:cubicBezTo>
                  <a:cubicBezTo>
                    <a:pt x="367" y="90"/>
                    <a:pt x="374" y="118"/>
                    <a:pt x="383" y="145"/>
                  </a:cubicBezTo>
                  <a:cubicBezTo>
                    <a:pt x="389" y="139"/>
                    <a:pt x="397" y="133"/>
                    <a:pt x="402" y="126"/>
                  </a:cubicBezTo>
                  <a:cubicBezTo>
                    <a:pt x="406" y="120"/>
                    <a:pt x="403" y="103"/>
                    <a:pt x="408" y="107"/>
                  </a:cubicBezTo>
                  <a:cubicBezTo>
                    <a:pt x="419" y="115"/>
                    <a:pt x="428" y="148"/>
                    <a:pt x="433" y="164"/>
                  </a:cubicBezTo>
                  <a:cubicBezTo>
                    <a:pt x="444" y="244"/>
                    <a:pt x="431" y="220"/>
                    <a:pt x="452" y="189"/>
                  </a:cubicBezTo>
                  <a:cubicBezTo>
                    <a:pt x="459" y="178"/>
                    <a:pt x="469" y="168"/>
                    <a:pt x="478" y="158"/>
                  </a:cubicBezTo>
                  <a:cubicBezTo>
                    <a:pt x="480" y="150"/>
                    <a:pt x="476" y="136"/>
                    <a:pt x="484" y="133"/>
                  </a:cubicBezTo>
                  <a:cubicBezTo>
                    <a:pt x="491" y="130"/>
                    <a:pt x="494" y="144"/>
                    <a:pt x="497" y="151"/>
                  </a:cubicBezTo>
                  <a:cubicBezTo>
                    <a:pt x="507" y="175"/>
                    <a:pt x="507" y="203"/>
                    <a:pt x="516" y="227"/>
                  </a:cubicBezTo>
                  <a:cubicBezTo>
                    <a:pt x="555" y="176"/>
                    <a:pt x="538" y="223"/>
                    <a:pt x="547" y="259"/>
                  </a:cubicBezTo>
                  <a:cubicBezTo>
                    <a:pt x="549" y="284"/>
                    <a:pt x="544" y="311"/>
                    <a:pt x="553" y="335"/>
                  </a:cubicBezTo>
                  <a:cubicBezTo>
                    <a:pt x="556" y="342"/>
                    <a:pt x="565" y="320"/>
                    <a:pt x="572" y="322"/>
                  </a:cubicBezTo>
                  <a:cubicBezTo>
                    <a:pt x="579" y="324"/>
                    <a:pt x="577" y="335"/>
                    <a:pt x="579" y="341"/>
                  </a:cubicBezTo>
                  <a:cubicBezTo>
                    <a:pt x="603" y="265"/>
                    <a:pt x="581" y="428"/>
                    <a:pt x="604" y="474"/>
                  </a:cubicBezTo>
                  <a:cubicBezTo>
                    <a:pt x="610" y="444"/>
                    <a:pt x="616" y="425"/>
                    <a:pt x="629" y="398"/>
                  </a:cubicBezTo>
                  <a:cubicBezTo>
                    <a:pt x="652" y="465"/>
                    <a:pt x="652" y="538"/>
                    <a:pt x="673" y="606"/>
                  </a:cubicBezTo>
                  <a:cubicBezTo>
                    <a:pt x="699" y="544"/>
                    <a:pt x="687" y="463"/>
                    <a:pt x="699" y="657"/>
                  </a:cubicBezTo>
                  <a:cubicBezTo>
                    <a:pt x="705" y="651"/>
                    <a:pt x="714" y="630"/>
                    <a:pt x="718" y="638"/>
                  </a:cubicBezTo>
                  <a:cubicBezTo>
                    <a:pt x="738" y="683"/>
                    <a:pt x="709" y="772"/>
                    <a:pt x="737" y="663"/>
                  </a:cubicBezTo>
                  <a:cubicBezTo>
                    <a:pt x="741" y="765"/>
                    <a:pt x="742" y="782"/>
                    <a:pt x="756" y="859"/>
                  </a:cubicBezTo>
                  <a:cubicBezTo>
                    <a:pt x="759" y="847"/>
                    <a:pt x="764" y="798"/>
                    <a:pt x="781" y="859"/>
                  </a:cubicBezTo>
                  <a:cubicBezTo>
                    <a:pt x="811" y="963"/>
                    <a:pt x="767" y="892"/>
                    <a:pt x="800" y="941"/>
                  </a:cubicBezTo>
                  <a:cubicBezTo>
                    <a:pt x="811" y="975"/>
                    <a:pt x="789" y="1021"/>
                    <a:pt x="831" y="979"/>
                  </a:cubicBezTo>
                  <a:cubicBezTo>
                    <a:pt x="913" y="1087"/>
                    <a:pt x="906" y="1085"/>
                    <a:pt x="989" y="1194"/>
                  </a:cubicBezTo>
                  <a:cubicBezTo>
                    <a:pt x="1007" y="1140"/>
                    <a:pt x="1027" y="1222"/>
                    <a:pt x="1059" y="1175"/>
                  </a:cubicBezTo>
                  <a:cubicBezTo>
                    <a:pt x="1074" y="1223"/>
                    <a:pt x="1068" y="1200"/>
                    <a:pt x="1078" y="1244"/>
                  </a:cubicBezTo>
                  <a:cubicBezTo>
                    <a:pt x="1109" y="1223"/>
                    <a:pt x="1109" y="1186"/>
                    <a:pt x="1135" y="1225"/>
                  </a:cubicBezTo>
                  <a:cubicBezTo>
                    <a:pt x="1164" y="1203"/>
                    <a:pt x="1175" y="1178"/>
                    <a:pt x="1198" y="1149"/>
                  </a:cubicBezTo>
                  <a:cubicBezTo>
                    <a:pt x="1200" y="1160"/>
                    <a:pt x="1202" y="1170"/>
                    <a:pt x="1204" y="1181"/>
                  </a:cubicBezTo>
                  <a:cubicBezTo>
                    <a:pt x="1206" y="1189"/>
                    <a:pt x="1202" y="1203"/>
                    <a:pt x="1210" y="1206"/>
                  </a:cubicBezTo>
                  <a:cubicBezTo>
                    <a:pt x="1219" y="1210"/>
                    <a:pt x="1227" y="1198"/>
                    <a:pt x="1236" y="1194"/>
                  </a:cubicBezTo>
                  <a:cubicBezTo>
                    <a:pt x="1264" y="1149"/>
                    <a:pt x="1231" y="1188"/>
                    <a:pt x="1261" y="1194"/>
                  </a:cubicBezTo>
                  <a:cubicBezTo>
                    <a:pt x="1269" y="1195"/>
                    <a:pt x="1274" y="1185"/>
                    <a:pt x="1280" y="1181"/>
                  </a:cubicBezTo>
                  <a:cubicBezTo>
                    <a:pt x="1292" y="1162"/>
                    <a:pt x="1298" y="1145"/>
                    <a:pt x="1305" y="1124"/>
                  </a:cubicBezTo>
                  <a:cubicBezTo>
                    <a:pt x="1317" y="1187"/>
                    <a:pt x="1301" y="1145"/>
                    <a:pt x="1330" y="1130"/>
                  </a:cubicBezTo>
                  <a:cubicBezTo>
                    <a:pt x="1336" y="1127"/>
                    <a:pt x="1343" y="1135"/>
                    <a:pt x="1349" y="1137"/>
                  </a:cubicBezTo>
                  <a:cubicBezTo>
                    <a:pt x="1349" y="1137"/>
                    <a:pt x="1336" y="1140"/>
                    <a:pt x="1330" y="1143"/>
                  </a:cubicBezTo>
                  <a:cubicBezTo>
                    <a:pt x="1288" y="1161"/>
                    <a:pt x="1322" y="1156"/>
                    <a:pt x="1273" y="1156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41" name="Freeform 273"/>
            <p:cNvSpPr>
              <a:spLocks/>
            </p:cNvSpPr>
            <p:nvPr/>
          </p:nvSpPr>
          <p:spPr bwMode="auto">
            <a:xfrm>
              <a:off x="1976" y="2560"/>
              <a:ext cx="1396" cy="1206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50" y="81"/>
                </a:cxn>
                <a:cxn ang="0">
                  <a:pos x="76" y="62"/>
                </a:cxn>
                <a:cxn ang="0">
                  <a:pos x="107" y="17"/>
                </a:cxn>
                <a:cxn ang="0">
                  <a:pos x="139" y="100"/>
                </a:cxn>
                <a:cxn ang="0">
                  <a:pos x="196" y="74"/>
                </a:cxn>
                <a:cxn ang="0">
                  <a:pos x="240" y="43"/>
                </a:cxn>
                <a:cxn ang="0">
                  <a:pos x="253" y="93"/>
                </a:cxn>
                <a:cxn ang="0">
                  <a:pos x="303" y="68"/>
                </a:cxn>
                <a:cxn ang="0">
                  <a:pos x="328" y="112"/>
                </a:cxn>
                <a:cxn ang="0">
                  <a:pos x="379" y="62"/>
                </a:cxn>
                <a:cxn ang="0">
                  <a:pos x="417" y="125"/>
                </a:cxn>
                <a:cxn ang="0">
                  <a:pos x="429" y="106"/>
                </a:cxn>
                <a:cxn ang="0">
                  <a:pos x="436" y="137"/>
                </a:cxn>
                <a:cxn ang="0">
                  <a:pos x="455" y="207"/>
                </a:cxn>
                <a:cxn ang="0">
                  <a:pos x="486" y="213"/>
                </a:cxn>
                <a:cxn ang="0">
                  <a:pos x="518" y="207"/>
                </a:cxn>
                <a:cxn ang="0">
                  <a:pos x="524" y="226"/>
                </a:cxn>
                <a:cxn ang="0">
                  <a:pos x="543" y="232"/>
                </a:cxn>
                <a:cxn ang="0">
                  <a:pos x="549" y="283"/>
                </a:cxn>
                <a:cxn ang="0">
                  <a:pos x="562" y="321"/>
                </a:cxn>
                <a:cxn ang="0">
                  <a:pos x="606" y="359"/>
                </a:cxn>
                <a:cxn ang="0">
                  <a:pos x="625" y="415"/>
                </a:cxn>
                <a:cxn ang="0">
                  <a:pos x="669" y="580"/>
                </a:cxn>
                <a:cxn ang="0">
                  <a:pos x="695" y="719"/>
                </a:cxn>
                <a:cxn ang="0">
                  <a:pos x="701" y="693"/>
                </a:cxn>
                <a:cxn ang="0">
                  <a:pos x="707" y="712"/>
                </a:cxn>
                <a:cxn ang="0">
                  <a:pos x="714" y="731"/>
                </a:cxn>
                <a:cxn ang="0">
                  <a:pos x="733" y="807"/>
                </a:cxn>
                <a:cxn ang="0">
                  <a:pos x="739" y="895"/>
                </a:cxn>
                <a:cxn ang="0">
                  <a:pos x="758" y="927"/>
                </a:cxn>
                <a:cxn ang="0">
                  <a:pos x="802" y="1041"/>
                </a:cxn>
                <a:cxn ang="0">
                  <a:pos x="846" y="1041"/>
                </a:cxn>
                <a:cxn ang="0">
                  <a:pos x="922" y="1116"/>
                </a:cxn>
                <a:cxn ang="0">
                  <a:pos x="947" y="1186"/>
                </a:cxn>
                <a:cxn ang="0">
                  <a:pos x="960" y="1161"/>
                </a:cxn>
                <a:cxn ang="0">
                  <a:pos x="998" y="1192"/>
                </a:cxn>
                <a:cxn ang="0">
                  <a:pos x="1036" y="1161"/>
                </a:cxn>
                <a:cxn ang="0">
                  <a:pos x="1048" y="1180"/>
                </a:cxn>
                <a:cxn ang="0">
                  <a:pos x="1074" y="1192"/>
                </a:cxn>
                <a:cxn ang="0">
                  <a:pos x="1162" y="1167"/>
                </a:cxn>
                <a:cxn ang="0">
                  <a:pos x="1232" y="1161"/>
                </a:cxn>
                <a:cxn ang="0">
                  <a:pos x="1295" y="1110"/>
                </a:cxn>
                <a:cxn ang="0">
                  <a:pos x="1358" y="1123"/>
                </a:cxn>
                <a:cxn ang="0">
                  <a:pos x="1396" y="1085"/>
                </a:cxn>
              </a:cxnLst>
              <a:rect l="0" t="0" r="r" b="b"/>
              <a:pathLst>
                <a:path w="1396" h="1206">
                  <a:moveTo>
                    <a:pt x="0" y="156"/>
                  </a:moveTo>
                  <a:cubicBezTo>
                    <a:pt x="17" y="134"/>
                    <a:pt x="32" y="101"/>
                    <a:pt x="50" y="81"/>
                  </a:cubicBezTo>
                  <a:cubicBezTo>
                    <a:pt x="57" y="73"/>
                    <a:pt x="68" y="70"/>
                    <a:pt x="76" y="62"/>
                  </a:cubicBezTo>
                  <a:cubicBezTo>
                    <a:pt x="85" y="53"/>
                    <a:pt x="100" y="29"/>
                    <a:pt x="107" y="17"/>
                  </a:cubicBezTo>
                  <a:cubicBezTo>
                    <a:pt x="114" y="59"/>
                    <a:pt x="111" y="72"/>
                    <a:pt x="139" y="100"/>
                  </a:cubicBezTo>
                  <a:cubicBezTo>
                    <a:pt x="166" y="91"/>
                    <a:pt x="176" y="91"/>
                    <a:pt x="196" y="74"/>
                  </a:cubicBezTo>
                  <a:cubicBezTo>
                    <a:pt x="233" y="42"/>
                    <a:pt x="206" y="54"/>
                    <a:pt x="240" y="43"/>
                  </a:cubicBezTo>
                  <a:cubicBezTo>
                    <a:pt x="240" y="44"/>
                    <a:pt x="252" y="93"/>
                    <a:pt x="253" y="93"/>
                  </a:cubicBezTo>
                  <a:cubicBezTo>
                    <a:pt x="271" y="96"/>
                    <a:pt x="285" y="74"/>
                    <a:pt x="303" y="68"/>
                  </a:cubicBezTo>
                  <a:cubicBezTo>
                    <a:pt x="325" y="0"/>
                    <a:pt x="322" y="29"/>
                    <a:pt x="328" y="112"/>
                  </a:cubicBezTo>
                  <a:cubicBezTo>
                    <a:pt x="362" y="87"/>
                    <a:pt x="348" y="81"/>
                    <a:pt x="379" y="62"/>
                  </a:cubicBezTo>
                  <a:cubicBezTo>
                    <a:pt x="389" y="104"/>
                    <a:pt x="361" y="152"/>
                    <a:pt x="417" y="125"/>
                  </a:cubicBezTo>
                  <a:cubicBezTo>
                    <a:pt x="421" y="119"/>
                    <a:pt x="423" y="102"/>
                    <a:pt x="429" y="106"/>
                  </a:cubicBezTo>
                  <a:cubicBezTo>
                    <a:pt x="438" y="112"/>
                    <a:pt x="434" y="127"/>
                    <a:pt x="436" y="137"/>
                  </a:cubicBezTo>
                  <a:cubicBezTo>
                    <a:pt x="447" y="193"/>
                    <a:pt x="435" y="157"/>
                    <a:pt x="455" y="207"/>
                  </a:cubicBezTo>
                  <a:cubicBezTo>
                    <a:pt x="502" y="175"/>
                    <a:pt x="449" y="202"/>
                    <a:pt x="486" y="213"/>
                  </a:cubicBezTo>
                  <a:cubicBezTo>
                    <a:pt x="496" y="216"/>
                    <a:pt x="507" y="209"/>
                    <a:pt x="518" y="207"/>
                  </a:cubicBezTo>
                  <a:cubicBezTo>
                    <a:pt x="520" y="213"/>
                    <a:pt x="519" y="221"/>
                    <a:pt x="524" y="226"/>
                  </a:cubicBezTo>
                  <a:cubicBezTo>
                    <a:pt x="529" y="231"/>
                    <a:pt x="540" y="226"/>
                    <a:pt x="543" y="232"/>
                  </a:cubicBezTo>
                  <a:cubicBezTo>
                    <a:pt x="550" y="248"/>
                    <a:pt x="545" y="266"/>
                    <a:pt x="549" y="283"/>
                  </a:cubicBezTo>
                  <a:cubicBezTo>
                    <a:pt x="552" y="296"/>
                    <a:pt x="558" y="308"/>
                    <a:pt x="562" y="321"/>
                  </a:cubicBezTo>
                  <a:cubicBezTo>
                    <a:pt x="610" y="273"/>
                    <a:pt x="599" y="288"/>
                    <a:pt x="606" y="359"/>
                  </a:cubicBezTo>
                  <a:cubicBezTo>
                    <a:pt x="653" y="327"/>
                    <a:pt x="629" y="392"/>
                    <a:pt x="625" y="415"/>
                  </a:cubicBezTo>
                  <a:cubicBezTo>
                    <a:pt x="631" y="518"/>
                    <a:pt x="607" y="533"/>
                    <a:pt x="669" y="580"/>
                  </a:cubicBezTo>
                  <a:cubicBezTo>
                    <a:pt x="682" y="626"/>
                    <a:pt x="685" y="673"/>
                    <a:pt x="695" y="719"/>
                  </a:cubicBezTo>
                  <a:cubicBezTo>
                    <a:pt x="697" y="710"/>
                    <a:pt x="693" y="697"/>
                    <a:pt x="701" y="693"/>
                  </a:cubicBezTo>
                  <a:cubicBezTo>
                    <a:pt x="707" y="690"/>
                    <a:pt x="705" y="706"/>
                    <a:pt x="707" y="712"/>
                  </a:cubicBezTo>
                  <a:cubicBezTo>
                    <a:pt x="709" y="718"/>
                    <a:pt x="712" y="725"/>
                    <a:pt x="714" y="731"/>
                  </a:cubicBezTo>
                  <a:cubicBezTo>
                    <a:pt x="722" y="756"/>
                    <a:pt x="733" y="807"/>
                    <a:pt x="733" y="807"/>
                  </a:cubicBezTo>
                  <a:cubicBezTo>
                    <a:pt x="735" y="836"/>
                    <a:pt x="733" y="866"/>
                    <a:pt x="739" y="895"/>
                  </a:cubicBezTo>
                  <a:cubicBezTo>
                    <a:pt x="742" y="907"/>
                    <a:pt x="753" y="916"/>
                    <a:pt x="758" y="927"/>
                  </a:cubicBezTo>
                  <a:cubicBezTo>
                    <a:pt x="776" y="965"/>
                    <a:pt x="778" y="1005"/>
                    <a:pt x="802" y="1041"/>
                  </a:cubicBezTo>
                  <a:cubicBezTo>
                    <a:pt x="813" y="1006"/>
                    <a:pt x="817" y="1030"/>
                    <a:pt x="846" y="1041"/>
                  </a:cubicBezTo>
                  <a:cubicBezTo>
                    <a:pt x="878" y="1083"/>
                    <a:pt x="874" y="1098"/>
                    <a:pt x="922" y="1116"/>
                  </a:cubicBezTo>
                  <a:cubicBezTo>
                    <a:pt x="940" y="1142"/>
                    <a:pt x="936" y="1157"/>
                    <a:pt x="947" y="1186"/>
                  </a:cubicBezTo>
                  <a:cubicBezTo>
                    <a:pt x="955" y="1206"/>
                    <a:pt x="950" y="1142"/>
                    <a:pt x="960" y="1161"/>
                  </a:cubicBezTo>
                  <a:cubicBezTo>
                    <a:pt x="967" y="1144"/>
                    <a:pt x="987" y="1206"/>
                    <a:pt x="998" y="1192"/>
                  </a:cubicBezTo>
                  <a:cubicBezTo>
                    <a:pt x="1008" y="1179"/>
                    <a:pt x="1024" y="1173"/>
                    <a:pt x="1036" y="1161"/>
                  </a:cubicBezTo>
                  <a:cubicBezTo>
                    <a:pt x="1040" y="1167"/>
                    <a:pt x="1041" y="1177"/>
                    <a:pt x="1048" y="1180"/>
                  </a:cubicBezTo>
                  <a:cubicBezTo>
                    <a:pt x="1082" y="1193"/>
                    <a:pt x="1056" y="1144"/>
                    <a:pt x="1074" y="1192"/>
                  </a:cubicBezTo>
                  <a:cubicBezTo>
                    <a:pt x="1145" y="1157"/>
                    <a:pt x="1114" y="1156"/>
                    <a:pt x="1162" y="1167"/>
                  </a:cubicBezTo>
                  <a:cubicBezTo>
                    <a:pt x="1192" y="1160"/>
                    <a:pt x="1201" y="1153"/>
                    <a:pt x="1232" y="1161"/>
                  </a:cubicBezTo>
                  <a:cubicBezTo>
                    <a:pt x="1251" y="1141"/>
                    <a:pt x="1295" y="1110"/>
                    <a:pt x="1295" y="1110"/>
                  </a:cubicBezTo>
                  <a:cubicBezTo>
                    <a:pt x="1314" y="1140"/>
                    <a:pt x="1327" y="1138"/>
                    <a:pt x="1358" y="1123"/>
                  </a:cubicBezTo>
                  <a:cubicBezTo>
                    <a:pt x="1373" y="1077"/>
                    <a:pt x="1357" y="1085"/>
                    <a:pt x="1396" y="108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42" name="Freeform 274"/>
            <p:cNvSpPr>
              <a:spLocks/>
            </p:cNvSpPr>
            <p:nvPr/>
          </p:nvSpPr>
          <p:spPr bwMode="auto">
            <a:xfrm>
              <a:off x="1844" y="2596"/>
              <a:ext cx="1472" cy="1067"/>
            </a:xfrm>
            <a:custGeom>
              <a:avLst/>
              <a:gdLst/>
              <a:ahLst/>
              <a:cxnLst>
                <a:cxn ang="0">
                  <a:pos x="1472" y="1048"/>
                </a:cxn>
                <a:cxn ang="0">
                  <a:pos x="1409" y="1023"/>
                </a:cxn>
                <a:cxn ang="0">
                  <a:pos x="1415" y="991"/>
                </a:cxn>
                <a:cxn ang="0">
                  <a:pos x="1421" y="966"/>
                </a:cxn>
                <a:cxn ang="0">
                  <a:pos x="1415" y="941"/>
                </a:cxn>
                <a:cxn ang="0">
                  <a:pos x="1409" y="909"/>
                </a:cxn>
                <a:cxn ang="0">
                  <a:pos x="1377" y="947"/>
                </a:cxn>
                <a:cxn ang="0">
                  <a:pos x="1352" y="833"/>
                </a:cxn>
                <a:cxn ang="0">
                  <a:pos x="1320" y="695"/>
                </a:cxn>
                <a:cxn ang="0">
                  <a:pos x="1301" y="707"/>
                </a:cxn>
                <a:cxn ang="0">
                  <a:pos x="1295" y="682"/>
                </a:cxn>
                <a:cxn ang="0">
                  <a:pos x="1257" y="587"/>
                </a:cxn>
                <a:cxn ang="0">
                  <a:pos x="1219" y="473"/>
                </a:cxn>
                <a:cxn ang="0">
                  <a:pos x="1200" y="480"/>
                </a:cxn>
                <a:cxn ang="0">
                  <a:pos x="1143" y="385"/>
                </a:cxn>
                <a:cxn ang="0">
                  <a:pos x="1105" y="259"/>
                </a:cxn>
                <a:cxn ang="0">
                  <a:pos x="1080" y="221"/>
                </a:cxn>
                <a:cxn ang="0">
                  <a:pos x="1042" y="170"/>
                </a:cxn>
                <a:cxn ang="0">
                  <a:pos x="1023" y="177"/>
                </a:cxn>
                <a:cxn ang="0">
                  <a:pos x="1017" y="196"/>
                </a:cxn>
                <a:cxn ang="0">
                  <a:pos x="1011" y="177"/>
                </a:cxn>
                <a:cxn ang="0">
                  <a:pos x="966" y="120"/>
                </a:cxn>
                <a:cxn ang="0">
                  <a:pos x="948" y="126"/>
                </a:cxn>
                <a:cxn ang="0">
                  <a:pos x="859" y="57"/>
                </a:cxn>
                <a:cxn ang="0">
                  <a:pos x="853" y="76"/>
                </a:cxn>
                <a:cxn ang="0">
                  <a:pos x="821" y="44"/>
                </a:cxn>
                <a:cxn ang="0">
                  <a:pos x="752" y="19"/>
                </a:cxn>
                <a:cxn ang="0">
                  <a:pos x="689" y="0"/>
                </a:cxn>
                <a:cxn ang="0">
                  <a:pos x="651" y="25"/>
                </a:cxn>
                <a:cxn ang="0">
                  <a:pos x="625" y="50"/>
                </a:cxn>
                <a:cxn ang="0">
                  <a:pos x="619" y="69"/>
                </a:cxn>
                <a:cxn ang="0">
                  <a:pos x="613" y="50"/>
                </a:cxn>
                <a:cxn ang="0">
                  <a:pos x="588" y="25"/>
                </a:cxn>
                <a:cxn ang="0">
                  <a:pos x="569" y="82"/>
                </a:cxn>
                <a:cxn ang="0">
                  <a:pos x="562" y="63"/>
                </a:cxn>
                <a:cxn ang="0">
                  <a:pos x="543" y="50"/>
                </a:cxn>
                <a:cxn ang="0">
                  <a:pos x="512" y="82"/>
                </a:cxn>
                <a:cxn ang="0">
                  <a:pos x="486" y="126"/>
                </a:cxn>
                <a:cxn ang="0">
                  <a:pos x="480" y="151"/>
                </a:cxn>
                <a:cxn ang="0">
                  <a:pos x="474" y="132"/>
                </a:cxn>
                <a:cxn ang="0">
                  <a:pos x="449" y="145"/>
                </a:cxn>
                <a:cxn ang="0">
                  <a:pos x="423" y="208"/>
                </a:cxn>
                <a:cxn ang="0">
                  <a:pos x="417" y="183"/>
                </a:cxn>
                <a:cxn ang="0">
                  <a:pos x="398" y="196"/>
                </a:cxn>
                <a:cxn ang="0">
                  <a:pos x="373" y="252"/>
                </a:cxn>
                <a:cxn ang="0">
                  <a:pos x="335" y="379"/>
                </a:cxn>
                <a:cxn ang="0">
                  <a:pos x="310" y="429"/>
                </a:cxn>
                <a:cxn ang="0">
                  <a:pos x="291" y="518"/>
                </a:cxn>
                <a:cxn ang="0">
                  <a:pos x="240" y="688"/>
                </a:cxn>
                <a:cxn ang="0">
                  <a:pos x="171" y="884"/>
                </a:cxn>
                <a:cxn ang="0">
                  <a:pos x="164" y="865"/>
                </a:cxn>
                <a:cxn ang="0">
                  <a:pos x="158" y="840"/>
                </a:cxn>
                <a:cxn ang="0">
                  <a:pos x="145" y="897"/>
                </a:cxn>
                <a:cxn ang="0">
                  <a:pos x="108" y="1067"/>
                </a:cxn>
                <a:cxn ang="0">
                  <a:pos x="70" y="1055"/>
                </a:cxn>
                <a:cxn ang="0">
                  <a:pos x="0" y="1055"/>
                </a:cxn>
              </a:cxnLst>
              <a:rect l="0" t="0" r="r" b="b"/>
              <a:pathLst>
                <a:path w="1472" h="1067">
                  <a:moveTo>
                    <a:pt x="1472" y="1048"/>
                  </a:moveTo>
                  <a:cubicBezTo>
                    <a:pt x="1451" y="1038"/>
                    <a:pt x="1431" y="1030"/>
                    <a:pt x="1409" y="1023"/>
                  </a:cubicBezTo>
                  <a:cubicBezTo>
                    <a:pt x="1411" y="1012"/>
                    <a:pt x="1413" y="1002"/>
                    <a:pt x="1415" y="991"/>
                  </a:cubicBezTo>
                  <a:cubicBezTo>
                    <a:pt x="1418" y="978"/>
                    <a:pt x="1439" y="902"/>
                    <a:pt x="1421" y="966"/>
                  </a:cubicBezTo>
                  <a:cubicBezTo>
                    <a:pt x="1419" y="958"/>
                    <a:pt x="1417" y="949"/>
                    <a:pt x="1415" y="941"/>
                  </a:cubicBezTo>
                  <a:cubicBezTo>
                    <a:pt x="1413" y="930"/>
                    <a:pt x="1419" y="914"/>
                    <a:pt x="1409" y="909"/>
                  </a:cubicBezTo>
                  <a:cubicBezTo>
                    <a:pt x="1403" y="906"/>
                    <a:pt x="1379" y="944"/>
                    <a:pt x="1377" y="947"/>
                  </a:cubicBezTo>
                  <a:cubicBezTo>
                    <a:pt x="1372" y="890"/>
                    <a:pt x="1373" y="878"/>
                    <a:pt x="1352" y="833"/>
                  </a:cubicBezTo>
                  <a:cubicBezTo>
                    <a:pt x="1343" y="787"/>
                    <a:pt x="1335" y="739"/>
                    <a:pt x="1320" y="695"/>
                  </a:cubicBezTo>
                  <a:cubicBezTo>
                    <a:pt x="1314" y="699"/>
                    <a:pt x="1308" y="710"/>
                    <a:pt x="1301" y="707"/>
                  </a:cubicBezTo>
                  <a:cubicBezTo>
                    <a:pt x="1293" y="703"/>
                    <a:pt x="1297" y="690"/>
                    <a:pt x="1295" y="682"/>
                  </a:cubicBezTo>
                  <a:cubicBezTo>
                    <a:pt x="1286" y="650"/>
                    <a:pt x="1275" y="614"/>
                    <a:pt x="1257" y="587"/>
                  </a:cubicBezTo>
                  <a:cubicBezTo>
                    <a:pt x="1245" y="548"/>
                    <a:pt x="1228" y="512"/>
                    <a:pt x="1219" y="473"/>
                  </a:cubicBezTo>
                  <a:cubicBezTo>
                    <a:pt x="1213" y="475"/>
                    <a:pt x="1204" y="485"/>
                    <a:pt x="1200" y="480"/>
                  </a:cubicBezTo>
                  <a:cubicBezTo>
                    <a:pt x="1173" y="449"/>
                    <a:pt x="1187" y="399"/>
                    <a:pt x="1143" y="385"/>
                  </a:cubicBezTo>
                  <a:cubicBezTo>
                    <a:pt x="1136" y="340"/>
                    <a:pt x="1131" y="297"/>
                    <a:pt x="1105" y="259"/>
                  </a:cubicBezTo>
                  <a:cubicBezTo>
                    <a:pt x="1094" y="225"/>
                    <a:pt x="1106" y="254"/>
                    <a:pt x="1080" y="221"/>
                  </a:cubicBezTo>
                  <a:cubicBezTo>
                    <a:pt x="1067" y="205"/>
                    <a:pt x="1042" y="170"/>
                    <a:pt x="1042" y="170"/>
                  </a:cubicBezTo>
                  <a:cubicBezTo>
                    <a:pt x="1036" y="172"/>
                    <a:pt x="1028" y="172"/>
                    <a:pt x="1023" y="177"/>
                  </a:cubicBezTo>
                  <a:cubicBezTo>
                    <a:pt x="1018" y="182"/>
                    <a:pt x="1024" y="196"/>
                    <a:pt x="1017" y="196"/>
                  </a:cubicBezTo>
                  <a:cubicBezTo>
                    <a:pt x="1010" y="196"/>
                    <a:pt x="1015" y="183"/>
                    <a:pt x="1011" y="177"/>
                  </a:cubicBezTo>
                  <a:cubicBezTo>
                    <a:pt x="998" y="157"/>
                    <a:pt x="966" y="120"/>
                    <a:pt x="966" y="120"/>
                  </a:cubicBezTo>
                  <a:cubicBezTo>
                    <a:pt x="960" y="122"/>
                    <a:pt x="953" y="129"/>
                    <a:pt x="948" y="126"/>
                  </a:cubicBezTo>
                  <a:cubicBezTo>
                    <a:pt x="901" y="96"/>
                    <a:pt x="906" y="72"/>
                    <a:pt x="859" y="57"/>
                  </a:cubicBezTo>
                  <a:cubicBezTo>
                    <a:pt x="857" y="63"/>
                    <a:pt x="859" y="74"/>
                    <a:pt x="853" y="76"/>
                  </a:cubicBezTo>
                  <a:cubicBezTo>
                    <a:pt x="839" y="79"/>
                    <a:pt x="827" y="49"/>
                    <a:pt x="821" y="44"/>
                  </a:cubicBezTo>
                  <a:cubicBezTo>
                    <a:pt x="795" y="24"/>
                    <a:pt x="781" y="25"/>
                    <a:pt x="752" y="19"/>
                  </a:cubicBezTo>
                  <a:cubicBezTo>
                    <a:pt x="718" y="40"/>
                    <a:pt x="719" y="19"/>
                    <a:pt x="689" y="0"/>
                  </a:cubicBezTo>
                  <a:cubicBezTo>
                    <a:pt x="668" y="30"/>
                    <a:pt x="684" y="48"/>
                    <a:pt x="651" y="25"/>
                  </a:cubicBezTo>
                  <a:cubicBezTo>
                    <a:pt x="642" y="33"/>
                    <a:pt x="632" y="40"/>
                    <a:pt x="625" y="50"/>
                  </a:cubicBezTo>
                  <a:cubicBezTo>
                    <a:pt x="621" y="55"/>
                    <a:pt x="626" y="69"/>
                    <a:pt x="619" y="69"/>
                  </a:cubicBezTo>
                  <a:cubicBezTo>
                    <a:pt x="612" y="69"/>
                    <a:pt x="615" y="56"/>
                    <a:pt x="613" y="50"/>
                  </a:cubicBezTo>
                  <a:cubicBezTo>
                    <a:pt x="605" y="25"/>
                    <a:pt x="612" y="33"/>
                    <a:pt x="588" y="25"/>
                  </a:cubicBezTo>
                  <a:cubicBezTo>
                    <a:pt x="587" y="29"/>
                    <a:pt x="579" y="79"/>
                    <a:pt x="569" y="82"/>
                  </a:cubicBezTo>
                  <a:cubicBezTo>
                    <a:pt x="563" y="84"/>
                    <a:pt x="566" y="68"/>
                    <a:pt x="562" y="63"/>
                  </a:cubicBezTo>
                  <a:cubicBezTo>
                    <a:pt x="557" y="57"/>
                    <a:pt x="549" y="54"/>
                    <a:pt x="543" y="50"/>
                  </a:cubicBezTo>
                  <a:cubicBezTo>
                    <a:pt x="529" y="109"/>
                    <a:pt x="551" y="50"/>
                    <a:pt x="512" y="82"/>
                  </a:cubicBezTo>
                  <a:cubicBezTo>
                    <a:pt x="499" y="93"/>
                    <a:pt x="496" y="112"/>
                    <a:pt x="486" y="126"/>
                  </a:cubicBezTo>
                  <a:cubicBezTo>
                    <a:pt x="484" y="134"/>
                    <a:pt x="488" y="147"/>
                    <a:pt x="480" y="151"/>
                  </a:cubicBezTo>
                  <a:cubicBezTo>
                    <a:pt x="474" y="154"/>
                    <a:pt x="481" y="133"/>
                    <a:pt x="474" y="132"/>
                  </a:cubicBezTo>
                  <a:cubicBezTo>
                    <a:pt x="465" y="130"/>
                    <a:pt x="457" y="141"/>
                    <a:pt x="449" y="145"/>
                  </a:cubicBezTo>
                  <a:cubicBezTo>
                    <a:pt x="434" y="166"/>
                    <a:pt x="430" y="183"/>
                    <a:pt x="423" y="208"/>
                  </a:cubicBezTo>
                  <a:cubicBezTo>
                    <a:pt x="421" y="200"/>
                    <a:pt x="425" y="187"/>
                    <a:pt x="417" y="183"/>
                  </a:cubicBezTo>
                  <a:cubicBezTo>
                    <a:pt x="410" y="180"/>
                    <a:pt x="403" y="190"/>
                    <a:pt x="398" y="196"/>
                  </a:cubicBezTo>
                  <a:cubicBezTo>
                    <a:pt x="388" y="209"/>
                    <a:pt x="383" y="236"/>
                    <a:pt x="373" y="252"/>
                  </a:cubicBezTo>
                  <a:cubicBezTo>
                    <a:pt x="367" y="290"/>
                    <a:pt x="353" y="343"/>
                    <a:pt x="335" y="379"/>
                  </a:cubicBezTo>
                  <a:cubicBezTo>
                    <a:pt x="314" y="422"/>
                    <a:pt x="328" y="370"/>
                    <a:pt x="310" y="429"/>
                  </a:cubicBezTo>
                  <a:cubicBezTo>
                    <a:pt x="301" y="458"/>
                    <a:pt x="300" y="489"/>
                    <a:pt x="291" y="518"/>
                  </a:cubicBezTo>
                  <a:cubicBezTo>
                    <a:pt x="241" y="418"/>
                    <a:pt x="312" y="665"/>
                    <a:pt x="240" y="688"/>
                  </a:cubicBezTo>
                  <a:cubicBezTo>
                    <a:pt x="205" y="746"/>
                    <a:pt x="195" y="820"/>
                    <a:pt x="171" y="884"/>
                  </a:cubicBezTo>
                  <a:cubicBezTo>
                    <a:pt x="169" y="878"/>
                    <a:pt x="166" y="871"/>
                    <a:pt x="164" y="865"/>
                  </a:cubicBezTo>
                  <a:cubicBezTo>
                    <a:pt x="162" y="857"/>
                    <a:pt x="166" y="836"/>
                    <a:pt x="158" y="840"/>
                  </a:cubicBezTo>
                  <a:cubicBezTo>
                    <a:pt x="141" y="849"/>
                    <a:pt x="151" y="878"/>
                    <a:pt x="145" y="897"/>
                  </a:cubicBezTo>
                  <a:cubicBezTo>
                    <a:pt x="128" y="953"/>
                    <a:pt x="126" y="1011"/>
                    <a:pt x="108" y="1067"/>
                  </a:cubicBezTo>
                  <a:cubicBezTo>
                    <a:pt x="99" y="1035"/>
                    <a:pt x="93" y="1019"/>
                    <a:pt x="70" y="1055"/>
                  </a:cubicBezTo>
                  <a:cubicBezTo>
                    <a:pt x="36" y="1032"/>
                    <a:pt x="36" y="1055"/>
                    <a:pt x="0" y="105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43" name="Freeform 275"/>
            <p:cNvSpPr>
              <a:spLocks/>
            </p:cNvSpPr>
            <p:nvPr/>
          </p:nvSpPr>
          <p:spPr bwMode="auto">
            <a:xfrm>
              <a:off x="1964" y="2569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44" name="Freeform 276"/>
            <p:cNvSpPr>
              <a:spLocks/>
            </p:cNvSpPr>
            <p:nvPr/>
          </p:nvSpPr>
          <p:spPr bwMode="auto">
            <a:xfrm flipV="1">
              <a:off x="1946" y="2613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45" name="Freeform 277"/>
            <p:cNvSpPr>
              <a:spLocks/>
            </p:cNvSpPr>
            <p:nvPr/>
          </p:nvSpPr>
          <p:spPr bwMode="auto">
            <a:xfrm>
              <a:off x="1918" y="2583"/>
              <a:ext cx="1492" cy="1162"/>
            </a:xfrm>
            <a:custGeom>
              <a:avLst/>
              <a:gdLst/>
              <a:ahLst/>
              <a:cxnLst>
                <a:cxn ang="0">
                  <a:pos x="34" y="1093"/>
                </a:cxn>
                <a:cxn ang="0">
                  <a:pos x="72" y="1093"/>
                </a:cxn>
                <a:cxn ang="0">
                  <a:pos x="91" y="1112"/>
                </a:cxn>
                <a:cxn ang="0">
                  <a:pos x="160" y="1086"/>
                </a:cxn>
                <a:cxn ang="0">
                  <a:pos x="173" y="1124"/>
                </a:cxn>
                <a:cxn ang="0">
                  <a:pos x="223" y="1143"/>
                </a:cxn>
                <a:cxn ang="0">
                  <a:pos x="287" y="1143"/>
                </a:cxn>
                <a:cxn ang="0">
                  <a:pos x="337" y="1162"/>
                </a:cxn>
                <a:cxn ang="0">
                  <a:pos x="369" y="1124"/>
                </a:cxn>
                <a:cxn ang="0">
                  <a:pos x="432" y="1105"/>
                </a:cxn>
                <a:cxn ang="0">
                  <a:pos x="495" y="1068"/>
                </a:cxn>
                <a:cxn ang="0">
                  <a:pos x="533" y="1061"/>
                </a:cxn>
                <a:cxn ang="0">
                  <a:pos x="571" y="1061"/>
                </a:cxn>
                <a:cxn ang="0">
                  <a:pos x="590" y="1074"/>
                </a:cxn>
                <a:cxn ang="0">
                  <a:pos x="621" y="954"/>
                </a:cxn>
                <a:cxn ang="0">
                  <a:pos x="628" y="973"/>
                </a:cxn>
                <a:cxn ang="0">
                  <a:pos x="634" y="948"/>
                </a:cxn>
                <a:cxn ang="0">
                  <a:pos x="647" y="922"/>
                </a:cxn>
                <a:cxn ang="0">
                  <a:pos x="691" y="809"/>
                </a:cxn>
                <a:cxn ang="0">
                  <a:pos x="741" y="657"/>
                </a:cxn>
                <a:cxn ang="0">
                  <a:pos x="767" y="606"/>
                </a:cxn>
                <a:cxn ang="0">
                  <a:pos x="798" y="531"/>
                </a:cxn>
                <a:cxn ang="0">
                  <a:pos x="805" y="499"/>
                </a:cxn>
                <a:cxn ang="0">
                  <a:pos x="811" y="480"/>
                </a:cxn>
                <a:cxn ang="0">
                  <a:pos x="823" y="430"/>
                </a:cxn>
                <a:cxn ang="0">
                  <a:pos x="861" y="329"/>
                </a:cxn>
                <a:cxn ang="0">
                  <a:pos x="956" y="120"/>
                </a:cxn>
                <a:cxn ang="0">
                  <a:pos x="988" y="101"/>
                </a:cxn>
                <a:cxn ang="0">
                  <a:pos x="1007" y="63"/>
                </a:cxn>
                <a:cxn ang="0">
                  <a:pos x="1013" y="89"/>
                </a:cxn>
                <a:cxn ang="0">
                  <a:pos x="1019" y="108"/>
                </a:cxn>
                <a:cxn ang="0">
                  <a:pos x="1057" y="57"/>
                </a:cxn>
                <a:cxn ang="0">
                  <a:pos x="1063" y="89"/>
                </a:cxn>
                <a:cxn ang="0">
                  <a:pos x="1070" y="114"/>
                </a:cxn>
                <a:cxn ang="0">
                  <a:pos x="1095" y="82"/>
                </a:cxn>
                <a:cxn ang="0">
                  <a:pos x="1101" y="57"/>
                </a:cxn>
                <a:cxn ang="0">
                  <a:pos x="1108" y="38"/>
                </a:cxn>
                <a:cxn ang="0">
                  <a:pos x="1127" y="82"/>
                </a:cxn>
                <a:cxn ang="0">
                  <a:pos x="1146" y="57"/>
                </a:cxn>
                <a:cxn ang="0">
                  <a:pos x="1152" y="32"/>
                </a:cxn>
                <a:cxn ang="0">
                  <a:pos x="1171" y="82"/>
                </a:cxn>
                <a:cxn ang="0">
                  <a:pos x="1215" y="25"/>
                </a:cxn>
                <a:cxn ang="0">
                  <a:pos x="1259" y="13"/>
                </a:cxn>
                <a:cxn ang="0">
                  <a:pos x="1291" y="44"/>
                </a:cxn>
                <a:cxn ang="0">
                  <a:pos x="1303" y="19"/>
                </a:cxn>
                <a:cxn ang="0">
                  <a:pos x="1335" y="57"/>
                </a:cxn>
                <a:cxn ang="0">
                  <a:pos x="1392" y="0"/>
                </a:cxn>
                <a:cxn ang="0">
                  <a:pos x="1417" y="76"/>
                </a:cxn>
                <a:cxn ang="0">
                  <a:pos x="1442" y="70"/>
                </a:cxn>
                <a:cxn ang="0">
                  <a:pos x="1461" y="70"/>
                </a:cxn>
                <a:cxn ang="0">
                  <a:pos x="1474" y="133"/>
                </a:cxn>
                <a:cxn ang="0">
                  <a:pos x="1487" y="120"/>
                </a:cxn>
              </a:cxnLst>
              <a:rect l="0" t="0" r="r" b="b"/>
              <a:pathLst>
                <a:path w="1492" h="1162">
                  <a:moveTo>
                    <a:pt x="34" y="1093"/>
                  </a:moveTo>
                  <a:cubicBezTo>
                    <a:pt x="106" y="1138"/>
                    <a:pt x="0" y="1080"/>
                    <a:pt x="72" y="1093"/>
                  </a:cubicBezTo>
                  <a:cubicBezTo>
                    <a:pt x="81" y="1095"/>
                    <a:pt x="85" y="1106"/>
                    <a:pt x="91" y="1112"/>
                  </a:cubicBezTo>
                  <a:cubicBezTo>
                    <a:pt x="108" y="1103"/>
                    <a:pt x="141" y="1084"/>
                    <a:pt x="160" y="1086"/>
                  </a:cubicBezTo>
                  <a:cubicBezTo>
                    <a:pt x="161" y="1086"/>
                    <a:pt x="173" y="1123"/>
                    <a:pt x="173" y="1124"/>
                  </a:cubicBezTo>
                  <a:cubicBezTo>
                    <a:pt x="223" y="1112"/>
                    <a:pt x="180" y="1129"/>
                    <a:pt x="223" y="1143"/>
                  </a:cubicBezTo>
                  <a:cubicBezTo>
                    <a:pt x="281" y="1121"/>
                    <a:pt x="264" y="1109"/>
                    <a:pt x="287" y="1143"/>
                  </a:cubicBezTo>
                  <a:cubicBezTo>
                    <a:pt x="337" y="1131"/>
                    <a:pt x="327" y="1099"/>
                    <a:pt x="337" y="1162"/>
                  </a:cubicBezTo>
                  <a:cubicBezTo>
                    <a:pt x="349" y="1150"/>
                    <a:pt x="354" y="1132"/>
                    <a:pt x="369" y="1124"/>
                  </a:cubicBezTo>
                  <a:cubicBezTo>
                    <a:pt x="388" y="1114"/>
                    <a:pt x="411" y="1113"/>
                    <a:pt x="432" y="1105"/>
                  </a:cubicBezTo>
                  <a:cubicBezTo>
                    <a:pt x="471" y="1162"/>
                    <a:pt x="468" y="1081"/>
                    <a:pt x="495" y="1068"/>
                  </a:cubicBezTo>
                  <a:cubicBezTo>
                    <a:pt x="507" y="1062"/>
                    <a:pt x="520" y="1063"/>
                    <a:pt x="533" y="1061"/>
                  </a:cubicBezTo>
                  <a:cubicBezTo>
                    <a:pt x="577" y="994"/>
                    <a:pt x="545" y="1028"/>
                    <a:pt x="571" y="1061"/>
                  </a:cubicBezTo>
                  <a:cubicBezTo>
                    <a:pt x="576" y="1067"/>
                    <a:pt x="584" y="1070"/>
                    <a:pt x="590" y="1074"/>
                  </a:cubicBezTo>
                  <a:cubicBezTo>
                    <a:pt x="600" y="1033"/>
                    <a:pt x="614" y="996"/>
                    <a:pt x="621" y="954"/>
                  </a:cubicBezTo>
                  <a:cubicBezTo>
                    <a:pt x="623" y="960"/>
                    <a:pt x="622" y="976"/>
                    <a:pt x="628" y="973"/>
                  </a:cubicBezTo>
                  <a:cubicBezTo>
                    <a:pt x="636" y="969"/>
                    <a:pt x="631" y="956"/>
                    <a:pt x="634" y="948"/>
                  </a:cubicBezTo>
                  <a:cubicBezTo>
                    <a:pt x="637" y="939"/>
                    <a:pt x="643" y="931"/>
                    <a:pt x="647" y="922"/>
                  </a:cubicBezTo>
                  <a:cubicBezTo>
                    <a:pt x="664" y="883"/>
                    <a:pt x="665" y="843"/>
                    <a:pt x="691" y="809"/>
                  </a:cubicBezTo>
                  <a:cubicBezTo>
                    <a:pt x="707" y="758"/>
                    <a:pt x="725" y="708"/>
                    <a:pt x="741" y="657"/>
                  </a:cubicBezTo>
                  <a:cubicBezTo>
                    <a:pt x="747" y="639"/>
                    <a:pt x="760" y="624"/>
                    <a:pt x="767" y="606"/>
                  </a:cubicBezTo>
                  <a:cubicBezTo>
                    <a:pt x="773" y="575"/>
                    <a:pt x="784" y="559"/>
                    <a:pt x="798" y="531"/>
                  </a:cubicBezTo>
                  <a:cubicBezTo>
                    <a:pt x="800" y="520"/>
                    <a:pt x="802" y="510"/>
                    <a:pt x="805" y="499"/>
                  </a:cubicBezTo>
                  <a:cubicBezTo>
                    <a:pt x="807" y="493"/>
                    <a:pt x="809" y="486"/>
                    <a:pt x="811" y="480"/>
                  </a:cubicBezTo>
                  <a:cubicBezTo>
                    <a:pt x="815" y="463"/>
                    <a:pt x="823" y="430"/>
                    <a:pt x="823" y="430"/>
                  </a:cubicBezTo>
                  <a:cubicBezTo>
                    <a:pt x="829" y="374"/>
                    <a:pt x="816" y="351"/>
                    <a:pt x="861" y="329"/>
                  </a:cubicBezTo>
                  <a:cubicBezTo>
                    <a:pt x="879" y="256"/>
                    <a:pt x="921" y="187"/>
                    <a:pt x="956" y="120"/>
                  </a:cubicBezTo>
                  <a:cubicBezTo>
                    <a:pt x="967" y="153"/>
                    <a:pt x="958" y="145"/>
                    <a:pt x="988" y="101"/>
                  </a:cubicBezTo>
                  <a:cubicBezTo>
                    <a:pt x="1003" y="79"/>
                    <a:pt x="998" y="86"/>
                    <a:pt x="1007" y="63"/>
                  </a:cubicBezTo>
                  <a:cubicBezTo>
                    <a:pt x="1009" y="72"/>
                    <a:pt x="1011" y="80"/>
                    <a:pt x="1013" y="89"/>
                  </a:cubicBezTo>
                  <a:cubicBezTo>
                    <a:pt x="1015" y="95"/>
                    <a:pt x="1014" y="112"/>
                    <a:pt x="1019" y="108"/>
                  </a:cubicBezTo>
                  <a:cubicBezTo>
                    <a:pt x="1036" y="96"/>
                    <a:pt x="1057" y="57"/>
                    <a:pt x="1057" y="57"/>
                  </a:cubicBezTo>
                  <a:cubicBezTo>
                    <a:pt x="1059" y="68"/>
                    <a:pt x="1061" y="78"/>
                    <a:pt x="1063" y="89"/>
                  </a:cubicBezTo>
                  <a:cubicBezTo>
                    <a:pt x="1065" y="97"/>
                    <a:pt x="1062" y="116"/>
                    <a:pt x="1070" y="114"/>
                  </a:cubicBezTo>
                  <a:cubicBezTo>
                    <a:pt x="1083" y="111"/>
                    <a:pt x="1087" y="93"/>
                    <a:pt x="1095" y="82"/>
                  </a:cubicBezTo>
                  <a:cubicBezTo>
                    <a:pt x="1097" y="74"/>
                    <a:pt x="1099" y="65"/>
                    <a:pt x="1101" y="57"/>
                  </a:cubicBezTo>
                  <a:cubicBezTo>
                    <a:pt x="1103" y="51"/>
                    <a:pt x="1102" y="36"/>
                    <a:pt x="1108" y="38"/>
                  </a:cubicBezTo>
                  <a:cubicBezTo>
                    <a:pt x="1112" y="39"/>
                    <a:pt x="1125" y="76"/>
                    <a:pt x="1127" y="82"/>
                  </a:cubicBezTo>
                  <a:cubicBezTo>
                    <a:pt x="1133" y="74"/>
                    <a:pt x="1141" y="66"/>
                    <a:pt x="1146" y="57"/>
                  </a:cubicBezTo>
                  <a:cubicBezTo>
                    <a:pt x="1150" y="49"/>
                    <a:pt x="1144" y="29"/>
                    <a:pt x="1152" y="32"/>
                  </a:cubicBezTo>
                  <a:cubicBezTo>
                    <a:pt x="1156" y="33"/>
                    <a:pt x="1168" y="74"/>
                    <a:pt x="1171" y="82"/>
                  </a:cubicBezTo>
                  <a:cubicBezTo>
                    <a:pt x="1195" y="67"/>
                    <a:pt x="1198" y="49"/>
                    <a:pt x="1215" y="25"/>
                  </a:cubicBezTo>
                  <a:cubicBezTo>
                    <a:pt x="1239" y="60"/>
                    <a:pt x="1244" y="44"/>
                    <a:pt x="1259" y="13"/>
                  </a:cubicBezTo>
                  <a:cubicBezTo>
                    <a:pt x="1269" y="48"/>
                    <a:pt x="1254" y="81"/>
                    <a:pt x="1291" y="44"/>
                  </a:cubicBezTo>
                  <a:cubicBezTo>
                    <a:pt x="1295" y="36"/>
                    <a:pt x="1294" y="21"/>
                    <a:pt x="1303" y="19"/>
                  </a:cubicBezTo>
                  <a:cubicBezTo>
                    <a:pt x="1310" y="18"/>
                    <a:pt x="1332" y="53"/>
                    <a:pt x="1335" y="57"/>
                  </a:cubicBezTo>
                  <a:cubicBezTo>
                    <a:pt x="1363" y="42"/>
                    <a:pt x="1374" y="26"/>
                    <a:pt x="1392" y="0"/>
                  </a:cubicBezTo>
                  <a:cubicBezTo>
                    <a:pt x="1397" y="29"/>
                    <a:pt x="1401" y="51"/>
                    <a:pt x="1417" y="76"/>
                  </a:cubicBezTo>
                  <a:cubicBezTo>
                    <a:pt x="1425" y="74"/>
                    <a:pt x="1435" y="75"/>
                    <a:pt x="1442" y="70"/>
                  </a:cubicBezTo>
                  <a:cubicBezTo>
                    <a:pt x="1459" y="56"/>
                    <a:pt x="1437" y="32"/>
                    <a:pt x="1461" y="70"/>
                  </a:cubicBezTo>
                  <a:cubicBezTo>
                    <a:pt x="1477" y="159"/>
                    <a:pt x="1460" y="67"/>
                    <a:pt x="1474" y="133"/>
                  </a:cubicBezTo>
                  <a:cubicBezTo>
                    <a:pt x="1492" y="217"/>
                    <a:pt x="1487" y="222"/>
                    <a:pt x="1487" y="120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46" name="Freeform 278"/>
            <p:cNvSpPr>
              <a:spLocks/>
            </p:cNvSpPr>
            <p:nvPr/>
          </p:nvSpPr>
          <p:spPr bwMode="auto">
            <a:xfrm>
              <a:off x="1999" y="2533"/>
              <a:ext cx="1349" cy="1269"/>
            </a:xfrm>
            <a:custGeom>
              <a:avLst/>
              <a:gdLst/>
              <a:ahLst/>
              <a:cxnLst>
                <a:cxn ang="0">
                  <a:pos x="4" y="151"/>
                </a:cxn>
                <a:cxn ang="0">
                  <a:pos x="42" y="95"/>
                </a:cxn>
                <a:cxn ang="0">
                  <a:pos x="67" y="57"/>
                </a:cxn>
                <a:cxn ang="0">
                  <a:pos x="73" y="76"/>
                </a:cxn>
                <a:cxn ang="0">
                  <a:pos x="67" y="95"/>
                </a:cxn>
                <a:cxn ang="0">
                  <a:pos x="99" y="38"/>
                </a:cxn>
                <a:cxn ang="0">
                  <a:pos x="143" y="13"/>
                </a:cxn>
                <a:cxn ang="0">
                  <a:pos x="149" y="69"/>
                </a:cxn>
                <a:cxn ang="0">
                  <a:pos x="168" y="63"/>
                </a:cxn>
                <a:cxn ang="0">
                  <a:pos x="200" y="19"/>
                </a:cxn>
                <a:cxn ang="0">
                  <a:pos x="212" y="101"/>
                </a:cxn>
                <a:cxn ang="0">
                  <a:pos x="231" y="63"/>
                </a:cxn>
                <a:cxn ang="0">
                  <a:pos x="257" y="0"/>
                </a:cxn>
                <a:cxn ang="0">
                  <a:pos x="263" y="95"/>
                </a:cxn>
                <a:cxn ang="0">
                  <a:pos x="295" y="82"/>
                </a:cxn>
                <a:cxn ang="0">
                  <a:pos x="320" y="31"/>
                </a:cxn>
                <a:cxn ang="0">
                  <a:pos x="358" y="63"/>
                </a:cxn>
                <a:cxn ang="0">
                  <a:pos x="383" y="145"/>
                </a:cxn>
                <a:cxn ang="0">
                  <a:pos x="402" y="126"/>
                </a:cxn>
                <a:cxn ang="0">
                  <a:pos x="408" y="107"/>
                </a:cxn>
                <a:cxn ang="0">
                  <a:pos x="433" y="164"/>
                </a:cxn>
                <a:cxn ang="0">
                  <a:pos x="452" y="189"/>
                </a:cxn>
                <a:cxn ang="0">
                  <a:pos x="478" y="158"/>
                </a:cxn>
                <a:cxn ang="0">
                  <a:pos x="484" y="133"/>
                </a:cxn>
                <a:cxn ang="0">
                  <a:pos x="497" y="151"/>
                </a:cxn>
                <a:cxn ang="0">
                  <a:pos x="516" y="227"/>
                </a:cxn>
                <a:cxn ang="0">
                  <a:pos x="547" y="259"/>
                </a:cxn>
                <a:cxn ang="0">
                  <a:pos x="553" y="335"/>
                </a:cxn>
                <a:cxn ang="0">
                  <a:pos x="572" y="322"/>
                </a:cxn>
                <a:cxn ang="0">
                  <a:pos x="579" y="341"/>
                </a:cxn>
                <a:cxn ang="0">
                  <a:pos x="604" y="474"/>
                </a:cxn>
                <a:cxn ang="0">
                  <a:pos x="629" y="398"/>
                </a:cxn>
                <a:cxn ang="0">
                  <a:pos x="673" y="606"/>
                </a:cxn>
                <a:cxn ang="0">
                  <a:pos x="699" y="657"/>
                </a:cxn>
                <a:cxn ang="0">
                  <a:pos x="718" y="638"/>
                </a:cxn>
                <a:cxn ang="0">
                  <a:pos x="737" y="663"/>
                </a:cxn>
                <a:cxn ang="0">
                  <a:pos x="756" y="859"/>
                </a:cxn>
                <a:cxn ang="0">
                  <a:pos x="781" y="859"/>
                </a:cxn>
                <a:cxn ang="0">
                  <a:pos x="800" y="941"/>
                </a:cxn>
                <a:cxn ang="0">
                  <a:pos x="831" y="979"/>
                </a:cxn>
                <a:cxn ang="0">
                  <a:pos x="983" y="1225"/>
                </a:cxn>
                <a:cxn ang="0">
                  <a:pos x="995" y="1244"/>
                </a:cxn>
                <a:cxn ang="0">
                  <a:pos x="1059" y="1175"/>
                </a:cxn>
                <a:cxn ang="0">
                  <a:pos x="1078" y="1244"/>
                </a:cxn>
                <a:cxn ang="0">
                  <a:pos x="1135" y="1225"/>
                </a:cxn>
                <a:cxn ang="0">
                  <a:pos x="1198" y="1149"/>
                </a:cxn>
                <a:cxn ang="0">
                  <a:pos x="1204" y="1181"/>
                </a:cxn>
                <a:cxn ang="0">
                  <a:pos x="1210" y="1206"/>
                </a:cxn>
                <a:cxn ang="0">
                  <a:pos x="1236" y="1194"/>
                </a:cxn>
                <a:cxn ang="0">
                  <a:pos x="1261" y="1194"/>
                </a:cxn>
                <a:cxn ang="0">
                  <a:pos x="1280" y="1181"/>
                </a:cxn>
                <a:cxn ang="0">
                  <a:pos x="1305" y="1124"/>
                </a:cxn>
                <a:cxn ang="0">
                  <a:pos x="1330" y="1130"/>
                </a:cxn>
                <a:cxn ang="0">
                  <a:pos x="1349" y="1137"/>
                </a:cxn>
                <a:cxn ang="0">
                  <a:pos x="1330" y="1143"/>
                </a:cxn>
                <a:cxn ang="0">
                  <a:pos x="1273" y="1156"/>
                </a:cxn>
              </a:cxnLst>
              <a:rect l="0" t="0" r="r" b="b"/>
              <a:pathLst>
                <a:path w="1349" h="1269">
                  <a:moveTo>
                    <a:pt x="4" y="151"/>
                  </a:moveTo>
                  <a:cubicBezTo>
                    <a:pt x="46" y="82"/>
                    <a:pt x="0" y="155"/>
                    <a:pt x="42" y="95"/>
                  </a:cubicBezTo>
                  <a:cubicBezTo>
                    <a:pt x="51" y="83"/>
                    <a:pt x="67" y="57"/>
                    <a:pt x="67" y="57"/>
                  </a:cubicBezTo>
                  <a:cubicBezTo>
                    <a:pt x="69" y="63"/>
                    <a:pt x="73" y="69"/>
                    <a:pt x="73" y="76"/>
                  </a:cubicBezTo>
                  <a:cubicBezTo>
                    <a:pt x="73" y="83"/>
                    <a:pt x="64" y="101"/>
                    <a:pt x="67" y="95"/>
                  </a:cubicBezTo>
                  <a:cubicBezTo>
                    <a:pt x="103" y="28"/>
                    <a:pt x="56" y="95"/>
                    <a:pt x="99" y="38"/>
                  </a:cubicBezTo>
                  <a:cubicBezTo>
                    <a:pt x="112" y="81"/>
                    <a:pt x="118" y="36"/>
                    <a:pt x="143" y="13"/>
                  </a:cubicBezTo>
                  <a:cubicBezTo>
                    <a:pt x="145" y="32"/>
                    <a:pt x="141" y="52"/>
                    <a:pt x="149" y="69"/>
                  </a:cubicBezTo>
                  <a:cubicBezTo>
                    <a:pt x="152" y="75"/>
                    <a:pt x="163" y="68"/>
                    <a:pt x="168" y="63"/>
                  </a:cubicBezTo>
                  <a:cubicBezTo>
                    <a:pt x="181" y="50"/>
                    <a:pt x="200" y="19"/>
                    <a:pt x="200" y="19"/>
                  </a:cubicBezTo>
                  <a:cubicBezTo>
                    <a:pt x="208" y="45"/>
                    <a:pt x="192" y="81"/>
                    <a:pt x="212" y="101"/>
                  </a:cubicBezTo>
                  <a:cubicBezTo>
                    <a:pt x="222" y="111"/>
                    <a:pt x="225" y="76"/>
                    <a:pt x="231" y="63"/>
                  </a:cubicBezTo>
                  <a:cubicBezTo>
                    <a:pt x="240" y="42"/>
                    <a:pt x="249" y="21"/>
                    <a:pt x="257" y="0"/>
                  </a:cubicBezTo>
                  <a:cubicBezTo>
                    <a:pt x="259" y="32"/>
                    <a:pt x="250" y="66"/>
                    <a:pt x="263" y="95"/>
                  </a:cubicBezTo>
                  <a:cubicBezTo>
                    <a:pt x="268" y="105"/>
                    <a:pt x="287" y="90"/>
                    <a:pt x="295" y="82"/>
                  </a:cubicBezTo>
                  <a:cubicBezTo>
                    <a:pt x="308" y="68"/>
                    <a:pt x="309" y="47"/>
                    <a:pt x="320" y="31"/>
                  </a:cubicBezTo>
                  <a:cubicBezTo>
                    <a:pt x="325" y="93"/>
                    <a:pt x="324" y="147"/>
                    <a:pt x="358" y="63"/>
                  </a:cubicBezTo>
                  <a:cubicBezTo>
                    <a:pt x="367" y="90"/>
                    <a:pt x="374" y="118"/>
                    <a:pt x="383" y="145"/>
                  </a:cubicBezTo>
                  <a:cubicBezTo>
                    <a:pt x="389" y="139"/>
                    <a:pt x="397" y="133"/>
                    <a:pt x="402" y="126"/>
                  </a:cubicBezTo>
                  <a:cubicBezTo>
                    <a:pt x="406" y="120"/>
                    <a:pt x="403" y="103"/>
                    <a:pt x="408" y="107"/>
                  </a:cubicBezTo>
                  <a:cubicBezTo>
                    <a:pt x="419" y="115"/>
                    <a:pt x="428" y="148"/>
                    <a:pt x="433" y="164"/>
                  </a:cubicBezTo>
                  <a:cubicBezTo>
                    <a:pt x="444" y="244"/>
                    <a:pt x="431" y="220"/>
                    <a:pt x="452" y="189"/>
                  </a:cubicBezTo>
                  <a:cubicBezTo>
                    <a:pt x="459" y="178"/>
                    <a:pt x="469" y="168"/>
                    <a:pt x="478" y="158"/>
                  </a:cubicBezTo>
                  <a:cubicBezTo>
                    <a:pt x="480" y="150"/>
                    <a:pt x="476" y="136"/>
                    <a:pt x="484" y="133"/>
                  </a:cubicBezTo>
                  <a:cubicBezTo>
                    <a:pt x="491" y="130"/>
                    <a:pt x="494" y="144"/>
                    <a:pt x="497" y="151"/>
                  </a:cubicBezTo>
                  <a:cubicBezTo>
                    <a:pt x="507" y="175"/>
                    <a:pt x="507" y="203"/>
                    <a:pt x="516" y="227"/>
                  </a:cubicBezTo>
                  <a:cubicBezTo>
                    <a:pt x="555" y="176"/>
                    <a:pt x="538" y="223"/>
                    <a:pt x="547" y="259"/>
                  </a:cubicBezTo>
                  <a:cubicBezTo>
                    <a:pt x="549" y="284"/>
                    <a:pt x="544" y="311"/>
                    <a:pt x="553" y="335"/>
                  </a:cubicBezTo>
                  <a:cubicBezTo>
                    <a:pt x="556" y="342"/>
                    <a:pt x="565" y="320"/>
                    <a:pt x="572" y="322"/>
                  </a:cubicBezTo>
                  <a:cubicBezTo>
                    <a:pt x="579" y="324"/>
                    <a:pt x="577" y="335"/>
                    <a:pt x="579" y="341"/>
                  </a:cubicBezTo>
                  <a:cubicBezTo>
                    <a:pt x="603" y="265"/>
                    <a:pt x="581" y="428"/>
                    <a:pt x="604" y="474"/>
                  </a:cubicBezTo>
                  <a:cubicBezTo>
                    <a:pt x="610" y="444"/>
                    <a:pt x="616" y="425"/>
                    <a:pt x="629" y="398"/>
                  </a:cubicBezTo>
                  <a:cubicBezTo>
                    <a:pt x="652" y="465"/>
                    <a:pt x="652" y="538"/>
                    <a:pt x="673" y="606"/>
                  </a:cubicBezTo>
                  <a:cubicBezTo>
                    <a:pt x="699" y="544"/>
                    <a:pt x="687" y="463"/>
                    <a:pt x="699" y="657"/>
                  </a:cubicBezTo>
                  <a:cubicBezTo>
                    <a:pt x="705" y="651"/>
                    <a:pt x="714" y="630"/>
                    <a:pt x="718" y="638"/>
                  </a:cubicBezTo>
                  <a:cubicBezTo>
                    <a:pt x="738" y="683"/>
                    <a:pt x="709" y="772"/>
                    <a:pt x="737" y="663"/>
                  </a:cubicBezTo>
                  <a:cubicBezTo>
                    <a:pt x="741" y="765"/>
                    <a:pt x="742" y="782"/>
                    <a:pt x="756" y="859"/>
                  </a:cubicBezTo>
                  <a:cubicBezTo>
                    <a:pt x="759" y="847"/>
                    <a:pt x="764" y="798"/>
                    <a:pt x="781" y="859"/>
                  </a:cubicBezTo>
                  <a:cubicBezTo>
                    <a:pt x="811" y="963"/>
                    <a:pt x="767" y="892"/>
                    <a:pt x="800" y="941"/>
                  </a:cubicBezTo>
                  <a:cubicBezTo>
                    <a:pt x="811" y="975"/>
                    <a:pt x="789" y="1021"/>
                    <a:pt x="831" y="979"/>
                  </a:cubicBezTo>
                  <a:cubicBezTo>
                    <a:pt x="862" y="1040"/>
                    <a:pt x="953" y="1165"/>
                    <a:pt x="983" y="1225"/>
                  </a:cubicBezTo>
                  <a:cubicBezTo>
                    <a:pt x="1010" y="1269"/>
                    <a:pt x="982" y="1252"/>
                    <a:pt x="995" y="1244"/>
                  </a:cubicBezTo>
                  <a:cubicBezTo>
                    <a:pt x="1013" y="1190"/>
                    <a:pt x="1027" y="1222"/>
                    <a:pt x="1059" y="1175"/>
                  </a:cubicBezTo>
                  <a:cubicBezTo>
                    <a:pt x="1074" y="1223"/>
                    <a:pt x="1068" y="1200"/>
                    <a:pt x="1078" y="1244"/>
                  </a:cubicBezTo>
                  <a:cubicBezTo>
                    <a:pt x="1109" y="1223"/>
                    <a:pt x="1109" y="1186"/>
                    <a:pt x="1135" y="1225"/>
                  </a:cubicBezTo>
                  <a:cubicBezTo>
                    <a:pt x="1164" y="1203"/>
                    <a:pt x="1175" y="1178"/>
                    <a:pt x="1198" y="1149"/>
                  </a:cubicBezTo>
                  <a:cubicBezTo>
                    <a:pt x="1200" y="1160"/>
                    <a:pt x="1202" y="1170"/>
                    <a:pt x="1204" y="1181"/>
                  </a:cubicBezTo>
                  <a:cubicBezTo>
                    <a:pt x="1206" y="1189"/>
                    <a:pt x="1202" y="1203"/>
                    <a:pt x="1210" y="1206"/>
                  </a:cubicBezTo>
                  <a:cubicBezTo>
                    <a:pt x="1219" y="1210"/>
                    <a:pt x="1227" y="1198"/>
                    <a:pt x="1236" y="1194"/>
                  </a:cubicBezTo>
                  <a:cubicBezTo>
                    <a:pt x="1264" y="1149"/>
                    <a:pt x="1231" y="1188"/>
                    <a:pt x="1261" y="1194"/>
                  </a:cubicBezTo>
                  <a:cubicBezTo>
                    <a:pt x="1269" y="1195"/>
                    <a:pt x="1274" y="1185"/>
                    <a:pt x="1280" y="1181"/>
                  </a:cubicBezTo>
                  <a:cubicBezTo>
                    <a:pt x="1292" y="1162"/>
                    <a:pt x="1298" y="1145"/>
                    <a:pt x="1305" y="1124"/>
                  </a:cubicBezTo>
                  <a:cubicBezTo>
                    <a:pt x="1317" y="1187"/>
                    <a:pt x="1301" y="1145"/>
                    <a:pt x="1330" y="1130"/>
                  </a:cubicBezTo>
                  <a:cubicBezTo>
                    <a:pt x="1336" y="1127"/>
                    <a:pt x="1343" y="1135"/>
                    <a:pt x="1349" y="1137"/>
                  </a:cubicBezTo>
                  <a:cubicBezTo>
                    <a:pt x="1349" y="1137"/>
                    <a:pt x="1336" y="1140"/>
                    <a:pt x="1330" y="1143"/>
                  </a:cubicBezTo>
                  <a:cubicBezTo>
                    <a:pt x="1288" y="1161"/>
                    <a:pt x="1322" y="1156"/>
                    <a:pt x="1273" y="1156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47" name="Freeform 279"/>
            <p:cNvSpPr>
              <a:spLocks/>
            </p:cNvSpPr>
            <p:nvPr/>
          </p:nvSpPr>
          <p:spPr bwMode="auto">
            <a:xfrm>
              <a:off x="2047" y="2559"/>
              <a:ext cx="1396" cy="1206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50" y="81"/>
                </a:cxn>
                <a:cxn ang="0">
                  <a:pos x="76" y="62"/>
                </a:cxn>
                <a:cxn ang="0">
                  <a:pos x="107" y="17"/>
                </a:cxn>
                <a:cxn ang="0">
                  <a:pos x="139" y="100"/>
                </a:cxn>
                <a:cxn ang="0">
                  <a:pos x="196" y="74"/>
                </a:cxn>
                <a:cxn ang="0">
                  <a:pos x="240" y="43"/>
                </a:cxn>
                <a:cxn ang="0">
                  <a:pos x="253" y="93"/>
                </a:cxn>
                <a:cxn ang="0">
                  <a:pos x="303" y="68"/>
                </a:cxn>
                <a:cxn ang="0">
                  <a:pos x="328" y="112"/>
                </a:cxn>
                <a:cxn ang="0">
                  <a:pos x="379" y="62"/>
                </a:cxn>
                <a:cxn ang="0">
                  <a:pos x="417" y="125"/>
                </a:cxn>
                <a:cxn ang="0">
                  <a:pos x="429" y="106"/>
                </a:cxn>
                <a:cxn ang="0">
                  <a:pos x="436" y="137"/>
                </a:cxn>
                <a:cxn ang="0">
                  <a:pos x="455" y="207"/>
                </a:cxn>
                <a:cxn ang="0">
                  <a:pos x="486" y="213"/>
                </a:cxn>
                <a:cxn ang="0">
                  <a:pos x="518" y="207"/>
                </a:cxn>
                <a:cxn ang="0">
                  <a:pos x="524" y="226"/>
                </a:cxn>
                <a:cxn ang="0">
                  <a:pos x="543" y="232"/>
                </a:cxn>
                <a:cxn ang="0">
                  <a:pos x="549" y="283"/>
                </a:cxn>
                <a:cxn ang="0">
                  <a:pos x="562" y="321"/>
                </a:cxn>
                <a:cxn ang="0">
                  <a:pos x="606" y="359"/>
                </a:cxn>
                <a:cxn ang="0">
                  <a:pos x="625" y="415"/>
                </a:cxn>
                <a:cxn ang="0">
                  <a:pos x="669" y="580"/>
                </a:cxn>
                <a:cxn ang="0">
                  <a:pos x="695" y="719"/>
                </a:cxn>
                <a:cxn ang="0">
                  <a:pos x="701" y="693"/>
                </a:cxn>
                <a:cxn ang="0">
                  <a:pos x="707" y="712"/>
                </a:cxn>
                <a:cxn ang="0">
                  <a:pos x="714" y="731"/>
                </a:cxn>
                <a:cxn ang="0">
                  <a:pos x="733" y="807"/>
                </a:cxn>
                <a:cxn ang="0">
                  <a:pos x="739" y="895"/>
                </a:cxn>
                <a:cxn ang="0">
                  <a:pos x="758" y="927"/>
                </a:cxn>
                <a:cxn ang="0">
                  <a:pos x="802" y="1041"/>
                </a:cxn>
                <a:cxn ang="0">
                  <a:pos x="846" y="1041"/>
                </a:cxn>
                <a:cxn ang="0">
                  <a:pos x="922" y="1116"/>
                </a:cxn>
                <a:cxn ang="0">
                  <a:pos x="947" y="1186"/>
                </a:cxn>
                <a:cxn ang="0">
                  <a:pos x="934" y="1186"/>
                </a:cxn>
                <a:cxn ang="0">
                  <a:pos x="998" y="1192"/>
                </a:cxn>
                <a:cxn ang="0">
                  <a:pos x="1036" y="1161"/>
                </a:cxn>
                <a:cxn ang="0">
                  <a:pos x="1048" y="1180"/>
                </a:cxn>
                <a:cxn ang="0">
                  <a:pos x="1074" y="1192"/>
                </a:cxn>
                <a:cxn ang="0">
                  <a:pos x="1162" y="1167"/>
                </a:cxn>
                <a:cxn ang="0">
                  <a:pos x="1232" y="1161"/>
                </a:cxn>
                <a:cxn ang="0">
                  <a:pos x="1295" y="1110"/>
                </a:cxn>
                <a:cxn ang="0">
                  <a:pos x="1358" y="1123"/>
                </a:cxn>
                <a:cxn ang="0">
                  <a:pos x="1396" y="1085"/>
                </a:cxn>
              </a:cxnLst>
              <a:rect l="0" t="0" r="r" b="b"/>
              <a:pathLst>
                <a:path w="1396" h="1206">
                  <a:moveTo>
                    <a:pt x="0" y="156"/>
                  </a:moveTo>
                  <a:cubicBezTo>
                    <a:pt x="17" y="134"/>
                    <a:pt x="32" y="101"/>
                    <a:pt x="50" y="81"/>
                  </a:cubicBezTo>
                  <a:cubicBezTo>
                    <a:pt x="57" y="73"/>
                    <a:pt x="68" y="70"/>
                    <a:pt x="76" y="62"/>
                  </a:cubicBezTo>
                  <a:cubicBezTo>
                    <a:pt x="85" y="53"/>
                    <a:pt x="100" y="29"/>
                    <a:pt x="107" y="17"/>
                  </a:cubicBezTo>
                  <a:cubicBezTo>
                    <a:pt x="114" y="59"/>
                    <a:pt x="111" y="72"/>
                    <a:pt x="139" y="100"/>
                  </a:cubicBezTo>
                  <a:cubicBezTo>
                    <a:pt x="166" y="91"/>
                    <a:pt x="176" y="91"/>
                    <a:pt x="196" y="74"/>
                  </a:cubicBezTo>
                  <a:cubicBezTo>
                    <a:pt x="233" y="42"/>
                    <a:pt x="206" y="54"/>
                    <a:pt x="240" y="43"/>
                  </a:cubicBezTo>
                  <a:cubicBezTo>
                    <a:pt x="240" y="44"/>
                    <a:pt x="252" y="93"/>
                    <a:pt x="253" y="93"/>
                  </a:cubicBezTo>
                  <a:cubicBezTo>
                    <a:pt x="271" y="96"/>
                    <a:pt x="285" y="74"/>
                    <a:pt x="303" y="68"/>
                  </a:cubicBezTo>
                  <a:cubicBezTo>
                    <a:pt x="325" y="0"/>
                    <a:pt x="322" y="29"/>
                    <a:pt x="328" y="112"/>
                  </a:cubicBezTo>
                  <a:cubicBezTo>
                    <a:pt x="362" y="87"/>
                    <a:pt x="348" y="81"/>
                    <a:pt x="379" y="62"/>
                  </a:cubicBezTo>
                  <a:cubicBezTo>
                    <a:pt x="389" y="104"/>
                    <a:pt x="361" y="152"/>
                    <a:pt x="417" y="125"/>
                  </a:cubicBezTo>
                  <a:cubicBezTo>
                    <a:pt x="421" y="119"/>
                    <a:pt x="423" y="102"/>
                    <a:pt x="429" y="106"/>
                  </a:cubicBezTo>
                  <a:cubicBezTo>
                    <a:pt x="438" y="112"/>
                    <a:pt x="434" y="127"/>
                    <a:pt x="436" y="137"/>
                  </a:cubicBezTo>
                  <a:cubicBezTo>
                    <a:pt x="447" y="193"/>
                    <a:pt x="435" y="157"/>
                    <a:pt x="455" y="207"/>
                  </a:cubicBezTo>
                  <a:cubicBezTo>
                    <a:pt x="502" y="175"/>
                    <a:pt x="449" y="202"/>
                    <a:pt x="486" y="213"/>
                  </a:cubicBezTo>
                  <a:cubicBezTo>
                    <a:pt x="496" y="216"/>
                    <a:pt x="507" y="209"/>
                    <a:pt x="518" y="207"/>
                  </a:cubicBezTo>
                  <a:cubicBezTo>
                    <a:pt x="520" y="213"/>
                    <a:pt x="519" y="221"/>
                    <a:pt x="524" y="226"/>
                  </a:cubicBezTo>
                  <a:cubicBezTo>
                    <a:pt x="529" y="231"/>
                    <a:pt x="540" y="226"/>
                    <a:pt x="543" y="232"/>
                  </a:cubicBezTo>
                  <a:cubicBezTo>
                    <a:pt x="550" y="248"/>
                    <a:pt x="545" y="266"/>
                    <a:pt x="549" y="283"/>
                  </a:cubicBezTo>
                  <a:cubicBezTo>
                    <a:pt x="552" y="296"/>
                    <a:pt x="558" y="308"/>
                    <a:pt x="562" y="321"/>
                  </a:cubicBezTo>
                  <a:cubicBezTo>
                    <a:pt x="610" y="273"/>
                    <a:pt x="599" y="288"/>
                    <a:pt x="606" y="359"/>
                  </a:cubicBezTo>
                  <a:cubicBezTo>
                    <a:pt x="653" y="327"/>
                    <a:pt x="629" y="392"/>
                    <a:pt x="625" y="415"/>
                  </a:cubicBezTo>
                  <a:cubicBezTo>
                    <a:pt x="631" y="518"/>
                    <a:pt x="607" y="533"/>
                    <a:pt x="669" y="580"/>
                  </a:cubicBezTo>
                  <a:cubicBezTo>
                    <a:pt x="682" y="626"/>
                    <a:pt x="685" y="673"/>
                    <a:pt x="695" y="719"/>
                  </a:cubicBezTo>
                  <a:cubicBezTo>
                    <a:pt x="697" y="710"/>
                    <a:pt x="693" y="697"/>
                    <a:pt x="701" y="693"/>
                  </a:cubicBezTo>
                  <a:cubicBezTo>
                    <a:pt x="707" y="690"/>
                    <a:pt x="705" y="706"/>
                    <a:pt x="707" y="712"/>
                  </a:cubicBezTo>
                  <a:cubicBezTo>
                    <a:pt x="709" y="718"/>
                    <a:pt x="712" y="725"/>
                    <a:pt x="714" y="731"/>
                  </a:cubicBezTo>
                  <a:cubicBezTo>
                    <a:pt x="722" y="756"/>
                    <a:pt x="733" y="807"/>
                    <a:pt x="733" y="807"/>
                  </a:cubicBezTo>
                  <a:cubicBezTo>
                    <a:pt x="735" y="836"/>
                    <a:pt x="733" y="866"/>
                    <a:pt x="739" y="895"/>
                  </a:cubicBezTo>
                  <a:cubicBezTo>
                    <a:pt x="742" y="907"/>
                    <a:pt x="753" y="916"/>
                    <a:pt x="758" y="927"/>
                  </a:cubicBezTo>
                  <a:cubicBezTo>
                    <a:pt x="776" y="965"/>
                    <a:pt x="778" y="1005"/>
                    <a:pt x="802" y="1041"/>
                  </a:cubicBezTo>
                  <a:cubicBezTo>
                    <a:pt x="813" y="1006"/>
                    <a:pt x="817" y="1030"/>
                    <a:pt x="846" y="1041"/>
                  </a:cubicBezTo>
                  <a:cubicBezTo>
                    <a:pt x="878" y="1083"/>
                    <a:pt x="874" y="1098"/>
                    <a:pt x="922" y="1116"/>
                  </a:cubicBezTo>
                  <a:cubicBezTo>
                    <a:pt x="940" y="1142"/>
                    <a:pt x="936" y="1157"/>
                    <a:pt x="947" y="1186"/>
                  </a:cubicBezTo>
                  <a:cubicBezTo>
                    <a:pt x="955" y="1206"/>
                    <a:pt x="924" y="1167"/>
                    <a:pt x="934" y="1186"/>
                  </a:cubicBezTo>
                  <a:cubicBezTo>
                    <a:pt x="941" y="1169"/>
                    <a:pt x="987" y="1206"/>
                    <a:pt x="998" y="1192"/>
                  </a:cubicBezTo>
                  <a:cubicBezTo>
                    <a:pt x="1008" y="1179"/>
                    <a:pt x="1024" y="1173"/>
                    <a:pt x="1036" y="1161"/>
                  </a:cubicBezTo>
                  <a:cubicBezTo>
                    <a:pt x="1040" y="1167"/>
                    <a:pt x="1041" y="1177"/>
                    <a:pt x="1048" y="1180"/>
                  </a:cubicBezTo>
                  <a:cubicBezTo>
                    <a:pt x="1082" y="1193"/>
                    <a:pt x="1056" y="1144"/>
                    <a:pt x="1074" y="1192"/>
                  </a:cubicBezTo>
                  <a:cubicBezTo>
                    <a:pt x="1145" y="1157"/>
                    <a:pt x="1114" y="1156"/>
                    <a:pt x="1162" y="1167"/>
                  </a:cubicBezTo>
                  <a:cubicBezTo>
                    <a:pt x="1192" y="1160"/>
                    <a:pt x="1201" y="1153"/>
                    <a:pt x="1232" y="1161"/>
                  </a:cubicBezTo>
                  <a:cubicBezTo>
                    <a:pt x="1251" y="1141"/>
                    <a:pt x="1295" y="1110"/>
                    <a:pt x="1295" y="1110"/>
                  </a:cubicBezTo>
                  <a:cubicBezTo>
                    <a:pt x="1314" y="1140"/>
                    <a:pt x="1327" y="1138"/>
                    <a:pt x="1358" y="1123"/>
                  </a:cubicBezTo>
                  <a:cubicBezTo>
                    <a:pt x="1373" y="1077"/>
                    <a:pt x="1357" y="1085"/>
                    <a:pt x="1396" y="108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48" name="Freeform 280"/>
            <p:cNvSpPr>
              <a:spLocks/>
            </p:cNvSpPr>
            <p:nvPr/>
          </p:nvSpPr>
          <p:spPr bwMode="auto">
            <a:xfrm>
              <a:off x="1895" y="2596"/>
              <a:ext cx="1472" cy="1067"/>
            </a:xfrm>
            <a:custGeom>
              <a:avLst/>
              <a:gdLst/>
              <a:ahLst/>
              <a:cxnLst>
                <a:cxn ang="0">
                  <a:pos x="1472" y="1048"/>
                </a:cxn>
                <a:cxn ang="0">
                  <a:pos x="1409" y="1023"/>
                </a:cxn>
                <a:cxn ang="0">
                  <a:pos x="1415" y="991"/>
                </a:cxn>
                <a:cxn ang="0">
                  <a:pos x="1421" y="966"/>
                </a:cxn>
                <a:cxn ang="0">
                  <a:pos x="1415" y="941"/>
                </a:cxn>
                <a:cxn ang="0">
                  <a:pos x="1409" y="909"/>
                </a:cxn>
                <a:cxn ang="0">
                  <a:pos x="1377" y="947"/>
                </a:cxn>
                <a:cxn ang="0">
                  <a:pos x="1352" y="833"/>
                </a:cxn>
                <a:cxn ang="0">
                  <a:pos x="1320" y="695"/>
                </a:cxn>
                <a:cxn ang="0">
                  <a:pos x="1301" y="707"/>
                </a:cxn>
                <a:cxn ang="0">
                  <a:pos x="1295" y="682"/>
                </a:cxn>
                <a:cxn ang="0">
                  <a:pos x="1257" y="587"/>
                </a:cxn>
                <a:cxn ang="0">
                  <a:pos x="1219" y="473"/>
                </a:cxn>
                <a:cxn ang="0">
                  <a:pos x="1200" y="480"/>
                </a:cxn>
                <a:cxn ang="0">
                  <a:pos x="1143" y="385"/>
                </a:cxn>
                <a:cxn ang="0">
                  <a:pos x="1105" y="259"/>
                </a:cxn>
                <a:cxn ang="0">
                  <a:pos x="1080" y="221"/>
                </a:cxn>
                <a:cxn ang="0">
                  <a:pos x="1042" y="170"/>
                </a:cxn>
                <a:cxn ang="0">
                  <a:pos x="1023" y="177"/>
                </a:cxn>
                <a:cxn ang="0">
                  <a:pos x="1017" y="196"/>
                </a:cxn>
                <a:cxn ang="0">
                  <a:pos x="1011" y="177"/>
                </a:cxn>
                <a:cxn ang="0">
                  <a:pos x="966" y="120"/>
                </a:cxn>
                <a:cxn ang="0">
                  <a:pos x="948" y="126"/>
                </a:cxn>
                <a:cxn ang="0">
                  <a:pos x="859" y="57"/>
                </a:cxn>
                <a:cxn ang="0">
                  <a:pos x="853" y="76"/>
                </a:cxn>
                <a:cxn ang="0">
                  <a:pos x="821" y="44"/>
                </a:cxn>
                <a:cxn ang="0">
                  <a:pos x="752" y="19"/>
                </a:cxn>
                <a:cxn ang="0">
                  <a:pos x="689" y="0"/>
                </a:cxn>
                <a:cxn ang="0">
                  <a:pos x="651" y="25"/>
                </a:cxn>
                <a:cxn ang="0">
                  <a:pos x="625" y="50"/>
                </a:cxn>
                <a:cxn ang="0">
                  <a:pos x="619" y="69"/>
                </a:cxn>
                <a:cxn ang="0">
                  <a:pos x="613" y="50"/>
                </a:cxn>
                <a:cxn ang="0">
                  <a:pos x="588" y="25"/>
                </a:cxn>
                <a:cxn ang="0">
                  <a:pos x="569" y="82"/>
                </a:cxn>
                <a:cxn ang="0">
                  <a:pos x="562" y="63"/>
                </a:cxn>
                <a:cxn ang="0">
                  <a:pos x="543" y="50"/>
                </a:cxn>
                <a:cxn ang="0">
                  <a:pos x="512" y="82"/>
                </a:cxn>
                <a:cxn ang="0">
                  <a:pos x="486" y="126"/>
                </a:cxn>
                <a:cxn ang="0">
                  <a:pos x="480" y="151"/>
                </a:cxn>
                <a:cxn ang="0">
                  <a:pos x="474" y="132"/>
                </a:cxn>
                <a:cxn ang="0">
                  <a:pos x="449" y="145"/>
                </a:cxn>
                <a:cxn ang="0">
                  <a:pos x="423" y="208"/>
                </a:cxn>
                <a:cxn ang="0">
                  <a:pos x="417" y="183"/>
                </a:cxn>
                <a:cxn ang="0">
                  <a:pos x="398" y="196"/>
                </a:cxn>
                <a:cxn ang="0">
                  <a:pos x="373" y="252"/>
                </a:cxn>
                <a:cxn ang="0">
                  <a:pos x="335" y="379"/>
                </a:cxn>
                <a:cxn ang="0">
                  <a:pos x="310" y="429"/>
                </a:cxn>
                <a:cxn ang="0">
                  <a:pos x="291" y="518"/>
                </a:cxn>
                <a:cxn ang="0">
                  <a:pos x="240" y="688"/>
                </a:cxn>
                <a:cxn ang="0">
                  <a:pos x="171" y="884"/>
                </a:cxn>
                <a:cxn ang="0">
                  <a:pos x="164" y="865"/>
                </a:cxn>
                <a:cxn ang="0">
                  <a:pos x="158" y="840"/>
                </a:cxn>
                <a:cxn ang="0">
                  <a:pos x="145" y="897"/>
                </a:cxn>
                <a:cxn ang="0">
                  <a:pos x="108" y="1067"/>
                </a:cxn>
                <a:cxn ang="0">
                  <a:pos x="70" y="1055"/>
                </a:cxn>
                <a:cxn ang="0">
                  <a:pos x="0" y="1055"/>
                </a:cxn>
              </a:cxnLst>
              <a:rect l="0" t="0" r="r" b="b"/>
              <a:pathLst>
                <a:path w="1472" h="1067">
                  <a:moveTo>
                    <a:pt x="1472" y="1048"/>
                  </a:moveTo>
                  <a:cubicBezTo>
                    <a:pt x="1451" y="1038"/>
                    <a:pt x="1431" y="1030"/>
                    <a:pt x="1409" y="1023"/>
                  </a:cubicBezTo>
                  <a:cubicBezTo>
                    <a:pt x="1411" y="1012"/>
                    <a:pt x="1413" y="1002"/>
                    <a:pt x="1415" y="991"/>
                  </a:cubicBezTo>
                  <a:cubicBezTo>
                    <a:pt x="1418" y="978"/>
                    <a:pt x="1439" y="902"/>
                    <a:pt x="1421" y="966"/>
                  </a:cubicBezTo>
                  <a:cubicBezTo>
                    <a:pt x="1419" y="958"/>
                    <a:pt x="1417" y="949"/>
                    <a:pt x="1415" y="941"/>
                  </a:cubicBezTo>
                  <a:cubicBezTo>
                    <a:pt x="1413" y="930"/>
                    <a:pt x="1419" y="914"/>
                    <a:pt x="1409" y="909"/>
                  </a:cubicBezTo>
                  <a:cubicBezTo>
                    <a:pt x="1403" y="906"/>
                    <a:pt x="1379" y="944"/>
                    <a:pt x="1377" y="947"/>
                  </a:cubicBezTo>
                  <a:cubicBezTo>
                    <a:pt x="1372" y="890"/>
                    <a:pt x="1373" y="878"/>
                    <a:pt x="1352" y="833"/>
                  </a:cubicBezTo>
                  <a:cubicBezTo>
                    <a:pt x="1343" y="787"/>
                    <a:pt x="1335" y="739"/>
                    <a:pt x="1320" y="695"/>
                  </a:cubicBezTo>
                  <a:cubicBezTo>
                    <a:pt x="1314" y="699"/>
                    <a:pt x="1308" y="710"/>
                    <a:pt x="1301" y="707"/>
                  </a:cubicBezTo>
                  <a:cubicBezTo>
                    <a:pt x="1293" y="703"/>
                    <a:pt x="1297" y="690"/>
                    <a:pt x="1295" y="682"/>
                  </a:cubicBezTo>
                  <a:cubicBezTo>
                    <a:pt x="1286" y="650"/>
                    <a:pt x="1275" y="614"/>
                    <a:pt x="1257" y="587"/>
                  </a:cubicBezTo>
                  <a:cubicBezTo>
                    <a:pt x="1245" y="548"/>
                    <a:pt x="1228" y="512"/>
                    <a:pt x="1219" y="473"/>
                  </a:cubicBezTo>
                  <a:cubicBezTo>
                    <a:pt x="1213" y="475"/>
                    <a:pt x="1204" y="485"/>
                    <a:pt x="1200" y="480"/>
                  </a:cubicBezTo>
                  <a:cubicBezTo>
                    <a:pt x="1173" y="449"/>
                    <a:pt x="1187" y="399"/>
                    <a:pt x="1143" y="385"/>
                  </a:cubicBezTo>
                  <a:cubicBezTo>
                    <a:pt x="1136" y="340"/>
                    <a:pt x="1131" y="297"/>
                    <a:pt x="1105" y="259"/>
                  </a:cubicBezTo>
                  <a:cubicBezTo>
                    <a:pt x="1094" y="225"/>
                    <a:pt x="1106" y="254"/>
                    <a:pt x="1080" y="221"/>
                  </a:cubicBezTo>
                  <a:cubicBezTo>
                    <a:pt x="1067" y="205"/>
                    <a:pt x="1042" y="170"/>
                    <a:pt x="1042" y="170"/>
                  </a:cubicBezTo>
                  <a:cubicBezTo>
                    <a:pt x="1036" y="172"/>
                    <a:pt x="1028" y="172"/>
                    <a:pt x="1023" y="177"/>
                  </a:cubicBezTo>
                  <a:cubicBezTo>
                    <a:pt x="1018" y="182"/>
                    <a:pt x="1024" y="196"/>
                    <a:pt x="1017" y="196"/>
                  </a:cubicBezTo>
                  <a:cubicBezTo>
                    <a:pt x="1010" y="196"/>
                    <a:pt x="1015" y="183"/>
                    <a:pt x="1011" y="177"/>
                  </a:cubicBezTo>
                  <a:cubicBezTo>
                    <a:pt x="998" y="157"/>
                    <a:pt x="966" y="120"/>
                    <a:pt x="966" y="120"/>
                  </a:cubicBezTo>
                  <a:cubicBezTo>
                    <a:pt x="960" y="122"/>
                    <a:pt x="953" y="129"/>
                    <a:pt x="948" y="126"/>
                  </a:cubicBezTo>
                  <a:cubicBezTo>
                    <a:pt x="901" y="96"/>
                    <a:pt x="906" y="72"/>
                    <a:pt x="859" y="57"/>
                  </a:cubicBezTo>
                  <a:cubicBezTo>
                    <a:pt x="857" y="63"/>
                    <a:pt x="859" y="74"/>
                    <a:pt x="853" y="76"/>
                  </a:cubicBezTo>
                  <a:cubicBezTo>
                    <a:pt x="839" y="79"/>
                    <a:pt x="827" y="49"/>
                    <a:pt x="821" y="44"/>
                  </a:cubicBezTo>
                  <a:cubicBezTo>
                    <a:pt x="795" y="24"/>
                    <a:pt x="781" y="25"/>
                    <a:pt x="752" y="19"/>
                  </a:cubicBezTo>
                  <a:cubicBezTo>
                    <a:pt x="718" y="40"/>
                    <a:pt x="719" y="19"/>
                    <a:pt x="689" y="0"/>
                  </a:cubicBezTo>
                  <a:cubicBezTo>
                    <a:pt x="668" y="30"/>
                    <a:pt x="684" y="48"/>
                    <a:pt x="651" y="25"/>
                  </a:cubicBezTo>
                  <a:cubicBezTo>
                    <a:pt x="642" y="33"/>
                    <a:pt x="632" y="40"/>
                    <a:pt x="625" y="50"/>
                  </a:cubicBezTo>
                  <a:cubicBezTo>
                    <a:pt x="621" y="55"/>
                    <a:pt x="626" y="69"/>
                    <a:pt x="619" y="69"/>
                  </a:cubicBezTo>
                  <a:cubicBezTo>
                    <a:pt x="612" y="69"/>
                    <a:pt x="615" y="56"/>
                    <a:pt x="613" y="50"/>
                  </a:cubicBezTo>
                  <a:cubicBezTo>
                    <a:pt x="605" y="25"/>
                    <a:pt x="612" y="33"/>
                    <a:pt x="588" y="25"/>
                  </a:cubicBezTo>
                  <a:cubicBezTo>
                    <a:pt x="587" y="29"/>
                    <a:pt x="579" y="79"/>
                    <a:pt x="569" y="82"/>
                  </a:cubicBezTo>
                  <a:cubicBezTo>
                    <a:pt x="563" y="84"/>
                    <a:pt x="566" y="68"/>
                    <a:pt x="562" y="63"/>
                  </a:cubicBezTo>
                  <a:cubicBezTo>
                    <a:pt x="557" y="57"/>
                    <a:pt x="549" y="54"/>
                    <a:pt x="543" y="50"/>
                  </a:cubicBezTo>
                  <a:cubicBezTo>
                    <a:pt x="529" y="109"/>
                    <a:pt x="551" y="50"/>
                    <a:pt x="512" y="82"/>
                  </a:cubicBezTo>
                  <a:cubicBezTo>
                    <a:pt x="499" y="93"/>
                    <a:pt x="496" y="112"/>
                    <a:pt x="486" y="126"/>
                  </a:cubicBezTo>
                  <a:cubicBezTo>
                    <a:pt x="484" y="134"/>
                    <a:pt x="488" y="147"/>
                    <a:pt x="480" y="151"/>
                  </a:cubicBezTo>
                  <a:cubicBezTo>
                    <a:pt x="474" y="154"/>
                    <a:pt x="481" y="133"/>
                    <a:pt x="474" y="132"/>
                  </a:cubicBezTo>
                  <a:cubicBezTo>
                    <a:pt x="465" y="130"/>
                    <a:pt x="457" y="141"/>
                    <a:pt x="449" y="145"/>
                  </a:cubicBezTo>
                  <a:cubicBezTo>
                    <a:pt x="434" y="166"/>
                    <a:pt x="430" y="183"/>
                    <a:pt x="423" y="208"/>
                  </a:cubicBezTo>
                  <a:cubicBezTo>
                    <a:pt x="421" y="200"/>
                    <a:pt x="425" y="187"/>
                    <a:pt x="417" y="183"/>
                  </a:cubicBezTo>
                  <a:cubicBezTo>
                    <a:pt x="410" y="180"/>
                    <a:pt x="403" y="190"/>
                    <a:pt x="398" y="196"/>
                  </a:cubicBezTo>
                  <a:cubicBezTo>
                    <a:pt x="388" y="209"/>
                    <a:pt x="383" y="236"/>
                    <a:pt x="373" y="252"/>
                  </a:cubicBezTo>
                  <a:cubicBezTo>
                    <a:pt x="367" y="290"/>
                    <a:pt x="353" y="343"/>
                    <a:pt x="335" y="379"/>
                  </a:cubicBezTo>
                  <a:cubicBezTo>
                    <a:pt x="314" y="422"/>
                    <a:pt x="328" y="370"/>
                    <a:pt x="310" y="429"/>
                  </a:cubicBezTo>
                  <a:cubicBezTo>
                    <a:pt x="301" y="458"/>
                    <a:pt x="300" y="489"/>
                    <a:pt x="291" y="518"/>
                  </a:cubicBezTo>
                  <a:cubicBezTo>
                    <a:pt x="241" y="418"/>
                    <a:pt x="312" y="665"/>
                    <a:pt x="240" y="688"/>
                  </a:cubicBezTo>
                  <a:cubicBezTo>
                    <a:pt x="205" y="746"/>
                    <a:pt x="195" y="820"/>
                    <a:pt x="171" y="884"/>
                  </a:cubicBezTo>
                  <a:cubicBezTo>
                    <a:pt x="169" y="878"/>
                    <a:pt x="166" y="871"/>
                    <a:pt x="164" y="865"/>
                  </a:cubicBezTo>
                  <a:cubicBezTo>
                    <a:pt x="162" y="857"/>
                    <a:pt x="166" y="836"/>
                    <a:pt x="158" y="840"/>
                  </a:cubicBezTo>
                  <a:cubicBezTo>
                    <a:pt x="141" y="849"/>
                    <a:pt x="151" y="878"/>
                    <a:pt x="145" y="897"/>
                  </a:cubicBezTo>
                  <a:cubicBezTo>
                    <a:pt x="128" y="953"/>
                    <a:pt x="126" y="1011"/>
                    <a:pt x="108" y="1067"/>
                  </a:cubicBezTo>
                  <a:cubicBezTo>
                    <a:pt x="99" y="1035"/>
                    <a:pt x="93" y="1019"/>
                    <a:pt x="70" y="1055"/>
                  </a:cubicBezTo>
                  <a:cubicBezTo>
                    <a:pt x="36" y="1032"/>
                    <a:pt x="36" y="1055"/>
                    <a:pt x="0" y="105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49" name="Freeform 281"/>
            <p:cNvSpPr>
              <a:spLocks/>
            </p:cNvSpPr>
            <p:nvPr/>
          </p:nvSpPr>
          <p:spPr bwMode="auto">
            <a:xfrm>
              <a:off x="1945" y="2569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50" name="Freeform 282"/>
            <p:cNvSpPr>
              <a:spLocks/>
            </p:cNvSpPr>
            <p:nvPr/>
          </p:nvSpPr>
          <p:spPr bwMode="auto">
            <a:xfrm flipV="1">
              <a:off x="1965" y="2594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51" name="Freeform 283"/>
            <p:cNvSpPr>
              <a:spLocks/>
            </p:cNvSpPr>
            <p:nvPr/>
          </p:nvSpPr>
          <p:spPr bwMode="auto">
            <a:xfrm>
              <a:off x="1899" y="2583"/>
              <a:ext cx="1492" cy="1162"/>
            </a:xfrm>
            <a:custGeom>
              <a:avLst/>
              <a:gdLst/>
              <a:ahLst/>
              <a:cxnLst>
                <a:cxn ang="0">
                  <a:pos x="34" y="1093"/>
                </a:cxn>
                <a:cxn ang="0">
                  <a:pos x="72" y="1093"/>
                </a:cxn>
                <a:cxn ang="0">
                  <a:pos x="91" y="1112"/>
                </a:cxn>
                <a:cxn ang="0">
                  <a:pos x="160" y="1086"/>
                </a:cxn>
                <a:cxn ang="0">
                  <a:pos x="173" y="1124"/>
                </a:cxn>
                <a:cxn ang="0">
                  <a:pos x="223" y="1143"/>
                </a:cxn>
                <a:cxn ang="0">
                  <a:pos x="287" y="1143"/>
                </a:cxn>
                <a:cxn ang="0">
                  <a:pos x="337" y="1162"/>
                </a:cxn>
                <a:cxn ang="0">
                  <a:pos x="369" y="1124"/>
                </a:cxn>
                <a:cxn ang="0">
                  <a:pos x="432" y="1105"/>
                </a:cxn>
                <a:cxn ang="0">
                  <a:pos x="495" y="1068"/>
                </a:cxn>
                <a:cxn ang="0">
                  <a:pos x="533" y="1061"/>
                </a:cxn>
                <a:cxn ang="0">
                  <a:pos x="571" y="1061"/>
                </a:cxn>
                <a:cxn ang="0">
                  <a:pos x="590" y="1074"/>
                </a:cxn>
                <a:cxn ang="0">
                  <a:pos x="621" y="954"/>
                </a:cxn>
                <a:cxn ang="0">
                  <a:pos x="628" y="973"/>
                </a:cxn>
                <a:cxn ang="0">
                  <a:pos x="634" y="948"/>
                </a:cxn>
                <a:cxn ang="0">
                  <a:pos x="647" y="922"/>
                </a:cxn>
                <a:cxn ang="0">
                  <a:pos x="691" y="809"/>
                </a:cxn>
                <a:cxn ang="0">
                  <a:pos x="741" y="657"/>
                </a:cxn>
                <a:cxn ang="0">
                  <a:pos x="767" y="606"/>
                </a:cxn>
                <a:cxn ang="0">
                  <a:pos x="798" y="531"/>
                </a:cxn>
                <a:cxn ang="0">
                  <a:pos x="805" y="499"/>
                </a:cxn>
                <a:cxn ang="0">
                  <a:pos x="811" y="480"/>
                </a:cxn>
                <a:cxn ang="0">
                  <a:pos x="823" y="430"/>
                </a:cxn>
                <a:cxn ang="0">
                  <a:pos x="861" y="329"/>
                </a:cxn>
                <a:cxn ang="0">
                  <a:pos x="956" y="120"/>
                </a:cxn>
                <a:cxn ang="0">
                  <a:pos x="988" y="101"/>
                </a:cxn>
                <a:cxn ang="0">
                  <a:pos x="1007" y="63"/>
                </a:cxn>
                <a:cxn ang="0">
                  <a:pos x="1013" y="89"/>
                </a:cxn>
                <a:cxn ang="0">
                  <a:pos x="1019" y="108"/>
                </a:cxn>
                <a:cxn ang="0">
                  <a:pos x="1057" y="57"/>
                </a:cxn>
                <a:cxn ang="0">
                  <a:pos x="1063" y="89"/>
                </a:cxn>
                <a:cxn ang="0">
                  <a:pos x="1070" y="114"/>
                </a:cxn>
                <a:cxn ang="0">
                  <a:pos x="1095" y="82"/>
                </a:cxn>
                <a:cxn ang="0">
                  <a:pos x="1101" y="57"/>
                </a:cxn>
                <a:cxn ang="0">
                  <a:pos x="1108" y="38"/>
                </a:cxn>
                <a:cxn ang="0">
                  <a:pos x="1127" y="82"/>
                </a:cxn>
                <a:cxn ang="0">
                  <a:pos x="1146" y="57"/>
                </a:cxn>
                <a:cxn ang="0">
                  <a:pos x="1152" y="32"/>
                </a:cxn>
                <a:cxn ang="0">
                  <a:pos x="1171" y="82"/>
                </a:cxn>
                <a:cxn ang="0">
                  <a:pos x="1215" y="25"/>
                </a:cxn>
                <a:cxn ang="0">
                  <a:pos x="1259" y="13"/>
                </a:cxn>
                <a:cxn ang="0">
                  <a:pos x="1291" y="44"/>
                </a:cxn>
                <a:cxn ang="0">
                  <a:pos x="1303" y="19"/>
                </a:cxn>
                <a:cxn ang="0">
                  <a:pos x="1335" y="57"/>
                </a:cxn>
                <a:cxn ang="0">
                  <a:pos x="1392" y="0"/>
                </a:cxn>
                <a:cxn ang="0">
                  <a:pos x="1417" y="76"/>
                </a:cxn>
                <a:cxn ang="0">
                  <a:pos x="1442" y="70"/>
                </a:cxn>
                <a:cxn ang="0">
                  <a:pos x="1461" y="70"/>
                </a:cxn>
                <a:cxn ang="0">
                  <a:pos x="1474" y="133"/>
                </a:cxn>
                <a:cxn ang="0">
                  <a:pos x="1487" y="120"/>
                </a:cxn>
              </a:cxnLst>
              <a:rect l="0" t="0" r="r" b="b"/>
              <a:pathLst>
                <a:path w="1492" h="1162">
                  <a:moveTo>
                    <a:pt x="34" y="1093"/>
                  </a:moveTo>
                  <a:cubicBezTo>
                    <a:pt x="106" y="1138"/>
                    <a:pt x="0" y="1080"/>
                    <a:pt x="72" y="1093"/>
                  </a:cubicBezTo>
                  <a:cubicBezTo>
                    <a:pt x="81" y="1095"/>
                    <a:pt x="85" y="1106"/>
                    <a:pt x="91" y="1112"/>
                  </a:cubicBezTo>
                  <a:cubicBezTo>
                    <a:pt x="108" y="1103"/>
                    <a:pt x="141" y="1084"/>
                    <a:pt x="160" y="1086"/>
                  </a:cubicBezTo>
                  <a:cubicBezTo>
                    <a:pt x="161" y="1086"/>
                    <a:pt x="173" y="1123"/>
                    <a:pt x="173" y="1124"/>
                  </a:cubicBezTo>
                  <a:cubicBezTo>
                    <a:pt x="223" y="1112"/>
                    <a:pt x="180" y="1129"/>
                    <a:pt x="223" y="1143"/>
                  </a:cubicBezTo>
                  <a:cubicBezTo>
                    <a:pt x="281" y="1121"/>
                    <a:pt x="264" y="1109"/>
                    <a:pt x="287" y="1143"/>
                  </a:cubicBezTo>
                  <a:cubicBezTo>
                    <a:pt x="337" y="1131"/>
                    <a:pt x="327" y="1099"/>
                    <a:pt x="337" y="1162"/>
                  </a:cubicBezTo>
                  <a:cubicBezTo>
                    <a:pt x="349" y="1150"/>
                    <a:pt x="354" y="1132"/>
                    <a:pt x="369" y="1124"/>
                  </a:cubicBezTo>
                  <a:cubicBezTo>
                    <a:pt x="388" y="1114"/>
                    <a:pt x="411" y="1113"/>
                    <a:pt x="432" y="1105"/>
                  </a:cubicBezTo>
                  <a:cubicBezTo>
                    <a:pt x="471" y="1162"/>
                    <a:pt x="468" y="1081"/>
                    <a:pt x="495" y="1068"/>
                  </a:cubicBezTo>
                  <a:cubicBezTo>
                    <a:pt x="507" y="1062"/>
                    <a:pt x="520" y="1063"/>
                    <a:pt x="533" y="1061"/>
                  </a:cubicBezTo>
                  <a:cubicBezTo>
                    <a:pt x="577" y="994"/>
                    <a:pt x="545" y="1028"/>
                    <a:pt x="571" y="1061"/>
                  </a:cubicBezTo>
                  <a:cubicBezTo>
                    <a:pt x="576" y="1067"/>
                    <a:pt x="584" y="1070"/>
                    <a:pt x="590" y="1074"/>
                  </a:cubicBezTo>
                  <a:cubicBezTo>
                    <a:pt x="600" y="1033"/>
                    <a:pt x="614" y="996"/>
                    <a:pt x="621" y="954"/>
                  </a:cubicBezTo>
                  <a:cubicBezTo>
                    <a:pt x="623" y="960"/>
                    <a:pt x="622" y="976"/>
                    <a:pt x="628" y="973"/>
                  </a:cubicBezTo>
                  <a:cubicBezTo>
                    <a:pt x="636" y="969"/>
                    <a:pt x="631" y="956"/>
                    <a:pt x="634" y="948"/>
                  </a:cubicBezTo>
                  <a:cubicBezTo>
                    <a:pt x="637" y="939"/>
                    <a:pt x="643" y="931"/>
                    <a:pt x="647" y="922"/>
                  </a:cubicBezTo>
                  <a:cubicBezTo>
                    <a:pt x="664" y="883"/>
                    <a:pt x="665" y="843"/>
                    <a:pt x="691" y="809"/>
                  </a:cubicBezTo>
                  <a:cubicBezTo>
                    <a:pt x="707" y="758"/>
                    <a:pt x="725" y="708"/>
                    <a:pt x="741" y="657"/>
                  </a:cubicBezTo>
                  <a:cubicBezTo>
                    <a:pt x="747" y="639"/>
                    <a:pt x="760" y="624"/>
                    <a:pt x="767" y="606"/>
                  </a:cubicBezTo>
                  <a:cubicBezTo>
                    <a:pt x="773" y="575"/>
                    <a:pt x="784" y="559"/>
                    <a:pt x="798" y="531"/>
                  </a:cubicBezTo>
                  <a:cubicBezTo>
                    <a:pt x="800" y="520"/>
                    <a:pt x="802" y="510"/>
                    <a:pt x="805" y="499"/>
                  </a:cubicBezTo>
                  <a:cubicBezTo>
                    <a:pt x="807" y="493"/>
                    <a:pt x="809" y="486"/>
                    <a:pt x="811" y="480"/>
                  </a:cubicBezTo>
                  <a:cubicBezTo>
                    <a:pt x="815" y="463"/>
                    <a:pt x="823" y="430"/>
                    <a:pt x="823" y="430"/>
                  </a:cubicBezTo>
                  <a:cubicBezTo>
                    <a:pt x="829" y="374"/>
                    <a:pt x="816" y="351"/>
                    <a:pt x="861" y="329"/>
                  </a:cubicBezTo>
                  <a:cubicBezTo>
                    <a:pt x="879" y="256"/>
                    <a:pt x="921" y="187"/>
                    <a:pt x="956" y="120"/>
                  </a:cubicBezTo>
                  <a:cubicBezTo>
                    <a:pt x="967" y="153"/>
                    <a:pt x="958" y="145"/>
                    <a:pt x="988" y="101"/>
                  </a:cubicBezTo>
                  <a:cubicBezTo>
                    <a:pt x="1003" y="79"/>
                    <a:pt x="998" y="86"/>
                    <a:pt x="1007" y="63"/>
                  </a:cubicBezTo>
                  <a:cubicBezTo>
                    <a:pt x="1009" y="72"/>
                    <a:pt x="1011" y="80"/>
                    <a:pt x="1013" y="89"/>
                  </a:cubicBezTo>
                  <a:cubicBezTo>
                    <a:pt x="1015" y="95"/>
                    <a:pt x="1014" y="112"/>
                    <a:pt x="1019" y="108"/>
                  </a:cubicBezTo>
                  <a:cubicBezTo>
                    <a:pt x="1036" y="96"/>
                    <a:pt x="1057" y="57"/>
                    <a:pt x="1057" y="57"/>
                  </a:cubicBezTo>
                  <a:cubicBezTo>
                    <a:pt x="1059" y="68"/>
                    <a:pt x="1061" y="78"/>
                    <a:pt x="1063" y="89"/>
                  </a:cubicBezTo>
                  <a:cubicBezTo>
                    <a:pt x="1065" y="97"/>
                    <a:pt x="1062" y="116"/>
                    <a:pt x="1070" y="114"/>
                  </a:cubicBezTo>
                  <a:cubicBezTo>
                    <a:pt x="1083" y="111"/>
                    <a:pt x="1087" y="93"/>
                    <a:pt x="1095" y="82"/>
                  </a:cubicBezTo>
                  <a:cubicBezTo>
                    <a:pt x="1097" y="74"/>
                    <a:pt x="1099" y="65"/>
                    <a:pt x="1101" y="57"/>
                  </a:cubicBezTo>
                  <a:cubicBezTo>
                    <a:pt x="1103" y="51"/>
                    <a:pt x="1102" y="36"/>
                    <a:pt x="1108" y="38"/>
                  </a:cubicBezTo>
                  <a:cubicBezTo>
                    <a:pt x="1112" y="39"/>
                    <a:pt x="1125" y="76"/>
                    <a:pt x="1127" y="82"/>
                  </a:cubicBezTo>
                  <a:cubicBezTo>
                    <a:pt x="1133" y="74"/>
                    <a:pt x="1141" y="66"/>
                    <a:pt x="1146" y="57"/>
                  </a:cubicBezTo>
                  <a:cubicBezTo>
                    <a:pt x="1150" y="49"/>
                    <a:pt x="1144" y="29"/>
                    <a:pt x="1152" y="32"/>
                  </a:cubicBezTo>
                  <a:cubicBezTo>
                    <a:pt x="1156" y="33"/>
                    <a:pt x="1168" y="74"/>
                    <a:pt x="1171" y="82"/>
                  </a:cubicBezTo>
                  <a:cubicBezTo>
                    <a:pt x="1195" y="67"/>
                    <a:pt x="1198" y="49"/>
                    <a:pt x="1215" y="25"/>
                  </a:cubicBezTo>
                  <a:cubicBezTo>
                    <a:pt x="1239" y="60"/>
                    <a:pt x="1244" y="44"/>
                    <a:pt x="1259" y="13"/>
                  </a:cubicBezTo>
                  <a:cubicBezTo>
                    <a:pt x="1269" y="48"/>
                    <a:pt x="1254" y="81"/>
                    <a:pt x="1291" y="44"/>
                  </a:cubicBezTo>
                  <a:cubicBezTo>
                    <a:pt x="1295" y="36"/>
                    <a:pt x="1294" y="21"/>
                    <a:pt x="1303" y="19"/>
                  </a:cubicBezTo>
                  <a:cubicBezTo>
                    <a:pt x="1310" y="18"/>
                    <a:pt x="1332" y="53"/>
                    <a:pt x="1335" y="57"/>
                  </a:cubicBezTo>
                  <a:cubicBezTo>
                    <a:pt x="1363" y="42"/>
                    <a:pt x="1374" y="26"/>
                    <a:pt x="1392" y="0"/>
                  </a:cubicBezTo>
                  <a:cubicBezTo>
                    <a:pt x="1397" y="29"/>
                    <a:pt x="1401" y="51"/>
                    <a:pt x="1417" y="76"/>
                  </a:cubicBezTo>
                  <a:cubicBezTo>
                    <a:pt x="1425" y="74"/>
                    <a:pt x="1435" y="75"/>
                    <a:pt x="1442" y="70"/>
                  </a:cubicBezTo>
                  <a:cubicBezTo>
                    <a:pt x="1459" y="56"/>
                    <a:pt x="1437" y="32"/>
                    <a:pt x="1461" y="70"/>
                  </a:cubicBezTo>
                  <a:cubicBezTo>
                    <a:pt x="1477" y="159"/>
                    <a:pt x="1460" y="67"/>
                    <a:pt x="1474" y="133"/>
                  </a:cubicBezTo>
                  <a:cubicBezTo>
                    <a:pt x="1492" y="217"/>
                    <a:pt x="1487" y="222"/>
                    <a:pt x="1487" y="120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52" name="Freeform 284"/>
            <p:cNvSpPr>
              <a:spLocks/>
            </p:cNvSpPr>
            <p:nvPr/>
          </p:nvSpPr>
          <p:spPr bwMode="auto">
            <a:xfrm>
              <a:off x="2011" y="2558"/>
              <a:ext cx="1349" cy="1244"/>
            </a:xfrm>
            <a:custGeom>
              <a:avLst/>
              <a:gdLst/>
              <a:ahLst/>
              <a:cxnLst>
                <a:cxn ang="0">
                  <a:pos x="4" y="151"/>
                </a:cxn>
                <a:cxn ang="0">
                  <a:pos x="42" y="95"/>
                </a:cxn>
                <a:cxn ang="0">
                  <a:pos x="67" y="57"/>
                </a:cxn>
                <a:cxn ang="0">
                  <a:pos x="73" y="76"/>
                </a:cxn>
                <a:cxn ang="0">
                  <a:pos x="67" y="95"/>
                </a:cxn>
                <a:cxn ang="0">
                  <a:pos x="99" y="38"/>
                </a:cxn>
                <a:cxn ang="0">
                  <a:pos x="143" y="13"/>
                </a:cxn>
                <a:cxn ang="0">
                  <a:pos x="149" y="69"/>
                </a:cxn>
                <a:cxn ang="0">
                  <a:pos x="168" y="63"/>
                </a:cxn>
                <a:cxn ang="0">
                  <a:pos x="200" y="19"/>
                </a:cxn>
                <a:cxn ang="0">
                  <a:pos x="212" y="101"/>
                </a:cxn>
                <a:cxn ang="0">
                  <a:pos x="231" y="63"/>
                </a:cxn>
                <a:cxn ang="0">
                  <a:pos x="257" y="0"/>
                </a:cxn>
                <a:cxn ang="0">
                  <a:pos x="263" y="95"/>
                </a:cxn>
                <a:cxn ang="0">
                  <a:pos x="295" y="82"/>
                </a:cxn>
                <a:cxn ang="0">
                  <a:pos x="320" y="31"/>
                </a:cxn>
                <a:cxn ang="0">
                  <a:pos x="358" y="63"/>
                </a:cxn>
                <a:cxn ang="0">
                  <a:pos x="383" y="145"/>
                </a:cxn>
                <a:cxn ang="0">
                  <a:pos x="402" y="126"/>
                </a:cxn>
                <a:cxn ang="0">
                  <a:pos x="408" y="107"/>
                </a:cxn>
                <a:cxn ang="0">
                  <a:pos x="433" y="164"/>
                </a:cxn>
                <a:cxn ang="0">
                  <a:pos x="452" y="189"/>
                </a:cxn>
                <a:cxn ang="0">
                  <a:pos x="478" y="158"/>
                </a:cxn>
                <a:cxn ang="0">
                  <a:pos x="484" y="133"/>
                </a:cxn>
                <a:cxn ang="0">
                  <a:pos x="497" y="151"/>
                </a:cxn>
                <a:cxn ang="0">
                  <a:pos x="516" y="227"/>
                </a:cxn>
                <a:cxn ang="0">
                  <a:pos x="547" y="259"/>
                </a:cxn>
                <a:cxn ang="0">
                  <a:pos x="553" y="335"/>
                </a:cxn>
                <a:cxn ang="0">
                  <a:pos x="572" y="322"/>
                </a:cxn>
                <a:cxn ang="0">
                  <a:pos x="579" y="341"/>
                </a:cxn>
                <a:cxn ang="0">
                  <a:pos x="604" y="474"/>
                </a:cxn>
                <a:cxn ang="0">
                  <a:pos x="629" y="398"/>
                </a:cxn>
                <a:cxn ang="0">
                  <a:pos x="673" y="606"/>
                </a:cxn>
                <a:cxn ang="0">
                  <a:pos x="699" y="657"/>
                </a:cxn>
                <a:cxn ang="0">
                  <a:pos x="718" y="638"/>
                </a:cxn>
                <a:cxn ang="0">
                  <a:pos x="737" y="663"/>
                </a:cxn>
                <a:cxn ang="0">
                  <a:pos x="756" y="859"/>
                </a:cxn>
                <a:cxn ang="0">
                  <a:pos x="781" y="859"/>
                </a:cxn>
                <a:cxn ang="0">
                  <a:pos x="800" y="941"/>
                </a:cxn>
                <a:cxn ang="0">
                  <a:pos x="831" y="979"/>
                </a:cxn>
                <a:cxn ang="0">
                  <a:pos x="995" y="1206"/>
                </a:cxn>
                <a:cxn ang="0">
                  <a:pos x="1059" y="1175"/>
                </a:cxn>
                <a:cxn ang="0">
                  <a:pos x="1078" y="1244"/>
                </a:cxn>
                <a:cxn ang="0">
                  <a:pos x="1135" y="1225"/>
                </a:cxn>
                <a:cxn ang="0">
                  <a:pos x="1198" y="1149"/>
                </a:cxn>
                <a:cxn ang="0">
                  <a:pos x="1204" y="1181"/>
                </a:cxn>
                <a:cxn ang="0">
                  <a:pos x="1210" y="1206"/>
                </a:cxn>
                <a:cxn ang="0">
                  <a:pos x="1236" y="1194"/>
                </a:cxn>
                <a:cxn ang="0">
                  <a:pos x="1261" y="1194"/>
                </a:cxn>
                <a:cxn ang="0">
                  <a:pos x="1280" y="1181"/>
                </a:cxn>
                <a:cxn ang="0">
                  <a:pos x="1305" y="1124"/>
                </a:cxn>
                <a:cxn ang="0">
                  <a:pos x="1330" y="1130"/>
                </a:cxn>
                <a:cxn ang="0">
                  <a:pos x="1349" y="1137"/>
                </a:cxn>
                <a:cxn ang="0">
                  <a:pos x="1330" y="1143"/>
                </a:cxn>
                <a:cxn ang="0">
                  <a:pos x="1273" y="1156"/>
                </a:cxn>
              </a:cxnLst>
              <a:rect l="0" t="0" r="r" b="b"/>
              <a:pathLst>
                <a:path w="1349" h="1244">
                  <a:moveTo>
                    <a:pt x="4" y="151"/>
                  </a:moveTo>
                  <a:cubicBezTo>
                    <a:pt x="46" y="82"/>
                    <a:pt x="0" y="155"/>
                    <a:pt x="42" y="95"/>
                  </a:cubicBezTo>
                  <a:cubicBezTo>
                    <a:pt x="51" y="83"/>
                    <a:pt x="67" y="57"/>
                    <a:pt x="67" y="57"/>
                  </a:cubicBezTo>
                  <a:cubicBezTo>
                    <a:pt x="69" y="63"/>
                    <a:pt x="73" y="69"/>
                    <a:pt x="73" y="76"/>
                  </a:cubicBezTo>
                  <a:cubicBezTo>
                    <a:pt x="73" y="83"/>
                    <a:pt x="64" y="101"/>
                    <a:pt x="67" y="95"/>
                  </a:cubicBezTo>
                  <a:cubicBezTo>
                    <a:pt x="103" y="28"/>
                    <a:pt x="56" y="95"/>
                    <a:pt x="99" y="38"/>
                  </a:cubicBezTo>
                  <a:cubicBezTo>
                    <a:pt x="112" y="81"/>
                    <a:pt x="118" y="36"/>
                    <a:pt x="143" y="13"/>
                  </a:cubicBezTo>
                  <a:cubicBezTo>
                    <a:pt x="145" y="32"/>
                    <a:pt x="141" y="52"/>
                    <a:pt x="149" y="69"/>
                  </a:cubicBezTo>
                  <a:cubicBezTo>
                    <a:pt x="152" y="75"/>
                    <a:pt x="163" y="68"/>
                    <a:pt x="168" y="63"/>
                  </a:cubicBezTo>
                  <a:cubicBezTo>
                    <a:pt x="181" y="50"/>
                    <a:pt x="200" y="19"/>
                    <a:pt x="200" y="19"/>
                  </a:cubicBezTo>
                  <a:cubicBezTo>
                    <a:pt x="208" y="45"/>
                    <a:pt x="192" y="81"/>
                    <a:pt x="212" y="101"/>
                  </a:cubicBezTo>
                  <a:cubicBezTo>
                    <a:pt x="222" y="111"/>
                    <a:pt x="225" y="76"/>
                    <a:pt x="231" y="63"/>
                  </a:cubicBezTo>
                  <a:cubicBezTo>
                    <a:pt x="240" y="42"/>
                    <a:pt x="249" y="21"/>
                    <a:pt x="257" y="0"/>
                  </a:cubicBezTo>
                  <a:cubicBezTo>
                    <a:pt x="259" y="32"/>
                    <a:pt x="250" y="66"/>
                    <a:pt x="263" y="95"/>
                  </a:cubicBezTo>
                  <a:cubicBezTo>
                    <a:pt x="268" y="105"/>
                    <a:pt x="287" y="90"/>
                    <a:pt x="295" y="82"/>
                  </a:cubicBezTo>
                  <a:cubicBezTo>
                    <a:pt x="308" y="68"/>
                    <a:pt x="309" y="47"/>
                    <a:pt x="320" y="31"/>
                  </a:cubicBezTo>
                  <a:cubicBezTo>
                    <a:pt x="325" y="93"/>
                    <a:pt x="324" y="147"/>
                    <a:pt x="358" y="63"/>
                  </a:cubicBezTo>
                  <a:cubicBezTo>
                    <a:pt x="367" y="90"/>
                    <a:pt x="374" y="118"/>
                    <a:pt x="383" y="145"/>
                  </a:cubicBezTo>
                  <a:cubicBezTo>
                    <a:pt x="389" y="139"/>
                    <a:pt x="397" y="133"/>
                    <a:pt x="402" y="126"/>
                  </a:cubicBezTo>
                  <a:cubicBezTo>
                    <a:pt x="406" y="120"/>
                    <a:pt x="403" y="103"/>
                    <a:pt x="408" y="107"/>
                  </a:cubicBezTo>
                  <a:cubicBezTo>
                    <a:pt x="419" y="115"/>
                    <a:pt x="428" y="148"/>
                    <a:pt x="433" y="164"/>
                  </a:cubicBezTo>
                  <a:cubicBezTo>
                    <a:pt x="444" y="244"/>
                    <a:pt x="431" y="220"/>
                    <a:pt x="452" y="189"/>
                  </a:cubicBezTo>
                  <a:cubicBezTo>
                    <a:pt x="459" y="178"/>
                    <a:pt x="469" y="168"/>
                    <a:pt x="478" y="158"/>
                  </a:cubicBezTo>
                  <a:cubicBezTo>
                    <a:pt x="480" y="150"/>
                    <a:pt x="476" y="136"/>
                    <a:pt x="484" y="133"/>
                  </a:cubicBezTo>
                  <a:cubicBezTo>
                    <a:pt x="491" y="130"/>
                    <a:pt x="494" y="144"/>
                    <a:pt x="497" y="151"/>
                  </a:cubicBezTo>
                  <a:cubicBezTo>
                    <a:pt x="507" y="175"/>
                    <a:pt x="507" y="203"/>
                    <a:pt x="516" y="227"/>
                  </a:cubicBezTo>
                  <a:cubicBezTo>
                    <a:pt x="555" y="176"/>
                    <a:pt x="538" y="223"/>
                    <a:pt x="547" y="259"/>
                  </a:cubicBezTo>
                  <a:cubicBezTo>
                    <a:pt x="549" y="284"/>
                    <a:pt x="544" y="311"/>
                    <a:pt x="553" y="335"/>
                  </a:cubicBezTo>
                  <a:cubicBezTo>
                    <a:pt x="556" y="342"/>
                    <a:pt x="565" y="320"/>
                    <a:pt x="572" y="322"/>
                  </a:cubicBezTo>
                  <a:cubicBezTo>
                    <a:pt x="579" y="324"/>
                    <a:pt x="577" y="335"/>
                    <a:pt x="579" y="341"/>
                  </a:cubicBezTo>
                  <a:cubicBezTo>
                    <a:pt x="603" y="265"/>
                    <a:pt x="581" y="428"/>
                    <a:pt x="604" y="474"/>
                  </a:cubicBezTo>
                  <a:cubicBezTo>
                    <a:pt x="610" y="444"/>
                    <a:pt x="616" y="425"/>
                    <a:pt x="629" y="398"/>
                  </a:cubicBezTo>
                  <a:cubicBezTo>
                    <a:pt x="652" y="465"/>
                    <a:pt x="652" y="538"/>
                    <a:pt x="673" y="606"/>
                  </a:cubicBezTo>
                  <a:cubicBezTo>
                    <a:pt x="699" y="544"/>
                    <a:pt x="687" y="463"/>
                    <a:pt x="699" y="657"/>
                  </a:cubicBezTo>
                  <a:cubicBezTo>
                    <a:pt x="705" y="651"/>
                    <a:pt x="714" y="630"/>
                    <a:pt x="718" y="638"/>
                  </a:cubicBezTo>
                  <a:cubicBezTo>
                    <a:pt x="738" y="683"/>
                    <a:pt x="709" y="772"/>
                    <a:pt x="737" y="663"/>
                  </a:cubicBezTo>
                  <a:cubicBezTo>
                    <a:pt x="741" y="765"/>
                    <a:pt x="742" y="782"/>
                    <a:pt x="756" y="859"/>
                  </a:cubicBezTo>
                  <a:cubicBezTo>
                    <a:pt x="759" y="847"/>
                    <a:pt x="764" y="798"/>
                    <a:pt x="781" y="859"/>
                  </a:cubicBezTo>
                  <a:cubicBezTo>
                    <a:pt x="811" y="963"/>
                    <a:pt x="767" y="892"/>
                    <a:pt x="800" y="941"/>
                  </a:cubicBezTo>
                  <a:cubicBezTo>
                    <a:pt x="811" y="975"/>
                    <a:pt x="789" y="1021"/>
                    <a:pt x="831" y="979"/>
                  </a:cubicBezTo>
                  <a:cubicBezTo>
                    <a:pt x="913" y="1087"/>
                    <a:pt x="912" y="1097"/>
                    <a:pt x="995" y="1206"/>
                  </a:cubicBezTo>
                  <a:cubicBezTo>
                    <a:pt x="1013" y="1152"/>
                    <a:pt x="1027" y="1222"/>
                    <a:pt x="1059" y="1175"/>
                  </a:cubicBezTo>
                  <a:cubicBezTo>
                    <a:pt x="1074" y="1223"/>
                    <a:pt x="1068" y="1200"/>
                    <a:pt x="1078" y="1244"/>
                  </a:cubicBezTo>
                  <a:cubicBezTo>
                    <a:pt x="1109" y="1223"/>
                    <a:pt x="1109" y="1186"/>
                    <a:pt x="1135" y="1225"/>
                  </a:cubicBezTo>
                  <a:cubicBezTo>
                    <a:pt x="1164" y="1203"/>
                    <a:pt x="1175" y="1178"/>
                    <a:pt x="1198" y="1149"/>
                  </a:cubicBezTo>
                  <a:cubicBezTo>
                    <a:pt x="1200" y="1160"/>
                    <a:pt x="1202" y="1170"/>
                    <a:pt x="1204" y="1181"/>
                  </a:cubicBezTo>
                  <a:cubicBezTo>
                    <a:pt x="1206" y="1189"/>
                    <a:pt x="1202" y="1203"/>
                    <a:pt x="1210" y="1206"/>
                  </a:cubicBezTo>
                  <a:cubicBezTo>
                    <a:pt x="1219" y="1210"/>
                    <a:pt x="1227" y="1198"/>
                    <a:pt x="1236" y="1194"/>
                  </a:cubicBezTo>
                  <a:cubicBezTo>
                    <a:pt x="1264" y="1149"/>
                    <a:pt x="1231" y="1188"/>
                    <a:pt x="1261" y="1194"/>
                  </a:cubicBezTo>
                  <a:cubicBezTo>
                    <a:pt x="1269" y="1195"/>
                    <a:pt x="1274" y="1185"/>
                    <a:pt x="1280" y="1181"/>
                  </a:cubicBezTo>
                  <a:cubicBezTo>
                    <a:pt x="1292" y="1162"/>
                    <a:pt x="1298" y="1145"/>
                    <a:pt x="1305" y="1124"/>
                  </a:cubicBezTo>
                  <a:cubicBezTo>
                    <a:pt x="1317" y="1187"/>
                    <a:pt x="1301" y="1145"/>
                    <a:pt x="1330" y="1130"/>
                  </a:cubicBezTo>
                  <a:cubicBezTo>
                    <a:pt x="1336" y="1127"/>
                    <a:pt x="1343" y="1135"/>
                    <a:pt x="1349" y="1137"/>
                  </a:cubicBezTo>
                  <a:cubicBezTo>
                    <a:pt x="1349" y="1137"/>
                    <a:pt x="1336" y="1140"/>
                    <a:pt x="1330" y="1143"/>
                  </a:cubicBezTo>
                  <a:cubicBezTo>
                    <a:pt x="1288" y="1161"/>
                    <a:pt x="1322" y="1156"/>
                    <a:pt x="1273" y="1156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53" name="Freeform 285"/>
            <p:cNvSpPr>
              <a:spLocks/>
            </p:cNvSpPr>
            <p:nvPr/>
          </p:nvSpPr>
          <p:spPr bwMode="auto">
            <a:xfrm>
              <a:off x="2046" y="2559"/>
              <a:ext cx="1396" cy="1206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50" y="81"/>
                </a:cxn>
                <a:cxn ang="0">
                  <a:pos x="76" y="62"/>
                </a:cxn>
                <a:cxn ang="0">
                  <a:pos x="107" y="17"/>
                </a:cxn>
                <a:cxn ang="0">
                  <a:pos x="139" y="100"/>
                </a:cxn>
                <a:cxn ang="0">
                  <a:pos x="196" y="74"/>
                </a:cxn>
                <a:cxn ang="0">
                  <a:pos x="240" y="43"/>
                </a:cxn>
                <a:cxn ang="0">
                  <a:pos x="253" y="93"/>
                </a:cxn>
                <a:cxn ang="0">
                  <a:pos x="303" y="68"/>
                </a:cxn>
                <a:cxn ang="0">
                  <a:pos x="328" y="112"/>
                </a:cxn>
                <a:cxn ang="0">
                  <a:pos x="379" y="62"/>
                </a:cxn>
                <a:cxn ang="0">
                  <a:pos x="417" y="125"/>
                </a:cxn>
                <a:cxn ang="0">
                  <a:pos x="429" y="106"/>
                </a:cxn>
                <a:cxn ang="0">
                  <a:pos x="436" y="137"/>
                </a:cxn>
                <a:cxn ang="0">
                  <a:pos x="455" y="207"/>
                </a:cxn>
                <a:cxn ang="0">
                  <a:pos x="486" y="213"/>
                </a:cxn>
                <a:cxn ang="0">
                  <a:pos x="518" y="207"/>
                </a:cxn>
                <a:cxn ang="0">
                  <a:pos x="524" y="226"/>
                </a:cxn>
                <a:cxn ang="0">
                  <a:pos x="543" y="232"/>
                </a:cxn>
                <a:cxn ang="0">
                  <a:pos x="549" y="283"/>
                </a:cxn>
                <a:cxn ang="0">
                  <a:pos x="562" y="321"/>
                </a:cxn>
                <a:cxn ang="0">
                  <a:pos x="606" y="359"/>
                </a:cxn>
                <a:cxn ang="0">
                  <a:pos x="625" y="415"/>
                </a:cxn>
                <a:cxn ang="0">
                  <a:pos x="669" y="580"/>
                </a:cxn>
                <a:cxn ang="0">
                  <a:pos x="695" y="719"/>
                </a:cxn>
                <a:cxn ang="0">
                  <a:pos x="701" y="693"/>
                </a:cxn>
                <a:cxn ang="0">
                  <a:pos x="707" y="712"/>
                </a:cxn>
                <a:cxn ang="0">
                  <a:pos x="714" y="731"/>
                </a:cxn>
                <a:cxn ang="0">
                  <a:pos x="733" y="807"/>
                </a:cxn>
                <a:cxn ang="0">
                  <a:pos x="739" y="895"/>
                </a:cxn>
                <a:cxn ang="0">
                  <a:pos x="758" y="927"/>
                </a:cxn>
                <a:cxn ang="0">
                  <a:pos x="802" y="1041"/>
                </a:cxn>
                <a:cxn ang="0">
                  <a:pos x="846" y="1041"/>
                </a:cxn>
                <a:cxn ang="0">
                  <a:pos x="922" y="1116"/>
                </a:cxn>
                <a:cxn ang="0">
                  <a:pos x="947" y="1186"/>
                </a:cxn>
                <a:cxn ang="0">
                  <a:pos x="947" y="1161"/>
                </a:cxn>
                <a:cxn ang="0">
                  <a:pos x="998" y="1192"/>
                </a:cxn>
                <a:cxn ang="0">
                  <a:pos x="1036" y="1161"/>
                </a:cxn>
                <a:cxn ang="0">
                  <a:pos x="1048" y="1180"/>
                </a:cxn>
                <a:cxn ang="0">
                  <a:pos x="1074" y="1192"/>
                </a:cxn>
                <a:cxn ang="0">
                  <a:pos x="1162" y="1167"/>
                </a:cxn>
                <a:cxn ang="0">
                  <a:pos x="1232" y="1161"/>
                </a:cxn>
                <a:cxn ang="0">
                  <a:pos x="1295" y="1110"/>
                </a:cxn>
                <a:cxn ang="0">
                  <a:pos x="1358" y="1123"/>
                </a:cxn>
                <a:cxn ang="0">
                  <a:pos x="1396" y="1085"/>
                </a:cxn>
              </a:cxnLst>
              <a:rect l="0" t="0" r="r" b="b"/>
              <a:pathLst>
                <a:path w="1396" h="1206">
                  <a:moveTo>
                    <a:pt x="0" y="156"/>
                  </a:moveTo>
                  <a:cubicBezTo>
                    <a:pt x="17" y="134"/>
                    <a:pt x="32" y="101"/>
                    <a:pt x="50" y="81"/>
                  </a:cubicBezTo>
                  <a:cubicBezTo>
                    <a:pt x="57" y="73"/>
                    <a:pt x="68" y="70"/>
                    <a:pt x="76" y="62"/>
                  </a:cubicBezTo>
                  <a:cubicBezTo>
                    <a:pt x="85" y="53"/>
                    <a:pt x="100" y="29"/>
                    <a:pt x="107" y="17"/>
                  </a:cubicBezTo>
                  <a:cubicBezTo>
                    <a:pt x="114" y="59"/>
                    <a:pt x="111" y="72"/>
                    <a:pt x="139" y="100"/>
                  </a:cubicBezTo>
                  <a:cubicBezTo>
                    <a:pt x="166" y="91"/>
                    <a:pt x="176" y="91"/>
                    <a:pt x="196" y="74"/>
                  </a:cubicBezTo>
                  <a:cubicBezTo>
                    <a:pt x="233" y="42"/>
                    <a:pt x="206" y="54"/>
                    <a:pt x="240" y="43"/>
                  </a:cubicBezTo>
                  <a:cubicBezTo>
                    <a:pt x="240" y="44"/>
                    <a:pt x="252" y="93"/>
                    <a:pt x="253" y="93"/>
                  </a:cubicBezTo>
                  <a:cubicBezTo>
                    <a:pt x="271" y="96"/>
                    <a:pt x="285" y="74"/>
                    <a:pt x="303" y="68"/>
                  </a:cubicBezTo>
                  <a:cubicBezTo>
                    <a:pt x="325" y="0"/>
                    <a:pt x="322" y="29"/>
                    <a:pt x="328" y="112"/>
                  </a:cubicBezTo>
                  <a:cubicBezTo>
                    <a:pt x="362" y="87"/>
                    <a:pt x="348" y="81"/>
                    <a:pt x="379" y="62"/>
                  </a:cubicBezTo>
                  <a:cubicBezTo>
                    <a:pt x="389" y="104"/>
                    <a:pt x="361" y="152"/>
                    <a:pt x="417" y="125"/>
                  </a:cubicBezTo>
                  <a:cubicBezTo>
                    <a:pt x="421" y="119"/>
                    <a:pt x="423" y="102"/>
                    <a:pt x="429" y="106"/>
                  </a:cubicBezTo>
                  <a:cubicBezTo>
                    <a:pt x="438" y="112"/>
                    <a:pt x="434" y="127"/>
                    <a:pt x="436" y="137"/>
                  </a:cubicBezTo>
                  <a:cubicBezTo>
                    <a:pt x="447" y="193"/>
                    <a:pt x="435" y="157"/>
                    <a:pt x="455" y="207"/>
                  </a:cubicBezTo>
                  <a:cubicBezTo>
                    <a:pt x="502" y="175"/>
                    <a:pt x="449" y="202"/>
                    <a:pt x="486" y="213"/>
                  </a:cubicBezTo>
                  <a:cubicBezTo>
                    <a:pt x="496" y="216"/>
                    <a:pt x="507" y="209"/>
                    <a:pt x="518" y="207"/>
                  </a:cubicBezTo>
                  <a:cubicBezTo>
                    <a:pt x="520" y="213"/>
                    <a:pt x="519" y="221"/>
                    <a:pt x="524" y="226"/>
                  </a:cubicBezTo>
                  <a:cubicBezTo>
                    <a:pt x="529" y="231"/>
                    <a:pt x="540" y="226"/>
                    <a:pt x="543" y="232"/>
                  </a:cubicBezTo>
                  <a:cubicBezTo>
                    <a:pt x="550" y="248"/>
                    <a:pt x="545" y="266"/>
                    <a:pt x="549" y="283"/>
                  </a:cubicBezTo>
                  <a:cubicBezTo>
                    <a:pt x="552" y="296"/>
                    <a:pt x="558" y="308"/>
                    <a:pt x="562" y="321"/>
                  </a:cubicBezTo>
                  <a:cubicBezTo>
                    <a:pt x="610" y="273"/>
                    <a:pt x="599" y="288"/>
                    <a:pt x="606" y="359"/>
                  </a:cubicBezTo>
                  <a:cubicBezTo>
                    <a:pt x="653" y="327"/>
                    <a:pt x="629" y="392"/>
                    <a:pt x="625" y="415"/>
                  </a:cubicBezTo>
                  <a:cubicBezTo>
                    <a:pt x="631" y="518"/>
                    <a:pt x="607" y="533"/>
                    <a:pt x="669" y="580"/>
                  </a:cubicBezTo>
                  <a:cubicBezTo>
                    <a:pt x="682" y="626"/>
                    <a:pt x="685" y="673"/>
                    <a:pt x="695" y="719"/>
                  </a:cubicBezTo>
                  <a:cubicBezTo>
                    <a:pt x="697" y="710"/>
                    <a:pt x="693" y="697"/>
                    <a:pt x="701" y="693"/>
                  </a:cubicBezTo>
                  <a:cubicBezTo>
                    <a:pt x="707" y="690"/>
                    <a:pt x="705" y="706"/>
                    <a:pt x="707" y="712"/>
                  </a:cubicBezTo>
                  <a:cubicBezTo>
                    <a:pt x="709" y="718"/>
                    <a:pt x="712" y="725"/>
                    <a:pt x="714" y="731"/>
                  </a:cubicBezTo>
                  <a:cubicBezTo>
                    <a:pt x="722" y="756"/>
                    <a:pt x="733" y="807"/>
                    <a:pt x="733" y="807"/>
                  </a:cubicBezTo>
                  <a:cubicBezTo>
                    <a:pt x="735" y="836"/>
                    <a:pt x="733" y="866"/>
                    <a:pt x="739" y="895"/>
                  </a:cubicBezTo>
                  <a:cubicBezTo>
                    <a:pt x="742" y="907"/>
                    <a:pt x="753" y="916"/>
                    <a:pt x="758" y="927"/>
                  </a:cubicBezTo>
                  <a:cubicBezTo>
                    <a:pt x="776" y="965"/>
                    <a:pt x="778" y="1005"/>
                    <a:pt x="802" y="1041"/>
                  </a:cubicBezTo>
                  <a:cubicBezTo>
                    <a:pt x="813" y="1006"/>
                    <a:pt x="817" y="1030"/>
                    <a:pt x="846" y="1041"/>
                  </a:cubicBezTo>
                  <a:cubicBezTo>
                    <a:pt x="878" y="1083"/>
                    <a:pt x="874" y="1098"/>
                    <a:pt x="922" y="1116"/>
                  </a:cubicBezTo>
                  <a:cubicBezTo>
                    <a:pt x="940" y="1142"/>
                    <a:pt x="936" y="1157"/>
                    <a:pt x="947" y="1186"/>
                  </a:cubicBezTo>
                  <a:cubicBezTo>
                    <a:pt x="955" y="1206"/>
                    <a:pt x="937" y="1142"/>
                    <a:pt x="947" y="1161"/>
                  </a:cubicBezTo>
                  <a:cubicBezTo>
                    <a:pt x="954" y="1144"/>
                    <a:pt x="987" y="1206"/>
                    <a:pt x="998" y="1192"/>
                  </a:cubicBezTo>
                  <a:cubicBezTo>
                    <a:pt x="1008" y="1179"/>
                    <a:pt x="1024" y="1173"/>
                    <a:pt x="1036" y="1161"/>
                  </a:cubicBezTo>
                  <a:cubicBezTo>
                    <a:pt x="1040" y="1167"/>
                    <a:pt x="1041" y="1177"/>
                    <a:pt x="1048" y="1180"/>
                  </a:cubicBezTo>
                  <a:cubicBezTo>
                    <a:pt x="1082" y="1193"/>
                    <a:pt x="1056" y="1144"/>
                    <a:pt x="1074" y="1192"/>
                  </a:cubicBezTo>
                  <a:cubicBezTo>
                    <a:pt x="1145" y="1157"/>
                    <a:pt x="1114" y="1156"/>
                    <a:pt x="1162" y="1167"/>
                  </a:cubicBezTo>
                  <a:cubicBezTo>
                    <a:pt x="1192" y="1160"/>
                    <a:pt x="1201" y="1153"/>
                    <a:pt x="1232" y="1161"/>
                  </a:cubicBezTo>
                  <a:cubicBezTo>
                    <a:pt x="1251" y="1141"/>
                    <a:pt x="1295" y="1110"/>
                    <a:pt x="1295" y="1110"/>
                  </a:cubicBezTo>
                  <a:cubicBezTo>
                    <a:pt x="1314" y="1140"/>
                    <a:pt x="1327" y="1138"/>
                    <a:pt x="1358" y="1123"/>
                  </a:cubicBezTo>
                  <a:cubicBezTo>
                    <a:pt x="1373" y="1077"/>
                    <a:pt x="1357" y="1085"/>
                    <a:pt x="1396" y="108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54" name="Freeform 286"/>
            <p:cNvSpPr>
              <a:spLocks/>
            </p:cNvSpPr>
            <p:nvPr/>
          </p:nvSpPr>
          <p:spPr bwMode="auto">
            <a:xfrm>
              <a:off x="1876" y="2596"/>
              <a:ext cx="1472" cy="1067"/>
            </a:xfrm>
            <a:custGeom>
              <a:avLst/>
              <a:gdLst/>
              <a:ahLst/>
              <a:cxnLst>
                <a:cxn ang="0">
                  <a:pos x="1472" y="1048"/>
                </a:cxn>
                <a:cxn ang="0">
                  <a:pos x="1409" y="1023"/>
                </a:cxn>
                <a:cxn ang="0">
                  <a:pos x="1415" y="991"/>
                </a:cxn>
                <a:cxn ang="0">
                  <a:pos x="1421" y="966"/>
                </a:cxn>
                <a:cxn ang="0">
                  <a:pos x="1415" y="941"/>
                </a:cxn>
                <a:cxn ang="0">
                  <a:pos x="1409" y="909"/>
                </a:cxn>
                <a:cxn ang="0">
                  <a:pos x="1377" y="947"/>
                </a:cxn>
                <a:cxn ang="0">
                  <a:pos x="1352" y="833"/>
                </a:cxn>
                <a:cxn ang="0">
                  <a:pos x="1320" y="695"/>
                </a:cxn>
                <a:cxn ang="0">
                  <a:pos x="1301" y="707"/>
                </a:cxn>
                <a:cxn ang="0">
                  <a:pos x="1295" y="682"/>
                </a:cxn>
                <a:cxn ang="0">
                  <a:pos x="1257" y="587"/>
                </a:cxn>
                <a:cxn ang="0">
                  <a:pos x="1219" y="473"/>
                </a:cxn>
                <a:cxn ang="0">
                  <a:pos x="1200" y="480"/>
                </a:cxn>
                <a:cxn ang="0">
                  <a:pos x="1143" y="385"/>
                </a:cxn>
                <a:cxn ang="0">
                  <a:pos x="1105" y="259"/>
                </a:cxn>
                <a:cxn ang="0">
                  <a:pos x="1080" y="221"/>
                </a:cxn>
                <a:cxn ang="0">
                  <a:pos x="1042" y="170"/>
                </a:cxn>
                <a:cxn ang="0">
                  <a:pos x="1023" y="177"/>
                </a:cxn>
                <a:cxn ang="0">
                  <a:pos x="1017" y="196"/>
                </a:cxn>
                <a:cxn ang="0">
                  <a:pos x="1011" y="177"/>
                </a:cxn>
                <a:cxn ang="0">
                  <a:pos x="966" y="120"/>
                </a:cxn>
                <a:cxn ang="0">
                  <a:pos x="948" y="126"/>
                </a:cxn>
                <a:cxn ang="0">
                  <a:pos x="859" y="57"/>
                </a:cxn>
                <a:cxn ang="0">
                  <a:pos x="853" y="76"/>
                </a:cxn>
                <a:cxn ang="0">
                  <a:pos x="821" y="44"/>
                </a:cxn>
                <a:cxn ang="0">
                  <a:pos x="752" y="19"/>
                </a:cxn>
                <a:cxn ang="0">
                  <a:pos x="689" y="0"/>
                </a:cxn>
                <a:cxn ang="0">
                  <a:pos x="651" y="25"/>
                </a:cxn>
                <a:cxn ang="0">
                  <a:pos x="625" y="50"/>
                </a:cxn>
                <a:cxn ang="0">
                  <a:pos x="619" y="69"/>
                </a:cxn>
                <a:cxn ang="0">
                  <a:pos x="613" y="50"/>
                </a:cxn>
                <a:cxn ang="0">
                  <a:pos x="588" y="25"/>
                </a:cxn>
                <a:cxn ang="0">
                  <a:pos x="569" y="82"/>
                </a:cxn>
                <a:cxn ang="0">
                  <a:pos x="562" y="63"/>
                </a:cxn>
                <a:cxn ang="0">
                  <a:pos x="543" y="50"/>
                </a:cxn>
                <a:cxn ang="0">
                  <a:pos x="512" y="82"/>
                </a:cxn>
                <a:cxn ang="0">
                  <a:pos x="486" y="126"/>
                </a:cxn>
                <a:cxn ang="0">
                  <a:pos x="480" y="151"/>
                </a:cxn>
                <a:cxn ang="0">
                  <a:pos x="474" y="132"/>
                </a:cxn>
                <a:cxn ang="0">
                  <a:pos x="449" y="145"/>
                </a:cxn>
                <a:cxn ang="0">
                  <a:pos x="423" y="208"/>
                </a:cxn>
                <a:cxn ang="0">
                  <a:pos x="417" y="183"/>
                </a:cxn>
                <a:cxn ang="0">
                  <a:pos x="398" y="196"/>
                </a:cxn>
                <a:cxn ang="0">
                  <a:pos x="373" y="252"/>
                </a:cxn>
                <a:cxn ang="0">
                  <a:pos x="335" y="379"/>
                </a:cxn>
                <a:cxn ang="0">
                  <a:pos x="310" y="429"/>
                </a:cxn>
                <a:cxn ang="0">
                  <a:pos x="291" y="518"/>
                </a:cxn>
                <a:cxn ang="0">
                  <a:pos x="240" y="688"/>
                </a:cxn>
                <a:cxn ang="0">
                  <a:pos x="171" y="884"/>
                </a:cxn>
                <a:cxn ang="0">
                  <a:pos x="164" y="865"/>
                </a:cxn>
                <a:cxn ang="0">
                  <a:pos x="158" y="840"/>
                </a:cxn>
                <a:cxn ang="0">
                  <a:pos x="145" y="897"/>
                </a:cxn>
                <a:cxn ang="0">
                  <a:pos x="108" y="1067"/>
                </a:cxn>
                <a:cxn ang="0">
                  <a:pos x="70" y="1055"/>
                </a:cxn>
                <a:cxn ang="0">
                  <a:pos x="0" y="1055"/>
                </a:cxn>
              </a:cxnLst>
              <a:rect l="0" t="0" r="r" b="b"/>
              <a:pathLst>
                <a:path w="1472" h="1067">
                  <a:moveTo>
                    <a:pt x="1472" y="1048"/>
                  </a:moveTo>
                  <a:cubicBezTo>
                    <a:pt x="1451" y="1038"/>
                    <a:pt x="1431" y="1030"/>
                    <a:pt x="1409" y="1023"/>
                  </a:cubicBezTo>
                  <a:cubicBezTo>
                    <a:pt x="1411" y="1012"/>
                    <a:pt x="1413" y="1002"/>
                    <a:pt x="1415" y="991"/>
                  </a:cubicBezTo>
                  <a:cubicBezTo>
                    <a:pt x="1418" y="978"/>
                    <a:pt x="1439" y="902"/>
                    <a:pt x="1421" y="966"/>
                  </a:cubicBezTo>
                  <a:cubicBezTo>
                    <a:pt x="1419" y="958"/>
                    <a:pt x="1417" y="949"/>
                    <a:pt x="1415" y="941"/>
                  </a:cubicBezTo>
                  <a:cubicBezTo>
                    <a:pt x="1413" y="930"/>
                    <a:pt x="1419" y="914"/>
                    <a:pt x="1409" y="909"/>
                  </a:cubicBezTo>
                  <a:cubicBezTo>
                    <a:pt x="1403" y="906"/>
                    <a:pt x="1379" y="944"/>
                    <a:pt x="1377" y="947"/>
                  </a:cubicBezTo>
                  <a:cubicBezTo>
                    <a:pt x="1372" y="890"/>
                    <a:pt x="1373" y="878"/>
                    <a:pt x="1352" y="833"/>
                  </a:cubicBezTo>
                  <a:cubicBezTo>
                    <a:pt x="1343" y="787"/>
                    <a:pt x="1335" y="739"/>
                    <a:pt x="1320" y="695"/>
                  </a:cubicBezTo>
                  <a:cubicBezTo>
                    <a:pt x="1314" y="699"/>
                    <a:pt x="1308" y="710"/>
                    <a:pt x="1301" y="707"/>
                  </a:cubicBezTo>
                  <a:cubicBezTo>
                    <a:pt x="1293" y="703"/>
                    <a:pt x="1297" y="690"/>
                    <a:pt x="1295" y="682"/>
                  </a:cubicBezTo>
                  <a:cubicBezTo>
                    <a:pt x="1286" y="650"/>
                    <a:pt x="1275" y="614"/>
                    <a:pt x="1257" y="587"/>
                  </a:cubicBezTo>
                  <a:cubicBezTo>
                    <a:pt x="1245" y="548"/>
                    <a:pt x="1228" y="512"/>
                    <a:pt x="1219" y="473"/>
                  </a:cubicBezTo>
                  <a:cubicBezTo>
                    <a:pt x="1213" y="475"/>
                    <a:pt x="1204" y="485"/>
                    <a:pt x="1200" y="480"/>
                  </a:cubicBezTo>
                  <a:cubicBezTo>
                    <a:pt x="1173" y="449"/>
                    <a:pt x="1187" y="399"/>
                    <a:pt x="1143" y="385"/>
                  </a:cubicBezTo>
                  <a:cubicBezTo>
                    <a:pt x="1136" y="340"/>
                    <a:pt x="1131" y="297"/>
                    <a:pt x="1105" y="259"/>
                  </a:cubicBezTo>
                  <a:cubicBezTo>
                    <a:pt x="1094" y="225"/>
                    <a:pt x="1106" y="254"/>
                    <a:pt x="1080" y="221"/>
                  </a:cubicBezTo>
                  <a:cubicBezTo>
                    <a:pt x="1067" y="205"/>
                    <a:pt x="1042" y="170"/>
                    <a:pt x="1042" y="170"/>
                  </a:cubicBezTo>
                  <a:cubicBezTo>
                    <a:pt x="1036" y="172"/>
                    <a:pt x="1028" y="172"/>
                    <a:pt x="1023" y="177"/>
                  </a:cubicBezTo>
                  <a:cubicBezTo>
                    <a:pt x="1018" y="182"/>
                    <a:pt x="1024" y="196"/>
                    <a:pt x="1017" y="196"/>
                  </a:cubicBezTo>
                  <a:cubicBezTo>
                    <a:pt x="1010" y="196"/>
                    <a:pt x="1015" y="183"/>
                    <a:pt x="1011" y="177"/>
                  </a:cubicBezTo>
                  <a:cubicBezTo>
                    <a:pt x="998" y="157"/>
                    <a:pt x="966" y="120"/>
                    <a:pt x="966" y="120"/>
                  </a:cubicBezTo>
                  <a:cubicBezTo>
                    <a:pt x="960" y="122"/>
                    <a:pt x="953" y="129"/>
                    <a:pt x="948" y="126"/>
                  </a:cubicBezTo>
                  <a:cubicBezTo>
                    <a:pt x="901" y="96"/>
                    <a:pt x="906" y="72"/>
                    <a:pt x="859" y="57"/>
                  </a:cubicBezTo>
                  <a:cubicBezTo>
                    <a:pt x="857" y="63"/>
                    <a:pt x="859" y="74"/>
                    <a:pt x="853" y="76"/>
                  </a:cubicBezTo>
                  <a:cubicBezTo>
                    <a:pt x="839" y="79"/>
                    <a:pt x="827" y="49"/>
                    <a:pt x="821" y="44"/>
                  </a:cubicBezTo>
                  <a:cubicBezTo>
                    <a:pt x="795" y="24"/>
                    <a:pt x="781" y="25"/>
                    <a:pt x="752" y="19"/>
                  </a:cubicBezTo>
                  <a:cubicBezTo>
                    <a:pt x="718" y="40"/>
                    <a:pt x="719" y="19"/>
                    <a:pt x="689" y="0"/>
                  </a:cubicBezTo>
                  <a:cubicBezTo>
                    <a:pt x="668" y="30"/>
                    <a:pt x="684" y="48"/>
                    <a:pt x="651" y="25"/>
                  </a:cubicBezTo>
                  <a:cubicBezTo>
                    <a:pt x="642" y="33"/>
                    <a:pt x="632" y="40"/>
                    <a:pt x="625" y="50"/>
                  </a:cubicBezTo>
                  <a:cubicBezTo>
                    <a:pt x="621" y="55"/>
                    <a:pt x="626" y="69"/>
                    <a:pt x="619" y="69"/>
                  </a:cubicBezTo>
                  <a:cubicBezTo>
                    <a:pt x="612" y="69"/>
                    <a:pt x="615" y="56"/>
                    <a:pt x="613" y="50"/>
                  </a:cubicBezTo>
                  <a:cubicBezTo>
                    <a:pt x="605" y="25"/>
                    <a:pt x="612" y="33"/>
                    <a:pt x="588" y="25"/>
                  </a:cubicBezTo>
                  <a:cubicBezTo>
                    <a:pt x="587" y="29"/>
                    <a:pt x="579" y="79"/>
                    <a:pt x="569" y="82"/>
                  </a:cubicBezTo>
                  <a:cubicBezTo>
                    <a:pt x="563" y="84"/>
                    <a:pt x="566" y="68"/>
                    <a:pt x="562" y="63"/>
                  </a:cubicBezTo>
                  <a:cubicBezTo>
                    <a:pt x="557" y="57"/>
                    <a:pt x="549" y="54"/>
                    <a:pt x="543" y="50"/>
                  </a:cubicBezTo>
                  <a:cubicBezTo>
                    <a:pt x="529" y="109"/>
                    <a:pt x="551" y="50"/>
                    <a:pt x="512" y="82"/>
                  </a:cubicBezTo>
                  <a:cubicBezTo>
                    <a:pt x="499" y="93"/>
                    <a:pt x="496" y="112"/>
                    <a:pt x="486" y="126"/>
                  </a:cubicBezTo>
                  <a:cubicBezTo>
                    <a:pt x="484" y="134"/>
                    <a:pt x="488" y="147"/>
                    <a:pt x="480" y="151"/>
                  </a:cubicBezTo>
                  <a:cubicBezTo>
                    <a:pt x="474" y="154"/>
                    <a:pt x="481" y="133"/>
                    <a:pt x="474" y="132"/>
                  </a:cubicBezTo>
                  <a:cubicBezTo>
                    <a:pt x="465" y="130"/>
                    <a:pt x="457" y="141"/>
                    <a:pt x="449" y="145"/>
                  </a:cubicBezTo>
                  <a:cubicBezTo>
                    <a:pt x="434" y="166"/>
                    <a:pt x="430" y="183"/>
                    <a:pt x="423" y="208"/>
                  </a:cubicBezTo>
                  <a:cubicBezTo>
                    <a:pt x="421" y="200"/>
                    <a:pt x="425" y="187"/>
                    <a:pt x="417" y="183"/>
                  </a:cubicBezTo>
                  <a:cubicBezTo>
                    <a:pt x="410" y="180"/>
                    <a:pt x="403" y="190"/>
                    <a:pt x="398" y="196"/>
                  </a:cubicBezTo>
                  <a:cubicBezTo>
                    <a:pt x="388" y="209"/>
                    <a:pt x="383" y="236"/>
                    <a:pt x="373" y="252"/>
                  </a:cubicBezTo>
                  <a:cubicBezTo>
                    <a:pt x="367" y="290"/>
                    <a:pt x="353" y="343"/>
                    <a:pt x="335" y="379"/>
                  </a:cubicBezTo>
                  <a:cubicBezTo>
                    <a:pt x="314" y="422"/>
                    <a:pt x="328" y="370"/>
                    <a:pt x="310" y="429"/>
                  </a:cubicBezTo>
                  <a:cubicBezTo>
                    <a:pt x="301" y="458"/>
                    <a:pt x="300" y="489"/>
                    <a:pt x="291" y="518"/>
                  </a:cubicBezTo>
                  <a:cubicBezTo>
                    <a:pt x="241" y="418"/>
                    <a:pt x="312" y="665"/>
                    <a:pt x="240" y="688"/>
                  </a:cubicBezTo>
                  <a:cubicBezTo>
                    <a:pt x="205" y="746"/>
                    <a:pt x="195" y="820"/>
                    <a:pt x="171" y="884"/>
                  </a:cubicBezTo>
                  <a:cubicBezTo>
                    <a:pt x="169" y="878"/>
                    <a:pt x="166" y="871"/>
                    <a:pt x="164" y="865"/>
                  </a:cubicBezTo>
                  <a:cubicBezTo>
                    <a:pt x="162" y="857"/>
                    <a:pt x="166" y="836"/>
                    <a:pt x="158" y="840"/>
                  </a:cubicBezTo>
                  <a:cubicBezTo>
                    <a:pt x="141" y="849"/>
                    <a:pt x="151" y="878"/>
                    <a:pt x="145" y="897"/>
                  </a:cubicBezTo>
                  <a:cubicBezTo>
                    <a:pt x="128" y="953"/>
                    <a:pt x="126" y="1011"/>
                    <a:pt x="108" y="1067"/>
                  </a:cubicBezTo>
                  <a:cubicBezTo>
                    <a:pt x="99" y="1035"/>
                    <a:pt x="93" y="1019"/>
                    <a:pt x="70" y="1055"/>
                  </a:cubicBezTo>
                  <a:cubicBezTo>
                    <a:pt x="36" y="1032"/>
                    <a:pt x="36" y="1055"/>
                    <a:pt x="0" y="105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55" name="Freeform 287"/>
            <p:cNvSpPr>
              <a:spLocks/>
            </p:cNvSpPr>
            <p:nvPr/>
          </p:nvSpPr>
          <p:spPr bwMode="auto">
            <a:xfrm flipV="1">
              <a:off x="1976" y="2550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56" name="Freeform 288"/>
            <p:cNvSpPr>
              <a:spLocks/>
            </p:cNvSpPr>
            <p:nvPr/>
          </p:nvSpPr>
          <p:spPr bwMode="auto">
            <a:xfrm>
              <a:off x="1958" y="2594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57" name="Freeform 289"/>
            <p:cNvSpPr>
              <a:spLocks/>
            </p:cNvSpPr>
            <p:nvPr/>
          </p:nvSpPr>
          <p:spPr bwMode="auto">
            <a:xfrm flipV="1">
              <a:off x="1930" y="2564"/>
              <a:ext cx="1492" cy="1162"/>
            </a:xfrm>
            <a:custGeom>
              <a:avLst/>
              <a:gdLst/>
              <a:ahLst/>
              <a:cxnLst>
                <a:cxn ang="0">
                  <a:pos x="34" y="1093"/>
                </a:cxn>
                <a:cxn ang="0">
                  <a:pos x="72" y="1093"/>
                </a:cxn>
                <a:cxn ang="0">
                  <a:pos x="91" y="1112"/>
                </a:cxn>
                <a:cxn ang="0">
                  <a:pos x="160" y="1086"/>
                </a:cxn>
                <a:cxn ang="0">
                  <a:pos x="173" y="1124"/>
                </a:cxn>
                <a:cxn ang="0">
                  <a:pos x="223" y="1143"/>
                </a:cxn>
                <a:cxn ang="0">
                  <a:pos x="287" y="1143"/>
                </a:cxn>
                <a:cxn ang="0">
                  <a:pos x="337" y="1162"/>
                </a:cxn>
                <a:cxn ang="0">
                  <a:pos x="369" y="1124"/>
                </a:cxn>
                <a:cxn ang="0">
                  <a:pos x="432" y="1105"/>
                </a:cxn>
                <a:cxn ang="0">
                  <a:pos x="495" y="1068"/>
                </a:cxn>
                <a:cxn ang="0">
                  <a:pos x="533" y="1061"/>
                </a:cxn>
                <a:cxn ang="0">
                  <a:pos x="571" y="1061"/>
                </a:cxn>
                <a:cxn ang="0">
                  <a:pos x="590" y="1074"/>
                </a:cxn>
                <a:cxn ang="0">
                  <a:pos x="621" y="954"/>
                </a:cxn>
                <a:cxn ang="0">
                  <a:pos x="628" y="973"/>
                </a:cxn>
                <a:cxn ang="0">
                  <a:pos x="634" y="948"/>
                </a:cxn>
                <a:cxn ang="0">
                  <a:pos x="647" y="922"/>
                </a:cxn>
                <a:cxn ang="0">
                  <a:pos x="691" y="809"/>
                </a:cxn>
                <a:cxn ang="0">
                  <a:pos x="741" y="657"/>
                </a:cxn>
                <a:cxn ang="0">
                  <a:pos x="767" y="606"/>
                </a:cxn>
                <a:cxn ang="0">
                  <a:pos x="798" y="531"/>
                </a:cxn>
                <a:cxn ang="0">
                  <a:pos x="805" y="499"/>
                </a:cxn>
                <a:cxn ang="0">
                  <a:pos x="811" y="480"/>
                </a:cxn>
                <a:cxn ang="0">
                  <a:pos x="823" y="430"/>
                </a:cxn>
                <a:cxn ang="0">
                  <a:pos x="861" y="329"/>
                </a:cxn>
                <a:cxn ang="0">
                  <a:pos x="956" y="120"/>
                </a:cxn>
                <a:cxn ang="0">
                  <a:pos x="988" y="101"/>
                </a:cxn>
                <a:cxn ang="0">
                  <a:pos x="1007" y="63"/>
                </a:cxn>
                <a:cxn ang="0">
                  <a:pos x="1013" y="89"/>
                </a:cxn>
                <a:cxn ang="0">
                  <a:pos x="1019" y="108"/>
                </a:cxn>
                <a:cxn ang="0">
                  <a:pos x="1057" y="57"/>
                </a:cxn>
                <a:cxn ang="0">
                  <a:pos x="1063" y="89"/>
                </a:cxn>
                <a:cxn ang="0">
                  <a:pos x="1070" y="114"/>
                </a:cxn>
                <a:cxn ang="0">
                  <a:pos x="1095" y="82"/>
                </a:cxn>
                <a:cxn ang="0">
                  <a:pos x="1101" y="57"/>
                </a:cxn>
                <a:cxn ang="0">
                  <a:pos x="1108" y="38"/>
                </a:cxn>
                <a:cxn ang="0">
                  <a:pos x="1127" y="82"/>
                </a:cxn>
                <a:cxn ang="0">
                  <a:pos x="1146" y="57"/>
                </a:cxn>
                <a:cxn ang="0">
                  <a:pos x="1152" y="32"/>
                </a:cxn>
                <a:cxn ang="0">
                  <a:pos x="1171" y="82"/>
                </a:cxn>
                <a:cxn ang="0">
                  <a:pos x="1215" y="25"/>
                </a:cxn>
                <a:cxn ang="0">
                  <a:pos x="1259" y="13"/>
                </a:cxn>
                <a:cxn ang="0">
                  <a:pos x="1291" y="44"/>
                </a:cxn>
                <a:cxn ang="0">
                  <a:pos x="1303" y="19"/>
                </a:cxn>
                <a:cxn ang="0">
                  <a:pos x="1335" y="57"/>
                </a:cxn>
                <a:cxn ang="0">
                  <a:pos x="1392" y="0"/>
                </a:cxn>
                <a:cxn ang="0">
                  <a:pos x="1417" y="76"/>
                </a:cxn>
                <a:cxn ang="0">
                  <a:pos x="1442" y="70"/>
                </a:cxn>
                <a:cxn ang="0">
                  <a:pos x="1461" y="70"/>
                </a:cxn>
                <a:cxn ang="0">
                  <a:pos x="1474" y="133"/>
                </a:cxn>
                <a:cxn ang="0">
                  <a:pos x="1487" y="120"/>
                </a:cxn>
              </a:cxnLst>
              <a:rect l="0" t="0" r="r" b="b"/>
              <a:pathLst>
                <a:path w="1492" h="1162">
                  <a:moveTo>
                    <a:pt x="34" y="1093"/>
                  </a:moveTo>
                  <a:cubicBezTo>
                    <a:pt x="106" y="1138"/>
                    <a:pt x="0" y="1080"/>
                    <a:pt x="72" y="1093"/>
                  </a:cubicBezTo>
                  <a:cubicBezTo>
                    <a:pt x="81" y="1095"/>
                    <a:pt x="85" y="1106"/>
                    <a:pt x="91" y="1112"/>
                  </a:cubicBezTo>
                  <a:cubicBezTo>
                    <a:pt x="108" y="1103"/>
                    <a:pt x="141" y="1084"/>
                    <a:pt x="160" y="1086"/>
                  </a:cubicBezTo>
                  <a:cubicBezTo>
                    <a:pt x="161" y="1086"/>
                    <a:pt x="173" y="1123"/>
                    <a:pt x="173" y="1124"/>
                  </a:cubicBezTo>
                  <a:cubicBezTo>
                    <a:pt x="223" y="1112"/>
                    <a:pt x="180" y="1129"/>
                    <a:pt x="223" y="1143"/>
                  </a:cubicBezTo>
                  <a:cubicBezTo>
                    <a:pt x="281" y="1121"/>
                    <a:pt x="264" y="1109"/>
                    <a:pt x="287" y="1143"/>
                  </a:cubicBezTo>
                  <a:cubicBezTo>
                    <a:pt x="337" y="1131"/>
                    <a:pt x="327" y="1099"/>
                    <a:pt x="337" y="1162"/>
                  </a:cubicBezTo>
                  <a:cubicBezTo>
                    <a:pt x="349" y="1150"/>
                    <a:pt x="354" y="1132"/>
                    <a:pt x="369" y="1124"/>
                  </a:cubicBezTo>
                  <a:cubicBezTo>
                    <a:pt x="388" y="1114"/>
                    <a:pt x="411" y="1113"/>
                    <a:pt x="432" y="1105"/>
                  </a:cubicBezTo>
                  <a:cubicBezTo>
                    <a:pt x="471" y="1162"/>
                    <a:pt x="468" y="1081"/>
                    <a:pt x="495" y="1068"/>
                  </a:cubicBezTo>
                  <a:cubicBezTo>
                    <a:pt x="507" y="1062"/>
                    <a:pt x="520" y="1063"/>
                    <a:pt x="533" y="1061"/>
                  </a:cubicBezTo>
                  <a:cubicBezTo>
                    <a:pt x="577" y="994"/>
                    <a:pt x="545" y="1028"/>
                    <a:pt x="571" y="1061"/>
                  </a:cubicBezTo>
                  <a:cubicBezTo>
                    <a:pt x="576" y="1067"/>
                    <a:pt x="584" y="1070"/>
                    <a:pt x="590" y="1074"/>
                  </a:cubicBezTo>
                  <a:cubicBezTo>
                    <a:pt x="600" y="1033"/>
                    <a:pt x="614" y="996"/>
                    <a:pt x="621" y="954"/>
                  </a:cubicBezTo>
                  <a:cubicBezTo>
                    <a:pt x="623" y="960"/>
                    <a:pt x="622" y="976"/>
                    <a:pt x="628" y="973"/>
                  </a:cubicBezTo>
                  <a:cubicBezTo>
                    <a:pt x="636" y="969"/>
                    <a:pt x="631" y="956"/>
                    <a:pt x="634" y="948"/>
                  </a:cubicBezTo>
                  <a:cubicBezTo>
                    <a:pt x="637" y="939"/>
                    <a:pt x="643" y="931"/>
                    <a:pt x="647" y="922"/>
                  </a:cubicBezTo>
                  <a:cubicBezTo>
                    <a:pt x="664" y="883"/>
                    <a:pt x="665" y="843"/>
                    <a:pt x="691" y="809"/>
                  </a:cubicBezTo>
                  <a:cubicBezTo>
                    <a:pt x="707" y="758"/>
                    <a:pt x="725" y="708"/>
                    <a:pt x="741" y="657"/>
                  </a:cubicBezTo>
                  <a:cubicBezTo>
                    <a:pt x="747" y="639"/>
                    <a:pt x="760" y="624"/>
                    <a:pt x="767" y="606"/>
                  </a:cubicBezTo>
                  <a:cubicBezTo>
                    <a:pt x="773" y="575"/>
                    <a:pt x="784" y="559"/>
                    <a:pt x="798" y="531"/>
                  </a:cubicBezTo>
                  <a:cubicBezTo>
                    <a:pt x="800" y="520"/>
                    <a:pt x="802" y="510"/>
                    <a:pt x="805" y="499"/>
                  </a:cubicBezTo>
                  <a:cubicBezTo>
                    <a:pt x="807" y="493"/>
                    <a:pt x="809" y="486"/>
                    <a:pt x="811" y="480"/>
                  </a:cubicBezTo>
                  <a:cubicBezTo>
                    <a:pt x="815" y="463"/>
                    <a:pt x="823" y="430"/>
                    <a:pt x="823" y="430"/>
                  </a:cubicBezTo>
                  <a:cubicBezTo>
                    <a:pt x="829" y="374"/>
                    <a:pt x="816" y="351"/>
                    <a:pt x="861" y="329"/>
                  </a:cubicBezTo>
                  <a:cubicBezTo>
                    <a:pt x="879" y="256"/>
                    <a:pt x="921" y="187"/>
                    <a:pt x="956" y="120"/>
                  </a:cubicBezTo>
                  <a:cubicBezTo>
                    <a:pt x="967" y="153"/>
                    <a:pt x="958" y="145"/>
                    <a:pt x="988" y="101"/>
                  </a:cubicBezTo>
                  <a:cubicBezTo>
                    <a:pt x="1003" y="79"/>
                    <a:pt x="998" y="86"/>
                    <a:pt x="1007" y="63"/>
                  </a:cubicBezTo>
                  <a:cubicBezTo>
                    <a:pt x="1009" y="72"/>
                    <a:pt x="1011" y="80"/>
                    <a:pt x="1013" y="89"/>
                  </a:cubicBezTo>
                  <a:cubicBezTo>
                    <a:pt x="1015" y="95"/>
                    <a:pt x="1014" y="112"/>
                    <a:pt x="1019" y="108"/>
                  </a:cubicBezTo>
                  <a:cubicBezTo>
                    <a:pt x="1036" y="96"/>
                    <a:pt x="1057" y="57"/>
                    <a:pt x="1057" y="57"/>
                  </a:cubicBezTo>
                  <a:cubicBezTo>
                    <a:pt x="1059" y="68"/>
                    <a:pt x="1061" y="78"/>
                    <a:pt x="1063" y="89"/>
                  </a:cubicBezTo>
                  <a:cubicBezTo>
                    <a:pt x="1065" y="97"/>
                    <a:pt x="1062" y="116"/>
                    <a:pt x="1070" y="114"/>
                  </a:cubicBezTo>
                  <a:cubicBezTo>
                    <a:pt x="1083" y="111"/>
                    <a:pt x="1087" y="93"/>
                    <a:pt x="1095" y="82"/>
                  </a:cubicBezTo>
                  <a:cubicBezTo>
                    <a:pt x="1097" y="74"/>
                    <a:pt x="1099" y="65"/>
                    <a:pt x="1101" y="57"/>
                  </a:cubicBezTo>
                  <a:cubicBezTo>
                    <a:pt x="1103" y="51"/>
                    <a:pt x="1102" y="36"/>
                    <a:pt x="1108" y="38"/>
                  </a:cubicBezTo>
                  <a:cubicBezTo>
                    <a:pt x="1112" y="39"/>
                    <a:pt x="1125" y="76"/>
                    <a:pt x="1127" y="82"/>
                  </a:cubicBezTo>
                  <a:cubicBezTo>
                    <a:pt x="1133" y="74"/>
                    <a:pt x="1141" y="66"/>
                    <a:pt x="1146" y="57"/>
                  </a:cubicBezTo>
                  <a:cubicBezTo>
                    <a:pt x="1150" y="49"/>
                    <a:pt x="1144" y="29"/>
                    <a:pt x="1152" y="32"/>
                  </a:cubicBezTo>
                  <a:cubicBezTo>
                    <a:pt x="1156" y="33"/>
                    <a:pt x="1168" y="74"/>
                    <a:pt x="1171" y="82"/>
                  </a:cubicBezTo>
                  <a:cubicBezTo>
                    <a:pt x="1195" y="67"/>
                    <a:pt x="1198" y="49"/>
                    <a:pt x="1215" y="25"/>
                  </a:cubicBezTo>
                  <a:cubicBezTo>
                    <a:pt x="1239" y="60"/>
                    <a:pt x="1244" y="44"/>
                    <a:pt x="1259" y="13"/>
                  </a:cubicBezTo>
                  <a:cubicBezTo>
                    <a:pt x="1269" y="48"/>
                    <a:pt x="1254" y="81"/>
                    <a:pt x="1291" y="44"/>
                  </a:cubicBezTo>
                  <a:cubicBezTo>
                    <a:pt x="1295" y="36"/>
                    <a:pt x="1294" y="21"/>
                    <a:pt x="1303" y="19"/>
                  </a:cubicBezTo>
                  <a:cubicBezTo>
                    <a:pt x="1310" y="18"/>
                    <a:pt x="1332" y="53"/>
                    <a:pt x="1335" y="57"/>
                  </a:cubicBezTo>
                  <a:cubicBezTo>
                    <a:pt x="1363" y="42"/>
                    <a:pt x="1374" y="26"/>
                    <a:pt x="1392" y="0"/>
                  </a:cubicBezTo>
                  <a:cubicBezTo>
                    <a:pt x="1397" y="29"/>
                    <a:pt x="1401" y="51"/>
                    <a:pt x="1417" y="76"/>
                  </a:cubicBezTo>
                  <a:cubicBezTo>
                    <a:pt x="1425" y="74"/>
                    <a:pt x="1435" y="75"/>
                    <a:pt x="1442" y="70"/>
                  </a:cubicBezTo>
                  <a:cubicBezTo>
                    <a:pt x="1459" y="56"/>
                    <a:pt x="1437" y="32"/>
                    <a:pt x="1461" y="70"/>
                  </a:cubicBezTo>
                  <a:cubicBezTo>
                    <a:pt x="1477" y="159"/>
                    <a:pt x="1460" y="67"/>
                    <a:pt x="1474" y="133"/>
                  </a:cubicBezTo>
                  <a:cubicBezTo>
                    <a:pt x="1492" y="217"/>
                    <a:pt x="1487" y="222"/>
                    <a:pt x="1487" y="120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58" name="Freeform 290"/>
            <p:cNvSpPr>
              <a:spLocks/>
            </p:cNvSpPr>
            <p:nvPr/>
          </p:nvSpPr>
          <p:spPr bwMode="auto">
            <a:xfrm flipV="1">
              <a:off x="1960" y="2539"/>
              <a:ext cx="1349" cy="1244"/>
            </a:xfrm>
            <a:custGeom>
              <a:avLst/>
              <a:gdLst/>
              <a:ahLst/>
              <a:cxnLst>
                <a:cxn ang="0">
                  <a:pos x="4" y="151"/>
                </a:cxn>
                <a:cxn ang="0">
                  <a:pos x="42" y="95"/>
                </a:cxn>
                <a:cxn ang="0">
                  <a:pos x="67" y="57"/>
                </a:cxn>
                <a:cxn ang="0">
                  <a:pos x="73" y="76"/>
                </a:cxn>
                <a:cxn ang="0">
                  <a:pos x="67" y="95"/>
                </a:cxn>
                <a:cxn ang="0">
                  <a:pos x="99" y="38"/>
                </a:cxn>
                <a:cxn ang="0">
                  <a:pos x="143" y="13"/>
                </a:cxn>
                <a:cxn ang="0">
                  <a:pos x="149" y="69"/>
                </a:cxn>
                <a:cxn ang="0">
                  <a:pos x="168" y="63"/>
                </a:cxn>
                <a:cxn ang="0">
                  <a:pos x="200" y="19"/>
                </a:cxn>
                <a:cxn ang="0">
                  <a:pos x="212" y="101"/>
                </a:cxn>
                <a:cxn ang="0">
                  <a:pos x="231" y="63"/>
                </a:cxn>
                <a:cxn ang="0">
                  <a:pos x="257" y="0"/>
                </a:cxn>
                <a:cxn ang="0">
                  <a:pos x="263" y="95"/>
                </a:cxn>
                <a:cxn ang="0">
                  <a:pos x="295" y="82"/>
                </a:cxn>
                <a:cxn ang="0">
                  <a:pos x="320" y="31"/>
                </a:cxn>
                <a:cxn ang="0">
                  <a:pos x="358" y="63"/>
                </a:cxn>
                <a:cxn ang="0">
                  <a:pos x="383" y="145"/>
                </a:cxn>
                <a:cxn ang="0">
                  <a:pos x="402" y="126"/>
                </a:cxn>
                <a:cxn ang="0">
                  <a:pos x="408" y="107"/>
                </a:cxn>
                <a:cxn ang="0">
                  <a:pos x="433" y="164"/>
                </a:cxn>
                <a:cxn ang="0">
                  <a:pos x="452" y="189"/>
                </a:cxn>
                <a:cxn ang="0">
                  <a:pos x="478" y="158"/>
                </a:cxn>
                <a:cxn ang="0">
                  <a:pos x="484" y="133"/>
                </a:cxn>
                <a:cxn ang="0">
                  <a:pos x="497" y="151"/>
                </a:cxn>
                <a:cxn ang="0">
                  <a:pos x="516" y="227"/>
                </a:cxn>
                <a:cxn ang="0">
                  <a:pos x="547" y="259"/>
                </a:cxn>
                <a:cxn ang="0">
                  <a:pos x="553" y="335"/>
                </a:cxn>
                <a:cxn ang="0">
                  <a:pos x="572" y="322"/>
                </a:cxn>
                <a:cxn ang="0">
                  <a:pos x="579" y="341"/>
                </a:cxn>
                <a:cxn ang="0">
                  <a:pos x="604" y="474"/>
                </a:cxn>
                <a:cxn ang="0">
                  <a:pos x="629" y="398"/>
                </a:cxn>
                <a:cxn ang="0">
                  <a:pos x="673" y="606"/>
                </a:cxn>
                <a:cxn ang="0">
                  <a:pos x="699" y="657"/>
                </a:cxn>
                <a:cxn ang="0">
                  <a:pos x="718" y="638"/>
                </a:cxn>
                <a:cxn ang="0">
                  <a:pos x="737" y="663"/>
                </a:cxn>
                <a:cxn ang="0">
                  <a:pos x="756" y="859"/>
                </a:cxn>
                <a:cxn ang="0">
                  <a:pos x="781" y="859"/>
                </a:cxn>
                <a:cxn ang="0">
                  <a:pos x="800" y="941"/>
                </a:cxn>
                <a:cxn ang="0">
                  <a:pos x="831" y="979"/>
                </a:cxn>
                <a:cxn ang="0">
                  <a:pos x="1015" y="1225"/>
                </a:cxn>
                <a:cxn ang="0">
                  <a:pos x="1059" y="1175"/>
                </a:cxn>
                <a:cxn ang="0">
                  <a:pos x="1078" y="1244"/>
                </a:cxn>
                <a:cxn ang="0">
                  <a:pos x="1135" y="1225"/>
                </a:cxn>
                <a:cxn ang="0">
                  <a:pos x="1198" y="1149"/>
                </a:cxn>
                <a:cxn ang="0">
                  <a:pos x="1204" y="1181"/>
                </a:cxn>
                <a:cxn ang="0">
                  <a:pos x="1210" y="1206"/>
                </a:cxn>
                <a:cxn ang="0">
                  <a:pos x="1236" y="1194"/>
                </a:cxn>
                <a:cxn ang="0">
                  <a:pos x="1261" y="1194"/>
                </a:cxn>
                <a:cxn ang="0">
                  <a:pos x="1280" y="1181"/>
                </a:cxn>
                <a:cxn ang="0">
                  <a:pos x="1305" y="1124"/>
                </a:cxn>
                <a:cxn ang="0">
                  <a:pos x="1330" y="1130"/>
                </a:cxn>
                <a:cxn ang="0">
                  <a:pos x="1349" y="1137"/>
                </a:cxn>
                <a:cxn ang="0">
                  <a:pos x="1330" y="1143"/>
                </a:cxn>
                <a:cxn ang="0">
                  <a:pos x="1273" y="1156"/>
                </a:cxn>
              </a:cxnLst>
              <a:rect l="0" t="0" r="r" b="b"/>
              <a:pathLst>
                <a:path w="1349" h="1244">
                  <a:moveTo>
                    <a:pt x="4" y="151"/>
                  </a:moveTo>
                  <a:cubicBezTo>
                    <a:pt x="46" y="82"/>
                    <a:pt x="0" y="155"/>
                    <a:pt x="42" y="95"/>
                  </a:cubicBezTo>
                  <a:cubicBezTo>
                    <a:pt x="51" y="83"/>
                    <a:pt x="67" y="57"/>
                    <a:pt x="67" y="57"/>
                  </a:cubicBezTo>
                  <a:cubicBezTo>
                    <a:pt x="69" y="63"/>
                    <a:pt x="73" y="69"/>
                    <a:pt x="73" y="76"/>
                  </a:cubicBezTo>
                  <a:cubicBezTo>
                    <a:pt x="73" y="83"/>
                    <a:pt x="64" y="101"/>
                    <a:pt x="67" y="95"/>
                  </a:cubicBezTo>
                  <a:cubicBezTo>
                    <a:pt x="103" y="28"/>
                    <a:pt x="56" y="95"/>
                    <a:pt x="99" y="38"/>
                  </a:cubicBezTo>
                  <a:cubicBezTo>
                    <a:pt x="112" y="81"/>
                    <a:pt x="118" y="36"/>
                    <a:pt x="143" y="13"/>
                  </a:cubicBezTo>
                  <a:cubicBezTo>
                    <a:pt x="145" y="32"/>
                    <a:pt x="141" y="52"/>
                    <a:pt x="149" y="69"/>
                  </a:cubicBezTo>
                  <a:cubicBezTo>
                    <a:pt x="152" y="75"/>
                    <a:pt x="163" y="68"/>
                    <a:pt x="168" y="63"/>
                  </a:cubicBezTo>
                  <a:cubicBezTo>
                    <a:pt x="181" y="50"/>
                    <a:pt x="200" y="19"/>
                    <a:pt x="200" y="19"/>
                  </a:cubicBezTo>
                  <a:cubicBezTo>
                    <a:pt x="208" y="45"/>
                    <a:pt x="192" y="81"/>
                    <a:pt x="212" y="101"/>
                  </a:cubicBezTo>
                  <a:cubicBezTo>
                    <a:pt x="222" y="111"/>
                    <a:pt x="225" y="76"/>
                    <a:pt x="231" y="63"/>
                  </a:cubicBezTo>
                  <a:cubicBezTo>
                    <a:pt x="240" y="42"/>
                    <a:pt x="249" y="21"/>
                    <a:pt x="257" y="0"/>
                  </a:cubicBezTo>
                  <a:cubicBezTo>
                    <a:pt x="259" y="32"/>
                    <a:pt x="250" y="66"/>
                    <a:pt x="263" y="95"/>
                  </a:cubicBezTo>
                  <a:cubicBezTo>
                    <a:pt x="268" y="105"/>
                    <a:pt x="287" y="90"/>
                    <a:pt x="295" y="82"/>
                  </a:cubicBezTo>
                  <a:cubicBezTo>
                    <a:pt x="308" y="68"/>
                    <a:pt x="309" y="47"/>
                    <a:pt x="320" y="31"/>
                  </a:cubicBezTo>
                  <a:cubicBezTo>
                    <a:pt x="325" y="93"/>
                    <a:pt x="324" y="147"/>
                    <a:pt x="358" y="63"/>
                  </a:cubicBezTo>
                  <a:cubicBezTo>
                    <a:pt x="367" y="90"/>
                    <a:pt x="374" y="118"/>
                    <a:pt x="383" y="145"/>
                  </a:cubicBezTo>
                  <a:cubicBezTo>
                    <a:pt x="389" y="139"/>
                    <a:pt x="397" y="133"/>
                    <a:pt x="402" y="126"/>
                  </a:cubicBezTo>
                  <a:cubicBezTo>
                    <a:pt x="406" y="120"/>
                    <a:pt x="403" y="103"/>
                    <a:pt x="408" y="107"/>
                  </a:cubicBezTo>
                  <a:cubicBezTo>
                    <a:pt x="419" y="115"/>
                    <a:pt x="428" y="148"/>
                    <a:pt x="433" y="164"/>
                  </a:cubicBezTo>
                  <a:cubicBezTo>
                    <a:pt x="444" y="244"/>
                    <a:pt x="431" y="220"/>
                    <a:pt x="452" y="189"/>
                  </a:cubicBezTo>
                  <a:cubicBezTo>
                    <a:pt x="459" y="178"/>
                    <a:pt x="469" y="168"/>
                    <a:pt x="478" y="158"/>
                  </a:cubicBezTo>
                  <a:cubicBezTo>
                    <a:pt x="480" y="150"/>
                    <a:pt x="476" y="136"/>
                    <a:pt x="484" y="133"/>
                  </a:cubicBezTo>
                  <a:cubicBezTo>
                    <a:pt x="491" y="130"/>
                    <a:pt x="494" y="144"/>
                    <a:pt x="497" y="151"/>
                  </a:cubicBezTo>
                  <a:cubicBezTo>
                    <a:pt x="507" y="175"/>
                    <a:pt x="507" y="203"/>
                    <a:pt x="516" y="227"/>
                  </a:cubicBezTo>
                  <a:cubicBezTo>
                    <a:pt x="555" y="176"/>
                    <a:pt x="538" y="223"/>
                    <a:pt x="547" y="259"/>
                  </a:cubicBezTo>
                  <a:cubicBezTo>
                    <a:pt x="549" y="284"/>
                    <a:pt x="544" y="311"/>
                    <a:pt x="553" y="335"/>
                  </a:cubicBezTo>
                  <a:cubicBezTo>
                    <a:pt x="556" y="342"/>
                    <a:pt x="565" y="320"/>
                    <a:pt x="572" y="322"/>
                  </a:cubicBezTo>
                  <a:cubicBezTo>
                    <a:pt x="579" y="324"/>
                    <a:pt x="577" y="335"/>
                    <a:pt x="579" y="341"/>
                  </a:cubicBezTo>
                  <a:cubicBezTo>
                    <a:pt x="603" y="265"/>
                    <a:pt x="581" y="428"/>
                    <a:pt x="604" y="474"/>
                  </a:cubicBezTo>
                  <a:cubicBezTo>
                    <a:pt x="610" y="444"/>
                    <a:pt x="616" y="425"/>
                    <a:pt x="629" y="398"/>
                  </a:cubicBezTo>
                  <a:cubicBezTo>
                    <a:pt x="652" y="465"/>
                    <a:pt x="652" y="538"/>
                    <a:pt x="673" y="606"/>
                  </a:cubicBezTo>
                  <a:cubicBezTo>
                    <a:pt x="699" y="544"/>
                    <a:pt x="687" y="463"/>
                    <a:pt x="699" y="657"/>
                  </a:cubicBezTo>
                  <a:cubicBezTo>
                    <a:pt x="705" y="651"/>
                    <a:pt x="714" y="630"/>
                    <a:pt x="718" y="638"/>
                  </a:cubicBezTo>
                  <a:cubicBezTo>
                    <a:pt x="738" y="683"/>
                    <a:pt x="709" y="772"/>
                    <a:pt x="737" y="663"/>
                  </a:cubicBezTo>
                  <a:cubicBezTo>
                    <a:pt x="741" y="765"/>
                    <a:pt x="742" y="782"/>
                    <a:pt x="756" y="859"/>
                  </a:cubicBezTo>
                  <a:cubicBezTo>
                    <a:pt x="759" y="847"/>
                    <a:pt x="764" y="798"/>
                    <a:pt x="781" y="859"/>
                  </a:cubicBezTo>
                  <a:cubicBezTo>
                    <a:pt x="811" y="963"/>
                    <a:pt x="767" y="892"/>
                    <a:pt x="800" y="941"/>
                  </a:cubicBezTo>
                  <a:cubicBezTo>
                    <a:pt x="811" y="975"/>
                    <a:pt x="789" y="1021"/>
                    <a:pt x="831" y="979"/>
                  </a:cubicBezTo>
                  <a:cubicBezTo>
                    <a:pt x="913" y="1087"/>
                    <a:pt x="932" y="1116"/>
                    <a:pt x="1015" y="1225"/>
                  </a:cubicBezTo>
                  <a:cubicBezTo>
                    <a:pt x="1033" y="1171"/>
                    <a:pt x="1027" y="1222"/>
                    <a:pt x="1059" y="1175"/>
                  </a:cubicBezTo>
                  <a:cubicBezTo>
                    <a:pt x="1074" y="1223"/>
                    <a:pt x="1068" y="1200"/>
                    <a:pt x="1078" y="1244"/>
                  </a:cubicBezTo>
                  <a:cubicBezTo>
                    <a:pt x="1109" y="1223"/>
                    <a:pt x="1109" y="1186"/>
                    <a:pt x="1135" y="1225"/>
                  </a:cubicBezTo>
                  <a:cubicBezTo>
                    <a:pt x="1164" y="1203"/>
                    <a:pt x="1175" y="1178"/>
                    <a:pt x="1198" y="1149"/>
                  </a:cubicBezTo>
                  <a:cubicBezTo>
                    <a:pt x="1200" y="1160"/>
                    <a:pt x="1202" y="1170"/>
                    <a:pt x="1204" y="1181"/>
                  </a:cubicBezTo>
                  <a:cubicBezTo>
                    <a:pt x="1206" y="1189"/>
                    <a:pt x="1202" y="1203"/>
                    <a:pt x="1210" y="1206"/>
                  </a:cubicBezTo>
                  <a:cubicBezTo>
                    <a:pt x="1219" y="1210"/>
                    <a:pt x="1227" y="1198"/>
                    <a:pt x="1236" y="1194"/>
                  </a:cubicBezTo>
                  <a:cubicBezTo>
                    <a:pt x="1264" y="1149"/>
                    <a:pt x="1231" y="1188"/>
                    <a:pt x="1261" y="1194"/>
                  </a:cubicBezTo>
                  <a:cubicBezTo>
                    <a:pt x="1269" y="1195"/>
                    <a:pt x="1274" y="1185"/>
                    <a:pt x="1280" y="1181"/>
                  </a:cubicBezTo>
                  <a:cubicBezTo>
                    <a:pt x="1292" y="1162"/>
                    <a:pt x="1298" y="1145"/>
                    <a:pt x="1305" y="1124"/>
                  </a:cubicBezTo>
                  <a:cubicBezTo>
                    <a:pt x="1317" y="1187"/>
                    <a:pt x="1301" y="1145"/>
                    <a:pt x="1330" y="1130"/>
                  </a:cubicBezTo>
                  <a:cubicBezTo>
                    <a:pt x="1336" y="1127"/>
                    <a:pt x="1343" y="1135"/>
                    <a:pt x="1349" y="1137"/>
                  </a:cubicBezTo>
                  <a:cubicBezTo>
                    <a:pt x="1349" y="1137"/>
                    <a:pt x="1336" y="1140"/>
                    <a:pt x="1330" y="1143"/>
                  </a:cubicBezTo>
                  <a:cubicBezTo>
                    <a:pt x="1288" y="1161"/>
                    <a:pt x="1322" y="1156"/>
                    <a:pt x="1273" y="1156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59" name="Freeform 291"/>
            <p:cNvSpPr>
              <a:spLocks/>
            </p:cNvSpPr>
            <p:nvPr/>
          </p:nvSpPr>
          <p:spPr bwMode="auto">
            <a:xfrm flipV="1">
              <a:off x="1983" y="2553"/>
              <a:ext cx="1396" cy="1243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50" y="81"/>
                </a:cxn>
                <a:cxn ang="0">
                  <a:pos x="76" y="62"/>
                </a:cxn>
                <a:cxn ang="0">
                  <a:pos x="107" y="17"/>
                </a:cxn>
                <a:cxn ang="0">
                  <a:pos x="139" y="100"/>
                </a:cxn>
                <a:cxn ang="0">
                  <a:pos x="196" y="74"/>
                </a:cxn>
                <a:cxn ang="0">
                  <a:pos x="240" y="43"/>
                </a:cxn>
                <a:cxn ang="0">
                  <a:pos x="253" y="93"/>
                </a:cxn>
                <a:cxn ang="0">
                  <a:pos x="303" y="68"/>
                </a:cxn>
                <a:cxn ang="0">
                  <a:pos x="328" y="112"/>
                </a:cxn>
                <a:cxn ang="0">
                  <a:pos x="379" y="62"/>
                </a:cxn>
                <a:cxn ang="0">
                  <a:pos x="417" y="125"/>
                </a:cxn>
                <a:cxn ang="0">
                  <a:pos x="429" y="106"/>
                </a:cxn>
                <a:cxn ang="0">
                  <a:pos x="436" y="137"/>
                </a:cxn>
                <a:cxn ang="0">
                  <a:pos x="455" y="207"/>
                </a:cxn>
                <a:cxn ang="0">
                  <a:pos x="486" y="213"/>
                </a:cxn>
                <a:cxn ang="0">
                  <a:pos x="518" y="207"/>
                </a:cxn>
                <a:cxn ang="0">
                  <a:pos x="524" y="226"/>
                </a:cxn>
                <a:cxn ang="0">
                  <a:pos x="543" y="232"/>
                </a:cxn>
                <a:cxn ang="0">
                  <a:pos x="549" y="283"/>
                </a:cxn>
                <a:cxn ang="0">
                  <a:pos x="562" y="321"/>
                </a:cxn>
                <a:cxn ang="0">
                  <a:pos x="606" y="359"/>
                </a:cxn>
                <a:cxn ang="0">
                  <a:pos x="625" y="415"/>
                </a:cxn>
                <a:cxn ang="0">
                  <a:pos x="669" y="580"/>
                </a:cxn>
                <a:cxn ang="0">
                  <a:pos x="695" y="719"/>
                </a:cxn>
                <a:cxn ang="0">
                  <a:pos x="701" y="693"/>
                </a:cxn>
                <a:cxn ang="0">
                  <a:pos x="707" y="712"/>
                </a:cxn>
                <a:cxn ang="0">
                  <a:pos x="714" y="731"/>
                </a:cxn>
                <a:cxn ang="0">
                  <a:pos x="733" y="807"/>
                </a:cxn>
                <a:cxn ang="0">
                  <a:pos x="739" y="895"/>
                </a:cxn>
                <a:cxn ang="0">
                  <a:pos x="758" y="927"/>
                </a:cxn>
                <a:cxn ang="0">
                  <a:pos x="802" y="1041"/>
                </a:cxn>
                <a:cxn ang="0">
                  <a:pos x="846" y="1041"/>
                </a:cxn>
                <a:cxn ang="0">
                  <a:pos x="922" y="1116"/>
                </a:cxn>
                <a:cxn ang="0">
                  <a:pos x="947" y="1186"/>
                </a:cxn>
                <a:cxn ang="0">
                  <a:pos x="979" y="1243"/>
                </a:cxn>
                <a:cxn ang="0">
                  <a:pos x="998" y="1192"/>
                </a:cxn>
                <a:cxn ang="0">
                  <a:pos x="1036" y="1161"/>
                </a:cxn>
                <a:cxn ang="0">
                  <a:pos x="1048" y="1180"/>
                </a:cxn>
                <a:cxn ang="0">
                  <a:pos x="1074" y="1192"/>
                </a:cxn>
                <a:cxn ang="0">
                  <a:pos x="1162" y="1167"/>
                </a:cxn>
                <a:cxn ang="0">
                  <a:pos x="1232" y="1161"/>
                </a:cxn>
                <a:cxn ang="0">
                  <a:pos x="1295" y="1110"/>
                </a:cxn>
                <a:cxn ang="0">
                  <a:pos x="1358" y="1123"/>
                </a:cxn>
                <a:cxn ang="0">
                  <a:pos x="1396" y="1085"/>
                </a:cxn>
              </a:cxnLst>
              <a:rect l="0" t="0" r="r" b="b"/>
              <a:pathLst>
                <a:path w="1396" h="1243">
                  <a:moveTo>
                    <a:pt x="0" y="156"/>
                  </a:moveTo>
                  <a:cubicBezTo>
                    <a:pt x="17" y="134"/>
                    <a:pt x="32" y="101"/>
                    <a:pt x="50" y="81"/>
                  </a:cubicBezTo>
                  <a:cubicBezTo>
                    <a:pt x="57" y="73"/>
                    <a:pt x="68" y="70"/>
                    <a:pt x="76" y="62"/>
                  </a:cubicBezTo>
                  <a:cubicBezTo>
                    <a:pt x="85" y="53"/>
                    <a:pt x="100" y="29"/>
                    <a:pt x="107" y="17"/>
                  </a:cubicBezTo>
                  <a:cubicBezTo>
                    <a:pt x="114" y="59"/>
                    <a:pt x="111" y="72"/>
                    <a:pt x="139" y="100"/>
                  </a:cubicBezTo>
                  <a:cubicBezTo>
                    <a:pt x="166" y="91"/>
                    <a:pt x="176" y="91"/>
                    <a:pt x="196" y="74"/>
                  </a:cubicBezTo>
                  <a:cubicBezTo>
                    <a:pt x="233" y="42"/>
                    <a:pt x="206" y="54"/>
                    <a:pt x="240" y="43"/>
                  </a:cubicBezTo>
                  <a:cubicBezTo>
                    <a:pt x="240" y="44"/>
                    <a:pt x="252" y="93"/>
                    <a:pt x="253" y="93"/>
                  </a:cubicBezTo>
                  <a:cubicBezTo>
                    <a:pt x="271" y="96"/>
                    <a:pt x="285" y="74"/>
                    <a:pt x="303" y="68"/>
                  </a:cubicBezTo>
                  <a:cubicBezTo>
                    <a:pt x="325" y="0"/>
                    <a:pt x="322" y="29"/>
                    <a:pt x="328" y="112"/>
                  </a:cubicBezTo>
                  <a:cubicBezTo>
                    <a:pt x="362" y="87"/>
                    <a:pt x="348" y="81"/>
                    <a:pt x="379" y="62"/>
                  </a:cubicBezTo>
                  <a:cubicBezTo>
                    <a:pt x="389" y="104"/>
                    <a:pt x="361" y="152"/>
                    <a:pt x="417" y="125"/>
                  </a:cubicBezTo>
                  <a:cubicBezTo>
                    <a:pt x="421" y="119"/>
                    <a:pt x="423" y="102"/>
                    <a:pt x="429" y="106"/>
                  </a:cubicBezTo>
                  <a:cubicBezTo>
                    <a:pt x="438" y="112"/>
                    <a:pt x="434" y="127"/>
                    <a:pt x="436" y="137"/>
                  </a:cubicBezTo>
                  <a:cubicBezTo>
                    <a:pt x="447" y="193"/>
                    <a:pt x="435" y="157"/>
                    <a:pt x="455" y="207"/>
                  </a:cubicBezTo>
                  <a:cubicBezTo>
                    <a:pt x="502" y="175"/>
                    <a:pt x="449" y="202"/>
                    <a:pt x="486" y="213"/>
                  </a:cubicBezTo>
                  <a:cubicBezTo>
                    <a:pt x="496" y="216"/>
                    <a:pt x="507" y="209"/>
                    <a:pt x="518" y="207"/>
                  </a:cubicBezTo>
                  <a:cubicBezTo>
                    <a:pt x="520" y="213"/>
                    <a:pt x="519" y="221"/>
                    <a:pt x="524" y="226"/>
                  </a:cubicBezTo>
                  <a:cubicBezTo>
                    <a:pt x="529" y="231"/>
                    <a:pt x="540" y="226"/>
                    <a:pt x="543" y="232"/>
                  </a:cubicBezTo>
                  <a:cubicBezTo>
                    <a:pt x="550" y="248"/>
                    <a:pt x="545" y="266"/>
                    <a:pt x="549" y="283"/>
                  </a:cubicBezTo>
                  <a:cubicBezTo>
                    <a:pt x="552" y="296"/>
                    <a:pt x="558" y="308"/>
                    <a:pt x="562" y="321"/>
                  </a:cubicBezTo>
                  <a:cubicBezTo>
                    <a:pt x="610" y="273"/>
                    <a:pt x="599" y="288"/>
                    <a:pt x="606" y="359"/>
                  </a:cubicBezTo>
                  <a:cubicBezTo>
                    <a:pt x="653" y="327"/>
                    <a:pt x="629" y="392"/>
                    <a:pt x="625" y="415"/>
                  </a:cubicBezTo>
                  <a:cubicBezTo>
                    <a:pt x="631" y="518"/>
                    <a:pt x="607" y="533"/>
                    <a:pt x="669" y="580"/>
                  </a:cubicBezTo>
                  <a:cubicBezTo>
                    <a:pt x="682" y="626"/>
                    <a:pt x="685" y="673"/>
                    <a:pt x="695" y="719"/>
                  </a:cubicBezTo>
                  <a:cubicBezTo>
                    <a:pt x="697" y="710"/>
                    <a:pt x="693" y="697"/>
                    <a:pt x="701" y="693"/>
                  </a:cubicBezTo>
                  <a:cubicBezTo>
                    <a:pt x="707" y="690"/>
                    <a:pt x="705" y="706"/>
                    <a:pt x="707" y="712"/>
                  </a:cubicBezTo>
                  <a:cubicBezTo>
                    <a:pt x="709" y="718"/>
                    <a:pt x="712" y="725"/>
                    <a:pt x="714" y="731"/>
                  </a:cubicBezTo>
                  <a:cubicBezTo>
                    <a:pt x="722" y="756"/>
                    <a:pt x="733" y="807"/>
                    <a:pt x="733" y="807"/>
                  </a:cubicBezTo>
                  <a:cubicBezTo>
                    <a:pt x="735" y="836"/>
                    <a:pt x="733" y="866"/>
                    <a:pt x="739" y="895"/>
                  </a:cubicBezTo>
                  <a:cubicBezTo>
                    <a:pt x="742" y="907"/>
                    <a:pt x="753" y="916"/>
                    <a:pt x="758" y="927"/>
                  </a:cubicBezTo>
                  <a:cubicBezTo>
                    <a:pt x="776" y="965"/>
                    <a:pt x="778" y="1005"/>
                    <a:pt x="802" y="1041"/>
                  </a:cubicBezTo>
                  <a:cubicBezTo>
                    <a:pt x="813" y="1006"/>
                    <a:pt x="817" y="1030"/>
                    <a:pt x="846" y="1041"/>
                  </a:cubicBezTo>
                  <a:cubicBezTo>
                    <a:pt x="878" y="1083"/>
                    <a:pt x="874" y="1098"/>
                    <a:pt x="922" y="1116"/>
                  </a:cubicBezTo>
                  <a:cubicBezTo>
                    <a:pt x="940" y="1142"/>
                    <a:pt x="936" y="1157"/>
                    <a:pt x="947" y="1186"/>
                  </a:cubicBezTo>
                  <a:cubicBezTo>
                    <a:pt x="955" y="1206"/>
                    <a:pt x="969" y="1224"/>
                    <a:pt x="979" y="1243"/>
                  </a:cubicBezTo>
                  <a:cubicBezTo>
                    <a:pt x="986" y="1226"/>
                    <a:pt x="987" y="1206"/>
                    <a:pt x="998" y="1192"/>
                  </a:cubicBezTo>
                  <a:cubicBezTo>
                    <a:pt x="1008" y="1179"/>
                    <a:pt x="1024" y="1173"/>
                    <a:pt x="1036" y="1161"/>
                  </a:cubicBezTo>
                  <a:cubicBezTo>
                    <a:pt x="1040" y="1167"/>
                    <a:pt x="1041" y="1177"/>
                    <a:pt x="1048" y="1180"/>
                  </a:cubicBezTo>
                  <a:cubicBezTo>
                    <a:pt x="1082" y="1193"/>
                    <a:pt x="1056" y="1144"/>
                    <a:pt x="1074" y="1192"/>
                  </a:cubicBezTo>
                  <a:cubicBezTo>
                    <a:pt x="1145" y="1157"/>
                    <a:pt x="1114" y="1156"/>
                    <a:pt x="1162" y="1167"/>
                  </a:cubicBezTo>
                  <a:cubicBezTo>
                    <a:pt x="1192" y="1160"/>
                    <a:pt x="1201" y="1153"/>
                    <a:pt x="1232" y="1161"/>
                  </a:cubicBezTo>
                  <a:cubicBezTo>
                    <a:pt x="1251" y="1141"/>
                    <a:pt x="1295" y="1110"/>
                    <a:pt x="1295" y="1110"/>
                  </a:cubicBezTo>
                  <a:cubicBezTo>
                    <a:pt x="1314" y="1140"/>
                    <a:pt x="1327" y="1138"/>
                    <a:pt x="1358" y="1123"/>
                  </a:cubicBezTo>
                  <a:cubicBezTo>
                    <a:pt x="1373" y="1077"/>
                    <a:pt x="1357" y="1085"/>
                    <a:pt x="1396" y="108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60" name="Freeform 292"/>
            <p:cNvSpPr>
              <a:spLocks/>
            </p:cNvSpPr>
            <p:nvPr/>
          </p:nvSpPr>
          <p:spPr bwMode="auto">
            <a:xfrm flipV="1">
              <a:off x="1907" y="2577"/>
              <a:ext cx="1472" cy="1067"/>
            </a:xfrm>
            <a:custGeom>
              <a:avLst/>
              <a:gdLst/>
              <a:ahLst/>
              <a:cxnLst>
                <a:cxn ang="0">
                  <a:pos x="1472" y="1048"/>
                </a:cxn>
                <a:cxn ang="0">
                  <a:pos x="1409" y="1023"/>
                </a:cxn>
                <a:cxn ang="0">
                  <a:pos x="1415" y="991"/>
                </a:cxn>
                <a:cxn ang="0">
                  <a:pos x="1421" y="966"/>
                </a:cxn>
                <a:cxn ang="0">
                  <a:pos x="1415" y="941"/>
                </a:cxn>
                <a:cxn ang="0">
                  <a:pos x="1409" y="909"/>
                </a:cxn>
                <a:cxn ang="0">
                  <a:pos x="1377" y="947"/>
                </a:cxn>
                <a:cxn ang="0">
                  <a:pos x="1352" y="833"/>
                </a:cxn>
                <a:cxn ang="0">
                  <a:pos x="1320" y="695"/>
                </a:cxn>
                <a:cxn ang="0">
                  <a:pos x="1301" y="707"/>
                </a:cxn>
                <a:cxn ang="0">
                  <a:pos x="1295" y="682"/>
                </a:cxn>
                <a:cxn ang="0">
                  <a:pos x="1257" y="587"/>
                </a:cxn>
                <a:cxn ang="0">
                  <a:pos x="1219" y="473"/>
                </a:cxn>
                <a:cxn ang="0">
                  <a:pos x="1200" y="480"/>
                </a:cxn>
                <a:cxn ang="0">
                  <a:pos x="1143" y="385"/>
                </a:cxn>
                <a:cxn ang="0">
                  <a:pos x="1105" y="259"/>
                </a:cxn>
                <a:cxn ang="0">
                  <a:pos x="1080" y="221"/>
                </a:cxn>
                <a:cxn ang="0">
                  <a:pos x="1042" y="170"/>
                </a:cxn>
                <a:cxn ang="0">
                  <a:pos x="1023" y="177"/>
                </a:cxn>
                <a:cxn ang="0">
                  <a:pos x="1017" y="196"/>
                </a:cxn>
                <a:cxn ang="0">
                  <a:pos x="1011" y="177"/>
                </a:cxn>
                <a:cxn ang="0">
                  <a:pos x="966" y="120"/>
                </a:cxn>
                <a:cxn ang="0">
                  <a:pos x="948" y="126"/>
                </a:cxn>
                <a:cxn ang="0">
                  <a:pos x="859" y="57"/>
                </a:cxn>
                <a:cxn ang="0">
                  <a:pos x="853" y="76"/>
                </a:cxn>
                <a:cxn ang="0">
                  <a:pos x="821" y="44"/>
                </a:cxn>
                <a:cxn ang="0">
                  <a:pos x="752" y="19"/>
                </a:cxn>
                <a:cxn ang="0">
                  <a:pos x="689" y="0"/>
                </a:cxn>
                <a:cxn ang="0">
                  <a:pos x="651" y="25"/>
                </a:cxn>
                <a:cxn ang="0">
                  <a:pos x="625" y="50"/>
                </a:cxn>
                <a:cxn ang="0">
                  <a:pos x="619" y="69"/>
                </a:cxn>
                <a:cxn ang="0">
                  <a:pos x="613" y="50"/>
                </a:cxn>
                <a:cxn ang="0">
                  <a:pos x="588" y="25"/>
                </a:cxn>
                <a:cxn ang="0">
                  <a:pos x="569" y="82"/>
                </a:cxn>
                <a:cxn ang="0">
                  <a:pos x="562" y="63"/>
                </a:cxn>
                <a:cxn ang="0">
                  <a:pos x="543" y="50"/>
                </a:cxn>
                <a:cxn ang="0">
                  <a:pos x="512" y="82"/>
                </a:cxn>
                <a:cxn ang="0">
                  <a:pos x="486" y="126"/>
                </a:cxn>
                <a:cxn ang="0">
                  <a:pos x="480" y="151"/>
                </a:cxn>
                <a:cxn ang="0">
                  <a:pos x="474" y="132"/>
                </a:cxn>
                <a:cxn ang="0">
                  <a:pos x="449" y="145"/>
                </a:cxn>
                <a:cxn ang="0">
                  <a:pos x="423" y="208"/>
                </a:cxn>
                <a:cxn ang="0">
                  <a:pos x="417" y="183"/>
                </a:cxn>
                <a:cxn ang="0">
                  <a:pos x="398" y="196"/>
                </a:cxn>
                <a:cxn ang="0">
                  <a:pos x="373" y="252"/>
                </a:cxn>
                <a:cxn ang="0">
                  <a:pos x="335" y="379"/>
                </a:cxn>
                <a:cxn ang="0">
                  <a:pos x="310" y="429"/>
                </a:cxn>
                <a:cxn ang="0">
                  <a:pos x="291" y="518"/>
                </a:cxn>
                <a:cxn ang="0">
                  <a:pos x="240" y="688"/>
                </a:cxn>
                <a:cxn ang="0">
                  <a:pos x="171" y="884"/>
                </a:cxn>
                <a:cxn ang="0">
                  <a:pos x="164" y="865"/>
                </a:cxn>
                <a:cxn ang="0">
                  <a:pos x="158" y="840"/>
                </a:cxn>
                <a:cxn ang="0">
                  <a:pos x="145" y="897"/>
                </a:cxn>
                <a:cxn ang="0">
                  <a:pos x="108" y="1067"/>
                </a:cxn>
                <a:cxn ang="0">
                  <a:pos x="70" y="1055"/>
                </a:cxn>
                <a:cxn ang="0">
                  <a:pos x="0" y="1055"/>
                </a:cxn>
              </a:cxnLst>
              <a:rect l="0" t="0" r="r" b="b"/>
              <a:pathLst>
                <a:path w="1472" h="1067">
                  <a:moveTo>
                    <a:pt x="1472" y="1048"/>
                  </a:moveTo>
                  <a:cubicBezTo>
                    <a:pt x="1451" y="1038"/>
                    <a:pt x="1431" y="1030"/>
                    <a:pt x="1409" y="1023"/>
                  </a:cubicBezTo>
                  <a:cubicBezTo>
                    <a:pt x="1411" y="1012"/>
                    <a:pt x="1413" y="1002"/>
                    <a:pt x="1415" y="991"/>
                  </a:cubicBezTo>
                  <a:cubicBezTo>
                    <a:pt x="1418" y="978"/>
                    <a:pt x="1439" y="902"/>
                    <a:pt x="1421" y="966"/>
                  </a:cubicBezTo>
                  <a:cubicBezTo>
                    <a:pt x="1419" y="958"/>
                    <a:pt x="1417" y="949"/>
                    <a:pt x="1415" y="941"/>
                  </a:cubicBezTo>
                  <a:cubicBezTo>
                    <a:pt x="1413" y="930"/>
                    <a:pt x="1419" y="914"/>
                    <a:pt x="1409" y="909"/>
                  </a:cubicBezTo>
                  <a:cubicBezTo>
                    <a:pt x="1403" y="906"/>
                    <a:pt x="1379" y="944"/>
                    <a:pt x="1377" y="947"/>
                  </a:cubicBezTo>
                  <a:cubicBezTo>
                    <a:pt x="1372" y="890"/>
                    <a:pt x="1373" y="878"/>
                    <a:pt x="1352" y="833"/>
                  </a:cubicBezTo>
                  <a:cubicBezTo>
                    <a:pt x="1343" y="787"/>
                    <a:pt x="1335" y="739"/>
                    <a:pt x="1320" y="695"/>
                  </a:cubicBezTo>
                  <a:cubicBezTo>
                    <a:pt x="1314" y="699"/>
                    <a:pt x="1308" y="710"/>
                    <a:pt x="1301" y="707"/>
                  </a:cubicBezTo>
                  <a:cubicBezTo>
                    <a:pt x="1293" y="703"/>
                    <a:pt x="1297" y="690"/>
                    <a:pt x="1295" y="682"/>
                  </a:cubicBezTo>
                  <a:cubicBezTo>
                    <a:pt x="1286" y="650"/>
                    <a:pt x="1275" y="614"/>
                    <a:pt x="1257" y="587"/>
                  </a:cubicBezTo>
                  <a:cubicBezTo>
                    <a:pt x="1245" y="548"/>
                    <a:pt x="1228" y="512"/>
                    <a:pt x="1219" y="473"/>
                  </a:cubicBezTo>
                  <a:cubicBezTo>
                    <a:pt x="1213" y="475"/>
                    <a:pt x="1204" y="485"/>
                    <a:pt x="1200" y="480"/>
                  </a:cubicBezTo>
                  <a:cubicBezTo>
                    <a:pt x="1173" y="449"/>
                    <a:pt x="1187" y="399"/>
                    <a:pt x="1143" y="385"/>
                  </a:cubicBezTo>
                  <a:cubicBezTo>
                    <a:pt x="1136" y="340"/>
                    <a:pt x="1131" y="297"/>
                    <a:pt x="1105" y="259"/>
                  </a:cubicBezTo>
                  <a:cubicBezTo>
                    <a:pt x="1094" y="225"/>
                    <a:pt x="1106" y="254"/>
                    <a:pt x="1080" y="221"/>
                  </a:cubicBezTo>
                  <a:cubicBezTo>
                    <a:pt x="1067" y="205"/>
                    <a:pt x="1042" y="170"/>
                    <a:pt x="1042" y="170"/>
                  </a:cubicBezTo>
                  <a:cubicBezTo>
                    <a:pt x="1036" y="172"/>
                    <a:pt x="1028" y="172"/>
                    <a:pt x="1023" y="177"/>
                  </a:cubicBezTo>
                  <a:cubicBezTo>
                    <a:pt x="1018" y="182"/>
                    <a:pt x="1024" y="196"/>
                    <a:pt x="1017" y="196"/>
                  </a:cubicBezTo>
                  <a:cubicBezTo>
                    <a:pt x="1010" y="196"/>
                    <a:pt x="1015" y="183"/>
                    <a:pt x="1011" y="177"/>
                  </a:cubicBezTo>
                  <a:cubicBezTo>
                    <a:pt x="998" y="157"/>
                    <a:pt x="966" y="120"/>
                    <a:pt x="966" y="120"/>
                  </a:cubicBezTo>
                  <a:cubicBezTo>
                    <a:pt x="960" y="122"/>
                    <a:pt x="953" y="129"/>
                    <a:pt x="948" y="126"/>
                  </a:cubicBezTo>
                  <a:cubicBezTo>
                    <a:pt x="901" y="96"/>
                    <a:pt x="906" y="72"/>
                    <a:pt x="859" y="57"/>
                  </a:cubicBezTo>
                  <a:cubicBezTo>
                    <a:pt x="857" y="63"/>
                    <a:pt x="859" y="74"/>
                    <a:pt x="853" y="76"/>
                  </a:cubicBezTo>
                  <a:cubicBezTo>
                    <a:pt x="839" y="79"/>
                    <a:pt x="827" y="49"/>
                    <a:pt x="821" y="44"/>
                  </a:cubicBezTo>
                  <a:cubicBezTo>
                    <a:pt x="795" y="24"/>
                    <a:pt x="781" y="25"/>
                    <a:pt x="752" y="19"/>
                  </a:cubicBezTo>
                  <a:cubicBezTo>
                    <a:pt x="718" y="40"/>
                    <a:pt x="719" y="19"/>
                    <a:pt x="689" y="0"/>
                  </a:cubicBezTo>
                  <a:cubicBezTo>
                    <a:pt x="668" y="30"/>
                    <a:pt x="684" y="48"/>
                    <a:pt x="651" y="25"/>
                  </a:cubicBezTo>
                  <a:cubicBezTo>
                    <a:pt x="642" y="33"/>
                    <a:pt x="632" y="40"/>
                    <a:pt x="625" y="50"/>
                  </a:cubicBezTo>
                  <a:cubicBezTo>
                    <a:pt x="621" y="55"/>
                    <a:pt x="626" y="69"/>
                    <a:pt x="619" y="69"/>
                  </a:cubicBezTo>
                  <a:cubicBezTo>
                    <a:pt x="612" y="69"/>
                    <a:pt x="615" y="56"/>
                    <a:pt x="613" y="50"/>
                  </a:cubicBezTo>
                  <a:cubicBezTo>
                    <a:pt x="605" y="25"/>
                    <a:pt x="612" y="33"/>
                    <a:pt x="588" y="25"/>
                  </a:cubicBezTo>
                  <a:cubicBezTo>
                    <a:pt x="587" y="29"/>
                    <a:pt x="579" y="79"/>
                    <a:pt x="569" y="82"/>
                  </a:cubicBezTo>
                  <a:cubicBezTo>
                    <a:pt x="563" y="84"/>
                    <a:pt x="566" y="68"/>
                    <a:pt x="562" y="63"/>
                  </a:cubicBezTo>
                  <a:cubicBezTo>
                    <a:pt x="557" y="57"/>
                    <a:pt x="549" y="54"/>
                    <a:pt x="543" y="50"/>
                  </a:cubicBezTo>
                  <a:cubicBezTo>
                    <a:pt x="529" y="109"/>
                    <a:pt x="551" y="50"/>
                    <a:pt x="512" y="82"/>
                  </a:cubicBezTo>
                  <a:cubicBezTo>
                    <a:pt x="499" y="93"/>
                    <a:pt x="496" y="112"/>
                    <a:pt x="486" y="126"/>
                  </a:cubicBezTo>
                  <a:cubicBezTo>
                    <a:pt x="484" y="134"/>
                    <a:pt x="488" y="147"/>
                    <a:pt x="480" y="151"/>
                  </a:cubicBezTo>
                  <a:cubicBezTo>
                    <a:pt x="474" y="154"/>
                    <a:pt x="481" y="133"/>
                    <a:pt x="474" y="132"/>
                  </a:cubicBezTo>
                  <a:cubicBezTo>
                    <a:pt x="465" y="130"/>
                    <a:pt x="457" y="141"/>
                    <a:pt x="449" y="145"/>
                  </a:cubicBezTo>
                  <a:cubicBezTo>
                    <a:pt x="434" y="166"/>
                    <a:pt x="430" y="183"/>
                    <a:pt x="423" y="208"/>
                  </a:cubicBezTo>
                  <a:cubicBezTo>
                    <a:pt x="421" y="200"/>
                    <a:pt x="425" y="187"/>
                    <a:pt x="417" y="183"/>
                  </a:cubicBezTo>
                  <a:cubicBezTo>
                    <a:pt x="410" y="180"/>
                    <a:pt x="403" y="190"/>
                    <a:pt x="398" y="196"/>
                  </a:cubicBezTo>
                  <a:cubicBezTo>
                    <a:pt x="388" y="209"/>
                    <a:pt x="383" y="236"/>
                    <a:pt x="373" y="252"/>
                  </a:cubicBezTo>
                  <a:cubicBezTo>
                    <a:pt x="367" y="290"/>
                    <a:pt x="353" y="343"/>
                    <a:pt x="335" y="379"/>
                  </a:cubicBezTo>
                  <a:cubicBezTo>
                    <a:pt x="314" y="422"/>
                    <a:pt x="328" y="370"/>
                    <a:pt x="310" y="429"/>
                  </a:cubicBezTo>
                  <a:cubicBezTo>
                    <a:pt x="301" y="458"/>
                    <a:pt x="300" y="489"/>
                    <a:pt x="291" y="518"/>
                  </a:cubicBezTo>
                  <a:cubicBezTo>
                    <a:pt x="241" y="418"/>
                    <a:pt x="312" y="665"/>
                    <a:pt x="240" y="688"/>
                  </a:cubicBezTo>
                  <a:cubicBezTo>
                    <a:pt x="205" y="746"/>
                    <a:pt x="195" y="820"/>
                    <a:pt x="171" y="884"/>
                  </a:cubicBezTo>
                  <a:cubicBezTo>
                    <a:pt x="169" y="878"/>
                    <a:pt x="166" y="871"/>
                    <a:pt x="164" y="865"/>
                  </a:cubicBezTo>
                  <a:cubicBezTo>
                    <a:pt x="162" y="857"/>
                    <a:pt x="166" y="836"/>
                    <a:pt x="158" y="840"/>
                  </a:cubicBezTo>
                  <a:cubicBezTo>
                    <a:pt x="141" y="849"/>
                    <a:pt x="151" y="878"/>
                    <a:pt x="145" y="897"/>
                  </a:cubicBezTo>
                  <a:cubicBezTo>
                    <a:pt x="128" y="953"/>
                    <a:pt x="126" y="1011"/>
                    <a:pt x="108" y="1067"/>
                  </a:cubicBezTo>
                  <a:cubicBezTo>
                    <a:pt x="99" y="1035"/>
                    <a:pt x="93" y="1019"/>
                    <a:pt x="70" y="1055"/>
                  </a:cubicBezTo>
                  <a:cubicBezTo>
                    <a:pt x="36" y="1032"/>
                    <a:pt x="36" y="1055"/>
                    <a:pt x="0" y="105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61" name="Freeform 293"/>
            <p:cNvSpPr>
              <a:spLocks/>
            </p:cNvSpPr>
            <p:nvPr/>
          </p:nvSpPr>
          <p:spPr bwMode="auto">
            <a:xfrm flipV="1">
              <a:off x="1957" y="2550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62" name="Freeform 294"/>
            <p:cNvSpPr>
              <a:spLocks/>
            </p:cNvSpPr>
            <p:nvPr/>
          </p:nvSpPr>
          <p:spPr bwMode="auto">
            <a:xfrm>
              <a:off x="1939" y="2594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63" name="Freeform 295"/>
            <p:cNvSpPr>
              <a:spLocks/>
            </p:cNvSpPr>
            <p:nvPr/>
          </p:nvSpPr>
          <p:spPr bwMode="auto">
            <a:xfrm flipV="1">
              <a:off x="1911" y="2564"/>
              <a:ext cx="1492" cy="1162"/>
            </a:xfrm>
            <a:custGeom>
              <a:avLst/>
              <a:gdLst/>
              <a:ahLst/>
              <a:cxnLst>
                <a:cxn ang="0">
                  <a:pos x="34" y="1093"/>
                </a:cxn>
                <a:cxn ang="0">
                  <a:pos x="72" y="1093"/>
                </a:cxn>
                <a:cxn ang="0">
                  <a:pos x="91" y="1112"/>
                </a:cxn>
                <a:cxn ang="0">
                  <a:pos x="160" y="1086"/>
                </a:cxn>
                <a:cxn ang="0">
                  <a:pos x="173" y="1124"/>
                </a:cxn>
                <a:cxn ang="0">
                  <a:pos x="223" y="1143"/>
                </a:cxn>
                <a:cxn ang="0">
                  <a:pos x="287" y="1143"/>
                </a:cxn>
                <a:cxn ang="0">
                  <a:pos x="337" y="1162"/>
                </a:cxn>
                <a:cxn ang="0">
                  <a:pos x="369" y="1124"/>
                </a:cxn>
                <a:cxn ang="0">
                  <a:pos x="432" y="1105"/>
                </a:cxn>
                <a:cxn ang="0">
                  <a:pos x="495" y="1068"/>
                </a:cxn>
                <a:cxn ang="0">
                  <a:pos x="533" y="1061"/>
                </a:cxn>
                <a:cxn ang="0">
                  <a:pos x="571" y="1061"/>
                </a:cxn>
                <a:cxn ang="0">
                  <a:pos x="590" y="1074"/>
                </a:cxn>
                <a:cxn ang="0">
                  <a:pos x="621" y="954"/>
                </a:cxn>
                <a:cxn ang="0">
                  <a:pos x="628" y="973"/>
                </a:cxn>
                <a:cxn ang="0">
                  <a:pos x="634" y="948"/>
                </a:cxn>
                <a:cxn ang="0">
                  <a:pos x="647" y="922"/>
                </a:cxn>
                <a:cxn ang="0">
                  <a:pos x="691" y="809"/>
                </a:cxn>
                <a:cxn ang="0">
                  <a:pos x="741" y="657"/>
                </a:cxn>
                <a:cxn ang="0">
                  <a:pos x="767" y="606"/>
                </a:cxn>
                <a:cxn ang="0">
                  <a:pos x="798" y="531"/>
                </a:cxn>
                <a:cxn ang="0">
                  <a:pos x="805" y="499"/>
                </a:cxn>
                <a:cxn ang="0">
                  <a:pos x="811" y="480"/>
                </a:cxn>
                <a:cxn ang="0">
                  <a:pos x="823" y="430"/>
                </a:cxn>
                <a:cxn ang="0">
                  <a:pos x="861" y="329"/>
                </a:cxn>
                <a:cxn ang="0">
                  <a:pos x="956" y="120"/>
                </a:cxn>
                <a:cxn ang="0">
                  <a:pos x="988" y="101"/>
                </a:cxn>
                <a:cxn ang="0">
                  <a:pos x="1007" y="63"/>
                </a:cxn>
                <a:cxn ang="0">
                  <a:pos x="1013" y="89"/>
                </a:cxn>
                <a:cxn ang="0">
                  <a:pos x="1019" y="108"/>
                </a:cxn>
                <a:cxn ang="0">
                  <a:pos x="1057" y="57"/>
                </a:cxn>
                <a:cxn ang="0">
                  <a:pos x="1063" y="89"/>
                </a:cxn>
                <a:cxn ang="0">
                  <a:pos x="1070" y="114"/>
                </a:cxn>
                <a:cxn ang="0">
                  <a:pos x="1095" y="82"/>
                </a:cxn>
                <a:cxn ang="0">
                  <a:pos x="1101" y="57"/>
                </a:cxn>
                <a:cxn ang="0">
                  <a:pos x="1108" y="38"/>
                </a:cxn>
                <a:cxn ang="0">
                  <a:pos x="1127" y="82"/>
                </a:cxn>
                <a:cxn ang="0">
                  <a:pos x="1146" y="57"/>
                </a:cxn>
                <a:cxn ang="0">
                  <a:pos x="1152" y="32"/>
                </a:cxn>
                <a:cxn ang="0">
                  <a:pos x="1171" y="82"/>
                </a:cxn>
                <a:cxn ang="0">
                  <a:pos x="1215" y="25"/>
                </a:cxn>
                <a:cxn ang="0">
                  <a:pos x="1259" y="13"/>
                </a:cxn>
                <a:cxn ang="0">
                  <a:pos x="1291" y="44"/>
                </a:cxn>
                <a:cxn ang="0">
                  <a:pos x="1303" y="19"/>
                </a:cxn>
                <a:cxn ang="0">
                  <a:pos x="1335" y="57"/>
                </a:cxn>
                <a:cxn ang="0">
                  <a:pos x="1392" y="0"/>
                </a:cxn>
                <a:cxn ang="0">
                  <a:pos x="1417" y="76"/>
                </a:cxn>
                <a:cxn ang="0">
                  <a:pos x="1442" y="70"/>
                </a:cxn>
                <a:cxn ang="0">
                  <a:pos x="1461" y="70"/>
                </a:cxn>
                <a:cxn ang="0">
                  <a:pos x="1474" y="133"/>
                </a:cxn>
                <a:cxn ang="0">
                  <a:pos x="1487" y="120"/>
                </a:cxn>
              </a:cxnLst>
              <a:rect l="0" t="0" r="r" b="b"/>
              <a:pathLst>
                <a:path w="1492" h="1162">
                  <a:moveTo>
                    <a:pt x="34" y="1093"/>
                  </a:moveTo>
                  <a:cubicBezTo>
                    <a:pt x="106" y="1138"/>
                    <a:pt x="0" y="1080"/>
                    <a:pt x="72" y="1093"/>
                  </a:cubicBezTo>
                  <a:cubicBezTo>
                    <a:pt x="81" y="1095"/>
                    <a:pt x="85" y="1106"/>
                    <a:pt x="91" y="1112"/>
                  </a:cubicBezTo>
                  <a:cubicBezTo>
                    <a:pt x="108" y="1103"/>
                    <a:pt x="141" y="1084"/>
                    <a:pt x="160" y="1086"/>
                  </a:cubicBezTo>
                  <a:cubicBezTo>
                    <a:pt x="161" y="1086"/>
                    <a:pt x="173" y="1123"/>
                    <a:pt x="173" y="1124"/>
                  </a:cubicBezTo>
                  <a:cubicBezTo>
                    <a:pt x="223" y="1112"/>
                    <a:pt x="180" y="1129"/>
                    <a:pt x="223" y="1143"/>
                  </a:cubicBezTo>
                  <a:cubicBezTo>
                    <a:pt x="281" y="1121"/>
                    <a:pt x="264" y="1109"/>
                    <a:pt x="287" y="1143"/>
                  </a:cubicBezTo>
                  <a:cubicBezTo>
                    <a:pt x="337" y="1131"/>
                    <a:pt x="327" y="1099"/>
                    <a:pt x="337" y="1162"/>
                  </a:cubicBezTo>
                  <a:cubicBezTo>
                    <a:pt x="349" y="1150"/>
                    <a:pt x="354" y="1132"/>
                    <a:pt x="369" y="1124"/>
                  </a:cubicBezTo>
                  <a:cubicBezTo>
                    <a:pt x="388" y="1114"/>
                    <a:pt x="411" y="1113"/>
                    <a:pt x="432" y="1105"/>
                  </a:cubicBezTo>
                  <a:cubicBezTo>
                    <a:pt x="471" y="1162"/>
                    <a:pt x="468" y="1081"/>
                    <a:pt x="495" y="1068"/>
                  </a:cubicBezTo>
                  <a:cubicBezTo>
                    <a:pt x="507" y="1062"/>
                    <a:pt x="520" y="1063"/>
                    <a:pt x="533" y="1061"/>
                  </a:cubicBezTo>
                  <a:cubicBezTo>
                    <a:pt x="577" y="994"/>
                    <a:pt x="545" y="1028"/>
                    <a:pt x="571" y="1061"/>
                  </a:cubicBezTo>
                  <a:cubicBezTo>
                    <a:pt x="576" y="1067"/>
                    <a:pt x="584" y="1070"/>
                    <a:pt x="590" y="1074"/>
                  </a:cubicBezTo>
                  <a:cubicBezTo>
                    <a:pt x="600" y="1033"/>
                    <a:pt x="614" y="996"/>
                    <a:pt x="621" y="954"/>
                  </a:cubicBezTo>
                  <a:cubicBezTo>
                    <a:pt x="623" y="960"/>
                    <a:pt x="622" y="976"/>
                    <a:pt x="628" y="973"/>
                  </a:cubicBezTo>
                  <a:cubicBezTo>
                    <a:pt x="636" y="969"/>
                    <a:pt x="631" y="956"/>
                    <a:pt x="634" y="948"/>
                  </a:cubicBezTo>
                  <a:cubicBezTo>
                    <a:pt x="637" y="939"/>
                    <a:pt x="643" y="931"/>
                    <a:pt x="647" y="922"/>
                  </a:cubicBezTo>
                  <a:cubicBezTo>
                    <a:pt x="664" y="883"/>
                    <a:pt x="665" y="843"/>
                    <a:pt x="691" y="809"/>
                  </a:cubicBezTo>
                  <a:cubicBezTo>
                    <a:pt x="707" y="758"/>
                    <a:pt x="725" y="708"/>
                    <a:pt x="741" y="657"/>
                  </a:cubicBezTo>
                  <a:cubicBezTo>
                    <a:pt x="747" y="639"/>
                    <a:pt x="760" y="624"/>
                    <a:pt x="767" y="606"/>
                  </a:cubicBezTo>
                  <a:cubicBezTo>
                    <a:pt x="773" y="575"/>
                    <a:pt x="784" y="559"/>
                    <a:pt x="798" y="531"/>
                  </a:cubicBezTo>
                  <a:cubicBezTo>
                    <a:pt x="800" y="520"/>
                    <a:pt x="802" y="510"/>
                    <a:pt x="805" y="499"/>
                  </a:cubicBezTo>
                  <a:cubicBezTo>
                    <a:pt x="807" y="493"/>
                    <a:pt x="809" y="486"/>
                    <a:pt x="811" y="480"/>
                  </a:cubicBezTo>
                  <a:cubicBezTo>
                    <a:pt x="815" y="463"/>
                    <a:pt x="823" y="430"/>
                    <a:pt x="823" y="430"/>
                  </a:cubicBezTo>
                  <a:cubicBezTo>
                    <a:pt x="829" y="374"/>
                    <a:pt x="816" y="351"/>
                    <a:pt x="861" y="329"/>
                  </a:cubicBezTo>
                  <a:cubicBezTo>
                    <a:pt x="879" y="256"/>
                    <a:pt x="921" y="187"/>
                    <a:pt x="956" y="120"/>
                  </a:cubicBezTo>
                  <a:cubicBezTo>
                    <a:pt x="967" y="153"/>
                    <a:pt x="958" y="145"/>
                    <a:pt x="988" y="101"/>
                  </a:cubicBezTo>
                  <a:cubicBezTo>
                    <a:pt x="1003" y="79"/>
                    <a:pt x="998" y="86"/>
                    <a:pt x="1007" y="63"/>
                  </a:cubicBezTo>
                  <a:cubicBezTo>
                    <a:pt x="1009" y="72"/>
                    <a:pt x="1011" y="80"/>
                    <a:pt x="1013" y="89"/>
                  </a:cubicBezTo>
                  <a:cubicBezTo>
                    <a:pt x="1015" y="95"/>
                    <a:pt x="1014" y="112"/>
                    <a:pt x="1019" y="108"/>
                  </a:cubicBezTo>
                  <a:cubicBezTo>
                    <a:pt x="1036" y="96"/>
                    <a:pt x="1057" y="57"/>
                    <a:pt x="1057" y="57"/>
                  </a:cubicBezTo>
                  <a:cubicBezTo>
                    <a:pt x="1059" y="68"/>
                    <a:pt x="1061" y="78"/>
                    <a:pt x="1063" y="89"/>
                  </a:cubicBezTo>
                  <a:cubicBezTo>
                    <a:pt x="1065" y="97"/>
                    <a:pt x="1062" y="116"/>
                    <a:pt x="1070" y="114"/>
                  </a:cubicBezTo>
                  <a:cubicBezTo>
                    <a:pt x="1083" y="111"/>
                    <a:pt x="1087" y="93"/>
                    <a:pt x="1095" y="82"/>
                  </a:cubicBezTo>
                  <a:cubicBezTo>
                    <a:pt x="1097" y="74"/>
                    <a:pt x="1099" y="65"/>
                    <a:pt x="1101" y="57"/>
                  </a:cubicBezTo>
                  <a:cubicBezTo>
                    <a:pt x="1103" y="51"/>
                    <a:pt x="1102" y="36"/>
                    <a:pt x="1108" y="38"/>
                  </a:cubicBezTo>
                  <a:cubicBezTo>
                    <a:pt x="1112" y="39"/>
                    <a:pt x="1125" y="76"/>
                    <a:pt x="1127" y="82"/>
                  </a:cubicBezTo>
                  <a:cubicBezTo>
                    <a:pt x="1133" y="74"/>
                    <a:pt x="1141" y="66"/>
                    <a:pt x="1146" y="57"/>
                  </a:cubicBezTo>
                  <a:cubicBezTo>
                    <a:pt x="1150" y="49"/>
                    <a:pt x="1144" y="29"/>
                    <a:pt x="1152" y="32"/>
                  </a:cubicBezTo>
                  <a:cubicBezTo>
                    <a:pt x="1156" y="33"/>
                    <a:pt x="1168" y="74"/>
                    <a:pt x="1171" y="82"/>
                  </a:cubicBezTo>
                  <a:cubicBezTo>
                    <a:pt x="1195" y="67"/>
                    <a:pt x="1198" y="49"/>
                    <a:pt x="1215" y="25"/>
                  </a:cubicBezTo>
                  <a:cubicBezTo>
                    <a:pt x="1239" y="60"/>
                    <a:pt x="1244" y="44"/>
                    <a:pt x="1259" y="13"/>
                  </a:cubicBezTo>
                  <a:cubicBezTo>
                    <a:pt x="1269" y="48"/>
                    <a:pt x="1254" y="81"/>
                    <a:pt x="1291" y="44"/>
                  </a:cubicBezTo>
                  <a:cubicBezTo>
                    <a:pt x="1295" y="36"/>
                    <a:pt x="1294" y="21"/>
                    <a:pt x="1303" y="19"/>
                  </a:cubicBezTo>
                  <a:cubicBezTo>
                    <a:pt x="1310" y="18"/>
                    <a:pt x="1332" y="53"/>
                    <a:pt x="1335" y="57"/>
                  </a:cubicBezTo>
                  <a:cubicBezTo>
                    <a:pt x="1363" y="42"/>
                    <a:pt x="1374" y="26"/>
                    <a:pt x="1392" y="0"/>
                  </a:cubicBezTo>
                  <a:cubicBezTo>
                    <a:pt x="1397" y="29"/>
                    <a:pt x="1401" y="51"/>
                    <a:pt x="1417" y="76"/>
                  </a:cubicBezTo>
                  <a:cubicBezTo>
                    <a:pt x="1425" y="74"/>
                    <a:pt x="1435" y="75"/>
                    <a:pt x="1442" y="70"/>
                  </a:cubicBezTo>
                  <a:cubicBezTo>
                    <a:pt x="1459" y="56"/>
                    <a:pt x="1437" y="32"/>
                    <a:pt x="1461" y="70"/>
                  </a:cubicBezTo>
                  <a:cubicBezTo>
                    <a:pt x="1477" y="159"/>
                    <a:pt x="1460" y="67"/>
                    <a:pt x="1474" y="133"/>
                  </a:cubicBezTo>
                  <a:cubicBezTo>
                    <a:pt x="1492" y="217"/>
                    <a:pt x="1487" y="222"/>
                    <a:pt x="1487" y="120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64" name="Freeform 296"/>
            <p:cNvSpPr>
              <a:spLocks/>
            </p:cNvSpPr>
            <p:nvPr/>
          </p:nvSpPr>
          <p:spPr bwMode="auto">
            <a:xfrm flipV="1">
              <a:off x="1941" y="2539"/>
              <a:ext cx="1349" cy="1244"/>
            </a:xfrm>
            <a:custGeom>
              <a:avLst/>
              <a:gdLst/>
              <a:ahLst/>
              <a:cxnLst>
                <a:cxn ang="0">
                  <a:pos x="4" y="151"/>
                </a:cxn>
                <a:cxn ang="0">
                  <a:pos x="42" y="95"/>
                </a:cxn>
                <a:cxn ang="0">
                  <a:pos x="67" y="57"/>
                </a:cxn>
                <a:cxn ang="0">
                  <a:pos x="73" y="76"/>
                </a:cxn>
                <a:cxn ang="0">
                  <a:pos x="67" y="95"/>
                </a:cxn>
                <a:cxn ang="0">
                  <a:pos x="99" y="38"/>
                </a:cxn>
                <a:cxn ang="0">
                  <a:pos x="143" y="13"/>
                </a:cxn>
                <a:cxn ang="0">
                  <a:pos x="149" y="69"/>
                </a:cxn>
                <a:cxn ang="0">
                  <a:pos x="168" y="63"/>
                </a:cxn>
                <a:cxn ang="0">
                  <a:pos x="200" y="19"/>
                </a:cxn>
                <a:cxn ang="0">
                  <a:pos x="212" y="101"/>
                </a:cxn>
                <a:cxn ang="0">
                  <a:pos x="231" y="63"/>
                </a:cxn>
                <a:cxn ang="0">
                  <a:pos x="257" y="0"/>
                </a:cxn>
                <a:cxn ang="0">
                  <a:pos x="263" y="95"/>
                </a:cxn>
                <a:cxn ang="0">
                  <a:pos x="295" y="82"/>
                </a:cxn>
                <a:cxn ang="0">
                  <a:pos x="320" y="31"/>
                </a:cxn>
                <a:cxn ang="0">
                  <a:pos x="358" y="63"/>
                </a:cxn>
                <a:cxn ang="0">
                  <a:pos x="383" y="145"/>
                </a:cxn>
                <a:cxn ang="0">
                  <a:pos x="402" y="126"/>
                </a:cxn>
                <a:cxn ang="0">
                  <a:pos x="408" y="107"/>
                </a:cxn>
                <a:cxn ang="0">
                  <a:pos x="433" y="164"/>
                </a:cxn>
                <a:cxn ang="0">
                  <a:pos x="452" y="189"/>
                </a:cxn>
                <a:cxn ang="0">
                  <a:pos x="478" y="158"/>
                </a:cxn>
                <a:cxn ang="0">
                  <a:pos x="484" y="133"/>
                </a:cxn>
                <a:cxn ang="0">
                  <a:pos x="497" y="151"/>
                </a:cxn>
                <a:cxn ang="0">
                  <a:pos x="516" y="227"/>
                </a:cxn>
                <a:cxn ang="0">
                  <a:pos x="547" y="259"/>
                </a:cxn>
                <a:cxn ang="0">
                  <a:pos x="553" y="335"/>
                </a:cxn>
                <a:cxn ang="0">
                  <a:pos x="572" y="322"/>
                </a:cxn>
                <a:cxn ang="0">
                  <a:pos x="579" y="341"/>
                </a:cxn>
                <a:cxn ang="0">
                  <a:pos x="604" y="474"/>
                </a:cxn>
                <a:cxn ang="0">
                  <a:pos x="629" y="398"/>
                </a:cxn>
                <a:cxn ang="0">
                  <a:pos x="673" y="606"/>
                </a:cxn>
                <a:cxn ang="0">
                  <a:pos x="699" y="657"/>
                </a:cxn>
                <a:cxn ang="0">
                  <a:pos x="718" y="638"/>
                </a:cxn>
                <a:cxn ang="0">
                  <a:pos x="737" y="663"/>
                </a:cxn>
                <a:cxn ang="0">
                  <a:pos x="756" y="859"/>
                </a:cxn>
                <a:cxn ang="0">
                  <a:pos x="781" y="859"/>
                </a:cxn>
                <a:cxn ang="0">
                  <a:pos x="800" y="941"/>
                </a:cxn>
                <a:cxn ang="0">
                  <a:pos x="831" y="979"/>
                </a:cxn>
                <a:cxn ang="0">
                  <a:pos x="989" y="1194"/>
                </a:cxn>
                <a:cxn ang="0">
                  <a:pos x="1059" y="1175"/>
                </a:cxn>
                <a:cxn ang="0">
                  <a:pos x="1078" y="1244"/>
                </a:cxn>
                <a:cxn ang="0">
                  <a:pos x="1135" y="1225"/>
                </a:cxn>
                <a:cxn ang="0">
                  <a:pos x="1198" y="1149"/>
                </a:cxn>
                <a:cxn ang="0">
                  <a:pos x="1204" y="1181"/>
                </a:cxn>
                <a:cxn ang="0">
                  <a:pos x="1210" y="1206"/>
                </a:cxn>
                <a:cxn ang="0">
                  <a:pos x="1236" y="1194"/>
                </a:cxn>
                <a:cxn ang="0">
                  <a:pos x="1261" y="1194"/>
                </a:cxn>
                <a:cxn ang="0">
                  <a:pos x="1280" y="1181"/>
                </a:cxn>
                <a:cxn ang="0">
                  <a:pos x="1305" y="1124"/>
                </a:cxn>
                <a:cxn ang="0">
                  <a:pos x="1330" y="1130"/>
                </a:cxn>
                <a:cxn ang="0">
                  <a:pos x="1349" y="1137"/>
                </a:cxn>
                <a:cxn ang="0">
                  <a:pos x="1330" y="1143"/>
                </a:cxn>
                <a:cxn ang="0">
                  <a:pos x="1273" y="1156"/>
                </a:cxn>
              </a:cxnLst>
              <a:rect l="0" t="0" r="r" b="b"/>
              <a:pathLst>
                <a:path w="1349" h="1244">
                  <a:moveTo>
                    <a:pt x="4" y="151"/>
                  </a:moveTo>
                  <a:cubicBezTo>
                    <a:pt x="46" y="82"/>
                    <a:pt x="0" y="155"/>
                    <a:pt x="42" y="95"/>
                  </a:cubicBezTo>
                  <a:cubicBezTo>
                    <a:pt x="51" y="83"/>
                    <a:pt x="67" y="57"/>
                    <a:pt x="67" y="57"/>
                  </a:cubicBezTo>
                  <a:cubicBezTo>
                    <a:pt x="69" y="63"/>
                    <a:pt x="73" y="69"/>
                    <a:pt x="73" y="76"/>
                  </a:cubicBezTo>
                  <a:cubicBezTo>
                    <a:pt x="73" y="83"/>
                    <a:pt x="64" y="101"/>
                    <a:pt x="67" y="95"/>
                  </a:cubicBezTo>
                  <a:cubicBezTo>
                    <a:pt x="103" y="28"/>
                    <a:pt x="56" y="95"/>
                    <a:pt x="99" y="38"/>
                  </a:cubicBezTo>
                  <a:cubicBezTo>
                    <a:pt x="112" y="81"/>
                    <a:pt x="118" y="36"/>
                    <a:pt x="143" y="13"/>
                  </a:cubicBezTo>
                  <a:cubicBezTo>
                    <a:pt x="145" y="32"/>
                    <a:pt x="141" y="52"/>
                    <a:pt x="149" y="69"/>
                  </a:cubicBezTo>
                  <a:cubicBezTo>
                    <a:pt x="152" y="75"/>
                    <a:pt x="163" y="68"/>
                    <a:pt x="168" y="63"/>
                  </a:cubicBezTo>
                  <a:cubicBezTo>
                    <a:pt x="181" y="50"/>
                    <a:pt x="200" y="19"/>
                    <a:pt x="200" y="19"/>
                  </a:cubicBezTo>
                  <a:cubicBezTo>
                    <a:pt x="208" y="45"/>
                    <a:pt x="192" y="81"/>
                    <a:pt x="212" y="101"/>
                  </a:cubicBezTo>
                  <a:cubicBezTo>
                    <a:pt x="222" y="111"/>
                    <a:pt x="225" y="76"/>
                    <a:pt x="231" y="63"/>
                  </a:cubicBezTo>
                  <a:cubicBezTo>
                    <a:pt x="240" y="42"/>
                    <a:pt x="249" y="21"/>
                    <a:pt x="257" y="0"/>
                  </a:cubicBezTo>
                  <a:cubicBezTo>
                    <a:pt x="259" y="32"/>
                    <a:pt x="250" y="66"/>
                    <a:pt x="263" y="95"/>
                  </a:cubicBezTo>
                  <a:cubicBezTo>
                    <a:pt x="268" y="105"/>
                    <a:pt x="287" y="90"/>
                    <a:pt x="295" y="82"/>
                  </a:cubicBezTo>
                  <a:cubicBezTo>
                    <a:pt x="308" y="68"/>
                    <a:pt x="309" y="47"/>
                    <a:pt x="320" y="31"/>
                  </a:cubicBezTo>
                  <a:cubicBezTo>
                    <a:pt x="325" y="93"/>
                    <a:pt x="324" y="147"/>
                    <a:pt x="358" y="63"/>
                  </a:cubicBezTo>
                  <a:cubicBezTo>
                    <a:pt x="367" y="90"/>
                    <a:pt x="374" y="118"/>
                    <a:pt x="383" y="145"/>
                  </a:cubicBezTo>
                  <a:cubicBezTo>
                    <a:pt x="389" y="139"/>
                    <a:pt x="397" y="133"/>
                    <a:pt x="402" y="126"/>
                  </a:cubicBezTo>
                  <a:cubicBezTo>
                    <a:pt x="406" y="120"/>
                    <a:pt x="403" y="103"/>
                    <a:pt x="408" y="107"/>
                  </a:cubicBezTo>
                  <a:cubicBezTo>
                    <a:pt x="419" y="115"/>
                    <a:pt x="428" y="148"/>
                    <a:pt x="433" y="164"/>
                  </a:cubicBezTo>
                  <a:cubicBezTo>
                    <a:pt x="444" y="244"/>
                    <a:pt x="431" y="220"/>
                    <a:pt x="452" y="189"/>
                  </a:cubicBezTo>
                  <a:cubicBezTo>
                    <a:pt x="459" y="178"/>
                    <a:pt x="469" y="168"/>
                    <a:pt x="478" y="158"/>
                  </a:cubicBezTo>
                  <a:cubicBezTo>
                    <a:pt x="480" y="150"/>
                    <a:pt x="476" y="136"/>
                    <a:pt x="484" y="133"/>
                  </a:cubicBezTo>
                  <a:cubicBezTo>
                    <a:pt x="491" y="130"/>
                    <a:pt x="494" y="144"/>
                    <a:pt x="497" y="151"/>
                  </a:cubicBezTo>
                  <a:cubicBezTo>
                    <a:pt x="507" y="175"/>
                    <a:pt x="507" y="203"/>
                    <a:pt x="516" y="227"/>
                  </a:cubicBezTo>
                  <a:cubicBezTo>
                    <a:pt x="555" y="176"/>
                    <a:pt x="538" y="223"/>
                    <a:pt x="547" y="259"/>
                  </a:cubicBezTo>
                  <a:cubicBezTo>
                    <a:pt x="549" y="284"/>
                    <a:pt x="544" y="311"/>
                    <a:pt x="553" y="335"/>
                  </a:cubicBezTo>
                  <a:cubicBezTo>
                    <a:pt x="556" y="342"/>
                    <a:pt x="565" y="320"/>
                    <a:pt x="572" y="322"/>
                  </a:cubicBezTo>
                  <a:cubicBezTo>
                    <a:pt x="579" y="324"/>
                    <a:pt x="577" y="335"/>
                    <a:pt x="579" y="341"/>
                  </a:cubicBezTo>
                  <a:cubicBezTo>
                    <a:pt x="603" y="265"/>
                    <a:pt x="581" y="428"/>
                    <a:pt x="604" y="474"/>
                  </a:cubicBezTo>
                  <a:cubicBezTo>
                    <a:pt x="610" y="444"/>
                    <a:pt x="616" y="425"/>
                    <a:pt x="629" y="398"/>
                  </a:cubicBezTo>
                  <a:cubicBezTo>
                    <a:pt x="652" y="465"/>
                    <a:pt x="652" y="538"/>
                    <a:pt x="673" y="606"/>
                  </a:cubicBezTo>
                  <a:cubicBezTo>
                    <a:pt x="699" y="544"/>
                    <a:pt x="687" y="463"/>
                    <a:pt x="699" y="657"/>
                  </a:cubicBezTo>
                  <a:cubicBezTo>
                    <a:pt x="705" y="651"/>
                    <a:pt x="714" y="630"/>
                    <a:pt x="718" y="638"/>
                  </a:cubicBezTo>
                  <a:cubicBezTo>
                    <a:pt x="738" y="683"/>
                    <a:pt x="709" y="772"/>
                    <a:pt x="737" y="663"/>
                  </a:cubicBezTo>
                  <a:cubicBezTo>
                    <a:pt x="741" y="765"/>
                    <a:pt x="742" y="782"/>
                    <a:pt x="756" y="859"/>
                  </a:cubicBezTo>
                  <a:cubicBezTo>
                    <a:pt x="759" y="847"/>
                    <a:pt x="764" y="798"/>
                    <a:pt x="781" y="859"/>
                  </a:cubicBezTo>
                  <a:cubicBezTo>
                    <a:pt x="811" y="963"/>
                    <a:pt x="767" y="892"/>
                    <a:pt x="800" y="941"/>
                  </a:cubicBezTo>
                  <a:cubicBezTo>
                    <a:pt x="811" y="975"/>
                    <a:pt x="789" y="1021"/>
                    <a:pt x="831" y="979"/>
                  </a:cubicBezTo>
                  <a:cubicBezTo>
                    <a:pt x="913" y="1087"/>
                    <a:pt x="906" y="1085"/>
                    <a:pt x="989" y="1194"/>
                  </a:cubicBezTo>
                  <a:cubicBezTo>
                    <a:pt x="1007" y="1140"/>
                    <a:pt x="1027" y="1222"/>
                    <a:pt x="1059" y="1175"/>
                  </a:cubicBezTo>
                  <a:cubicBezTo>
                    <a:pt x="1074" y="1223"/>
                    <a:pt x="1068" y="1200"/>
                    <a:pt x="1078" y="1244"/>
                  </a:cubicBezTo>
                  <a:cubicBezTo>
                    <a:pt x="1109" y="1223"/>
                    <a:pt x="1109" y="1186"/>
                    <a:pt x="1135" y="1225"/>
                  </a:cubicBezTo>
                  <a:cubicBezTo>
                    <a:pt x="1164" y="1203"/>
                    <a:pt x="1175" y="1178"/>
                    <a:pt x="1198" y="1149"/>
                  </a:cubicBezTo>
                  <a:cubicBezTo>
                    <a:pt x="1200" y="1160"/>
                    <a:pt x="1202" y="1170"/>
                    <a:pt x="1204" y="1181"/>
                  </a:cubicBezTo>
                  <a:cubicBezTo>
                    <a:pt x="1206" y="1189"/>
                    <a:pt x="1202" y="1203"/>
                    <a:pt x="1210" y="1206"/>
                  </a:cubicBezTo>
                  <a:cubicBezTo>
                    <a:pt x="1219" y="1210"/>
                    <a:pt x="1227" y="1198"/>
                    <a:pt x="1236" y="1194"/>
                  </a:cubicBezTo>
                  <a:cubicBezTo>
                    <a:pt x="1264" y="1149"/>
                    <a:pt x="1231" y="1188"/>
                    <a:pt x="1261" y="1194"/>
                  </a:cubicBezTo>
                  <a:cubicBezTo>
                    <a:pt x="1269" y="1195"/>
                    <a:pt x="1274" y="1185"/>
                    <a:pt x="1280" y="1181"/>
                  </a:cubicBezTo>
                  <a:cubicBezTo>
                    <a:pt x="1292" y="1162"/>
                    <a:pt x="1298" y="1145"/>
                    <a:pt x="1305" y="1124"/>
                  </a:cubicBezTo>
                  <a:cubicBezTo>
                    <a:pt x="1317" y="1187"/>
                    <a:pt x="1301" y="1145"/>
                    <a:pt x="1330" y="1130"/>
                  </a:cubicBezTo>
                  <a:cubicBezTo>
                    <a:pt x="1336" y="1127"/>
                    <a:pt x="1343" y="1135"/>
                    <a:pt x="1349" y="1137"/>
                  </a:cubicBezTo>
                  <a:cubicBezTo>
                    <a:pt x="1349" y="1137"/>
                    <a:pt x="1336" y="1140"/>
                    <a:pt x="1330" y="1143"/>
                  </a:cubicBezTo>
                  <a:cubicBezTo>
                    <a:pt x="1288" y="1161"/>
                    <a:pt x="1322" y="1156"/>
                    <a:pt x="1273" y="1156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65" name="Freeform 297"/>
            <p:cNvSpPr>
              <a:spLocks/>
            </p:cNvSpPr>
            <p:nvPr/>
          </p:nvSpPr>
          <p:spPr bwMode="auto">
            <a:xfrm flipV="1">
              <a:off x="1964" y="2553"/>
              <a:ext cx="1396" cy="1206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50" y="81"/>
                </a:cxn>
                <a:cxn ang="0">
                  <a:pos x="76" y="62"/>
                </a:cxn>
                <a:cxn ang="0">
                  <a:pos x="107" y="17"/>
                </a:cxn>
                <a:cxn ang="0">
                  <a:pos x="139" y="100"/>
                </a:cxn>
                <a:cxn ang="0">
                  <a:pos x="196" y="74"/>
                </a:cxn>
                <a:cxn ang="0">
                  <a:pos x="240" y="43"/>
                </a:cxn>
                <a:cxn ang="0">
                  <a:pos x="253" y="93"/>
                </a:cxn>
                <a:cxn ang="0">
                  <a:pos x="303" y="68"/>
                </a:cxn>
                <a:cxn ang="0">
                  <a:pos x="328" y="112"/>
                </a:cxn>
                <a:cxn ang="0">
                  <a:pos x="379" y="62"/>
                </a:cxn>
                <a:cxn ang="0">
                  <a:pos x="417" y="125"/>
                </a:cxn>
                <a:cxn ang="0">
                  <a:pos x="429" y="106"/>
                </a:cxn>
                <a:cxn ang="0">
                  <a:pos x="436" y="137"/>
                </a:cxn>
                <a:cxn ang="0">
                  <a:pos x="455" y="207"/>
                </a:cxn>
                <a:cxn ang="0">
                  <a:pos x="486" y="213"/>
                </a:cxn>
                <a:cxn ang="0">
                  <a:pos x="518" y="207"/>
                </a:cxn>
                <a:cxn ang="0">
                  <a:pos x="524" y="226"/>
                </a:cxn>
                <a:cxn ang="0">
                  <a:pos x="543" y="232"/>
                </a:cxn>
                <a:cxn ang="0">
                  <a:pos x="549" y="283"/>
                </a:cxn>
                <a:cxn ang="0">
                  <a:pos x="562" y="321"/>
                </a:cxn>
                <a:cxn ang="0">
                  <a:pos x="606" y="359"/>
                </a:cxn>
                <a:cxn ang="0">
                  <a:pos x="625" y="415"/>
                </a:cxn>
                <a:cxn ang="0">
                  <a:pos x="669" y="580"/>
                </a:cxn>
                <a:cxn ang="0">
                  <a:pos x="695" y="719"/>
                </a:cxn>
                <a:cxn ang="0">
                  <a:pos x="701" y="693"/>
                </a:cxn>
                <a:cxn ang="0">
                  <a:pos x="707" y="712"/>
                </a:cxn>
                <a:cxn ang="0">
                  <a:pos x="714" y="731"/>
                </a:cxn>
                <a:cxn ang="0">
                  <a:pos x="733" y="807"/>
                </a:cxn>
                <a:cxn ang="0">
                  <a:pos x="739" y="895"/>
                </a:cxn>
                <a:cxn ang="0">
                  <a:pos x="758" y="927"/>
                </a:cxn>
                <a:cxn ang="0">
                  <a:pos x="802" y="1041"/>
                </a:cxn>
                <a:cxn ang="0">
                  <a:pos x="846" y="1041"/>
                </a:cxn>
                <a:cxn ang="0">
                  <a:pos x="922" y="1116"/>
                </a:cxn>
                <a:cxn ang="0">
                  <a:pos x="947" y="1186"/>
                </a:cxn>
                <a:cxn ang="0">
                  <a:pos x="960" y="1161"/>
                </a:cxn>
                <a:cxn ang="0">
                  <a:pos x="998" y="1192"/>
                </a:cxn>
                <a:cxn ang="0">
                  <a:pos x="1036" y="1161"/>
                </a:cxn>
                <a:cxn ang="0">
                  <a:pos x="1048" y="1180"/>
                </a:cxn>
                <a:cxn ang="0">
                  <a:pos x="1074" y="1192"/>
                </a:cxn>
                <a:cxn ang="0">
                  <a:pos x="1162" y="1167"/>
                </a:cxn>
                <a:cxn ang="0">
                  <a:pos x="1232" y="1161"/>
                </a:cxn>
                <a:cxn ang="0">
                  <a:pos x="1295" y="1110"/>
                </a:cxn>
                <a:cxn ang="0">
                  <a:pos x="1358" y="1123"/>
                </a:cxn>
                <a:cxn ang="0">
                  <a:pos x="1396" y="1085"/>
                </a:cxn>
              </a:cxnLst>
              <a:rect l="0" t="0" r="r" b="b"/>
              <a:pathLst>
                <a:path w="1396" h="1206">
                  <a:moveTo>
                    <a:pt x="0" y="156"/>
                  </a:moveTo>
                  <a:cubicBezTo>
                    <a:pt x="17" y="134"/>
                    <a:pt x="32" y="101"/>
                    <a:pt x="50" y="81"/>
                  </a:cubicBezTo>
                  <a:cubicBezTo>
                    <a:pt x="57" y="73"/>
                    <a:pt x="68" y="70"/>
                    <a:pt x="76" y="62"/>
                  </a:cubicBezTo>
                  <a:cubicBezTo>
                    <a:pt x="85" y="53"/>
                    <a:pt x="100" y="29"/>
                    <a:pt x="107" y="17"/>
                  </a:cubicBezTo>
                  <a:cubicBezTo>
                    <a:pt x="114" y="59"/>
                    <a:pt x="111" y="72"/>
                    <a:pt x="139" y="100"/>
                  </a:cubicBezTo>
                  <a:cubicBezTo>
                    <a:pt x="166" y="91"/>
                    <a:pt x="176" y="91"/>
                    <a:pt x="196" y="74"/>
                  </a:cubicBezTo>
                  <a:cubicBezTo>
                    <a:pt x="233" y="42"/>
                    <a:pt x="206" y="54"/>
                    <a:pt x="240" y="43"/>
                  </a:cubicBezTo>
                  <a:cubicBezTo>
                    <a:pt x="240" y="44"/>
                    <a:pt x="252" y="93"/>
                    <a:pt x="253" y="93"/>
                  </a:cubicBezTo>
                  <a:cubicBezTo>
                    <a:pt x="271" y="96"/>
                    <a:pt x="285" y="74"/>
                    <a:pt x="303" y="68"/>
                  </a:cubicBezTo>
                  <a:cubicBezTo>
                    <a:pt x="325" y="0"/>
                    <a:pt x="322" y="29"/>
                    <a:pt x="328" y="112"/>
                  </a:cubicBezTo>
                  <a:cubicBezTo>
                    <a:pt x="362" y="87"/>
                    <a:pt x="348" y="81"/>
                    <a:pt x="379" y="62"/>
                  </a:cubicBezTo>
                  <a:cubicBezTo>
                    <a:pt x="389" y="104"/>
                    <a:pt x="361" y="152"/>
                    <a:pt x="417" y="125"/>
                  </a:cubicBezTo>
                  <a:cubicBezTo>
                    <a:pt x="421" y="119"/>
                    <a:pt x="423" y="102"/>
                    <a:pt x="429" y="106"/>
                  </a:cubicBezTo>
                  <a:cubicBezTo>
                    <a:pt x="438" y="112"/>
                    <a:pt x="434" y="127"/>
                    <a:pt x="436" y="137"/>
                  </a:cubicBezTo>
                  <a:cubicBezTo>
                    <a:pt x="447" y="193"/>
                    <a:pt x="435" y="157"/>
                    <a:pt x="455" y="207"/>
                  </a:cubicBezTo>
                  <a:cubicBezTo>
                    <a:pt x="502" y="175"/>
                    <a:pt x="449" y="202"/>
                    <a:pt x="486" y="213"/>
                  </a:cubicBezTo>
                  <a:cubicBezTo>
                    <a:pt x="496" y="216"/>
                    <a:pt x="507" y="209"/>
                    <a:pt x="518" y="207"/>
                  </a:cubicBezTo>
                  <a:cubicBezTo>
                    <a:pt x="520" y="213"/>
                    <a:pt x="519" y="221"/>
                    <a:pt x="524" y="226"/>
                  </a:cubicBezTo>
                  <a:cubicBezTo>
                    <a:pt x="529" y="231"/>
                    <a:pt x="540" y="226"/>
                    <a:pt x="543" y="232"/>
                  </a:cubicBezTo>
                  <a:cubicBezTo>
                    <a:pt x="550" y="248"/>
                    <a:pt x="545" y="266"/>
                    <a:pt x="549" y="283"/>
                  </a:cubicBezTo>
                  <a:cubicBezTo>
                    <a:pt x="552" y="296"/>
                    <a:pt x="558" y="308"/>
                    <a:pt x="562" y="321"/>
                  </a:cubicBezTo>
                  <a:cubicBezTo>
                    <a:pt x="610" y="273"/>
                    <a:pt x="599" y="288"/>
                    <a:pt x="606" y="359"/>
                  </a:cubicBezTo>
                  <a:cubicBezTo>
                    <a:pt x="653" y="327"/>
                    <a:pt x="629" y="392"/>
                    <a:pt x="625" y="415"/>
                  </a:cubicBezTo>
                  <a:cubicBezTo>
                    <a:pt x="631" y="518"/>
                    <a:pt x="607" y="533"/>
                    <a:pt x="669" y="580"/>
                  </a:cubicBezTo>
                  <a:cubicBezTo>
                    <a:pt x="682" y="626"/>
                    <a:pt x="685" y="673"/>
                    <a:pt x="695" y="719"/>
                  </a:cubicBezTo>
                  <a:cubicBezTo>
                    <a:pt x="697" y="710"/>
                    <a:pt x="693" y="697"/>
                    <a:pt x="701" y="693"/>
                  </a:cubicBezTo>
                  <a:cubicBezTo>
                    <a:pt x="707" y="690"/>
                    <a:pt x="705" y="706"/>
                    <a:pt x="707" y="712"/>
                  </a:cubicBezTo>
                  <a:cubicBezTo>
                    <a:pt x="709" y="718"/>
                    <a:pt x="712" y="725"/>
                    <a:pt x="714" y="731"/>
                  </a:cubicBezTo>
                  <a:cubicBezTo>
                    <a:pt x="722" y="756"/>
                    <a:pt x="733" y="807"/>
                    <a:pt x="733" y="807"/>
                  </a:cubicBezTo>
                  <a:cubicBezTo>
                    <a:pt x="735" y="836"/>
                    <a:pt x="733" y="866"/>
                    <a:pt x="739" y="895"/>
                  </a:cubicBezTo>
                  <a:cubicBezTo>
                    <a:pt x="742" y="907"/>
                    <a:pt x="753" y="916"/>
                    <a:pt x="758" y="927"/>
                  </a:cubicBezTo>
                  <a:cubicBezTo>
                    <a:pt x="776" y="965"/>
                    <a:pt x="778" y="1005"/>
                    <a:pt x="802" y="1041"/>
                  </a:cubicBezTo>
                  <a:cubicBezTo>
                    <a:pt x="813" y="1006"/>
                    <a:pt x="817" y="1030"/>
                    <a:pt x="846" y="1041"/>
                  </a:cubicBezTo>
                  <a:cubicBezTo>
                    <a:pt x="878" y="1083"/>
                    <a:pt x="874" y="1098"/>
                    <a:pt x="922" y="1116"/>
                  </a:cubicBezTo>
                  <a:cubicBezTo>
                    <a:pt x="940" y="1142"/>
                    <a:pt x="936" y="1157"/>
                    <a:pt x="947" y="1186"/>
                  </a:cubicBezTo>
                  <a:cubicBezTo>
                    <a:pt x="955" y="1206"/>
                    <a:pt x="950" y="1142"/>
                    <a:pt x="960" y="1161"/>
                  </a:cubicBezTo>
                  <a:cubicBezTo>
                    <a:pt x="967" y="1144"/>
                    <a:pt x="987" y="1206"/>
                    <a:pt x="998" y="1192"/>
                  </a:cubicBezTo>
                  <a:cubicBezTo>
                    <a:pt x="1008" y="1179"/>
                    <a:pt x="1024" y="1173"/>
                    <a:pt x="1036" y="1161"/>
                  </a:cubicBezTo>
                  <a:cubicBezTo>
                    <a:pt x="1040" y="1167"/>
                    <a:pt x="1041" y="1177"/>
                    <a:pt x="1048" y="1180"/>
                  </a:cubicBezTo>
                  <a:cubicBezTo>
                    <a:pt x="1082" y="1193"/>
                    <a:pt x="1056" y="1144"/>
                    <a:pt x="1074" y="1192"/>
                  </a:cubicBezTo>
                  <a:cubicBezTo>
                    <a:pt x="1145" y="1157"/>
                    <a:pt x="1114" y="1156"/>
                    <a:pt x="1162" y="1167"/>
                  </a:cubicBezTo>
                  <a:cubicBezTo>
                    <a:pt x="1192" y="1160"/>
                    <a:pt x="1201" y="1153"/>
                    <a:pt x="1232" y="1161"/>
                  </a:cubicBezTo>
                  <a:cubicBezTo>
                    <a:pt x="1251" y="1141"/>
                    <a:pt x="1295" y="1110"/>
                    <a:pt x="1295" y="1110"/>
                  </a:cubicBezTo>
                  <a:cubicBezTo>
                    <a:pt x="1314" y="1140"/>
                    <a:pt x="1327" y="1138"/>
                    <a:pt x="1358" y="1123"/>
                  </a:cubicBezTo>
                  <a:cubicBezTo>
                    <a:pt x="1373" y="1077"/>
                    <a:pt x="1357" y="1085"/>
                    <a:pt x="1396" y="108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66" name="Freeform 298"/>
            <p:cNvSpPr>
              <a:spLocks/>
            </p:cNvSpPr>
            <p:nvPr/>
          </p:nvSpPr>
          <p:spPr bwMode="auto">
            <a:xfrm flipV="1">
              <a:off x="1888" y="2577"/>
              <a:ext cx="1472" cy="1067"/>
            </a:xfrm>
            <a:custGeom>
              <a:avLst/>
              <a:gdLst/>
              <a:ahLst/>
              <a:cxnLst>
                <a:cxn ang="0">
                  <a:pos x="1472" y="1048"/>
                </a:cxn>
                <a:cxn ang="0">
                  <a:pos x="1409" y="1023"/>
                </a:cxn>
                <a:cxn ang="0">
                  <a:pos x="1415" y="991"/>
                </a:cxn>
                <a:cxn ang="0">
                  <a:pos x="1421" y="966"/>
                </a:cxn>
                <a:cxn ang="0">
                  <a:pos x="1415" y="941"/>
                </a:cxn>
                <a:cxn ang="0">
                  <a:pos x="1409" y="909"/>
                </a:cxn>
                <a:cxn ang="0">
                  <a:pos x="1377" y="947"/>
                </a:cxn>
                <a:cxn ang="0">
                  <a:pos x="1352" y="833"/>
                </a:cxn>
                <a:cxn ang="0">
                  <a:pos x="1320" y="695"/>
                </a:cxn>
                <a:cxn ang="0">
                  <a:pos x="1301" y="707"/>
                </a:cxn>
                <a:cxn ang="0">
                  <a:pos x="1295" y="682"/>
                </a:cxn>
                <a:cxn ang="0">
                  <a:pos x="1257" y="587"/>
                </a:cxn>
                <a:cxn ang="0">
                  <a:pos x="1219" y="473"/>
                </a:cxn>
                <a:cxn ang="0">
                  <a:pos x="1200" y="480"/>
                </a:cxn>
                <a:cxn ang="0">
                  <a:pos x="1143" y="385"/>
                </a:cxn>
                <a:cxn ang="0">
                  <a:pos x="1105" y="259"/>
                </a:cxn>
                <a:cxn ang="0">
                  <a:pos x="1080" y="221"/>
                </a:cxn>
                <a:cxn ang="0">
                  <a:pos x="1042" y="170"/>
                </a:cxn>
                <a:cxn ang="0">
                  <a:pos x="1023" y="177"/>
                </a:cxn>
                <a:cxn ang="0">
                  <a:pos x="1017" y="196"/>
                </a:cxn>
                <a:cxn ang="0">
                  <a:pos x="1011" y="177"/>
                </a:cxn>
                <a:cxn ang="0">
                  <a:pos x="966" y="120"/>
                </a:cxn>
                <a:cxn ang="0">
                  <a:pos x="948" y="126"/>
                </a:cxn>
                <a:cxn ang="0">
                  <a:pos x="859" y="57"/>
                </a:cxn>
                <a:cxn ang="0">
                  <a:pos x="853" y="76"/>
                </a:cxn>
                <a:cxn ang="0">
                  <a:pos x="821" y="44"/>
                </a:cxn>
                <a:cxn ang="0">
                  <a:pos x="752" y="19"/>
                </a:cxn>
                <a:cxn ang="0">
                  <a:pos x="689" y="0"/>
                </a:cxn>
                <a:cxn ang="0">
                  <a:pos x="651" y="25"/>
                </a:cxn>
                <a:cxn ang="0">
                  <a:pos x="625" y="50"/>
                </a:cxn>
                <a:cxn ang="0">
                  <a:pos x="619" y="69"/>
                </a:cxn>
                <a:cxn ang="0">
                  <a:pos x="613" y="50"/>
                </a:cxn>
                <a:cxn ang="0">
                  <a:pos x="588" y="25"/>
                </a:cxn>
                <a:cxn ang="0">
                  <a:pos x="569" y="82"/>
                </a:cxn>
                <a:cxn ang="0">
                  <a:pos x="562" y="63"/>
                </a:cxn>
                <a:cxn ang="0">
                  <a:pos x="543" y="50"/>
                </a:cxn>
                <a:cxn ang="0">
                  <a:pos x="512" y="82"/>
                </a:cxn>
                <a:cxn ang="0">
                  <a:pos x="486" y="126"/>
                </a:cxn>
                <a:cxn ang="0">
                  <a:pos x="480" y="151"/>
                </a:cxn>
                <a:cxn ang="0">
                  <a:pos x="474" y="132"/>
                </a:cxn>
                <a:cxn ang="0">
                  <a:pos x="449" y="145"/>
                </a:cxn>
                <a:cxn ang="0">
                  <a:pos x="423" y="208"/>
                </a:cxn>
                <a:cxn ang="0">
                  <a:pos x="417" y="183"/>
                </a:cxn>
                <a:cxn ang="0">
                  <a:pos x="398" y="196"/>
                </a:cxn>
                <a:cxn ang="0">
                  <a:pos x="373" y="252"/>
                </a:cxn>
                <a:cxn ang="0">
                  <a:pos x="335" y="379"/>
                </a:cxn>
                <a:cxn ang="0">
                  <a:pos x="310" y="429"/>
                </a:cxn>
                <a:cxn ang="0">
                  <a:pos x="291" y="518"/>
                </a:cxn>
                <a:cxn ang="0">
                  <a:pos x="240" y="688"/>
                </a:cxn>
                <a:cxn ang="0">
                  <a:pos x="171" y="884"/>
                </a:cxn>
                <a:cxn ang="0">
                  <a:pos x="164" y="865"/>
                </a:cxn>
                <a:cxn ang="0">
                  <a:pos x="158" y="840"/>
                </a:cxn>
                <a:cxn ang="0">
                  <a:pos x="145" y="897"/>
                </a:cxn>
                <a:cxn ang="0">
                  <a:pos x="108" y="1067"/>
                </a:cxn>
                <a:cxn ang="0">
                  <a:pos x="70" y="1055"/>
                </a:cxn>
                <a:cxn ang="0">
                  <a:pos x="0" y="1055"/>
                </a:cxn>
              </a:cxnLst>
              <a:rect l="0" t="0" r="r" b="b"/>
              <a:pathLst>
                <a:path w="1472" h="1067">
                  <a:moveTo>
                    <a:pt x="1472" y="1048"/>
                  </a:moveTo>
                  <a:cubicBezTo>
                    <a:pt x="1451" y="1038"/>
                    <a:pt x="1431" y="1030"/>
                    <a:pt x="1409" y="1023"/>
                  </a:cubicBezTo>
                  <a:cubicBezTo>
                    <a:pt x="1411" y="1012"/>
                    <a:pt x="1413" y="1002"/>
                    <a:pt x="1415" y="991"/>
                  </a:cubicBezTo>
                  <a:cubicBezTo>
                    <a:pt x="1418" y="978"/>
                    <a:pt x="1439" y="902"/>
                    <a:pt x="1421" y="966"/>
                  </a:cubicBezTo>
                  <a:cubicBezTo>
                    <a:pt x="1419" y="958"/>
                    <a:pt x="1417" y="949"/>
                    <a:pt x="1415" y="941"/>
                  </a:cubicBezTo>
                  <a:cubicBezTo>
                    <a:pt x="1413" y="930"/>
                    <a:pt x="1419" y="914"/>
                    <a:pt x="1409" y="909"/>
                  </a:cubicBezTo>
                  <a:cubicBezTo>
                    <a:pt x="1403" y="906"/>
                    <a:pt x="1379" y="944"/>
                    <a:pt x="1377" y="947"/>
                  </a:cubicBezTo>
                  <a:cubicBezTo>
                    <a:pt x="1372" y="890"/>
                    <a:pt x="1373" y="878"/>
                    <a:pt x="1352" y="833"/>
                  </a:cubicBezTo>
                  <a:cubicBezTo>
                    <a:pt x="1343" y="787"/>
                    <a:pt x="1335" y="739"/>
                    <a:pt x="1320" y="695"/>
                  </a:cubicBezTo>
                  <a:cubicBezTo>
                    <a:pt x="1314" y="699"/>
                    <a:pt x="1308" y="710"/>
                    <a:pt x="1301" y="707"/>
                  </a:cubicBezTo>
                  <a:cubicBezTo>
                    <a:pt x="1293" y="703"/>
                    <a:pt x="1297" y="690"/>
                    <a:pt x="1295" y="682"/>
                  </a:cubicBezTo>
                  <a:cubicBezTo>
                    <a:pt x="1286" y="650"/>
                    <a:pt x="1275" y="614"/>
                    <a:pt x="1257" y="587"/>
                  </a:cubicBezTo>
                  <a:cubicBezTo>
                    <a:pt x="1245" y="548"/>
                    <a:pt x="1228" y="512"/>
                    <a:pt x="1219" y="473"/>
                  </a:cubicBezTo>
                  <a:cubicBezTo>
                    <a:pt x="1213" y="475"/>
                    <a:pt x="1204" y="485"/>
                    <a:pt x="1200" y="480"/>
                  </a:cubicBezTo>
                  <a:cubicBezTo>
                    <a:pt x="1173" y="449"/>
                    <a:pt x="1187" y="399"/>
                    <a:pt x="1143" y="385"/>
                  </a:cubicBezTo>
                  <a:cubicBezTo>
                    <a:pt x="1136" y="340"/>
                    <a:pt x="1131" y="297"/>
                    <a:pt x="1105" y="259"/>
                  </a:cubicBezTo>
                  <a:cubicBezTo>
                    <a:pt x="1094" y="225"/>
                    <a:pt x="1106" y="254"/>
                    <a:pt x="1080" y="221"/>
                  </a:cubicBezTo>
                  <a:cubicBezTo>
                    <a:pt x="1067" y="205"/>
                    <a:pt x="1042" y="170"/>
                    <a:pt x="1042" y="170"/>
                  </a:cubicBezTo>
                  <a:cubicBezTo>
                    <a:pt x="1036" y="172"/>
                    <a:pt x="1028" y="172"/>
                    <a:pt x="1023" y="177"/>
                  </a:cubicBezTo>
                  <a:cubicBezTo>
                    <a:pt x="1018" y="182"/>
                    <a:pt x="1024" y="196"/>
                    <a:pt x="1017" y="196"/>
                  </a:cubicBezTo>
                  <a:cubicBezTo>
                    <a:pt x="1010" y="196"/>
                    <a:pt x="1015" y="183"/>
                    <a:pt x="1011" y="177"/>
                  </a:cubicBezTo>
                  <a:cubicBezTo>
                    <a:pt x="998" y="157"/>
                    <a:pt x="966" y="120"/>
                    <a:pt x="966" y="120"/>
                  </a:cubicBezTo>
                  <a:cubicBezTo>
                    <a:pt x="960" y="122"/>
                    <a:pt x="953" y="129"/>
                    <a:pt x="948" y="126"/>
                  </a:cubicBezTo>
                  <a:cubicBezTo>
                    <a:pt x="901" y="96"/>
                    <a:pt x="906" y="72"/>
                    <a:pt x="859" y="57"/>
                  </a:cubicBezTo>
                  <a:cubicBezTo>
                    <a:pt x="857" y="63"/>
                    <a:pt x="859" y="74"/>
                    <a:pt x="853" y="76"/>
                  </a:cubicBezTo>
                  <a:cubicBezTo>
                    <a:pt x="839" y="79"/>
                    <a:pt x="827" y="49"/>
                    <a:pt x="821" y="44"/>
                  </a:cubicBezTo>
                  <a:cubicBezTo>
                    <a:pt x="795" y="24"/>
                    <a:pt x="781" y="25"/>
                    <a:pt x="752" y="19"/>
                  </a:cubicBezTo>
                  <a:cubicBezTo>
                    <a:pt x="718" y="40"/>
                    <a:pt x="719" y="19"/>
                    <a:pt x="689" y="0"/>
                  </a:cubicBezTo>
                  <a:cubicBezTo>
                    <a:pt x="668" y="30"/>
                    <a:pt x="684" y="48"/>
                    <a:pt x="651" y="25"/>
                  </a:cubicBezTo>
                  <a:cubicBezTo>
                    <a:pt x="642" y="33"/>
                    <a:pt x="632" y="40"/>
                    <a:pt x="625" y="50"/>
                  </a:cubicBezTo>
                  <a:cubicBezTo>
                    <a:pt x="621" y="55"/>
                    <a:pt x="626" y="69"/>
                    <a:pt x="619" y="69"/>
                  </a:cubicBezTo>
                  <a:cubicBezTo>
                    <a:pt x="612" y="69"/>
                    <a:pt x="615" y="56"/>
                    <a:pt x="613" y="50"/>
                  </a:cubicBezTo>
                  <a:cubicBezTo>
                    <a:pt x="605" y="25"/>
                    <a:pt x="612" y="33"/>
                    <a:pt x="588" y="25"/>
                  </a:cubicBezTo>
                  <a:cubicBezTo>
                    <a:pt x="587" y="29"/>
                    <a:pt x="579" y="79"/>
                    <a:pt x="569" y="82"/>
                  </a:cubicBezTo>
                  <a:cubicBezTo>
                    <a:pt x="563" y="84"/>
                    <a:pt x="566" y="68"/>
                    <a:pt x="562" y="63"/>
                  </a:cubicBezTo>
                  <a:cubicBezTo>
                    <a:pt x="557" y="57"/>
                    <a:pt x="549" y="54"/>
                    <a:pt x="543" y="50"/>
                  </a:cubicBezTo>
                  <a:cubicBezTo>
                    <a:pt x="529" y="109"/>
                    <a:pt x="551" y="50"/>
                    <a:pt x="512" y="82"/>
                  </a:cubicBezTo>
                  <a:cubicBezTo>
                    <a:pt x="499" y="93"/>
                    <a:pt x="496" y="112"/>
                    <a:pt x="486" y="126"/>
                  </a:cubicBezTo>
                  <a:cubicBezTo>
                    <a:pt x="484" y="134"/>
                    <a:pt x="488" y="147"/>
                    <a:pt x="480" y="151"/>
                  </a:cubicBezTo>
                  <a:cubicBezTo>
                    <a:pt x="474" y="154"/>
                    <a:pt x="481" y="133"/>
                    <a:pt x="474" y="132"/>
                  </a:cubicBezTo>
                  <a:cubicBezTo>
                    <a:pt x="465" y="130"/>
                    <a:pt x="457" y="141"/>
                    <a:pt x="449" y="145"/>
                  </a:cubicBezTo>
                  <a:cubicBezTo>
                    <a:pt x="434" y="166"/>
                    <a:pt x="430" y="183"/>
                    <a:pt x="423" y="208"/>
                  </a:cubicBezTo>
                  <a:cubicBezTo>
                    <a:pt x="421" y="200"/>
                    <a:pt x="425" y="187"/>
                    <a:pt x="417" y="183"/>
                  </a:cubicBezTo>
                  <a:cubicBezTo>
                    <a:pt x="410" y="180"/>
                    <a:pt x="403" y="190"/>
                    <a:pt x="398" y="196"/>
                  </a:cubicBezTo>
                  <a:cubicBezTo>
                    <a:pt x="388" y="209"/>
                    <a:pt x="383" y="236"/>
                    <a:pt x="373" y="252"/>
                  </a:cubicBezTo>
                  <a:cubicBezTo>
                    <a:pt x="367" y="290"/>
                    <a:pt x="353" y="343"/>
                    <a:pt x="335" y="379"/>
                  </a:cubicBezTo>
                  <a:cubicBezTo>
                    <a:pt x="314" y="422"/>
                    <a:pt x="328" y="370"/>
                    <a:pt x="310" y="429"/>
                  </a:cubicBezTo>
                  <a:cubicBezTo>
                    <a:pt x="301" y="458"/>
                    <a:pt x="300" y="489"/>
                    <a:pt x="291" y="518"/>
                  </a:cubicBezTo>
                  <a:cubicBezTo>
                    <a:pt x="241" y="418"/>
                    <a:pt x="312" y="665"/>
                    <a:pt x="240" y="688"/>
                  </a:cubicBezTo>
                  <a:cubicBezTo>
                    <a:pt x="205" y="746"/>
                    <a:pt x="195" y="820"/>
                    <a:pt x="171" y="884"/>
                  </a:cubicBezTo>
                  <a:cubicBezTo>
                    <a:pt x="169" y="878"/>
                    <a:pt x="166" y="871"/>
                    <a:pt x="164" y="865"/>
                  </a:cubicBezTo>
                  <a:cubicBezTo>
                    <a:pt x="162" y="857"/>
                    <a:pt x="166" y="836"/>
                    <a:pt x="158" y="840"/>
                  </a:cubicBezTo>
                  <a:cubicBezTo>
                    <a:pt x="141" y="849"/>
                    <a:pt x="151" y="878"/>
                    <a:pt x="145" y="897"/>
                  </a:cubicBezTo>
                  <a:cubicBezTo>
                    <a:pt x="128" y="953"/>
                    <a:pt x="126" y="1011"/>
                    <a:pt x="108" y="1067"/>
                  </a:cubicBezTo>
                  <a:cubicBezTo>
                    <a:pt x="99" y="1035"/>
                    <a:pt x="93" y="1019"/>
                    <a:pt x="70" y="1055"/>
                  </a:cubicBezTo>
                  <a:cubicBezTo>
                    <a:pt x="36" y="1032"/>
                    <a:pt x="36" y="1055"/>
                    <a:pt x="0" y="105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67" name="Freeform 299"/>
            <p:cNvSpPr>
              <a:spLocks/>
            </p:cNvSpPr>
            <p:nvPr/>
          </p:nvSpPr>
          <p:spPr bwMode="auto">
            <a:xfrm flipV="1">
              <a:off x="2008" y="2550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68" name="Freeform 300"/>
            <p:cNvSpPr>
              <a:spLocks/>
            </p:cNvSpPr>
            <p:nvPr/>
          </p:nvSpPr>
          <p:spPr bwMode="auto">
            <a:xfrm>
              <a:off x="1990" y="2594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69" name="Freeform 301"/>
            <p:cNvSpPr>
              <a:spLocks/>
            </p:cNvSpPr>
            <p:nvPr/>
          </p:nvSpPr>
          <p:spPr bwMode="auto">
            <a:xfrm flipV="1">
              <a:off x="1911" y="2570"/>
              <a:ext cx="1492" cy="1162"/>
            </a:xfrm>
            <a:custGeom>
              <a:avLst/>
              <a:gdLst/>
              <a:ahLst/>
              <a:cxnLst>
                <a:cxn ang="0">
                  <a:pos x="34" y="1093"/>
                </a:cxn>
                <a:cxn ang="0">
                  <a:pos x="72" y="1093"/>
                </a:cxn>
                <a:cxn ang="0">
                  <a:pos x="91" y="1112"/>
                </a:cxn>
                <a:cxn ang="0">
                  <a:pos x="160" y="1086"/>
                </a:cxn>
                <a:cxn ang="0">
                  <a:pos x="173" y="1124"/>
                </a:cxn>
                <a:cxn ang="0">
                  <a:pos x="223" y="1143"/>
                </a:cxn>
                <a:cxn ang="0">
                  <a:pos x="287" y="1143"/>
                </a:cxn>
                <a:cxn ang="0">
                  <a:pos x="337" y="1162"/>
                </a:cxn>
                <a:cxn ang="0">
                  <a:pos x="369" y="1124"/>
                </a:cxn>
                <a:cxn ang="0">
                  <a:pos x="432" y="1105"/>
                </a:cxn>
                <a:cxn ang="0">
                  <a:pos x="495" y="1068"/>
                </a:cxn>
                <a:cxn ang="0">
                  <a:pos x="533" y="1061"/>
                </a:cxn>
                <a:cxn ang="0">
                  <a:pos x="571" y="1061"/>
                </a:cxn>
                <a:cxn ang="0">
                  <a:pos x="590" y="1074"/>
                </a:cxn>
                <a:cxn ang="0">
                  <a:pos x="621" y="954"/>
                </a:cxn>
                <a:cxn ang="0">
                  <a:pos x="628" y="973"/>
                </a:cxn>
                <a:cxn ang="0">
                  <a:pos x="634" y="948"/>
                </a:cxn>
                <a:cxn ang="0">
                  <a:pos x="647" y="922"/>
                </a:cxn>
                <a:cxn ang="0">
                  <a:pos x="691" y="809"/>
                </a:cxn>
                <a:cxn ang="0">
                  <a:pos x="741" y="657"/>
                </a:cxn>
                <a:cxn ang="0">
                  <a:pos x="767" y="606"/>
                </a:cxn>
                <a:cxn ang="0">
                  <a:pos x="798" y="531"/>
                </a:cxn>
                <a:cxn ang="0">
                  <a:pos x="805" y="499"/>
                </a:cxn>
                <a:cxn ang="0">
                  <a:pos x="811" y="480"/>
                </a:cxn>
                <a:cxn ang="0">
                  <a:pos x="823" y="430"/>
                </a:cxn>
                <a:cxn ang="0">
                  <a:pos x="861" y="329"/>
                </a:cxn>
                <a:cxn ang="0">
                  <a:pos x="956" y="120"/>
                </a:cxn>
                <a:cxn ang="0">
                  <a:pos x="988" y="101"/>
                </a:cxn>
                <a:cxn ang="0">
                  <a:pos x="1007" y="63"/>
                </a:cxn>
                <a:cxn ang="0">
                  <a:pos x="1013" y="89"/>
                </a:cxn>
                <a:cxn ang="0">
                  <a:pos x="1019" y="108"/>
                </a:cxn>
                <a:cxn ang="0">
                  <a:pos x="1057" y="57"/>
                </a:cxn>
                <a:cxn ang="0">
                  <a:pos x="1063" y="89"/>
                </a:cxn>
                <a:cxn ang="0">
                  <a:pos x="1070" y="114"/>
                </a:cxn>
                <a:cxn ang="0">
                  <a:pos x="1095" y="82"/>
                </a:cxn>
                <a:cxn ang="0">
                  <a:pos x="1101" y="57"/>
                </a:cxn>
                <a:cxn ang="0">
                  <a:pos x="1108" y="38"/>
                </a:cxn>
                <a:cxn ang="0">
                  <a:pos x="1127" y="82"/>
                </a:cxn>
                <a:cxn ang="0">
                  <a:pos x="1146" y="57"/>
                </a:cxn>
                <a:cxn ang="0">
                  <a:pos x="1152" y="32"/>
                </a:cxn>
                <a:cxn ang="0">
                  <a:pos x="1171" y="82"/>
                </a:cxn>
                <a:cxn ang="0">
                  <a:pos x="1215" y="25"/>
                </a:cxn>
                <a:cxn ang="0">
                  <a:pos x="1259" y="13"/>
                </a:cxn>
                <a:cxn ang="0">
                  <a:pos x="1291" y="44"/>
                </a:cxn>
                <a:cxn ang="0">
                  <a:pos x="1303" y="19"/>
                </a:cxn>
                <a:cxn ang="0">
                  <a:pos x="1335" y="57"/>
                </a:cxn>
                <a:cxn ang="0">
                  <a:pos x="1392" y="0"/>
                </a:cxn>
                <a:cxn ang="0">
                  <a:pos x="1417" y="76"/>
                </a:cxn>
                <a:cxn ang="0">
                  <a:pos x="1442" y="70"/>
                </a:cxn>
                <a:cxn ang="0">
                  <a:pos x="1461" y="70"/>
                </a:cxn>
                <a:cxn ang="0">
                  <a:pos x="1474" y="133"/>
                </a:cxn>
                <a:cxn ang="0">
                  <a:pos x="1487" y="120"/>
                </a:cxn>
              </a:cxnLst>
              <a:rect l="0" t="0" r="r" b="b"/>
              <a:pathLst>
                <a:path w="1492" h="1162">
                  <a:moveTo>
                    <a:pt x="34" y="1093"/>
                  </a:moveTo>
                  <a:cubicBezTo>
                    <a:pt x="106" y="1138"/>
                    <a:pt x="0" y="1080"/>
                    <a:pt x="72" y="1093"/>
                  </a:cubicBezTo>
                  <a:cubicBezTo>
                    <a:pt x="81" y="1095"/>
                    <a:pt x="85" y="1106"/>
                    <a:pt x="91" y="1112"/>
                  </a:cubicBezTo>
                  <a:cubicBezTo>
                    <a:pt x="108" y="1103"/>
                    <a:pt x="141" y="1084"/>
                    <a:pt x="160" y="1086"/>
                  </a:cubicBezTo>
                  <a:cubicBezTo>
                    <a:pt x="161" y="1086"/>
                    <a:pt x="173" y="1123"/>
                    <a:pt x="173" y="1124"/>
                  </a:cubicBezTo>
                  <a:cubicBezTo>
                    <a:pt x="223" y="1112"/>
                    <a:pt x="180" y="1129"/>
                    <a:pt x="223" y="1143"/>
                  </a:cubicBezTo>
                  <a:cubicBezTo>
                    <a:pt x="281" y="1121"/>
                    <a:pt x="264" y="1109"/>
                    <a:pt x="287" y="1143"/>
                  </a:cubicBezTo>
                  <a:cubicBezTo>
                    <a:pt x="337" y="1131"/>
                    <a:pt x="327" y="1099"/>
                    <a:pt x="337" y="1162"/>
                  </a:cubicBezTo>
                  <a:cubicBezTo>
                    <a:pt x="349" y="1150"/>
                    <a:pt x="354" y="1132"/>
                    <a:pt x="369" y="1124"/>
                  </a:cubicBezTo>
                  <a:cubicBezTo>
                    <a:pt x="388" y="1114"/>
                    <a:pt x="411" y="1113"/>
                    <a:pt x="432" y="1105"/>
                  </a:cubicBezTo>
                  <a:cubicBezTo>
                    <a:pt x="471" y="1162"/>
                    <a:pt x="468" y="1081"/>
                    <a:pt x="495" y="1068"/>
                  </a:cubicBezTo>
                  <a:cubicBezTo>
                    <a:pt x="507" y="1062"/>
                    <a:pt x="520" y="1063"/>
                    <a:pt x="533" y="1061"/>
                  </a:cubicBezTo>
                  <a:cubicBezTo>
                    <a:pt x="577" y="994"/>
                    <a:pt x="545" y="1028"/>
                    <a:pt x="571" y="1061"/>
                  </a:cubicBezTo>
                  <a:cubicBezTo>
                    <a:pt x="576" y="1067"/>
                    <a:pt x="584" y="1070"/>
                    <a:pt x="590" y="1074"/>
                  </a:cubicBezTo>
                  <a:cubicBezTo>
                    <a:pt x="600" y="1033"/>
                    <a:pt x="614" y="996"/>
                    <a:pt x="621" y="954"/>
                  </a:cubicBezTo>
                  <a:cubicBezTo>
                    <a:pt x="623" y="960"/>
                    <a:pt x="622" y="976"/>
                    <a:pt x="628" y="973"/>
                  </a:cubicBezTo>
                  <a:cubicBezTo>
                    <a:pt x="636" y="969"/>
                    <a:pt x="631" y="956"/>
                    <a:pt x="634" y="948"/>
                  </a:cubicBezTo>
                  <a:cubicBezTo>
                    <a:pt x="637" y="939"/>
                    <a:pt x="643" y="931"/>
                    <a:pt x="647" y="922"/>
                  </a:cubicBezTo>
                  <a:cubicBezTo>
                    <a:pt x="664" y="883"/>
                    <a:pt x="665" y="843"/>
                    <a:pt x="691" y="809"/>
                  </a:cubicBezTo>
                  <a:cubicBezTo>
                    <a:pt x="707" y="758"/>
                    <a:pt x="725" y="708"/>
                    <a:pt x="741" y="657"/>
                  </a:cubicBezTo>
                  <a:cubicBezTo>
                    <a:pt x="747" y="639"/>
                    <a:pt x="760" y="624"/>
                    <a:pt x="767" y="606"/>
                  </a:cubicBezTo>
                  <a:cubicBezTo>
                    <a:pt x="773" y="575"/>
                    <a:pt x="784" y="559"/>
                    <a:pt x="798" y="531"/>
                  </a:cubicBezTo>
                  <a:cubicBezTo>
                    <a:pt x="800" y="520"/>
                    <a:pt x="802" y="510"/>
                    <a:pt x="805" y="499"/>
                  </a:cubicBezTo>
                  <a:cubicBezTo>
                    <a:pt x="807" y="493"/>
                    <a:pt x="809" y="486"/>
                    <a:pt x="811" y="480"/>
                  </a:cubicBezTo>
                  <a:cubicBezTo>
                    <a:pt x="815" y="463"/>
                    <a:pt x="823" y="430"/>
                    <a:pt x="823" y="430"/>
                  </a:cubicBezTo>
                  <a:cubicBezTo>
                    <a:pt x="829" y="374"/>
                    <a:pt x="816" y="351"/>
                    <a:pt x="861" y="329"/>
                  </a:cubicBezTo>
                  <a:cubicBezTo>
                    <a:pt x="879" y="256"/>
                    <a:pt x="921" y="187"/>
                    <a:pt x="956" y="120"/>
                  </a:cubicBezTo>
                  <a:cubicBezTo>
                    <a:pt x="967" y="153"/>
                    <a:pt x="958" y="145"/>
                    <a:pt x="988" y="101"/>
                  </a:cubicBezTo>
                  <a:cubicBezTo>
                    <a:pt x="1003" y="79"/>
                    <a:pt x="998" y="86"/>
                    <a:pt x="1007" y="63"/>
                  </a:cubicBezTo>
                  <a:cubicBezTo>
                    <a:pt x="1009" y="72"/>
                    <a:pt x="1011" y="80"/>
                    <a:pt x="1013" y="89"/>
                  </a:cubicBezTo>
                  <a:cubicBezTo>
                    <a:pt x="1015" y="95"/>
                    <a:pt x="1014" y="112"/>
                    <a:pt x="1019" y="108"/>
                  </a:cubicBezTo>
                  <a:cubicBezTo>
                    <a:pt x="1036" y="96"/>
                    <a:pt x="1057" y="57"/>
                    <a:pt x="1057" y="57"/>
                  </a:cubicBezTo>
                  <a:cubicBezTo>
                    <a:pt x="1059" y="68"/>
                    <a:pt x="1061" y="78"/>
                    <a:pt x="1063" y="89"/>
                  </a:cubicBezTo>
                  <a:cubicBezTo>
                    <a:pt x="1065" y="97"/>
                    <a:pt x="1062" y="116"/>
                    <a:pt x="1070" y="114"/>
                  </a:cubicBezTo>
                  <a:cubicBezTo>
                    <a:pt x="1083" y="111"/>
                    <a:pt x="1087" y="93"/>
                    <a:pt x="1095" y="82"/>
                  </a:cubicBezTo>
                  <a:cubicBezTo>
                    <a:pt x="1097" y="74"/>
                    <a:pt x="1099" y="65"/>
                    <a:pt x="1101" y="57"/>
                  </a:cubicBezTo>
                  <a:cubicBezTo>
                    <a:pt x="1103" y="51"/>
                    <a:pt x="1102" y="36"/>
                    <a:pt x="1108" y="38"/>
                  </a:cubicBezTo>
                  <a:cubicBezTo>
                    <a:pt x="1112" y="39"/>
                    <a:pt x="1125" y="76"/>
                    <a:pt x="1127" y="82"/>
                  </a:cubicBezTo>
                  <a:cubicBezTo>
                    <a:pt x="1133" y="74"/>
                    <a:pt x="1141" y="66"/>
                    <a:pt x="1146" y="57"/>
                  </a:cubicBezTo>
                  <a:cubicBezTo>
                    <a:pt x="1150" y="49"/>
                    <a:pt x="1144" y="29"/>
                    <a:pt x="1152" y="32"/>
                  </a:cubicBezTo>
                  <a:cubicBezTo>
                    <a:pt x="1156" y="33"/>
                    <a:pt x="1168" y="74"/>
                    <a:pt x="1171" y="82"/>
                  </a:cubicBezTo>
                  <a:cubicBezTo>
                    <a:pt x="1195" y="67"/>
                    <a:pt x="1198" y="49"/>
                    <a:pt x="1215" y="25"/>
                  </a:cubicBezTo>
                  <a:cubicBezTo>
                    <a:pt x="1239" y="60"/>
                    <a:pt x="1244" y="44"/>
                    <a:pt x="1259" y="13"/>
                  </a:cubicBezTo>
                  <a:cubicBezTo>
                    <a:pt x="1269" y="48"/>
                    <a:pt x="1254" y="81"/>
                    <a:pt x="1291" y="44"/>
                  </a:cubicBezTo>
                  <a:cubicBezTo>
                    <a:pt x="1295" y="36"/>
                    <a:pt x="1294" y="21"/>
                    <a:pt x="1303" y="19"/>
                  </a:cubicBezTo>
                  <a:cubicBezTo>
                    <a:pt x="1310" y="18"/>
                    <a:pt x="1332" y="53"/>
                    <a:pt x="1335" y="57"/>
                  </a:cubicBezTo>
                  <a:cubicBezTo>
                    <a:pt x="1363" y="42"/>
                    <a:pt x="1374" y="26"/>
                    <a:pt x="1392" y="0"/>
                  </a:cubicBezTo>
                  <a:cubicBezTo>
                    <a:pt x="1397" y="29"/>
                    <a:pt x="1401" y="51"/>
                    <a:pt x="1417" y="76"/>
                  </a:cubicBezTo>
                  <a:cubicBezTo>
                    <a:pt x="1425" y="74"/>
                    <a:pt x="1435" y="75"/>
                    <a:pt x="1442" y="70"/>
                  </a:cubicBezTo>
                  <a:cubicBezTo>
                    <a:pt x="1459" y="56"/>
                    <a:pt x="1437" y="32"/>
                    <a:pt x="1461" y="70"/>
                  </a:cubicBezTo>
                  <a:cubicBezTo>
                    <a:pt x="1477" y="159"/>
                    <a:pt x="1460" y="67"/>
                    <a:pt x="1474" y="133"/>
                  </a:cubicBezTo>
                  <a:cubicBezTo>
                    <a:pt x="1492" y="217"/>
                    <a:pt x="1487" y="222"/>
                    <a:pt x="1487" y="120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70" name="Freeform 302"/>
            <p:cNvSpPr>
              <a:spLocks/>
            </p:cNvSpPr>
            <p:nvPr/>
          </p:nvSpPr>
          <p:spPr bwMode="auto">
            <a:xfrm flipV="1">
              <a:off x="1992" y="2539"/>
              <a:ext cx="1349" cy="1269"/>
            </a:xfrm>
            <a:custGeom>
              <a:avLst/>
              <a:gdLst/>
              <a:ahLst/>
              <a:cxnLst>
                <a:cxn ang="0">
                  <a:pos x="4" y="151"/>
                </a:cxn>
                <a:cxn ang="0">
                  <a:pos x="42" y="95"/>
                </a:cxn>
                <a:cxn ang="0">
                  <a:pos x="67" y="57"/>
                </a:cxn>
                <a:cxn ang="0">
                  <a:pos x="73" y="76"/>
                </a:cxn>
                <a:cxn ang="0">
                  <a:pos x="67" y="95"/>
                </a:cxn>
                <a:cxn ang="0">
                  <a:pos x="99" y="38"/>
                </a:cxn>
                <a:cxn ang="0">
                  <a:pos x="143" y="13"/>
                </a:cxn>
                <a:cxn ang="0">
                  <a:pos x="149" y="69"/>
                </a:cxn>
                <a:cxn ang="0">
                  <a:pos x="168" y="63"/>
                </a:cxn>
                <a:cxn ang="0">
                  <a:pos x="200" y="19"/>
                </a:cxn>
                <a:cxn ang="0">
                  <a:pos x="212" y="101"/>
                </a:cxn>
                <a:cxn ang="0">
                  <a:pos x="231" y="63"/>
                </a:cxn>
                <a:cxn ang="0">
                  <a:pos x="257" y="0"/>
                </a:cxn>
                <a:cxn ang="0">
                  <a:pos x="263" y="95"/>
                </a:cxn>
                <a:cxn ang="0">
                  <a:pos x="295" y="82"/>
                </a:cxn>
                <a:cxn ang="0">
                  <a:pos x="320" y="31"/>
                </a:cxn>
                <a:cxn ang="0">
                  <a:pos x="358" y="63"/>
                </a:cxn>
                <a:cxn ang="0">
                  <a:pos x="383" y="145"/>
                </a:cxn>
                <a:cxn ang="0">
                  <a:pos x="402" y="126"/>
                </a:cxn>
                <a:cxn ang="0">
                  <a:pos x="408" y="107"/>
                </a:cxn>
                <a:cxn ang="0">
                  <a:pos x="433" y="164"/>
                </a:cxn>
                <a:cxn ang="0">
                  <a:pos x="452" y="189"/>
                </a:cxn>
                <a:cxn ang="0">
                  <a:pos x="478" y="158"/>
                </a:cxn>
                <a:cxn ang="0">
                  <a:pos x="484" y="133"/>
                </a:cxn>
                <a:cxn ang="0">
                  <a:pos x="497" y="151"/>
                </a:cxn>
                <a:cxn ang="0">
                  <a:pos x="516" y="227"/>
                </a:cxn>
                <a:cxn ang="0">
                  <a:pos x="547" y="259"/>
                </a:cxn>
                <a:cxn ang="0">
                  <a:pos x="553" y="335"/>
                </a:cxn>
                <a:cxn ang="0">
                  <a:pos x="572" y="322"/>
                </a:cxn>
                <a:cxn ang="0">
                  <a:pos x="579" y="341"/>
                </a:cxn>
                <a:cxn ang="0">
                  <a:pos x="604" y="474"/>
                </a:cxn>
                <a:cxn ang="0">
                  <a:pos x="629" y="398"/>
                </a:cxn>
                <a:cxn ang="0">
                  <a:pos x="673" y="606"/>
                </a:cxn>
                <a:cxn ang="0">
                  <a:pos x="699" y="657"/>
                </a:cxn>
                <a:cxn ang="0">
                  <a:pos x="718" y="638"/>
                </a:cxn>
                <a:cxn ang="0">
                  <a:pos x="737" y="663"/>
                </a:cxn>
                <a:cxn ang="0">
                  <a:pos x="756" y="859"/>
                </a:cxn>
                <a:cxn ang="0">
                  <a:pos x="781" y="859"/>
                </a:cxn>
                <a:cxn ang="0">
                  <a:pos x="800" y="941"/>
                </a:cxn>
                <a:cxn ang="0">
                  <a:pos x="831" y="979"/>
                </a:cxn>
                <a:cxn ang="0">
                  <a:pos x="983" y="1225"/>
                </a:cxn>
                <a:cxn ang="0">
                  <a:pos x="995" y="1244"/>
                </a:cxn>
                <a:cxn ang="0">
                  <a:pos x="1059" y="1175"/>
                </a:cxn>
                <a:cxn ang="0">
                  <a:pos x="1078" y="1244"/>
                </a:cxn>
                <a:cxn ang="0">
                  <a:pos x="1135" y="1225"/>
                </a:cxn>
                <a:cxn ang="0">
                  <a:pos x="1198" y="1149"/>
                </a:cxn>
                <a:cxn ang="0">
                  <a:pos x="1204" y="1181"/>
                </a:cxn>
                <a:cxn ang="0">
                  <a:pos x="1210" y="1206"/>
                </a:cxn>
                <a:cxn ang="0">
                  <a:pos x="1236" y="1194"/>
                </a:cxn>
                <a:cxn ang="0">
                  <a:pos x="1261" y="1194"/>
                </a:cxn>
                <a:cxn ang="0">
                  <a:pos x="1280" y="1181"/>
                </a:cxn>
                <a:cxn ang="0">
                  <a:pos x="1305" y="1124"/>
                </a:cxn>
                <a:cxn ang="0">
                  <a:pos x="1330" y="1130"/>
                </a:cxn>
                <a:cxn ang="0">
                  <a:pos x="1349" y="1137"/>
                </a:cxn>
                <a:cxn ang="0">
                  <a:pos x="1330" y="1143"/>
                </a:cxn>
                <a:cxn ang="0">
                  <a:pos x="1273" y="1156"/>
                </a:cxn>
              </a:cxnLst>
              <a:rect l="0" t="0" r="r" b="b"/>
              <a:pathLst>
                <a:path w="1349" h="1269">
                  <a:moveTo>
                    <a:pt x="4" y="151"/>
                  </a:moveTo>
                  <a:cubicBezTo>
                    <a:pt x="46" y="82"/>
                    <a:pt x="0" y="155"/>
                    <a:pt x="42" y="95"/>
                  </a:cubicBezTo>
                  <a:cubicBezTo>
                    <a:pt x="51" y="83"/>
                    <a:pt x="67" y="57"/>
                    <a:pt x="67" y="57"/>
                  </a:cubicBezTo>
                  <a:cubicBezTo>
                    <a:pt x="69" y="63"/>
                    <a:pt x="73" y="69"/>
                    <a:pt x="73" y="76"/>
                  </a:cubicBezTo>
                  <a:cubicBezTo>
                    <a:pt x="73" y="83"/>
                    <a:pt x="64" y="101"/>
                    <a:pt x="67" y="95"/>
                  </a:cubicBezTo>
                  <a:cubicBezTo>
                    <a:pt x="103" y="28"/>
                    <a:pt x="56" y="95"/>
                    <a:pt x="99" y="38"/>
                  </a:cubicBezTo>
                  <a:cubicBezTo>
                    <a:pt x="112" y="81"/>
                    <a:pt x="118" y="36"/>
                    <a:pt x="143" y="13"/>
                  </a:cubicBezTo>
                  <a:cubicBezTo>
                    <a:pt x="145" y="32"/>
                    <a:pt x="141" y="52"/>
                    <a:pt x="149" y="69"/>
                  </a:cubicBezTo>
                  <a:cubicBezTo>
                    <a:pt x="152" y="75"/>
                    <a:pt x="163" y="68"/>
                    <a:pt x="168" y="63"/>
                  </a:cubicBezTo>
                  <a:cubicBezTo>
                    <a:pt x="181" y="50"/>
                    <a:pt x="200" y="19"/>
                    <a:pt x="200" y="19"/>
                  </a:cubicBezTo>
                  <a:cubicBezTo>
                    <a:pt x="208" y="45"/>
                    <a:pt x="192" y="81"/>
                    <a:pt x="212" y="101"/>
                  </a:cubicBezTo>
                  <a:cubicBezTo>
                    <a:pt x="222" y="111"/>
                    <a:pt x="225" y="76"/>
                    <a:pt x="231" y="63"/>
                  </a:cubicBezTo>
                  <a:cubicBezTo>
                    <a:pt x="240" y="42"/>
                    <a:pt x="249" y="21"/>
                    <a:pt x="257" y="0"/>
                  </a:cubicBezTo>
                  <a:cubicBezTo>
                    <a:pt x="259" y="32"/>
                    <a:pt x="250" y="66"/>
                    <a:pt x="263" y="95"/>
                  </a:cubicBezTo>
                  <a:cubicBezTo>
                    <a:pt x="268" y="105"/>
                    <a:pt x="287" y="90"/>
                    <a:pt x="295" y="82"/>
                  </a:cubicBezTo>
                  <a:cubicBezTo>
                    <a:pt x="308" y="68"/>
                    <a:pt x="309" y="47"/>
                    <a:pt x="320" y="31"/>
                  </a:cubicBezTo>
                  <a:cubicBezTo>
                    <a:pt x="325" y="93"/>
                    <a:pt x="324" y="147"/>
                    <a:pt x="358" y="63"/>
                  </a:cubicBezTo>
                  <a:cubicBezTo>
                    <a:pt x="367" y="90"/>
                    <a:pt x="374" y="118"/>
                    <a:pt x="383" y="145"/>
                  </a:cubicBezTo>
                  <a:cubicBezTo>
                    <a:pt x="389" y="139"/>
                    <a:pt x="397" y="133"/>
                    <a:pt x="402" y="126"/>
                  </a:cubicBezTo>
                  <a:cubicBezTo>
                    <a:pt x="406" y="120"/>
                    <a:pt x="403" y="103"/>
                    <a:pt x="408" y="107"/>
                  </a:cubicBezTo>
                  <a:cubicBezTo>
                    <a:pt x="419" y="115"/>
                    <a:pt x="428" y="148"/>
                    <a:pt x="433" y="164"/>
                  </a:cubicBezTo>
                  <a:cubicBezTo>
                    <a:pt x="444" y="244"/>
                    <a:pt x="431" y="220"/>
                    <a:pt x="452" y="189"/>
                  </a:cubicBezTo>
                  <a:cubicBezTo>
                    <a:pt x="459" y="178"/>
                    <a:pt x="469" y="168"/>
                    <a:pt x="478" y="158"/>
                  </a:cubicBezTo>
                  <a:cubicBezTo>
                    <a:pt x="480" y="150"/>
                    <a:pt x="476" y="136"/>
                    <a:pt x="484" y="133"/>
                  </a:cubicBezTo>
                  <a:cubicBezTo>
                    <a:pt x="491" y="130"/>
                    <a:pt x="494" y="144"/>
                    <a:pt x="497" y="151"/>
                  </a:cubicBezTo>
                  <a:cubicBezTo>
                    <a:pt x="507" y="175"/>
                    <a:pt x="507" y="203"/>
                    <a:pt x="516" y="227"/>
                  </a:cubicBezTo>
                  <a:cubicBezTo>
                    <a:pt x="555" y="176"/>
                    <a:pt x="538" y="223"/>
                    <a:pt x="547" y="259"/>
                  </a:cubicBezTo>
                  <a:cubicBezTo>
                    <a:pt x="549" y="284"/>
                    <a:pt x="544" y="311"/>
                    <a:pt x="553" y="335"/>
                  </a:cubicBezTo>
                  <a:cubicBezTo>
                    <a:pt x="556" y="342"/>
                    <a:pt x="565" y="320"/>
                    <a:pt x="572" y="322"/>
                  </a:cubicBezTo>
                  <a:cubicBezTo>
                    <a:pt x="579" y="324"/>
                    <a:pt x="577" y="335"/>
                    <a:pt x="579" y="341"/>
                  </a:cubicBezTo>
                  <a:cubicBezTo>
                    <a:pt x="603" y="265"/>
                    <a:pt x="581" y="428"/>
                    <a:pt x="604" y="474"/>
                  </a:cubicBezTo>
                  <a:cubicBezTo>
                    <a:pt x="610" y="444"/>
                    <a:pt x="616" y="425"/>
                    <a:pt x="629" y="398"/>
                  </a:cubicBezTo>
                  <a:cubicBezTo>
                    <a:pt x="652" y="465"/>
                    <a:pt x="652" y="538"/>
                    <a:pt x="673" y="606"/>
                  </a:cubicBezTo>
                  <a:cubicBezTo>
                    <a:pt x="699" y="544"/>
                    <a:pt x="687" y="463"/>
                    <a:pt x="699" y="657"/>
                  </a:cubicBezTo>
                  <a:cubicBezTo>
                    <a:pt x="705" y="651"/>
                    <a:pt x="714" y="630"/>
                    <a:pt x="718" y="638"/>
                  </a:cubicBezTo>
                  <a:cubicBezTo>
                    <a:pt x="738" y="683"/>
                    <a:pt x="709" y="772"/>
                    <a:pt x="737" y="663"/>
                  </a:cubicBezTo>
                  <a:cubicBezTo>
                    <a:pt x="741" y="765"/>
                    <a:pt x="742" y="782"/>
                    <a:pt x="756" y="859"/>
                  </a:cubicBezTo>
                  <a:cubicBezTo>
                    <a:pt x="759" y="847"/>
                    <a:pt x="764" y="798"/>
                    <a:pt x="781" y="859"/>
                  </a:cubicBezTo>
                  <a:cubicBezTo>
                    <a:pt x="811" y="963"/>
                    <a:pt x="767" y="892"/>
                    <a:pt x="800" y="941"/>
                  </a:cubicBezTo>
                  <a:cubicBezTo>
                    <a:pt x="811" y="975"/>
                    <a:pt x="789" y="1021"/>
                    <a:pt x="831" y="979"/>
                  </a:cubicBezTo>
                  <a:cubicBezTo>
                    <a:pt x="862" y="1040"/>
                    <a:pt x="953" y="1165"/>
                    <a:pt x="983" y="1225"/>
                  </a:cubicBezTo>
                  <a:cubicBezTo>
                    <a:pt x="1010" y="1269"/>
                    <a:pt x="982" y="1252"/>
                    <a:pt x="995" y="1244"/>
                  </a:cubicBezTo>
                  <a:cubicBezTo>
                    <a:pt x="1013" y="1190"/>
                    <a:pt x="1027" y="1222"/>
                    <a:pt x="1059" y="1175"/>
                  </a:cubicBezTo>
                  <a:cubicBezTo>
                    <a:pt x="1074" y="1223"/>
                    <a:pt x="1068" y="1200"/>
                    <a:pt x="1078" y="1244"/>
                  </a:cubicBezTo>
                  <a:cubicBezTo>
                    <a:pt x="1109" y="1223"/>
                    <a:pt x="1109" y="1186"/>
                    <a:pt x="1135" y="1225"/>
                  </a:cubicBezTo>
                  <a:cubicBezTo>
                    <a:pt x="1164" y="1203"/>
                    <a:pt x="1175" y="1178"/>
                    <a:pt x="1198" y="1149"/>
                  </a:cubicBezTo>
                  <a:cubicBezTo>
                    <a:pt x="1200" y="1160"/>
                    <a:pt x="1202" y="1170"/>
                    <a:pt x="1204" y="1181"/>
                  </a:cubicBezTo>
                  <a:cubicBezTo>
                    <a:pt x="1206" y="1189"/>
                    <a:pt x="1202" y="1203"/>
                    <a:pt x="1210" y="1206"/>
                  </a:cubicBezTo>
                  <a:cubicBezTo>
                    <a:pt x="1219" y="1210"/>
                    <a:pt x="1227" y="1198"/>
                    <a:pt x="1236" y="1194"/>
                  </a:cubicBezTo>
                  <a:cubicBezTo>
                    <a:pt x="1264" y="1149"/>
                    <a:pt x="1231" y="1188"/>
                    <a:pt x="1261" y="1194"/>
                  </a:cubicBezTo>
                  <a:cubicBezTo>
                    <a:pt x="1269" y="1195"/>
                    <a:pt x="1274" y="1185"/>
                    <a:pt x="1280" y="1181"/>
                  </a:cubicBezTo>
                  <a:cubicBezTo>
                    <a:pt x="1292" y="1162"/>
                    <a:pt x="1298" y="1145"/>
                    <a:pt x="1305" y="1124"/>
                  </a:cubicBezTo>
                  <a:cubicBezTo>
                    <a:pt x="1317" y="1187"/>
                    <a:pt x="1301" y="1145"/>
                    <a:pt x="1330" y="1130"/>
                  </a:cubicBezTo>
                  <a:cubicBezTo>
                    <a:pt x="1336" y="1127"/>
                    <a:pt x="1343" y="1135"/>
                    <a:pt x="1349" y="1137"/>
                  </a:cubicBezTo>
                  <a:cubicBezTo>
                    <a:pt x="1349" y="1137"/>
                    <a:pt x="1336" y="1140"/>
                    <a:pt x="1330" y="1143"/>
                  </a:cubicBezTo>
                  <a:cubicBezTo>
                    <a:pt x="1288" y="1161"/>
                    <a:pt x="1322" y="1156"/>
                    <a:pt x="1273" y="1156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71" name="Freeform 303"/>
            <p:cNvSpPr>
              <a:spLocks/>
            </p:cNvSpPr>
            <p:nvPr/>
          </p:nvSpPr>
          <p:spPr bwMode="auto">
            <a:xfrm flipV="1">
              <a:off x="2015" y="2553"/>
              <a:ext cx="1396" cy="1206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50" y="81"/>
                </a:cxn>
                <a:cxn ang="0">
                  <a:pos x="76" y="62"/>
                </a:cxn>
                <a:cxn ang="0">
                  <a:pos x="107" y="17"/>
                </a:cxn>
                <a:cxn ang="0">
                  <a:pos x="139" y="100"/>
                </a:cxn>
                <a:cxn ang="0">
                  <a:pos x="196" y="74"/>
                </a:cxn>
                <a:cxn ang="0">
                  <a:pos x="240" y="43"/>
                </a:cxn>
                <a:cxn ang="0">
                  <a:pos x="253" y="93"/>
                </a:cxn>
                <a:cxn ang="0">
                  <a:pos x="303" y="68"/>
                </a:cxn>
                <a:cxn ang="0">
                  <a:pos x="328" y="112"/>
                </a:cxn>
                <a:cxn ang="0">
                  <a:pos x="379" y="62"/>
                </a:cxn>
                <a:cxn ang="0">
                  <a:pos x="417" y="125"/>
                </a:cxn>
                <a:cxn ang="0">
                  <a:pos x="429" y="106"/>
                </a:cxn>
                <a:cxn ang="0">
                  <a:pos x="436" y="137"/>
                </a:cxn>
                <a:cxn ang="0">
                  <a:pos x="455" y="207"/>
                </a:cxn>
                <a:cxn ang="0">
                  <a:pos x="486" y="213"/>
                </a:cxn>
                <a:cxn ang="0">
                  <a:pos x="518" y="207"/>
                </a:cxn>
                <a:cxn ang="0">
                  <a:pos x="524" y="226"/>
                </a:cxn>
                <a:cxn ang="0">
                  <a:pos x="543" y="232"/>
                </a:cxn>
                <a:cxn ang="0">
                  <a:pos x="549" y="283"/>
                </a:cxn>
                <a:cxn ang="0">
                  <a:pos x="562" y="321"/>
                </a:cxn>
                <a:cxn ang="0">
                  <a:pos x="606" y="359"/>
                </a:cxn>
                <a:cxn ang="0">
                  <a:pos x="625" y="415"/>
                </a:cxn>
                <a:cxn ang="0">
                  <a:pos x="669" y="580"/>
                </a:cxn>
                <a:cxn ang="0">
                  <a:pos x="695" y="719"/>
                </a:cxn>
                <a:cxn ang="0">
                  <a:pos x="701" y="693"/>
                </a:cxn>
                <a:cxn ang="0">
                  <a:pos x="707" y="712"/>
                </a:cxn>
                <a:cxn ang="0">
                  <a:pos x="714" y="731"/>
                </a:cxn>
                <a:cxn ang="0">
                  <a:pos x="733" y="807"/>
                </a:cxn>
                <a:cxn ang="0">
                  <a:pos x="739" y="895"/>
                </a:cxn>
                <a:cxn ang="0">
                  <a:pos x="758" y="927"/>
                </a:cxn>
                <a:cxn ang="0">
                  <a:pos x="802" y="1041"/>
                </a:cxn>
                <a:cxn ang="0">
                  <a:pos x="846" y="1041"/>
                </a:cxn>
                <a:cxn ang="0">
                  <a:pos x="922" y="1116"/>
                </a:cxn>
                <a:cxn ang="0">
                  <a:pos x="947" y="1186"/>
                </a:cxn>
                <a:cxn ang="0">
                  <a:pos x="934" y="1186"/>
                </a:cxn>
                <a:cxn ang="0">
                  <a:pos x="998" y="1192"/>
                </a:cxn>
                <a:cxn ang="0">
                  <a:pos x="1036" y="1161"/>
                </a:cxn>
                <a:cxn ang="0">
                  <a:pos x="1048" y="1180"/>
                </a:cxn>
                <a:cxn ang="0">
                  <a:pos x="1074" y="1192"/>
                </a:cxn>
                <a:cxn ang="0">
                  <a:pos x="1162" y="1167"/>
                </a:cxn>
                <a:cxn ang="0">
                  <a:pos x="1232" y="1161"/>
                </a:cxn>
                <a:cxn ang="0">
                  <a:pos x="1295" y="1110"/>
                </a:cxn>
                <a:cxn ang="0">
                  <a:pos x="1358" y="1123"/>
                </a:cxn>
                <a:cxn ang="0">
                  <a:pos x="1396" y="1085"/>
                </a:cxn>
              </a:cxnLst>
              <a:rect l="0" t="0" r="r" b="b"/>
              <a:pathLst>
                <a:path w="1396" h="1206">
                  <a:moveTo>
                    <a:pt x="0" y="156"/>
                  </a:moveTo>
                  <a:cubicBezTo>
                    <a:pt x="17" y="134"/>
                    <a:pt x="32" y="101"/>
                    <a:pt x="50" y="81"/>
                  </a:cubicBezTo>
                  <a:cubicBezTo>
                    <a:pt x="57" y="73"/>
                    <a:pt x="68" y="70"/>
                    <a:pt x="76" y="62"/>
                  </a:cubicBezTo>
                  <a:cubicBezTo>
                    <a:pt x="85" y="53"/>
                    <a:pt x="100" y="29"/>
                    <a:pt x="107" y="17"/>
                  </a:cubicBezTo>
                  <a:cubicBezTo>
                    <a:pt x="114" y="59"/>
                    <a:pt x="111" y="72"/>
                    <a:pt x="139" y="100"/>
                  </a:cubicBezTo>
                  <a:cubicBezTo>
                    <a:pt x="166" y="91"/>
                    <a:pt x="176" y="91"/>
                    <a:pt x="196" y="74"/>
                  </a:cubicBezTo>
                  <a:cubicBezTo>
                    <a:pt x="233" y="42"/>
                    <a:pt x="206" y="54"/>
                    <a:pt x="240" y="43"/>
                  </a:cubicBezTo>
                  <a:cubicBezTo>
                    <a:pt x="240" y="44"/>
                    <a:pt x="252" y="93"/>
                    <a:pt x="253" y="93"/>
                  </a:cubicBezTo>
                  <a:cubicBezTo>
                    <a:pt x="271" y="96"/>
                    <a:pt x="285" y="74"/>
                    <a:pt x="303" y="68"/>
                  </a:cubicBezTo>
                  <a:cubicBezTo>
                    <a:pt x="325" y="0"/>
                    <a:pt x="322" y="29"/>
                    <a:pt x="328" y="112"/>
                  </a:cubicBezTo>
                  <a:cubicBezTo>
                    <a:pt x="362" y="87"/>
                    <a:pt x="348" y="81"/>
                    <a:pt x="379" y="62"/>
                  </a:cubicBezTo>
                  <a:cubicBezTo>
                    <a:pt x="389" y="104"/>
                    <a:pt x="361" y="152"/>
                    <a:pt x="417" y="125"/>
                  </a:cubicBezTo>
                  <a:cubicBezTo>
                    <a:pt x="421" y="119"/>
                    <a:pt x="423" y="102"/>
                    <a:pt x="429" y="106"/>
                  </a:cubicBezTo>
                  <a:cubicBezTo>
                    <a:pt x="438" y="112"/>
                    <a:pt x="434" y="127"/>
                    <a:pt x="436" y="137"/>
                  </a:cubicBezTo>
                  <a:cubicBezTo>
                    <a:pt x="447" y="193"/>
                    <a:pt x="435" y="157"/>
                    <a:pt x="455" y="207"/>
                  </a:cubicBezTo>
                  <a:cubicBezTo>
                    <a:pt x="502" y="175"/>
                    <a:pt x="449" y="202"/>
                    <a:pt x="486" y="213"/>
                  </a:cubicBezTo>
                  <a:cubicBezTo>
                    <a:pt x="496" y="216"/>
                    <a:pt x="507" y="209"/>
                    <a:pt x="518" y="207"/>
                  </a:cubicBezTo>
                  <a:cubicBezTo>
                    <a:pt x="520" y="213"/>
                    <a:pt x="519" y="221"/>
                    <a:pt x="524" y="226"/>
                  </a:cubicBezTo>
                  <a:cubicBezTo>
                    <a:pt x="529" y="231"/>
                    <a:pt x="540" y="226"/>
                    <a:pt x="543" y="232"/>
                  </a:cubicBezTo>
                  <a:cubicBezTo>
                    <a:pt x="550" y="248"/>
                    <a:pt x="545" y="266"/>
                    <a:pt x="549" y="283"/>
                  </a:cubicBezTo>
                  <a:cubicBezTo>
                    <a:pt x="552" y="296"/>
                    <a:pt x="558" y="308"/>
                    <a:pt x="562" y="321"/>
                  </a:cubicBezTo>
                  <a:cubicBezTo>
                    <a:pt x="610" y="273"/>
                    <a:pt x="599" y="288"/>
                    <a:pt x="606" y="359"/>
                  </a:cubicBezTo>
                  <a:cubicBezTo>
                    <a:pt x="653" y="327"/>
                    <a:pt x="629" y="392"/>
                    <a:pt x="625" y="415"/>
                  </a:cubicBezTo>
                  <a:cubicBezTo>
                    <a:pt x="631" y="518"/>
                    <a:pt x="607" y="533"/>
                    <a:pt x="669" y="580"/>
                  </a:cubicBezTo>
                  <a:cubicBezTo>
                    <a:pt x="682" y="626"/>
                    <a:pt x="685" y="673"/>
                    <a:pt x="695" y="719"/>
                  </a:cubicBezTo>
                  <a:cubicBezTo>
                    <a:pt x="697" y="710"/>
                    <a:pt x="693" y="697"/>
                    <a:pt x="701" y="693"/>
                  </a:cubicBezTo>
                  <a:cubicBezTo>
                    <a:pt x="707" y="690"/>
                    <a:pt x="705" y="706"/>
                    <a:pt x="707" y="712"/>
                  </a:cubicBezTo>
                  <a:cubicBezTo>
                    <a:pt x="709" y="718"/>
                    <a:pt x="712" y="725"/>
                    <a:pt x="714" y="731"/>
                  </a:cubicBezTo>
                  <a:cubicBezTo>
                    <a:pt x="722" y="756"/>
                    <a:pt x="733" y="807"/>
                    <a:pt x="733" y="807"/>
                  </a:cubicBezTo>
                  <a:cubicBezTo>
                    <a:pt x="735" y="836"/>
                    <a:pt x="733" y="866"/>
                    <a:pt x="739" y="895"/>
                  </a:cubicBezTo>
                  <a:cubicBezTo>
                    <a:pt x="742" y="907"/>
                    <a:pt x="753" y="916"/>
                    <a:pt x="758" y="927"/>
                  </a:cubicBezTo>
                  <a:cubicBezTo>
                    <a:pt x="776" y="965"/>
                    <a:pt x="778" y="1005"/>
                    <a:pt x="802" y="1041"/>
                  </a:cubicBezTo>
                  <a:cubicBezTo>
                    <a:pt x="813" y="1006"/>
                    <a:pt x="817" y="1030"/>
                    <a:pt x="846" y="1041"/>
                  </a:cubicBezTo>
                  <a:cubicBezTo>
                    <a:pt x="878" y="1083"/>
                    <a:pt x="874" y="1098"/>
                    <a:pt x="922" y="1116"/>
                  </a:cubicBezTo>
                  <a:cubicBezTo>
                    <a:pt x="940" y="1142"/>
                    <a:pt x="936" y="1157"/>
                    <a:pt x="947" y="1186"/>
                  </a:cubicBezTo>
                  <a:cubicBezTo>
                    <a:pt x="955" y="1206"/>
                    <a:pt x="924" y="1167"/>
                    <a:pt x="934" y="1186"/>
                  </a:cubicBezTo>
                  <a:cubicBezTo>
                    <a:pt x="941" y="1169"/>
                    <a:pt x="987" y="1206"/>
                    <a:pt x="998" y="1192"/>
                  </a:cubicBezTo>
                  <a:cubicBezTo>
                    <a:pt x="1008" y="1179"/>
                    <a:pt x="1024" y="1173"/>
                    <a:pt x="1036" y="1161"/>
                  </a:cubicBezTo>
                  <a:cubicBezTo>
                    <a:pt x="1040" y="1167"/>
                    <a:pt x="1041" y="1177"/>
                    <a:pt x="1048" y="1180"/>
                  </a:cubicBezTo>
                  <a:cubicBezTo>
                    <a:pt x="1082" y="1193"/>
                    <a:pt x="1056" y="1144"/>
                    <a:pt x="1074" y="1192"/>
                  </a:cubicBezTo>
                  <a:cubicBezTo>
                    <a:pt x="1145" y="1157"/>
                    <a:pt x="1114" y="1156"/>
                    <a:pt x="1162" y="1167"/>
                  </a:cubicBezTo>
                  <a:cubicBezTo>
                    <a:pt x="1192" y="1160"/>
                    <a:pt x="1201" y="1153"/>
                    <a:pt x="1232" y="1161"/>
                  </a:cubicBezTo>
                  <a:cubicBezTo>
                    <a:pt x="1251" y="1141"/>
                    <a:pt x="1295" y="1110"/>
                    <a:pt x="1295" y="1110"/>
                  </a:cubicBezTo>
                  <a:cubicBezTo>
                    <a:pt x="1314" y="1140"/>
                    <a:pt x="1327" y="1138"/>
                    <a:pt x="1358" y="1123"/>
                  </a:cubicBezTo>
                  <a:cubicBezTo>
                    <a:pt x="1373" y="1077"/>
                    <a:pt x="1357" y="1085"/>
                    <a:pt x="1396" y="108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72" name="Freeform 304"/>
            <p:cNvSpPr>
              <a:spLocks/>
            </p:cNvSpPr>
            <p:nvPr/>
          </p:nvSpPr>
          <p:spPr bwMode="auto">
            <a:xfrm flipV="1">
              <a:off x="1939" y="2577"/>
              <a:ext cx="1472" cy="1067"/>
            </a:xfrm>
            <a:custGeom>
              <a:avLst/>
              <a:gdLst/>
              <a:ahLst/>
              <a:cxnLst>
                <a:cxn ang="0">
                  <a:pos x="1472" y="1048"/>
                </a:cxn>
                <a:cxn ang="0">
                  <a:pos x="1409" y="1023"/>
                </a:cxn>
                <a:cxn ang="0">
                  <a:pos x="1415" y="991"/>
                </a:cxn>
                <a:cxn ang="0">
                  <a:pos x="1421" y="966"/>
                </a:cxn>
                <a:cxn ang="0">
                  <a:pos x="1415" y="941"/>
                </a:cxn>
                <a:cxn ang="0">
                  <a:pos x="1409" y="909"/>
                </a:cxn>
                <a:cxn ang="0">
                  <a:pos x="1377" y="947"/>
                </a:cxn>
                <a:cxn ang="0">
                  <a:pos x="1352" y="833"/>
                </a:cxn>
                <a:cxn ang="0">
                  <a:pos x="1320" y="695"/>
                </a:cxn>
                <a:cxn ang="0">
                  <a:pos x="1301" y="707"/>
                </a:cxn>
                <a:cxn ang="0">
                  <a:pos x="1295" y="682"/>
                </a:cxn>
                <a:cxn ang="0">
                  <a:pos x="1257" y="587"/>
                </a:cxn>
                <a:cxn ang="0">
                  <a:pos x="1219" y="473"/>
                </a:cxn>
                <a:cxn ang="0">
                  <a:pos x="1200" y="480"/>
                </a:cxn>
                <a:cxn ang="0">
                  <a:pos x="1143" y="385"/>
                </a:cxn>
                <a:cxn ang="0">
                  <a:pos x="1105" y="259"/>
                </a:cxn>
                <a:cxn ang="0">
                  <a:pos x="1080" y="221"/>
                </a:cxn>
                <a:cxn ang="0">
                  <a:pos x="1042" y="170"/>
                </a:cxn>
                <a:cxn ang="0">
                  <a:pos x="1023" y="177"/>
                </a:cxn>
                <a:cxn ang="0">
                  <a:pos x="1017" y="196"/>
                </a:cxn>
                <a:cxn ang="0">
                  <a:pos x="1011" y="177"/>
                </a:cxn>
                <a:cxn ang="0">
                  <a:pos x="966" y="120"/>
                </a:cxn>
                <a:cxn ang="0">
                  <a:pos x="948" y="126"/>
                </a:cxn>
                <a:cxn ang="0">
                  <a:pos x="859" y="57"/>
                </a:cxn>
                <a:cxn ang="0">
                  <a:pos x="853" y="76"/>
                </a:cxn>
                <a:cxn ang="0">
                  <a:pos x="821" y="44"/>
                </a:cxn>
                <a:cxn ang="0">
                  <a:pos x="752" y="19"/>
                </a:cxn>
                <a:cxn ang="0">
                  <a:pos x="689" y="0"/>
                </a:cxn>
                <a:cxn ang="0">
                  <a:pos x="651" y="25"/>
                </a:cxn>
                <a:cxn ang="0">
                  <a:pos x="625" y="50"/>
                </a:cxn>
                <a:cxn ang="0">
                  <a:pos x="619" y="69"/>
                </a:cxn>
                <a:cxn ang="0">
                  <a:pos x="613" y="50"/>
                </a:cxn>
                <a:cxn ang="0">
                  <a:pos x="588" y="25"/>
                </a:cxn>
                <a:cxn ang="0">
                  <a:pos x="569" y="82"/>
                </a:cxn>
                <a:cxn ang="0">
                  <a:pos x="562" y="63"/>
                </a:cxn>
                <a:cxn ang="0">
                  <a:pos x="543" y="50"/>
                </a:cxn>
                <a:cxn ang="0">
                  <a:pos x="512" y="82"/>
                </a:cxn>
                <a:cxn ang="0">
                  <a:pos x="486" y="126"/>
                </a:cxn>
                <a:cxn ang="0">
                  <a:pos x="480" y="151"/>
                </a:cxn>
                <a:cxn ang="0">
                  <a:pos x="474" y="132"/>
                </a:cxn>
                <a:cxn ang="0">
                  <a:pos x="449" y="145"/>
                </a:cxn>
                <a:cxn ang="0">
                  <a:pos x="423" y="208"/>
                </a:cxn>
                <a:cxn ang="0">
                  <a:pos x="417" y="183"/>
                </a:cxn>
                <a:cxn ang="0">
                  <a:pos x="398" y="196"/>
                </a:cxn>
                <a:cxn ang="0">
                  <a:pos x="373" y="252"/>
                </a:cxn>
                <a:cxn ang="0">
                  <a:pos x="335" y="379"/>
                </a:cxn>
                <a:cxn ang="0">
                  <a:pos x="310" y="429"/>
                </a:cxn>
                <a:cxn ang="0">
                  <a:pos x="291" y="518"/>
                </a:cxn>
                <a:cxn ang="0">
                  <a:pos x="240" y="688"/>
                </a:cxn>
                <a:cxn ang="0">
                  <a:pos x="171" y="884"/>
                </a:cxn>
                <a:cxn ang="0">
                  <a:pos x="164" y="865"/>
                </a:cxn>
                <a:cxn ang="0">
                  <a:pos x="158" y="840"/>
                </a:cxn>
                <a:cxn ang="0">
                  <a:pos x="145" y="897"/>
                </a:cxn>
                <a:cxn ang="0">
                  <a:pos x="108" y="1067"/>
                </a:cxn>
                <a:cxn ang="0">
                  <a:pos x="70" y="1055"/>
                </a:cxn>
                <a:cxn ang="0">
                  <a:pos x="0" y="1055"/>
                </a:cxn>
              </a:cxnLst>
              <a:rect l="0" t="0" r="r" b="b"/>
              <a:pathLst>
                <a:path w="1472" h="1067">
                  <a:moveTo>
                    <a:pt x="1472" y="1048"/>
                  </a:moveTo>
                  <a:cubicBezTo>
                    <a:pt x="1451" y="1038"/>
                    <a:pt x="1431" y="1030"/>
                    <a:pt x="1409" y="1023"/>
                  </a:cubicBezTo>
                  <a:cubicBezTo>
                    <a:pt x="1411" y="1012"/>
                    <a:pt x="1413" y="1002"/>
                    <a:pt x="1415" y="991"/>
                  </a:cubicBezTo>
                  <a:cubicBezTo>
                    <a:pt x="1418" y="978"/>
                    <a:pt x="1439" y="902"/>
                    <a:pt x="1421" y="966"/>
                  </a:cubicBezTo>
                  <a:cubicBezTo>
                    <a:pt x="1419" y="958"/>
                    <a:pt x="1417" y="949"/>
                    <a:pt x="1415" y="941"/>
                  </a:cubicBezTo>
                  <a:cubicBezTo>
                    <a:pt x="1413" y="930"/>
                    <a:pt x="1419" y="914"/>
                    <a:pt x="1409" y="909"/>
                  </a:cubicBezTo>
                  <a:cubicBezTo>
                    <a:pt x="1403" y="906"/>
                    <a:pt x="1379" y="944"/>
                    <a:pt x="1377" y="947"/>
                  </a:cubicBezTo>
                  <a:cubicBezTo>
                    <a:pt x="1372" y="890"/>
                    <a:pt x="1373" y="878"/>
                    <a:pt x="1352" y="833"/>
                  </a:cubicBezTo>
                  <a:cubicBezTo>
                    <a:pt x="1343" y="787"/>
                    <a:pt x="1335" y="739"/>
                    <a:pt x="1320" y="695"/>
                  </a:cubicBezTo>
                  <a:cubicBezTo>
                    <a:pt x="1314" y="699"/>
                    <a:pt x="1308" y="710"/>
                    <a:pt x="1301" y="707"/>
                  </a:cubicBezTo>
                  <a:cubicBezTo>
                    <a:pt x="1293" y="703"/>
                    <a:pt x="1297" y="690"/>
                    <a:pt x="1295" y="682"/>
                  </a:cubicBezTo>
                  <a:cubicBezTo>
                    <a:pt x="1286" y="650"/>
                    <a:pt x="1275" y="614"/>
                    <a:pt x="1257" y="587"/>
                  </a:cubicBezTo>
                  <a:cubicBezTo>
                    <a:pt x="1245" y="548"/>
                    <a:pt x="1228" y="512"/>
                    <a:pt x="1219" y="473"/>
                  </a:cubicBezTo>
                  <a:cubicBezTo>
                    <a:pt x="1213" y="475"/>
                    <a:pt x="1204" y="485"/>
                    <a:pt x="1200" y="480"/>
                  </a:cubicBezTo>
                  <a:cubicBezTo>
                    <a:pt x="1173" y="449"/>
                    <a:pt x="1187" y="399"/>
                    <a:pt x="1143" y="385"/>
                  </a:cubicBezTo>
                  <a:cubicBezTo>
                    <a:pt x="1136" y="340"/>
                    <a:pt x="1131" y="297"/>
                    <a:pt x="1105" y="259"/>
                  </a:cubicBezTo>
                  <a:cubicBezTo>
                    <a:pt x="1094" y="225"/>
                    <a:pt x="1106" y="254"/>
                    <a:pt x="1080" y="221"/>
                  </a:cubicBezTo>
                  <a:cubicBezTo>
                    <a:pt x="1067" y="205"/>
                    <a:pt x="1042" y="170"/>
                    <a:pt x="1042" y="170"/>
                  </a:cubicBezTo>
                  <a:cubicBezTo>
                    <a:pt x="1036" y="172"/>
                    <a:pt x="1028" y="172"/>
                    <a:pt x="1023" y="177"/>
                  </a:cubicBezTo>
                  <a:cubicBezTo>
                    <a:pt x="1018" y="182"/>
                    <a:pt x="1024" y="196"/>
                    <a:pt x="1017" y="196"/>
                  </a:cubicBezTo>
                  <a:cubicBezTo>
                    <a:pt x="1010" y="196"/>
                    <a:pt x="1015" y="183"/>
                    <a:pt x="1011" y="177"/>
                  </a:cubicBezTo>
                  <a:cubicBezTo>
                    <a:pt x="998" y="157"/>
                    <a:pt x="966" y="120"/>
                    <a:pt x="966" y="120"/>
                  </a:cubicBezTo>
                  <a:cubicBezTo>
                    <a:pt x="960" y="122"/>
                    <a:pt x="953" y="129"/>
                    <a:pt x="948" y="126"/>
                  </a:cubicBezTo>
                  <a:cubicBezTo>
                    <a:pt x="901" y="96"/>
                    <a:pt x="906" y="72"/>
                    <a:pt x="859" y="57"/>
                  </a:cubicBezTo>
                  <a:cubicBezTo>
                    <a:pt x="857" y="63"/>
                    <a:pt x="859" y="74"/>
                    <a:pt x="853" y="76"/>
                  </a:cubicBezTo>
                  <a:cubicBezTo>
                    <a:pt x="839" y="79"/>
                    <a:pt x="827" y="49"/>
                    <a:pt x="821" y="44"/>
                  </a:cubicBezTo>
                  <a:cubicBezTo>
                    <a:pt x="795" y="24"/>
                    <a:pt x="781" y="25"/>
                    <a:pt x="752" y="19"/>
                  </a:cubicBezTo>
                  <a:cubicBezTo>
                    <a:pt x="718" y="40"/>
                    <a:pt x="719" y="19"/>
                    <a:pt x="689" y="0"/>
                  </a:cubicBezTo>
                  <a:cubicBezTo>
                    <a:pt x="668" y="30"/>
                    <a:pt x="684" y="48"/>
                    <a:pt x="651" y="25"/>
                  </a:cubicBezTo>
                  <a:cubicBezTo>
                    <a:pt x="642" y="33"/>
                    <a:pt x="632" y="40"/>
                    <a:pt x="625" y="50"/>
                  </a:cubicBezTo>
                  <a:cubicBezTo>
                    <a:pt x="621" y="55"/>
                    <a:pt x="626" y="69"/>
                    <a:pt x="619" y="69"/>
                  </a:cubicBezTo>
                  <a:cubicBezTo>
                    <a:pt x="612" y="69"/>
                    <a:pt x="615" y="56"/>
                    <a:pt x="613" y="50"/>
                  </a:cubicBezTo>
                  <a:cubicBezTo>
                    <a:pt x="605" y="25"/>
                    <a:pt x="612" y="33"/>
                    <a:pt x="588" y="25"/>
                  </a:cubicBezTo>
                  <a:cubicBezTo>
                    <a:pt x="587" y="29"/>
                    <a:pt x="579" y="79"/>
                    <a:pt x="569" y="82"/>
                  </a:cubicBezTo>
                  <a:cubicBezTo>
                    <a:pt x="563" y="84"/>
                    <a:pt x="566" y="68"/>
                    <a:pt x="562" y="63"/>
                  </a:cubicBezTo>
                  <a:cubicBezTo>
                    <a:pt x="557" y="57"/>
                    <a:pt x="549" y="54"/>
                    <a:pt x="543" y="50"/>
                  </a:cubicBezTo>
                  <a:cubicBezTo>
                    <a:pt x="529" y="109"/>
                    <a:pt x="551" y="50"/>
                    <a:pt x="512" y="82"/>
                  </a:cubicBezTo>
                  <a:cubicBezTo>
                    <a:pt x="499" y="93"/>
                    <a:pt x="496" y="112"/>
                    <a:pt x="486" y="126"/>
                  </a:cubicBezTo>
                  <a:cubicBezTo>
                    <a:pt x="484" y="134"/>
                    <a:pt x="488" y="147"/>
                    <a:pt x="480" y="151"/>
                  </a:cubicBezTo>
                  <a:cubicBezTo>
                    <a:pt x="474" y="154"/>
                    <a:pt x="481" y="133"/>
                    <a:pt x="474" y="132"/>
                  </a:cubicBezTo>
                  <a:cubicBezTo>
                    <a:pt x="465" y="130"/>
                    <a:pt x="457" y="141"/>
                    <a:pt x="449" y="145"/>
                  </a:cubicBezTo>
                  <a:cubicBezTo>
                    <a:pt x="434" y="166"/>
                    <a:pt x="430" y="183"/>
                    <a:pt x="423" y="208"/>
                  </a:cubicBezTo>
                  <a:cubicBezTo>
                    <a:pt x="421" y="200"/>
                    <a:pt x="425" y="187"/>
                    <a:pt x="417" y="183"/>
                  </a:cubicBezTo>
                  <a:cubicBezTo>
                    <a:pt x="410" y="180"/>
                    <a:pt x="403" y="190"/>
                    <a:pt x="398" y="196"/>
                  </a:cubicBezTo>
                  <a:cubicBezTo>
                    <a:pt x="388" y="209"/>
                    <a:pt x="383" y="236"/>
                    <a:pt x="373" y="252"/>
                  </a:cubicBezTo>
                  <a:cubicBezTo>
                    <a:pt x="367" y="290"/>
                    <a:pt x="353" y="343"/>
                    <a:pt x="335" y="379"/>
                  </a:cubicBezTo>
                  <a:cubicBezTo>
                    <a:pt x="314" y="422"/>
                    <a:pt x="328" y="370"/>
                    <a:pt x="310" y="429"/>
                  </a:cubicBezTo>
                  <a:cubicBezTo>
                    <a:pt x="301" y="458"/>
                    <a:pt x="300" y="489"/>
                    <a:pt x="291" y="518"/>
                  </a:cubicBezTo>
                  <a:cubicBezTo>
                    <a:pt x="241" y="418"/>
                    <a:pt x="312" y="665"/>
                    <a:pt x="240" y="688"/>
                  </a:cubicBezTo>
                  <a:cubicBezTo>
                    <a:pt x="205" y="746"/>
                    <a:pt x="195" y="820"/>
                    <a:pt x="171" y="884"/>
                  </a:cubicBezTo>
                  <a:cubicBezTo>
                    <a:pt x="169" y="878"/>
                    <a:pt x="166" y="871"/>
                    <a:pt x="164" y="865"/>
                  </a:cubicBezTo>
                  <a:cubicBezTo>
                    <a:pt x="162" y="857"/>
                    <a:pt x="166" y="836"/>
                    <a:pt x="158" y="840"/>
                  </a:cubicBezTo>
                  <a:cubicBezTo>
                    <a:pt x="141" y="849"/>
                    <a:pt x="151" y="878"/>
                    <a:pt x="145" y="897"/>
                  </a:cubicBezTo>
                  <a:cubicBezTo>
                    <a:pt x="128" y="953"/>
                    <a:pt x="126" y="1011"/>
                    <a:pt x="108" y="1067"/>
                  </a:cubicBezTo>
                  <a:cubicBezTo>
                    <a:pt x="99" y="1035"/>
                    <a:pt x="93" y="1019"/>
                    <a:pt x="70" y="1055"/>
                  </a:cubicBezTo>
                  <a:cubicBezTo>
                    <a:pt x="36" y="1032"/>
                    <a:pt x="36" y="1055"/>
                    <a:pt x="0" y="105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73" name="Freeform 305"/>
            <p:cNvSpPr>
              <a:spLocks/>
            </p:cNvSpPr>
            <p:nvPr/>
          </p:nvSpPr>
          <p:spPr bwMode="auto">
            <a:xfrm flipV="1">
              <a:off x="1989" y="2550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74" name="Freeform 306"/>
            <p:cNvSpPr>
              <a:spLocks/>
            </p:cNvSpPr>
            <p:nvPr/>
          </p:nvSpPr>
          <p:spPr bwMode="auto">
            <a:xfrm>
              <a:off x="1971" y="2594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75" name="Freeform 307"/>
            <p:cNvSpPr>
              <a:spLocks/>
            </p:cNvSpPr>
            <p:nvPr/>
          </p:nvSpPr>
          <p:spPr bwMode="auto">
            <a:xfrm flipV="1">
              <a:off x="1898" y="2564"/>
              <a:ext cx="1492" cy="1162"/>
            </a:xfrm>
            <a:custGeom>
              <a:avLst/>
              <a:gdLst/>
              <a:ahLst/>
              <a:cxnLst>
                <a:cxn ang="0">
                  <a:pos x="34" y="1093"/>
                </a:cxn>
                <a:cxn ang="0">
                  <a:pos x="72" y="1093"/>
                </a:cxn>
                <a:cxn ang="0">
                  <a:pos x="91" y="1112"/>
                </a:cxn>
                <a:cxn ang="0">
                  <a:pos x="160" y="1086"/>
                </a:cxn>
                <a:cxn ang="0">
                  <a:pos x="173" y="1124"/>
                </a:cxn>
                <a:cxn ang="0">
                  <a:pos x="223" y="1143"/>
                </a:cxn>
                <a:cxn ang="0">
                  <a:pos x="287" y="1143"/>
                </a:cxn>
                <a:cxn ang="0">
                  <a:pos x="337" y="1162"/>
                </a:cxn>
                <a:cxn ang="0">
                  <a:pos x="369" y="1124"/>
                </a:cxn>
                <a:cxn ang="0">
                  <a:pos x="432" y="1105"/>
                </a:cxn>
                <a:cxn ang="0">
                  <a:pos x="495" y="1068"/>
                </a:cxn>
                <a:cxn ang="0">
                  <a:pos x="533" y="1061"/>
                </a:cxn>
                <a:cxn ang="0">
                  <a:pos x="571" y="1061"/>
                </a:cxn>
                <a:cxn ang="0">
                  <a:pos x="590" y="1074"/>
                </a:cxn>
                <a:cxn ang="0">
                  <a:pos x="621" y="954"/>
                </a:cxn>
                <a:cxn ang="0">
                  <a:pos x="628" y="973"/>
                </a:cxn>
                <a:cxn ang="0">
                  <a:pos x="634" y="948"/>
                </a:cxn>
                <a:cxn ang="0">
                  <a:pos x="647" y="922"/>
                </a:cxn>
                <a:cxn ang="0">
                  <a:pos x="691" y="809"/>
                </a:cxn>
                <a:cxn ang="0">
                  <a:pos x="741" y="657"/>
                </a:cxn>
                <a:cxn ang="0">
                  <a:pos x="767" y="606"/>
                </a:cxn>
                <a:cxn ang="0">
                  <a:pos x="798" y="531"/>
                </a:cxn>
                <a:cxn ang="0">
                  <a:pos x="805" y="499"/>
                </a:cxn>
                <a:cxn ang="0">
                  <a:pos x="811" y="480"/>
                </a:cxn>
                <a:cxn ang="0">
                  <a:pos x="823" y="430"/>
                </a:cxn>
                <a:cxn ang="0">
                  <a:pos x="861" y="329"/>
                </a:cxn>
                <a:cxn ang="0">
                  <a:pos x="956" y="120"/>
                </a:cxn>
                <a:cxn ang="0">
                  <a:pos x="988" y="101"/>
                </a:cxn>
                <a:cxn ang="0">
                  <a:pos x="1007" y="63"/>
                </a:cxn>
                <a:cxn ang="0">
                  <a:pos x="1013" y="89"/>
                </a:cxn>
                <a:cxn ang="0">
                  <a:pos x="1019" y="108"/>
                </a:cxn>
                <a:cxn ang="0">
                  <a:pos x="1057" y="57"/>
                </a:cxn>
                <a:cxn ang="0">
                  <a:pos x="1063" y="89"/>
                </a:cxn>
                <a:cxn ang="0">
                  <a:pos x="1070" y="114"/>
                </a:cxn>
                <a:cxn ang="0">
                  <a:pos x="1095" y="82"/>
                </a:cxn>
                <a:cxn ang="0">
                  <a:pos x="1101" y="57"/>
                </a:cxn>
                <a:cxn ang="0">
                  <a:pos x="1108" y="38"/>
                </a:cxn>
                <a:cxn ang="0">
                  <a:pos x="1127" y="82"/>
                </a:cxn>
                <a:cxn ang="0">
                  <a:pos x="1146" y="57"/>
                </a:cxn>
                <a:cxn ang="0">
                  <a:pos x="1152" y="32"/>
                </a:cxn>
                <a:cxn ang="0">
                  <a:pos x="1171" y="82"/>
                </a:cxn>
                <a:cxn ang="0">
                  <a:pos x="1215" y="25"/>
                </a:cxn>
                <a:cxn ang="0">
                  <a:pos x="1259" y="13"/>
                </a:cxn>
                <a:cxn ang="0">
                  <a:pos x="1291" y="44"/>
                </a:cxn>
                <a:cxn ang="0">
                  <a:pos x="1303" y="19"/>
                </a:cxn>
                <a:cxn ang="0">
                  <a:pos x="1335" y="57"/>
                </a:cxn>
                <a:cxn ang="0">
                  <a:pos x="1392" y="0"/>
                </a:cxn>
                <a:cxn ang="0">
                  <a:pos x="1417" y="76"/>
                </a:cxn>
                <a:cxn ang="0">
                  <a:pos x="1442" y="70"/>
                </a:cxn>
                <a:cxn ang="0">
                  <a:pos x="1461" y="70"/>
                </a:cxn>
                <a:cxn ang="0">
                  <a:pos x="1474" y="133"/>
                </a:cxn>
                <a:cxn ang="0">
                  <a:pos x="1487" y="120"/>
                </a:cxn>
              </a:cxnLst>
              <a:rect l="0" t="0" r="r" b="b"/>
              <a:pathLst>
                <a:path w="1492" h="1162">
                  <a:moveTo>
                    <a:pt x="34" y="1093"/>
                  </a:moveTo>
                  <a:cubicBezTo>
                    <a:pt x="106" y="1138"/>
                    <a:pt x="0" y="1080"/>
                    <a:pt x="72" y="1093"/>
                  </a:cubicBezTo>
                  <a:cubicBezTo>
                    <a:pt x="81" y="1095"/>
                    <a:pt x="85" y="1106"/>
                    <a:pt x="91" y="1112"/>
                  </a:cubicBezTo>
                  <a:cubicBezTo>
                    <a:pt x="108" y="1103"/>
                    <a:pt x="141" y="1084"/>
                    <a:pt x="160" y="1086"/>
                  </a:cubicBezTo>
                  <a:cubicBezTo>
                    <a:pt x="161" y="1086"/>
                    <a:pt x="173" y="1123"/>
                    <a:pt x="173" y="1124"/>
                  </a:cubicBezTo>
                  <a:cubicBezTo>
                    <a:pt x="223" y="1112"/>
                    <a:pt x="180" y="1129"/>
                    <a:pt x="223" y="1143"/>
                  </a:cubicBezTo>
                  <a:cubicBezTo>
                    <a:pt x="281" y="1121"/>
                    <a:pt x="264" y="1109"/>
                    <a:pt x="287" y="1143"/>
                  </a:cubicBezTo>
                  <a:cubicBezTo>
                    <a:pt x="337" y="1131"/>
                    <a:pt x="327" y="1099"/>
                    <a:pt x="337" y="1162"/>
                  </a:cubicBezTo>
                  <a:cubicBezTo>
                    <a:pt x="349" y="1150"/>
                    <a:pt x="354" y="1132"/>
                    <a:pt x="369" y="1124"/>
                  </a:cubicBezTo>
                  <a:cubicBezTo>
                    <a:pt x="388" y="1114"/>
                    <a:pt x="411" y="1113"/>
                    <a:pt x="432" y="1105"/>
                  </a:cubicBezTo>
                  <a:cubicBezTo>
                    <a:pt x="471" y="1162"/>
                    <a:pt x="468" y="1081"/>
                    <a:pt x="495" y="1068"/>
                  </a:cubicBezTo>
                  <a:cubicBezTo>
                    <a:pt x="507" y="1062"/>
                    <a:pt x="520" y="1063"/>
                    <a:pt x="533" y="1061"/>
                  </a:cubicBezTo>
                  <a:cubicBezTo>
                    <a:pt x="577" y="994"/>
                    <a:pt x="545" y="1028"/>
                    <a:pt x="571" y="1061"/>
                  </a:cubicBezTo>
                  <a:cubicBezTo>
                    <a:pt x="576" y="1067"/>
                    <a:pt x="584" y="1070"/>
                    <a:pt x="590" y="1074"/>
                  </a:cubicBezTo>
                  <a:cubicBezTo>
                    <a:pt x="600" y="1033"/>
                    <a:pt x="614" y="996"/>
                    <a:pt x="621" y="954"/>
                  </a:cubicBezTo>
                  <a:cubicBezTo>
                    <a:pt x="623" y="960"/>
                    <a:pt x="622" y="976"/>
                    <a:pt x="628" y="973"/>
                  </a:cubicBezTo>
                  <a:cubicBezTo>
                    <a:pt x="636" y="969"/>
                    <a:pt x="631" y="956"/>
                    <a:pt x="634" y="948"/>
                  </a:cubicBezTo>
                  <a:cubicBezTo>
                    <a:pt x="637" y="939"/>
                    <a:pt x="643" y="931"/>
                    <a:pt x="647" y="922"/>
                  </a:cubicBezTo>
                  <a:cubicBezTo>
                    <a:pt x="664" y="883"/>
                    <a:pt x="665" y="843"/>
                    <a:pt x="691" y="809"/>
                  </a:cubicBezTo>
                  <a:cubicBezTo>
                    <a:pt x="707" y="758"/>
                    <a:pt x="725" y="708"/>
                    <a:pt x="741" y="657"/>
                  </a:cubicBezTo>
                  <a:cubicBezTo>
                    <a:pt x="747" y="639"/>
                    <a:pt x="760" y="624"/>
                    <a:pt x="767" y="606"/>
                  </a:cubicBezTo>
                  <a:cubicBezTo>
                    <a:pt x="773" y="575"/>
                    <a:pt x="784" y="559"/>
                    <a:pt x="798" y="531"/>
                  </a:cubicBezTo>
                  <a:cubicBezTo>
                    <a:pt x="800" y="520"/>
                    <a:pt x="802" y="510"/>
                    <a:pt x="805" y="499"/>
                  </a:cubicBezTo>
                  <a:cubicBezTo>
                    <a:pt x="807" y="493"/>
                    <a:pt x="809" y="486"/>
                    <a:pt x="811" y="480"/>
                  </a:cubicBezTo>
                  <a:cubicBezTo>
                    <a:pt x="815" y="463"/>
                    <a:pt x="823" y="430"/>
                    <a:pt x="823" y="430"/>
                  </a:cubicBezTo>
                  <a:cubicBezTo>
                    <a:pt x="829" y="374"/>
                    <a:pt x="816" y="351"/>
                    <a:pt x="861" y="329"/>
                  </a:cubicBezTo>
                  <a:cubicBezTo>
                    <a:pt x="879" y="256"/>
                    <a:pt x="921" y="187"/>
                    <a:pt x="956" y="120"/>
                  </a:cubicBezTo>
                  <a:cubicBezTo>
                    <a:pt x="967" y="153"/>
                    <a:pt x="958" y="145"/>
                    <a:pt x="988" y="101"/>
                  </a:cubicBezTo>
                  <a:cubicBezTo>
                    <a:pt x="1003" y="79"/>
                    <a:pt x="998" y="86"/>
                    <a:pt x="1007" y="63"/>
                  </a:cubicBezTo>
                  <a:cubicBezTo>
                    <a:pt x="1009" y="72"/>
                    <a:pt x="1011" y="80"/>
                    <a:pt x="1013" y="89"/>
                  </a:cubicBezTo>
                  <a:cubicBezTo>
                    <a:pt x="1015" y="95"/>
                    <a:pt x="1014" y="112"/>
                    <a:pt x="1019" y="108"/>
                  </a:cubicBezTo>
                  <a:cubicBezTo>
                    <a:pt x="1036" y="96"/>
                    <a:pt x="1057" y="57"/>
                    <a:pt x="1057" y="57"/>
                  </a:cubicBezTo>
                  <a:cubicBezTo>
                    <a:pt x="1059" y="68"/>
                    <a:pt x="1061" y="78"/>
                    <a:pt x="1063" y="89"/>
                  </a:cubicBezTo>
                  <a:cubicBezTo>
                    <a:pt x="1065" y="97"/>
                    <a:pt x="1062" y="116"/>
                    <a:pt x="1070" y="114"/>
                  </a:cubicBezTo>
                  <a:cubicBezTo>
                    <a:pt x="1083" y="111"/>
                    <a:pt x="1087" y="93"/>
                    <a:pt x="1095" y="82"/>
                  </a:cubicBezTo>
                  <a:cubicBezTo>
                    <a:pt x="1097" y="74"/>
                    <a:pt x="1099" y="65"/>
                    <a:pt x="1101" y="57"/>
                  </a:cubicBezTo>
                  <a:cubicBezTo>
                    <a:pt x="1103" y="51"/>
                    <a:pt x="1102" y="36"/>
                    <a:pt x="1108" y="38"/>
                  </a:cubicBezTo>
                  <a:cubicBezTo>
                    <a:pt x="1112" y="39"/>
                    <a:pt x="1125" y="76"/>
                    <a:pt x="1127" y="82"/>
                  </a:cubicBezTo>
                  <a:cubicBezTo>
                    <a:pt x="1133" y="74"/>
                    <a:pt x="1141" y="66"/>
                    <a:pt x="1146" y="57"/>
                  </a:cubicBezTo>
                  <a:cubicBezTo>
                    <a:pt x="1150" y="49"/>
                    <a:pt x="1144" y="29"/>
                    <a:pt x="1152" y="32"/>
                  </a:cubicBezTo>
                  <a:cubicBezTo>
                    <a:pt x="1156" y="33"/>
                    <a:pt x="1168" y="74"/>
                    <a:pt x="1171" y="82"/>
                  </a:cubicBezTo>
                  <a:cubicBezTo>
                    <a:pt x="1195" y="67"/>
                    <a:pt x="1198" y="49"/>
                    <a:pt x="1215" y="25"/>
                  </a:cubicBezTo>
                  <a:cubicBezTo>
                    <a:pt x="1239" y="60"/>
                    <a:pt x="1244" y="44"/>
                    <a:pt x="1259" y="13"/>
                  </a:cubicBezTo>
                  <a:cubicBezTo>
                    <a:pt x="1269" y="48"/>
                    <a:pt x="1254" y="81"/>
                    <a:pt x="1291" y="44"/>
                  </a:cubicBezTo>
                  <a:cubicBezTo>
                    <a:pt x="1295" y="36"/>
                    <a:pt x="1294" y="21"/>
                    <a:pt x="1303" y="19"/>
                  </a:cubicBezTo>
                  <a:cubicBezTo>
                    <a:pt x="1310" y="18"/>
                    <a:pt x="1332" y="53"/>
                    <a:pt x="1335" y="57"/>
                  </a:cubicBezTo>
                  <a:cubicBezTo>
                    <a:pt x="1363" y="42"/>
                    <a:pt x="1374" y="26"/>
                    <a:pt x="1392" y="0"/>
                  </a:cubicBezTo>
                  <a:cubicBezTo>
                    <a:pt x="1397" y="29"/>
                    <a:pt x="1401" y="51"/>
                    <a:pt x="1417" y="76"/>
                  </a:cubicBezTo>
                  <a:cubicBezTo>
                    <a:pt x="1425" y="74"/>
                    <a:pt x="1435" y="75"/>
                    <a:pt x="1442" y="70"/>
                  </a:cubicBezTo>
                  <a:cubicBezTo>
                    <a:pt x="1459" y="56"/>
                    <a:pt x="1437" y="32"/>
                    <a:pt x="1461" y="70"/>
                  </a:cubicBezTo>
                  <a:cubicBezTo>
                    <a:pt x="1477" y="159"/>
                    <a:pt x="1460" y="67"/>
                    <a:pt x="1474" y="133"/>
                  </a:cubicBezTo>
                  <a:cubicBezTo>
                    <a:pt x="1492" y="217"/>
                    <a:pt x="1487" y="222"/>
                    <a:pt x="1487" y="120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76" name="Freeform 308"/>
            <p:cNvSpPr>
              <a:spLocks/>
            </p:cNvSpPr>
            <p:nvPr/>
          </p:nvSpPr>
          <p:spPr bwMode="auto">
            <a:xfrm flipV="1">
              <a:off x="1973" y="2539"/>
              <a:ext cx="1349" cy="1244"/>
            </a:xfrm>
            <a:custGeom>
              <a:avLst/>
              <a:gdLst/>
              <a:ahLst/>
              <a:cxnLst>
                <a:cxn ang="0">
                  <a:pos x="4" y="151"/>
                </a:cxn>
                <a:cxn ang="0">
                  <a:pos x="42" y="95"/>
                </a:cxn>
                <a:cxn ang="0">
                  <a:pos x="67" y="57"/>
                </a:cxn>
                <a:cxn ang="0">
                  <a:pos x="73" y="76"/>
                </a:cxn>
                <a:cxn ang="0">
                  <a:pos x="67" y="95"/>
                </a:cxn>
                <a:cxn ang="0">
                  <a:pos x="99" y="38"/>
                </a:cxn>
                <a:cxn ang="0">
                  <a:pos x="143" y="13"/>
                </a:cxn>
                <a:cxn ang="0">
                  <a:pos x="149" y="69"/>
                </a:cxn>
                <a:cxn ang="0">
                  <a:pos x="168" y="63"/>
                </a:cxn>
                <a:cxn ang="0">
                  <a:pos x="200" y="19"/>
                </a:cxn>
                <a:cxn ang="0">
                  <a:pos x="212" y="101"/>
                </a:cxn>
                <a:cxn ang="0">
                  <a:pos x="231" y="63"/>
                </a:cxn>
                <a:cxn ang="0">
                  <a:pos x="257" y="0"/>
                </a:cxn>
                <a:cxn ang="0">
                  <a:pos x="263" y="95"/>
                </a:cxn>
                <a:cxn ang="0">
                  <a:pos x="295" y="82"/>
                </a:cxn>
                <a:cxn ang="0">
                  <a:pos x="320" y="31"/>
                </a:cxn>
                <a:cxn ang="0">
                  <a:pos x="358" y="63"/>
                </a:cxn>
                <a:cxn ang="0">
                  <a:pos x="383" y="145"/>
                </a:cxn>
                <a:cxn ang="0">
                  <a:pos x="402" y="126"/>
                </a:cxn>
                <a:cxn ang="0">
                  <a:pos x="408" y="107"/>
                </a:cxn>
                <a:cxn ang="0">
                  <a:pos x="433" y="164"/>
                </a:cxn>
                <a:cxn ang="0">
                  <a:pos x="452" y="189"/>
                </a:cxn>
                <a:cxn ang="0">
                  <a:pos x="478" y="158"/>
                </a:cxn>
                <a:cxn ang="0">
                  <a:pos x="484" y="133"/>
                </a:cxn>
                <a:cxn ang="0">
                  <a:pos x="497" y="151"/>
                </a:cxn>
                <a:cxn ang="0">
                  <a:pos x="516" y="227"/>
                </a:cxn>
                <a:cxn ang="0">
                  <a:pos x="547" y="259"/>
                </a:cxn>
                <a:cxn ang="0">
                  <a:pos x="553" y="335"/>
                </a:cxn>
                <a:cxn ang="0">
                  <a:pos x="572" y="322"/>
                </a:cxn>
                <a:cxn ang="0">
                  <a:pos x="579" y="341"/>
                </a:cxn>
                <a:cxn ang="0">
                  <a:pos x="604" y="474"/>
                </a:cxn>
                <a:cxn ang="0">
                  <a:pos x="629" y="398"/>
                </a:cxn>
                <a:cxn ang="0">
                  <a:pos x="673" y="606"/>
                </a:cxn>
                <a:cxn ang="0">
                  <a:pos x="699" y="657"/>
                </a:cxn>
                <a:cxn ang="0">
                  <a:pos x="718" y="638"/>
                </a:cxn>
                <a:cxn ang="0">
                  <a:pos x="737" y="663"/>
                </a:cxn>
                <a:cxn ang="0">
                  <a:pos x="756" y="859"/>
                </a:cxn>
                <a:cxn ang="0">
                  <a:pos x="781" y="859"/>
                </a:cxn>
                <a:cxn ang="0">
                  <a:pos x="800" y="941"/>
                </a:cxn>
                <a:cxn ang="0">
                  <a:pos x="831" y="979"/>
                </a:cxn>
                <a:cxn ang="0">
                  <a:pos x="995" y="1206"/>
                </a:cxn>
                <a:cxn ang="0">
                  <a:pos x="1059" y="1175"/>
                </a:cxn>
                <a:cxn ang="0">
                  <a:pos x="1078" y="1244"/>
                </a:cxn>
                <a:cxn ang="0">
                  <a:pos x="1135" y="1225"/>
                </a:cxn>
                <a:cxn ang="0">
                  <a:pos x="1198" y="1149"/>
                </a:cxn>
                <a:cxn ang="0">
                  <a:pos x="1204" y="1181"/>
                </a:cxn>
                <a:cxn ang="0">
                  <a:pos x="1210" y="1206"/>
                </a:cxn>
                <a:cxn ang="0">
                  <a:pos x="1236" y="1194"/>
                </a:cxn>
                <a:cxn ang="0">
                  <a:pos x="1261" y="1194"/>
                </a:cxn>
                <a:cxn ang="0">
                  <a:pos x="1280" y="1181"/>
                </a:cxn>
                <a:cxn ang="0">
                  <a:pos x="1305" y="1124"/>
                </a:cxn>
                <a:cxn ang="0">
                  <a:pos x="1330" y="1130"/>
                </a:cxn>
                <a:cxn ang="0">
                  <a:pos x="1349" y="1137"/>
                </a:cxn>
                <a:cxn ang="0">
                  <a:pos x="1330" y="1143"/>
                </a:cxn>
                <a:cxn ang="0">
                  <a:pos x="1273" y="1156"/>
                </a:cxn>
              </a:cxnLst>
              <a:rect l="0" t="0" r="r" b="b"/>
              <a:pathLst>
                <a:path w="1349" h="1244">
                  <a:moveTo>
                    <a:pt x="4" y="151"/>
                  </a:moveTo>
                  <a:cubicBezTo>
                    <a:pt x="46" y="82"/>
                    <a:pt x="0" y="155"/>
                    <a:pt x="42" y="95"/>
                  </a:cubicBezTo>
                  <a:cubicBezTo>
                    <a:pt x="51" y="83"/>
                    <a:pt x="67" y="57"/>
                    <a:pt x="67" y="57"/>
                  </a:cubicBezTo>
                  <a:cubicBezTo>
                    <a:pt x="69" y="63"/>
                    <a:pt x="73" y="69"/>
                    <a:pt x="73" y="76"/>
                  </a:cubicBezTo>
                  <a:cubicBezTo>
                    <a:pt x="73" y="83"/>
                    <a:pt x="64" y="101"/>
                    <a:pt x="67" y="95"/>
                  </a:cubicBezTo>
                  <a:cubicBezTo>
                    <a:pt x="103" y="28"/>
                    <a:pt x="56" y="95"/>
                    <a:pt x="99" y="38"/>
                  </a:cubicBezTo>
                  <a:cubicBezTo>
                    <a:pt x="112" y="81"/>
                    <a:pt x="118" y="36"/>
                    <a:pt x="143" y="13"/>
                  </a:cubicBezTo>
                  <a:cubicBezTo>
                    <a:pt x="145" y="32"/>
                    <a:pt x="141" y="52"/>
                    <a:pt x="149" y="69"/>
                  </a:cubicBezTo>
                  <a:cubicBezTo>
                    <a:pt x="152" y="75"/>
                    <a:pt x="163" y="68"/>
                    <a:pt x="168" y="63"/>
                  </a:cubicBezTo>
                  <a:cubicBezTo>
                    <a:pt x="181" y="50"/>
                    <a:pt x="200" y="19"/>
                    <a:pt x="200" y="19"/>
                  </a:cubicBezTo>
                  <a:cubicBezTo>
                    <a:pt x="208" y="45"/>
                    <a:pt x="192" y="81"/>
                    <a:pt x="212" y="101"/>
                  </a:cubicBezTo>
                  <a:cubicBezTo>
                    <a:pt x="222" y="111"/>
                    <a:pt x="225" y="76"/>
                    <a:pt x="231" y="63"/>
                  </a:cubicBezTo>
                  <a:cubicBezTo>
                    <a:pt x="240" y="42"/>
                    <a:pt x="249" y="21"/>
                    <a:pt x="257" y="0"/>
                  </a:cubicBezTo>
                  <a:cubicBezTo>
                    <a:pt x="259" y="32"/>
                    <a:pt x="250" y="66"/>
                    <a:pt x="263" y="95"/>
                  </a:cubicBezTo>
                  <a:cubicBezTo>
                    <a:pt x="268" y="105"/>
                    <a:pt x="287" y="90"/>
                    <a:pt x="295" y="82"/>
                  </a:cubicBezTo>
                  <a:cubicBezTo>
                    <a:pt x="308" y="68"/>
                    <a:pt x="309" y="47"/>
                    <a:pt x="320" y="31"/>
                  </a:cubicBezTo>
                  <a:cubicBezTo>
                    <a:pt x="325" y="93"/>
                    <a:pt x="324" y="147"/>
                    <a:pt x="358" y="63"/>
                  </a:cubicBezTo>
                  <a:cubicBezTo>
                    <a:pt x="367" y="90"/>
                    <a:pt x="374" y="118"/>
                    <a:pt x="383" y="145"/>
                  </a:cubicBezTo>
                  <a:cubicBezTo>
                    <a:pt x="389" y="139"/>
                    <a:pt x="397" y="133"/>
                    <a:pt x="402" y="126"/>
                  </a:cubicBezTo>
                  <a:cubicBezTo>
                    <a:pt x="406" y="120"/>
                    <a:pt x="403" y="103"/>
                    <a:pt x="408" y="107"/>
                  </a:cubicBezTo>
                  <a:cubicBezTo>
                    <a:pt x="419" y="115"/>
                    <a:pt x="428" y="148"/>
                    <a:pt x="433" y="164"/>
                  </a:cubicBezTo>
                  <a:cubicBezTo>
                    <a:pt x="444" y="244"/>
                    <a:pt x="431" y="220"/>
                    <a:pt x="452" y="189"/>
                  </a:cubicBezTo>
                  <a:cubicBezTo>
                    <a:pt x="459" y="178"/>
                    <a:pt x="469" y="168"/>
                    <a:pt x="478" y="158"/>
                  </a:cubicBezTo>
                  <a:cubicBezTo>
                    <a:pt x="480" y="150"/>
                    <a:pt x="476" y="136"/>
                    <a:pt x="484" y="133"/>
                  </a:cubicBezTo>
                  <a:cubicBezTo>
                    <a:pt x="491" y="130"/>
                    <a:pt x="494" y="144"/>
                    <a:pt x="497" y="151"/>
                  </a:cubicBezTo>
                  <a:cubicBezTo>
                    <a:pt x="507" y="175"/>
                    <a:pt x="507" y="203"/>
                    <a:pt x="516" y="227"/>
                  </a:cubicBezTo>
                  <a:cubicBezTo>
                    <a:pt x="555" y="176"/>
                    <a:pt x="538" y="223"/>
                    <a:pt x="547" y="259"/>
                  </a:cubicBezTo>
                  <a:cubicBezTo>
                    <a:pt x="549" y="284"/>
                    <a:pt x="544" y="311"/>
                    <a:pt x="553" y="335"/>
                  </a:cubicBezTo>
                  <a:cubicBezTo>
                    <a:pt x="556" y="342"/>
                    <a:pt x="565" y="320"/>
                    <a:pt x="572" y="322"/>
                  </a:cubicBezTo>
                  <a:cubicBezTo>
                    <a:pt x="579" y="324"/>
                    <a:pt x="577" y="335"/>
                    <a:pt x="579" y="341"/>
                  </a:cubicBezTo>
                  <a:cubicBezTo>
                    <a:pt x="603" y="265"/>
                    <a:pt x="581" y="428"/>
                    <a:pt x="604" y="474"/>
                  </a:cubicBezTo>
                  <a:cubicBezTo>
                    <a:pt x="610" y="444"/>
                    <a:pt x="616" y="425"/>
                    <a:pt x="629" y="398"/>
                  </a:cubicBezTo>
                  <a:cubicBezTo>
                    <a:pt x="652" y="465"/>
                    <a:pt x="652" y="538"/>
                    <a:pt x="673" y="606"/>
                  </a:cubicBezTo>
                  <a:cubicBezTo>
                    <a:pt x="699" y="544"/>
                    <a:pt x="687" y="463"/>
                    <a:pt x="699" y="657"/>
                  </a:cubicBezTo>
                  <a:cubicBezTo>
                    <a:pt x="705" y="651"/>
                    <a:pt x="714" y="630"/>
                    <a:pt x="718" y="638"/>
                  </a:cubicBezTo>
                  <a:cubicBezTo>
                    <a:pt x="738" y="683"/>
                    <a:pt x="709" y="772"/>
                    <a:pt x="737" y="663"/>
                  </a:cubicBezTo>
                  <a:cubicBezTo>
                    <a:pt x="741" y="765"/>
                    <a:pt x="742" y="782"/>
                    <a:pt x="756" y="859"/>
                  </a:cubicBezTo>
                  <a:cubicBezTo>
                    <a:pt x="759" y="847"/>
                    <a:pt x="764" y="798"/>
                    <a:pt x="781" y="859"/>
                  </a:cubicBezTo>
                  <a:cubicBezTo>
                    <a:pt x="811" y="963"/>
                    <a:pt x="767" y="892"/>
                    <a:pt x="800" y="941"/>
                  </a:cubicBezTo>
                  <a:cubicBezTo>
                    <a:pt x="811" y="975"/>
                    <a:pt x="789" y="1021"/>
                    <a:pt x="831" y="979"/>
                  </a:cubicBezTo>
                  <a:cubicBezTo>
                    <a:pt x="913" y="1087"/>
                    <a:pt x="912" y="1097"/>
                    <a:pt x="995" y="1206"/>
                  </a:cubicBezTo>
                  <a:cubicBezTo>
                    <a:pt x="1013" y="1152"/>
                    <a:pt x="1027" y="1222"/>
                    <a:pt x="1059" y="1175"/>
                  </a:cubicBezTo>
                  <a:cubicBezTo>
                    <a:pt x="1074" y="1223"/>
                    <a:pt x="1068" y="1200"/>
                    <a:pt x="1078" y="1244"/>
                  </a:cubicBezTo>
                  <a:cubicBezTo>
                    <a:pt x="1109" y="1223"/>
                    <a:pt x="1109" y="1186"/>
                    <a:pt x="1135" y="1225"/>
                  </a:cubicBezTo>
                  <a:cubicBezTo>
                    <a:pt x="1164" y="1203"/>
                    <a:pt x="1175" y="1178"/>
                    <a:pt x="1198" y="1149"/>
                  </a:cubicBezTo>
                  <a:cubicBezTo>
                    <a:pt x="1200" y="1160"/>
                    <a:pt x="1202" y="1170"/>
                    <a:pt x="1204" y="1181"/>
                  </a:cubicBezTo>
                  <a:cubicBezTo>
                    <a:pt x="1206" y="1189"/>
                    <a:pt x="1202" y="1203"/>
                    <a:pt x="1210" y="1206"/>
                  </a:cubicBezTo>
                  <a:cubicBezTo>
                    <a:pt x="1219" y="1210"/>
                    <a:pt x="1227" y="1198"/>
                    <a:pt x="1236" y="1194"/>
                  </a:cubicBezTo>
                  <a:cubicBezTo>
                    <a:pt x="1264" y="1149"/>
                    <a:pt x="1231" y="1188"/>
                    <a:pt x="1261" y="1194"/>
                  </a:cubicBezTo>
                  <a:cubicBezTo>
                    <a:pt x="1269" y="1195"/>
                    <a:pt x="1274" y="1185"/>
                    <a:pt x="1280" y="1181"/>
                  </a:cubicBezTo>
                  <a:cubicBezTo>
                    <a:pt x="1292" y="1162"/>
                    <a:pt x="1298" y="1145"/>
                    <a:pt x="1305" y="1124"/>
                  </a:cubicBezTo>
                  <a:cubicBezTo>
                    <a:pt x="1317" y="1187"/>
                    <a:pt x="1301" y="1145"/>
                    <a:pt x="1330" y="1130"/>
                  </a:cubicBezTo>
                  <a:cubicBezTo>
                    <a:pt x="1336" y="1127"/>
                    <a:pt x="1343" y="1135"/>
                    <a:pt x="1349" y="1137"/>
                  </a:cubicBezTo>
                  <a:cubicBezTo>
                    <a:pt x="1349" y="1137"/>
                    <a:pt x="1336" y="1140"/>
                    <a:pt x="1330" y="1143"/>
                  </a:cubicBezTo>
                  <a:cubicBezTo>
                    <a:pt x="1288" y="1161"/>
                    <a:pt x="1322" y="1156"/>
                    <a:pt x="1273" y="1156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77" name="Freeform 309"/>
            <p:cNvSpPr>
              <a:spLocks/>
            </p:cNvSpPr>
            <p:nvPr/>
          </p:nvSpPr>
          <p:spPr bwMode="auto">
            <a:xfrm flipV="1">
              <a:off x="1996" y="2553"/>
              <a:ext cx="1396" cy="1206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50" y="81"/>
                </a:cxn>
                <a:cxn ang="0">
                  <a:pos x="76" y="62"/>
                </a:cxn>
                <a:cxn ang="0">
                  <a:pos x="107" y="17"/>
                </a:cxn>
                <a:cxn ang="0">
                  <a:pos x="139" y="100"/>
                </a:cxn>
                <a:cxn ang="0">
                  <a:pos x="196" y="74"/>
                </a:cxn>
                <a:cxn ang="0">
                  <a:pos x="240" y="43"/>
                </a:cxn>
                <a:cxn ang="0">
                  <a:pos x="253" y="93"/>
                </a:cxn>
                <a:cxn ang="0">
                  <a:pos x="303" y="68"/>
                </a:cxn>
                <a:cxn ang="0">
                  <a:pos x="328" y="112"/>
                </a:cxn>
                <a:cxn ang="0">
                  <a:pos x="379" y="62"/>
                </a:cxn>
                <a:cxn ang="0">
                  <a:pos x="417" y="125"/>
                </a:cxn>
                <a:cxn ang="0">
                  <a:pos x="429" y="106"/>
                </a:cxn>
                <a:cxn ang="0">
                  <a:pos x="436" y="137"/>
                </a:cxn>
                <a:cxn ang="0">
                  <a:pos x="455" y="207"/>
                </a:cxn>
                <a:cxn ang="0">
                  <a:pos x="486" y="213"/>
                </a:cxn>
                <a:cxn ang="0">
                  <a:pos x="518" y="207"/>
                </a:cxn>
                <a:cxn ang="0">
                  <a:pos x="524" y="226"/>
                </a:cxn>
                <a:cxn ang="0">
                  <a:pos x="543" y="232"/>
                </a:cxn>
                <a:cxn ang="0">
                  <a:pos x="549" y="283"/>
                </a:cxn>
                <a:cxn ang="0">
                  <a:pos x="562" y="321"/>
                </a:cxn>
                <a:cxn ang="0">
                  <a:pos x="606" y="359"/>
                </a:cxn>
                <a:cxn ang="0">
                  <a:pos x="625" y="415"/>
                </a:cxn>
                <a:cxn ang="0">
                  <a:pos x="669" y="580"/>
                </a:cxn>
                <a:cxn ang="0">
                  <a:pos x="695" y="719"/>
                </a:cxn>
                <a:cxn ang="0">
                  <a:pos x="701" y="693"/>
                </a:cxn>
                <a:cxn ang="0">
                  <a:pos x="707" y="712"/>
                </a:cxn>
                <a:cxn ang="0">
                  <a:pos x="714" y="731"/>
                </a:cxn>
                <a:cxn ang="0">
                  <a:pos x="733" y="807"/>
                </a:cxn>
                <a:cxn ang="0">
                  <a:pos x="739" y="895"/>
                </a:cxn>
                <a:cxn ang="0">
                  <a:pos x="758" y="927"/>
                </a:cxn>
                <a:cxn ang="0">
                  <a:pos x="802" y="1041"/>
                </a:cxn>
                <a:cxn ang="0">
                  <a:pos x="846" y="1041"/>
                </a:cxn>
                <a:cxn ang="0">
                  <a:pos x="922" y="1116"/>
                </a:cxn>
                <a:cxn ang="0">
                  <a:pos x="947" y="1186"/>
                </a:cxn>
                <a:cxn ang="0">
                  <a:pos x="947" y="1161"/>
                </a:cxn>
                <a:cxn ang="0">
                  <a:pos x="998" y="1192"/>
                </a:cxn>
                <a:cxn ang="0">
                  <a:pos x="1036" y="1161"/>
                </a:cxn>
                <a:cxn ang="0">
                  <a:pos x="1048" y="1180"/>
                </a:cxn>
                <a:cxn ang="0">
                  <a:pos x="1074" y="1192"/>
                </a:cxn>
                <a:cxn ang="0">
                  <a:pos x="1162" y="1167"/>
                </a:cxn>
                <a:cxn ang="0">
                  <a:pos x="1232" y="1161"/>
                </a:cxn>
                <a:cxn ang="0">
                  <a:pos x="1295" y="1110"/>
                </a:cxn>
                <a:cxn ang="0">
                  <a:pos x="1358" y="1123"/>
                </a:cxn>
                <a:cxn ang="0">
                  <a:pos x="1396" y="1085"/>
                </a:cxn>
              </a:cxnLst>
              <a:rect l="0" t="0" r="r" b="b"/>
              <a:pathLst>
                <a:path w="1396" h="1206">
                  <a:moveTo>
                    <a:pt x="0" y="156"/>
                  </a:moveTo>
                  <a:cubicBezTo>
                    <a:pt x="17" y="134"/>
                    <a:pt x="32" y="101"/>
                    <a:pt x="50" y="81"/>
                  </a:cubicBezTo>
                  <a:cubicBezTo>
                    <a:pt x="57" y="73"/>
                    <a:pt x="68" y="70"/>
                    <a:pt x="76" y="62"/>
                  </a:cubicBezTo>
                  <a:cubicBezTo>
                    <a:pt x="85" y="53"/>
                    <a:pt x="100" y="29"/>
                    <a:pt x="107" y="17"/>
                  </a:cubicBezTo>
                  <a:cubicBezTo>
                    <a:pt x="114" y="59"/>
                    <a:pt x="111" y="72"/>
                    <a:pt x="139" y="100"/>
                  </a:cubicBezTo>
                  <a:cubicBezTo>
                    <a:pt x="166" y="91"/>
                    <a:pt x="176" y="91"/>
                    <a:pt x="196" y="74"/>
                  </a:cubicBezTo>
                  <a:cubicBezTo>
                    <a:pt x="233" y="42"/>
                    <a:pt x="206" y="54"/>
                    <a:pt x="240" y="43"/>
                  </a:cubicBezTo>
                  <a:cubicBezTo>
                    <a:pt x="240" y="44"/>
                    <a:pt x="252" y="93"/>
                    <a:pt x="253" y="93"/>
                  </a:cubicBezTo>
                  <a:cubicBezTo>
                    <a:pt x="271" y="96"/>
                    <a:pt x="285" y="74"/>
                    <a:pt x="303" y="68"/>
                  </a:cubicBezTo>
                  <a:cubicBezTo>
                    <a:pt x="325" y="0"/>
                    <a:pt x="322" y="29"/>
                    <a:pt x="328" y="112"/>
                  </a:cubicBezTo>
                  <a:cubicBezTo>
                    <a:pt x="362" y="87"/>
                    <a:pt x="348" y="81"/>
                    <a:pt x="379" y="62"/>
                  </a:cubicBezTo>
                  <a:cubicBezTo>
                    <a:pt x="389" y="104"/>
                    <a:pt x="361" y="152"/>
                    <a:pt x="417" y="125"/>
                  </a:cubicBezTo>
                  <a:cubicBezTo>
                    <a:pt x="421" y="119"/>
                    <a:pt x="423" y="102"/>
                    <a:pt x="429" y="106"/>
                  </a:cubicBezTo>
                  <a:cubicBezTo>
                    <a:pt x="438" y="112"/>
                    <a:pt x="434" y="127"/>
                    <a:pt x="436" y="137"/>
                  </a:cubicBezTo>
                  <a:cubicBezTo>
                    <a:pt x="447" y="193"/>
                    <a:pt x="435" y="157"/>
                    <a:pt x="455" y="207"/>
                  </a:cubicBezTo>
                  <a:cubicBezTo>
                    <a:pt x="502" y="175"/>
                    <a:pt x="449" y="202"/>
                    <a:pt x="486" y="213"/>
                  </a:cubicBezTo>
                  <a:cubicBezTo>
                    <a:pt x="496" y="216"/>
                    <a:pt x="507" y="209"/>
                    <a:pt x="518" y="207"/>
                  </a:cubicBezTo>
                  <a:cubicBezTo>
                    <a:pt x="520" y="213"/>
                    <a:pt x="519" y="221"/>
                    <a:pt x="524" y="226"/>
                  </a:cubicBezTo>
                  <a:cubicBezTo>
                    <a:pt x="529" y="231"/>
                    <a:pt x="540" y="226"/>
                    <a:pt x="543" y="232"/>
                  </a:cubicBezTo>
                  <a:cubicBezTo>
                    <a:pt x="550" y="248"/>
                    <a:pt x="545" y="266"/>
                    <a:pt x="549" y="283"/>
                  </a:cubicBezTo>
                  <a:cubicBezTo>
                    <a:pt x="552" y="296"/>
                    <a:pt x="558" y="308"/>
                    <a:pt x="562" y="321"/>
                  </a:cubicBezTo>
                  <a:cubicBezTo>
                    <a:pt x="610" y="273"/>
                    <a:pt x="599" y="288"/>
                    <a:pt x="606" y="359"/>
                  </a:cubicBezTo>
                  <a:cubicBezTo>
                    <a:pt x="653" y="327"/>
                    <a:pt x="629" y="392"/>
                    <a:pt x="625" y="415"/>
                  </a:cubicBezTo>
                  <a:cubicBezTo>
                    <a:pt x="631" y="518"/>
                    <a:pt x="607" y="533"/>
                    <a:pt x="669" y="580"/>
                  </a:cubicBezTo>
                  <a:cubicBezTo>
                    <a:pt x="682" y="626"/>
                    <a:pt x="685" y="673"/>
                    <a:pt x="695" y="719"/>
                  </a:cubicBezTo>
                  <a:cubicBezTo>
                    <a:pt x="697" y="710"/>
                    <a:pt x="693" y="697"/>
                    <a:pt x="701" y="693"/>
                  </a:cubicBezTo>
                  <a:cubicBezTo>
                    <a:pt x="707" y="690"/>
                    <a:pt x="705" y="706"/>
                    <a:pt x="707" y="712"/>
                  </a:cubicBezTo>
                  <a:cubicBezTo>
                    <a:pt x="709" y="718"/>
                    <a:pt x="712" y="725"/>
                    <a:pt x="714" y="731"/>
                  </a:cubicBezTo>
                  <a:cubicBezTo>
                    <a:pt x="722" y="756"/>
                    <a:pt x="733" y="807"/>
                    <a:pt x="733" y="807"/>
                  </a:cubicBezTo>
                  <a:cubicBezTo>
                    <a:pt x="735" y="836"/>
                    <a:pt x="733" y="866"/>
                    <a:pt x="739" y="895"/>
                  </a:cubicBezTo>
                  <a:cubicBezTo>
                    <a:pt x="742" y="907"/>
                    <a:pt x="753" y="916"/>
                    <a:pt x="758" y="927"/>
                  </a:cubicBezTo>
                  <a:cubicBezTo>
                    <a:pt x="776" y="965"/>
                    <a:pt x="778" y="1005"/>
                    <a:pt x="802" y="1041"/>
                  </a:cubicBezTo>
                  <a:cubicBezTo>
                    <a:pt x="813" y="1006"/>
                    <a:pt x="817" y="1030"/>
                    <a:pt x="846" y="1041"/>
                  </a:cubicBezTo>
                  <a:cubicBezTo>
                    <a:pt x="878" y="1083"/>
                    <a:pt x="874" y="1098"/>
                    <a:pt x="922" y="1116"/>
                  </a:cubicBezTo>
                  <a:cubicBezTo>
                    <a:pt x="940" y="1142"/>
                    <a:pt x="936" y="1157"/>
                    <a:pt x="947" y="1186"/>
                  </a:cubicBezTo>
                  <a:cubicBezTo>
                    <a:pt x="955" y="1206"/>
                    <a:pt x="937" y="1142"/>
                    <a:pt x="947" y="1161"/>
                  </a:cubicBezTo>
                  <a:cubicBezTo>
                    <a:pt x="954" y="1144"/>
                    <a:pt x="987" y="1206"/>
                    <a:pt x="998" y="1192"/>
                  </a:cubicBezTo>
                  <a:cubicBezTo>
                    <a:pt x="1008" y="1179"/>
                    <a:pt x="1024" y="1173"/>
                    <a:pt x="1036" y="1161"/>
                  </a:cubicBezTo>
                  <a:cubicBezTo>
                    <a:pt x="1040" y="1167"/>
                    <a:pt x="1041" y="1177"/>
                    <a:pt x="1048" y="1180"/>
                  </a:cubicBezTo>
                  <a:cubicBezTo>
                    <a:pt x="1082" y="1193"/>
                    <a:pt x="1056" y="1144"/>
                    <a:pt x="1074" y="1192"/>
                  </a:cubicBezTo>
                  <a:cubicBezTo>
                    <a:pt x="1145" y="1157"/>
                    <a:pt x="1114" y="1156"/>
                    <a:pt x="1162" y="1167"/>
                  </a:cubicBezTo>
                  <a:cubicBezTo>
                    <a:pt x="1192" y="1160"/>
                    <a:pt x="1201" y="1153"/>
                    <a:pt x="1232" y="1161"/>
                  </a:cubicBezTo>
                  <a:cubicBezTo>
                    <a:pt x="1251" y="1141"/>
                    <a:pt x="1295" y="1110"/>
                    <a:pt x="1295" y="1110"/>
                  </a:cubicBezTo>
                  <a:cubicBezTo>
                    <a:pt x="1314" y="1140"/>
                    <a:pt x="1327" y="1138"/>
                    <a:pt x="1358" y="1123"/>
                  </a:cubicBezTo>
                  <a:cubicBezTo>
                    <a:pt x="1373" y="1077"/>
                    <a:pt x="1357" y="1085"/>
                    <a:pt x="1396" y="108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78" name="Freeform 310"/>
            <p:cNvSpPr>
              <a:spLocks/>
            </p:cNvSpPr>
            <p:nvPr/>
          </p:nvSpPr>
          <p:spPr bwMode="auto">
            <a:xfrm flipV="1">
              <a:off x="1945" y="2590"/>
              <a:ext cx="1472" cy="1067"/>
            </a:xfrm>
            <a:custGeom>
              <a:avLst/>
              <a:gdLst/>
              <a:ahLst/>
              <a:cxnLst>
                <a:cxn ang="0">
                  <a:pos x="1472" y="1048"/>
                </a:cxn>
                <a:cxn ang="0">
                  <a:pos x="1409" y="1023"/>
                </a:cxn>
                <a:cxn ang="0">
                  <a:pos x="1415" y="991"/>
                </a:cxn>
                <a:cxn ang="0">
                  <a:pos x="1421" y="966"/>
                </a:cxn>
                <a:cxn ang="0">
                  <a:pos x="1415" y="941"/>
                </a:cxn>
                <a:cxn ang="0">
                  <a:pos x="1409" y="909"/>
                </a:cxn>
                <a:cxn ang="0">
                  <a:pos x="1377" y="947"/>
                </a:cxn>
                <a:cxn ang="0">
                  <a:pos x="1352" y="833"/>
                </a:cxn>
                <a:cxn ang="0">
                  <a:pos x="1320" y="695"/>
                </a:cxn>
                <a:cxn ang="0">
                  <a:pos x="1301" y="707"/>
                </a:cxn>
                <a:cxn ang="0">
                  <a:pos x="1295" y="682"/>
                </a:cxn>
                <a:cxn ang="0">
                  <a:pos x="1257" y="587"/>
                </a:cxn>
                <a:cxn ang="0">
                  <a:pos x="1219" y="473"/>
                </a:cxn>
                <a:cxn ang="0">
                  <a:pos x="1200" y="480"/>
                </a:cxn>
                <a:cxn ang="0">
                  <a:pos x="1143" y="385"/>
                </a:cxn>
                <a:cxn ang="0">
                  <a:pos x="1105" y="259"/>
                </a:cxn>
                <a:cxn ang="0">
                  <a:pos x="1080" y="221"/>
                </a:cxn>
                <a:cxn ang="0">
                  <a:pos x="1042" y="170"/>
                </a:cxn>
                <a:cxn ang="0">
                  <a:pos x="1023" y="177"/>
                </a:cxn>
                <a:cxn ang="0">
                  <a:pos x="1017" y="196"/>
                </a:cxn>
                <a:cxn ang="0">
                  <a:pos x="1011" y="177"/>
                </a:cxn>
                <a:cxn ang="0">
                  <a:pos x="966" y="120"/>
                </a:cxn>
                <a:cxn ang="0">
                  <a:pos x="948" y="126"/>
                </a:cxn>
                <a:cxn ang="0">
                  <a:pos x="859" y="57"/>
                </a:cxn>
                <a:cxn ang="0">
                  <a:pos x="853" y="76"/>
                </a:cxn>
                <a:cxn ang="0">
                  <a:pos x="821" y="44"/>
                </a:cxn>
                <a:cxn ang="0">
                  <a:pos x="752" y="19"/>
                </a:cxn>
                <a:cxn ang="0">
                  <a:pos x="689" y="0"/>
                </a:cxn>
                <a:cxn ang="0">
                  <a:pos x="651" y="25"/>
                </a:cxn>
                <a:cxn ang="0">
                  <a:pos x="625" y="50"/>
                </a:cxn>
                <a:cxn ang="0">
                  <a:pos x="619" y="69"/>
                </a:cxn>
                <a:cxn ang="0">
                  <a:pos x="613" y="50"/>
                </a:cxn>
                <a:cxn ang="0">
                  <a:pos x="588" y="25"/>
                </a:cxn>
                <a:cxn ang="0">
                  <a:pos x="569" y="82"/>
                </a:cxn>
                <a:cxn ang="0">
                  <a:pos x="562" y="63"/>
                </a:cxn>
                <a:cxn ang="0">
                  <a:pos x="543" y="50"/>
                </a:cxn>
                <a:cxn ang="0">
                  <a:pos x="512" y="82"/>
                </a:cxn>
                <a:cxn ang="0">
                  <a:pos x="486" y="126"/>
                </a:cxn>
                <a:cxn ang="0">
                  <a:pos x="480" y="151"/>
                </a:cxn>
                <a:cxn ang="0">
                  <a:pos x="474" y="132"/>
                </a:cxn>
                <a:cxn ang="0">
                  <a:pos x="449" y="145"/>
                </a:cxn>
                <a:cxn ang="0">
                  <a:pos x="423" y="208"/>
                </a:cxn>
                <a:cxn ang="0">
                  <a:pos x="417" y="183"/>
                </a:cxn>
                <a:cxn ang="0">
                  <a:pos x="398" y="196"/>
                </a:cxn>
                <a:cxn ang="0">
                  <a:pos x="373" y="252"/>
                </a:cxn>
                <a:cxn ang="0">
                  <a:pos x="335" y="379"/>
                </a:cxn>
                <a:cxn ang="0">
                  <a:pos x="310" y="429"/>
                </a:cxn>
                <a:cxn ang="0">
                  <a:pos x="291" y="518"/>
                </a:cxn>
                <a:cxn ang="0">
                  <a:pos x="240" y="688"/>
                </a:cxn>
                <a:cxn ang="0">
                  <a:pos x="171" y="884"/>
                </a:cxn>
                <a:cxn ang="0">
                  <a:pos x="164" y="865"/>
                </a:cxn>
                <a:cxn ang="0">
                  <a:pos x="158" y="840"/>
                </a:cxn>
                <a:cxn ang="0">
                  <a:pos x="145" y="897"/>
                </a:cxn>
                <a:cxn ang="0">
                  <a:pos x="108" y="1067"/>
                </a:cxn>
                <a:cxn ang="0">
                  <a:pos x="70" y="1055"/>
                </a:cxn>
                <a:cxn ang="0">
                  <a:pos x="0" y="1055"/>
                </a:cxn>
              </a:cxnLst>
              <a:rect l="0" t="0" r="r" b="b"/>
              <a:pathLst>
                <a:path w="1472" h="1067">
                  <a:moveTo>
                    <a:pt x="1472" y="1048"/>
                  </a:moveTo>
                  <a:cubicBezTo>
                    <a:pt x="1451" y="1038"/>
                    <a:pt x="1431" y="1030"/>
                    <a:pt x="1409" y="1023"/>
                  </a:cubicBezTo>
                  <a:cubicBezTo>
                    <a:pt x="1411" y="1012"/>
                    <a:pt x="1413" y="1002"/>
                    <a:pt x="1415" y="991"/>
                  </a:cubicBezTo>
                  <a:cubicBezTo>
                    <a:pt x="1418" y="978"/>
                    <a:pt x="1439" y="902"/>
                    <a:pt x="1421" y="966"/>
                  </a:cubicBezTo>
                  <a:cubicBezTo>
                    <a:pt x="1419" y="958"/>
                    <a:pt x="1417" y="949"/>
                    <a:pt x="1415" y="941"/>
                  </a:cubicBezTo>
                  <a:cubicBezTo>
                    <a:pt x="1413" y="930"/>
                    <a:pt x="1419" y="914"/>
                    <a:pt x="1409" y="909"/>
                  </a:cubicBezTo>
                  <a:cubicBezTo>
                    <a:pt x="1403" y="906"/>
                    <a:pt x="1379" y="944"/>
                    <a:pt x="1377" y="947"/>
                  </a:cubicBezTo>
                  <a:cubicBezTo>
                    <a:pt x="1372" y="890"/>
                    <a:pt x="1373" y="878"/>
                    <a:pt x="1352" y="833"/>
                  </a:cubicBezTo>
                  <a:cubicBezTo>
                    <a:pt x="1343" y="787"/>
                    <a:pt x="1335" y="739"/>
                    <a:pt x="1320" y="695"/>
                  </a:cubicBezTo>
                  <a:cubicBezTo>
                    <a:pt x="1314" y="699"/>
                    <a:pt x="1308" y="710"/>
                    <a:pt x="1301" y="707"/>
                  </a:cubicBezTo>
                  <a:cubicBezTo>
                    <a:pt x="1293" y="703"/>
                    <a:pt x="1297" y="690"/>
                    <a:pt x="1295" y="682"/>
                  </a:cubicBezTo>
                  <a:cubicBezTo>
                    <a:pt x="1286" y="650"/>
                    <a:pt x="1275" y="614"/>
                    <a:pt x="1257" y="587"/>
                  </a:cubicBezTo>
                  <a:cubicBezTo>
                    <a:pt x="1245" y="548"/>
                    <a:pt x="1228" y="512"/>
                    <a:pt x="1219" y="473"/>
                  </a:cubicBezTo>
                  <a:cubicBezTo>
                    <a:pt x="1213" y="475"/>
                    <a:pt x="1204" y="485"/>
                    <a:pt x="1200" y="480"/>
                  </a:cubicBezTo>
                  <a:cubicBezTo>
                    <a:pt x="1173" y="449"/>
                    <a:pt x="1187" y="399"/>
                    <a:pt x="1143" y="385"/>
                  </a:cubicBezTo>
                  <a:cubicBezTo>
                    <a:pt x="1136" y="340"/>
                    <a:pt x="1131" y="297"/>
                    <a:pt x="1105" y="259"/>
                  </a:cubicBezTo>
                  <a:cubicBezTo>
                    <a:pt x="1094" y="225"/>
                    <a:pt x="1106" y="254"/>
                    <a:pt x="1080" y="221"/>
                  </a:cubicBezTo>
                  <a:cubicBezTo>
                    <a:pt x="1067" y="205"/>
                    <a:pt x="1042" y="170"/>
                    <a:pt x="1042" y="170"/>
                  </a:cubicBezTo>
                  <a:cubicBezTo>
                    <a:pt x="1036" y="172"/>
                    <a:pt x="1028" y="172"/>
                    <a:pt x="1023" y="177"/>
                  </a:cubicBezTo>
                  <a:cubicBezTo>
                    <a:pt x="1018" y="182"/>
                    <a:pt x="1024" y="196"/>
                    <a:pt x="1017" y="196"/>
                  </a:cubicBezTo>
                  <a:cubicBezTo>
                    <a:pt x="1010" y="196"/>
                    <a:pt x="1015" y="183"/>
                    <a:pt x="1011" y="177"/>
                  </a:cubicBezTo>
                  <a:cubicBezTo>
                    <a:pt x="998" y="157"/>
                    <a:pt x="966" y="120"/>
                    <a:pt x="966" y="120"/>
                  </a:cubicBezTo>
                  <a:cubicBezTo>
                    <a:pt x="960" y="122"/>
                    <a:pt x="953" y="129"/>
                    <a:pt x="948" y="126"/>
                  </a:cubicBezTo>
                  <a:cubicBezTo>
                    <a:pt x="901" y="96"/>
                    <a:pt x="906" y="72"/>
                    <a:pt x="859" y="57"/>
                  </a:cubicBezTo>
                  <a:cubicBezTo>
                    <a:pt x="857" y="63"/>
                    <a:pt x="859" y="74"/>
                    <a:pt x="853" y="76"/>
                  </a:cubicBezTo>
                  <a:cubicBezTo>
                    <a:pt x="839" y="79"/>
                    <a:pt x="827" y="49"/>
                    <a:pt x="821" y="44"/>
                  </a:cubicBezTo>
                  <a:cubicBezTo>
                    <a:pt x="795" y="24"/>
                    <a:pt x="781" y="25"/>
                    <a:pt x="752" y="19"/>
                  </a:cubicBezTo>
                  <a:cubicBezTo>
                    <a:pt x="718" y="40"/>
                    <a:pt x="719" y="19"/>
                    <a:pt x="689" y="0"/>
                  </a:cubicBezTo>
                  <a:cubicBezTo>
                    <a:pt x="668" y="30"/>
                    <a:pt x="684" y="48"/>
                    <a:pt x="651" y="25"/>
                  </a:cubicBezTo>
                  <a:cubicBezTo>
                    <a:pt x="642" y="33"/>
                    <a:pt x="632" y="40"/>
                    <a:pt x="625" y="50"/>
                  </a:cubicBezTo>
                  <a:cubicBezTo>
                    <a:pt x="621" y="55"/>
                    <a:pt x="626" y="69"/>
                    <a:pt x="619" y="69"/>
                  </a:cubicBezTo>
                  <a:cubicBezTo>
                    <a:pt x="612" y="69"/>
                    <a:pt x="615" y="56"/>
                    <a:pt x="613" y="50"/>
                  </a:cubicBezTo>
                  <a:cubicBezTo>
                    <a:pt x="605" y="25"/>
                    <a:pt x="612" y="33"/>
                    <a:pt x="588" y="25"/>
                  </a:cubicBezTo>
                  <a:cubicBezTo>
                    <a:pt x="587" y="29"/>
                    <a:pt x="579" y="79"/>
                    <a:pt x="569" y="82"/>
                  </a:cubicBezTo>
                  <a:cubicBezTo>
                    <a:pt x="563" y="84"/>
                    <a:pt x="566" y="68"/>
                    <a:pt x="562" y="63"/>
                  </a:cubicBezTo>
                  <a:cubicBezTo>
                    <a:pt x="557" y="57"/>
                    <a:pt x="549" y="54"/>
                    <a:pt x="543" y="50"/>
                  </a:cubicBezTo>
                  <a:cubicBezTo>
                    <a:pt x="529" y="109"/>
                    <a:pt x="551" y="50"/>
                    <a:pt x="512" y="82"/>
                  </a:cubicBezTo>
                  <a:cubicBezTo>
                    <a:pt x="499" y="93"/>
                    <a:pt x="496" y="112"/>
                    <a:pt x="486" y="126"/>
                  </a:cubicBezTo>
                  <a:cubicBezTo>
                    <a:pt x="484" y="134"/>
                    <a:pt x="488" y="147"/>
                    <a:pt x="480" y="151"/>
                  </a:cubicBezTo>
                  <a:cubicBezTo>
                    <a:pt x="474" y="154"/>
                    <a:pt x="481" y="133"/>
                    <a:pt x="474" y="132"/>
                  </a:cubicBezTo>
                  <a:cubicBezTo>
                    <a:pt x="465" y="130"/>
                    <a:pt x="457" y="141"/>
                    <a:pt x="449" y="145"/>
                  </a:cubicBezTo>
                  <a:cubicBezTo>
                    <a:pt x="434" y="166"/>
                    <a:pt x="430" y="183"/>
                    <a:pt x="423" y="208"/>
                  </a:cubicBezTo>
                  <a:cubicBezTo>
                    <a:pt x="421" y="200"/>
                    <a:pt x="425" y="187"/>
                    <a:pt x="417" y="183"/>
                  </a:cubicBezTo>
                  <a:cubicBezTo>
                    <a:pt x="410" y="180"/>
                    <a:pt x="403" y="190"/>
                    <a:pt x="398" y="196"/>
                  </a:cubicBezTo>
                  <a:cubicBezTo>
                    <a:pt x="388" y="209"/>
                    <a:pt x="383" y="236"/>
                    <a:pt x="373" y="252"/>
                  </a:cubicBezTo>
                  <a:cubicBezTo>
                    <a:pt x="367" y="290"/>
                    <a:pt x="353" y="343"/>
                    <a:pt x="335" y="379"/>
                  </a:cubicBezTo>
                  <a:cubicBezTo>
                    <a:pt x="314" y="422"/>
                    <a:pt x="328" y="370"/>
                    <a:pt x="310" y="429"/>
                  </a:cubicBezTo>
                  <a:cubicBezTo>
                    <a:pt x="301" y="458"/>
                    <a:pt x="300" y="489"/>
                    <a:pt x="291" y="518"/>
                  </a:cubicBezTo>
                  <a:cubicBezTo>
                    <a:pt x="241" y="418"/>
                    <a:pt x="312" y="665"/>
                    <a:pt x="240" y="688"/>
                  </a:cubicBezTo>
                  <a:cubicBezTo>
                    <a:pt x="205" y="746"/>
                    <a:pt x="195" y="820"/>
                    <a:pt x="171" y="884"/>
                  </a:cubicBezTo>
                  <a:cubicBezTo>
                    <a:pt x="169" y="878"/>
                    <a:pt x="166" y="871"/>
                    <a:pt x="164" y="865"/>
                  </a:cubicBezTo>
                  <a:cubicBezTo>
                    <a:pt x="162" y="857"/>
                    <a:pt x="166" y="836"/>
                    <a:pt x="158" y="840"/>
                  </a:cubicBezTo>
                  <a:cubicBezTo>
                    <a:pt x="141" y="849"/>
                    <a:pt x="151" y="878"/>
                    <a:pt x="145" y="897"/>
                  </a:cubicBezTo>
                  <a:cubicBezTo>
                    <a:pt x="128" y="953"/>
                    <a:pt x="126" y="1011"/>
                    <a:pt x="108" y="1067"/>
                  </a:cubicBezTo>
                  <a:cubicBezTo>
                    <a:pt x="99" y="1035"/>
                    <a:pt x="93" y="1019"/>
                    <a:pt x="70" y="1055"/>
                  </a:cubicBezTo>
                  <a:cubicBezTo>
                    <a:pt x="36" y="1032"/>
                    <a:pt x="36" y="1055"/>
                    <a:pt x="0" y="105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</p:grpSp>
      <p:sp>
        <p:nvSpPr>
          <p:cNvPr id="135479" name="Line 311"/>
          <p:cNvSpPr>
            <a:spLocks noChangeShapeType="1"/>
          </p:cNvSpPr>
          <p:nvPr/>
        </p:nvSpPr>
        <p:spPr bwMode="auto">
          <a:xfrm flipV="1">
            <a:off x="1143000" y="3152775"/>
            <a:ext cx="3048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135480" name="Line 312"/>
          <p:cNvSpPr>
            <a:spLocks noChangeShapeType="1"/>
          </p:cNvSpPr>
          <p:nvPr/>
        </p:nvSpPr>
        <p:spPr bwMode="auto">
          <a:xfrm flipH="1" flipV="1">
            <a:off x="6948488" y="3200400"/>
            <a:ext cx="76200" cy="60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135481" name="Line 313"/>
          <p:cNvSpPr>
            <a:spLocks noChangeShapeType="1"/>
          </p:cNvSpPr>
          <p:nvPr/>
        </p:nvSpPr>
        <p:spPr bwMode="auto">
          <a:xfrm flipH="1" flipV="1">
            <a:off x="5715000" y="4953000"/>
            <a:ext cx="457200" cy="533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 sz="1600"/>
          </a:p>
        </p:txBody>
      </p:sp>
    </p:spTree>
    <p:extLst>
      <p:ext uri="{BB962C8B-B14F-4D97-AF65-F5344CB8AC3E}">
        <p14:creationId xmlns:p14="http://schemas.microsoft.com/office/powerpoint/2010/main" val="37926432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2" name="Picture 2" descr="Interpreting an eye diagram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5763" y="1938067"/>
            <a:ext cx="7665340" cy="4126302"/>
          </a:xfrm>
          <a:prstGeom prst="rect">
            <a:avLst/>
          </a:prstGeom>
          <a:noFill/>
        </p:spPr>
      </p:pic>
      <p:sp>
        <p:nvSpPr>
          <p:cNvPr id="13" name="Rectangle 12"/>
          <p:cNvSpPr/>
          <p:nvPr/>
        </p:nvSpPr>
        <p:spPr>
          <a:xfrm>
            <a:off x="385763" y="799245"/>
            <a:ext cx="793010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/>
              <a:t>Can reveal important information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600" dirty="0"/>
              <a:t>best point for sampling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600" dirty="0"/>
              <a:t>SNR at the sampling point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600" dirty="0"/>
              <a:t>amount of jitter and distortion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600" dirty="0"/>
              <a:t>time variation at zero crossing - jitter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5763" y="333375"/>
            <a:ext cx="27398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ISI – Eye Diagram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106873"/>
            <a:ext cx="4572000" cy="338554"/>
          </a:xfrm>
          <a:prstGeom prst="rect">
            <a:avLst/>
          </a:prstGeom>
          <a:solidFill>
            <a:srgbClr val="CCCCFF"/>
          </a:solidFill>
        </p:spPr>
        <p:txBody>
          <a:bodyPr>
            <a:spAutoFit/>
          </a:bodyPr>
          <a:lstStyle/>
          <a:p>
            <a:r>
              <a:rPr lang="en-GB" sz="800" dirty="0">
                <a:hlinkClick r:id="rId3"/>
              </a:rPr>
              <a:t>http://www.edn.com/design/test-and-measurement/4389368/Eye-Diagram-Basics-Reading-and-applying-eye-diagrams</a:t>
            </a:r>
            <a:r>
              <a:rPr lang="en-GB" sz="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408851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 diagram showing how COFDM splits video signals into many  separate carriers and then bounces them off object until they reform at the receiving station">
            <a:extLst>
              <a:ext uri="{FF2B5EF4-FFF2-40B4-BE49-F238E27FC236}">
                <a16:creationId xmlns:a16="http://schemas.microsoft.com/office/drawing/2014/main" id="{81665EE4-60F7-494D-9C82-739DFDD8CF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480" y="795040"/>
            <a:ext cx="4160837" cy="270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A536D21-EE99-4A0A-9422-9DF8D31E2B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33375"/>
            <a:ext cx="204575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/>
              <a:t>Multipath ISI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0CD9A31-EC42-443C-91F7-C404F13C0A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7376" y="368300"/>
            <a:ext cx="3852801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82563" indent="-182563"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buFont typeface="Arial" pitchFamily="34" charset="0"/>
              <a:buChar char="•"/>
            </a:pPr>
            <a:r>
              <a:rPr lang="en-GB" dirty="0"/>
              <a:t>an undesirable effect – reflections of radio waves hitting various objects in the environment</a:t>
            </a:r>
          </a:p>
          <a:p>
            <a:pPr>
              <a:buFont typeface="Arial" pitchFamily="34" charset="0"/>
              <a:buChar char="•"/>
            </a:pPr>
            <a:r>
              <a:rPr lang="en-GB" dirty="0"/>
              <a:t>unavoidable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E368797-DF01-4B91-9B56-CE7FFA2A4C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233283"/>
            <a:ext cx="595110" cy="116955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GB" sz="700" dirty="0">
                <a:latin typeface="Lucida Sans Unicode" pitchFamily="34" charset="0"/>
                <a:hlinkClick r:id="rId3"/>
              </a:rPr>
              <a:t>http://www.st-andrews.ac.uk/~www_pa/Scots_Guide/RadCom/part19/page3</a:t>
            </a:r>
            <a:r>
              <a:rPr lang="en-GB" sz="700">
                <a:latin typeface="Lucida Sans Unicode" pitchFamily="34" charset="0"/>
                <a:hlinkClick r:id="rId3"/>
              </a:rPr>
              <a:t>.html</a:t>
            </a:r>
            <a:r>
              <a:rPr lang="en-GB" sz="700">
                <a:latin typeface="Lucida Sans Unicode" pitchFamily="34" charset="0"/>
              </a:rPr>
              <a:t> </a:t>
            </a:r>
            <a:endParaRPr lang="en-GB" sz="700" dirty="0">
              <a:latin typeface="Lucida Sans Unicode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95C3DDA-4268-46B8-B893-F59A241CD87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9741"/>
          <a:stretch/>
        </p:blipFill>
        <p:spPr>
          <a:xfrm>
            <a:off x="5262969" y="1807478"/>
            <a:ext cx="2579012" cy="25489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AF88EA7-BF6F-457A-8DC2-81890F00D0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282" y="3588694"/>
            <a:ext cx="4097541" cy="2905135"/>
          </a:xfrm>
          <a:prstGeom prst="rect">
            <a:avLst/>
          </a:prstGeom>
        </p:spPr>
      </p:pic>
      <p:sp>
        <p:nvSpPr>
          <p:cNvPr id="12" name="TextBox 5">
            <a:extLst>
              <a:ext uri="{FF2B5EF4-FFF2-40B4-BE49-F238E27FC236}">
                <a16:creationId xmlns:a16="http://schemas.microsoft.com/office/drawing/2014/main" id="{7C2D6DDD-8E79-4A91-9A54-E20D5D5F6F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6944" y="5233283"/>
            <a:ext cx="351366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82563" indent="-182563"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buFont typeface="Arial" pitchFamily="34" charset="0"/>
              <a:buChar char="•"/>
            </a:pPr>
            <a:r>
              <a:rPr lang="en-GB"/>
              <a:t>i.e. interference between a symbol and its own reflection … another form of ISI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597321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683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 Box 31"/>
          <p:cNvSpPr txBox="1">
            <a:spLocks noChangeArrowheads="1"/>
          </p:cNvSpPr>
          <p:nvPr/>
        </p:nvSpPr>
        <p:spPr bwMode="auto">
          <a:xfrm>
            <a:off x="319088" y="629180"/>
            <a:ext cx="4984057" cy="22159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3800" b="1" dirty="0">
                <a:solidFill>
                  <a:srgbClr val="FFFF00"/>
                </a:solidFill>
              </a:rPr>
              <a:t>Noise</a:t>
            </a:r>
            <a:endParaRPr lang="en-US" sz="138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71344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4"/>
          <p:cNvSpPr txBox="1">
            <a:spLocks noChangeArrowheads="1"/>
          </p:cNvSpPr>
          <p:nvPr/>
        </p:nvSpPr>
        <p:spPr bwMode="auto">
          <a:xfrm>
            <a:off x="395288" y="331788"/>
            <a:ext cx="1011237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Noise</a:t>
            </a:r>
          </a:p>
        </p:txBody>
      </p:sp>
      <p:sp>
        <p:nvSpPr>
          <p:cNvPr id="9219" name="Text Box 65"/>
          <p:cNvSpPr txBox="1">
            <a:spLocks noChangeArrowheads="1"/>
          </p:cNvSpPr>
          <p:nvPr/>
        </p:nvSpPr>
        <p:spPr bwMode="auto">
          <a:xfrm>
            <a:off x="395288" y="897054"/>
            <a:ext cx="8201385" cy="461664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85738" indent="-185738"/>
            <a:r>
              <a:rPr lang="en-GB" sz="2000" b="1"/>
              <a:t>IMPORTANCE:</a:t>
            </a:r>
            <a:endParaRPr lang="en-GB" sz="2000" b="1" dirty="0"/>
          </a:p>
          <a:p>
            <a:pPr marL="185738" indent="-185738"/>
            <a:endParaRPr lang="en-GB"/>
          </a:p>
          <a:p>
            <a:pPr marL="185738" indent="-185738"/>
            <a:endParaRPr lang="en-GB" dirty="0"/>
          </a:p>
          <a:p>
            <a:pPr marL="185738" indent="-185738">
              <a:lnSpc>
                <a:spcPct val="150000"/>
              </a:lnSpc>
              <a:buFontTx/>
              <a:buChar char="•"/>
            </a:pPr>
            <a:r>
              <a:rPr lang="en-GB" sz="2000" b="0" dirty="0"/>
              <a:t>for audio or video:  </a:t>
            </a:r>
          </a:p>
          <a:p>
            <a:pPr lvl="1">
              <a:lnSpc>
                <a:spcPct val="150000"/>
              </a:lnSpc>
            </a:pPr>
            <a:r>
              <a:rPr lang="en-GB" sz="2000" b="0" dirty="0"/>
              <a:t>… noise is an obvious disturbance to the original noiseless signal</a:t>
            </a:r>
          </a:p>
          <a:p>
            <a:pPr marL="185738" indent="-185738">
              <a:lnSpc>
                <a:spcPct val="150000"/>
              </a:lnSpc>
              <a:buFontTx/>
              <a:buChar char="•"/>
            </a:pPr>
            <a:endParaRPr lang="en-GB" sz="2000" b="0"/>
          </a:p>
          <a:p>
            <a:pPr marL="185738" indent="-185738">
              <a:lnSpc>
                <a:spcPct val="150000"/>
              </a:lnSpc>
              <a:buFontTx/>
              <a:buChar char="•"/>
            </a:pPr>
            <a:r>
              <a:rPr lang="en-GB" sz="2000" b="0"/>
              <a:t>for </a:t>
            </a:r>
            <a:r>
              <a:rPr lang="en-GB" sz="2000" b="0" dirty="0"/>
              <a:t>data transfer</a:t>
            </a:r>
          </a:p>
          <a:p>
            <a:pPr lvl="1">
              <a:lnSpc>
                <a:spcPct val="150000"/>
              </a:lnSpc>
            </a:pPr>
            <a:r>
              <a:rPr lang="en-GB" sz="2000" dirty="0"/>
              <a:t>… </a:t>
            </a:r>
            <a:r>
              <a:rPr lang="en-GB" sz="2000" b="0" dirty="0"/>
              <a:t>noise can obliterate data;  can reduce data rates;  require retransmissions, etc</a:t>
            </a:r>
          </a:p>
          <a:p>
            <a:pPr marL="185738" indent="-185738">
              <a:buFontTx/>
              <a:buChar char="•"/>
            </a:pPr>
            <a:endParaRPr lang="en-GB" b="0" dirty="0"/>
          </a:p>
          <a:p>
            <a:pPr marL="185738" indent="-185738"/>
            <a:endParaRPr lang="en-GB" b="0" dirty="0"/>
          </a:p>
        </p:txBody>
      </p:sp>
    </p:spTree>
    <p:extLst>
      <p:ext uri="{BB962C8B-B14F-4D97-AF65-F5344CB8AC3E}">
        <p14:creationId xmlns:p14="http://schemas.microsoft.com/office/powerpoint/2010/main" val="35922869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>
            <a:extLst>
              <a:ext uri="{FF2B5EF4-FFF2-40B4-BE49-F238E27FC236}">
                <a16:creationId xmlns:a16="http://schemas.microsoft.com/office/drawing/2014/main" id="{5523FDA6-74A5-7D83-25FC-DEFAE648F2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331788"/>
            <a:ext cx="1011237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Noise</a:t>
            </a:r>
          </a:p>
        </p:txBody>
      </p:sp>
      <p:sp>
        <p:nvSpPr>
          <p:cNvPr id="5" name="Text Box 65">
            <a:extLst>
              <a:ext uri="{FF2B5EF4-FFF2-40B4-BE49-F238E27FC236}">
                <a16:creationId xmlns:a16="http://schemas.microsoft.com/office/drawing/2014/main" id="{03B8BA76-0E3F-BDE6-FE24-A6DACB62EC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8596" y="1318165"/>
            <a:ext cx="7324826" cy="422166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85738" indent="-185738">
              <a:lnSpc>
                <a:spcPts val="2300"/>
              </a:lnSpc>
            </a:pPr>
            <a:r>
              <a:rPr lang="en-GB" sz="1800" b="1"/>
              <a:t>Nature </a:t>
            </a:r>
            <a:r>
              <a:rPr lang="en-GB" sz="1800" b="1" dirty="0"/>
              <a:t>of noise</a:t>
            </a:r>
          </a:p>
          <a:p>
            <a:pPr marL="185738" indent="-185738">
              <a:lnSpc>
                <a:spcPts val="2300"/>
              </a:lnSpc>
              <a:buFontTx/>
              <a:buChar char="•"/>
            </a:pPr>
            <a:r>
              <a:rPr lang="en-GB" sz="1800" b="0" dirty="0"/>
              <a:t>typically random – a stochastic process</a:t>
            </a:r>
          </a:p>
          <a:p>
            <a:pPr marL="185738" indent="-185738">
              <a:lnSpc>
                <a:spcPts val="2300"/>
              </a:lnSpc>
            </a:pPr>
            <a:endParaRPr lang="en-GB" sz="1800" b="0" dirty="0"/>
          </a:p>
          <a:p>
            <a:pPr marL="185738" indent="-185738">
              <a:lnSpc>
                <a:spcPts val="2300"/>
              </a:lnSpc>
            </a:pPr>
            <a:r>
              <a:rPr lang="en-GB" sz="1800" b="1" dirty="0"/>
              <a:t>Noise is manifested as a voltage</a:t>
            </a:r>
          </a:p>
          <a:p>
            <a:pPr marL="185738" indent="-185738">
              <a:lnSpc>
                <a:spcPts val="2300"/>
              </a:lnSpc>
              <a:buFontTx/>
              <a:buChar char="•"/>
            </a:pPr>
            <a:r>
              <a:rPr lang="en-GB" sz="1800" b="0" dirty="0"/>
              <a:t>… alongside the voltage of the original signal </a:t>
            </a:r>
          </a:p>
          <a:p>
            <a:pPr marL="185738" indent="-185738">
              <a:lnSpc>
                <a:spcPts val="2300"/>
              </a:lnSpc>
            </a:pPr>
            <a:endParaRPr lang="en-GB" sz="1800" dirty="0"/>
          </a:p>
          <a:p>
            <a:pPr marL="185738" indent="-185738">
              <a:lnSpc>
                <a:spcPts val="2300"/>
              </a:lnSpc>
            </a:pPr>
            <a:r>
              <a:rPr lang="en-GB" sz="1800" b="1" dirty="0"/>
              <a:t>Various causes of noise </a:t>
            </a:r>
          </a:p>
          <a:p>
            <a:pPr marL="185738" indent="-185738">
              <a:lnSpc>
                <a:spcPts val="2300"/>
              </a:lnSpc>
              <a:buFontTx/>
              <a:buChar char="•"/>
            </a:pPr>
            <a:r>
              <a:rPr lang="en-GB" sz="1800" b="0"/>
              <a:t>(coming next …)</a:t>
            </a:r>
            <a:endParaRPr lang="en-GB" sz="1800" b="0" dirty="0"/>
          </a:p>
          <a:p>
            <a:pPr marL="185738" indent="-185738">
              <a:lnSpc>
                <a:spcPts val="2300"/>
              </a:lnSpc>
              <a:buFontTx/>
              <a:buChar char="•"/>
            </a:pPr>
            <a:endParaRPr lang="en-GB" sz="1800" b="0" dirty="0"/>
          </a:p>
          <a:p>
            <a:pPr marL="185738" indent="-185738">
              <a:lnSpc>
                <a:spcPts val="2300"/>
              </a:lnSpc>
            </a:pPr>
            <a:r>
              <a:rPr lang="en-GB" sz="1800" b="1" dirty="0"/>
              <a:t>Need ways to measure and represent noise</a:t>
            </a:r>
          </a:p>
          <a:p>
            <a:pPr marL="185738" indent="-185738">
              <a:lnSpc>
                <a:spcPts val="2300"/>
              </a:lnSpc>
              <a:buFontTx/>
              <a:buChar char="•"/>
            </a:pPr>
            <a:r>
              <a:rPr lang="en-GB" sz="1800" b="0" dirty="0"/>
              <a:t>signal / noise ratio</a:t>
            </a:r>
          </a:p>
          <a:p>
            <a:pPr marL="185738" indent="-185738">
              <a:lnSpc>
                <a:spcPts val="2300"/>
              </a:lnSpc>
              <a:buFontTx/>
              <a:buChar char="•"/>
            </a:pPr>
            <a:endParaRPr lang="en-GB" sz="1800" b="0" dirty="0"/>
          </a:p>
          <a:p>
            <a:pPr marL="185738" indent="-185738">
              <a:lnSpc>
                <a:spcPts val="2300"/>
              </a:lnSpc>
            </a:pPr>
            <a:r>
              <a:rPr lang="en-GB" sz="1800" b="1" dirty="0"/>
              <a:t>Useful noise (sometimes)</a:t>
            </a:r>
          </a:p>
          <a:p>
            <a:pPr marL="185738" indent="-185738">
              <a:lnSpc>
                <a:spcPts val="2300"/>
              </a:lnSpc>
              <a:buFontTx/>
              <a:buChar char="•"/>
            </a:pPr>
            <a:r>
              <a:rPr lang="en-GB" sz="1800" b="0" dirty="0"/>
              <a:t>white and pink noise</a:t>
            </a:r>
          </a:p>
        </p:txBody>
      </p:sp>
    </p:spTree>
    <p:extLst>
      <p:ext uri="{BB962C8B-B14F-4D97-AF65-F5344CB8AC3E}">
        <p14:creationId xmlns:p14="http://schemas.microsoft.com/office/powerpoint/2010/main" val="22282271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3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8290" y="997195"/>
            <a:ext cx="3282160" cy="228460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10242" name="Text Box 4"/>
          <p:cNvSpPr txBox="1">
            <a:spLocks noChangeArrowheads="1"/>
          </p:cNvSpPr>
          <p:nvPr/>
        </p:nvSpPr>
        <p:spPr bwMode="auto">
          <a:xfrm>
            <a:off x="395288" y="331788"/>
            <a:ext cx="1011237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Noise</a:t>
            </a:r>
          </a:p>
        </p:txBody>
      </p:sp>
      <p:sp>
        <p:nvSpPr>
          <p:cNvPr id="10248" name="Line 10"/>
          <p:cNvSpPr>
            <a:spLocks noChangeShapeType="1"/>
          </p:cNvSpPr>
          <p:nvPr/>
        </p:nvSpPr>
        <p:spPr bwMode="auto">
          <a:xfrm>
            <a:off x="5015267" y="1935452"/>
            <a:ext cx="3721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0249" name="Line 11"/>
          <p:cNvSpPr>
            <a:spLocks noChangeShapeType="1"/>
          </p:cNvSpPr>
          <p:nvPr/>
        </p:nvSpPr>
        <p:spPr bwMode="auto">
          <a:xfrm flipH="1">
            <a:off x="4996659" y="672861"/>
            <a:ext cx="52382" cy="26382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5049041" y="1649732"/>
            <a:ext cx="1703388" cy="522288"/>
            <a:chOff x="3404" y="1080"/>
            <a:chExt cx="1755" cy="819"/>
          </a:xfrm>
        </p:grpSpPr>
        <p:grpSp>
          <p:nvGrpSpPr>
            <p:cNvPr id="4" name="Group 13"/>
            <p:cNvGrpSpPr>
              <a:grpSpLocks/>
            </p:cNvGrpSpPr>
            <p:nvPr/>
          </p:nvGrpSpPr>
          <p:grpSpPr bwMode="auto">
            <a:xfrm>
              <a:off x="3404" y="1080"/>
              <a:ext cx="590" cy="801"/>
              <a:chOff x="3462" y="1100"/>
              <a:chExt cx="1549" cy="801"/>
            </a:xfrm>
          </p:grpSpPr>
          <p:sp>
            <p:nvSpPr>
              <p:cNvPr id="10284" name="Freeform 14"/>
              <p:cNvSpPr>
                <a:spLocks/>
              </p:cNvSpPr>
              <p:nvPr/>
            </p:nvSpPr>
            <p:spPr bwMode="auto">
              <a:xfrm>
                <a:off x="3462" y="1126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285" name="Freeform 15"/>
              <p:cNvSpPr>
                <a:spLocks/>
              </p:cNvSpPr>
              <p:nvPr/>
            </p:nvSpPr>
            <p:spPr bwMode="auto">
              <a:xfrm flipH="1" flipV="1">
                <a:off x="3770" y="1145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286" name="Freeform 16"/>
              <p:cNvSpPr>
                <a:spLocks/>
              </p:cNvSpPr>
              <p:nvPr/>
            </p:nvSpPr>
            <p:spPr bwMode="auto">
              <a:xfrm flipH="1">
                <a:off x="4077" y="1119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287" name="Freeform 17"/>
              <p:cNvSpPr>
                <a:spLocks/>
              </p:cNvSpPr>
              <p:nvPr/>
            </p:nvSpPr>
            <p:spPr bwMode="auto">
              <a:xfrm flipV="1">
                <a:off x="4385" y="1138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288" name="Freeform 18"/>
              <p:cNvSpPr>
                <a:spLocks/>
              </p:cNvSpPr>
              <p:nvPr/>
            </p:nvSpPr>
            <p:spPr bwMode="auto">
              <a:xfrm flipH="1">
                <a:off x="4698" y="1100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5" name="Group 19"/>
            <p:cNvGrpSpPr>
              <a:grpSpLocks/>
            </p:cNvGrpSpPr>
            <p:nvPr/>
          </p:nvGrpSpPr>
          <p:grpSpPr bwMode="auto">
            <a:xfrm flipH="1">
              <a:off x="3986" y="1092"/>
              <a:ext cx="590" cy="801"/>
              <a:chOff x="3462" y="1100"/>
              <a:chExt cx="1549" cy="801"/>
            </a:xfrm>
          </p:grpSpPr>
          <p:sp>
            <p:nvSpPr>
              <p:cNvPr id="10279" name="Freeform 20"/>
              <p:cNvSpPr>
                <a:spLocks/>
              </p:cNvSpPr>
              <p:nvPr/>
            </p:nvSpPr>
            <p:spPr bwMode="auto">
              <a:xfrm>
                <a:off x="3462" y="1126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280" name="Freeform 21"/>
              <p:cNvSpPr>
                <a:spLocks/>
              </p:cNvSpPr>
              <p:nvPr/>
            </p:nvSpPr>
            <p:spPr bwMode="auto">
              <a:xfrm flipH="1" flipV="1">
                <a:off x="3770" y="1145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281" name="Freeform 22"/>
              <p:cNvSpPr>
                <a:spLocks/>
              </p:cNvSpPr>
              <p:nvPr/>
            </p:nvSpPr>
            <p:spPr bwMode="auto">
              <a:xfrm flipH="1">
                <a:off x="4077" y="1119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282" name="Freeform 23"/>
              <p:cNvSpPr>
                <a:spLocks/>
              </p:cNvSpPr>
              <p:nvPr/>
            </p:nvSpPr>
            <p:spPr bwMode="auto">
              <a:xfrm flipV="1">
                <a:off x="4385" y="1138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283" name="Freeform 24"/>
              <p:cNvSpPr>
                <a:spLocks/>
              </p:cNvSpPr>
              <p:nvPr/>
            </p:nvSpPr>
            <p:spPr bwMode="auto">
              <a:xfrm flipH="1">
                <a:off x="4698" y="1100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6" name="Group 25"/>
            <p:cNvGrpSpPr>
              <a:grpSpLocks/>
            </p:cNvGrpSpPr>
            <p:nvPr/>
          </p:nvGrpSpPr>
          <p:grpSpPr bwMode="auto">
            <a:xfrm flipH="1">
              <a:off x="4569" y="1098"/>
              <a:ext cx="590" cy="801"/>
              <a:chOff x="3462" y="1100"/>
              <a:chExt cx="1549" cy="801"/>
            </a:xfrm>
          </p:grpSpPr>
          <p:sp>
            <p:nvSpPr>
              <p:cNvPr id="10274" name="Freeform 26"/>
              <p:cNvSpPr>
                <a:spLocks/>
              </p:cNvSpPr>
              <p:nvPr/>
            </p:nvSpPr>
            <p:spPr bwMode="auto">
              <a:xfrm>
                <a:off x="3462" y="1126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275" name="Freeform 27"/>
              <p:cNvSpPr>
                <a:spLocks/>
              </p:cNvSpPr>
              <p:nvPr/>
            </p:nvSpPr>
            <p:spPr bwMode="auto">
              <a:xfrm flipH="1" flipV="1">
                <a:off x="3770" y="1145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276" name="Freeform 28"/>
              <p:cNvSpPr>
                <a:spLocks/>
              </p:cNvSpPr>
              <p:nvPr/>
            </p:nvSpPr>
            <p:spPr bwMode="auto">
              <a:xfrm flipH="1">
                <a:off x="4077" y="1119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277" name="Freeform 29"/>
              <p:cNvSpPr>
                <a:spLocks/>
              </p:cNvSpPr>
              <p:nvPr/>
            </p:nvSpPr>
            <p:spPr bwMode="auto">
              <a:xfrm flipV="1">
                <a:off x="4385" y="1138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278" name="Freeform 30"/>
              <p:cNvSpPr>
                <a:spLocks/>
              </p:cNvSpPr>
              <p:nvPr/>
            </p:nvSpPr>
            <p:spPr bwMode="auto">
              <a:xfrm flipH="1">
                <a:off x="4698" y="1100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</p:grpSp>
      <p:sp>
        <p:nvSpPr>
          <p:cNvPr id="10251" name="Freeform 31"/>
          <p:cNvSpPr>
            <a:spLocks/>
          </p:cNvSpPr>
          <p:nvPr/>
        </p:nvSpPr>
        <p:spPr bwMode="auto">
          <a:xfrm>
            <a:off x="5051425" y="595224"/>
            <a:ext cx="3413916" cy="2647450"/>
          </a:xfrm>
          <a:custGeom>
            <a:avLst/>
            <a:gdLst>
              <a:gd name="T0" fmla="*/ 0 w 2244"/>
              <a:gd name="T1" fmla="*/ 644 h 1171"/>
              <a:gd name="T2" fmla="*/ 119 w 2244"/>
              <a:gd name="T3" fmla="*/ 339 h 1171"/>
              <a:gd name="T4" fmla="*/ 198 w 2244"/>
              <a:gd name="T5" fmla="*/ 471 h 1171"/>
              <a:gd name="T6" fmla="*/ 271 w 2244"/>
              <a:gd name="T7" fmla="*/ 392 h 1171"/>
              <a:gd name="T8" fmla="*/ 364 w 2244"/>
              <a:gd name="T9" fmla="*/ 48 h 1171"/>
              <a:gd name="T10" fmla="*/ 410 w 2244"/>
              <a:gd name="T11" fmla="*/ 101 h 1171"/>
              <a:gd name="T12" fmla="*/ 463 w 2244"/>
              <a:gd name="T13" fmla="*/ 87 h 1171"/>
              <a:gd name="T14" fmla="*/ 490 w 2244"/>
              <a:gd name="T15" fmla="*/ 173 h 1171"/>
              <a:gd name="T16" fmla="*/ 609 w 2244"/>
              <a:gd name="T17" fmla="*/ 173 h 1171"/>
              <a:gd name="T18" fmla="*/ 668 w 2244"/>
              <a:gd name="T19" fmla="*/ 326 h 1171"/>
              <a:gd name="T20" fmla="*/ 708 w 2244"/>
              <a:gd name="T21" fmla="*/ 531 h 1171"/>
              <a:gd name="T22" fmla="*/ 735 w 2244"/>
              <a:gd name="T23" fmla="*/ 54 h 1171"/>
              <a:gd name="T24" fmla="*/ 821 w 2244"/>
              <a:gd name="T25" fmla="*/ 743 h 1171"/>
              <a:gd name="T26" fmla="*/ 887 w 2244"/>
              <a:gd name="T27" fmla="*/ 438 h 1171"/>
              <a:gd name="T28" fmla="*/ 900 w 2244"/>
              <a:gd name="T29" fmla="*/ 379 h 1171"/>
              <a:gd name="T30" fmla="*/ 933 w 2244"/>
              <a:gd name="T31" fmla="*/ 445 h 1171"/>
              <a:gd name="T32" fmla="*/ 979 w 2244"/>
              <a:gd name="T33" fmla="*/ 319 h 1171"/>
              <a:gd name="T34" fmla="*/ 1026 w 2244"/>
              <a:gd name="T35" fmla="*/ 418 h 1171"/>
              <a:gd name="T36" fmla="*/ 1125 w 2244"/>
              <a:gd name="T37" fmla="*/ 87 h 1171"/>
              <a:gd name="T38" fmla="*/ 1158 w 2244"/>
              <a:gd name="T39" fmla="*/ 240 h 1171"/>
              <a:gd name="T40" fmla="*/ 1231 w 2244"/>
              <a:gd name="T41" fmla="*/ 48 h 1171"/>
              <a:gd name="T42" fmla="*/ 1244 w 2244"/>
              <a:gd name="T43" fmla="*/ 312 h 1171"/>
              <a:gd name="T44" fmla="*/ 1264 w 2244"/>
              <a:gd name="T45" fmla="*/ 491 h 1171"/>
              <a:gd name="T46" fmla="*/ 1264 w 2244"/>
              <a:gd name="T47" fmla="*/ 399 h 1171"/>
              <a:gd name="T48" fmla="*/ 1277 w 2244"/>
              <a:gd name="T49" fmla="*/ 624 h 1171"/>
              <a:gd name="T50" fmla="*/ 1330 w 2244"/>
              <a:gd name="T51" fmla="*/ 504 h 1171"/>
              <a:gd name="T52" fmla="*/ 1370 w 2244"/>
              <a:gd name="T53" fmla="*/ 895 h 1171"/>
              <a:gd name="T54" fmla="*/ 1416 w 2244"/>
              <a:gd name="T55" fmla="*/ 180 h 1171"/>
              <a:gd name="T56" fmla="*/ 1456 w 2244"/>
              <a:gd name="T57" fmla="*/ 855 h 1171"/>
              <a:gd name="T58" fmla="*/ 1476 w 2244"/>
              <a:gd name="T59" fmla="*/ 895 h 1171"/>
              <a:gd name="T60" fmla="*/ 1529 w 2244"/>
              <a:gd name="T61" fmla="*/ 1054 h 1171"/>
              <a:gd name="T62" fmla="*/ 1622 w 2244"/>
              <a:gd name="T63" fmla="*/ 968 h 1171"/>
              <a:gd name="T64" fmla="*/ 1661 w 2244"/>
              <a:gd name="T65" fmla="*/ 1054 h 1171"/>
              <a:gd name="T66" fmla="*/ 1781 w 2244"/>
              <a:gd name="T67" fmla="*/ 1008 h 1171"/>
              <a:gd name="T68" fmla="*/ 1834 w 2244"/>
              <a:gd name="T69" fmla="*/ 1127 h 1171"/>
              <a:gd name="T70" fmla="*/ 1893 w 2244"/>
              <a:gd name="T71" fmla="*/ 948 h 1171"/>
              <a:gd name="T72" fmla="*/ 1933 w 2244"/>
              <a:gd name="T73" fmla="*/ 882 h 1171"/>
              <a:gd name="T74" fmla="*/ 1986 w 2244"/>
              <a:gd name="T75" fmla="*/ 1120 h 1171"/>
              <a:gd name="T76" fmla="*/ 2072 w 2244"/>
              <a:gd name="T77" fmla="*/ 1160 h 1171"/>
              <a:gd name="T78" fmla="*/ 2105 w 2244"/>
              <a:gd name="T79" fmla="*/ 1054 h 1171"/>
              <a:gd name="T80" fmla="*/ 2211 w 2244"/>
              <a:gd name="T81" fmla="*/ 763 h 1171"/>
              <a:gd name="T82" fmla="*/ 2244 w 2244"/>
              <a:gd name="T83" fmla="*/ 604 h 1171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2244"/>
              <a:gd name="T127" fmla="*/ 0 h 1171"/>
              <a:gd name="T128" fmla="*/ 2244 w 2244"/>
              <a:gd name="T129" fmla="*/ 1171 h 1171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2244" h="1171">
                <a:moveTo>
                  <a:pt x="0" y="644"/>
                </a:moveTo>
                <a:cubicBezTo>
                  <a:pt x="43" y="506"/>
                  <a:pt x="86" y="368"/>
                  <a:pt x="119" y="339"/>
                </a:cubicBezTo>
                <a:cubicBezTo>
                  <a:pt x="152" y="310"/>
                  <a:pt x="173" y="462"/>
                  <a:pt x="198" y="471"/>
                </a:cubicBezTo>
                <a:cubicBezTo>
                  <a:pt x="223" y="480"/>
                  <a:pt x="243" y="462"/>
                  <a:pt x="271" y="392"/>
                </a:cubicBezTo>
                <a:cubicBezTo>
                  <a:pt x="299" y="322"/>
                  <a:pt x="341" y="96"/>
                  <a:pt x="364" y="48"/>
                </a:cubicBezTo>
                <a:cubicBezTo>
                  <a:pt x="387" y="0"/>
                  <a:pt x="394" y="95"/>
                  <a:pt x="410" y="101"/>
                </a:cubicBezTo>
                <a:cubicBezTo>
                  <a:pt x="426" y="107"/>
                  <a:pt x="450" y="75"/>
                  <a:pt x="463" y="87"/>
                </a:cubicBezTo>
                <a:cubicBezTo>
                  <a:pt x="476" y="99"/>
                  <a:pt x="466" y="159"/>
                  <a:pt x="490" y="173"/>
                </a:cubicBezTo>
                <a:cubicBezTo>
                  <a:pt x="514" y="187"/>
                  <a:pt x="579" y="147"/>
                  <a:pt x="609" y="173"/>
                </a:cubicBezTo>
                <a:cubicBezTo>
                  <a:pt x="639" y="199"/>
                  <a:pt x="652" y="266"/>
                  <a:pt x="668" y="326"/>
                </a:cubicBezTo>
                <a:cubicBezTo>
                  <a:pt x="684" y="386"/>
                  <a:pt x="697" y="576"/>
                  <a:pt x="708" y="531"/>
                </a:cubicBezTo>
                <a:cubicBezTo>
                  <a:pt x="719" y="486"/>
                  <a:pt x="716" y="19"/>
                  <a:pt x="735" y="54"/>
                </a:cubicBezTo>
                <a:cubicBezTo>
                  <a:pt x="754" y="89"/>
                  <a:pt x="796" y="679"/>
                  <a:pt x="821" y="743"/>
                </a:cubicBezTo>
                <a:cubicBezTo>
                  <a:pt x="846" y="807"/>
                  <a:pt x="874" y="499"/>
                  <a:pt x="887" y="438"/>
                </a:cubicBezTo>
                <a:cubicBezTo>
                  <a:pt x="900" y="377"/>
                  <a:pt x="892" y="378"/>
                  <a:pt x="900" y="379"/>
                </a:cubicBezTo>
                <a:cubicBezTo>
                  <a:pt x="908" y="380"/>
                  <a:pt x="920" y="455"/>
                  <a:pt x="933" y="445"/>
                </a:cubicBezTo>
                <a:cubicBezTo>
                  <a:pt x="946" y="435"/>
                  <a:pt x="964" y="323"/>
                  <a:pt x="979" y="319"/>
                </a:cubicBezTo>
                <a:cubicBezTo>
                  <a:pt x="994" y="315"/>
                  <a:pt x="1002" y="457"/>
                  <a:pt x="1026" y="418"/>
                </a:cubicBezTo>
                <a:cubicBezTo>
                  <a:pt x="1050" y="379"/>
                  <a:pt x="1103" y="117"/>
                  <a:pt x="1125" y="87"/>
                </a:cubicBezTo>
                <a:cubicBezTo>
                  <a:pt x="1147" y="57"/>
                  <a:pt x="1141" y="246"/>
                  <a:pt x="1158" y="240"/>
                </a:cubicBezTo>
                <a:cubicBezTo>
                  <a:pt x="1175" y="234"/>
                  <a:pt x="1217" y="36"/>
                  <a:pt x="1231" y="48"/>
                </a:cubicBezTo>
                <a:cubicBezTo>
                  <a:pt x="1245" y="60"/>
                  <a:pt x="1239" y="238"/>
                  <a:pt x="1244" y="312"/>
                </a:cubicBezTo>
                <a:cubicBezTo>
                  <a:pt x="1249" y="386"/>
                  <a:pt x="1261" y="477"/>
                  <a:pt x="1264" y="491"/>
                </a:cubicBezTo>
                <a:cubicBezTo>
                  <a:pt x="1267" y="505"/>
                  <a:pt x="1262" y="377"/>
                  <a:pt x="1264" y="399"/>
                </a:cubicBezTo>
                <a:cubicBezTo>
                  <a:pt x="1266" y="421"/>
                  <a:pt x="1266" y="607"/>
                  <a:pt x="1277" y="624"/>
                </a:cubicBezTo>
                <a:cubicBezTo>
                  <a:pt x="1288" y="641"/>
                  <a:pt x="1315" y="459"/>
                  <a:pt x="1330" y="504"/>
                </a:cubicBezTo>
                <a:cubicBezTo>
                  <a:pt x="1345" y="549"/>
                  <a:pt x="1356" y="949"/>
                  <a:pt x="1370" y="895"/>
                </a:cubicBezTo>
                <a:cubicBezTo>
                  <a:pt x="1384" y="841"/>
                  <a:pt x="1402" y="187"/>
                  <a:pt x="1416" y="180"/>
                </a:cubicBezTo>
                <a:cubicBezTo>
                  <a:pt x="1430" y="173"/>
                  <a:pt x="1446" y="736"/>
                  <a:pt x="1456" y="855"/>
                </a:cubicBezTo>
                <a:cubicBezTo>
                  <a:pt x="1466" y="974"/>
                  <a:pt x="1464" y="862"/>
                  <a:pt x="1476" y="895"/>
                </a:cubicBezTo>
                <a:cubicBezTo>
                  <a:pt x="1488" y="928"/>
                  <a:pt x="1505" y="1042"/>
                  <a:pt x="1529" y="1054"/>
                </a:cubicBezTo>
                <a:cubicBezTo>
                  <a:pt x="1553" y="1066"/>
                  <a:pt x="1600" y="968"/>
                  <a:pt x="1622" y="968"/>
                </a:cubicBezTo>
                <a:cubicBezTo>
                  <a:pt x="1644" y="968"/>
                  <a:pt x="1635" y="1047"/>
                  <a:pt x="1661" y="1054"/>
                </a:cubicBezTo>
                <a:cubicBezTo>
                  <a:pt x="1687" y="1061"/>
                  <a:pt x="1752" y="996"/>
                  <a:pt x="1781" y="1008"/>
                </a:cubicBezTo>
                <a:cubicBezTo>
                  <a:pt x="1810" y="1020"/>
                  <a:pt x="1815" y="1137"/>
                  <a:pt x="1834" y="1127"/>
                </a:cubicBezTo>
                <a:cubicBezTo>
                  <a:pt x="1853" y="1117"/>
                  <a:pt x="1877" y="989"/>
                  <a:pt x="1893" y="948"/>
                </a:cubicBezTo>
                <a:cubicBezTo>
                  <a:pt x="1909" y="907"/>
                  <a:pt x="1918" y="853"/>
                  <a:pt x="1933" y="882"/>
                </a:cubicBezTo>
                <a:cubicBezTo>
                  <a:pt x="1948" y="911"/>
                  <a:pt x="1963" y="1074"/>
                  <a:pt x="1986" y="1120"/>
                </a:cubicBezTo>
                <a:cubicBezTo>
                  <a:pt x="2009" y="1166"/>
                  <a:pt x="2052" y="1171"/>
                  <a:pt x="2072" y="1160"/>
                </a:cubicBezTo>
                <a:cubicBezTo>
                  <a:pt x="2092" y="1149"/>
                  <a:pt x="2082" y="1120"/>
                  <a:pt x="2105" y="1054"/>
                </a:cubicBezTo>
                <a:cubicBezTo>
                  <a:pt x="2128" y="988"/>
                  <a:pt x="2188" y="838"/>
                  <a:pt x="2211" y="763"/>
                </a:cubicBezTo>
                <a:cubicBezTo>
                  <a:pt x="2234" y="688"/>
                  <a:pt x="2236" y="635"/>
                  <a:pt x="2244" y="604"/>
                </a:cubicBezTo>
              </a:path>
            </a:pathLst>
          </a:custGeom>
          <a:noFill/>
          <a:ln w="19050">
            <a:solidFill>
              <a:srgbClr val="FF505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grpSp>
        <p:nvGrpSpPr>
          <p:cNvPr id="7" name="Group 32"/>
          <p:cNvGrpSpPr>
            <a:grpSpLocks/>
          </p:cNvGrpSpPr>
          <p:nvPr/>
        </p:nvGrpSpPr>
        <p:grpSpPr bwMode="auto">
          <a:xfrm>
            <a:off x="6761953" y="1659257"/>
            <a:ext cx="1703388" cy="522288"/>
            <a:chOff x="3404" y="1080"/>
            <a:chExt cx="1755" cy="819"/>
          </a:xfrm>
        </p:grpSpPr>
        <p:grpSp>
          <p:nvGrpSpPr>
            <p:cNvPr id="8" name="Group 33"/>
            <p:cNvGrpSpPr>
              <a:grpSpLocks/>
            </p:cNvGrpSpPr>
            <p:nvPr/>
          </p:nvGrpSpPr>
          <p:grpSpPr bwMode="auto">
            <a:xfrm>
              <a:off x="3404" y="1080"/>
              <a:ext cx="590" cy="801"/>
              <a:chOff x="3462" y="1100"/>
              <a:chExt cx="1549" cy="801"/>
            </a:xfrm>
          </p:grpSpPr>
          <p:sp>
            <p:nvSpPr>
              <p:cNvPr id="10266" name="Freeform 34"/>
              <p:cNvSpPr>
                <a:spLocks/>
              </p:cNvSpPr>
              <p:nvPr/>
            </p:nvSpPr>
            <p:spPr bwMode="auto">
              <a:xfrm>
                <a:off x="3462" y="1126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267" name="Freeform 35"/>
              <p:cNvSpPr>
                <a:spLocks/>
              </p:cNvSpPr>
              <p:nvPr/>
            </p:nvSpPr>
            <p:spPr bwMode="auto">
              <a:xfrm flipH="1" flipV="1">
                <a:off x="3770" y="1145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268" name="Freeform 36"/>
              <p:cNvSpPr>
                <a:spLocks/>
              </p:cNvSpPr>
              <p:nvPr/>
            </p:nvSpPr>
            <p:spPr bwMode="auto">
              <a:xfrm flipH="1">
                <a:off x="4077" y="1119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269" name="Freeform 37"/>
              <p:cNvSpPr>
                <a:spLocks/>
              </p:cNvSpPr>
              <p:nvPr/>
            </p:nvSpPr>
            <p:spPr bwMode="auto">
              <a:xfrm flipV="1">
                <a:off x="4385" y="1138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270" name="Freeform 38"/>
              <p:cNvSpPr>
                <a:spLocks/>
              </p:cNvSpPr>
              <p:nvPr/>
            </p:nvSpPr>
            <p:spPr bwMode="auto">
              <a:xfrm flipH="1">
                <a:off x="4698" y="1100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9" name="Group 39"/>
            <p:cNvGrpSpPr>
              <a:grpSpLocks/>
            </p:cNvGrpSpPr>
            <p:nvPr/>
          </p:nvGrpSpPr>
          <p:grpSpPr bwMode="auto">
            <a:xfrm flipH="1">
              <a:off x="3986" y="1092"/>
              <a:ext cx="590" cy="801"/>
              <a:chOff x="3462" y="1100"/>
              <a:chExt cx="1549" cy="801"/>
            </a:xfrm>
          </p:grpSpPr>
          <p:sp>
            <p:nvSpPr>
              <p:cNvPr id="10261" name="Freeform 40"/>
              <p:cNvSpPr>
                <a:spLocks/>
              </p:cNvSpPr>
              <p:nvPr/>
            </p:nvSpPr>
            <p:spPr bwMode="auto">
              <a:xfrm>
                <a:off x="3462" y="1126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262" name="Freeform 41"/>
              <p:cNvSpPr>
                <a:spLocks/>
              </p:cNvSpPr>
              <p:nvPr/>
            </p:nvSpPr>
            <p:spPr bwMode="auto">
              <a:xfrm flipH="1" flipV="1">
                <a:off x="3770" y="1145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263" name="Freeform 42"/>
              <p:cNvSpPr>
                <a:spLocks/>
              </p:cNvSpPr>
              <p:nvPr/>
            </p:nvSpPr>
            <p:spPr bwMode="auto">
              <a:xfrm flipH="1">
                <a:off x="4077" y="1119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264" name="Freeform 43"/>
              <p:cNvSpPr>
                <a:spLocks/>
              </p:cNvSpPr>
              <p:nvPr/>
            </p:nvSpPr>
            <p:spPr bwMode="auto">
              <a:xfrm flipV="1">
                <a:off x="4385" y="1138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265" name="Freeform 44"/>
              <p:cNvSpPr>
                <a:spLocks/>
              </p:cNvSpPr>
              <p:nvPr/>
            </p:nvSpPr>
            <p:spPr bwMode="auto">
              <a:xfrm flipH="1">
                <a:off x="4698" y="1100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0" name="Group 45"/>
            <p:cNvGrpSpPr>
              <a:grpSpLocks/>
            </p:cNvGrpSpPr>
            <p:nvPr/>
          </p:nvGrpSpPr>
          <p:grpSpPr bwMode="auto">
            <a:xfrm flipH="1">
              <a:off x="4569" y="1098"/>
              <a:ext cx="590" cy="801"/>
              <a:chOff x="3462" y="1100"/>
              <a:chExt cx="1549" cy="801"/>
            </a:xfrm>
          </p:grpSpPr>
          <p:sp>
            <p:nvSpPr>
              <p:cNvPr id="10256" name="Freeform 46"/>
              <p:cNvSpPr>
                <a:spLocks/>
              </p:cNvSpPr>
              <p:nvPr/>
            </p:nvSpPr>
            <p:spPr bwMode="auto">
              <a:xfrm>
                <a:off x="3462" y="1126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257" name="Freeform 47"/>
              <p:cNvSpPr>
                <a:spLocks/>
              </p:cNvSpPr>
              <p:nvPr/>
            </p:nvSpPr>
            <p:spPr bwMode="auto">
              <a:xfrm flipH="1" flipV="1">
                <a:off x="3770" y="1145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258" name="Freeform 48"/>
              <p:cNvSpPr>
                <a:spLocks/>
              </p:cNvSpPr>
              <p:nvPr/>
            </p:nvSpPr>
            <p:spPr bwMode="auto">
              <a:xfrm flipH="1">
                <a:off x="4077" y="1119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259" name="Freeform 49"/>
              <p:cNvSpPr>
                <a:spLocks/>
              </p:cNvSpPr>
              <p:nvPr/>
            </p:nvSpPr>
            <p:spPr bwMode="auto">
              <a:xfrm flipV="1">
                <a:off x="4385" y="1138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260" name="Freeform 50"/>
              <p:cNvSpPr>
                <a:spLocks/>
              </p:cNvSpPr>
              <p:nvPr/>
            </p:nvSpPr>
            <p:spPr bwMode="auto">
              <a:xfrm flipH="1">
                <a:off x="4698" y="1100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</p:grpSp>
      <p:sp>
        <p:nvSpPr>
          <p:cNvPr id="10246" name="Text Box 54"/>
          <p:cNvSpPr txBox="1">
            <a:spLocks noChangeArrowheads="1"/>
          </p:cNvSpPr>
          <p:nvPr/>
        </p:nvSpPr>
        <p:spPr bwMode="auto">
          <a:xfrm>
            <a:off x="5195896" y="434399"/>
            <a:ext cx="771525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b="1" dirty="0"/>
              <a:t>signal</a:t>
            </a:r>
            <a:endParaRPr lang="en-US" b="1" dirty="0"/>
          </a:p>
        </p:txBody>
      </p:sp>
      <p:sp>
        <p:nvSpPr>
          <p:cNvPr id="10247" name="Text Box 55"/>
          <p:cNvSpPr txBox="1">
            <a:spLocks noChangeArrowheads="1"/>
          </p:cNvSpPr>
          <p:nvPr/>
        </p:nvSpPr>
        <p:spPr bwMode="auto">
          <a:xfrm>
            <a:off x="7590892" y="1509517"/>
            <a:ext cx="835025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b="1" dirty="0"/>
              <a:t>noise</a:t>
            </a:r>
            <a:endParaRPr lang="en-US" b="1" dirty="0"/>
          </a:p>
        </p:txBody>
      </p:sp>
      <p:sp>
        <p:nvSpPr>
          <p:cNvPr id="55" name="Right Arrow 54"/>
          <p:cNvSpPr/>
          <p:nvPr/>
        </p:nvSpPr>
        <p:spPr bwMode="auto">
          <a:xfrm>
            <a:off x="3747241" y="1890788"/>
            <a:ext cx="1047750" cy="409575"/>
          </a:xfrm>
          <a:prstGeom prst="rightArrow">
            <a:avLst>
              <a:gd name="adj1" fmla="val 50000"/>
              <a:gd name="adj2" fmla="val 89535"/>
            </a:avLst>
          </a:prstGeom>
          <a:solidFill>
            <a:srgbClr val="FFCC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7" name="Freeform: Shape 16"/>
          <p:cNvSpPr/>
          <p:nvPr/>
        </p:nvSpPr>
        <p:spPr bwMode="auto">
          <a:xfrm>
            <a:off x="4122463" y="4582902"/>
            <a:ext cx="3056386" cy="1720529"/>
          </a:xfrm>
          <a:custGeom>
            <a:avLst/>
            <a:gdLst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25400 w 4089400"/>
              <a:gd name="connsiteY2" fmla="*/ 626534 h 2870200"/>
              <a:gd name="connsiteX3" fmla="*/ 33866 w 4089400"/>
              <a:gd name="connsiteY3" fmla="*/ 592667 h 2870200"/>
              <a:gd name="connsiteX4" fmla="*/ 42333 w 4089400"/>
              <a:gd name="connsiteY4" fmla="*/ 567267 h 2870200"/>
              <a:gd name="connsiteX5" fmla="*/ 42333 w 4089400"/>
              <a:gd name="connsiteY5" fmla="*/ 821267 h 2870200"/>
              <a:gd name="connsiteX6" fmla="*/ 16933 w 4089400"/>
              <a:gd name="connsiteY6" fmla="*/ 880534 h 2870200"/>
              <a:gd name="connsiteX7" fmla="*/ 25400 w 4089400"/>
              <a:gd name="connsiteY7" fmla="*/ 1354667 h 2870200"/>
              <a:gd name="connsiteX8" fmla="*/ 33866 w 4089400"/>
              <a:gd name="connsiteY8" fmla="*/ 1329267 h 2870200"/>
              <a:gd name="connsiteX9" fmla="*/ 42333 w 4089400"/>
              <a:gd name="connsiteY9" fmla="*/ 1286934 h 2870200"/>
              <a:gd name="connsiteX10" fmla="*/ 59266 w 4089400"/>
              <a:gd name="connsiteY10" fmla="*/ 1253067 h 2870200"/>
              <a:gd name="connsiteX11" fmla="*/ 76200 w 4089400"/>
              <a:gd name="connsiteY11" fmla="*/ 1202267 h 2870200"/>
              <a:gd name="connsiteX12" fmla="*/ 84666 w 4089400"/>
              <a:gd name="connsiteY12" fmla="*/ 1176867 h 2870200"/>
              <a:gd name="connsiteX13" fmla="*/ 101600 w 4089400"/>
              <a:gd name="connsiteY13" fmla="*/ 1143000 h 2870200"/>
              <a:gd name="connsiteX14" fmla="*/ 110066 w 4089400"/>
              <a:gd name="connsiteY14" fmla="*/ 1100667 h 2870200"/>
              <a:gd name="connsiteX15" fmla="*/ 135466 w 4089400"/>
              <a:gd name="connsiteY15" fmla="*/ 1032934 h 2870200"/>
              <a:gd name="connsiteX16" fmla="*/ 143933 w 4089400"/>
              <a:gd name="connsiteY16" fmla="*/ 999067 h 2870200"/>
              <a:gd name="connsiteX17" fmla="*/ 160866 w 4089400"/>
              <a:gd name="connsiteY17" fmla="*/ 948267 h 2870200"/>
              <a:gd name="connsiteX18" fmla="*/ 177800 w 4089400"/>
              <a:gd name="connsiteY18" fmla="*/ 1134534 h 2870200"/>
              <a:gd name="connsiteX19" fmla="*/ 194733 w 4089400"/>
              <a:gd name="connsiteY19" fmla="*/ 1464734 h 2870200"/>
              <a:gd name="connsiteX20" fmla="*/ 228600 w 4089400"/>
              <a:gd name="connsiteY20" fmla="*/ 1397000 h 2870200"/>
              <a:gd name="connsiteX21" fmla="*/ 254000 w 4089400"/>
              <a:gd name="connsiteY21" fmla="*/ 1363134 h 2870200"/>
              <a:gd name="connsiteX22" fmla="*/ 262466 w 4089400"/>
              <a:gd name="connsiteY22" fmla="*/ 1337734 h 2870200"/>
              <a:gd name="connsiteX23" fmla="*/ 279400 w 4089400"/>
              <a:gd name="connsiteY23" fmla="*/ 1371600 h 2870200"/>
              <a:gd name="connsiteX24" fmla="*/ 287866 w 4089400"/>
              <a:gd name="connsiteY24" fmla="*/ 2243667 h 2870200"/>
              <a:gd name="connsiteX25" fmla="*/ 313266 w 4089400"/>
              <a:gd name="connsiteY25" fmla="*/ 2201334 h 2870200"/>
              <a:gd name="connsiteX26" fmla="*/ 321733 w 4089400"/>
              <a:gd name="connsiteY26" fmla="*/ 2150534 h 2870200"/>
              <a:gd name="connsiteX27" fmla="*/ 355600 w 4089400"/>
              <a:gd name="connsiteY27" fmla="*/ 2125134 h 2870200"/>
              <a:gd name="connsiteX28" fmla="*/ 364066 w 4089400"/>
              <a:gd name="connsiteY28" fmla="*/ 2082800 h 2870200"/>
              <a:gd name="connsiteX29" fmla="*/ 381000 w 4089400"/>
              <a:gd name="connsiteY29" fmla="*/ 2065867 h 2870200"/>
              <a:gd name="connsiteX30" fmla="*/ 397933 w 4089400"/>
              <a:gd name="connsiteY30" fmla="*/ 2032000 h 2870200"/>
              <a:gd name="connsiteX31" fmla="*/ 423333 w 4089400"/>
              <a:gd name="connsiteY31" fmla="*/ 1998134 h 2870200"/>
              <a:gd name="connsiteX32" fmla="*/ 440266 w 4089400"/>
              <a:gd name="connsiteY32" fmla="*/ 1752600 h 2870200"/>
              <a:gd name="connsiteX33" fmla="*/ 465666 w 4089400"/>
              <a:gd name="connsiteY33" fmla="*/ 1651000 h 2870200"/>
              <a:gd name="connsiteX34" fmla="*/ 491066 w 4089400"/>
              <a:gd name="connsiteY34" fmla="*/ 1710267 h 2870200"/>
              <a:gd name="connsiteX35" fmla="*/ 499533 w 4089400"/>
              <a:gd name="connsiteY35" fmla="*/ 1735667 h 2870200"/>
              <a:gd name="connsiteX36" fmla="*/ 533400 w 4089400"/>
              <a:gd name="connsiteY36" fmla="*/ 1820334 h 2870200"/>
              <a:gd name="connsiteX37" fmla="*/ 558800 w 4089400"/>
              <a:gd name="connsiteY37" fmla="*/ 1938867 h 2870200"/>
              <a:gd name="connsiteX38" fmla="*/ 575733 w 4089400"/>
              <a:gd name="connsiteY38" fmla="*/ 1998134 h 2870200"/>
              <a:gd name="connsiteX39" fmla="*/ 592666 w 4089400"/>
              <a:gd name="connsiteY39" fmla="*/ 2023534 h 2870200"/>
              <a:gd name="connsiteX40" fmla="*/ 618066 w 4089400"/>
              <a:gd name="connsiteY40" fmla="*/ 1786467 h 2870200"/>
              <a:gd name="connsiteX41" fmla="*/ 626533 w 4089400"/>
              <a:gd name="connsiteY41" fmla="*/ 1744134 h 2870200"/>
              <a:gd name="connsiteX42" fmla="*/ 643466 w 4089400"/>
              <a:gd name="connsiteY42" fmla="*/ 1718734 h 2870200"/>
              <a:gd name="connsiteX43" fmla="*/ 660400 w 4089400"/>
              <a:gd name="connsiteY43" fmla="*/ 1617134 h 2870200"/>
              <a:gd name="connsiteX44" fmla="*/ 677333 w 4089400"/>
              <a:gd name="connsiteY44" fmla="*/ 1557867 h 2870200"/>
              <a:gd name="connsiteX45" fmla="*/ 685800 w 4089400"/>
              <a:gd name="connsiteY45" fmla="*/ 1524000 h 2870200"/>
              <a:gd name="connsiteX46" fmla="*/ 702733 w 4089400"/>
              <a:gd name="connsiteY46" fmla="*/ 1312334 h 2870200"/>
              <a:gd name="connsiteX47" fmla="*/ 719666 w 4089400"/>
              <a:gd name="connsiteY47" fmla="*/ 1380067 h 2870200"/>
              <a:gd name="connsiteX48" fmla="*/ 736600 w 4089400"/>
              <a:gd name="connsiteY48" fmla="*/ 1532467 h 2870200"/>
              <a:gd name="connsiteX49" fmla="*/ 753533 w 4089400"/>
              <a:gd name="connsiteY49" fmla="*/ 1566334 h 2870200"/>
              <a:gd name="connsiteX50" fmla="*/ 778933 w 4089400"/>
              <a:gd name="connsiteY50" fmla="*/ 1456267 h 2870200"/>
              <a:gd name="connsiteX51" fmla="*/ 795866 w 4089400"/>
              <a:gd name="connsiteY51" fmla="*/ 1430867 h 2870200"/>
              <a:gd name="connsiteX52" fmla="*/ 829733 w 4089400"/>
              <a:gd name="connsiteY52" fmla="*/ 1388534 h 2870200"/>
              <a:gd name="connsiteX53" fmla="*/ 838200 w 4089400"/>
              <a:gd name="connsiteY53" fmla="*/ 1498600 h 2870200"/>
              <a:gd name="connsiteX54" fmla="*/ 863600 w 4089400"/>
              <a:gd name="connsiteY54" fmla="*/ 1811867 h 2870200"/>
              <a:gd name="connsiteX55" fmla="*/ 872066 w 4089400"/>
              <a:gd name="connsiteY55" fmla="*/ 1642534 h 2870200"/>
              <a:gd name="connsiteX56" fmla="*/ 897466 w 4089400"/>
              <a:gd name="connsiteY56" fmla="*/ 1583267 h 2870200"/>
              <a:gd name="connsiteX57" fmla="*/ 905933 w 4089400"/>
              <a:gd name="connsiteY57" fmla="*/ 1557867 h 2870200"/>
              <a:gd name="connsiteX58" fmla="*/ 914400 w 4089400"/>
              <a:gd name="connsiteY58" fmla="*/ 2006600 h 2870200"/>
              <a:gd name="connsiteX59" fmla="*/ 939800 w 4089400"/>
              <a:gd name="connsiteY59" fmla="*/ 2116667 h 2870200"/>
              <a:gd name="connsiteX60" fmla="*/ 948266 w 4089400"/>
              <a:gd name="connsiteY60" fmla="*/ 1828800 h 2870200"/>
              <a:gd name="connsiteX61" fmla="*/ 965200 w 4089400"/>
              <a:gd name="connsiteY61" fmla="*/ 1794934 h 2870200"/>
              <a:gd name="connsiteX62" fmla="*/ 973666 w 4089400"/>
              <a:gd name="connsiteY62" fmla="*/ 1761067 h 2870200"/>
              <a:gd name="connsiteX63" fmla="*/ 990600 w 4089400"/>
              <a:gd name="connsiteY63" fmla="*/ 1871134 h 2870200"/>
              <a:gd name="connsiteX64" fmla="*/ 1007533 w 4089400"/>
              <a:gd name="connsiteY64" fmla="*/ 1947334 h 2870200"/>
              <a:gd name="connsiteX65" fmla="*/ 1024466 w 4089400"/>
              <a:gd name="connsiteY65" fmla="*/ 2040467 h 2870200"/>
              <a:gd name="connsiteX66" fmla="*/ 1049866 w 4089400"/>
              <a:gd name="connsiteY66" fmla="*/ 2108200 h 2870200"/>
              <a:gd name="connsiteX67" fmla="*/ 1058333 w 4089400"/>
              <a:gd name="connsiteY67" fmla="*/ 2150534 h 2870200"/>
              <a:gd name="connsiteX68" fmla="*/ 1100666 w 4089400"/>
              <a:gd name="connsiteY68" fmla="*/ 2209800 h 2870200"/>
              <a:gd name="connsiteX69" fmla="*/ 1109133 w 4089400"/>
              <a:gd name="connsiteY69" fmla="*/ 2108200 h 2870200"/>
              <a:gd name="connsiteX70" fmla="*/ 1159933 w 4089400"/>
              <a:gd name="connsiteY70" fmla="*/ 1989667 h 2870200"/>
              <a:gd name="connsiteX71" fmla="*/ 1210733 w 4089400"/>
              <a:gd name="connsiteY71" fmla="*/ 1913467 h 2870200"/>
              <a:gd name="connsiteX72" fmla="*/ 1219200 w 4089400"/>
              <a:gd name="connsiteY72" fmla="*/ 2167467 h 2870200"/>
              <a:gd name="connsiteX73" fmla="*/ 1236133 w 4089400"/>
              <a:gd name="connsiteY73" fmla="*/ 2082800 h 2870200"/>
              <a:gd name="connsiteX74" fmla="*/ 1244600 w 4089400"/>
              <a:gd name="connsiteY74" fmla="*/ 2015067 h 2870200"/>
              <a:gd name="connsiteX75" fmla="*/ 1286933 w 4089400"/>
              <a:gd name="connsiteY75" fmla="*/ 1854200 h 2870200"/>
              <a:gd name="connsiteX76" fmla="*/ 1295400 w 4089400"/>
              <a:gd name="connsiteY76" fmla="*/ 1803400 h 2870200"/>
              <a:gd name="connsiteX77" fmla="*/ 1320800 w 4089400"/>
              <a:gd name="connsiteY77" fmla="*/ 1701800 h 2870200"/>
              <a:gd name="connsiteX78" fmla="*/ 1346200 w 4089400"/>
              <a:gd name="connsiteY78" fmla="*/ 1718734 h 2870200"/>
              <a:gd name="connsiteX79" fmla="*/ 1354666 w 4089400"/>
              <a:gd name="connsiteY79" fmla="*/ 1744134 h 2870200"/>
              <a:gd name="connsiteX80" fmla="*/ 1380066 w 4089400"/>
              <a:gd name="connsiteY80" fmla="*/ 1828800 h 2870200"/>
              <a:gd name="connsiteX81" fmla="*/ 1397000 w 4089400"/>
              <a:gd name="connsiteY81" fmla="*/ 1879600 h 2870200"/>
              <a:gd name="connsiteX82" fmla="*/ 1405466 w 4089400"/>
              <a:gd name="connsiteY82" fmla="*/ 1913467 h 2870200"/>
              <a:gd name="connsiteX83" fmla="*/ 1430866 w 4089400"/>
              <a:gd name="connsiteY83" fmla="*/ 1947334 h 2870200"/>
              <a:gd name="connsiteX84" fmla="*/ 1447800 w 4089400"/>
              <a:gd name="connsiteY84" fmla="*/ 1938867 h 2870200"/>
              <a:gd name="connsiteX85" fmla="*/ 1490133 w 4089400"/>
              <a:gd name="connsiteY85" fmla="*/ 1803400 h 2870200"/>
              <a:gd name="connsiteX86" fmla="*/ 1549400 w 4089400"/>
              <a:gd name="connsiteY86" fmla="*/ 1651000 h 2870200"/>
              <a:gd name="connsiteX87" fmla="*/ 1557866 w 4089400"/>
              <a:gd name="connsiteY87" fmla="*/ 1591734 h 2870200"/>
              <a:gd name="connsiteX88" fmla="*/ 1574800 w 4089400"/>
              <a:gd name="connsiteY88" fmla="*/ 1566334 h 2870200"/>
              <a:gd name="connsiteX89" fmla="*/ 1583266 w 4089400"/>
              <a:gd name="connsiteY89" fmla="*/ 1524000 h 2870200"/>
              <a:gd name="connsiteX90" fmla="*/ 1591733 w 4089400"/>
              <a:gd name="connsiteY90" fmla="*/ 1498600 h 2870200"/>
              <a:gd name="connsiteX91" fmla="*/ 1608666 w 4089400"/>
              <a:gd name="connsiteY91" fmla="*/ 1524000 h 2870200"/>
              <a:gd name="connsiteX92" fmla="*/ 1634066 w 4089400"/>
              <a:gd name="connsiteY92" fmla="*/ 1490134 h 2870200"/>
              <a:gd name="connsiteX93" fmla="*/ 1659466 w 4089400"/>
              <a:gd name="connsiteY93" fmla="*/ 1388534 h 2870200"/>
              <a:gd name="connsiteX94" fmla="*/ 1718733 w 4089400"/>
              <a:gd name="connsiteY94" fmla="*/ 1286934 h 2870200"/>
              <a:gd name="connsiteX95" fmla="*/ 1769533 w 4089400"/>
              <a:gd name="connsiteY95" fmla="*/ 1176867 h 2870200"/>
              <a:gd name="connsiteX96" fmla="*/ 1794933 w 4089400"/>
              <a:gd name="connsiteY96" fmla="*/ 1202267 h 2870200"/>
              <a:gd name="connsiteX97" fmla="*/ 1803400 w 4089400"/>
              <a:gd name="connsiteY97" fmla="*/ 1227667 h 2870200"/>
              <a:gd name="connsiteX98" fmla="*/ 1820333 w 4089400"/>
              <a:gd name="connsiteY98" fmla="*/ 1261534 h 2870200"/>
              <a:gd name="connsiteX99" fmla="*/ 1862666 w 4089400"/>
              <a:gd name="connsiteY99" fmla="*/ 1422400 h 2870200"/>
              <a:gd name="connsiteX100" fmla="*/ 1913466 w 4089400"/>
              <a:gd name="connsiteY100" fmla="*/ 1600200 h 2870200"/>
              <a:gd name="connsiteX101" fmla="*/ 1964266 w 4089400"/>
              <a:gd name="connsiteY101" fmla="*/ 1744134 h 2870200"/>
              <a:gd name="connsiteX102" fmla="*/ 1981200 w 4089400"/>
              <a:gd name="connsiteY102" fmla="*/ 1498600 h 2870200"/>
              <a:gd name="connsiteX103" fmla="*/ 1998133 w 4089400"/>
              <a:gd name="connsiteY103" fmla="*/ 1464734 h 2870200"/>
              <a:gd name="connsiteX104" fmla="*/ 2006600 w 4089400"/>
              <a:gd name="connsiteY104" fmla="*/ 1439334 h 2870200"/>
              <a:gd name="connsiteX105" fmla="*/ 2057400 w 4089400"/>
              <a:gd name="connsiteY105" fmla="*/ 2032000 h 2870200"/>
              <a:gd name="connsiteX106" fmla="*/ 2065866 w 4089400"/>
              <a:gd name="connsiteY106" fmla="*/ 2150534 h 2870200"/>
              <a:gd name="connsiteX107" fmla="*/ 2074333 w 4089400"/>
              <a:gd name="connsiteY107" fmla="*/ 2489200 h 2870200"/>
              <a:gd name="connsiteX108" fmla="*/ 2108200 w 4089400"/>
              <a:gd name="connsiteY108" fmla="*/ 2421467 h 2870200"/>
              <a:gd name="connsiteX109" fmla="*/ 2150533 w 4089400"/>
              <a:gd name="connsiteY109" fmla="*/ 2319867 h 2870200"/>
              <a:gd name="connsiteX110" fmla="*/ 2175933 w 4089400"/>
              <a:gd name="connsiteY110" fmla="*/ 2286000 h 2870200"/>
              <a:gd name="connsiteX111" fmla="*/ 2209800 w 4089400"/>
              <a:gd name="connsiteY111" fmla="*/ 2235200 h 2870200"/>
              <a:gd name="connsiteX112" fmla="*/ 2226733 w 4089400"/>
              <a:gd name="connsiteY112" fmla="*/ 2514600 h 2870200"/>
              <a:gd name="connsiteX113" fmla="*/ 2252133 w 4089400"/>
              <a:gd name="connsiteY113" fmla="*/ 2565400 h 2870200"/>
              <a:gd name="connsiteX114" fmla="*/ 2260600 w 4089400"/>
              <a:gd name="connsiteY114" fmla="*/ 2489200 h 2870200"/>
              <a:gd name="connsiteX115" fmla="*/ 2277533 w 4089400"/>
              <a:gd name="connsiteY115" fmla="*/ 2421467 h 2870200"/>
              <a:gd name="connsiteX116" fmla="*/ 2286000 w 4089400"/>
              <a:gd name="connsiteY116" fmla="*/ 1718734 h 2870200"/>
              <a:gd name="connsiteX117" fmla="*/ 2311400 w 4089400"/>
              <a:gd name="connsiteY117" fmla="*/ 1811867 h 2870200"/>
              <a:gd name="connsiteX118" fmla="*/ 2336800 w 4089400"/>
              <a:gd name="connsiteY118" fmla="*/ 1871134 h 2870200"/>
              <a:gd name="connsiteX119" fmla="*/ 2362200 w 4089400"/>
              <a:gd name="connsiteY119" fmla="*/ 1938867 h 2870200"/>
              <a:gd name="connsiteX120" fmla="*/ 2370666 w 4089400"/>
              <a:gd name="connsiteY120" fmla="*/ 1972734 h 2870200"/>
              <a:gd name="connsiteX121" fmla="*/ 2379133 w 4089400"/>
              <a:gd name="connsiteY121" fmla="*/ 1574800 h 2870200"/>
              <a:gd name="connsiteX122" fmla="*/ 2404533 w 4089400"/>
              <a:gd name="connsiteY122" fmla="*/ 1236134 h 2870200"/>
              <a:gd name="connsiteX123" fmla="*/ 2421466 w 4089400"/>
              <a:gd name="connsiteY123" fmla="*/ 1092200 h 2870200"/>
              <a:gd name="connsiteX124" fmla="*/ 2429933 w 4089400"/>
              <a:gd name="connsiteY124" fmla="*/ 1066800 h 2870200"/>
              <a:gd name="connsiteX125" fmla="*/ 2438400 w 4089400"/>
              <a:gd name="connsiteY125" fmla="*/ 1092200 h 2870200"/>
              <a:gd name="connsiteX126" fmla="*/ 2455333 w 4089400"/>
              <a:gd name="connsiteY126" fmla="*/ 1117600 h 2870200"/>
              <a:gd name="connsiteX127" fmla="*/ 2463800 w 4089400"/>
              <a:gd name="connsiteY127" fmla="*/ 1227667 h 2870200"/>
              <a:gd name="connsiteX128" fmla="*/ 2489200 w 4089400"/>
              <a:gd name="connsiteY128" fmla="*/ 753534 h 2870200"/>
              <a:gd name="connsiteX129" fmla="*/ 2506133 w 4089400"/>
              <a:gd name="connsiteY129" fmla="*/ 685800 h 2870200"/>
              <a:gd name="connsiteX130" fmla="*/ 2514600 w 4089400"/>
              <a:gd name="connsiteY130" fmla="*/ 609600 h 2870200"/>
              <a:gd name="connsiteX131" fmla="*/ 2523066 w 4089400"/>
              <a:gd name="connsiteY131" fmla="*/ 558800 h 2870200"/>
              <a:gd name="connsiteX132" fmla="*/ 2540000 w 4089400"/>
              <a:gd name="connsiteY132" fmla="*/ 584200 h 2870200"/>
              <a:gd name="connsiteX133" fmla="*/ 2548466 w 4089400"/>
              <a:gd name="connsiteY133" fmla="*/ 778934 h 2870200"/>
              <a:gd name="connsiteX134" fmla="*/ 2590800 w 4089400"/>
              <a:gd name="connsiteY134" fmla="*/ 914400 h 2870200"/>
              <a:gd name="connsiteX135" fmla="*/ 2607733 w 4089400"/>
              <a:gd name="connsiteY135" fmla="*/ 973667 h 2870200"/>
              <a:gd name="connsiteX136" fmla="*/ 2624666 w 4089400"/>
              <a:gd name="connsiteY136" fmla="*/ 812800 h 2870200"/>
              <a:gd name="connsiteX137" fmla="*/ 2641600 w 4089400"/>
              <a:gd name="connsiteY137" fmla="*/ 694267 h 2870200"/>
              <a:gd name="connsiteX138" fmla="*/ 2667000 w 4089400"/>
              <a:gd name="connsiteY138" fmla="*/ 558800 h 2870200"/>
              <a:gd name="connsiteX139" fmla="*/ 2692400 w 4089400"/>
              <a:gd name="connsiteY139" fmla="*/ 321734 h 2870200"/>
              <a:gd name="connsiteX140" fmla="*/ 2709333 w 4089400"/>
              <a:gd name="connsiteY140" fmla="*/ 1058334 h 2870200"/>
              <a:gd name="connsiteX141" fmla="*/ 2717800 w 4089400"/>
              <a:gd name="connsiteY141" fmla="*/ 1032934 h 2870200"/>
              <a:gd name="connsiteX142" fmla="*/ 2785533 w 4089400"/>
              <a:gd name="connsiteY142" fmla="*/ 905934 h 2870200"/>
              <a:gd name="connsiteX143" fmla="*/ 2819400 w 4089400"/>
              <a:gd name="connsiteY143" fmla="*/ 855134 h 2870200"/>
              <a:gd name="connsiteX144" fmla="*/ 2844800 w 4089400"/>
              <a:gd name="connsiteY144" fmla="*/ 1422400 h 2870200"/>
              <a:gd name="connsiteX145" fmla="*/ 2853266 w 4089400"/>
              <a:gd name="connsiteY145" fmla="*/ 1388534 h 2870200"/>
              <a:gd name="connsiteX146" fmla="*/ 2870200 w 4089400"/>
              <a:gd name="connsiteY146" fmla="*/ 1363134 h 2870200"/>
              <a:gd name="connsiteX147" fmla="*/ 2895600 w 4089400"/>
              <a:gd name="connsiteY147" fmla="*/ 1278467 h 2870200"/>
              <a:gd name="connsiteX148" fmla="*/ 2912533 w 4089400"/>
              <a:gd name="connsiteY148" fmla="*/ 1320800 h 2870200"/>
              <a:gd name="connsiteX149" fmla="*/ 2929466 w 4089400"/>
              <a:gd name="connsiteY149" fmla="*/ 1388534 h 2870200"/>
              <a:gd name="connsiteX150" fmla="*/ 2946400 w 4089400"/>
              <a:gd name="connsiteY150" fmla="*/ 1422400 h 2870200"/>
              <a:gd name="connsiteX151" fmla="*/ 2988733 w 4089400"/>
              <a:gd name="connsiteY151" fmla="*/ 1540934 h 2870200"/>
              <a:gd name="connsiteX152" fmla="*/ 3005666 w 4089400"/>
              <a:gd name="connsiteY152" fmla="*/ 1566334 h 2870200"/>
              <a:gd name="connsiteX153" fmla="*/ 3039533 w 4089400"/>
              <a:gd name="connsiteY153" fmla="*/ 1718734 h 2870200"/>
              <a:gd name="connsiteX154" fmla="*/ 3064933 w 4089400"/>
              <a:gd name="connsiteY154" fmla="*/ 1761067 h 2870200"/>
              <a:gd name="connsiteX155" fmla="*/ 3098800 w 4089400"/>
              <a:gd name="connsiteY155" fmla="*/ 1879600 h 2870200"/>
              <a:gd name="connsiteX156" fmla="*/ 3090333 w 4089400"/>
              <a:gd name="connsiteY156" fmla="*/ 1913467 h 2870200"/>
              <a:gd name="connsiteX157" fmla="*/ 3031066 w 4089400"/>
              <a:gd name="connsiteY157" fmla="*/ 1896534 h 2870200"/>
              <a:gd name="connsiteX158" fmla="*/ 3081866 w 4089400"/>
              <a:gd name="connsiteY158" fmla="*/ 1888067 h 2870200"/>
              <a:gd name="connsiteX159" fmla="*/ 3107266 w 4089400"/>
              <a:gd name="connsiteY159" fmla="*/ 1871134 h 2870200"/>
              <a:gd name="connsiteX160" fmla="*/ 3115733 w 4089400"/>
              <a:gd name="connsiteY160" fmla="*/ 1769534 h 2870200"/>
              <a:gd name="connsiteX161" fmla="*/ 3132666 w 4089400"/>
              <a:gd name="connsiteY161" fmla="*/ 1710267 h 2870200"/>
              <a:gd name="connsiteX162" fmla="*/ 3141133 w 4089400"/>
              <a:gd name="connsiteY162" fmla="*/ 1684867 h 2870200"/>
              <a:gd name="connsiteX163" fmla="*/ 3166533 w 4089400"/>
              <a:gd name="connsiteY163" fmla="*/ 1676400 h 2870200"/>
              <a:gd name="connsiteX164" fmla="*/ 3175000 w 4089400"/>
              <a:gd name="connsiteY164" fmla="*/ 2006600 h 2870200"/>
              <a:gd name="connsiteX165" fmla="*/ 3183466 w 4089400"/>
              <a:gd name="connsiteY165" fmla="*/ 2048934 h 2870200"/>
              <a:gd name="connsiteX166" fmla="*/ 3191933 w 4089400"/>
              <a:gd name="connsiteY166" fmla="*/ 2099734 h 2870200"/>
              <a:gd name="connsiteX167" fmla="*/ 3208866 w 4089400"/>
              <a:gd name="connsiteY167" fmla="*/ 2048934 h 2870200"/>
              <a:gd name="connsiteX168" fmla="*/ 3217333 w 4089400"/>
              <a:gd name="connsiteY168" fmla="*/ 1998134 h 2870200"/>
              <a:gd name="connsiteX169" fmla="*/ 3251200 w 4089400"/>
              <a:gd name="connsiteY169" fmla="*/ 2353734 h 2870200"/>
              <a:gd name="connsiteX170" fmla="*/ 3276600 w 4089400"/>
              <a:gd name="connsiteY170" fmla="*/ 2387600 h 2870200"/>
              <a:gd name="connsiteX171" fmla="*/ 3285066 w 4089400"/>
              <a:gd name="connsiteY171" fmla="*/ 2497667 h 2870200"/>
              <a:gd name="connsiteX172" fmla="*/ 3302000 w 4089400"/>
              <a:gd name="connsiteY172" fmla="*/ 2531534 h 2870200"/>
              <a:gd name="connsiteX173" fmla="*/ 3318933 w 4089400"/>
              <a:gd name="connsiteY173" fmla="*/ 2599267 h 2870200"/>
              <a:gd name="connsiteX174" fmla="*/ 3344333 w 4089400"/>
              <a:gd name="connsiteY174" fmla="*/ 2667000 h 2870200"/>
              <a:gd name="connsiteX175" fmla="*/ 3386666 w 4089400"/>
              <a:gd name="connsiteY175" fmla="*/ 2810934 h 2870200"/>
              <a:gd name="connsiteX176" fmla="*/ 3412066 w 4089400"/>
              <a:gd name="connsiteY176" fmla="*/ 2870200 h 2870200"/>
              <a:gd name="connsiteX177" fmla="*/ 3437466 w 4089400"/>
              <a:gd name="connsiteY177" fmla="*/ 1828800 h 2870200"/>
              <a:gd name="connsiteX178" fmla="*/ 3445933 w 4089400"/>
              <a:gd name="connsiteY178" fmla="*/ 1803400 h 2870200"/>
              <a:gd name="connsiteX179" fmla="*/ 3462866 w 4089400"/>
              <a:gd name="connsiteY179" fmla="*/ 1735667 h 2870200"/>
              <a:gd name="connsiteX180" fmla="*/ 3488266 w 4089400"/>
              <a:gd name="connsiteY180" fmla="*/ 1651000 h 2870200"/>
              <a:gd name="connsiteX181" fmla="*/ 3496733 w 4089400"/>
              <a:gd name="connsiteY181" fmla="*/ 1701800 h 2870200"/>
              <a:gd name="connsiteX182" fmla="*/ 3505200 w 4089400"/>
              <a:gd name="connsiteY182" fmla="*/ 1803400 h 2870200"/>
              <a:gd name="connsiteX183" fmla="*/ 3522133 w 4089400"/>
              <a:gd name="connsiteY183" fmla="*/ 1752600 h 2870200"/>
              <a:gd name="connsiteX184" fmla="*/ 3530600 w 4089400"/>
              <a:gd name="connsiteY184" fmla="*/ 1693334 h 2870200"/>
              <a:gd name="connsiteX185" fmla="*/ 3572933 w 4089400"/>
              <a:gd name="connsiteY185" fmla="*/ 1608667 h 2870200"/>
              <a:gd name="connsiteX186" fmla="*/ 3589866 w 4089400"/>
              <a:gd name="connsiteY186" fmla="*/ 1566334 h 2870200"/>
              <a:gd name="connsiteX187" fmla="*/ 3632200 w 4089400"/>
              <a:gd name="connsiteY187" fmla="*/ 1464734 h 2870200"/>
              <a:gd name="connsiteX188" fmla="*/ 3640666 w 4089400"/>
              <a:gd name="connsiteY188" fmla="*/ 1422400 h 2870200"/>
              <a:gd name="connsiteX189" fmla="*/ 3657600 w 4089400"/>
              <a:gd name="connsiteY189" fmla="*/ 1363134 h 2870200"/>
              <a:gd name="connsiteX190" fmla="*/ 3674533 w 4089400"/>
              <a:gd name="connsiteY190" fmla="*/ 1320800 h 2870200"/>
              <a:gd name="connsiteX191" fmla="*/ 3683000 w 4089400"/>
              <a:gd name="connsiteY191" fmla="*/ 1295400 h 2870200"/>
              <a:gd name="connsiteX192" fmla="*/ 3716866 w 4089400"/>
              <a:gd name="connsiteY192" fmla="*/ 1227667 h 2870200"/>
              <a:gd name="connsiteX193" fmla="*/ 3725333 w 4089400"/>
              <a:gd name="connsiteY193" fmla="*/ 1176867 h 2870200"/>
              <a:gd name="connsiteX194" fmla="*/ 3742266 w 4089400"/>
              <a:gd name="connsiteY194" fmla="*/ 1126067 h 2870200"/>
              <a:gd name="connsiteX195" fmla="*/ 3750733 w 4089400"/>
              <a:gd name="connsiteY195" fmla="*/ 1058334 h 2870200"/>
              <a:gd name="connsiteX196" fmla="*/ 3759200 w 4089400"/>
              <a:gd name="connsiteY196" fmla="*/ 1270000 h 2870200"/>
              <a:gd name="connsiteX197" fmla="*/ 3793066 w 4089400"/>
              <a:gd name="connsiteY197" fmla="*/ 558800 h 2870200"/>
              <a:gd name="connsiteX198" fmla="*/ 3810000 w 4089400"/>
              <a:gd name="connsiteY198" fmla="*/ 482600 h 2870200"/>
              <a:gd name="connsiteX199" fmla="*/ 3818466 w 4089400"/>
              <a:gd name="connsiteY199" fmla="*/ 533400 h 2870200"/>
              <a:gd name="connsiteX200" fmla="*/ 3835400 w 4089400"/>
              <a:gd name="connsiteY200" fmla="*/ 660400 h 2870200"/>
              <a:gd name="connsiteX201" fmla="*/ 3843866 w 4089400"/>
              <a:gd name="connsiteY201" fmla="*/ 702734 h 2870200"/>
              <a:gd name="connsiteX202" fmla="*/ 3860800 w 4089400"/>
              <a:gd name="connsiteY202" fmla="*/ 736600 h 2870200"/>
              <a:gd name="connsiteX203" fmla="*/ 3877733 w 4089400"/>
              <a:gd name="connsiteY203" fmla="*/ 702734 h 2870200"/>
              <a:gd name="connsiteX204" fmla="*/ 3937000 w 4089400"/>
              <a:gd name="connsiteY204" fmla="*/ 482600 h 2870200"/>
              <a:gd name="connsiteX205" fmla="*/ 3953933 w 4089400"/>
              <a:gd name="connsiteY205" fmla="*/ 457200 h 2870200"/>
              <a:gd name="connsiteX206" fmla="*/ 3979333 w 4089400"/>
              <a:gd name="connsiteY206" fmla="*/ 177800 h 2870200"/>
              <a:gd name="connsiteX207" fmla="*/ 4004733 w 4089400"/>
              <a:gd name="connsiteY207" fmla="*/ 135467 h 2870200"/>
              <a:gd name="connsiteX208" fmla="*/ 4013200 w 4089400"/>
              <a:gd name="connsiteY208" fmla="*/ 101600 h 2870200"/>
              <a:gd name="connsiteX209" fmla="*/ 4021666 w 4089400"/>
              <a:gd name="connsiteY209" fmla="*/ 76200 h 2870200"/>
              <a:gd name="connsiteX210" fmla="*/ 4030133 w 4089400"/>
              <a:gd name="connsiteY210" fmla="*/ 110067 h 2870200"/>
              <a:gd name="connsiteX211" fmla="*/ 4047066 w 4089400"/>
              <a:gd name="connsiteY211" fmla="*/ 160867 h 2870200"/>
              <a:gd name="connsiteX212" fmla="*/ 4089400 w 4089400"/>
              <a:gd name="connsiteY212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25400 w 4089400"/>
              <a:gd name="connsiteY2" fmla="*/ 626534 h 2870200"/>
              <a:gd name="connsiteX3" fmla="*/ 33866 w 4089400"/>
              <a:gd name="connsiteY3" fmla="*/ 592667 h 2870200"/>
              <a:gd name="connsiteX4" fmla="*/ 42333 w 4089400"/>
              <a:gd name="connsiteY4" fmla="*/ 567267 h 2870200"/>
              <a:gd name="connsiteX5" fmla="*/ 42333 w 4089400"/>
              <a:gd name="connsiteY5" fmla="*/ 821267 h 2870200"/>
              <a:gd name="connsiteX6" fmla="*/ 16933 w 4089400"/>
              <a:gd name="connsiteY6" fmla="*/ 880534 h 2870200"/>
              <a:gd name="connsiteX7" fmla="*/ 25400 w 4089400"/>
              <a:gd name="connsiteY7" fmla="*/ 1354667 h 2870200"/>
              <a:gd name="connsiteX8" fmla="*/ 33866 w 4089400"/>
              <a:gd name="connsiteY8" fmla="*/ 1329267 h 2870200"/>
              <a:gd name="connsiteX9" fmla="*/ 42333 w 4089400"/>
              <a:gd name="connsiteY9" fmla="*/ 1286934 h 2870200"/>
              <a:gd name="connsiteX10" fmla="*/ 59266 w 4089400"/>
              <a:gd name="connsiteY10" fmla="*/ 1253067 h 2870200"/>
              <a:gd name="connsiteX11" fmla="*/ 76200 w 4089400"/>
              <a:gd name="connsiteY11" fmla="*/ 1202267 h 2870200"/>
              <a:gd name="connsiteX12" fmla="*/ 84666 w 4089400"/>
              <a:gd name="connsiteY12" fmla="*/ 1176867 h 2870200"/>
              <a:gd name="connsiteX13" fmla="*/ 101600 w 4089400"/>
              <a:gd name="connsiteY13" fmla="*/ 1143000 h 2870200"/>
              <a:gd name="connsiteX14" fmla="*/ 110066 w 4089400"/>
              <a:gd name="connsiteY14" fmla="*/ 1100667 h 2870200"/>
              <a:gd name="connsiteX15" fmla="*/ 135466 w 4089400"/>
              <a:gd name="connsiteY15" fmla="*/ 1032934 h 2870200"/>
              <a:gd name="connsiteX16" fmla="*/ 143933 w 4089400"/>
              <a:gd name="connsiteY16" fmla="*/ 999067 h 2870200"/>
              <a:gd name="connsiteX17" fmla="*/ 160866 w 4089400"/>
              <a:gd name="connsiteY17" fmla="*/ 948267 h 2870200"/>
              <a:gd name="connsiteX18" fmla="*/ 177800 w 4089400"/>
              <a:gd name="connsiteY18" fmla="*/ 1134534 h 2870200"/>
              <a:gd name="connsiteX19" fmla="*/ 194733 w 4089400"/>
              <a:gd name="connsiteY19" fmla="*/ 1464734 h 2870200"/>
              <a:gd name="connsiteX20" fmla="*/ 228600 w 4089400"/>
              <a:gd name="connsiteY20" fmla="*/ 1397000 h 2870200"/>
              <a:gd name="connsiteX21" fmla="*/ 254000 w 4089400"/>
              <a:gd name="connsiteY21" fmla="*/ 1363134 h 2870200"/>
              <a:gd name="connsiteX22" fmla="*/ 262466 w 4089400"/>
              <a:gd name="connsiteY22" fmla="*/ 1337734 h 2870200"/>
              <a:gd name="connsiteX23" fmla="*/ 279400 w 4089400"/>
              <a:gd name="connsiteY23" fmla="*/ 1371600 h 2870200"/>
              <a:gd name="connsiteX24" fmla="*/ 287866 w 4089400"/>
              <a:gd name="connsiteY24" fmla="*/ 2243667 h 2870200"/>
              <a:gd name="connsiteX25" fmla="*/ 313266 w 4089400"/>
              <a:gd name="connsiteY25" fmla="*/ 2201334 h 2870200"/>
              <a:gd name="connsiteX26" fmla="*/ 321733 w 4089400"/>
              <a:gd name="connsiteY26" fmla="*/ 2150534 h 2870200"/>
              <a:gd name="connsiteX27" fmla="*/ 355600 w 4089400"/>
              <a:gd name="connsiteY27" fmla="*/ 2125134 h 2870200"/>
              <a:gd name="connsiteX28" fmla="*/ 364066 w 4089400"/>
              <a:gd name="connsiteY28" fmla="*/ 2082800 h 2870200"/>
              <a:gd name="connsiteX29" fmla="*/ 381000 w 4089400"/>
              <a:gd name="connsiteY29" fmla="*/ 2065867 h 2870200"/>
              <a:gd name="connsiteX30" fmla="*/ 397933 w 4089400"/>
              <a:gd name="connsiteY30" fmla="*/ 2032000 h 2870200"/>
              <a:gd name="connsiteX31" fmla="*/ 423333 w 4089400"/>
              <a:gd name="connsiteY31" fmla="*/ 1998134 h 2870200"/>
              <a:gd name="connsiteX32" fmla="*/ 440266 w 4089400"/>
              <a:gd name="connsiteY32" fmla="*/ 1752600 h 2870200"/>
              <a:gd name="connsiteX33" fmla="*/ 465666 w 4089400"/>
              <a:gd name="connsiteY33" fmla="*/ 1651000 h 2870200"/>
              <a:gd name="connsiteX34" fmla="*/ 491066 w 4089400"/>
              <a:gd name="connsiteY34" fmla="*/ 1710267 h 2870200"/>
              <a:gd name="connsiteX35" fmla="*/ 499533 w 4089400"/>
              <a:gd name="connsiteY35" fmla="*/ 1735667 h 2870200"/>
              <a:gd name="connsiteX36" fmla="*/ 533400 w 4089400"/>
              <a:gd name="connsiteY36" fmla="*/ 1820334 h 2870200"/>
              <a:gd name="connsiteX37" fmla="*/ 558800 w 4089400"/>
              <a:gd name="connsiteY37" fmla="*/ 1938867 h 2870200"/>
              <a:gd name="connsiteX38" fmla="*/ 575733 w 4089400"/>
              <a:gd name="connsiteY38" fmla="*/ 1998134 h 2870200"/>
              <a:gd name="connsiteX39" fmla="*/ 592666 w 4089400"/>
              <a:gd name="connsiteY39" fmla="*/ 2023534 h 2870200"/>
              <a:gd name="connsiteX40" fmla="*/ 618066 w 4089400"/>
              <a:gd name="connsiteY40" fmla="*/ 1786467 h 2870200"/>
              <a:gd name="connsiteX41" fmla="*/ 626533 w 4089400"/>
              <a:gd name="connsiteY41" fmla="*/ 1744134 h 2870200"/>
              <a:gd name="connsiteX42" fmla="*/ 643466 w 4089400"/>
              <a:gd name="connsiteY42" fmla="*/ 1718734 h 2870200"/>
              <a:gd name="connsiteX43" fmla="*/ 660400 w 4089400"/>
              <a:gd name="connsiteY43" fmla="*/ 1617134 h 2870200"/>
              <a:gd name="connsiteX44" fmla="*/ 677333 w 4089400"/>
              <a:gd name="connsiteY44" fmla="*/ 1557867 h 2870200"/>
              <a:gd name="connsiteX45" fmla="*/ 685800 w 4089400"/>
              <a:gd name="connsiteY45" fmla="*/ 1524000 h 2870200"/>
              <a:gd name="connsiteX46" fmla="*/ 702733 w 4089400"/>
              <a:gd name="connsiteY46" fmla="*/ 1312334 h 2870200"/>
              <a:gd name="connsiteX47" fmla="*/ 719666 w 4089400"/>
              <a:gd name="connsiteY47" fmla="*/ 1380067 h 2870200"/>
              <a:gd name="connsiteX48" fmla="*/ 736600 w 4089400"/>
              <a:gd name="connsiteY48" fmla="*/ 1532467 h 2870200"/>
              <a:gd name="connsiteX49" fmla="*/ 753533 w 4089400"/>
              <a:gd name="connsiteY49" fmla="*/ 1566334 h 2870200"/>
              <a:gd name="connsiteX50" fmla="*/ 778933 w 4089400"/>
              <a:gd name="connsiteY50" fmla="*/ 1456267 h 2870200"/>
              <a:gd name="connsiteX51" fmla="*/ 795866 w 4089400"/>
              <a:gd name="connsiteY51" fmla="*/ 1430867 h 2870200"/>
              <a:gd name="connsiteX52" fmla="*/ 829733 w 4089400"/>
              <a:gd name="connsiteY52" fmla="*/ 1388534 h 2870200"/>
              <a:gd name="connsiteX53" fmla="*/ 838200 w 4089400"/>
              <a:gd name="connsiteY53" fmla="*/ 1498600 h 2870200"/>
              <a:gd name="connsiteX54" fmla="*/ 863600 w 4089400"/>
              <a:gd name="connsiteY54" fmla="*/ 1811867 h 2870200"/>
              <a:gd name="connsiteX55" fmla="*/ 872066 w 4089400"/>
              <a:gd name="connsiteY55" fmla="*/ 1642534 h 2870200"/>
              <a:gd name="connsiteX56" fmla="*/ 897466 w 4089400"/>
              <a:gd name="connsiteY56" fmla="*/ 1583267 h 2870200"/>
              <a:gd name="connsiteX57" fmla="*/ 905933 w 4089400"/>
              <a:gd name="connsiteY57" fmla="*/ 1557867 h 2870200"/>
              <a:gd name="connsiteX58" fmla="*/ 914400 w 4089400"/>
              <a:gd name="connsiteY58" fmla="*/ 2006600 h 2870200"/>
              <a:gd name="connsiteX59" fmla="*/ 939800 w 4089400"/>
              <a:gd name="connsiteY59" fmla="*/ 2116667 h 2870200"/>
              <a:gd name="connsiteX60" fmla="*/ 948266 w 4089400"/>
              <a:gd name="connsiteY60" fmla="*/ 1828800 h 2870200"/>
              <a:gd name="connsiteX61" fmla="*/ 965200 w 4089400"/>
              <a:gd name="connsiteY61" fmla="*/ 1794934 h 2870200"/>
              <a:gd name="connsiteX62" fmla="*/ 973666 w 4089400"/>
              <a:gd name="connsiteY62" fmla="*/ 1761067 h 2870200"/>
              <a:gd name="connsiteX63" fmla="*/ 990600 w 4089400"/>
              <a:gd name="connsiteY63" fmla="*/ 1871134 h 2870200"/>
              <a:gd name="connsiteX64" fmla="*/ 1007533 w 4089400"/>
              <a:gd name="connsiteY64" fmla="*/ 1947334 h 2870200"/>
              <a:gd name="connsiteX65" fmla="*/ 1024466 w 4089400"/>
              <a:gd name="connsiteY65" fmla="*/ 2040467 h 2870200"/>
              <a:gd name="connsiteX66" fmla="*/ 1049866 w 4089400"/>
              <a:gd name="connsiteY66" fmla="*/ 2108200 h 2870200"/>
              <a:gd name="connsiteX67" fmla="*/ 1058333 w 4089400"/>
              <a:gd name="connsiteY67" fmla="*/ 2150534 h 2870200"/>
              <a:gd name="connsiteX68" fmla="*/ 1100666 w 4089400"/>
              <a:gd name="connsiteY68" fmla="*/ 2209800 h 2870200"/>
              <a:gd name="connsiteX69" fmla="*/ 1109133 w 4089400"/>
              <a:gd name="connsiteY69" fmla="*/ 2108200 h 2870200"/>
              <a:gd name="connsiteX70" fmla="*/ 1159933 w 4089400"/>
              <a:gd name="connsiteY70" fmla="*/ 1989667 h 2870200"/>
              <a:gd name="connsiteX71" fmla="*/ 1210733 w 4089400"/>
              <a:gd name="connsiteY71" fmla="*/ 1913467 h 2870200"/>
              <a:gd name="connsiteX72" fmla="*/ 1219200 w 4089400"/>
              <a:gd name="connsiteY72" fmla="*/ 2167467 h 2870200"/>
              <a:gd name="connsiteX73" fmla="*/ 1236133 w 4089400"/>
              <a:gd name="connsiteY73" fmla="*/ 2082800 h 2870200"/>
              <a:gd name="connsiteX74" fmla="*/ 1244600 w 4089400"/>
              <a:gd name="connsiteY74" fmla="*/ 2015067 h 2870200"/>
              <a:gd name="connsiteX75" fmla="*/ 1286933 w 4089400"/>
              <a:gd name="connsiteY75" fmla="*/ 1854200 h 2870200"/>
              <a:gd name="connsiteX76" fmla="*/ 1295400 w 4089400"/>
              <a:gd name="connsiteY76" fmla="*/ 1803400 h 2870200"/>
              <a:gd name="connsiteX77" fmla="*/ 1320800 w 4089400"/>
              <a:gd name="connsiteY77" fmla="*/ 1701800 h 2870200"/>
              <a:gd name="connsiteX78" fmla="*/ 1346200 w 4089400"/>
              <a:gd name="connsiteY78" fmla="*/ 1718734 h 2870200"/>
              <a:gd name="connsiteX79" fmla="*/ 1354666 w 4089400"/>
              <a:gd name="connsiteY79" fmla="*/ 1744134 h 2870200"/>
              <a:gd name="connsiteX80" fmla="*/ 1380066 w 4089400"/>
              <a:gd name="connsiteY80" fmla="*/ 1828800 h 2870200"/>
              <a:gd name="connsiteX81" fmla="*/ 1397000 w 4089400"/>
              <a:gd name="connsiteY81" fmla="*/ 1879600 h 2870200"/>
              <a:gd name="connsiteX82" fmla="*/ 1405466 w 4089400"/>
              <a:gd name="connsiteY82" fmla="*/ 1913467 h 2870200"/>
              <a:gd name="connsiteX83" fmla="*/ 1430866 w 4089400"/>
              <a:gd name="connsiteY83" fmla="*/ 1947334 h 2870200"/>
              <a:gd name="connsiteX84" fmla="*/ 1447800 w 4089400"/>
              <a:gd name="connsiteY84" fmla="*/ 1938867 h 2870200"/>
              <a:gd name="connsiteX85" fmla="*/ 1490133 w 4089400"/>
              <a:gd name="connsiteY85" fmla="*/ 1803400 h 2870200"/>
              <a:gd name="connsiteX86" fmla="*/ 1549400 w 4089400"/>
              <a:gd name="connsiteY86" fmla="*/ 1651000 h 2870200"/>
              <a:gd name="connsiteX87" fmla="*/ 1557866 w 4089400"/>
              <a:gd name="connsiteY87" fmla="*/ 1591734 h 2870200"/>
              <a:gd name="connsiteX88" fmla="*/ 1574800 w 4089400"/>
              <a:gd name="connsiteY88" fmla="*/ 1566334 h 2870200"/>
              <a:gd name="connsiteX89" fmla="*/ 1583266 w 4089400"/>
              <a:gd name="connsiteY89" fmla="*/ 1524000 h 2870200"/>
              <a:gd name="connsiteX90" fmla="*/ 1591733 w 4089400"/>
              <a:gd name="connsiteY90" fmla="*/ 1498600 h 2870200"/>
              <a:gd name="connsiteX91" fmla="*/ 1608666 w 4089400"/>
              <a:gd name="connsiteY91" fmla="*/ 1524000 h 2870200"/>
              <a:gd name="connsiteX92" fmla="*/ 1634066 w 4089400"/>
              <a:gd name="connsiteY92" fmla="*/ 1490134 h 2870200"/>
              <a:gd name="connsiteX93" fmla="*/ 1659466 w 4089400"/>
              <a:gd name="connsiteY93" fmla="*/ 1388534 h 2870200"/>
              <a:gd name="connsiteX94" fmla="*/ 1718733 w 4089400"/>
              <a:gd name="connsiteY94" fmla="*/ 1286934 h 2870200"/>
              <a:gd name="connsiteX95" fmla="*/ 1769533 w 4089400"/>
              <a:gd name="connsiteY95" fmla="*/ 1176867 h 2870200"/>
              <a:gd name="connsiteX96" fmla="*/ 1794933 w 4089400"/>
              <a:gd name="connsiteY96" fmla="*/ 1202267 h 2870200"/>
              <a:gd name="connsiteX97" fmla="*/ 1803400 w 4089400"/>
              <a:gd name="connsiteY97" fmla="*/ 1227667 h 2870200"/>
              <a:gd name="connsiteX98" fmla="*/ 1820333 w 4089400"/>
              <a:gd name="connsiteY98" fmla="*/ 1261534 h 2870200"/>
              <a:gd name="connsiteX99" fmla="*/ 1862666 w 4089400"/>
              <a:gd name="connsiteY99" fmla="*/ 1422400 h 2870200"/>
              <a:gd name="connsiteX100" fmla="*/ 1913466 w 4089400"/>
              <a:gd name="connsiteY100" fmla="*/ 1600200 h 2870200"/>
              <a:gd name="connsiteX101" fmla="*/ 1964266 w 4089400"/>
              <a:gd name="connsiteY101" fmla="*/ 1744134 h 2870200"/>
              <a:gd name="connsiteX102" fmla="*/ 1981200 w 4089400"/>
              <a:gd name="connsiteY102" fmla="*/ 1498600 h 2870200"/>
              <a:gd name="connsiteX103" fmla="*/ 1998133 w 4089400"/>
              <a:gd name="connsiteY103" fmla="*/ 1464734 h 2870200"/>
              <a:gd name="connsiteX104" fmla="*/ 2006600 w 4089400"/>
              <a:gd name="connsiteY104" fmla="*/ 1439334 h 2870200"/>
              <a:gd name="connsiteX105" fmla="*/ 2057400 w 4089400"/>
              <a:gd name="connsiteY105" fmla="*/ 2032000 h 2870200"/>
              <a:gd name="connsiteX106" fmla="*/ 2065866 w 4089400"/>
              <a:gd name="connsiteY106" fmla="*/ 2150534 h 2870200"/>
              <a:gd name="connsiteX107" fmla="*/ 2074333 w 4089400"/>
              <a:gd name="connsiteY107" fmla="*/ 2489200 h 2870200"/>
              <a:gd name="connsiteX108" fmla="*/ 2108200 w 4089400"/>
              <a:gd name="connsiteY108" fmla="*/ 2421467 h 2870200"/>
              <a:gd name="connsiteX109" fmla="*/ 2150533 w 4089400"/>
              <a:gd name="connsiteY109" fmla="*/ 2319867 h 2870200"/>
              <a:gd name="connsiteX110" fmla="*/ 2175933 w 4089400"/>
              <a:gd name="connsiteY110" fmla="*/ 2286000 h 2870200"/>
              <a:gd name="connsiteX111" fmla="*/ 2209800 w 4089400"/>
              <a:gd name="connsiteY111" fmla="*/ 2235200 h 2870200"/>
              <a:gd name="connsiteX112" fmla="*/ 2226733 w 4089400"/>
              <a:gd name="connsiteY112" fmla="*/ 2514600 h 2870200"/>
              <a:gd name="connsiteX113" fmla="*/ 2252133 w 4089400"/>
              <a:gd name="connsiteY113" fmla="*/ 2565400 h 2870200"/>
              <a:gd name="connsiteX114" fmla="*/ 2260600 w 4089400"/>
              <a:gd name="connsiteY114" fmla="*/ 2489200 h 2870200"/>
              <a:gd name="connsiteX115" fmla="*/ 2277533 w 4089400"/>
              <a:gd name="connsiteY115" fmla="*/ 2421467 h 2870200"/>
              <a:gd name="connsiteX116" fmla="*/ 2286000 w 4089400"/>
              <a:gd name="connsiteY116" fmla="*/ 1718734 h 2870200"/>
              <a:gd name="connsiteX117" fmla="*/ 2311400 w 4089400"/>
              <a:gd name="connsiteY117" fmla="*/ 1811867 h 2870200"/>
              <a:gd name="connsiteX118" fmla="*/ 2336800 w 4089400"/>
              <a:gd name="connsiteY118" fmla="*/ 1871134 h 2870200"/>
              <a:gd name="connsiteX119" fmla="*/ 2362200 w 4089400"/>
              <a:gd name="connsiteY119" fmla="*/ 1938867 h 2870200"/>
              <a:gd name="connsiteX120" fmla="*/ 2370666 w 4089400"/>
              <a:gd name="connsiteY120" fmla="*/ 1972734 h 2870200"/>
              <a:gd name="connsiteX121" fmla="*/ 2379133 w 4089400"/>
              <a:gd name="connsiteY121" fmla="*/ 1574800 h 2870200"/>
              <a:gd name="connsiteX122" fmla="*/ 2404533 w 4089400"/>
              <a:gd name="connsiteY122" fmla="*/ 1236134 h 2870200"/>
              <a:gd name="connsiteX123" fmla="*/ 2421466 w 4089400"/>
              <a:gd name="connsiteY123" fmla="*/ 1092200 h 2870200"/>
              <a:gd name="connsiteX124" fmla="*/ 2429933 w 4089400"/>
              <a:gd name="connsiteY124" fmla="*/ 1066800 h 2870200"/>
              <a:gd name="connsiteX125" fmla="*/ 2438400 w 4089400"/>
              <a:gd name="connsiteY125" fmla="*/ 1092200 h 2870200"/>
              <a:gd name="connsiteX126" fmla="*/ 2455333 w 4089400"/>
              <a:gd name="connsiteY126" fmla="*/ 1117600 h 2870200"/>
              <a:gd name="connsiteX127" fmla="*/ 2463800 w 4089400"/>
              <a:gd name="connsiteY127" fmla="*/ 1227667 h 2870200"/>
              <a:gd name="connsiteX128" fmla="*/ 2489200 w 4089400"/>
              <a:gd name="connsiteY128" fmla="*/ 753534 h 2870200"/>
              <a:gd name="connsiteX129" fmla="*/ 2506133 w 4089400"/>
              <a:gd name="connsiteY129" fmla="*/ 685800 h 2870200"/>
              <a:gd name="connsiteX130" fmla="*/ 2514600 w 4089400"/>
              <a:gd name="connsiteY130" fmla="*/ 609600 h 2870200"/>
              <a:gd name="connsiteX131" fmla="*/ 2523066 w 4089400"/>
              <a:gd name="connsiteY131" fmla="*/ 558800 h 2870200"/>
              <a:gd name="connsiteX132" fmla="*/ 2540000 w 4089400"/>
              <a:gd name="connsiteY132" fmla="*/ 584200 h 2870200"/>
              <a:gd name="connsiteX133" fmla="*/ 2548466 w 4089400"/>
              <a:gd name="connsiteY133" fmla="*/ 778934 h 2870200"/>
              <a:gd name="connsiteX134" fmla="*/ 2590800 w 4089400"/>
              <a:gd name="connsiteY134" fmla="*/ 914400 h 2870200"/>
              <a:gd name="connsiteX135" fmla="*/ 2607733 w 4089400"/>
              <a:gd name="connsiteY135" fmla="*/ 973667 h 2870200"/>
              <a:gd name="connsiteX136" fmla="*/ 2624666 w 4089400"/>
              <a:gd name="connsiteY136" fmla="*/ 812800 h 2870200"/>
              <a:gd name="connsiteX137" fmla="*/ 2641600 w 4089400"/>
              <a:gd name="connsiteY137" fmla="*/ 694267 h 2870200"/>
              <a:gd name="connsiteX138" fmla="*/ 2667000 w 4089400"/>
              <a:gd name="connsiteY138" fmla="*/ 558800 h 2870200"/>
              <a:gd name="connsiteX139" fmla="*/ 2692400 w 4089400"/>
              <a:gd name="connsiteY139" fmla="*/ 321734 h 2870200"/>
              <a:gd name="connsiteX140" fmla="*/ 2709333 w 4089400"/>
              <a:gd name="connsiteY140" fmla="*/ 1058334 h 2870200"/>
              <a:gd name="connsiteX141" fmla="*/ 2717800 w 4089400"/>
              <a:gd name="connsiteY141" fmla="*/ 1032934 h 2870200"/>
              <a:gd name="connsiteX142" fmla="*/ 2785533 w 4089400"/>
              <a:gd name="connsiteY142" fmla="*/ 905934 h 2870200"/>
              <a:gd name="connsiteX143" fmla="*/ 2819400 w 4089400"/>
              <a:gd name="connsiteY143" fmla="*/ 855134 h 2870200"/>
              <a:gd name="connsiteX144" fmla="*/ 2844800 w 4089400"/>
              <a:gd name="connsiteY144" fmla="*/ 1422400 h 2870200"/>
              <a:gd name="connsiteX145" fmla="*/ 2853266 w 4089400"/>
              <a:gd name="connsiteY145" fmla="*/ 1388534 h 2870200"/>
              <a:gd name="connsiteX146" fmla="*/ 2870200 w 4089400"/>
              <a:gd name="connsiteY146" fmla="*/ 1363134 h 2870200"/>
              <a:gd name="connsiteX147" fmla="*/ 2895600 w 4089400"/>
              <a:gd name="connsiteY147" fmla="*/ 1278467 h 2870200"/>
              <a:gd name="connsiteX148" fmla="*/ 2912533 w 4089400"/>
              <a:gd name="connsiteY148" fmla="*/ 1320800 h 2870200"/>
              <a:gd name="connsiteX149" fmla="*/ 2929466 w 4089400"/>
              <a:gd name="connsiteY149" fmla="*/ 1388534 h 2870200"/>
              <a:gd name="connsiteX150" fmla="*/ 2946400 w 4089400"/>
              <a:gd name="connsiteY150" fmla="*/ 1422400 h 2870200"/>
              <a:gd name="connsiteX151" fmla="*/ 2988733 w 4089400"/>
              <a:gd name="connsiteY151" fmla="*/ 1540934 h 2870200"/>
              <a:gd name="connsiteX152" fmla="*/ 3005666 w 4089400"/>
              <a:gd name="connsiteY152" fmla="*/ 1566334 h 2870200"/>
              <a:gd name="connsiteX153" fmla="*/ 3039533 w 4089400"/>
              <a:gd name="connsiteY153" fmla="*/ 1718734 h 2870200"/>
              <a:gd name="connsiteX154" fmla="*/ 3064933 w 4089400"/>
              <a:gd name="connsiteY154" fmla="*/ 1761067 h 2870200"/>
              <a:gd name="connsiteX155" fmla="*/ 3098800 w 4089400"/>
              <a:gd name="connsiteY155" fmla="*/ 1879600 h 2870200"/>
              <a:gd name="connsiteX156" fmla="*/ 3090333 w 4089400"/>
              <a:gd name="connsiteY156" fmla="*/ 1913467 h 2870200"/>
              <a:gd name="connsiteX157" fmla="*/ 3102783 w 4089400"/>
              <a:gd name="connsiteY157" fmla="*/ 1901016 h 2870200"/>
              <a:gd name="connsiteX158" fmla="*/ 3081866 w 4089400"/>
              <a:gd name="connsiteY158" fmla="*/ 1888067 h 2870200"/>
              <a:gd name="connsiteX159" fmla="*/ 3107266 w 4089400"/>
              <a:gd name="connsiteY159" fmla="*/ 1871134 h 2870200"/>
              <a:gd name="connsiteX160" fmla="*/ 3115733 w 4089400"/>
              <a:gd name="connsiteY160" fmla="*/ 1769534 h 2870200"/>
              <a:gd name="connsiteX161" fmla="*/ 3132666 w 4089400"/>
              <a:gd name="connsiteY161" fmla="*/ 1710267 h 2870200"/>
              <a:gd name="connsiteX162" fmla="*/ 3141133 w 4089400"/>
              <a:gd name="connsiteY162" fmla="*/ 1684867 h 2870200"/>
              <a:gd name="connsiteX163" fmla="*/ 3166533 w 4089400"/>
              <a:gd name="connsiteY163" fmla="*/ 1676400 h 2870200"/>
              <a:gd name="connsiteX164" fmla="*/ 3175000 w 4089400"/>
              <a:gd name="connsiteY164" fmla="*/ 2006600 h 2870200"/>
              <a:gd name="connsiteX165" fmla="*/ 3183466 w 4089400"/>
              <a:gd name="connsiteY165" fmla="*/ 2048934 h 2870200"/>
              <a:gd name="connsiteX166" fmla="*/ 3191933 w 4089400"/>
              <a:gd name="connsiteY166" fmla="*/ 2099734 h 2870200"/>
              <a:gd name="connsiteX167" fmla="*/ 3208866 w 4089400"/>
              <a:gd name="connsiteY167" fmla="*/ 2048934 h 2870200"/>
              <a:gd name="connsiteX168" fmla="*/ 3217333 w 4089400"/>
              <a:gd name="connsiteY168" fmla="*/ 1998134 h 2870200"/>
              <a:gd name="connsiteX169" fmla="*/ 3251200 w 4089400"/>
              <a:gd name="connsiteY169" fmla="*/ 2353734 h 2870200"/>
              <a:gd name="connsiteX170" fmla="*/ 3276600 w 4089400"/>
              <a:gd name="connsiteY170" fmla="*/ 2387600 h 2870200"/>
              <a:gd name="connsiteX171" fmla="*/ 3285066 w 4089400"/>
              <a:gd name="connsiteY171" fmla="*/ 2497667 h 2870200"/>
              <a:gd name="connsiteX172" fmla="*/ 3302000 w 4089400"/>
              <a:gd name="connsiteY172" fmla="*/ 2531534 h 2870200"/>
              <a:gd name="connsiteX173" fmla="*/ 3318933 w 4089400"/>
              <a:gd name="connsiteY173" fmla="*/ 2599267 h 2870200"/>
              <a:gd name="connsiteX174" fmla="*/ 3344333 w 4089400"/>
              <a:gd name="connsiteY174" fmla="*/ 2667000 h 2870200"/>
              <a:gd name="connsiteX175" fmla="*/ 3386666 w 4089400"/>
              <a:gd name="connsiteY175" fmla="*/ 2810934 h 2870200"/>
              <a:gd name="connsiteX176" fmla="*/ 3412066 w 4089400"/>
              <a:gd name="connsiteY176" fmla="*/ 2870200 h 2870200"/>
              <a:gd name="connsiteX177" fmla="*/ 3437466 w 4089400"/>
              <a:gd name="connsiteY177" fmla="*/ 1828800 h 2870200"/>
              <a:gd name="connsiteX178" fmla="*/ 3445933 w 4089400"/>
              <a:gd name="connsiteY178" fmla="*/ 1803400 h 2870200"/>
              <a:gd name="connsiteX179" fmla="*/ 3462866 w 4089400"/>
              <a:gd name="connsiteY179" fmla="*/ 1735667 h 2870200"/>
              <a:gd name="connsiteX180" fmla="*/ 3488266 w 4089400"/>
              <a:gd name="connsiteY180" fmla="*/ 1651000 h 2870200"/>
              <a:gd name="connsiteX181" fmla="*/ 3496733 w 4089400"/>
              <a:gd name="connsiteY181" fmla="*/ 1701800 h 2870200"/>
              <a:gd name="connsiteX182" fmla="*/ 3505200 w 4089400"/>
              <a:gd name="connsiteY182" fmla="*/ 1803400 h 2870200"/>
              <a:gd name="connsiteX183" fmla="*/ 3522133 w 4089400"/>
              <a:gd name="connsiteY183" fmla="*/ 1752600 h 2870200"/>
              <a:gd name="connsiteX184" fmla="*/ 3530600 w 4089400"/>
              <a:gd name="connsiteY184" fmla="*/ 1693334 h 2870200"/>
              <a:gd name="connsiteX185" fmla="*/ 3572933 w 4089400"/>
              <a:gd name="connsiteY185" fmla="*/ 1608667 h 2870200"/>
              <a:gd name="connsiteX186" fmla="*/ 3589866 w 4089400"/>
              <a:gd name="connsiteY186" fmla="*/ 1566334 h 2870200"/>
              <a:gd name="connsiteX187" fmla="*/ 3632200 w 4089400"/>
              <a:gd name="connsiteY187" fmla="*/ 1464734 h 2870200"/>
              <a:gd name="connsiteX188" fmla="*/ 3640666 w 4089400"/>
              <a:gd name="connsiteY188" fmla="*/ 1422400 h 2870200"/>
              <a:gd name="connsiteX189" fmla="*/ 3657600 w 4089400"/>
              <a:gd name="connsiteY189" fmla="*/ 1363134 h 2870200"/>
              <a:gd name="connsiteX190" fmla="*/ 3674533 w 4089400"/>
              <a:gd name="connsiteY190" fmla="*/ 1320800 h 2870200"/>
              <a:gd name="connsiteX191" fmla="*/ 3683000 w 4089400"/>
              <a:gd name="connsiteY191" fmla="*/ 1295400 h 2870200"/>
              <a:gd name="connsiteX192" fmla="*/ 3716866 w 4089400"/>
              <a:gd name="connsiteY192" fmla="*/ 1227667 h 2870200"/>
              <a:gd name="connsiteX193" fmla="*/ 3725333 w 4089400"/>
              <a:gd name="connsiteY193" fmla="*/ 1176867 h 2870200"/>
              <a:gd name="connsiteX194" fmla="*/ 3742266 w 4089400"/>
              <a:gd name="connsiteY194" fmla="*/ 1126067 h 2870200"/>
              <a:gd name="connsiteX195" fmla="*/ 3750733 w 4089400"/>
              <a:gd name="connsiteY195" fmla="*/ 1058334 h 2870200"/>
              <a:gd name="connsiteX196" fmla="*/ 3759200 w 4089400"/>
              <a:gd name="connsiteY196" fmla="*/ 1270000 h 2870200"/>
              <a:gd name="connsiteX197" fmla="*/ 3793066 w 4089400"/>
              <a:gd name="connsiteY197" fmla="*/ 558800 h 2870200"/>
              <a:gd name="connsiteX198" fmla="*/ 3810000 w 4089400"/>
              <a:gd name="connsiteY198" fmla="*/ 482600 h 2870200"/>
              <a:gd name="connsiteX199" fmla="*/ 3818466 w 4089400"/>
              <a:gd name="connsiteY199" fmla="*/ 533400 h 2870200"/>
              <a:gd name="connsiteX200" fmla="*/ 3835400 w 4089400"/>
              <a:gd name="connsiteY200" fmla="*/ 660400 h 2870200"/>
              <a:gd name="connsiteX201" fmla="*/ 3843866 w 4089400"/>
              <a:gd name="connsiteY201" fmla="*/ 702734 h 2870200"/>
              <a:gd name="connsiteX202" fmla="*/ 3860800 w 4089400"/>
              <a:gd name="connsiteY202" fmla="*/ 736600 h 2870200"/>
              <a:gd name="connsiteX203" fmla="*/ 3877733 w 4089400"/>
              <a:gd name="connsiteY203" fmla="*/ 702734 h 2870200"/>
              <a:gd name="connsiteX204" fmla="*/ 3937000 w 4089400"/>
              <a:gd name="connsiteY204" fmla="*/ 482600 h 2870200"/>
              <a:gd name="connsiteX205" fmla="*/ 3953933 w 4089400"/>
              <a:gd name="connsiteY205" fmla="*/ 457200 h 2870200"/>
              <a:gd name="connsiteX206" fmla="*/ 3979333 w 4089400"/>
              <a:gd name="connsiteY206" fmla="*/ 177800 h 2870200"/>
              <a:gd name="connsiteX207" fmla="*/ 4004733 w 4089400"/>
              <a:gd name="connsiteY207" fmla="*/ 135467 h 2870200"/>
              <a:gd name="connsiteX208" fmla="*/ 4013200 w 4089400"/>
              <a:gd name="connsiteY208" fmla="*/ 101600 h 2870200"/>
              <a:gd name="connsiteX209" fmla="*/ 4021666 w 4089400"/>
              <a:gd name="connsiteY209" fmla="*/ 76200 h 2870200"/>
              <a:gd name="connsiteX210" fmla="*/ 4030133 w 4089400"/>
              <a:gd name="connsiteY210" fmla="*/ 110067 h 2870200"/>
              <a:gd name="connsiteX211" fmla="*/ 4047066 w 4089400"/>
              <a:gd name="connsiteY211" fmla="*/ 160867 h 2870200"/>
              <a:gd name="connsiteX212" fmla="*/ 4089400 w 4089400"/>
              <a:gd name="connsiteY212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25400 w 4089400"/>
              <a:gd name="connsiteY2" fmla="*/ 626534 h 2870200"/>
              <a:gd name="connsiteX3" fmla="*/ 33866 w 4089400"/>
              <a:gd name="connsiteY3" fmla="*/ 592667 h 2870200"/>
              <a:gd name="connsiteX4" fmla="*/ 42333 w 4089400"/>
              <a:gd name="connsiteY4" fmla="*/ 567267 h 2870200"/>
              <a:gd name="connsiteX5" fmla="*/ 42333 w 4089400"/>
              <a:gd name="connsiteY5" fmla="*/ 821267 h 2870200"/>
              <a:gd name="connsiteX6" fmla="*/ 16933 w 4089400"/>
              <a:gd name="connsiteY6" fmla="*/ 880534 h 2870200"/>
              <a:gd name="connsiteX7" fmla="*/ 25400 w 4089400"/>
              <a:gd name="connsiteY7" fmla="*/ 1354667 h 2870200"/>
              <a:gd name="connsiteX8" fmla="*/ 33866 w 4089400"/>
              <a:gd name="connsiteY8" fmla="*/ 1329267 h 2870200"/>
              <a:gd name="connsiteX9" fmla="*/ 42333 w 4089400"/>
              <a:gd name="connsiteY9" fmla="*/ 1286934 h 2870200"/>
              <a:gd name="connsiteX10" fmla="*/ 59266 w 4089400"/>
              <a:gd name="connsiteY10" fmla="*/ 1253067 h 2870200"/>
              <a:gd name="connsiteX11" fmla="*/ 76200 w 4089400"/>
              <a:gd name="connsiteY11" fmla="*/ 1202267 h 2870200"/>
              <a:gd name="connsiteX12" fmla="*/ 84666 w 4089400"/>
              <a:gd name="connsiteY12" fmla="*/ 1176867 h 2870200"/>
              <a:gd name="connsiteX13" fmla="*/ 101600 w 4089400"/>
              <a:gd name="connsiteY13" fmla="*/ 1143000 h 2870200"/>
              <a:gd name="connsiteX14" fmla="*/ 110066 w 4089400"/>
              <a:gd name="connsiteY14" fmla="*/ 1100667 h 2870200"/>
              <a:gd name="connsiteX15" fmla="*/ 135466 w 4089400"/>
              <a:gd name="connsiteY15" fmla="*/ 1032934 h 2870200"/>
              <a:gd name="connsiteX16" fmla="*/ 143933 w 4089400"/>
              <a:gd name="connsiteY16" fmla="*/ 999067 h 2870200"/>
              <a:gd name="connsiteX17" fmla="*/ 160866 w 4089400"/>
              <a:gd name="connsiteY17" fmla="*/ 948267 h 2870200"/>
              <a:gd name="connsiteX18" fmla="*/ 177800 w 4089400"/>
              <a:gd name="connsiteY18" fmla="*/ 1134534 h 2870200"/>
              <a:gd name="connsiteX19" fmla="*/ 194733 w 4089400"/>
              <a:gd name="connsiteY19" fmla="*/ 1464734 h 2870200"/>
              <a:gd name="connsiteX20" fmla="*/ 228600 w 4089400"/>
              <a:gd name="connsiteY20" fmla="*/ 1397000 h 2870200"/>
              <a:gd name="connsiteX21" fmla="*/ 254000 w 4089400"/>
              <a:gd name="connsiteY21" fmla="*/ 1363134 h 2870200"/>
              <a:gd name="connsiteX22" fmla="*/ 262466 w 4089400"/>
              <a:gd name="connsiteY22" fmla="*/ 1337734 h 2870200"/>
              <a:gd name="connsiteX23" fmla="*/ 279400 w 4089400"/>
              <a:gd name="connsiteY23" fmla="*/ 1371600 h 2870200"/>
              <a:gd name="connsiteX24" fmla="*/ 287866 w 4089400"/>
              <a:gd name="connsiteY24" fmla="*/ 2243667 h 2870200"/>
              <a:gd name="connsiteX25" fmla="*/ 313266 w 4089400"/>
              <a:gd name="connsiteY25" fmla="*/ 2201334 h 2870200"/>
              <a:gd name="connsiteX26" fmla="*/ 321733 w 4089400"/>
              <a:gd name="connsiteY26" fmla="*/ 2150534 h 2870200"/>
              <a:gd name="connsiteX27" fmla="*/ 355600 w 4089400"/>
              <a:gd name="connsiteY27" fmla="*/ 2125134 h 2870200"/>
              <a:gd name="connsiteX28" fmla="*/ 364066 w 4089400"/>
              <a:gd name="connsiteY28" fmla="*/ 2082800 h 2870200"/>
              <a:gd name="connsiteX29" fmla="*/ 381000 w 4089400"/>
              <a:gd name="connsiteY29" fmla="*/ 2065867 h 2870200"/>
              <a:gd name="connsiteX30" fmla="*/ 397933 w 4089400"/>
              <a:gd name="connsiteY30" fmla="*/ 2032000 h 2870200"/>
              <a:gd name="connsiteX31" fmla="*/ 423333 w 4089400"/>
              <a:gd name="connsiteY31" fmla="*/ 1998134 h 2870200"/>
              <a:gd name="connsiteX32" fmla="*/ 440266 w 4089400"/>
              <a:gd name="connsiteY32" fmla="*/ 1752600 h 2870200"/>
              <a:gd name="connsiteX33" fmla="*/ 465666 w 4089400"/>
              <a:gd name="connsiteY33" fmla="*/ 1651000 h 2870200"/>
              <a:gd name="connsiteX34" fmla="*/ 491066 w 4089400"/>
              <a:gd name="connsiteY34" fmla="*/ 1710267 h 2870200"/>
              <a:gd name="connsiteX35" fmla="*/ 499533 w 4089400"/>
              <a:gd name="connsiteY35" fmla="*/ 1735667 h 2870200"/>
              <a:gd name="connsiteX36" fmla="*/ 533400 w 4089400"/>
              <a:gd name="connsiteY36" fmla="*/ 1820334 h 2870200"/>
              <a:gd name="connsiteX37" fmla="*/ 558800 w 4089400"/>
              <a:gd name="connsiteY37" fmla="*/ 1938867 h 2870200"/>
              <a:gd name="connsiteX38" fmla="*/ 575733 w 4089400"/>
              <a:gd name="connsiteY38" fmla="*/ 1998134 h 2870200"/>
              <a:gd name="connsiteX39" fmla="*/ 592666 w 4089400"/>
              <a:gd name="connsiteY39" fmla="*/ 2023534 h 2870200"/>
              <a:gd name="connsiteX40" fmla="*/ 618066 w 4089400"/>
              <a:gd name="connsiteY40" fmla="*/ 1786467 h 2870200"/>
              <a:gd name="connsiteX41" fmla="*/ 626533 w 4089400"/>
              <a:gd name="connsiteY41" fmla="*/ 1744134 h 2870200"/>
              <a:gd name="connsiteX42" fmla="*/ 643466 w 4089400"/>
              <a:gd name="connsiteY42" fmla="*/ 1718734 h 2870200"/>
              <a:gd name="connsiteX43" fmla="*/ 660400 w 4089400"/>
              <a:gd name="connsiteY43" fmla="*/ 1617134 h 2870200"/>
              <a:gd name="connsiteX44" fmla="*/ 677333 w 4089400"/>
              <a:gd name="connsiteY44" fmla="*/ 1557867 h 2870200"/>
              <a:gd name="connsiteX45" fmla="*/ 685800 w 4089400"/>
              <a:gd name="connsiteY45" fmla="*/ 1524000 h 2870200"/>
              <a:gd name="connsiteX46" fmla="*/ 702733 w 4089400"/>
              <a:gd name="connsiteY46" fmla="*/ 1312334 h 2870200"/>
              <a:gd name="connsiteX47" fmla="*/ 719666 w 4089400"/>
              <a:gd name="connsiteY47" fmla="*/ 1380067 h 2870200"/>
              <a:gd name="connsiteX48" fmla="*/ 736600 w 4089400"/>
              <a:gd name="connsiteY48" fmla="*/ 1532467 h 2870200"/>
              <a:gd name="connsiteX49" fmla="*/ 753533 w 4089400"/>
              <a:gd name="connsiteY49" fmla="*/ 1566334 h 2870200"/>
              <a:gd name="connsiteX50" fmla="*/ 778933 w 4089400"/>
              <a:gd name="connsiteY50" fmla="*/ 1456267 h 2870200"/>
              <a:gd name="connsiteX51" fmla="*/ 795866 w 4089400"/>
              <a:gd name="connsiteY51" fmla="*/ 1430867 h 2870200"/>
              <a:gd name="connsiteX52" fmla="*/ 829733 w 4089400"/>
              <a:gd name="connsiteY52" fmla="*/ 1388534 h 2870200"/>
              <a:gd name="connsiteX53" fmla="*/ 838200 w 4089400"/>
              <a:gd name="connsiteY53" fmla="*/ 1498600 h 2870200"/>
              <a:gd name="connsiteX54" fmla="*/ 863600 w 4089400"/>
              <a:gd name="connsiteY54" fmla="*/ 1811867 h 2870200"/>
              <a:gd name="connsiteX55" fmla="*/ 872066 w 4089400"/>
              <a:gd name="connsiteY55" fmla="*/ 1642534 h 2870200"/>
              <a:gd name="connsiteX56" fmla="*/ 897466 w 4089400"/>
              <a:gd name="connsiteY56" fmla="*/ 1583267 h 2870200"/>
              <a:gd name="connsiteX57" fmla="*/ 905933 w 4089400"/>
              <a:gd name="connsiteY57" fmla="*/ 1557867 h 2870200"/>
              <a:gd name="connsiteX58" fmla="*/ 914400 w 4089400"/>
              <a:gd name="connsiteY58" fmla="*/ 2006600 h 2870200"/>
              <a:gd name="connsiteX59" fmla="*/ 939800 w 4089400"/>
              <a:gd name="connsiteY59" fmla="*/ 2116667 h 2870200"/>
              <a:gd name="connsiteX60" fmla="*/ 948266 w 4089400"/>
              <a:gd name="connsiteY60" fmla="*/ 1828800 h 2870200"/>
              <a:gd name="connsiteX61" fmla="*/ 965200 w 4089400"/>
              <a:gd name="connsiteY61" fmla="*/ 1794934 h 2870200"/>
              <a:gd name="connsiteX62" fmla="*/ 973666 w 4089400"/>
              <a:gd name="connsiteY62" fmla="*/ 1761067 h 2870200"/>
              <a:gd name="connsiteX63" fmla="*/ 990600 w 4089400"/>
              <a:gd name="connsiteY63" fmla="*/ 1871134 h 2870200"/>
              <a:gd name="connsiteX64" fmla="*/ 1007533 w 4089400"/>
              <a:gd name="connsiteY64" fmla="*/ 1947334 h 2870200"/>
              <a:gd name="connsiteX65" fmla="*/ 1024466 w 4089400"/>
              <a:gd name="connsiteY65" fmla="*/ 2040467 h 2870200"/>
              <a:gd name="connsiteX66" fmla="*/ 1049866 w 4089400"/>
              <a:gd name="connsiteY66" fmla="*/ 2108200 h 2870200"/>
              <a:gd name="connsiteX67" fmla="*/ 1058333 w 4089400"/>
              <a:gd name="connsiteY67" fmla="*/ 2150534 h 2870200"/>
              <a:gd name="connsiteX68" fmla="*/ 1100666 w 4089400"/>
              <a:gd name="connsiteY68" fmla="*/ 2209800 h 2870200"/>
              <a:gd name="connsiteX69" fmla="*/ 1109133 w 4089400"/>
              <a:gd name="connsiteY69" fmla="*/ 2108200 h 2870200"/>
              <a:gd name="connsiteX70" fmla="*/ 1159933 w 4089400"/>
              <a:gd name="connsiteY70" fmla="*/ 1989667 h 2870200"/>
              <a:gd name="connsiteX71" fmla="*/ 1210733 w 4089400"/>
              <a:gd name="connsiteY71" fmla="*/ 1913467 h 2870200"/>
              <a:gd name="connsiteX72" fmla="*/ 1219200 w 4089400"/>
              <a:gd name="connsiteY72" fmla="*/ 2167467 h 2870200"/>
              <a:gd name="connsiteX73" fmla="*/ 1236133 w 4089400"/>
              <a:gd name="connsiteY73" fmla="*/ 2082800 h 2870200"/>
              <a:gd name="connsiteX74" fmla="*/ 1244600 w 4089400"/>
              <a:gd name="connsiteY74" fmla="*/ 2015067 h 2870200"/>
              <a:gd name="connsiteX75" fmla="*/ 1286933 w 4089400"/>
              <a:gd name="connsiteY75" fmla="*/ 1854200 h 2870200"/>
              <a:gd name="connsiteX76" fmla="*/ 1295400 w 4089400"/>
              <a:gd name="connsiteY76" fmla="*/ 1803400 h 2870200"/>
              <a:gd name="connsiteX77" fmla="*/ 1320800 w 4089400"/>
              <a:gd name="connsiteY77" fmla="*/ 1701800 h 2870200"/>
              <a:gd name="connsiteX78" fmla="*/ 1346200 w 4089400"/>
              <a:gd name="connsiteY78" fmla="*/ 1718734 h 2870200"/>
              <a:gd name="connsiteX79" fmla="*/ 1354666 w 4089400"/>
              <a:gd name="connsiteY79" fmla="*/ 1744134 h 2870200"/>
              <a:gd name="connsiteX80" fmla="*/ 1380066 w 4089400"/>
              <a:gd name="connsiteY80" fmla="*/ 1828800 h 2870200"/>
              <a:gd name="connsiteX81" fmla="*/ 1397000 w 4089400"/>
              <a:gd name="connsiteY81" fmla="*/ 1879600 h 2870200"/>
              <a:gd name="connsiteX82" fmla="*/ 1405466 w 4089400"/>
              <a:gd name="connsiteY82" fmla="*/ 1913467 h 2870200"/>
              <a:gd name="connsiteX83" fmla="*/ 1430866 w 4089400"/>
              <a:gd name="connsiteY83" fmla="*/ 1947334 h 2870200"/>
              <a:gd name="connsiteX84" fmla="*/ 1447800 w 4089400"/>
              <a:gd name="connsiteY84" fmla="*/ 1938867 h 2870200"/>
              <a:gd name="connsiteX85" fmla="*/ 1490133 w 4089400"/>
              <a:gd name="connsiteY85" fmla="*/ 1803400 h 2870200"/>
              <a:gd name="connsiteX86" fmla="*/ 1549400 w 4089400"/>
              <a:gd name="connsiteY86" fmla="*/ 1651000 h 2870200"/>
              <a:gd name="connsiteX87" fmla="*/ 1557866 w 4089400"/>
              <a:gd name="connsiteY87" fmla="*/ 1591734 h 2870200"/>
              <a:gd name="connsiteX88" fmla="*/ 1574800 w 4089400"/>
              <a:gd name="connsiteY88" fmla="*/ 1566334 h 2870200"/>
              <a:gd name="connsiteX89" fmla="*/ 1583266 w 4089400"/>
              <a:gd name="connsiteY89" fmla="*/ 1524000 h 2870200"/>
              <a:gd name="connsiteX90" fmla="*/ 1591733 w 4089400"/>
              <a:gd name="connsiteY90" fmla="*/ 1498600 h 2870200"/>
              <a:gd name="connsiteX91" fmla="*/ 1608666 w 4089400"/>
              <a:gd name="connsiteY91" fmla="*/ 1524000 h 2870200"/>
              <a:gd name="connsiteX92" fmla="*/ 1634066 w 4089400"/>
              <a:gd name="connsiteY92" fmla="*/ 1490134 h 2870200"/>
              <a:gd name="connsiteX93" fmla="*/ 1659466 w 4089400"/>
              <a:gd name="connsiteY93" fmla="*/ 1388534 h 2870200"/>
              <a:gd name="connsiteX94" fmla="*/ 1718733 w 4089400"/>
              <a:gd name="connsiteY94" fmla="*/ 1286934 h 2870200"/>
              <a:gd name="connsiteX95" fmla="*/ 1769533 w 4089400"/>
              <a:gd name="connsiteY95" fmla="*/ 1176867 h 2870200"/>
              <a:gd name="connsiteX96" fmla="*/ 1794933 w 4089400"/>
              <a:gd name="connsiteY96" fmla="*/ 1202267 h 2870200"/>
              <a:gd name="connsiteX97" fmla="*/ 1803400 w 4089400"/>
              <a:gd name="connsiteY97" fmla="*/ 1227667 h 2870200"/>
              <a:gd name="connsiteX98" fmla="*/ 1820333 w 4089400"/>
              <a:gd name="connsiteY98" fmla="*/ 1261534 h 2870200"/>
              <a:gd name="connsiteX99" fmla="*/ 1862666 w 4089400"/>
              <a:gd name="connsiteY99" fmla="*/ 1422400 h 2870200"/>
              <a:gd name="connsiteX100" fmla="*/ 1913466 w 4089400"/>
              <a:gd name="connsiteY100" fmla="*/ 1600200 h 2870200"/>
              <a:gd name="connsiteX101" fmla="*/ 1964266 w 4089400"/>
              <a:gd name="connsiteY101" fmla="*/ 1744134 h 2870200"/>
              <a:gd name="connsiteX102" fmla="*/ 1981200 w 4089400"/>
              <a:gd name="connsiteY102" fmla="*/ 1498600 h 2870200"/>
              <a:gd name="connsiteX103" fmla="*/ 1998133 w 4089400"/>
              <a:gd name="connsiteY103" fmla="*/ 1464734 h 2870200"/>
              <a:gd name="connsiteX104" fmla="*/ 2006600 w 4089400"/>
              <a:gd name="connsiteY104" fmla="*/ 1439334 h 2870200"/>
              <a:gd name="connsiteX105" fmla="*/ 2057400 w 4089400"/>
              <a:gd name="connsiteY105" fmla="*/ 2032000 h 2870200"/>
              <a:gd name="connsiteX106" fmla="*/ 2065866 w 4089400"/>
              <a:gd name="connsiteY106" fmla="*/ 2150534 h 2870200"/>
              <a:gd name="connsiteX107" fmla="*/ 2074333 w 4089400"/>
              <a:gd name="connsiteY107" fmla="*/ 2489200 h 2870200"/>
              <a:gd name="connsiteX108" fmla="*/ 2108200 w 4089400"/>
              <a:gd name="connsiteY108" fmla="*/ 2421467 h 2870200"/>
              <a:gd name="connsiteX109" fmla="*/ 2150533 w 4089400"/>
              <a:gd name="connsiteY109" fmla="*/ 2319867 h 2870200"/>
              <a:gd name="connsiteX110" fmla="*/ 2175933 w 4089400"/>
              <a:gd name="connsiteY110" fmla="*/ 2286000 h 2870200"/>
              <a:gd name="connsiteX111" fmla="*/ 2209800 w 4089400"/>
              <a:gd name="connsiteY111" fmla="*/ 2235200 h 2870200"/>
              <a:gd name="connsiteX112" fmla="*/ 2226733 w 4089400"/>
              <a:gd name="connsiteY112" fmla="*/ 2514600 h 2870200"/>
              <a:gd name="connsiteX113" fmla="*/ 2252133 w 4089400"/>
              <a:gd name="connsiteY113" fmla="*/ 2565400 h 2870200"/>
              <a:gd name="connsiteX114" fmla="*/ 2260600 w 4089400"/>
              <a:gd name="connsiteY114" fmla="*/ 2489200 h 2870200"/>
              <a:gd name="connsiteX115" fmla="*/ 2277533 w 4089400"/>
              <a:gd name="connsiteY115" fmla="*/ 2421467 h 2870200"/>
              <a:gd name="connsiteX116" fmla="*/ 2286000 w 4089400"/>
              <a:gd name="connsiteY116" fmla="*/ 1718734 h 2870200"/>
              <a:gd name="connsiteX117" fmla="*/ 2311400 w 4089400"/>
              <a:gd name="connsiteY117" fmla="*/ 1811867 h 2870200"/>
              <a:gd name="connsiteX118" fmla="*/ 2336800 w 4089400"/>
              <a:gd name="connsiteY118" fmla="*/ 1871134 h 2870200"/>
              <a:gd name="connsiteX119" fmla="*/ 2362200 w 4089400"/>
              <a:gd name="connsiteY119" fmla="*/ 1938867 h 2870200"/>
              <a:gd name="connsiteX120" fmla="*/ 2370666 w 4089400"/>
              <a:gd name="connsiteY120" fmla="*/ 1972734 h 2870200"/>
              <a:gd name="connsiteX121" fmla="*/ 2379133 w 4089400"/>
              <a:gd name="connsiteY121" fmla="*/ 1574800 h 2870200"/>
              <a:gd name="connsiteX122" fmla="*/ 2404533 w 4089400"/>
              <a:gd name="connsiteY122" fmla="*/ 1236134 h 2870200"/>
              <a:gd name="connsiteX123" fmla="*/ 2421466 w 4089400"/>
              <a:gd name="connsiteY123" fmla="*/ 1092200 h 2870200"/>
              <a:gd name="connsiteX124" fmla="*/ 2429933 w 4089400"/>
              <a:gd name="connsiteY124" fmla="*/ 1066800 h 2870200"/>
              <a:gd name="connsiteX125" fmla="*/ 2438400 w 4089400"/>
              <a:gd name="connsiteY125" fmla="*/ 1092200 h 2870200"/>
              <a:gd name="connsiteX126" fmla="*/ 2455333 w 4089400"/>
              <a:gd name="connsiteY126" fmla="*/ 1117600 h 2870200"/>
              <a:gd name="connsiteX127" fmla="*/ 2463800 w 4089400"/>
              <a:gd name="connsiteY127" fmla="*/ 1227667 h 2870200"/>
              <a:gd name="connsiteX128" fmla="*/ 2489200 w 4089400"/>
              <a:gd name="connsiteY128" fmla="*/ 753534 h 2870200"/>
              <a:gd name="connsiteX129" fmla="*/ 2506133 w 4089400"/>
              <a:gd name="connsiteY129" fmla="*/ 685800 h 2870200"/>
              <a:gd name="connsiteX130" fmla="*/ 2514600 w 4089400"/>
              <a:gd name="connsiteY130" fmla="*/ 609600 h 2870200"/>
              <a:gd name="connsiteX131" fmla="*/ 2523066 w 4089400"/>
              <a:gd name="connsiteY131" fmla="*/ 558800 h 2870200"/>
              <a:gd name="connsiteX132" fmla="*/ 2540000 w 4089400"/>
              <a:gd name="connsiteY132" fmla="*/ 584200 h 2870200"/>
              <a:gd name="connsiteX133" fmla="*/ 2548466 w 4089400"/>
              <a:gd name="connsiteY133" fmla="*/ 778934 h 2870200"/>
              <a:gd name="connsiteX134" fmla="*/ 2590800 w 4089400"/>
              <a:gd name="connsiteY134" fmla="*/ 914400 h 2870200"/>
              <a:gd name="connsiteX135" fmla="*/ 2607733 w 4089400"/>
              <a:gd name="connsiteY135" fmla="*/ 973667 h 2870200"/>
              <a:gd name="connsiteX136" fmla="*/ 2624666 w 4089400"/>
              <a:gd name="connsiteY136" fmla="*/ 812800 h 2870200"/>
              <a:gd name="connsiteX137" fmla="*/ 2641600 w 4089400"/>
              <a:gd name="connsiteY137" fmla="*/ 694267 h 2870200"/>
              <a:gd name="connsiteX138" fmla="*/ 2667000 w 4089400"/>
              <a:gd name="connsiteY138" fmla="*/ 558800 h 2870200"/>
              <a:gd name="connsiteX139" fmla="*/ 2692400 w 4089400"/>
              <a:gd name="connsiteY139" fmla="*/ 321734 h 2870200"/>
              <a:gd name="connsiteX140" fmla="*/ 2709333 w 4089400"/>
              <a:gd name="connsiteY140" fmla="*/ 1058334 h 2870200"/>
              <a:gd name="connsiteX141" fmla="*/ 2717800 w 4089400"/>
              <a:gd name="connsiteY141" fmla="*/ 1032934 h 2870200"/>
              <a:gd name="connsiteX142" fmla="*/ 2785533 w 4089400"/>
              <a:gd name="connsiteY142" fmla="*/ 905934 h 2870200"/>
              <a:gd name="connsiteX143" fmla="*/ 2819400 w 4089400"/>
              <a:gd name="connsiteY143" fmla="*/ 855134 h 2870200"/>
              <a:gd name="connsiteX144" fmla="*/ 2844800 w 4089400"/>
              <a:gd name="connsiteY144" fmla="*/ 1422400 h 2870200"/>
              <a:gd name="connsiteX145" fmla="*/ 2853266 w 4089400"/>
              <a:gd name="connsiteY145" fmla="*/ 1388534 h 2870200"/>
              <a:gd name="connsiteX146" fmla="*/ 2870200 w 4089400"/>
              <a:gd name="connsiteY146" fmla="*/ 1363134 h 2870200"/>
              <a:gd name="connsiteX147" fmla="*/ 2895600 w 4089400"/>
              <a:gd name="connsiteY147" fmla="*/ 1278467 h 2870200"/>
              <a:gd name="connsiteX148" fmla="*/ 2912533 w 4089400"/>
              <a:gd name="connsiteY148" fmla="*/ 1320800 h 2870200"/>
              <a:gd name="connsiteX149" fmla="*/ 2929466 w 4089400"/>
              <a:gd name="connsiteY149" fmla="*/ 1388534 h 2870200"/>
              <a:gd name="connsiteX150" fmla="*/ 2946400 w 4089400"/>
              <a:gd name="connsiteY150" fmla="*/ 1422400 h 2870200"/>
              <a:gd name="connsiteX151" fmla="*/ 2988733 w 4089400"/>
              <a:gd name="connsiteY151" fmla="*/ 1540934 h 2870200"/>
              <a:gd name="connsiteX152" fmla="*/ 3005666 w 4089400"/>
              <a:gd name="connsiteY152" fmla="*/ 1566334 h 2870200"/>
              <a:gd name="connsiteX153" fmla="*/ 3039533 w 4089400"/>
              <a:gd name="connsiteY153" fmla="*/ 1718734 h 2870200"/>
              <a:gd name="connsiteX154" fmla="*/ 3064933 w 4089400"/>
              <a:gd name="connsiteY154" fmla="*/ 1761067 h 2870200"/>
              <a:gd name="connsiteX155" fmla="*/ 3098800 w 4089400"/>
              <a:gd name="connsiteY155" fmla="*/ 1879600 h 2870200"/>
              <a:gd name="connsiteX156" fmla="*/ 3090333 w 4089400"/>
              <a:gd name="connsiteY156" fmla="*/ 1913467 h 2870200"/>
              <a:gd name="connsiteX157" fmla="*/ 3102783 w 4089400"/>
              <a:gd name="connsiteY157" fmla="*/ 1901016 h 2870200"/>
              <a:gd name="connsiteX158" fmla="*/ 3081866 w 4089400"/>
              <a:gd name="connsiteY158" fmla="*/ 1888067 h 2870200"/>
              <a:gd name="connsiteX159" fmla="*/ 3107266 w 4089400"/>
              <a:gd name="connsiteY159" fmla="*/ 1871134 h 2870200"/>
              <a:gd name="connsiteX160" fmla="*/ 3115733 w 4089400"/>
              <a:gd name="connsiteY160" fmla="*/ 1769534 h 2870200"/>
              <a:gd name="connsiteX161" fmla="*/ 3132666 w 4089400"/>
              <a:gd name="connsiteY161" fmla="*/ 1710267 h 2870200"/>
              <a:gd name="connsiteX162" fmla="*/ 3141133 w 4089400"/>
              <a:gd name="connsiteY162" fmla="*/ 1684867 h 2870200"/>
              <a:gd name="connsiteX163" fmla="*/ 3166533 w 4089400"/>
              <a:gd name="connsiteY163" fmla="*/ 1676400 h 2870200"/>
              <a:gd name="connsiteX164" fmla="*/ 3175000 w 4089400"/>
              <a:gd name="connsiteY164" fmla="*/ 2006600 h 2870200"/>
              <a:gd name="connsiteX165" fmla="*/ 3183466 w 4089400"/>
              <a:gd name="connsiteY165" fmla="*/ 2048934 h 2870200"/>
              <a:gd name="connsiteX166" fmla="*/ 3191933 w 4089400"/>
              <a:gd name="connsiteY166" fmla="*/ 2099734 h 2870200"/>
              <a:gd name="connsiteX167" fmla="*/ 3208866 w 4089400"/>
              <a:gd name="connsiteY167" fmla="*/ 2048934 h 2870200"/>
              <a:gd name="connsiteX168" fmla="*/ 3217333 w 4089400"/>
              <a:gd name="connsiteY168" fmla="*/ 1998134 h 2870200"/>
              <a:gd name="connsiteX169" fmla="*/ 3251200 w 4089400"/>
              <a:gd name="connsiteY169" fmla="*/ 2353734 h 2870200"/>
              <a:gd name="connsiteX170" fmla="*/ 3276600 w 4089400"/>
              <a:gd name="connsiteY170" fmla="*/ 2387600 h 2870200"/>
              <a:gd name="connsiteX171" fmla="*/ 3285066 w 4089400"/>
              <a:gd name="connsiteY171" fmla="*/ 2497667 h 2870200"/>
              <a:gd name="connsiteX172" fmla="*/ 3302000 w 4089400"/>
              <a:gd name="connsiteY172" fmla="*/ 2531534 h 2870200"/>
              <a:gd name="connsiteX173" fmla="*/ 3318933 w 4089400"/>
              <a:gd name="connsiteY173" fmla="*/ 2599267 h 2870200"/>
              <a:gd name="connsiteX174" fmla="*/ 3344333 w 4089400"/>
              <a:gd name="connsiteY174" fmla="*/ 2667000 h 2870200"/>
              <a:gd name="connsiteX175" fmla="*/ 3386666 w 4089400"/>
              <a:gd name="connsiteY175" fmla="*/ 2810934 h 2870200"/>
              <a:gd name="connsiteX176" fmla="*/ 3412066 w 4089400"/>
              <a:gd name="connsiteY176" fmla="*/ 2870200 h 2870200"/>
              <a:gd name="connsiteX177" fmla="*/ 3437466 w 4089400"/>
              <a:gd name="connsiteY177" fmla="*/ 1828800 h 2870200"/>
              <a:gd name="connsiteX178" fmla="*/ 3445933 w 4089400"/>
              <a:gd name="connsiteY178" fmla="*/ 1803400 h 2870200"/>
              <a:gd name="connsiteX179" fmla="*/ 3462866 w 4089400"/>
              <a:gd name="connsiteY179" fmla="*/ 1735667 h 2870200"/>
              <a:gd name="connsiteX180" fmla="*/ 3488266 w 4089400"/>
              <a:gd name="connsiteY180" fmla="*/ 1651000 h 2870200"/>
              <a:gd name="connsiteX181" fmla="*/ 3496733 w 4089400"/>
              <a:gd name="connsiteY181" fmla="*/ 1701800 h 2870200"/>
              <a:gd name="connsiteX182" fmla="*/ 3505200 w 4089400"/>
              <a:gd name="connsiteY182" fmla="*/ 1803400 h 2870200"/>
              <a:gd name="connsiteX183" fmla="*/ 3522133 w 4089400"/>
              <a:gd name="connsiteY183" fmla="*/ 1752600 h 2870200"/>
              <a:gd name="connsiteX184" fmla="*/ 3530600 w 4089400"/>
              <a:gd name="connsiteY184" fmla="*/ 1693334 h 2870200"/>
              <a:gd name="connsiteX185" fmla="*/ 3572933 w 4089400"/>
              <a:gd name="connsiteY185" fmla="*/ 1608667 h 2870200"/>
              <a:gd name="connsiteX186" fmla="*/ 3589866 w 4089400"/>
              <a:gd name="connsiteY186" fmla="*/ 1566334 h 2870200"/>
              <a:gd name="connsiteX187" fmla="*/ 3632200 w 4089400"/>
              <a:gd name="connsiteY187" fmla="*/ 1464734 h 2870200"/>
              <a:gd name="connsiteX188" fmla="*/ 3640666 w 4089400"/>
              <a:gd name="connsiteY188" fmla="*/ 1422400 h 2870200"/>
              <a:gd name="connsiteX189" fmla="*/ 3657600 w 4089400"/>
              <a:gd name="connsiteY189" fmla="*/ 1363134 h 2870200"/>
              <a:gd name="connsiteX190" fmla="*/ 3674533 w 4089400"/>
              <a:gd name="connsiteY190" fmla="*/ 1320800 h 2870200"/>
              <a:gd name="connsiteX191" fmla="*/ 3669553 w 4089400"/>
              <a:gd name="connsiteY191" fmla="*/ 1151964 h 2870200"/>
              <a:gd name="connsiteX192" fmla="*/ 3716866 w 4089400"/>
              <a:gd name="connsiteY192" fmla="*/ 1227667 h 2870200"/>
              <a:gd name="connsiteX193" fmla="*/ 3725333 w 4089400"/>
              <a:gd name="connsiteY193" fmla="*/ 1176867 h 2870200"/>
              <a:gd name="connsiteX194" fmla="*/ 3742266 w 4089400"/>
              <a:gd name="connsiteY194" fmla="*/ 1126067 h 2870200"/>
              <a:gd name="connsiteX195" fmla="*/ 3750733 w 4089400"/>
              <a:gd name="connsiteY195" fmla="*/ 1058334 h 2870200"/>
              <a:gd name="connsiteX196" fmla="*/ 3759200 w 4089400"/>
              <a:gd name="connsiteY196" fmla="*/ 1270000 h 2870200"/>
              <a:gd name="connsiteX197" fmla="*/ 3793066 w 4089400"/>
              <a:gd name="connsiteY197" fmla="*/ 558800 h 2870200"/>
              <a:gd name="connsiteX198" fmla="*/ 3810000 w 4089400"/>
              <a:gd name="connsiteY198" fmla="*/ 482600 h 2870200"/>
              <a:gd name="connsiteX199" fmla="*/ 3818466 w 4089400"/>
              <a:gd name="connsiteY199" fmla="*/ 533400 h 2870200"/>
              <a:gd name="connsiteX200" fmla="*/ 3835400 w 4089400"/>
              <a:gd name="connsiteY200" fmla="*/ 660400 h 2870200"/>
              <a:gd name="connsiteX201" fmla="*/ 3843866 w 4089400"/>
              <a:gd name="connsiteY201" fmla="*/ 702734 h 2870200"/>
              <a:gd name="connsiteX202" fmla="*/ 3860800 w 4089400"/>
              <a:gd name="connsiteY202" fmla="*/ 736600 h 2870200"/>
              <a:gd name="connsiteX203" fmla="*/ 3877733 w 4089400"/>
              <a:gd name="connsiteY203" fmla="*/ 702734 h 2870200"/>
              <a:gd name="connsiteX204" fmla="*/ 3937000 w 4089400"/>
              <a:gd name="connsiteY204" fmla="*/ 482600 h 2870200"/>
              <a:gd name="connsiteX205" fmla="*/ 3953933 w 4089400"/>
              <a:gd name="connsiteY205" fmla="*/ 457200 h 2870200"/>
              <a:gd name="connsiteX206" fmla="*/ 3979333 w 4089400"/>
              <a:gd name="connsiteY206" fmla="*/ 177800 h 2870200"/>
              <a:gd name="connsiteX207" fmla="*/ 4004733 w 4089400"/>
              <a:gd name="connsiteY207" fmla="*/ 135467 h 2870200"/>
              <a:gd name="connsiteX208" fmla="*/ 4013200 w 4089400"/>
              <a:gd name="connsiteY208" fmla="*/ 101600 h 2870200"/>
              <a:gd name="connsiteX209" fmla="*/ 4021666 w 4089400"/>
              <a:gd name="connsiteY209" fmla="*/ 76200 h 2870200"/>
              <a:gd name="connsiteX210" fmla="*/ 4030133 w 4089400"/>
              <a:gd name="connsiteY210" fmla="*/ 110067 h 2870200"/>
              <a:gd name="connsiteX211" fmla="*/ 4047066 w 4089400"/>
              <a:gd name="connsiteY211" fmla="*/ 160867 h 2870200"/>
              <a:gd name="connsiteX212" fmla="*/ 4089400 w 4089400"/>
              <a:gd name="connsiteY212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25400 w 4089400"/>
              <a:gd name="connsiteY2" fmla="*/ 626534 h 2870200"/>
              <a:gd name="connsiteX3" fmla="*/ 33866 w 4089400"/>
              <a:gd name="connsiteY3" fmla="*/ 592667 h 2870200"/>
              <a:gd name="connsiteX4" fmla="*/ 42333 w 4089400"/>
              <a:gd name="connsiteY4" fmla="*/ 567267 h 2870200"/>
              <a:gd name="connsiteX5" fmla="*/ 42333 w 4089400"/>
              <a:gd name="connsiteY5" fmla="*/ 821267 h 2870200"/>
              <a:gd name="connsiteX6" fmla="*/ 16933 w 4089400"/>
              <a:gd name="connsiteY6" fmla="*/ 880534 h 2870200"/>
              <a:gd name="connsiteX7" fmla="*/ 25400 w 4089400"/>
              <a:gd name="connsiteY7" fmla="*/ 1354667 h 2870200"/>
              <a:gd name="connsiteX8" fmla="*/ 33866 w 4089400"/>
              <a:gd name="connsiteY8" fmla="*/ 1329267 h 2870200"/>
              <a:gd name="connsiteX9" fmla="*/ 42333 w 4089400"/>
              <a:gd name="connsiteY9" fmla="*/ 1286934 h 2870200"/>
              <a:gd name="connsiteX10" fmla="*/ 59266 w 4089400"/>
              <a:gd name="connsiteY10" fmla="*/ 1253067 h 2870200"/>
              <a:gd name="connsiteX11" fmla="*/ 76200 w 4089400"/>
              <a:gd name="connsiteY11" fmla="*/ 1202267 h 2870200"/>
              <a:gd name="connsiteX12" fmla="*/ 84666 w 4089400"/>
              <a:gd name="connsiteY12" fmla="*/ 1176867 h 2870200"/>
              <a:gd name="connsiteX13" fmla="*/ 101600 w 4089400"/>
              <a:gd name="connsiteY13" fmla="*/ 1143000 h 2870200"/>
              <a:gd name="connsiteX14" fmla="*/ 110066 w 4089400"/>
              <a:gd name="connsiteY14" fmla="*/ 1100667 h 2870200"/>
              <a:gd name="connsiteX15" fmla="*/ 135466 w 4089400"/>
              <a:gd name="connsiteY15" fmla="*/ 1032934 h 2870200"/>
              <a:gd name="connsiteX16" fmla="*/ 143933 w 4089400"/>
              <a:gd name="connsiteY16" fmla="*/ 999067 h 2870200"/>
              <a:gd name="connsiteX17" fmla="*/ 160866 w 4089400"/>
              <a:gd name="connsiteY17" fmla="*/ 948267 h 2870200"/>
              <a:gd name="connsiteX18" fmla="*/ 177800 w 4089400"/>
              <a:gd name="connsiteY18" fmla="*/ 1134534 h 2870200"/>
              <a:gd name="connsiteX19" fmla="*/ 194733 w 4089400"/>
              <a:gd name="connsiteY19" fmla="*/ 1464734 h 2870200"/>
              <a:gd name="connsiteX20" fmla="*/ 228600 w 4089400"/>
              <a:gd name="connsiteY20" fmla="*/ 1397000 h 2870200"/>
              <a:gd name="connsiteX21" fmla="*/ 254000 w 4089400"/>
              <a:gd name="connsiteY21" fmla="*/ 1363134 h 2870200"/>
              <a:gd name="connsiteX22" fmla="*/ 262466 w 4089400"/>
              <a:gd name="connsiteY22" fmla="*/ 1337734 h 2870200"/>
              <a:gd name="connsiteX23" fmla="*/ 279400 w 4089400"/>
              <a:gd name="connsiteY23" fmla="*/ 1371600 h 2870200"/>
              <a:gd name="connsiteX24" fmla="*/ 287866 w 4089400"/>
              <a:gd name="connsiteY24" fmla="*/ 2243667 h 2870200"/>
              <a:gd name="connsiteX25" fmla="*/ 313266 w 4089400"/>
              <a:gd name="connsiteY25" fmla="*/ 2201334 h 2870200"/>
              <a:gd name="connsiteX26" fmla="*/ 321733 w 4089400"/>
              <a:gd name="connsiteY26" fmla="*/ 2150534 h 2870200"/>
              <a:gd name="connsiteX27" fmla="*/ 355600 w 4089400"/>
              <a:gd name="connsiteY27" fmla="*/ 2125134 h 2870200"/>
              <a:gd name="connsiteX28" fmla="*/ 364066 w 4089400"/>
              <a:gd name="connsiteY28" fmla="*/ 2082800 h 2870200"/>
              <a:gd name="connsiteX29" fmla="*/ 381000 w 4089400"/>
              <a:gd name="connsiteY29" fmla="*/ 2065867 h 2870200"/>
              <a:gd name="connsiteX30" fmla="*/ 397933 w 4089400"/>
              <a:gd name="connsiteY30" fmla="*/ 2032000 h 2870200"/>
              <a:gd name="connsiteX31" fmla="*/ 423333 w 4089400"/>
              <a:gd name="connsiteY31" fmla="*/ 1998134 h 2870200"/>
              <a:gd name="connsiteX32" fmla="*/ 440266 w 4089400"/>
              <a:gd name="connsiteY32" fmla="*/ 1752600 h 2870200"/>
              <a:gd name="connsiteX33" fmla="*/ 465666 w 4089400"/>
              <a:gd name="connsiteY33" fmla="*/ 1651000 h 2870200"/>
              <a:gd name="connsiteX34" fmla="*/ 491066 w 4089400"/>
              <a:gd name="connsiteY34" fmla="*/ 1710267 h 2870200"/>
              <a:gd name="connsiteX35" fmla="*/ 499533 w 4089400"/>
              <a:gd name="connsiteY35" fmla="*/ 1735667 h 2870200"/>
              <a:gd name="connsiteX36" fmla="*/ 533400 w 4089400"/>
              <a:gd name="connsiteY36" fmla="*/ 1820334 h 2870200"/>
              <a:gd name="connsiteX37" fmla="*/ 558800 w 4089400"/>
              <a:gd name="connsiteY37" fmla="*/ 1938867 h 2870200"/>
              <a:gd name="connsiteX38" fmla="*/ 575733 w 4089400"/>
              <a:gd name="connsiteY38" fmla="*/ 1998134 h 2870200"/>
              <a:gd name="connsiteX39" fmla="*/ 592666 w 4089400"/>
              <a:gd name="connsiteY39" fmla="*/ 2023534 h 2870200"/>
              <a:gd name="connsiteX40" fmla="*/ 618066 w 4089400"/>
              <a:gd name="connsiteY40" fmla="*/ 1786467 h 2870200"/>
              <a:gd name="connsiteX41" fmla="*/ 626533 w 4089400"/>
              <a:gd name="connsiteY41" fmla="*/ 1744134 h 2870200"/>
              <a:gd name="connsiteX42" fmla="*/ 643466 w 4089400"/>
              <a:gd name="connsiteY42" fmla="*/ 1718734 h 2870200"/>
              <a:gd name="connsiteX43" fmla="*/ 660400 w 4089400"/>
              <a:gd name="connsiteY43" fmla="*/ 1617134 h 2870200"/>
              <a:gd name="connsiteX44" fmla="*/ 677333 w 4089400"/>
              <a:gd name="connsiteY44" fmla="*/ 1557867 h 2870200"/>
              <a:gd name="connsiteX45" fmla="*/ 685800 w 4089400"/>
              <a:gd name="connsiteY45" fmla="*/ 1524000 h 2870200"/>
              <a:gd name="connsiteX46" fmla="*/ 702733 w 4089400"/>
              <a:gd name="connsiteY46" fmla="*/ 1312334 h 2870200"/>
              <a:gd name="connsiteX47" fmla="*/ 719666 w 4089400"/>
              <a:gd name="connsiteY47" fmla="*/ 1380067 h 2870200"/>
              <a:gd name="connsiteX48" fmla="*/ 736600 w 4089400"/>
              <a:gd name="connsiteY48" fmla="*/ 1532467 h 2870200"/>
              <a:gd name="connsiteX49" fmla="*/ 753533 w 4089400"/>
              <a:gd name="connsiteY49" fmla="*/ 1566334 h 2870200"/>
              <a:gd name="connsiteX50" fmla="*/ 778933 w 4089400"/>
              <a:gd name="connsiteY50" fmla="*/ 1456267 h 2870200"/>
              <a:gd name="connsiteX51" fmla="*/ 795866 w 4089400"/>
              <a:gd name="connsiteY51" fmla="*/ 1430867 h 2870200"/>
              <a:gd name="connsiteX52" fmla="*/ 829733 w 4089400"/>
              <a:gd name="connsiteY52" fmla="*/ 1388534 h 2870200"/>
              <a:gd name="connsiteX53" fmla="*/ 838200 w 4089400"/>
              <a:gd name="connsiteY53" fmla="*/ 1498600 h 2870200"/>
              <a:gd name="connsiteX54" fmla="*/ 863600 w 4089400"/>
              <a:gd name="connsiteY54" fmla="*/ 1811867 h 2870200"/>
              <a:gd name="connsiteX55" fmla="*/ 872066 w 4089400"/>
              <a:gd name="connsiteY55" fmla="*/ 1642534 h 2870200"/>
              <a:gd name="connsiteX56" fmla="*/ 897466 w 4089400"/>
              <a:gd name="connsiteY56" fmla="*/ 1583267 h 2870200"/>
              <a:gd name="connsiteX57" fmla="*/ 905933 w 4089400"/>
              <a:gd name="connsiteY57" fmla="*/ 1557867 h 2870200"/>
              <a:gd name="connsiteX58" fmla="*/ 914400 w 4089400"/>
              <a:gd name="connsiteY58" fmla="*/ 2006600 h 2870200"/>
              <a:gd name="connsiteX59" fmla="*/ 939800 w 4089400"/>
              <a:gd name="connsiteY59" fmla="*/ 2116667 h 2870200"/>
              <a:gd name="connsiteX60" fmla="*/ 948266 w 4089400"/>
              <a:gd name="connsiteY60" fmla="*/ 1828800 h 2870200"/>
              <a:gd name="connsiteX61" fmla="*/ 965200 w 4089400"/>
              <a:gd name="connsiteY61" fmla="*/ 1794934 h 2870200"/>
              <a:gd name="connsiteX62" fmla="*/ 973666 w 4089400"/>
              <a:gd name="connsiteY62" fmla="*/ 1761067 h 2870200"/>
              <a:gd name="connsiteX63" fmla="*/ 990600 w 4089400"/>
              <a:gd name="connsiteY63" fmla="*/ 1871134 h 2870200"/>
              <a:gd name="connsiteX64" fmla="*/ 1007533 w 4089400"/>
              <a:gd name="connsiteY64" fmla="*/ 1947334 h 2870200"/>
              <a:gd name="connsiteX65" fmla="*/ 1024466 w 4089400"/>
              <a:gd name="connsiteY65" fmla="*/ 2040467 h 2870200"/>
              <a:gd name="connsiteX66" fmla="*/ 1049866 w 4089400"/>
              <a:gd name="connsiteY66" fmla="*/ 2108200 h 2870200"/>
              <a:gd name="connsiteX67" fmla="*/ 1058333 w 4089400"/>
              <a:gd name="connsiteY67" fmla="*/ 2150534 h 2870200"/>
              <a:gd name="connsiteX68" fmla="*/ 1100666 w 4089400"/>
              <a:gd name="connsiteY68" fmla="*/ 2209800 h 2870200"/>
              <a:gd name="connsiteX69" fmla="*/ 1109133 w 4089400"/>
              <a:gd name="connsiteY69" fmla="*/ 2108200 h 2870200"/>
              <a:gd name="connsiteX70" fmla="*/ 1159933 w 4089400"/>
              <a:gd name="connsiteY70" fmla="*/ 1989667 h 2870200"/>
              <a:gd name="connsiteX71" fmla="*/ 1210733 w 4089400"/>
              <a:gd name="connsiteY71" fmla="*/ 1913467 h 2870200"/>
              <a:gd name="connsiteX72" fmla="*/ 1219200 w 4089400"/>
              <a:gd name="connsiteY72" fmla="*/ 2167467 h 2870200"/>
              <a:gd name="connsiteX73" fmla="*/ 1236133 w 4089400"/>
              <a:gd name="connsiteY73" fmla="*/ 2082800 h 2870200"/>
              <a:gd name="connsiteX74" fmla="*/ 1244600 w 4089400"/>
              <a:gd name="connsiteY74" fmla="*/ 2015067 h 2870200"/>
              <a:gd name="connsiteX75" fmla="*/ 1286933 w 4089400"/>
              <a:gd name="connsiteY75" fmla="*/ 1854200 h 2870200"/>
              <a:gd name="connsiteX76" fmla="*/ 1295400 w 4089400"/>
              <a:gd name="connsiteY76" fmla="*/ 1803400 h 2870200"/>
              <a:gd name="connsiteX77" fmla="*/ 1320800 w 4089400"/>
              <a:gd name="connsiteY77" fmla="*/ 1701800 h 2870200"/>
              <a:gd name="connsiteX78" fmla="*/ 1346200 w 4089400"/>
              <a:gd name="connsiteY78" fmla="*/ 1718734 h 2870200"/>
              <a:gd name="connsiteX79" fmla="*/ 1354666 w 4089400"/>
              <a:gd name="connsiteY79" fmla="*/ 1744134 h 2870200"/>
              <a:gd name="connsiteX80" fmla="*/ 1380066 w 4089400"/>
              <a:gd name="connsiteY80" fmla="*/ 1828800 h 2870200"/>
              <a:gd name="connsiteX81" fmla="*/ 1397000 w 4089400"/>
              <a:gd name="connsiteY81" fmla="*/ 1879600 h 2870200"/>
              <a:gd name="connsiteX82" fmla="*/ 1405466 w 4089400"/>
              <a:gd name="connsiteY82" fmla="*/ 1913467 h 2870200"/>
              <a:gd name="connsiteX83" fmla="*/ 1430866 w 4089400"/>
              <a:gd name="connsiteY83" fmla="*/ 1947334 h 2870200"/>
              <a:gd name="connsiteX84" fmla="*/ 1447800 w 4089400"/>
              <a:gd name="connsiteY84" fmla="*/ 1938867 h 2870200"/>
              <a:gd name="connsiteX85" fmla="*/ 1490133 w 4089400"/>
              <a:gd name="connsiteY85" fmla="*/ 1803400 h 2870200"/>
              <a:gd name="connsiteX86" fmla="*/ 1549400 w 4089400"/>
              <a:gd name="connsiteY86" fmla="*/ 1651000 h 2870200"/>
              <a:gd name="connsiteX87" fmla="*/ 1557866 w 4089400"/>
              <a:gd name="connsiteY87" fmla="*/ 1591734 h 2870200"/>
              <a:gd name="connsiteX88" fmla="*/ 1574800 w 4089400"/>
              <a:gd name="connsiteY88" fmla="*/ 1566334 h 2870200"/>
              <a:gd name="connsiteX89" fmla="*/ 1583266 w 4089400"/>
              <a:gd name="connsiteY89" fmla="*/ 1524000 h 2870200"/>
              <a:gd name="connsiteX90" fmla="*/ 1591733 w 4089400"/>
              <a:gd name="connsiteY90" fmla="*/ 1498600 h 2870200"/>
              <a:gd name="connsiteX91" fmla="*/ 1608666 w 4089400"/>
              <a:gd name="connsiteY91" fmla="*/ 1524000 h 2870200"/>
              <a:gd name="connsiteX92" fmla="*/ 1634066 w 4089400"/>
              <a:gd name="connsiteY92" fmla="*/ 1490134 h 2870200"/>
              <a:gd name="connsiteX93" fmla="*/ 1659466 w 4089400"/>
              <a:gd name="connsiteY93" fmla="*/ 1388534 h 2870200"/>
              <a:gd name="connsiteX94" fmla="*/ 1718733 w 4089400"/>
              <a:gd name="connsiteY94" fmla="*/ 1286934 h 2870200"/>
              <a:gd name="connsiteX95" fmla="*/ 1769533 w 4089400"/>
              <a:gd name="connsiteY95" fmla="*/ 1176867 h 2870200"/>
              <a:gd name="connsiteX96" fmla="*/ 1794933 w 4089400"/>
              <a:gd name="connsiteY96" fmla="*/ 1202267 h 2870200"/>
              <a:gd name="connsiteX97" fmla="*/ 1803400 w 4089400"/>
              <a:gd name="connsiteY97" fmla="*/ 1227667 h 2870200"/>
              <a:gd name="connsiteX98" fmla="*/ 1820333 w 4089400"/>
              <a:gd name="connsiteY98" fmla="*/ 1261534 h 2870200"/>
              <a:gd name="connsiteX99" fmla="*/ 1862666 w 4089400"/>
              <a:gd name="connsiteY99" fmla="*/ 1422400 h 2870200"/>
              <a:gd name="connsiteX100" fmla="*/ 1913466 w 4089400"/>
              <a:gd name="connsiteY100" fmla="*/ 1600200 h 2870200"/>
              <a:gd name="connsiteX101" fmla="*/ 1964266 w 4089400"/>
              <a:gd name="connsiteY101" fmla="*/ 1744134 h 2870200"/>
              <a:gd name="connsiteX102" fmla="*/ 1981200 w 4089400"/>
              <a:gd name="connsiteY102" fmla="*/ 1498600 h 2870200"/>
              <a:gd name="connsiteX103" fmla="*/ 1998133 w 4089400"/>
              <a:gd name="connsiteY103" fmla="*/ 1464734 h 2870200"/>
              <a:gd name="connsiteX104" fmla="*/ 2006600 w 4089400"/>
              <a:gd name="connsiteY104" fmla="*/ 1439334 h 2870200"/>
              <a:gd name="connsiteX105" fmla="*/ 2057400 w 4089400"/>
              <a:gd name="connsiteY105" fmla="*/ 2032000 h 2870200"/>
              <a:gd name="connsiteX106" fmla="*/ 2065866 w 4089400"/>
              <a:gd name="connsiteY106" fmla="*/ 2150534 h 2870200"/>
              <a:gd name="connsiteX107" fmla="*/ 2074333 w 4089400"/>
              <a:gd name="connsiteY107" fmla="*/ 2489200 h 2870200"/>
              <a:gd name="connsiteX108" fmla="*/ 2108200 w 4089400"/>
              <a:gd name="connsiteY108" fmla="*/ 2421467 h 2870200"/>
              <a:gd name="connsiteX109" fmla="*/ 2150533 w 4089400"/>
              <a:gd name="connsiteY109" fmla="*/ 2319867 h 2870200"/>
              <a:gd name="connsiteX110" fmla="*/ 2175933 w 4089400"/>
              <a:gd name="connsiteY110" fmla="*/ 2286000 h 2870200"/>
              <a:gd name="connsiteX111" fmla="*/ 2209800 w 4089400"/>
              <a:gd name="connsiteY111" fmla="*/ 2235200 h 2870200"/>
              <a:gd name="connsiteX112" fmla="*/ 2226733 w 4089400"/>
              <a:gd name="connsiteY112" fmla="*/ 2514600 h 2870200"/>
              <a:gd name="connsiteX113" fmla="*/ 2252133 w 4089400"/>
              <a:gd name="connsiteY113" fmla="*/ 2565400 h 2870200"/>
              <a:gd name="connsiteX114" fmla="*/ 2260600 w 4089400"/>
              <a:gd name="connsiteY114" fmla="*/ 2489200 h 2870200"/>
              <a:gd name="connsiteX115" fmla="*/ 2277533 w 4089400"/>
              <a:gd name="connsiteY115" fmla="*/ 2421467 h 2870200"/>
              <a:gd name="connsiteX116" fmla="*/ 2286000 w 4089400"/>
              <a:gd name="connsiteY116" fmla="*/ 1718734 h 2870200"/>
              <a:gd name="connsiteX117" fmla="*/ 2311400 w 4089400"/>
              <a:gd name="connsiteY117" fmla="*/ 1811867 h 2870200"/>
              <a:gd name="connsiteX118" fmla="*/ 2336800 w 4089400"/>
              <a:gd name="connsiteY118" fmla="*/ 1871134 h 2870200"/>
              <a:gd name="connsiteX119" fmla="*/ 2362200 w 4089400"/>
              <a:gd name="connsiteY119" fmla="*/ 1938867 h 2870200"/>
              <a:gd name="connsiteX120" fmla="*/ 2370666 w 4089400"/>
              <a:gd name="connsiteY120" fmla="*/ 1972734 h 2870200"/>
              <a:gd name="connsiteX121" fmla="*/ 2379133 w 4089400"/>
              <a:gd name="connsiteY121" fmla="*/ 1574800 h 2870200"/>
              <a:gd name="connsiteX122" fmla="*/ 2404533 w 4089400"/>
              <a:gd name="connsiteY122" fmla="*/ 1236134 h 2870200"/>
              <a:gd name="connsiteX123" fmla="*/ 2421466 w 4089400"/>
              <a:gd name="connsiteY123" fmla="*/ 1092200 h 2870200"/>
              <a:gd name="connsiteX124" fmla="*/ 2429933 w 4089400"/>
              <a:gd name="connsiteY124" fmla="*/ 1066800 h 2870200"/>
              <a:gd name="connsiteX125" fmla="*/ 2438400 w 4089400"/>
              <a:gd name="connsiteY125" fmla="*/ 1092200 h 2870200"/>
              <a:gd name="connsiteX126" fmla="*/ 2455333 w 4089400"/>
              <a:gd name="connsiteY126" fmla="*/ 1117600 h 2870200"/>
              <a:gd name="connsiteX127" fmla="*/ 2463800 w 4089400"/>
              <a:gd name="connsiteY127" fmla="*/ 1227667 h 2870200"/>
              <a:gd name="connsiteX128" fmla="*/ 2489200 w 4089400"/>
              <a:gd name="connsiteY128" fmla="*/ 753534 h 2870200"/>
              <a:gd name="connsiteX129" fmla="*/ 2506133 w 4089400"/>
              <a:gd name="connsiteY129" fmla="*/ 685800 h 2870200"/>
              <a:gd name="connsiteX130" fmla="*/ 2514600 w 4089400"/>
              <a:gd name="connsiteY130" fmla="*/ 609600 h 2870200"/>
              <a:gd name="connsiteX131" fmla="*/ 2523066 w 4089400"/>
              <a:gd name="connsiteY131" fmla="*/ 558800 h 2870200"/>
              <a:gd name="connsiteX132" fmla="*/ 2540000 w 4089400"/>
              <a:gd name="connsiteY132" fmla="*/ 584200 h 2870200"/>
              <a:gd name="connsiteX133" fmla="*/ 2548466 w 4089400"/>
              <a:gd name="connsiteY133" fmla="*/ 778934 h 2870200"/>
              <a:gd name="connsiteX134" fmla="*/ 2590800 w 4089400"/>
              <a:gd name="connsiteY134" fmla="*/ 914400 h 2870200"/>
              <a:gd name="connsiteX135" fmla="*/ 2607733 w 4089400"/>
              <a:gd name="connsiteY135" fmla="*/ 973667 h 2870200"/>
              <a:gd name="connsiteX136" fmla="*/ 2624666 w 4089400"/>
              <a:gd name="connsiteY136" fmla="*/ 812800 h 2870200"/>
              <a:gd name="connsiteX137" fmla="*/ 2641600 w 4089400"/>
              <a:gd name="connsiteY137" fmla="*/ 694267 h 2870200"/>
              <a:gd name="connsiteX138" fmla="*/ 2667000 w 4089400"/>
              <a:gd name="connsiteY138" fmla="*/ 558800 h 2870200"/>
              <a:gd name="connsiteX139" fmla="*/ 2692400 w 4089400"/>
              <a:gd name="connsiteY139" fmla="*/ 321734 h 2870200"/>
              <a:gd name="connsiteX140" fmla="*/ 2709333 w 4089400"/>
              <a:gd name="connsiteY140" fmla="*/ 1058334 h 2870200"/>
              <a:gd name="connsiteX141" fmla="*/ 2717800 w 4089400"/>
              <a:gd name="connsiteY141" fmla="*/ 1032934 h 2870200"/>
              <a:gd name="connsiteX142" fmla="*/ 2785533 w 4089400"/>
              <a:gd name="connsiteY142" fmla="*/ 905934 h 2870200"/>
              <a:gd name="connsiteX143" fmla="*/ 2819400 w 4089400"/>
              <a:gd name="connsiteY143" fmla="*/ 855134 h 2870200"/>
              <a:gd name="connsiteX144" fmla="*/ 2844800 w 4089400"/>
              <a:gd name="connsiteY144" fmla="*/ 1422400 h 2870200"/>
              <a:gd name="connsiteX145" fmla="*/ 2853266 w 4089400"/>
              <a:gd name="connsiteY145" fmla="*/ 1388534 h 2870200"/>
              <a:gd name="connsiteX146" fmla="*/ 2870200 w 4089400"/>
              <a:gd name="connsiteY146" fmla="*/ 1363134 h 2870200"/>
              <a:gd name="connsiteX147" fmla="*/ 2895600 w 4089400"/>
              <a:gd name="connsiteY147" fmla="*/ 1278467 h 2870200"/>
              <a:gd name="connsiteX148" fmla="*/ 2912533 w 4089400"/>
              <a:gd name="connsiteY148" fmla="*/ 1320800 h 2870200"/>
              <a:gd name="connsiteX149" fmla="*/ 2929466 w 4089400"/>
              <a:gd name="connsiteY149" fmla="*/ 1388534 h 2870200"/>
              <a:gd name="connsiteX150" fmla="*/ 2946400 w 4089400"/>
              <a:gd name="connsiteY150" fmla="*/ 1422400 h 2870200"/>
              <a:gd name="connsiteX151" fmla="*/ 2988733 w 4089400"/>
              <a:gd name="connsiteY151" fmla="*/ 1540934 h 2870200"/>
              <a:gd name="connsiteX152" fmla="*/ 3005666 w 4089400"/>
              <a:gd name="connsiteY152" fmla="*/ 1566334 h 2870200"/>
              <a:gd name="connsiteX153" fmla="*/ 3039533 w 4089400"/>
              <a:gd name="connsiteY153" fmla="*/ 1718734 h 2870200"/>
              <a:gd name="connsiteX154" fmla="*/ 3064933 w 4089400"/>
              <a:gd name="connsiteY154" fmla="*/ 1761067 h 2870200"/>
              <a:gd name="connsiteX155" fmla="*/ 3098800 w 4089400"/>
              <a:gd name="connsiteY155" fmla="*/ 1879600 h 2870200"/>
              <a:gd name="connsiteX156" fmla="*/ 3090333 w 4089400"/>
              <a:gd name="connsiteY156" fmla="*/ 1913467 h 2870200"/>
              <a:gd name="connsiteX157" fmla="*/ 3102783 w 4089400"/>
              <a:gd name="connsiteY157" fmla="*/ 1901016 h 2870200"/>
              <a:gd name="connsiteX158" fmla="*/ 3081866 w 4089400"/>
              <a:gd name="connsiteY158" fmla="*/ 1888067 h 2870200"/>
              <a:gd name="connsiteX159" fmla="*/ 3107266 w 4089400"/>
              <a:gd name="connsiteY159" fmla="*/ 1871134 h 2870200"/>
              <a:gd name="connsiteX160" fmla="*/ 3115733 w 4089400"/>
              <a:gd name="connsiteY160" fmla="*/ 1769534 h 2870200"/>
              <a:gd name="connsiteX161" fmla="*/ 3132666 w 4089400"/>
              <a:gd name="connsiteY161" fmla="*/ 1710267 h 2870200"/>
              <a:gd name="connsiteX162" fmla="*/ 3141133 w 4089400"/>
              <a:gd name="connsiteY162" fmla="*/ 1684867 h 2870200"/>
              <a:gd name="connsiteX163" fmla="*/ 3166533 w 4089400"/>
              <a:gd name="connsiteY163" fmla="*/ 1676400 h 2870200"/>
              <a:gd name="connsiteX164" fmla="*/ 3175000 w 4089400"/>
              <a:gd name="connsiteY164" fmla="*/ 2006600 h 2870200"/>
              <a:gd name="connsiteX165" fmla="*/ 3183466 w 4089400"/>
              <a:gd name="connsiteY165" fmla="*/ 2048934 h 2870200"/>
              <a:gd name="connsiteX166" fmla="*/ 3191933 w 4089400"/>
              <a:gd name="connsiteY166" fmla="*/ 2099734 h 2870200"/>
              <a:gd name="connsiteX167" fmla="*/ 3208866 w 4089400"/>
              <a:gd name="connsiteY167" fmla="*/ 2048934 h 2870200"/>
              <a:gd name="connsiteX168" fmla="*/ 3217333 w 4089400"/>
              <a:gd name="connsiteY168" fmla="*/ 1998134 h 2870200"/>
              <a:gd name="connsiteX169" fmla="*/ 3251200 w 4089400"/>
              <a:gd name="connsiteY169" fmla="*/ 2353734 h 2870200"/>
              <a:gd name="connsiteX170" fmla="*/ 3276600 w 4089400"/>
              <a:gd name="connsiteY170" fmla="*/ 2387600 h 2870200"/>
              <a:gd name="connsiteX171" fmla="*/ 3285066 w 4089400"/>
              <a:gd name="connsiteY171" fmla="*/ 2497667 h 2870200"/>
              <a:gd name="connsiteX172" fmla="*/ 3302000 w 4089400"/>
              <a:gd name="connsiteY172" fmla="*/ 2531534 h 2870200"/>
              <a:gd name="connsiteX173" fmla="*/ 3318933 w 4089400"/>
              <a:gd name="connsiteY173" fmla="*/ 2599267 h 2870200"/>
              <a:gd name="connsiteX174" fmla="*/ 3344333 w 4089400"/>
              <a:gd name="connsiteY174" fmla="*/ 2667000 h 2870200"/>
              <a:gd name="connsiteX175" fmla="*/ 3386666 w 4089400"/>
              <a:gd name="connsiteY175" fmla="*/ 2810934 h 2870200"/>
              <a:gd name="connsiteX176" fmla="*/ 3412066 w 4089400"/>
              <a:gd name="connsiteY176" fmla="*/ 2870200 h 2870200"/>
              <a:gd name="connsiteX177" fmla="*/ 3437466 w 4089400"/>
              <a:gd name="connsiteY177" fmla="*/ 1828800 h 2870200"/>
              <a:gd name="connsiteX178" fmla="*/ 3445933 w 4089400"/>
              <a:gd name="connsiteY178" fmla="*/ 1803400 h 2870200"/>
              <a:gd name="connsiteX179" fmla="*/ 3462866 w 4089400"/>
              <a:gd name="connsiteY179" fmla="*/ 1735667 h 2870200"/>
              <a:gd name="connsiteX180" fmla="*/ 3488266 w 4089400"/>
              <a:gd name="connsiteY180" fmla="*/ 1651000 h 2870200"/>
              <a:gd name="connsiteX181" fmla="*/ 3496733 w 4089400"/>
              <a:gd name="connsiteY181" fmla="*/ 1701800 h 2870200"/>
              <a:gd name="connsiteX182" fmla="*/ 3505200 w 4089400"/>
              <a:gd name="connsiteY182" fmla="*/ 1803400 h 2870200"/>
              <a:gd name="connsiteX183" fmla="*/ 3522133 w 4089400"/>
              <a:gd name="connsiteY183" fmla="*/ 1752600 h 2870200"/>
              <a:gd name="connsiteX184" fmla="*/ 3530600 w 4089400"/>
              <a:gd name="connsiteY184" fmla="*/ 1693334 h 2870200"/>
              <a:gd name="connsiteX185" fmla="*/ 3572933 w 4089400"/>
              <a:gd name="connsiteY185" fmla="*/ 1608667 h 2870200"/>
              <a:gd name="connsiteX186" fmla="*/ 3589866 w 4089400"/>
              <a:gd name="connsiteY186" fmla="*/ 1566334 h 2870200"/>
              <a:gd name="connsiteX187" fmla="*/ 3632200 w 4089400"/>
              <a:gd name="connsiteY187" fmla="*/ 1464734 h 2870200"/>
              <a:gd name="connsiteX188" fmla="*/ 3636184 w 4089400"/>
              <a:gd name="connsiteY188" fmla="*/ 1373094 h 2870200"/>
              <a:gd name="connsiteX189" fmla="*/ 3657600 w 4089400"/>
              <a:gd name="connsiteY189" fmla="*/ 1363134 h 2870200"/>
              <a:gd name="connsiteX190" fmla="*/ 3674533 w 4089400"/>
              <a:gd name="connsiteY190" fmla="*/ 1320800 h 2870200"/>
              <a:gd name="connsiteX191" fmla="*/ 3669553 w 4089400"/>
              <a:gd name="connsiteY191" fmla="*/ 1151964 h 2870200"/>
              <a:gd name="connsiteX192" fmla="*/ 3716866 w 4089400"/>
              <a:gd name="connsiteY192" fmla="*/ 1227667 h 2870200"/>
              <a:gd name="connsiteX193" fmla="*/ 3725333 w 4089400"/>
              <a:gd name="connsiteY193" fmla="*/ 1176867 h 2870200"/>
              <a:gd name="connsiteX194" fmla="*/ 3742266 w 4089400"/>
              <a:gd name="connsiteY194" fmla="*/ 1126067 h 2870200"/>
              <a:gd name="connsiteX195" fmla="*/ 3750733 w 4089400"/>
              <a:gd name="connsiteY195" fmla="*/ 1058334 h 2870200"/>
              <a:gd name="connsiteX196" fmla="*/ 3759200 w 4089400"/>
              <a:gd name="connsiteY196" fmla="*/ 1270000 h 2870200"/>
              <a:gd name="connsiteX197" fmla="*/ 3793066 w 4089400"/>
              <a:gd name="connsiteY197" fmla="*/ 558800 h 2870200"/>
              <a:gd name="connsiteX198" fmla="*/ 3810000 w 4089400"/>
              <a:gd name="connsiteY198" fmla="*/ 482600 h 2870200"/>
              <a:gd name="connsiteX199" fmla="*/ 3818466 w 4089400"/>
              <a:gd name="connsiteY199" fmla="*/ 533400 h 2870200"/>
              <a:gd name="connsiteX200" fmla="*/ 3835400 w 4089400"/>
              <a:gd name="connsiteY200" fmla="*/ 660400 h 2870200"/>
              <a:gd name="connsiteX201" fmla="*/ 3843866 w 4089400"/>
              <a:gd name="connsiteY201" fmla="*/ 702734 h 2870200"/>
              <a:gd name="connsiteX202" fmla="*/ 3860800 w 4089400"/>
              <a:gd name="connsiteY202" fmla="*/ 736600 h 2870200"/>
              <a:gd name="connsiteX203" fmla="*/ 3877733 w 4089400"/>
              <a:gd name="connsiteY203" fmla="*/ 702734 h 2870200"/>
              <a:gd name="connsiteX204" fmla="*/ 3937000 w 4089400"/>
              <a:gd name="connsiteY204" fmla="*/ 482600 h 2870200"/>
              <a:gd name="connsiteX205" fmla="*/ 3953933 w 4089400"/>
              <a:gd name="connsiteY205" fmla="*/ 457200 h 2870200"/>
              <a:gd name="connsiteX206" fmla="*/ 3979333 w 4089400"/>
              <a:gd name="connsiteY206" fmla="*/ 177800 h 2870200"/>
              <a:gd name="connsiteX207" fmla="*/ 4004733 w 4089400"/>
              <a:gd name="connsiteY207" fmla="*/ 135467 h 2870200"/>
              <a:gd name="connsiteX208" fmla="*/ 4013200 w 4089400"/>
              <a:gd name="connsiteY208" fmla="*/ 101600 h 2870200"/>
              <a:gd name="connsiteX209" fmla="*/ 4021666 w 4089400"/>
              <a:gd name="connsiteY209" fmla="*/ 76200 h 2870200"/>
              <a:gd name="connsiteX210" fmla="*/ 4030133 w 4089400"/>
              <a:gd name="connsiteY210" fmla="*/ 110067 h 2870200"/>
              <a:gd name="connsiteX211" fmla="*/ 4047066 w 4089400"/>
              <a:gd name="connsiteY211" fmla="*/ 160867 h 2870200"/>
              <a:gd name="connsiteX212" fmla="*/ 4089400 w 4089400"/>
              <a:gd name="connsiteY212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25400 w 4089400"/>
              <a:gd name="connsiteY2" fmla="*/ 626534 h 2870200"/>
              <a:gd name="connsiteX3" fmla="*/ 33866 w 4089400"/>
              <a:gd name="connsiteY3" fmla="*/ 592667 h 2870200"/>
              <a:gd name="connsiteX4" fmla="*/ 42333 w 4089400"/>
              <a:gd name="connsiteY4" fmla="*/ 567267 h 2870200"/>
              <a:gd name="connsiteX5" fmla="*/ 42333 w 4089400"/>
              <a:gd name="connsiteY5" fmla="*/ 821267 h 2870200"/>
              <a:gd name="connsiteX6" fmla="*/ 16933 w 4089400"/>
              <a:gd name="connsiteY6" fmla="*/ 880534 h 2870200"/>
              <a:gd name="connsiteX7" fmla="*/ 25400 w 4089400"/>
              <a:gd name="connsiteY7" fmla="*/ 1354667 h 2870200"/>
              <a:gd name="connsiteX8" fmla="*/ 33866 w 4089400"/>
              <a:gd name="connsiteY8" fmla="*/ 1329267 h 2870200"/>
              <a:gd name="connsiteX9" fmla="*/ 42333 w 4089400"/>
              <a:gd name="connsiteY9" fmla="*/ 1286934 h 2870200"/>
              <a:gd name="connsiteX10" fmla="*/ 59266 w 4089400"/>
              <a:gd name="connsiteY10" fmla="*/ 1253067 h 2870200"/>
              <a:gd name="connsiteX11" fmla="*/ 76200 w 4089400"/>
              <a:gd name="connsiteY11" fmla="*/ 1202267 h 2870200"/>
              <a:gd name="connsiteX12" fmla="*/ 84666 w 4089400"/>
              <a:gd name="connsiteY12" fmla="*/ 1176867 h 2870200"/>
              <a:gd name="connsiteX13" fmla="*/ 101600 w 4089400"/>
              <a:gd name="connsiteY13" fmla="*/ 1143000 h 2870200"/>
              <a:gd name="connsiteX14" fmla="*/ 110066 w 4089400"/>
              <a:gd name="connsiteY14" fmla="*/ 1100667 h 2870200"/>
              <a:gd name="connsiteX15" fmla="*/ 135466 w 4089400"/>
              <a:gd name="connsiteY15" fmla="*/ 1032934 h 2870200"/>
              <a:gd name="connsiteX16" fmla="*/ 143933 w 4089400"/>
              <a:gd name="connsiteY16" fmla="*/ 999067 h 2870200"/>
              <a:gd name="connsiteX17" fmla="*/ 160866 w 4089400"/>
              <a:gd name="connsiteY17" fmla="*/ 948267 h 2870200"/>
              <a:gd name="connsiteX18" fmla="*/ 177800 w 4089400"/>
              <a:gd name="connsiteY18" fmla="*/ 1134534 h 2870200"/>
              <a:gd name="connsiteX19" fmla="*/ 194733 w 4089400"/>
              <a:gd name="connsiteY19" fmla="*/ 1464734 h 2870200"/>
              <a:gd name="connsiteX20" fmla="*/ 228600 w 4089400"/>
              <a:gd name="connsiteY20" fmla="*/ 1397000 h 2870200"/>
              <a:gd name="connsiteX21" fmla="*/ 254000 w 4089400"/>
              <a:gd name="connsiteY21" fmla="*/ 1363134 h 2870200"/>
              <a:gd name="connsiteX22" fmla="*/ 262466 w 4089400"/>
              <a:gd name="connsiteY22" fmla="*/ 1337734 h 2870200"/>
              <a:gd name="connsiteX23" fmla="*/ 279400 w 4089400"/>
              <a:gd name="connsiteY23" fmla="*/ 1371600 h 2870200"/>
              <a:gd name="connsiteX24" fmla="*/ 287866 w 4089400"/>
              <a:gd name="connsiteY24" fmla="*/ 2243667 h 2870200"/>
              <a:gd name="connsiteX25" fmla="*/ 313266 w 4089400"/>
              <a:gd name="connsiteY25" fmla="*/ 2201334 h 2870200"/>
              <a:gd name="connsiteX26" fmla="*/ 321733 w 4089400"/>
              <a:gd name="connsiteY26" fmla="*/ 2150534 h 2870200"/>
              <a:gd name="connsiteX27" fmla="*/ 355600 w 4089400"/>
              <a:gd name="connsiteY27" fmla="*/ 2125134 h 2870200"/>
              <a:gd name="connsiteX28" fmla="*/ 364066 w 4089400"/>
              <a:gd name="connsiteY28" fmla="*/ 2082800 h 2870200"/>
              <a:gd name="connsiteX29" fmla="*/ 381000 w 4089400"/>
              <a:gd name="connsiteY29" fmla="*/ 2065867 h 2870200"/>
              <a:gd name="connsiteX30" fmla="*/ 397933 w 4089400"/>
              <a:gd name="connsiteY30" fmla="*/ 2032000 h 2870200"/>
              <a:gd name="connsiteX31" fmla="*/ 423333 w 4089400"/>
              <a:gd name="connsiteY31" fmla="*/ 1998134 h 2870200"/>
              <a:gd name="connsiteX32" fmla="*/ 440266 w 4089400"/>
              <a:gd name="connsiteY32" fmla="*/ 1752600 h 2870200"/>
              <a:gd name="connsiteX33" fmla="*/ 465666 w 4089400"/>
              <a:gd name="connsiteY33" fmla="*/ 1651000 h 2870200"/>
              <a:gd name="connsiteX34" fmla="*/ 491066 w 4089400"/>
              <a:gd name="connsiteY34" fmla="*/ 1710267 h 2870200"/>
              <a:gd name="connsiteX35" fmla="*/ 499533 w 4089400"/>
              <a:gd name="connsiteY35" fmla="*/ 1735667 h 2870200"/>
              <a:gd name="connsiteX36" fmla="*/ 533400 w 4089400"/>
              <a:gd name="connsiteY36" fmla="*/ 1820334 h 2870200"/>
              <a:gd name="connsiteX37" fmla="*/ 558800 w 4089400"/>
              <a:gd name="connsiteY37" fmla="*/ 1938867 h 2870200"/>
              <a:gd name="connsiteX38" fmla="*/ 575733 w 4089400"/>
              <a:gd name="connsiteY38" fmla="*/ 1998134 h 2870200"/>
              <a:gd name="connsiteX39" fmla="*/ 592666 w 4089400"/>
              <a:gd name="connsiteY39" fmla="*/ 2023534 h 2870200"/>
              <a:gd name="connsiteX40" fmla="*/ 618066 w 4089400"/>
              <a:gd name="connsiteY40" fmla="*/ 1786467 h 2870200"/>
              <a:gd name="connsiteX41" fmla="*/ 626533 w 4089400"/>
              <a:gd name="connsiteY41" fmla="*/ 1744134 h 2870200"/>
              <a:gd name="connsiteX42" fmla="*/ 643466 w 4089400"/>
              <a:gd name="connsiteY42" fmla="*/ 1718734 h 2870200"/>
              <a:gd name="connsiteX43" fmla="*/ 660400 w 4089400"/>
              <a:gd name="connsiteY43" fmla="*/ 1617134 h 2870200"/>
              <a:gd name="connsiteX44" fmla="*/ 677333 w 4089400"/>
              <a:gd name="connsiteY44" fmla="*/ 1557867 h 2870200"/>
              <a:gd name="connsiteX45" fmla="*/ 685800 w 4089400"/>
              <a:gd name="connsiteY45" fmla="*/ 1524000 h 2870200"/>
              <a:gd name="connsiteX46" fmla="*/ 702733 w 4089400"/>
              <a:gd name="connsiteY46" fmla="*/ 1312334 h 2870200"/>
              <a:gd name="connsiteX47" fmla="*/ 719666 w 4089400"/>
              <a:gd name="connsiteY47" fmla="*/ 1380067 h 2870200"/>
              <a:gd name="connsiteX48" fmla="*/ 736600 w 4089400"/>
              <a:gd name="connsiteY48" fmla="*/ 1532467 h 2870200"/>
              <a:gd name="connsiteX49" fmla="*/ 753533 w 4089400"/>
              <a:gd name="connsiteY49" fmla="*/ 1566334 h 2870200"/>
              <a:gd name="connsiteX50" fmla="*/ 778933 w 4089400"/>
              <a:gd name="connsiteY50" fmla="*/ 1456267 h 2870200"/>
              <a:gd name="connsiteX51" fmla="*/ 795866 w 4089400"/>
              <a:gd name="connsiteY51" fmla="*/ 1430867 h 2870200"/>
              <a:gd name="connsiteX52" fmla="*/ 829733 w 4089400"/>
              <a:gd name="connsiteY52" fmla="*/ 1388534 h 2870200"/>
              <a:gd name="connsiteX53" fmla="*/ 838200 w 4089400"/>
              <a:gd name="connsiteY53" fmla="*/ 1498600 h 2870200"/>
              <a:gd name="connsiteX54" fmla="*/ 863600 w 4089400"/>
              <a:gd name="connsiteY54" fmla="*/ 1811867 h 2870200"/>
              <a:gd name="connsiteX55" fmla="*/ 872066 w 4089400"/>
              <a:gd name="connsiteY55" fmla="*/ 1642534 h 2870200"/>
              <a:gd name="connsiteX56" fmla="*/ 897466 w 4089400"/>
              <a:gd name="connsiteY56" fmla="*/ 1583267 h 2870200"/>
              <a:gd name="connsiteX57" fmla="*/ 905933 w 4089400"/>
              <a:gd name="connsiteY57" fmla="*/ 1557867 h 2870200"/>
              <a:gd name="connsiteX58" fmla="*/ 914400 w 4089400"/>
              <a:gd name="connsiteY58" fmla="*/ 2006600 h 2870200"/>
              <a:gd name="connsiteX59" fmla="*/ 939800 w 4089400"/>
              <a:gd name="connsiteY59" fmla="*/ 2116667 h 2870200"/>
              <a:gd name="connsiteX60" fmla="*/ 948266 w 4089400"/>
              <a:gd name="connsiteY60" fmla="*/ 1828800 h 2870200"/>
              <a:gd name="connsiteX61" fmla="*/ 965200 w 4089400"/>
              <a:gd name="connsiteY61" fmla="*/ 1794934 h 2870200"/>
              <a:gd name="connsiteX62" fmla="*/ 973666 w 4089400"/>
              <a:gd name="connsiteY62" fmla="*/ 1761067 h 2870200"/>
              <a:gd name="connsiteX63" fmla="*/ 990600 w 4089400"/>
              <a:gd name="connsiteY63" fmla="*/ 1871134 h 2870200"/>
              <a:gd name="connsiteX64" fmla="*/ 1007533 w 4089400"/>
              <a:gd name="connsiteY64" fmla="*/ 1947334 h 2870200"/>
              <a:gd name="connsiteX65" fmla="*/ 1024466 w 4089400"/>
              <a:gd name="connsiteY65" fmla="*/ 2040467 h 2870200"/>
              <a:gd name="connsiteX66" fmla="*/ 1049866 w 4089400"/>
              <a:gd name="connsiteY66" fmla="*/ 2108200 h 2870200"/>
              <a:gd name="connsiteX67" fmla="*/ 1058333 w 4089400"/>
              <a:gd name="connsiteY67" fmla="*/ 2150534 h 2870200"/>
              <a:gd name="connsiteX68" fmla="*/ 1100666 w 4089400"/>
              <a:gd name="connsiteY68" fmla="*/ 2209800 h 2870200"/>
              <a:gd name="connsiteX69" fmla="*/ 1109133 w 4089400"/>
              <a:gd name="connsiteY69" fmla="*/ 2108200 h 2870200"/>
              <a:gd name="connsiteX70" fmla="*/ 1159933 w 4089400"/>
              <a:gd name="connsiteY70" fmla="*/ 1989667 h 2870200"/>
              <a:gd name="connsiteX71" fmla="*/ 1210733 w 4089400"/>
              <a:gd name="connsiteY71" fmla="*/ 1913467 h 2870200"/>
              <a:gd name="connsiteX72" fmla="*/ 1219200 w 4089400"/>
              <a:gd name="connsiteY72" fmla="*/ 2167467 h 2870200"/>
              <a:gd name="connsiteX73" fmla="*/ 1236133 w 4089400"/>
              <a:gd name="connsiteY73" fmla="*/ 2082800 h 2870200"/>
              <a:gd name="connsiteX74" fmla="*/ 1244600 w 4089400"/>
              <a:gd name="connsiteY74" fmla="*/ 2015067 h 2870200"/>
              <a:gd name="connsiteX75" fmla="*/ 1286933 w 4089400"/>
              <a:gd name="connsiteY75" fmla="*/ 1854200 h 2870200"/>
              <a:gd name="connsiteX76" fmla="*/ 1295400 w 4089400"/>
              <a:gd name="connsiteY76" fmla="*/ 1803400 h 2870200"/>
              <a:gd name="connsiteX77" fmla="*/ 1320800 w 4089400"/>
              <a:gd name="connsiteY77" fmla="*/ 1701800 h 2870200"/>
              <a:gd name="connsiteX78" fmla="*/ 1346200 w 4089400"/>
              <a:gd name="connsiteY78" fmla="*/ 1718734 h 2870200"/>
              <a:gd name="connsiteX79" fmla="*/ 1354666 w 4089400"/>
              <a:gd name="connsiteY79" fmla="*/ 1744134 h 2870200"/>
              <a:gd name="connsiteX80" fmla="*/ 1380066 w 4089400"/>
              <a:gd name="connsiteY80" fmla="*/ 1828800 h 2870200"/>
              <a:gd name="connsiteX81" fmla="*/ 1397000 w 4089400"/>
              <a:gd name="connsiteY81" fmla="*/ 1879600 h 2870200"/>
              <a:gd name="connsiteX82" fmla="*/ 1405466 w 4089400"/>
              <a:gd name="connsiteY82" fmla="*/ 1913467 h 2870200"/>
              <a:gd name="connsiteX83" fmla="*/ 1430866 w 4089400"/>
              <a:gd name="connsiteY83" fmla="*/ 1947334 h 2870200"/>
              <a:gd name="connsiteX84" fmla="*/ 1447800 w 4089400"/>
              <a:gd name="connsiteY84" fmla="*/ 1938867 h 2870200"/>
              <a:gd name="connsiteX85" fmla="*/ 1490133 w 4089400"/>
              <a:gd name="connsiteY85" fmla="*/ 1803400 h 2870200"/>
              <a:gd name="connsiteX86" fmla="*/ 1549400 w 4089400"/>
              <a:gd name="connsiteY86" fmla="*/ 1651000 h 2870200"/>
              <a:gd name="connsiteX87" fmla="*/ 1557866 w 4089400"/>
              <a:gd name="connsiteY87" fmla="*/ 1591734 h 2870200"/>
              <a:gd name="connsiteX88" fmla="*/ 1574800 w 4089400"/>
              <a:gd name="connsiteY88" fmla="*/ 1566334 h 2870200"/>
              <a:gd name="connsiteX89" fmla="*/ 1583266 w 4089400"/>
              <a:gd name="connsiteY89" fmla="*/ 1524000 h 2870200"/>
              <a:gd name="connsiteX90" fmla="*/ 1591733 w 4089400"/>
              <a:gd name="connsiteY90" fmla="*/ 1498600 h 2870200"/>
              <a:gd name="connsiteX91" fmla="*/ 1608666 w 4089400"/>
              <a:gd name="connsiteY91" fmla="*/ 1524000 h 2870200"/>
              <a:gd name="connsiteX92" fmla="*/ 1634066 w 4089400"/>
              <a:gd name="connsiteY92" fmla="*/ 1490134 h 2870200"/>
              <a:gd name="connsiteX93" fmla="*/ 1659466 w 4089400"/>
              <a:gd name="connsiteY93" fmla="*/ 1388534 h 2870200"/>
              <a:gd name="connsiteX94" fmla="*/ 1718733 w 4089400"/>
              <a:gd name="connsiteY94" fmla="*/ 1286934 h 2870200"/>
              <a:gd name="connsiteX95" fmla="*/ 1769533 w 4089400"/>
              <a:gd name="connsiteY95" fmla="*/ 1176867 h 2870200"/>
              <a:gd name="connsiteX96" fmla="*/ 1794933 w 4089400"/>
              <a:gd name="connsiteY96" fmla="*/ 1202267 h 2870200"/>
              <a:gd name="connsiteX97" fmla="*/ 1803400 w 4089400"/>
              <a:gd name="connsiteY97" fmla="*/ 1227667 h 2870200"/>
              <a:gd name="connsiteX98" fmla="*/ 1820333 w 4089400"/>
              <a:gd name="connsiteY98" fmla="*/ 1261534 h 2870200"/>
              <a:gd name="connsiteX99" fmla="*/ 1862666 w 4089400"/>
              <a:gd name="connsiteY99" fmla="*/ 1422400 h 2870200"/>
              <a:gd name="connsiteX100" fmla="*/ 1913466 w 4089400"/>
              <a:gd name="connsiteY100" fmla="*/ 1600200 h 2870200"/>
              <a:gd name="connsiteX101" fmla="*/ 1964266 w 4089400"/>
              <a:gd name="connsiteY101" fmla="*/ 1744134 h 2870200"/>
              <a:gd name="connsiteX102" fmla="*/ 1981200 w 4089400"/>
              <a:gd name="connsiteY102" fmla="*/ 1498600 h 2870200"/>
              <a:gd name="connsiteX103" fmla="*/ 1998133 w 4089400"/>
              <a:gd name="connsiteY103" fmla="*/ 1464734 h 2870200"/>
              <a:gd name="connsiteX104" fmla="*/ 2006600 w 4089400"/>
              <a:gd name="connsiteY104" fmla="*/ 1439334 h 2870200"/>
              <a:gd name="connsiteX105" fmla="*/ 2057400 w 4089400"/>
              <a:gd name="connsiteY105" fmla="*/ 2032000 h 2870200"/>
              <a:gd name="connsiteX106" fmla="*/ 2065866 w 4089400"/>
              <a:gd name="connsiteY106" fmla="*/ 2150534 h 2870200"/>
              <a:gd name="connsiteX107" fmla="*/ 2074333 w 4089400"/>
              <a:gd name="connsiteY107" fmla="*/ 2489200 h 2870200"/>
              <a:gd name="connsiteX108" fmla="*/ 2108200 w 4089400"/>
              <a:gd name="connsiteY108" fmla="*/ 2421467 h 2870200"/>
              <a:gd name="connsiteX109" fmla="*/ 2150533 w 4089400"/>
              <a:gd name="connsiteY109" fmla="*/ 2319867 h 2870200"/>
              <a:gd name="connsiteX110" fmla="*/ 2175933 w 4089400"/>
              <a:gd name="connsiteY110" fmla="*/ 2286000 h 2870200"/>
              <a:gd name="connsiteX111" fmla="*/ 2209800 w 4089400"/>
              <a:gd name="connsiteY111" fmla="*/ 2235200 h 2870200"/>
              <a:gd name="connsiteX112" fmla="*/ 2226733 w 4089400"/>
              <a:gd name="connsiteY112" fmla="*/ 2514600 h 2870200"/>
              <a:gd name="connsiteX113" fmla="*/ 2252133 w 4089400"/>
              <a:gd name="connsiteY113" fmla="*/ 2565400 h 2870200"/>
              <a:gd name="connsiteX114" fmla="*/ 2260600 w 4089400"/>
              <a:gd name="connsiteY114" fmla="*/ 2489200 h 2870200"/>
              <a:gd name="connsiteX115" fmla="*/ 2277533 w 4089400"/>
              <a:gd name="connsiteY115" fmla="*/ 2421467 h 2870200"/>
              <a:gd name="connsiteX116" fmla="*/ 2286000 w 4089400"/>
              <a:gd name="connsiteY116" fmla="*/ 1718734 h 2870200"/>
              <a:gd name="connsiteX117" fmla="*/ 2311400 w 4089400"/>
              <a:gd name="connsiteY117" fmla="*/ 1811867 h 2870200"/>
              <a:gd name="connsiteX118" fmla="*/ 2336800 w 4089400"/>
              <a:gd name="connsiteY118" fmla="*/ 1871134 h 2870200"/>
              <a:gd name="connsiteX119" fmla="*/ 2362200 w 4089400"/>
              <a:gd name="connsiteY119" fmla="*/ 1938867 h 2870200"/>
              <a:gd name="connsiteX120" fmla="*/ 2370666 w 4089400"/>
              <a:gd name="connsiteY120" fmla="*/ 1972734 h 2870200"/>
              <a:gd name="connsiteX121" fmla="*/ 2379133 w 4089400"/>
              <a:gd name="connsiteY121" fmla="*/ 1574800 h 2870200"/>
              <a:gd name="connsiteX122" fmla="*/ 2404533 w 4089400"/>
              <a:gd name="connsiteY122" fmla="*/ 1236134 h 2870200"/>
              <a:gd name="connsiteX123" fmla="*/ 2421466 w 4089400"/>
              <a:gd name="connsiteY123" fmla="*/ 1092200 h 2870200"/>
              <a:gd name="connsiteX124" fmla="*/ 2429933 w 4089400"/>
              <a:gd name="connsiteY124" fmla="*/ 1066800 h 2870200"/>
              <a:gd name="connsiteX125" fmla="*/ 2438400 w 4089400"/>
              <a:gd name="connsiteY125" fmla="*/ 1092200 h 2870200"/>
              <a:gd name="connsiteX126" fmla="*/ 2455333 w 4089400"/>
              <a:gd name="connsiteY126" fmla="*/ 1117600 h 2870200"/>
              <a:gd name="connsiteX127" fmla="*/ 2463800 w 4089400"/>
              <a:gd name="connsiteY127" fmla="*/ 1227667 h 2870200"/>
              <a:gd name="connsiteX128" fmla="*/ 2489200 w 4089400"/>
              <a:gd name="connsiteY128" fmla="*/ 753534 h 2870200"/>
              <a:gd name="connsiteX129" fmla="*/ 2506133 w 4089400"/>
              <a:gd name="connsiteY129" fmla="*/ 685800 h 2870200"/>
              <a:gd name="connsiteX130" fmla="*/ 2514600 w 4089400"/>
              <a:gd name="connsiteY130" fmla="*/ 609600 h 2870200"/>
              <a:gd name="connsiteX131" fmla="*/ 2523066 w 4089400"/>
              <a:gd name="connsiteY131" fmla="*/ 558800 h 2870200"/>
              <a:gd name="connsiteX132" fmla="*/ 2540000 w 4089400"/>
              <a:gd name="connsiteY132" fmla="*/ 584200 h 2870200"/>
              <a:gd name="connsiteX133" fmla="*/ 2548466 w 4089400"/>
              <a:gd name="connsiteY133" fmla="*/ 778934 h 2870200"/>
              <a:gd name="connsiteX134" fmla="*/ 2590800 w 4089400"/>
              <a:gd name="connsiteY134" fmla="*/ 914400 h 2870200"/>
              <a:gd name="connsiteX135" fmla="*/ 2607733 w 4089400"/>
              <a:gd name="connsiteY135" fmla="*/ 973667 h 2870200"/>
              <a:gd name="connsiteX136" fmla="*/ 2624666 w 4089400"/>
              <a:gd name="connsiteY136" fmla="*/ 812800 h 2870200"/>
              <a:gd name="connsiteX137" fmla="*/ 2641600 w 4089400"/>
              <a:gd name="connsiteY137" fmla="*/ 694267 h 2870200"/>
              <a:gd name="connsiteX138" fmla="*/ 2667000 w 4089400"/>
              <a:gd name="connsiteY138" fmla="*/ 558800 h 2870200"/>
              <a:gd name="connsiteX139" fmla="*/ 2692400 w 4089400"/>
              <a:gd name="connsiteY139" fmla="*/ 321734 h 2870200"/>
              <a:gd name="connsiteX140" fmla="*/ 2709333 w 4089400"/>
              <a:gd name="connsiteY140" fmla="*/ 1058334 h 2870200"/>
              <a:gd name="connsiteX141" fmla="*/ 2717800 w 4089400"/>
              <a:gd name="connsiteY141" fmla="*/ 1032934 h 2870200"/>
              <a:gd name="connsiteX142" fmla="*/ 2785533 w 4089400"/>
              <a:gd name="connsiteY142" fmla="*/ 905934 h 2870200"/>
              <a:gd name="connsiteX143" fmla="*/ 2819400 w 4089400"/>
              <a:gd name="connsiteY143" fmla="*/ 855134 h 2870200"/>
              <a:gd name="connsiteX144" fmla="*/ 2844800 w 4089400"/>
              <a:gd name="connsiteY144" fmla="*/ 1422400 h 2870200"/>
              <a:gd name="connsiteX145" fmla="*/ 2853266 w 4089400"/>
              <a:gd name="connsiteY145" fmla="*/ 1388534 h 2870200"/>
              <a:gd name="connsiteX146" fmla="*/ 2870200 w 4089400"/>
              <a:gd name="connsiteY146" fmla="*/ 1363134 h 2870200"/>
              <a:gd name="connsiteX147" fmla="*/ 2895600 w 4089400"/>
              <a:gd name="connsiteY147" fmla="*/ 1278467 h 2870200"/>
              <a:gd name="connsiteX148" fmla="*/ 2912533 w 4089400"/>
              <a:gd name="connsiteY148" fmla="*/ 1320800 h 2870200"/>
              <a:gd name="connsiteX149" fmla="*/ 2929466 w 4089400"/>
              <a:gd name="connsiteY149" fmla="*/ 1388534 h 2870200"/>
              <a:gd name="connsiteX150" fmla="*/ 2946400 w 4089400"/>
              <a:gd name="connsiteY150" fmla="*/ 1422400 h 2870200"/>
              <a:gd name="connsiteX151" fmla="*/ 2988733 w 4089400"/>
              <a:gd name="connsiteY151" fmla="*/ 1540934 h 2870200"/>
              <a:gd name="connsiteX152" fmla="*/ 3005666 w 4089400"/>
              <a:gd name="connsiteY152" fmla="*/ 1566334 h 2870200"/>
              <a:gd name="connsiteX153" fmla="*/ 3039533 w 4089400"/>
              <a:gd name="connsiteY153" fmla="*/ 1718734 h 2870200"/>
              <a:gd name="connsiteX154" fmla="*/ 3064933 w 4089400"/>
              <a:gd name="connsiteY154" fmla="*/ 1761067 h 2870200"/>
              <a:gd name="connsiteX155" fmla="*/ 3098800 w 4089400"/>
              <a:gd name="connsiteY155" fmla="*/ 1879600 h 2870200"/>
              <a:gd name="connsiteX156" fmla="*/ 3090333 w 4089400"/>
              <a:gd name="connsiteY156" fmla="*/ 1913467 h 2870200"/>
              <a:gd name="connsiteX157" fmla="*/ 3102783 w 4089400"/>
              <a:gd name="connsiteY157" fmla="*/ 1901016 h 2870200"/>
              <a:gd name="connsiteX158" fmla="*/ 3081866 w 4089400"/>
              <a:gd name="connsiteY158" fmla="*/ 1888067 h 2870200"/>
              <a:gd name="connsiteX159" fmla="*/ 3107266 w 4089400"/>
              <a:gd name="connsiteY159" fmla="*/ 1871134 h 2870200"/>
              <a:gd name="connsiteX160" fmla="*/ 3115733 w 4089400"/>
              <a:gd name="connsiteY160" fmla="*/ 1769534 h 2870200"/>
              <a:gd name="connsiteX161" fmla="*/ 3132666 w 4089400"/>
              <a:gd name="connsiteY161" fmla="*/ 1710267 h 2870200"/>
              <a:gd name="connsiteX162" fmla="*/ 3141133 w 4089400"/>
              <a:gd name="connsiteY162" fmla="*/ 1684867 h 2870200"/>
              <a:gd name="connsiteX163" fmla="*/ 3166533 w 4089400"/>
              <a:gd name="connsiteY163" fmla="*/ 1676400 h 2870200"/>
              <a:gd name="connsiteX164" fmla="*/ 3175000 w 4089400"/>
              <a:gd name="connsiteY164" fmla="*/ 2006600 h 2870200"/>
              <a:gd name="connsiteX165" fmla="*/ 3183466 w 4089400"/>
              <a:gd name="connsiteY165" fmla="*/ 2048934 h 2870200"/>
              <a:gd name="connsiteX166" fmla="*/ 3191933 w 4089400"/>
              <a:gd name="connsiteY166" fmla="*/ 2099734 h 2870200"/>
              <a:gd name="connsiteX167" fmla="*/ 3208866 w 4089400"/>
              <a:gd name="connsiteY167" fmla="*/ 2048934 h 2870200"/>
              <a:gd name="connsiteX168" fmla="*/ 3217333 w 4089400"/>
              <a:gd name="connsiteY168" fmla="*/ 1998134 h 2870200"/>
              <a:gd name="connsiteX169" fmla="*/ 3251200 w 4089400"/>
              <a:gd name="connsiteY169" fmla="*/ 2353734 h 2870200"/>
              <a:gd name="connsiteX170" fmla="*/ 3276600 w 4089400"/>
              <a:gd name="connsiteY170" fmla="*/ 2387600 h 2870200"/>
              <a:gd name="connsiteX171" fmla="*/ 3285066 w 4089400"/>
              <a:gd name="connsiteY171" fmla="*/ 2497667 h 2870200"/>
              <a:gd name="connsiteX172" fmla="*/ 3302000 w 4089400"/>
              <a:gd name="connsiteY172" fmla="*/ 2531534 h 2870200"/>
              <a:gd name="connsiteX173" fmla="*/ 3318933 w 4089400"/>
              <a:gd name="connsiteY173" fmla="*/ 2599267 h 2870200"/>
              <a:gd name="connsiteX174" fmla="*/ 3344333 w 4089400"/>
              <a:gd name="connsiteY174" fmla="*/ 2667000 h 2870200"/>
              <a:gd name="connsiteX175" fmla="*/ 3386666 w 4089400"/>
              <a:gd name="connsiteY175" fmla="*/ 2810934 h 2870200"/>
              <a:gd name="connsiteX176" fmla="*/ 3412066 w 4089400"/>
              <a:gd name="connsiteY176" fmla="*/ 2870200 h 2870200"/>
              <a:gd name="connsiteX177" fmla="*/ 3437466 w 4089400"/>
              <a:gd name="connsiteY177" fmla="*/ 1828800 h 2870200"/>
              <a:gd name="connsiteX178" fmla="*/ 3445933 w 4089400"/>
              <a:gd name="connsiteY178" fmla="*/ 1803400 h 2870200"/>
              <a:gd name="connsiteX179" fmla="*/ 3462866 w 4089400"/>
              <a:gd name="connsiteY179" fmla="*/ 1735667 h 2870200"/>
              <a:gd name="connsiteX180" fmla="*/ 3488266 w 4089400"/>
              <a:gd name="connsiteY180" fmla="*/ 1651000 h 2870200"/>
              <a:gd name="connsiteX181" fmla="*/ 3496733 w 4089400"/>
              <a:gd name="connsiteY181" fmla="*/ 1701800 h 2870200"/>
              <a:gd name="connsiteX182" fmla="*/ 3500717 w 4089400"/>
              <a:gd name="connsiteY182" fmla="*/ 1875118 h 2870200"/>
              <a:gd name="connsiteX183" fmla="*/ 3522133 w 4089400"/>
              <a:gd name="connsiteY183" fmla="*/ 1752600 h 2870200"/>
              <a:gd name="connsiteX184" fmla="*/ 3530600 w 4089400"/>
              <a:gd name="connsiteY184" fmla="*/ 1693334 h 2870200"/>
              <a:gd name="connsiteX185" fmla="*/ 3572933 w 4089400"/>
              <a:gd name="connsiteY185" fmla="*/ 1608667 h 2870200"/>
              <a:gd name="connsiteX186" fmla="*/ 3589866 w 4089400"/>
              <a:gd name="connsiteY186" fmla="*/ 1566334 h 2870200"/>
              <a:gd name="connsiteX187" fmla="*/ 3632200 w 4089400"/>
              <a:gd name="connsiteY187" fmla="*/ 1464734 h 2870200"/>
              <a:gd name="connsiteX188" fmla="*/ 3636184 w 4089400"/>
              <a:gd name="connsiteY188" fmla="*/ 1373094 h 2870200"/>
              <a:gd name="connsiteX189" fmla="*/ 3657600 w 4089400"/>
              <a:gd name="connsiteY189" fmla="*/ 1363134 h 2870200"/>
              <a:gd name="connsiteX190" fmla="*/ 3674533 w 4089400"/>
              <a:gd name="connsiteY190" fmla="*/ 1320800 h 2870200"/>
              <a:gd name="connsiteX191" fmla="*/ 3669553 w 4089400"/>
              <a:gd name="connsiteY191" fmla="*/ 1151964 h 2870200"/>
              <a:gd name="connsiteX192" fmla="*/ 3716866 w 4089400"/>
              <a:gd name="connsiteY192" fmla="*/ 1227667 h 2870200"/>
              <a:gd name="connsiteX193" fmla="*/ 3725333 w 4089400"/>
              <a:gd name="connsiteY193" fmla="*/ 1176867 h 2870200"/>
              <a:gd name="connsiteX194" fmla="*/ 3742266 w 4089400"/>
              <a:gd name="connsiteY194" fmla="*/ 1126067 h 2870200"/>
              <a:gd name="connsiteX195" fmla="*/ 3750733 w 4089400"/>
              <a:gd name="connsiteY195" fmla="*/ 1058334 h 2870200"/>
              <a:gd name="connsiteX196" fmla="*/ 3759200 w 4089400"/>
              <a:gd name="connsiteY196" fmla="*/ 1270000 h 2870200"/>
              <a:gd name="connsiteX197" fmla="*/ 3793066 w 4089400"/>
              <a:gd name="connsiteY197" fmla="*/ 558800 h 2870200"/>
              <a:gd name="connsiteX198" fmla="*/ 3810000 w 4089400"/>
              <a:gd name="connsiteY198" fmla="*/ 482600 h 2870200"/>
              <a:gd name="connsiteX199" fmla="*/ 3818466 w 4089400"/>
              <a:gd name="connsiteY199" fmla="*/ 533400 h 2870200"/>
              <a:gd name="connsiteX200" fmla="*/ 3835400 w 4089400"/>
              <a:gd name="connsiteY200" fmla="*/ 660400 h 2870200"/>
              <a:gd name="connsiteX201" fmla="*/ 3843866 w 4089400"/>
              <a:gd name="connsiteY201" fmla="*/ 702734 h 2870200"/>
              <a:gd name="connsiteX202" fmla="*/ 3860800 w 4089400"/>
              <a:gd name="connsiteY202" fmla="*/ 736600 h 2870200"/>
              <a:gd name="connsiteX203" fmla="*/ 3877733 w 4089400"/>
              <a:gd name="connsiteY203" fmla="*/ 702734 h 2870200"/>
              <a:gd name="connsiteX204" fmla="*/ 3937000 w 4089400"/>
              <a:gd name="connsiteY204" fmla="*/ 482600 h 2870200"/>
              <a:gd name="connsiteX205" fmla="*/ 3953933 w 4089400"/>
              <a:gd name="connsiteY205" fmla="*/ 457200 h 2870200"/>
              <a:gd name="connsiteX206" fmla="*/ 3979333 w 4089400"/>
              <a:gd name="connsiteY206" fmla="*/ 177800 h 2870200"/>
              <a:gd name="connsiteX207" fmla="*/ 4004733 w 4089400"/>
              <a:gd name="connsiteY207" fmla="*/ 135467 h 2870200"/>
              <a:gd name="connsiteX208" fmla="*/ 4013200 w 4089400"/>
              <a:gd name="connsiteY208" fmla="*/ 101600 h 2870200"/>
              <a:gd name="connsiteX209" fmla="*/ 4021666 w 4089400"/>
              <a:gd name="connsiteY209" fmla="*/ 76200 h 2870200"/>
              <a:gd name="connsiteX210" fmla="*/ 4030133 w 4089400"/>
              <a:gd name="connsiteY210" fmla="*/ 110067 h 2870200"/>
              <a:gd name="connsiteX211" fmla="*/ 4047066 w 4089400"/>
              <a:gd name="connsiteY211" fmla="*/ 160867 h 2870200"/>
              <a:gd name="connsiteX212" fmla="*/ 4089400 w 4089400"/>
              <a:gd name="connsiteY212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25400 w 4089400"/>
              <a:gd name="connsiteY2" fmla="*/ 626534 h 2870200"/>
              <a:gd name="connsiteX3" fmla="*/ 33866 w 4089400"/>
              <a:gd name="connsiteY3" fmla="*/ 592667 h 2870200"/>
              <a:gd name="connsiteX4" fmla="*/ 42333 w 4089400"/>
              <a:gd name="connsiteY4" fmla="*/ 567267 h 2870200"/>
              <a:gd name="connsiteX5" fmla="*/ 42333 w 4089400"/>
              <a:gd name="connsiteY5" fmla="*/ 821267 h 2870200"/>
              <a:gd name="connsiteX6" fmla="*/ 16933 w 4089400"/>
              <a:gd name="connsiteY6" fmla="*/ 880534 h 2870200"/>
              <a:gd name="connsiteX7" fmla="*/ 25400 w 4089400"/>
              <a:gd name="connsiteY7" fmla="*/ 1354667 h 2870200"/>
              <a:gd name="connsiteX8" fmla="*/ 33866 w 4089400"/>
              <a:gd name="connsiteY8" fmla="*/ 1329267 h 2870200"/>
              <a:gd name="connsiteX9" fmla="*/ 42333 w 4089400"/>
              <a:gd name="connsiteY9" fmla="*/ 1286934 h 2870200"/>
              <a:gd name="connsiteX10" fmla="*/ 59266 w 4089400"/>
              <a:gd name="connsiteY10" fmla="*/ 1253067 h 2870200"/>
              <a:gd name="connsiteX11" fmla="*/ 76200 w 4089400"/>
              <a:gd name="connsiteY11" fmla="*/ 1202267 h 2870200"/>
              <a:gd name="connsiteX12" fmla="*/ 84666 w 4089400"/>
              <a:gd name="connsiteY12" fmla="*/ 1176867 h 2870200"/>
              <a:gd name="connsiteX13" fmla="*/ 101600 w 4089400"/>
              <a:gd name="connsiteY13" fmla="*/ 1143000 h 2870200"/>
              <a:gd name="connsiteX14" fmla="*/ 110066 w 4089400"/>
              <a:gd name="connsiteY14" fmla="*/ 1100667 h 2870200"/>
              <a:gd name="connsiteX15" fmla="*/ 135466 w 4089400"/>
              <a:gd name="connsiteY15" fmla="*/ 1032934 h 2870200"/>
              <a:gd name="connsiteX16" fmla="*/ 143933 w 4089400"/>
              <a:gd name="connsiteY16" fmla="*/ 999067 h 2870200"/>
              <a:gd name="connsiteX17" fmla="*/ 160866 w 4089400"/>
              <a:gd name="connsiteY17" fmla="*/ 948267 h 2870200"/>
              <a:gd name="connsiteX18" fmla="*/ 177800 w 4089400"/>
              <a:gd name="connsiteY18" fmla="*/ 1134534 h 2870200"/>
              <a:gd name="connsiteX19" fmla="*/ 194733 w 4089400"/>
              <a:gd name="connsiteY19" fmla="*/ 1464734 h 2870200"/>
              <a:gd name="connsiteX20" fmla="*/ 228600 w 4089400"/>
              <a:gd name="connsiteY20" fmla="*/ 1397000 h 2870200"/>
              <a:gd name="connsiteX21" fmla="*/ 254000 w 4089400"/>
              <a:gd name="connsiteY21" fmla="*/ 1363134 h 2870200"/>
              <a:gd name="connsiteX22" fmla="*/ 262466 w 4089400"/>
              <a:gd name="connsiteY22" fmla="*/ 1337734 h 2870200"/>
              <a:gd name="connsiteX23" fmla="*/ 279400 w 4089400"/>
              <a:gd name="connsiteY23" fmla="*/ 1371600 h 2870200"/>
              <a:gd name="connsiteX24" fmla="*/ 287866 w 4089400"/>
              <a:gd name="connsiteY24" fmla="*/ 2243667 h 2870200"/>
              <a:gd name="connsiteX25" fmla="*/ 313266 w 4089400"/>
              <a:gd name="connsiteY25" fmla="*/ 2201334 h 2870200"/>
              <a:gd name="connsiteX26" fmla="*/ 321733 w 4089400"/>
              <a:gd name="connsiteY26" fmla="*/ 2150534 h 2870200"/>
              <a:gd name="connsiteX27" fmla="*/ 355600 w 4089400"/>
              <a:gd name="connsiteY27" fmla="*/ 2125134 h 2870200"/>
              <a:gd name="connsiteX28" fmla="*/ 364066 w 4089400"/>
              <a:gd name="connsiteY28" fmla="*/ 2082800 h 2870200"/>
              <a:gd name="connsiteX29" fmla="*/ 381000 w 4089400"/>
              <a:gd name="connsiteY29" fmla="*/ 2065867 h 2870200"/>
              <a:gd name="connsiteX30" fmla="*/ 397933 w 4089400"/>
              <a:gd name="connsiteY30" fmla="*/ 2032000 h 2870200"/>
              <a:gd name="connsiteX31" fmla="*/ 423333 w 4089400"/>
              <a:gd name="connsiteY31" fmla="*/ 1998134 h 2870200"/>
              <a:gd name="connsiteX32" fmla="*/ 440266 w 4089400"/>
              <a:gd name="connsiteY32" fmla="*/ 1752600 h 2870200"/>
              <a:gd name="connsiteX33" fmla="*/ 465666 w 4089400"/>
              <a:gd name="connsiteY33" fmla="*/ 1651000 h 2870200"/>
              <a:gd name="connsiteX34" fmla="*/ 491066 w 4089400"/>
              <a:gd name="connsiteY34" fmla="*/ 1710267 h 2870200"/>
              <a:gd name="connsiteX35" fmla="*/ 499533 w 4089400"/>
              <a:gd name="connsiteY35" fmla="*/ 1735667 h 2870200"/>
              <a:gd name="connsiteX36" fmla="*/ 533400 w 4089400"/>
              <a:gd name="connsiteY36" fmla="*/ 1820334 h 2870200"/>
              <a:gd name="connsiteX37" fmla="*/ 558800 w 4089400"/>
              <a:gd name="connsiteY37" fmla="*/ 1938867 h 2870200"/>
              <a:gd name="connsiteX38" fmla="*/ 575733 w 4089400"/>
              <a:gd name="connsiteY38" fmla="*/ 1998134 h 2870200"/>
              <a:gd name="connsiteX39" fmla="*/ 592666 w 4089400"/>
              <a:gd name="connsiteY39" fmla="*/ 2023534 h 2870200"/>
              <a:gd name="connsiteX40" fmla="*/ 618066 w 4089400"/>
              <a:gd name="connsiteY40" fmla="*/ 1786467 h 2870200"/>
              <a:gd name="connsiteX41" fmla="*/ 626533 w 4089400"/>
              <a:gd name="connsiteY41" fmla="*/ 1744134 h 2870200"/>
              <a:gd name="connsiteX42" fmla="*/ 643466 w 4089400"/>
              <a:gd name="connsiteY42" fmla="*/ 1718734 h 2870200"/>
              <a:gd name="connsiteX43" fmla="*/ 660400 w 4089400"/>
              <a:gd name="connsiteY43" fmla="*/ 1617134 h 2870200"/>
              <a:gd name="connsiteX44" fmla="*/ 677333 w 4089400"/>
              <a:gd name="connsiteY44" fmla="*/ 1557867 h 2870200"/>
              <a:gd name="connsiteX45" fmla="*/ 685800 w 4089400"/>
              <a:gd name="connsiteY45" fmla="*/ 1524000 h 2870200"/>
              <a:gd name="connsiteX46" fmla="*/ 702733 w 4089400"/>
              <a:gd name="connsiteY46" fmla="*/ 1312334 h 2870200"/>
              <a:gd name="connsiteX47" fmla="*/ 719666 w 4089400"/>
              <a:gd name="connsiteY47" fmla="*/ 1380067 h 2870200"/>
              <a:gd name="connsiteX48" fmla="*/ 736600 w 4089400"/>
              <a:gd name="connsiteY48" fmla="*/ 1532467 h 2870200"/>
              <a:gd name="connsiteX49" fmla="*/ 753533 w 4089400"/>
              <a:gd name="connsiteY49" fmla="*/ 1566334 h 2870200"/>
              <a:gd name="connsiteX50" fmla="*/ 778933 w 4089400"/>
              <a:gd name="connsiteY50" fmla="*/ 1456267 h 2870200"/>
              <a:gd name="connsiteX51" fmla="*/ 795866 w 4089400"/>
              <a:gd name="connsiteY51" fmla="*/ 1430867 h 2870200"/>
              <a:gd name="connsiteX52" fmla="*/ 829733 w 4089400"/>
              <a:gd name="connsiteY52" fmla="*/ 1388534 h 2870200"/>
              <a:gd name="connsiteX53" fmla="*/ 838200 w 4089400"/>
              <a:gd name="connsiteY53" fmla="*/ 1498600 h 2870200"/>
              <a:gd name="connsiteX54" fmla="*/ 863600 w 4089400"/>
              <a:gd name="connsiteY54" fmla="*/ 1811867 h 2870200"/>
              <a:gd name="connsiteX55" fmla="*/ 872066 w 4089400"/>
              <a:gd name="connsiteY55" fmla="*/ 1642534 h 2870200"/>
              <a:gd name="connsiteX56" fmla="*/ 897466 w 4089400"/>
              <a:gd name="connsiteY56" fmla="*/ 1583267 h 2870200"/>
              <a:gd name="connsiteX57" fmla="*/ 905933 w 4089400"/>
              <a:gd name="connsiteY57" fmla="*/ 1557867 h 2870200"/>
              <a:gd name="connsiteX58" fmla="*/ 914400 w 4089400"/>
              <a:gd name="connsiteY58" fmla="*/ 2006600 h 2870200"/>
              <a:gd name="connsiteX59" fmla="*/ 939800 w 4089400"/>
              <a:gd name="connsiteY59" fmla="*/ 2116667 h 2870200"/>
              <a:gd name="connsiteX60" fmla="*/ 948266 w 4089400"/>
              <a:gd name="connsiteY60" fmla="*/ 1828800 h 2870200"/>
              <a:gd name="connsiteX61" fmla="*/ 965200 w 4089400"/>
              <a:gd name="connsiteY61" fmla="*/ 1794934 h 2870200"/>
              <a:gd name="connsiteX62" fmla="*/ 973666 w 4089400"/>
              <a:gd name="connsiteY62" fmla="*/ 1761067 h 2870200"/>
              <a:gd name="connsiteX63" fmla="*/ 990600 w 4089400"/>
              <a:gd name="connsiteY63" fmla="*/ 1871134 h 2870200"/>
              <a:gd name="connsiteX64" fmla="*/ 1007533 w 4089400"/>
              <a:gd name="connsiteY64" fmla="*/ 1947334 h 2870200"/>
              <a:gd name="connsiteX65" fmla="*/ 1024466 w 4089400"/>
              <a:gd name="connsiteY65" fmla="*/ 2040467 h 2870200"/>
              <a:gd name="connsiteX66" fmla="*/ 1049866 w 4089400"/>
              <a:gd name="connsiteY66" fmla="*/ 2108200 h 2870200"/>
              <a:gd name="connsiteX67" fmla="*/ 1058333 w 4089400"/>
              <a:gd name="connsiteY67" fmla="*/ 2150534 h 2870200"/>
              <a:gd name="connsiteX68" fmla="*/ 1100666 w 4089400"/>
              <a:gd name="connsiteY68" fmla="*/ 2209800 h 2870200"/>
              <a:gd name="connsiteX69" fmla="*/ 1109133 w 4089400"/>
              <a:gd name="connsiteY69" fmla="*/ 2108200 h 2870200"/>
              <a:gd name="connsiteX70" fmla="*/ 1159933 w 4089400"/>
              <a:gd name="connsiteY70" fmla="*/ 1989667 h 2870200"/>
              <a:gd name="connsiteX71" fmla="*/ 1210733 w 4089400"/>
              <a:gd name="connsiteY71" fmla="*/ 1913467 h 2870200"/>
              <a:gd name="connsiteX72" fmla="*/ 1219200 w 4089400"/>
              <a:gd name="connsiteY72" fmla="*/ 2167467 h 2870200"/>
              <a:gd name="connsiteX73" fmla="*/ 1236133 w 4089400"/>
              <a:gd name="connsiteY73" fmla="*/ 2082800 h 2870200"/>
              <a:gd name="connsiteX74" fmla="*/ 1244600 w 4089400"/>
              <a:gd name="connsiteY74" fmla="*/ 2015067 h 2870200"/>
              <a:gd name="connsiteX75" fmla="*/ 1286933 w 4089400"/>
              <a:gd name="connsiteY75" fmla="*/ 1854200 h 2870200"/>
              <a:gd name="connsiteX76" fmla="*/ 1295400 w 4089400"/>
              <a:gd name="connsiteY76" fmla="*/ 1803400 h 2870200"/>
              <a:gd name="connsiteX77" fmla="*/ 1320800 w 4089400"/>
              <a:gd name="connsiteY77" fmla="*/ 1701800 h 2870200"/>
              <a:gd name="connsiteX78" fmla="*/ 1346200 w 4089400"/>
              <a:gd name="connsiteY78" fmla="*/ 1718734 h 2870200"/>
              <a:gd name="connsiteX79" fmla="*/ 1354666 w 4089400"/>
              <a:gd name="connsiteY79" fmla="*/ 1744134 h 2870200"/>
              <a:gd name="connsiteX80" fmla="*/ 1380066 w 4089400"/>
              <a:gd name="connsiteY80" fmla="*/ 1828800 h 2870200"/>
              <a:gd name="connsiteX81" fmla="*/ 1397000 w 4089400"/>
              <a:gd name="connsiteY81" fmla="*/ 1879600 h 2870200"/>
              <a:gd name="connsiteX82" fmla="*/ 1405466 w 4089400"/>
              <a:gd name="connsiteY82" fmla="*/ 1913467 h 2870200"/>
              <a:gd name="connsiteX83" fmla="*/ 1430866 w 4089400"/>
              <a:gd name="connsiteY83" fmla="*/ 1947334 h 2870200"/>
              <a:gd name="connsiteX84" fmla="*/ 1447800 w 4089400"/>
              <a:gd name="connsiteY84" fmla="*/ 1938867 h 2870200"/>
              <a:gd name="connsiteX85" fmla="*/ 1490133 w 4089400"/>
              <a:gd name="connsiteY85" fmla="*/ 1803400 h 2870200"/>
              <a:gd name="connsiteX86" fmla="*/ 1549400 w 4089400"/>
              <a:gd name="connsiteY86" fmla="*/ 1651000 h 2870200"/>
              <a:gd name="connsiteX87" fmla="*/ 1557866 w 4089400"/>
              <a:gd name="connsiteY87" fmla="*/ 1591734 h 2870200"/>
              <a:gd name="connsiteX88" fmla="*/ 1574800 w 4089400"/>
              <a:gd name="connsiteY88" fmla="*/ 1566334 h 2870200"/>
              <a:gd name="connsiteX89" fmla="*/ 1583266 w 4089400"/>
              <a:gd name="connsiteY89" fmla="*/ 1524000 h 2870200"/>
              <a:gd name="connsiteX90" fmla="*/ 1591733 w 4089400"/>
              <a:gd name="connsiteY90" fmla="*/ 1498600 h 2870200"/>
              <a:gd name="connsiteX91" fmla="*/ 1608666 w 4089400"/>
              <a:gd name="connsiteY91" fmla="*/ 1524000 h 2870200"/>
              <a:gd name="connsiteX92" fmla="*/ 1634066 w 4089400"/>
              <a:gd name="connsiteY92" fmla="*/ 1490134 h 2870200"/>
              <a:gd name="connsiteX93" fmla="*/ 1659466 w 4089400"/>
              <a:gd name="connsiteY93" fmla="*/ 1388534 h 2870200"/>
              <a:gd name="connsiteX94" fmla="*/ 1718733 w 4089400"/>
              <a:gd name="connsiteY94" fmla="*/ 1286934 h 2870200"/>
              <a:gd name="connsiteX95" fmla="*/ 1769533 w 4089400"/>
              <a:gd name="connsiteY95" fmla="*/ 1176867 h 2870200"/>
              <a:gd name="connsiteX96" fmla="*/ 1794933 w 4089400"/>
              <a:gd name="connsiteY96" fmla="*/ 1202267 h 2870200"/>
              <a:gd name="connsiteX97" fmla="*/ 1803400 w 4089400"/>
              <a:gd name="connsiteY97" fmla="*/ 1227667 h 2870200"/>
              <a:gd name="connsiteX98" fmla="*/ 1820333 w 4089400"/>
              <a:gd name="connsiteY98" fmla="*/ 1261534 h 2870200"/>
              <a:gd name="connsiteX99" fmla="*/ 1862666 w 4089400"/>
              <a:gd name="connsiteY99" fmla="*/ 1422400 h 2870200"/>
              <a:gd name="connsiteX100" fmla="*/ 1913466 w 4089400"/>
              <a:gd name="connsiteY100" fmla="*/ 1600200 h 2870200"/>
              <a:gd name="connsiteX101" fmla="*/ 1964266 w 4089400"/>
              <a:gd name="connsiteY101" fmla="*/ 1744134 h 2870200"/>
              <a:gd name="connsiteX102" fmla="*/ 1981200 w 4089400"/>
              <a:gd name="connsiteY102" fmla="*/ 1498600 h 2870200"/>
              <a:gd name="connsiteX103" fmla="*/ 1998133 w 4089400"/>
              <a:gd name="connsiteY103" fmla="*/ 1464734 h 2870200"/>
              <a:gd name="connsiteX104" fmla="*/ 2006600 w 4089400"/>
              <a:gd name="connsiteY104" fmla="*/ 1439334 h 2870200"/>
              <a:gd name="connsiteX105" fmla="*/ 2057400 w 4089400"/>
              <a:gd name="connsiteY105" fmla="*/ 2032000 h 2870200"/>
              <a:gd name="connsiteX106" fmla="*/ 2065866 w 4089400"/>
              <a:gd name="connsiteY106" fmla="*/ 2150534 h 2870200"/>
              <a:gd name="connsiteX107" fmla="*/ 2074333 w 4089400"/>
              <a:gd name="connsiteY107" fmla="*/ 2489200 h 2870200"/>
              <a:gd name="connsiteX108" fmla="*/ 2108200 w 4089400"/>
              <a:gd name="connsiteY108" fmla="*/ 2421467 h 2870200"/>
              <a:gd name="connsiteX109" fmla="*/ 2150533 w 4089400"/>
              <a:gd name="connsiteY109" fmla="*/ 2319867 h 2870200"/>
              <a:gd name="connsiteX110" fmla="*/ 2175933 w 4089400"/>
              <a:gd name="connsiteY110" fmla="*/ 2286000 h 2870200"/>
              <a:gd name="connsiteX111" fmla="*/ 2209800 w 4089400"/>
              <a:gd name="connsiteY111" fmla="*/ 2235200 h 2870200"/>
              <a:gd name="connsiteX112" fmla="*/ 2226733 w 4089400"/>
              <a:gd name="connsiteY112" fmla="*/ 2514600 h 2870200"/>
              <a:gd name="connsiteX113" fmla="*/ 2252133 w 4089400"/>
              <a:gd name="connsiteY113" fmla="*/ 2565400 h 2870200"/>
              <a:gd name="connsiteX114" fmla="*/ 2260600 w 4089400"/>
              <a:gd name="connsiteY114" fmla="*/ 2489200 h 2870200"/>
              <a:gd name="connsiteX115" fmla="*/ 2277533 w 4089400"/>
              <a:gd name="connsiteY115" fmla="*/ 2421467 h 2870200"/>
              <a:gd name="connsiteX116" fmla="*/ 2286000 w 4089400"/>
              <a:gd name="connsiteY116" fmla="*/ 1718734 h 2870200"/>
              <a:gd name="connsiteX117" fmla="*/ 2311400 w 4089400"/>
              <a:gd name="connsiteY117" fmla="*/ 1811867 h 2870200"/>
              <a:gd name="connsiteX118" fmla="*/ 2336800 w 4089400"/>
              <a:gd name="connsiteY118" fmla="*/ 1871134 h 2870200"/>
              <a:gd name="connsiteX119" fmla="*/ 2362200 w 4089400"/>
              <a:gd name="connsiteY119" fmla="*/ 1938867 h 2870200"/>
              <a:gd name="connsiteX120" fmla="*/ 2370666 w 4089400"/>
              <a:gd name="connsiteY120" fmla="*/ 1972734 h 2870200"/>
              <a:gd name="connsiteX121" fmla="*/ 2379133 w 4089400"/>
              <a:gd name="connsiteY121" fmla="*/ 1574800 h 2870200"/>
              <a:gd name="connsiteX122" fmla="*/ 2404533 w 4089400"/>
              <a:gd name="connsiteY122" fmla="*/ 1236134 h 2870200"/>
              <a:gd name="connsiteX123" fmla="*/ 2421466 w 4089400"/>
              <a:gd name="connsiteY123" fmla="*/ 1092200 h 2870200"/>
              <a:gd name="connsiteX124" fmla="*/ 2429933 w 4089400"/>
              <a:gd name="connsiteY124" fmla="*/ 1066800 h 2870200"/>
              <a:gd name="connsiteX125" fmla="*/ 2438400 w 4089400"/>
              <a:gd name="connsiteY125" fmla="*/ 1092200 h 2870200"/>
              <a:gd name="connsiteX126" fmla="*/ 2455333 w 4089400"/>
              <a:gd name="connsiteY126" fmla="*/ 1117600 h 2870200"/>
              <a:gd name="connsiteX127" fmla="*/ 2463800 w 4089400"/>
              <a:gd name="connsiteY127" fmla="*/ 1227667 h 2870200"/>
              <a:gd name="connsiteX128" fmla="*/ 2489200 w 4089400"/>
              <a:gd name="connsiteY128" fmla="*/ 753534 h 2870200"/>
              <a:gd name="connsiteX129" fmla="*/ 2506133 w 4089400"/>
              <a:gd name="connsiteY129" fmla="*/ 685800 h 2870200"/>
              <a:gd name="connsiteX130" fmla="*/ 2514600 w 4089400"/>
              <a:gd name="connsiteY130" fmla="*/ 609600 h 2870200"/>
              <a:gd name="connsiteX131" fmla="*/ 2523066 w 4089400"/>
              <a:gd name="connsiteY131" fmla="*/ 558800 h 2870200"/>
              <a:gd name="connsiteX132" fmla="*/ 2540000 w 4089400"/>
              <a:gd name="connsiteY132" fmla="*/ 584200 h 2870200"/>
              <a:gd name="connsiteX133" fmla="*/ 2548466 w 4089400"/>
              <a:gd name="connsiteY133" fmla="*/ 778934 h 2870200"/>
              <a:gd name="connsiteX134" fmla="*/ 2590800 w 4089400"/>
              <a:gd name="connsiteY134" fmla="*/ 914400 h 2870200"/>
              <a:gd name="connsiteX135" fmla="*/ 2607733 w 4089400"/>
              <a:gd name="connsiteY135" fmla="*/ 973667 h 2870200"/>
              <a:gd name="connsiteX136" fmla="*/ 2624666 w 4089400"/>
              <a:gd name="connsiteY136" fmla="*/ 812800 h 2870200"/>
              <a:gd name="connsiteX137" fmla="*/ 2641600 w 4089400"/>
              <a:gd name="connsiteY137" fmla="*/ 694267 h 2870200"/>
              <a:gd name="connsiteX138" fmla="*/ 2667000 w 4089400"/>
              <a:gd name="connsiteY138" fmla="*/ 558800 h 2870200"/>
              <a:gd name="connsiteX139" fmla="*/ 2692400 w 4089400"/>
              <a:gd name="connsiteY139" fmla="*/ 321734 h 2870200"/>
              <a:gd name="connsiteX140" fmla="*/ 2709333 w 4089400"/>
              <a:gd name="connsiteY140" fmla="*/ 1058334 h 2870200"/>
              <a:gd name="connsiteX141" fmla="*/ 2717800 w 4089400"/>
              <a:gd name="connsiteY141" fmla="*/ 1032934 h 2870200"/>
              <a:gd name="connsiteX142" fmla="*/ 2785533 w 4089400"/>
              <a:gd name="connsiteY142" fmla="*/ 905934 h 2870200"/>
              <a:gd name="connsiteX143" fmla="*/ 2819400 w 4089400"/>
              <a:gd name="connsiteY143" fmla="*/ 855134 h 2870200"/>
              <a:gd name="connsiteX144" fmla="*/ 2844800 w 4089400"/>
              <a:gd name="connsiteY144" fmla="*/ 1422400 h 2870200"/>
              <a:gd name="connsiteX145" fmla="*/ 2853266 w 4089400"/>
              <a:gd name="connsiteY145" fmla="*/ 1388534 h 2870200"/>
              <a:gd name="connsiteX146" fmla="*/ 2870200 w 4089400"/>
              <a:gd name="connsiteY146" fmla="*/ 1363134 h 2870200"/>
              <a:gd name="connsiteX147" fmla="*/ 2895600 w 4089400"/>
              <a:gd name="connsiteY147" fmla="*/ 1278467 h 2870200"/>
              <a:gd name="connsiteX148" fmla="*/ 2912533 w 4089400"/>
              <a:gd name="connsiteY148" fmla="*/ 1320800 h 2870200"/>
              <a:gd name="connsiteX149" fmla="*/ 2929466 w 4089400"/>
              <a:gd name="connsiteY149" fmla="*/ 1388534 h 2870200"/>
              <a:gd name="connsiteX150" fmla="*/ 2946400 w 4089400"/>
              <a:gd name="connsiteY150" fmla="*/ 1422400 h 2870200"/>
              <a:gd name="connsiteX151" fmla="*/ 2988733 w 4089400"/>
              <a:gd name="connsiteY151" fmla="*/ 1540934 h 2870200"/>
              <a:gd name="connsiteX152" fmla="*/ 3005666 w 4089400"/>
              <a:gd name="connsiteY152" fmla="*/ 1566334 h 2870200"/>
              <a:gd name="connsiteX153" fmla="*/ 3039533 w 4089400"/>
              <a:gd name="connsiteY153" fmla="*/ 1718734 h 2870200"/>
              <a:gd name="connsiteX154" fmla="*/ 3064933 w 4089400"/>
              <a:gd name="connsiteY154" fmla="*/ 1761067 h 2870200"/>
              <a:gd name="connsiteX155" fmla="*/ 3098800 w 4089400"/>
              <a:gd name="connsiteY155" fmla="*/ 1879600 h 2870200"/>
              <a:gd name="connsiteX156" fmla="*/ 3090333 w 4089400"/>
              <a:gd name="connsiteY156" fmla="*/ 1913467 h 2870200"/>
              <a:gd name="connsiteX157" fmla="*/ 3102783 w 4089400"/>
              <a:gd name="connsiteY157" fmla="*/ 1901016 h 2870200"/>
              <a:gd name="connsiteX158" fmla="*/ 3081866 w 4089400"/>
              <a:gd name="connsiteY158" fmla="*/ 1888067 h 2870200"/>
              <a:gd name="connsiteX159" fmla="*/ 3107266 w 4089400"/>
              <a:gd name="connsiteY159" fmla="*/ 1871134 h 2870200"/>
              <a:gd name="connsiteX160" fmla="*/ 3115733 w 4089400"/>
              <a:gd name="connsiteY160" fmla="*/ 1769534 h 2870200"/>
              <a:gd name="connsiteX161" fmla="*/ 3132666 w 4089400"/>
              <a:gd name="connsiteY161" fmla="*/ 1710267 h 2870200"/>
              <a:gd name="connsiteX162" fmla="*/ 3141133 w 4089400"/>
              <a:gd name="connsiteY162" fmla="*/ 1684867 h 2870200"/>
              <a:gd name="connsiteX163" fmla="*/ 3166533 w 4089400"/>
              <a:gd name="connsiteY163" fmla="*/ 1676400 h 2870200"/>
              <a:gd name="connsiteX164" fmla="*/ 3175000 w 4089400"/>
              <a:gd name="connsiteY164" fmla="*/ 2006600 h 2870200"/>
              <a:gd name="connsiteX165" fmla="*/ 3183466 w 4089400"/>
              <a:gd name="connsiteY165" fmla="*/ 2048934 h 2870200"/>
              <a:gd name="connsiteX166" fmla="*/ 3191933 w 4089400"/>
              <a:gd name="connsiteY166" fmla="*/ 2099734 h 2870200"/>
              <a:gd name="connsiteX167" fmla="*/ 3208866 w 4089400"/>
              <a:gd name="connsiteY167" fmla="*/ 2048934 h 2870200"/>
              <a:gd name="connsiteX168" fmla="*/ 3217333 w 4089400"/>
              <a:gd name="connsiteY168" fmla="*/ 1998134 h 2870200"/>
              <a:gd name="connsiteX169" fmla="*/ 3251200 w 4089400"/>
              <a:gd name="connsiteY169" fmla="*/ 2353734 h 2870200"/>
              <a:gd name="connsiteX170" fmla="*/ 3276600 w 4089400"/>
              <a:gd name="connsiteY170" fmla="*/ 2387600 h 2870200"/>
              <a:gd name="connsiteX171" fmla="*/ 3285066 w 4089400"/>
              <a:gd name="connsiteY171" fmla="*/ 2497667 h 2870200"/>
              <a:gd name="connsiteX172" fmla="*/ 3302000 w 4089400"/>
              <a:gd name="connsiteY172" fmla="*/ 2531534 h 2870200"/>
              <a:gd name="connsiteX173" fmla="*/ 3318933 w 4089400"/>
              <a:gd name="connsiteY173" fmla="*/ 2599267 h 2870200"/>
              <a:gd name="connsiteX174" fmla="*/ 3344333 w 4089400"/>
              <a:gd name="connsiteY174" fmla="*/ 2667000 h 2870200"/>
              <a:gd name="connsiteX175" fmla="*/ 3386666 w 4089400"/>
              <a:gd name="connsiteY175" fmla="*/ 2810934 h 2870200"/>
              <a:gd name="connsiteX176" fmla="*/ 3412066 w 4089400"/>
              <a:gd name="connsiteY176" fmla="*/ 2870200 h 2870200"/>
              <a:gd name="connsiteX177" fmla="*/ 3437466 w 4089400"/>
              <a:gd name="connsiteY177" fmla="*/ 1828800 h 2870200"/>
              <a:gd name="connsiteX178" fmla="*/ 3436968 w 4089400"/>
              <a:gd name="connsiteY178" fmla="*/ 2090271 h 2870200"/>
              <a:gd name="connsiteX179" fmla="*/ 3462866 w 4089400"/>
              <a:gd name="connsiteY179" fmla="*/ 1735667 h 2870200"/>
              <a:gd name="connsiteX180" fmla="*/ 3488266 w 4089400"/>
              <a:gd name="connsiteY180" fmla="*/ 1651000 h 2870200"/>
              <a:gd name="connsiteX181" fmla="*/ 3496733 w 4089400"/>
              <a:gd name="connsiteY181" fmla="*/ 1701800 h 2870200"/>
              <a:gd name="connsiteX182" fmla="*/ 3500717 w 4089400"/>
              <a:gd name="connsiteY182" fmla="*/ 1875118 h 2870200"/>
              <a:gd name="connsiteX183" fmla="*/ 3522133 w 4089400"/>
              <a:gd name="connsiteY183" fmla="*/ 1752600 h 2870200"/>
              <a:gd name="connsiteX184" fmla="*/ 3530600 w 4089400"/>
              <a:gd name="connsiteY184" fmla="*/ 1693334 h 2870200"/>
              <a:gd name="connsiteX185" fmla="*/ 3572933 w 4089400"/>
              <a:gd name="connsiteY185" fmla="*/ 1608667 h 2870200"/>
              <a:gd name="connsiteX186" fmla="*/ 3589866 w 4089400"/>
              <a:gd name="connsiteY186" fmla="*/ 1566334 h 2870200"/>
              <a:gd name="connsiteX187" fmla="*/ 3632200 w 4089400"/>
              <a:gd name="connsiteY187" fmla="*/ 1464734 h 2870200"/>
              <a:gd name="connsiteX188" fmla="*/ 3636184 w 4089400"/>
              <a:gd name="connsiteY188" fmla="*/ 1373094 h 2870200"/>
              <a:gd name="connsiteX189" fmla="*/ 3657600 w 4089400"/>
              <a:gd name="connsiteY189" fmla="*/ 1363134 h 2870200"/>
              <a:gd name="connsiteX190" fmla="*/ 3674533 w 4089400"/>
              <a:gd name="connsiteY190" fmla="*/ 1320800 h 2870200"/>
              <a:gd name="connsiteX191" fmla="*/ 3669553 w 4089400"/>
              <a:gd name="connsiteY191" fmla="*/ 1151964 h 2870200"/>
              <a:gd name="connsiteX192" fmla="*/ 3716866 w 4089400"/>
              <a:gd name="connsiteY192" fmla="*/ 1227667 h 2870200"/>
              <a:gd name="connsiteX193" fmla="*/ 3725333 w 4089400"/>
              <a:gd name="connsiteY193" fmla="*/ 1176867 h 2870200"/>
              <a:gd name="connsiteX194" fmla="*/ 3742266 w 4089400"/>
              <a:gd name="connsiteY194" fmla="*/ 1126067 h 2870200"/>
              <a:gd name="connsiteX195" fmla="*/ 3750733 w 4089400"/>
              <a:gd name="connsiteY195" fmla="*/ 1058334 h 2870200"/>
              <a:gd name="connsiteX196" fmla="*/ 3759200 w 4089400"/>
              <a:gd name="connsiteY196" fmla="*/ 1270000 h 2870200"/>
              <a:gd name="connsiteX197" fmla="*/ 3793066 w 4089400"/>
              <a:gd name="connsiteY197" fmla="*/ 558800 h 2870200"/>
              <a:gd name="connsiteX198" fmla="*/ 3810000 w 4089400"/>
              <a:gd name="connsiteY198" fmla="*/ 482600 h 2870200"/>
              <a:gd name="connsiteX199" fmla="*/ 3818466 w 4089400"/>
              <a:gd name="connsiteY199" fmla="*/ 533400 h 2870200"/>
              <a:gd name="connsiteX200" fmla="*/ 3835400 w 4089400"/>
              <a:gd name="connsiteY200" fmla="*/ 660400 h 2870200"/>
              <a:gd name="connsiteX201" fmla="*/ 3843866 w 4089400"/>
              <a:gd name="connsiteY201" fmla="*/ 702734 h 2870200"/>
              <a:gd name="connsiteX202" fmla="*/ 3860800 w 4089400"/>
              <a:gd name="connsiteY202" fmla="*/ 736600 h 2870200"/>
              <a:gd name="connsiteX203" fmla="*/ 3877733 w 4089400"/>
              <a:gd name="connsiteY203" fmla="*/ 702734 h 2870200"/>
              <a:gd name="connsiteX204" fmla="*/ 3937000 w 4089400"/>
              <a:gd name="connsiteY204" fmla="*/ 482600 h 2870200"/>
              <a:gd name="connsiteX205" fmla="*/ 3953933 w 4089400"/>
              <a:gd name="connsiteY205" fmla="*/ 457200 h 2870200"/>
              <a:gd name="connsiteX206" fmla="*/ 3979333 w 4089400"/>
              <a:gd name="connsiteY206" fmla="*/ 177800 h 2870200"/>
              <a:gd name="connsiteX207" fmla="*/ 4004733 w 4089400"/>
              <a:gd name="connsiteY207" fmla="*/ 135467 h 2870200"/>
              <a:gd name="connsiteX208" fmla="*/ 4013200 w 4089400"/>
              <a:gd name="connsiteY208" fmla="*/ 101600 h 2870200"/>
              <a:gd name="connsiteX209" fmla="*/ 4021666 w 4089400"/>
              <a:gd name="connsiteY209" fmla="*/ 76200 h 2870200"/>
              <a:gd name="connsiteX210" fmla="*/ 4030133 w 4089400"/>
              <a:gd name="connsiteY210" fmla="*/ 110067 h 2870200"/>
              <a:gd name="connsiteX211" fmla="*/ 4047066 w 4089400"/>
              <a:gd name="connsiteY211" fmla="*/ 160867 h 2870200"/>
              <a:gd name="connsiteX212" fmla="*/ 4089400 w 4089400"/>
              <a:gd name="connsiteY212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25400 w 4089400"/>
              <a:gd name="connsiteY2" fmla="*/ 626534 h 2870200"/>
              <a:gd name="connsiteX3" fmla="*/ 33866 w 4089400"/>
              <a:gd name="connsiteY3" fmla="*/ 592667 h 2870200"/>
              <a:gd name="connsiteX4" fmla="*/ 42333 w 4089400"/>
              <a:gd name="connsiteY4" fmla="*/ 567267 h 2870200"/>
              <a:gd name="connsiteX5" fmla="*/ 42333 w 4089400"/>
              <a:gd name="connsiteY5" fmla="*/ 821267 h 2870200"/>
              <a:gd name="connsiteX6" fmla="*/ 21415 w 4089400"/>
              <a:gd name="connsiteY6" fmla="*/ 1068793 h 2870200"/>
              <a:gd name="connsiteX7" fmla="*/ 25400 w 4089400"/>
              <a:gd name="connsiteY7" fmla="*/ 1354667 h 2870200"/>
              <a:gd name="connsiteX8" fmla="*/ 33866 w 4089400"/>
              <a:gd name="connsiteY8" fmla="*/ 1329267 h 2870200"/>
              <a:gd name="connsiteX9" fmla="*/ 42333 w 4089400"/>
              <a:gd name="connsiteY9" fmla="*/ 1286934 h 2870200"/>
              <a:gd name="connsiteX10" fmla="*/ 59266 w 4089400"/>
              <a:gd name="connsiteY10" fmla="*/ 1253067 h 2870200"/>
              <a:gd name="connsiteX11" fmla="*/ 76200 w 4089400"/>
              <a:gd name="connsiteY11" fmla="*/ 1202267 h 2870200"/>
              <a:gd name="connsiteX12" fmla="*/ 84666 w 4089400"/>
              <a:gd name="connsiteY12" fmla="*/ 1176867 h 2870200"/>
              <a:gd name="connsiteX13" fmla="*/ 101600 w 4089400"/>
              <a:gd name="connsiteY13" fmla="*/ 1143000 h 2870200"/>
              <a:gd name="connsiteX14" fmla="*/ 110066 w 4089400"/>
              <a:gd name="connsiteY14" fmla="*/ 1100667 h 2870200"/>
              <a:gd name="connsiteX15" fmla="*/ 135466 w 4089400"/>
              <a:gd name="connsiteY15" fmla="*/ 1032934 h 2870200"/>
              <a:gd name="connsiteX16" fmla="*/ 143933 w 4089400"/>
              <a:gd name="connsiteY16" fmla="*/ 999067 h 2870200"/>
              <a:gd name="connsiteX17" fmla="*/ 160866 w 4089400"/>
              <a:gd name="connsiteY17" fmla="*/ 948267 h 2870200"/>
              <a:gd name="connsiteX18" fmla="*/ 177800 w 4089400"/>
              <a:gd name="connsiteY18" fmla="*/ 1134534 h 2870200"/>
              <a:gd name="connsiteX19" fmla="*/ 194733 w 4089400"/>
              <a:gd name="connsiteY19" fmla="*/ 1464734 h 2870200"/>
              <a:gd name="connsiteX20" fmla="*/ 228600 w 4089400"/>
              <a:gd name="connsiteY20" fmla="*/ 1397000 h 2870200"/>
              <a:gd name="connsiteX21" fmla="*/ 254000 w 4089400"/>
              <a:gd name="connsiteY21" fmla="*/ 1363134 h 2870200"/>
              <a:gd name="connsiteX22" fmla="*/ 262466 w 4089400"/>
              <a:gd name="connsiteY22" fmla="*/ 1337734 h 2870200"/>
              <a:gd name="connsiteX23" fmla="*/ 279400 w 4089400"/>
              <a:gd name="connsiteY23" fmla="*/ 1371600 h 2870200"/>
              <a:gd name="connsiteX24" fmla="*/ 287866 w 4089400"/>
              <a:gd name="connsiteY24" fmla="*/ 2243667 h 2870200"/>
              <a:gd name="connsiteX25" fmla="*/ 313266 w 4089400"/>
              <a:gd name="connsiteY25" fmla="*/ 2201334 h 2870200"/>
              <a:gd name="connsiteX26" fmla="*/ 321733 w 4089400"/>
              <a:gd name="connsiteY26" fmla="*/ 2150534 h 2870200"/>
              <a:gd name="connsiteX27" fmla="*/ 355600 w 4089400"/>
              <a:gd name="connsiteY27" fmla="*/ 2125134 h 2870200"/>
              <a:gd name="connsiteX28" fmla="*/ 364066 w 4089400"/>
              <a:gd name="connsiteY28" fmla="*/ 2082800 h 2870200"/>
              <a:gd name="connsiteX29" fmla="*/ 381000 w 4089400"/>
              <a:gd name="connsiteY29" fmla="*/ 2065867 h 2870200"/>
              <a:gd name="connsiteX30" fmla="*/ 397933 w 4089400"/>
              <a:gd name="connsiteY30" fmla="*/ 2032000 h 2870200"/>
              <a:gd name="connsiteX31" fmla="*/ 423333 w 4089400"/>
              <a:gd name="connsiteY31" fmla="*/ 1998134 h 2870200"/>
              <a:gd name="connsiteX32" fmla="*/ 440266 w 4089400"/>
              <a:gd name="connsiteY32" fmla="*/ 1752600 h 2870200"/>
              <a:gd name="connsiteX33" fmla="*/ 465666 w 4089400"/>
              <a:gd name="connsiteY33" fmla="*/ 1651000 h 2870200"/>
              <a:gd name="connsiteX34" fmla="*/ 491066 w 4089400"/>
              <a:gd name="connsiteY34" fmla="*/ 1710267 h 2870200"/>
              <a:gd name="connsiteX35" fmla="*/ 499533 w 4089400"/>
              <a:gd name="connsiteY35" fmla="*/ 1735667 h 2870200"/>
              <a:gd name="connsiteX36" fmla="*/ 533400 w 4089400"/>
              <a:gd name="connsiteY36" fmla="*/ 1820334 h 2870200"/>
              <a:gd name="connsiteX37" fmla="*/ 558800 w 4089400"/>
              <a:gd name="connsiteY37" fmla="*/ 1938867 h 2870200"/>
              <a:gd name="connsiteX38" fmla="*/ 575733 w 4089400"/>
              <a:gd name="connsiteY38" fmla="*/ 1998134 h 2870200"/>
              <a:gd name="connsiteX39" fmla="*/ 592666 w 4089400"/>
              <a:gd name="connsiteY39" fmla="*/ 2023534 h 2870200"/>
              <a:gd name="connsiteX40" fmla="*/ 618066 w 4089400"/>
              <a:gd name="connsiteY40" fmla="*/ 1786467 h 2870200"/>
              <a:gd name="connsiteX41" fmla="*/ 626533 w 4089400"/>
              <a:gd name="connsiteY41" fmla="*/ 1744134 h 2870200"/>
              <a:gd name="connsiteX42" fmla="*/ 643466 w 4089400"/>
              <a:gd name="connsiteY42" fmla="*/ 1718734 h 2870200"/>
              <a:gd name="connsiteX43" fmla="*/ 660400 w 4089400"/>
              <a:gd name="connsiteY43" fmla="*/ 1617134 h 2870200"/>
              <a:gd name="connsiteX44" fmla="*/ 677333 w 4089400"/>
              <a:gd name="connsiteY44" fmla="*/ 1557867 h 2870200"/>
              <a:gd name="connsiteX45" fmla="*/ 685800 w 4089400"/>
              <a:gd name="connsiteY45" fmla="*/ 1524000 h 2870200"/>
              <a:gd name="connsiteX46" fmla="*/ 702733 w 4089400"/>
              <a:gd name="connsiteY46" fmla="*/ 1312334 h 2870200"/>
              <a:gd name="connsiteX47" fmla="*/ 719666 w 4089400"/>
              <a:gd name="connsiteY47" fmla="*/ 1380067 h 2870200"/>
              <a:gd name="connsiteX48" fmla="*/ 736600 w 4089400"/>
              <a:gd name="connsiteY48" fmla="*/ 1532467 h 2870200"/>
              <a:gd name="connsiteX49" fmla="*/ 753533 w 4089400"/>
              <a:gd name="connsiteY49" fmla="*/ 1566334 h 2870200"/>
              <a:gd name="connsiteX50" fmla="*/ 778933 w 4089400"/>
              <a:gd name="connsiteY50" fmla="*/ 1456267 h 2870200"/>
              <a:gd name="connsiteX51" fmla="*/ 795866 w 4089400"/>
              <a:gd name="connsiteY51" fmla="*/ 1430867 h 2870200"/>
              <a:gd name="connsiteX52" fmla="*/ 829733 w 4089400"/>
              <a:gd name="connsiteY52" fmla="*/ 1388534 h 2870200"/>
              <a:gd name="connsiteX53" fmla="*/ 838200 w 4089400"/>
              <a:gd name="connsiteY53" fmla="*/ 1498600 h 2870200"/>
              <a:gd name="connsiteX54" fmla="*/ 863600 w 4089400"/>
              <a:gd name="connsiteY54" fmla="*/ 1811867 h 2870200"/>
              <a:gd name="connsiteX55" fmla="*/ 872066 w 4089400"/>
              <a:gd name="connsiteY55" fmla="*/ 1642534 h 2870200"/>
              <a:gd name="connsiteX56" fmla="*/ 897466 w 4089400"/>
              <a:gd name="connsiteY56" fmla="*/ 1583267 h 2870200"/>
              <a:gd name="connsiteX57" fmla="*/ 905933 w 4089400"/>
              <a:gd name="connsiteY57" fmla="*/ 1557867 h 2870200"/>
              <a:gd name="connsiteX58" fmla="*/ 914400 w 4089400"/>
              <a:gd name="connsiteY58" fmla="*/ 2006600 h 2870200"/>
              <a:gd name="connsiteX59" fmla="*/ 939800 w 4089400"/>
              <a:gd name="connsiteY59" fmla="*/ 2116667 h 2870200"/>
              <a:gd name="connsiteX60" fmla="*/ 948266 w 4089400"/>
              <a:gd name="connsiteY60" fmla="*/ 1828800 h 2870200"/>
              <a:gd name="connsiteX61" fmla="*/ 965200 w 4089400"/>
              <a:gd name="connsiteY61" fmla="*/ 1794934 h 2870200"/>
              <a:gd name="connsiteX62" fmla="*/ 973666 w 4089400"/>
              <a:gd name="connsiteY62" fmla="*/ 1761067 h 2870200"/>
              <a:gd name="connsiteX63" fmla="*/ 990600 w 4089400"/>
              <a:gd name="connsiteY63" fmla="*/ 1871134 h 2870200"/>
              <a:gd name="connsiteX64" fmla="*/ 1007533 w 4089400"/>
              <a:gd name="connsiteY64" fmla="*/ 1947334 h 2870200"/>
              <a:gd name="connsiteX65" fmla="*/ 1024466 w 4089400"/>
              <a:gd name="connsiteY65" fmla="*/ 2040467 h 2870200"/>
              <a:gd name="connsiteX66" fmla="*/ 1049866 w 4089400"/>
              <a:gd name="connsiteY66" fmla="*/ 2108200 h 2870200"/>
              <a:gd name="connsiteX67" fmla="*/ 1058333 w 4089400"/>
              <a:gd name="connsiteY67" fmla="*/ 2150534 h 2870200"/>
              <a:gd name="connsiteX68" fmla="*/ 1100666 w 4089400"/>
              <a:gd name="connsiteY68" fmla="*/ 2209800 h 2870200"/>
              <a:gd name="connsiteX69" fmla="*/ 1109133 w 4089400"/>
              <a:gd name="connsiteY69" fmla="*/ 2108200 h 2870200"/>
              <a:gd name="connsiteX70" fmla="*/ 1159933 w 4089400"/>
              <a:gd name="connsiteY70" fmla="*/ 1989667 h 2870200"/>
              <a:gd name="connsiteX71" fmla="*/ 1210733 w 4089400"/>
              <a:gd name="connsiteY71" fmla="*/ 1913467 h 2870200"/>
              <a:gd name="connsiteX72" fmla="*/ 1219200 w 4089400"/>
              <a:gd name="connsiteY72" fmla="*/ 2167467 h 2870200"/>
              <a:gd name="connsiteX73" fmla="*/ 1236133 w 4089400"/>
              <a:gd name="connsiteY73" fmla="*/ 2082800 h 2870200"/>
              <a:gd name="connsiteX74" fmla="*/ 1244600 w 4089400"/>
              <a:gd name="connsiteY74" fmla="*/ 2015067 h 2870200"/>
              <a:gd name="connsiteX75" fmla="*/ 1286933 w 4089400"/>
              <a:gd name="connsiteY75" fmla="*/ 1854200 h 2870200"/>
              <a:gd name="connsiteX76" fmla="*/ 1295400 w 4089400"/>
              <a:gd name="connsiteY76" fmla="*/ 1803400 h 2870200"/>
              <a:gd name="connsiteX77" fmla="*/ 1320800 w 4089400"/>
              <a:gd name="connsiteY77" fmla="*/ 1701800 h 2870200"/>
              <a:gd name="connsiteX78" fmla="*/ 1346200 w 4089400"/>
              <a:gd name="connsiteY78" fmla="*/ 1718734 h 2870200"/>
              <a:gd name="connsiteX79" fmla="*/ 1354666 w 4089400"/>
              <a:gd name="connsiteY79" fmla="*/ 1744134 h 2870200"/>
              <a:gd name="connsiteX80" fmla="*/ 1380066 w 4089400"/>
              <a:gd name="connsiteY80" fmla="*/ 1828800 h 2870200"/>
              <a:gd name="connsiteX81" fmla="*/ 1397000 w 4089400"/>
              <a:gd name="connsiteY81" fmla="*/ 1879600 h 2870200"/>
              <a:gd name="connsiteX82" fmla="*/ 1405466 w 4089400"/>
              <a:gd name="connsiteY82" fmla="*/ 1913467 h 2870200"/>
              <a:gd name="connsiteX83" fmla="*/ 1430866 w 4089400"/>
              <a:gd name="connsiteY83" fmla="*/ 1947334 h 2870200"/>
              <a:gd name="connsiteX84" fmla="*/ 1447800 w 4089400"/>
              <a:gd name="connsiteY84" fmla="*/ 1938867 h 2870200"/>
              <a:gd name="connsiteX85" fmla="*/ 1490133 w 4089400"/>
              <a:gd name="connsiteY85" fmla="*/ 1803400 h 2870200"/>
              <a:gd name="connsiteX86" fmla="*/ 1549400 w 4089400"/>
              <a:gd name="connsiteY86" fmla="*/ 1651000 h 2870200"/>
              <a:gd name="connsiteX87" fmla="*/ 1557866 w 4089400"/>
              <a:gd name="connsiteY87" fmla="*/ 1591734 h 2870200"/>
              <a:gd name="connsiteX88" fmla="*/ 1574800 w 4089400"/>
              <a:gd name="connsiteY88" fmla="*/ 1566334 h 2870200"/>
              <a:gd name="connsiteX89" fmla="*/ 1583266 w 4089400"/>
              <a:gd name="connsiteY89" fmla="*/ 1524000 h 2870200"/>
              <a:gd name="connsiteX90" fmla="*/ 1591733 w 4089400"/>
              <a:gd name="connsiteY90" fmla="*/ 1498600 h 2870200"/>
              <a:gd name="connsiteX91" fmla="*/ 1608666 w 4089400"/>
              <a:gd name="connsiteY91" fmla="*/ 1524000 h 2870200"/>
              <a:gd name="connsiteX92" fmla="*/ 1634066 w 4089400"/>
              <a:gd name="connsiteY92" fmla="*/ 1490134 h 2870200"/>
              <a:gd name="connsiteX93" fmla="*/ 1659466 w 4089400"/>
              <a:gd name="connsiteY93" fmla="*/ 1388534 h 2870200"/>
              <a:gd name="connsiteX94" fmla="*/ 1718733 w 4089400"/>
              <a:gd name="connsiteY94" fmla="*/ 1286934 h 2870200"/>
              <a:gd name="connsiteX95" fmla="*/ 1769533 w 4089400"/>
              <a:gd name="connsiteY95" fmla="*/ 1176867 h 2870200"/>
              <a:gd name="connsiteX96" fmla="*/ 1794933 w 4089400"/>
              <a:gd name="connsiteY96" fmla="*/ 1202267 h 2870200"/>
              <a:gd name="connsiteX97" fmla="*/ 1803400 w 4089400"/>
              <a:gd name="connsiteY97" fmla="*/ 1227667 h 2870200"/>
              <a:gd name="connsiteX98" fmla="*/ 1820333 w 4089400"/>
              <a:gd name="connsiteY98" fmla="*/ 1261534 h 2870200"/>
              <a:gd name="connsiteX99" fmla="*/ 1862666 w 4089400"/>
              <a:gd name="connsiteY99" fmla="*/ 1422400 h 2870200"/>
              <a:gd name="connsiteX100" fmla="*/ 1913466 w 4089400"/>
              <a:gd name="connsiteY100" fmla="*/ 1600200 h 2870200"/>
              <a:gd name="connsiteX101" fmla="*/ 1964266 w 4089400"/>
              <a:gd name="connsiteY101" fmla="*/ 1744134 h 2870200"/>
              <a:gd name="connsiteX102" fmla="*/ 1981200 w 4089400"/>
              <a:gd name="connsiteY102" fmla="*/ 1498600 h 2870200"/>
              <a:gd name="connsiteX103" fmla="*/ 1998133 w 4089400"/>
              <a:gd name="connsiteY103" fmla="*/ 1464734 h 2870200"/>
              <a:gd name="connsiteX104" fmla="*/ 2006600 w 4089400"/>
              <a:gd name="connsiteY104" fmla="*/ 1439334 h 2870200"/>
              <a:gd name="connsiteX105" fmla="*/ 2057400 w 4089400"/>
              <a:gd name="connsiteY105" fmla="*/ 2032000 h 2870200"/>
              <a:gd name="connsiteX106" fmla="*/ 2065866 w 4089400"/>
              <a:gd name="connsiteY106" fmla="*/ 2150534 h 2870200"/>
              <a:gd name="connsiteX107" fmla="*/ 2074333 w 4089400"/>
              <a:gd name="connsiteY107" fmla="*/ 2489200 h 2870200"/>
              <a:gd name="connsiteX108" fmla="*/ 2108200 w 4089400"/>
              <a:gd name="connsiteY108" fmla="*/ 2421467 h 2870200"/>
              <a:gd name="connsiteX109" fmla="*/ 2150533 w 4089400"/>
              <a:gd name="connsiteY109" fmla="*/ 2319867 h 2870200"/>
              <a:gd name="connsiteX110" fmla="*/ 2175933 w 4089400"/>
              <a:gd name="connsiteY110" fmla="*/ 2286000 h 2870200"/>
              <a:gd name="connsiteX111" fmla="*/ 2209800 w 4089400"/>
              <a:gd name="connsiteY111" fmla="*/ 2235200 h 2870200"/>
              <a:gd name="connsiteX112" fmla="*/ 2226733 w 4089400"/>
              <a:gd name="connsiteY112" fmla="*/ 2514600 h 2870200"/>
              <a:gd name="connsiteX113" fmla="*/ 2252133 w 4089400"/>
              <a:gd name="connsiteY113" fmla="*/ 2565400 h 2870200"/>
              <a:gd name="connsiteX114" fmla="*/ 2260600 w 4089400"/>
              <a:gd name="connsiteY114" fmla="*/ 2489200 h 2870200"/>
              <a:gd name="connsiteX115" fmla="*/ 2277533 w 4089400"/>
              <a:gd name="connsiteY115" fmla="*/ 2421467 h 2870200"/>
              <a:gd name="connsiteX116" fmla="*/ 2286000 w 4089400"/>
              <a:gd name="connsiteY116" fmla="*/ 1718734 h 2870200"/>
              <a:gd name="connsiteX117" fmla="*/ 2311400 w 4089400"/>
              <a:gd name="connsiteY117" fmla="*/ 1811867 h 2870200"/>
              <a:gd name="connsiteX118" fmla="*/ 2336800 w 4089400"/>
              <a:gd name="connsiteY118" fmla="*/ 1871134 h 2870200"/>
              <a:gd name="connsiteX119" fmla="*/ 2362200 w 4089400"/>
              <a:gd name="connsiteY119" fmla="*/ 1938867 h 2870200"/>
              <a:gd name="connsiteX120" fmla="*/ 2370666 w 4089400"/>
              <a:gd name="connsiteY120" fmla="*/ 1972734 h 2870200"/>
              <a:gd name="connsiteX121" fmla="*/ 2379133 w 4089400"/>
              <a:gd name="connsiteY121" fmla="*/ 1574800 h 2870200"/>
              <a:gd name="connsiteX122" fmla="*/ 2404533 w 4089400"/>
              <a:gd name="connsiteY122" fmla="*/ 1236134 h 2870200"/>
              <a:gd name="connsiteX123" fmla="*/ 2421466 w 4089400"/>
              <a:gd name="connsiteY123" fmla="*/ 1092200 h 2870200"/>
              <a:gd name="connsiteX124" fmla="*/ 2429933 w 4089400"/>
              <a:gd name="connsiteY124" fmla="*/ 1066800 h 2870200"/>
              <a:gd name="connsiteX125" fmla="*/ 2438400 w 4089400"/>
              <a:gd name="connsiteY125" fmla="*/ 1092200 h 2870200"/>
              <a:gd name="connsiteX126" fmla="*/ 2455333 w 4089400"/>
              <a:gd name="connsiteY126" fmla="*/ 1117600 h 2870200"/>
              <a:gd name="connsiteX127" fmla="*/ 2463800 w 4089400"/>
              <a:gd name="connsiteY127" fmla="*/ 1227667 h 2870200"/>
              <a:gd name="connsiteX128" fmla="*/ 2489200 w 4089400"/>
              <a:gd name="connsiteY128" fmla="*/ 753534 h 2870200"/>
              <a:gd name="connsiteX129" fmla="*/ 2506133 w 4089400"/>
              <a:gd name="connsiteY129" fmla="*/ 685800 h 2870200"/>
              <a:gd name="connsiteX130" fmla="*/ 2514600 w 4089400"/>
              <a:gd name="connsiteY130" fmla="*/ 609600 h 2870200"/>
              <a:gd name="connsiteX131" fmla="*/ 2523066 w 4089400"/>
              <a:gd name="connsiteY131" fmla="*/ 558800 h 2870200"/>
              <a:gd name="connsiteX132" fmla="*/ 2540000 w 4089400"/>
              <a:gd name="connsiteY132" fmla="*/ 584200 h 2870200"/>
              <a:gd name="connsiteX133" fmla="*/ 2548466 w 4089400"/>
              <a:gd name="connsiteY133" fmla="*/ 778934 h 2870200"/>
              <a:gd name="connsiteX134" fmla="*/ 2590800 w 4089400"/>
              <a:gd name="connsiteY134" fmla="*/ 914400 h 2870200"/>
              <a:gd name="connsiteX135" fmla="*/ 2607733 w 4089400"/>
              <a:gd name="connsiteY135" fmla="*/ 973667 h 2870200"/>
              <a:gd name="connsiteX136" fmla="*/ 2624666 w 4089400"/>
              <a:gd name="connsiteY136" fmla="*/ 812800 h 2870200"/>
              <a:gd name="connsiteX137" fmla="*/ 2641600 w 4089400"/>
              <a:gd name="connsiteY137" fmla="*/ 694267 h 2870200"/>
              <a:gd name="connsiteX138" fmla="*/ 2667000 w 4089400"/>
              <a:gd name="connsiteY138" fmla="*/ 558800 h 2870200"/>
              <a:gd name="connsiteX139" fmla="*/ 2692400 w 4089400"/>
              <a:gd name="connsiteY139" fmla="*/ 321734 h 2870200"/>
              <a:gd name="connsiteX140" fmla="*/ 2709333 w 4089400"/>
              <a:gd name="connsiteY140" fmla="*/ 1058334 h 2870200"/>
              <a:gd name="connsiteX141" fmla="*/ 2717800 w 4089400"/>
              <a:gd name="connsiteY141" fmla="*/ 1032934 h 2870200"/>
              <a:gd name="connsiteX142" fmla="*/ 2785533 w 4089400"/>
              <a:gd name="connsiteY142" fmla="*/ 905934 h 2870200"/>
              <a:gd name="connsiteX143" fmla="*/ 2819400 w 4089400"/>
              <a:gd name="connsiteY143" fmla="*/ 855134 h 2870200"/>
              <a:gd name="connsiteX144" fmla="*/ 2844800 w 4089400"/>
              <a:gd name="connsiteY144" fmla="*/ 1422400 h 2870200"/>
              <a:gd name="connsiteX145" fmla="*/ 2853266 w 4089400"/>
              <a:gd name="connsiteY145" fmla="*/ 1388534 h 2870200"/>
              <a:gd name="connsiteX146" fmla="*/ 2870200 w 4089400"/>
              <a:gd name="connsiteY146" fmla="*/ 1363134 h 2870200"/>
              <a:gd name="connsiteX147" fmla="*/ 2895600 w 4089400"/>
              <a:gd name="connsiteY147" fmla="*/ 1278467 h 2870200"/>
              <a:gd name="connsiteX148" fmla="*/ 2912533 w 4089400"/>
              <a:gd name="connsiteY148" fmla="*/ 1320800 h 2870200"/>
              <a:gd name="connsiteX149" fmla="*/ 2929466 w 4089400"/>
              <a:gd name="connsiteY149" fmla="*/ 1388534 h 2870200"/>
              <a:gd name="connsiteX150" fmla="*/ 2946400 w 4089400"/>
              <a:gd name="connsiteY150" fmla="*/ 1422400 h 2870200"/>
              <a:gd name="connsiteX151" fmla="*/ 2988733 w 4089400"/>
              <a:gd name="connsiteY151" fmla="*/ 1540934 h 2870200"/>
              <a:gd name="connsiteX152" fmla="*/ 3005666 w 4089400"/>
              <a:gd name="connsiteY152" fmla="*/ 1566334 h 2870200"/>
              <a:gd name="connsiteX153" fmla="*/ 3039533 w 4089400"/>
              <a:gd name="connsiteY153" fmla="*/ 1718734 h 2870200"/>
              <a:gd name="connsiteX154" fmla="*/ 3064933 w 4089400"/>
              <a:gd name="connsiteY154" fmla="*/ 1761067 h 2870200"/>
              <a:gd name="connsiteX155" fmla="*/ 3098800 w 4089400"/>
              <a:gd name="connsiteY155" fmla="*/ 1879600 h 2870200"/>
              <a:gd name="connsiteX156" fmla="*/ 3090333 w 4089400"/>
              <a:gd name="connsiteY156" fmla="*/ 1913467 h 2870200"/>
              <a:gd name="connsiteX157" fmla="*/ 3102783 w 4089400"/>
              <a:gd name="connsiteY157" fmla="*/ 1901016 h 2870200"/>
              <a:gd name="connsiteX158" fmla="*/ 3081866 w 4089400"/>
              <a:gd name="connsiteY158" fmla="*/ 1888067 h 2870200"/>
              <a:gd name="connsiteX159" fmla="*/ 3107266 w 4089400"/>
              <a:gd name="connsiteY159" fmla="*/ 1871134 h 2870200"/>
              <a:gd name="connsiteX160" fmla="*/ 3115733 w 4089400"/>
              <a:gd name="connsiteY160" fmla="*/ 1769534 h 2870200"/>
              <a:gd name="connsiteX161" fmla="*/ 3132666 w 4089400"/>
              <a:gd name="connsiteY161" fmla="*/ 1710267 h 2870200"/>
              <a:gd name="connsiteX162" fmla="*/ 3141133 w 4089400"/>
              <a:gd name="connsiteY162" fmla="*/ 1684867 h 2870200"/>
              <a:gd name="connsiteX163" fmla="*/ 3166533 w 4089400"/>
              <a:gd name="connsiteY163" fmla="*/ 1676400 h 2870200"/>
              <a:gd name="connsiteX164" fmla="*/ 3175000 w 4089400"/>
              <a:gd name="connsiteY164" fmla="*/ 2006600 h 2870200"/>
              <a:gd name="connsiteX165" fmla="*/ 3183466 w 4089400"/>
              <a:gd name="connsiteY165" fmla="*/ 2048934 h 2870200"/>
              <a:gd name="connsiteX166" fmla="*/ 3191933 w 4089400"/>
              <a:gd name="connsiteY166" fmla="*/ 2099734 h 2870200"/>
              <a:gd name="connsiteX167" fmla="*/ 3208866 w 4089400"/>
              <a:gd name="connsiteY167" fmla="*/ 2048934 h 2870200"/>
              <a:gd name="connsiteX168" fmla="*/ 3217333 w 4089400"/>
              <a:gd name="connsiteY168" fmla="*/ 1998134 h 2870200"/>
              <a:gd name="connsiteX169" fmla="*/ 3251200 w 4089400"/>
              <a:gd name="connsiteY169" fmla="*/ 2353734 h 2870200"/>
              <a:gd name="connsiteX170" fmla="*/ 3276600 w 4089400"/>
              <a:gd name="connsiteY170" fmla="*/ 2387600 h 2870200"/>
              <a:gd name="connsiteX171" fmla="*/ 3285066 w 4089400"/>
              <a:gd name="connsiteY171" fmla="*/ 2497667 h 2870200"/>
              <a:gd name="connsiteX172" fmla="*/ 3302000 w 4089400"/>
              <a:gd name="connsiteY172" fmla="*/ 2531534 h 2870200"/>
              <a:gd name="connsiteX173" fmla="*/ 3318933 w 4089400"/>
              <a:gd name="connsiteY173" fmla="*/ 2599267 h 2870200"/>
              <a:gd name="connsiteX174" fmla="*/ 3344333 w 4089400"/>
              <a:gd name="connsiteY174" fmla="*/ 2667000 h 2870200"/>
              <a:gd name="connsiteX175" fmla="*/ 3386666 w 4089400"/>
              <a:gd name="connsiteY175" fmla="*/ 2810934 h 2870200"/>
              <a:gd name="connsiteX176" fmla="*/ 3412066 w 4089400"/>
              <a:gd name="connsiteY176" fmla="*/ 2870200 h 2870200"/>
              <a:gd name="connsiteX177" fmla="*/ 3437466 w 4089400"/>
              <a:gd name="connsiteY177" fmla="*/ 1828800 h 2870200"/>
              <a:gd name="connsiteX178" fmla="*/ 3436968 w 4089400"/>
              <a:gd name="connsiteY178" fmla="*/ 2090271 h 2870200"/>
              <a:gd name="connsiteX179" fmla="*/ 3462866 w 4089400"/>
              <a:gd name="connsiteY179" fmla="*/ 1735667 h 2870200"/>
              <a:gd name="connsiteX180" fmla="*/ 3488266 w 4089400"/>
              <a:gd name="connsiteY180" fmla="*/ 1651000 h 2870200"/>
              <a:gd name="connsiteX181" fmla="*/ 3496733 w 4089400"/>
              <a:gd name="connsiteY181" fmla="*/ 1701800 h 2870200"/>
              <a:gd name="connsiteX182" fmla="*/ 3500717 w 4089400"/>
              <a:gd name="connsiteY182" fmla="*/ 1875118 h 2870200"/>
              <a:gd name="connsiteX183" fmla="*/ 3522133 w 4089400"/>
              <a:gd name="connsiteY183" fmla="*/ 1752600 h 2870200"/>
              <a:gd name="connsiteX184" fmla="*/ 3530600 w 4089400"/>
              <a:gd name="connsiteY184" fmla="*/ 1693334 h 2870200"/>
              <a:gd name="connsiteX185" fmla="*/ 3572933 w 4089400"/>
              <a:gd name="connsiteY185" fmla="*/ 1608667 h 2870200"/>
              <a:gd name="connsiteX186" fmla="*/ 3589866 w 4089400"/>
              <a:gd name="connsiteY186" fmla="*/ 1566334 h 2870200"/>
              <a:gd name="connsiteX187" fmla="*/ 3632200 w 4089400"/>
              <a:gd name="connsiteY187" fmla="*/ 1464734 h 2870200"/>
              <a:gd name="connsiteX188" fmla="*/ 3636184 w 4089400"/>
              <a:gd name="connsiteY188" fmla="*/ 1373094 h 2870200"/>
              <a:gd name="connsiteX189" fmla="*/ 3657600 w 4089400"/>
              <a:gd name="connsiteY189" fmla="*/ 1363134 h 2870200"/>
              <a:gd name="connsiteX190" fmla="*/ 3674533 w 4089400"/>
              <a:gd name="connsiteY190" fmla="*/ 1320800 h 2870200"/>
              <a:gd name="connsiteX191" fmla="*/ 3669553 w 4089400"/>
              <a:gd name="connsiteY191" fmla="*/ 1151964 h 2870200"/>
              <a:gd name="connsiteX192" fmla="*/ 3716866 w 4089400"/>
              <a:gd name="connsiteY192" fmla="*/ 1227667 h 2870200"/>
              <a:gd name="connsiteX193" fmla="*/ 3725333 w 4089400"/>
              <a:gd name="connsiteY193" fmla="*/ 1176867 h 2870200"/>
              <a:gd name="connsiteX194" fmla="*/ 3742266 w 4089400"/>
              <a:gd name="connsiteY194" fmla="*/ 1126067 h 2870200"/>
              <a:gd name="connsiteX195" fmla="*/ 3750733 w 4089400"/>
              <a:gd name="connsiteY195" fmla="*/ 1058334 h 2870200"/>
              <a:gd name="connsiteX196" fmla="*/ 3759200 w 4089400"/>
              <a:gd name="connsiteY196" fmla="*/ 1270000 h 2870200"/>
              <a:gd name="connsiteX197" fmla="*/ 3793066 w 4089400"/>
              <a:gd name="connsiteY197" fmla="*/ 558800 h 2870200"/>
              <a:gd name="connsiteX198" fmla="*/ 3810000 w 4089400"/>
              <a:gd name="connsiteY198" fmla="*/ 482600 h 2870200"/>
              <a:gd name="connsiteX199" fmla="*/ 3818466 w 4089400"/>
              <a:gd name="connsiteY199" fmla="*/ 533400 h 2870200"/>
              <a:gd name="connsiteX200" fmla="*/ 3835400 w 4089400"/>
              <a:gd name="connsiteY200" fmla="*/ 660400 h 2870200"/>
              <a:gd name="connsiteX201" fmla="*/ 3843866 w 4089400"/>
              <a:gd name="connsiteY201" fmla="*/ 702734 h 2870200"/>
              <a:gd name="connsiteX202" fmla="*/ 3860800 w 4089400"/>
              <a:gd name="connsiteY202" fmla="*/ 736600 h 2870200"/>
              <a:gd name="connsiteX203" fmla="*/ 3877733 w 4089400"/>
              <a:gd name="connsiteY203" fmla="*/ 702734 h 2870200"/>
              <a:gd name="connsiteX204" fmla="*/ 3937000 w 4089400"/>
              <a:gd name="connsiteY204" fmla="*/ 482600 h 2870200"/>
              <a:gd name="connsiteX205" fmla="*/ 3953933 w 4089400"/>
              <a:gd name="connsiteY205" fmla="*/ 457200 h 2870200"/>
              <a:gd name="connsiteX206" fmla="*/ 3979333 w 4089400"/>
              <a:gd name="connsiteY206" fmla="*/ 177800 h 2870200"/>
              <a:gd name="connsiteX207" fmla="*/ 4004733 w 4089400"/>
              <a:gd name="connsiteY207" fmla="*/ 135467 h 2870200"/>
              <a:gd name="connsiteX208" fmla="*/ 4013200 w 4089400"/>
              <a:gd name="connsiteY208" fmla="*/ 101600 h 2870200"/>
              <a:gd name="connsiteX209" fmla="*/ 4021666 w 4089400"/>
              <a:gd name="connsiteY209" fmla="*/ 76200 h 2870200"/>
              <a:gd name="connsiteX210" fmla="*/ 4030133 w 4089400"/>
              <a:gd name="connsiteY210" fmla="*/ 110067 h 2870200"/>
              <a:gd name="connsiteX211" fmla="*/ 4047066 w 4089400"/>
              <a:gd name="connsiteY211" fmla="*/ 160867 h 2870200"/>
              <a:gd name="connsiteX212" fmla="*/ 4089400 w 4089400"/>
              <a:gd name="connsiteY212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25400 w 4089400"/>
              <a:gd name="connsiteY2" fmla="*/ 626534 h 2870200"/>
              <a:gd name="connsiteX3" fmla="*/ 33866 w 4089400"/>
              <a:gd name="connsiteY3" fmla="*/ 592667 h 2870200"/>
              <a:gd name="connsiteX4" fmla="*/ 42333 w 4089400"/>
              <a:gd name="connsiteY4" fmla="*/ 567267 h 2870200"/>
              <a:gd name="connsiteX5" fmla="*/ 42333 w 4089400"/>
              <a:gd name="connsiteY5" fmla="*/ 821267 h 2870200"/>
              <a:gd name="connsiteX6" fmla="*/ 21415 w 4089400"/>
              <a:gd name="connsiteY6" fmla="*/ 1068793 h 2870200"/>
              <a:gd name="connsiteX7" fmla="*/ 25400 w 4089400"/>
              <a:gd name="connsiteY7" fmla="*/ 1354667 h 2870200"/>
              <a:gd name="connsiteX8" fmla="*/ 33866 w 4089400"/>
              <a:gd name="connsiteY8" fmla="*/ 1329267 h 2870200"/>
              <a:gd name="connsiteX9" fmla="*/ 42333 w 4089400"/>
              <a:gd name="connsiteY9" fmla="*/ 1286934 h 2870200"/>
              <a:gd name="connsiteX10" fmla="*/ 59266 w 4089400"/>
              <a:gd name="connsiteY10" fmla="*/ 1253067 h 2870200"/>
              <a:gd name="connsiteX11" fmla="*/ 76200 w 4089400"/>
              <a:gd name="connsiteY11" fmla="*/ 1202267 h 2870200"/>
              <a:gd name="connsiteX12" fmla="*/ 84666 w 4089400"/>
              <a:gd name="connsiteY12" fmla="*/ 1176867 h 2870200"/>
              <a:gd name="connsiteX13" fmla="*/ 101600 w 4089400"/>
              <a:gd name="connsiteY13" fmla="*/ 1143000 h 2870200"/>
              <a:gd name="connsiteX14" fmla="*/ 110066 w 4089400"/>
              <a:gd name="connsiteY14" fmla="*/ 1100667 h 2870200"/>
              <a:gd name="connsiteX15" fmla="*/ 135466 w 4089400"/>
              <a:gd name="connsiteY15" fmla="*/ 1032934 h 2870200"/>
              <a:gd name="connsiteX16" fmla="*/ 143933 w 4089400"/>
              <a:gd name="connsiteY16" fmla="*/ 999067 h 2870200"/>
              <a:gd name="connsiteX17" fmla="*/ 160866 w 4089400"/>
              <a:gd name="connsiteY17" fmla="*/ 948267 h 2870200"/>
              <a:gd name="connsiteX18" fmla="*/ 177800 w 4089400"/>
              <a:gd name="connsiteY18" fmla="*/ 1134534 h 2870200"/>
              <a:gd name="connsiteX19" fmla="*/ 194733 w 4089400"/>
              <a:gd name="connsiteY19" fmla="*/ 1464734 h 2870200"/>
              <a:gd name="connsiteX20" fmla="*/ 228600 w 4089400"/>
              <a:gd name="connsiteY20" fmla="*/ 1397000 h 2870200"/>
              <a:gd name="connsiteX21" fmla="*/ 254000 w 4089400"/>
              <a:gd name="connsiteY21" fmla="*/ 1363134 h 2870200"/>
              <a:gd name="connsiteX22" fmla="*/ 262466 w 4089400"/>
              <a:gd name="connsiteY22" fmla="*/ 1337734 h 2870200"/>
              <a:gd name="connsiteX23" fmla="*/ 279400 w 4089400"/>
              <a:gd name="connsiteY23" fmla="*/ 1371600 h 2870200"/>
              <a:gd name="connsiteX24" fmla="*/ 287866 w 4089400"/>
              <a:gd name="connsiteY24" fmla="*/ 2243667 h 2870200"/>
              <a:gd name="connsiteX25" fmla="*/ 313266 w 4089400"/>
              <a:gd name="connsiteY25" fmla="*/ 2201334 h 2870200"/>
              <a:gd name="connsiteX26" fmla="*/ 321733 w 4089400"/>
              <a:gd name="connsiteY26" fmla="*/ 2150534 h 2870200"/>
              <a:gd name="connsiteX27" fmla="*/ 355600 w 4089400"/>
              <a:gd name="connsiteY27" fmla="*/ 2125134 h 2870200"/>
              <a:gd name="connsiteX28" fmla="*/ 364066 w 4089400"/>
              <a:gd name="connsiteY28" fmla="*/ 2082800 h 2870200"/>
              <a:gd name="connsiteX29" fmla="*/ 381000 w 4089400"/>
              <a:gd name="connsiteY29" fmla="*/ 2065867 h 2870200"/>
              <a:gd name="connsiteX30" fmla="*/ 397933 w 4089400"/>
              <a:gd name="connsiteY30" fmla="*/ 2032000 h 2870200"/>
              <a:gd name="connsiteX31" fmla="*/ 423333 w 4089400"/>
              <a:gd name="connsiteY31" fmla="*/ 1998134 h 2870200"/>
              <a:gd name="connsiteX32" fmla="*/ 440266 w 4089400"/>
              <a:gd name="connsiteY32" fmla="*/ 1752600 h 2870200"/>
              <a:gd name="connsiteX33" fmla="*/ 465666 w 4089400"/>
              <a:gd name="connsiteY33" fmla="*/ 1651000 h 2870200"/>
              <a:gd name="connsiteX34" fmla="*/ 491066 w 4089400"/>
              <a:gd name="connsiteY34" fmla="*/ 1710267 h 2870200"/>
              <a:gd name="connsiteX35" fmla="*/ 499533 w 4089400"/>
              <a:gd name="connsiteY35" fmla="*/ 1735667 h 2870200"/>
              <a:gd name="connsiteX36" fmla="*/ 533400 w 4089400"/>
              <a:gd name="connsiteY36" fmla="*/ 1820334 h 2870200"/>
              <a:gd name="connsiteX37" fmla="*/ 558800 w 4089400"/>
              <a:gd name="connsiteY37" fmla="*/ 1938867 h 2870200"/>
              <a:gd name="connsiteX38" fmla="*/ 575733 w 4089400"/>
              <a:gd name="connsiteY38" fmla="*/ 1998134 h 2870200"/>
              <a:gd name="connsiteX39" fmla="*/ 592666 w 4089400"/>
              <a:gd name="connsiteY39" fmla="*/ 2023534 h 2870200"/>
              <a:gd name="connsiteX40" fmla="*/ 618066 w 4089400"/>
              <a:gd name="connsiteY40" fmla="*/ 1786467 h 2870200"/>
              <a:gd name="connsiteX41" fmla="*/ 626533 w 4089400"/>
              <a:gd name="connsiteY41" fmla="*/ 1744134 h 2870200"/>
              <a:gd name="connsiteX42" fmla="*/ 643466 w 4089400"/>
              <a:gd name="connsiteY42" fmla="*/ 1718734 h 2870200"/>
              <a:gd name="connsiteX43" fmla="*/ 660400 w 4089400"/>
              <a:gd name="connsiteY43" fmla="*/ 1617134 h 2870200"/>
              <a:gd name="connsiteX44" fmla="*/ 677333 w 4089400"/>
              <a:gd name="connsiteY44" fmla="*/ 1557867 h 2870200"/>
              <a:gd name="connsiteX45" fmla="*/ 685800 w 4089400"/>
              <a:gd name="connsiteY45" fmla="*/ 1524000 h 2870200"/>
              <a:gd name="connsiteX46" fmla="*/ 702733 w 4089400"/>
              <a:gd name="connsiteY46" fmla="*/ 1312334 h 2870200"/>
              <a:gd name="connsiteX47" fmla="*/ 719666 w 4089400"/>
              <a:gd name="connsiteY47" fmla="*/ 1380067 h 2870200"/>
              <a:gd name="connsiteX48" fmla="*/ 736600 w 4089400"/>
              <a:gd name="connsiteY48" fmla="*/ 1532467 h 2870200"/>
              <a:gd name="connsiteX49" fmla="*/ 753533 w 4089400"/>
              <a:gd name="connsiteY49" fmla="*/ 1566334 h 2870200"/>
              <a:gd name="connsiteX50" fmla="*/ 778933 w 4089400"/>
              <a:gd name="connsiteY50" fmla="*/ 1456267 h 2870200"/>
              <a:gd name="connsiteX51" fmla="*/ 795866 w 4089400"/>
              <a:gd name="connsiteY51" fmla="*/ 1430867 h 2870200"/>
              <a:gd name="connsiteX52" fmla="*/ 829733 w 4089400"/>
              <a:gd name="connsiteY52" fmla="*/ 1388534 h 2870200"/>
              <a:gd name="connsiteX53" fmla="*/ 838200 w 4089400"/>
              <a:gd name="connsiteY53" fmla="*/ 1498600 h 2870200"/>
              <a:gd name="connsiteX54" fmla="*/ 863600 w 4089400"/>
              <a:gd name="connsiteY54" fmla="*/ 1811867 h 2870200"/>
              <a:gd name="connsiteX55" fmla="*/ 872066 w 4089400"/>
              <a:gd name="connsiteY55" fmla="*/ 1642534 h 2870200"/>
              <a:gd name="connsiteX56" fmla="*/ 897466 w 4089400"/>
              <a:gd name="connsiteY56" fmla="*/ 1583267 h 2870200"/>
              <a:gd name="connsiteX57" fmla="*/ 905933 w 4089400"/>
              <a:gd name="connsiteY57" fmla="*/ 1557867 h 2870200"/>
              <a:gd name="connsiteX58" fmla="*/ 914400 w 4089400"/>
              <a:gd name="connsiteY58" fmla="*/ 2006600 h 2870200"/>
              <a:gd name="connsiteX59" fmla="*/ 939800 w 4089400"/>
              <a:gd name="connsiteY59" fmla="*/ 2116667 h 2870200"/>
              <a:gd name="connsiteX60" fmla="*/ 948266 w 4089400"/>
              <a:gd name="connsiteY60" fmla="*/ 1828800 h 2870200"/>
              <a:gd name="connsiteX61" fmla="*/ 965200 w 4089400"/>
              <a:gd name="connsiteY61" fmla="*/ 1794934 h 2870200"/>
              <a:gd name="connsiteX62" fmla="*/ 973666 w 4089400"/>
              <a:gd name="connsiteY62" fmla="*/ 1761067 h 2870200"/>
              <a:gd name="connsiteX63" fmla="*/ 990600 w 4089400"/>
              <a:gd name="connsiteY63" fmla="*/ 1871134 h 2870200"/>
              <a:gd name="connsiteX64" fmla="*/ 1007533 w 4089400"/>
              <a:gd name="connsiteY64" fmla="*/ 1947334 h 2870200"/>
              <a:gd name="connsiteX65" fmla="*/ 1024466 w 4089400"/>
              <a:gd name="connsiteY65" fmla="*/ 2040467 h 2870200"/>
              <a:gd name="connsiteX66" fmla="*/ 1049866 w 4089400"/>
              <a:gd name="connsiteY66" fmla="*/ 2108200 h 2870200"/>
              <a:gd name="connsiteX67" fmla="*/ 1058333 w 4089400"/>
              <a:gd name="connsiteY67" fmla="*/ 2150534 h 2870200"/>
              <a:gd name="connsiteX68" fmla="*/ 1100666 w 4089400"/>
              <a:gd name="connsiteY68" fmla="*/ 2209800 h 2870200"/>
              <a:gd name="connsiteX69" fmla="*/ 1109133 w 4089400"/>
              <a:gd name="connsiteY69" fmla="*/ 2108200 h 2870200"/>
              <a:gd name="connsiteX70" fmla="*/ 1159933 w 4089400"/>
              <a:gd name="connsiteY70" fmla="*/ 1989667 h 2870200"/>
              <a:gd name="connsiteX71" fmla="*/ 1210733 w 4089400"/>
              <a:gd name="connsiteY71" fmla="*/ 1913467 h 2870200"/>
              <a:gd name="connsiteX72" fmla="*/ 1219200 w 4089400"/>
              <a:gd name="connsiteY72" fmla="*/ 2167467 h 2870200"/>
              <a:gd name="connsiteX73" fmla="*/ 1236133 w 4089400"/>
              <a:gd name="connsiteY73" fmla="*/ 2082800 h 2870200"/>
              <a:gd name="connsiteX74" fmla="*/ 1244600 w 4089400"/>
              <a:gd name="connsiteY74" fmla="*/ 2015067 h 2870200"/>
              <a:gd name="connsiteX75" fmla="*/ 1286933 w 4089400"/>
              <a:gd name="connsiteY75" fmla="*/ 1854200 h 2870200"/>
              <a:gd name="connsiteX76" fmla="*/ 1295400 w 4089400"/>
              <a:gd name="connsiteY76" fmla="*/ 1803400 h 2870200"/>
              <a:gd name="connsiteX77" fmla="*/ 1320800 w 4089400"/>
              <a:gd name="connsiteY77" fmla="*/ 1701800 h 2870200"/>
              <a:gd name="connsiteX78" fmla="*/ 1346200 w 4089400"/>
              <a:gd name="connsiteY78" fmla="*/ 1718734 h 2870200"/>
              <a:gd name="connsiteX79" fmla="*/ 1354666 w 4089400"/>
              <a:gd name="connsiteY79" fmla="*/ 1744134 h 2870200"/>
              <a:gd name="connsiteX80" fmla="*/ 1380066 w 4089400"/>
              <a:gd name="connsiteY80" fmla="*/ 1828800 h 2870200"/>
              <a:gd name="connsiteX81" fmla="*/ 1397000 w 4089400"/>
              <a:gd name="connsiteY81" fmla="*/ 1879600 h 2870200"/>
              <a:gd name="connsiteX82" fmla="*/ 1405466 w 4089400"/>
              <a:gd name="connsiteY82" fmla="*/ 1913467 h 2870200"/>
              <a:gd name="connsiteX83" fmla="*/ 1430866 w 4089400"/>
              <a:gd name="connsiteY83" fmla="*/ 1947334 h 2870200"/>
              <a:gd name="connsiteX84" fmla="*/ 1447800 w 4089400"/>
              <a:gd name="connsiteY84" fmla="*/ 1938867 h 2870200"/>
              <a:gd name="connsiteX85" fmla="*/ 1490133 w 4089400"/>
              <a:gd name="connsiteY85" fmla="*/ 1803400 h 2870200"/>
              <a:gd name="connsiteX86" fmla="*/ 1549400 w 4089400"/>
              <a:gd name="connsiteY86" fmla="*/ 1651000 h 2870200"/>
              <a:gd name="connsiteX87" fmla="*/ 1557866 w 4089400"/>
              <a:gd name="connsiteY87" fmla="*/ 1591734 h 2870200"/>
              <a:gd name="connsiteX88" fmla="*/ 1574800 w 4089400"/>
              <a:gd name="connsiteY88" fmla="*/ 1566334 h 2870200"/>
              <a:gd name="connsiteX89" fmla="*/ 1583266 w 4089400"/>
              <a:gd name="connsiteY89" fmla="*/ 1524000 h 2870200"/>
              <a:gd name="connsiteX90" fmla="*/ 1591733 w 4089400"/>
              <a:gd name="connsiteY90" fmla="*/ 1498600 h 2870200"/>
              <a:gd name="connsiteX91" fmla="*/ 1608666 w 4089400"/>
              <a:gd name="connsiteY91" fmla="*/ 1524000 h 2870200"/>
              <a:gd name="connsiteX92" fmla="*/ 1634066 w 4089400"/>
              <a:gd name="connsiteY92" fmla="*/ 1490134 h 2870200"/>
              <a:gd name="connsiteX93" fmla="*/ 1659466 w 4089400"/>
              <a:gd name="connsiteY93" fmla="*/ 1388534 h 2870200"/>
              <a:gd name="connsiteX94" fmla="*/ 1718733 w 4089400"/>
              <a:gd name="connsiteY94" fmla="*/ 1286934 h 2870200"/>
              <a:gd name="connsiteX95" fmla="*/ 1769533 w 4089400"/>
              <a:gd name="connsiteY95" fmla="*/ 1176867 h 2870200"/>
              <a:gd name="connsiteX96" fmla="*/ 1794933 w 4089400"/>
              <a:gd name="connsiteY96" fmla="*/ 1202267 h 2870200"/>
              <a:gd name="connsiteX97" fmla="*/ 1803400 w 4089400"/>
              <a:gd name="connsiteY97" fmla="*/ 1227667 h 2870200"/>
              <a:gd name="connsiteX98" fmla="*/ 1820333 w 4089400"/>
              <a:gd name="connsiteY98" fmla="*/ 1261534 h 2870200"/>
              <a:gd name="connsiteX99" fmla="*/ 1862666 w 4089400"/>
              <a:gd name="connsiteY99" fmla="*/ 1422400 h 2870200"/>
              <a:gd name="connsiteX100" fmla="*/ 1913466 w 4089400"/>
              <a:gd name="connsiteY100" fmla="*/ 1600200 h 2870200"/>
              <a:gd name="connsiteX101" fmla="*/ 1964266 w 4089400"/>
              <a:gd name="connsiteY101" fmla="*/ 1744134 h 2870200"/>
              <a:gd name="connsiteX102" fmla="*/ 1981200 w 4089400"/>
              <a:gd name="connsiteY102" fmla="*/ 1498600 h 2870200"/>
              <a:gd name="connsiteX103" fmla="*/ 1998133 w 4089400"/>
              <a:gd name="connsiteY103" fmla="*/ 1464734 h 2870200"/>
              <a:gd name="connsiteX104" fmla="*/ 2006600 w 4089400"/>
              <a:gd name="connsiteY104" fmla="*/ 1439334 h 2870200"/>
              <a:gd name="connsiteX105" fmla="*/ 2057400 w 4089400"/>
              <a:gd name="connsiteY105" fmla="*/ 2032000 h 2870200"/>
              <a:gd name="connsiteX106" fmla="*/ 2065866 w 4089400"/>
              <a:gd name="connsiteY106" fmla="*/ 2150534 h 2870200"/>
              <a:gd name="connsiteX107" fmla="*/ 2074333 w 4089400"/>
              <a:gd name="connsiteY107" fmla="*/ 2489200 h 2870200"/>
              <a:gd name="connsiteX108" fmla="*/ 2108200 w 4089400"/>
              <a:gd name="connsiteY108" fmla="*/ 2421467 h 2870200"/>
              <a:gd name="connsiteX109" fmla="*/ 2150533 w 4089400"/>
              <a:gd name="connsiteY109" fmla="*/ 2319867 h 2870200"/>
              <a:gd name="connsiteX110" fmla="*/ 2175933 w 4089400"/>
              <a:gd name="connsiteY110" fmla="*/ 2286000 h 2870200"/>
              <a:gd name="connsiteX111" fmla="*/ 2209800 w 4089400"/>
              <a:gd name="connsiteY111" fmla="*/ 2235200 h 2870200"/>
              <a:gd name="connsiteX112" fmla="*/ 2226733 w 4089400"/>
              <a:gd name="connsiteY112" fmla="*/ 2514600 h 2870200"/>
              <a:gd name="connsiteX113" fmla="*/ 2252133 w 4089400"/>
              <a:gd name="connsiteY113" fmla="*/ 2565400 h 2870200"/>
              <a:gd name="connsiteX114" fmla="*/ 2260600 w 4089400"/>
              <a:gd name="connsiteY114" fmla="*/ 2489200 h 2870200"/>
              <a:gd name="connsiteX115" fmla="*/ 2277533 w 4089400"/>
              <a:gd name="connsiteY115" fmla="*/ 2421467 h 2870200"/>
              <a:gd name="connsiteX116" fmla="*/ 2286000 w 4089400"/>
              <a:gd name="connsiteY116" fmla="*/ 1718734 h 2870200"/>
              <a:gd name="connsiteX117" fmla="*/ 2311400 w 4089400"/>
              <a:gd name="connsiteY117" fmla="*/ 1811867 h 2870200"/>
              <a:gd name="connsiteX118" fmla="*/ 2336800 w 4089400"/>
              <a:gd name="connsiteY118" fmla="*/ 1871134 h 2870200"/>
              <a:gd name="connsiteX119" fmla="*/ 2362200 w 4089400"/>
              <a:gd name="connsiteY119" fmla="*/ 1938867 h 2870200"/>
              <a:gd name="connsiteX120" fmla="*/ 2370666 w 4089400"/>
              <a:gd name="connsiteY120" fmla="*/ 1972734 h 2870200"/>
              <a:gd name="connsiteX121" fmla="*/ 2379133 w 4089400"/>
              <a:gd name="connsiteY121" fmla="*/ 1574800 h 2870200"/>
              <a:gd name="connsiteX122" fmla="*/ 2404533 w 4089400"/>
              <a:gd name="connsiteY122" fmla="*/ 1236134 h 2870200"/>
              <a:gd name="connsiteX123" fmla="*/ 2421466 w 4089400"/>
              <a:gd name="connsiteY123" fmla="*/ 1092200 h 2870200"/>
              <a:gd name="connsiteX124" fmla="*/ 2429933 w 4089400"/>
              <a:gd name="connsiteY124" fmla="*/ 1066800 h 2870200"/>
              <a:gd name="connsiteX125" fmla="*/ 2438400 w 4089400"/>
              <a:gd name="connsiteY125" fmla="*/ 1092200 h 2870200"/>
              <a:gd name="connsiteX126" fmla="*/ 2455333 w 4089400"/>
              <a:gd name="connsiteY126" fmla="*/ 1117600 h 2870200"/>
              <a:gd name="connsiteX127" fmla="*/ 2463800 w 4089400"/>
              <a:gd name="connsiteY127" fmla="*/ 1227667 h 2870200"/>
              <a:gd name="connsiteX128" fmla="*/ 2489200 w 4089400"/>
              <a:gd name="connsiteY128" fmla="*/ 753534 h 2870200"/>
              <a:gd name="connsiteX129" fmla="*/ 2506133 w 4089400"/>
              <a:gd name="connsiteY129" fmla="*/ 685800 h 2870200"/>
              <a:gd name="connsiteX130" fmla="*/ 2514600 w 4089400"/>
              <a:gd name="connsiteY130" fmla="*/ 609600 h 2870200"/>
              <a:gd name="connsiteX131" fmla="*/ 2523066 w 4089400"/>
              <a:gd name="connsiteY131" fmla="*/ 558800 h 2870200"/>
              <a:gd name="connsiteX132" fmla="*/ 2540000 w 4089400"/>
              <a:gd name="connsiteY132" fmla="*/ 584200 h 2870200"/>
              <a:gd name="connsiteX133" fmla="*/ 2548466 w 4089400"/>
              <a:gd name="connsiteY133" fmla="*/ 778934 h 2870200"/>
              <a:gd name="connsiteX134" fmla="*/ 2590800 w 4089400"/>
              <a:gd name="connsiteY134" fmla="*/ 914400 h 2870200"/>
              <a:gd name="connsiteX135" fmla="*/ 2607733 w 4089400"/>
              <a:gd name="connsiteY135" fmla="*/ 973667 h 2870200"/>
              <a:gd name="connsiteX136" fmla="*/ 2624666 w 4089400"/>
              <a:gd name="connsiteY136" fmla="*/ 812800 h 2870200"/>
              <a:gd name="connsiteX137" fmla="*/ 2641600 w 4089400"/>
              <a:gd name="connsiteY137" fmla="*/ 694267 h 2870200"/>
              <a:gd name="connsiteX138" fmla="*/ 2667000 w 4089400"/>
              <a:gd name="connsiteY138" fmla="*/ 558800 h 2870200"/>
              <a:gd name="connsiteX139" fmla="*/ 2692400 w 4089400"/>
              <a:gd name="connsiteY139" fmla="*/ 321734 h 2870200"/>
              <a:gd name="connsiteX140" fmla="*/ 2709333 w 4089400"/>
              <a:gd name="connsiteY140" fmla="*/ 1058334 h 2870200"/>
              <a:gd name="connsiteX141" fmla="*/ 2717800 w 4089400"/>
              <a:gd name="connsiteY141" fmla="*/ 1032934 h 2870200"/>
              <a:gd name="connsiteX142" fmla="*/ 2785533 w 4089400"/>
              <a:gd name="connsiteY142" fmla="*/ 905934 h 2870200"/>
              <a:gd name="connsiteX143" fmla="*/ 2819400 w 4089400"/>
              <a:gd name="connsiteY143" fmla="*/ 855134 h 2870200"/>
              <a:gd name="connsiteX144" fmla="*/ 2844800 w 4089400"/>
              <a:gd name="connsiteY144" fmla="*/ 1422400 h 2870200"/>
              <a:gd name="connsiteX145" fmla="*/ 2853266 w 4089400"/>
              <a:gd name="connsiteY145" fmla="*/ 1388534 h 2870200"/>
              <a:gd name="connsiteX146" fmla="*/ 2870200 w 4089400"/>
              <a:gd name="connsiteY146" fmla="*/ 1363134 h 2870200"/>
              <a:gd name="connsiteX147" fmla="*/ 2895600 w 4089400"/>
              <a:gd name="connsiteY147" fmla="*/ 1278467 h 2870200"/>
              <a:gd name="connsiteX148" fmla="*/ 2912533 w 4089400"/>
              <a:gd name="connsiteY148" fmla="*/ 1320800 h 2870200"/>
              <a:gd name="connsiteX149" fmla="*/ 2929466 w 4089400"/>
              <a:gd name="connsiteY149" fmla="*/ 1388534 h 2870200"/>
              <a:gd name="connsiteX150" fmla="*/ 2946400 w 4089400"/>
              <a:gd name="connsiteY150" fmla="*/ 1422400 h 2870200"/>
              <a:gd name="connsiteX151" fmla="*/ 2988733 w 4089400"/>
              <a:gd name="connsiteY151" fmla="*/ 1540934 h 2870200"/>
              <a:gd name="connsiteX152" fmla="*/ 3005666 w 4089400"/>
              <a:gd name="connsiteY152" fmla="*/ 1566334 h 2870200"/>
              <a:gd name="connsiteX153" fmla="*/ 3039533 w 4089400"/>
              <a:gd name="connsiteY153" fmla="*/ 1718734 h 2870200"/>
              <a:gd name="connsiteX154" fmla="*/ 3064933 w 4089400"/>
              <a:gd name="connsiteY154" fmla="*/ 1761067 h 2870200"/>
              <a:gd name="connsiteX155" fmla="*/ 3098800 w 4089400"/>
              <a:gd name="connsiteY155" fmla="*/ 1879600 h 2870200"/>
              <a:gd name="connsiteX156" fmla="*/ 3090333 w 4089400"/>
              <a:gd name="connsiteY156" fmla="*/ 1913467 h 2870200"/>
              <a:gd name="connsiteX157" fmla="*/ 3102783 w 4089400"/>
              <a:gd name="connsiteY157" fmla="*/ 1901016 h 2870200"/>
              <a:gd name="connsiteX158" fmla="*/ 3081866 w 4089400"/>
              <a:gd name="connsiteY158" fmla="*/ 1888067 h 2870200"/>
              <a:gd name="connsiteX159" fmla="*/ 3107266 w 4089400"/>
              <a:gd name="connsiteY159" fmla="*/ 1871134 h 2870200"/>
              <a:gd name="connsiteX160" fmla="*/ 3115733 w 4089400"/>
              <a:gd name="connsiteY160" fmla="*/ 1769534 h 2870200"/>
              <a:gd name="connsiteX161" fmla="*/ 3132666 w 4089400"/>
              <a:gd name="connsiteY161" fmla="*/ 1710267 h 2870200"/>
              <a:gd name="connsiteX162" fmla="*/ 3141133 w 4089400"/>
              <a:gd name="connsiteY162" fmla="*/ 1684867 h 2870200"/>
              <a:gd name="connsiteX163" fmla="*/ 3166533 w 4089400"/>
              <a:gd name="connsiteY163" fmla="*/ 1676400 h 2870200"/>
              <a:gd name="connsiteX164" fmla="*/ 3175000 w 4089400"/>
              <a:gd name="connsiteY164" fmla="*/ 2006600 h 2870200"/>
              <a:gd name="connsiteX165" fmla="*/ 3183466 w 4089400"/>
              <a:gd name="connsiteY165" fmla="*/ 2048934 h 2870200"/>
              <a:gd name="connsiteX166" fmla="*/ 3191933 w 4089400"/>
              <a:gd name="connsiteY166" fmla="*/ 2099734 h 2870200"/>
              <a:gd name="connsiteX167" fmla="*/ 3208866 w 4089400"/>
              <a:gd name="connsiteY167" fmla="*/ 2048934 h 2870200"/>
              <a:gd name="connsiteX168" fmla="*/ 3217333 w 4089400"/>
              <a:gd name="connsiteY168" fmla="*/ 1998134 h 2870200"/>
              <a:gd name="connsiteX169" fmla="*/ 3251200 w 4089400"/>
              <a:gd name="connsiteY169" fmla="*/ 2353734 h 2870200"/>
              <a:gd name="connsiteX170" fmla="*/ 3276600 w 4089400"/>
              <a:gd name="connsiteY170" fmla="*/ 2387600 h 2870200"/>
              <a:gd name="connsiteX171" fmla="*/ 3285066 w 4089400"/>
              <a:gd name="connsiteY171" fmla="*/ 2497667 h 2870200"/>
              <a:gd name="connsiteX172" fmla="*/ 3302000 w 4089400"/>
              <a:gd name="connsiteY172" fmla="*/ 2531534 h 2870200"/>
              <a:gd name="connsiteX173" fmla="*/ 3318933 w 4089400"/>
              <a:gd name="connsiteY173" fmla="*/ 2599267 h 2870200"/>
              <a:gd name="connsiteX174" fmla="*/ 3344333 w 4089400"/>
              <a:gd name="connsiteY174" fmla="*/ 2667000 h 2870200"/>
              <a:gd name="connsiteX175" fmla="*/ 3386666 w 4089400"/>
              <a:gd name="connsiteY175" fmla="*/ 2810934 h 2870200"/>
              <a:gd name="connsiteX176" fmla="*/ 3412066 w 4089400"/>
              <a:gd name="connsiteY176" fmla="*/ 2870200 h 2870200"/>
              <a:gd name="connsiteX177" fmla="*/ 3437466 w 4089400"/>
              <a:gd name="connsiteY177" fmla="*/ 1828800 h 2870200"/>
              <a:gd name="connsiteX178" fmla="*/ 3436968 w 4089400"/>
              <a:gd name="connsiteY178" fmla="*/ 2090271 h 2870200"/>
              <a:gd name="connsiteX179" fmla="*/ 3462866 w 4089400"/>
              <a:gd name="connsiteY179" fmla="*/ 1735667 h 2870200"/>
              <a:gd name="connsiteX180" fmla="*/ 3488266 w 4089400"/>
              <a:gd name="connsiteY180" fmla="*/ 1651000 h 2870200"/>
              <a:gd name="connsiteX181" fmla="*/ 3496733 w 4089400"/>
              <a:gd name="connsiteY181" fmla="*/ 1701800 h 2870200"/>
              <a:gd name="connsiteX182" fmla="*/ 3500717 w 4089400"/>
              <a:gd name="connsiteY182" fmla="*/ 1875118 h 2870200"/>
              <a:gd name="connsiteX183" fmla="*/ 3522133 w 4089400"/>
              <a:gd name="connsiteY183" fmla="*/ 1752600 h 2870200"/>
              <a:gd name="connsiteX184" fmla="*/ 3530600 w 4089400"/>
              <a:gd name="connsiteY184" fmla="*/ 1693334 h 2870200"/>
              <a:gd name="connsiteX185" fmla="*/ 3572933 w 4089400"/>
              <a:gd name="connsiteY185" fmla="*/ 1608667 h 2870200"/>
              <a:gd name="connsiteX186" fmla="*/ 3589866 w 4089400"/>
              <a:gd name="connsiteY186" fmla="*/ 1566334 h 2870200"/>
              <a:gd name="connsiteX187" fmla="*/ 3632200 w 4089400"/>
              <a:gd name="connsiteY187" fmla="*/ 1464734 h 2870200"/>
              <a:gd name="connsiteX188" fmla="*/ 3636184 w 4089400"/>
              <a:gd name="connsiteY188" fmla="*/ 1373094 h 2870200"/>
              <a:gd name="connsiteX189" fmla="*/ 3657600 w 4089400"/>
              <a:gd name="connsiteY189" fmla="*/ 1363134 h 2870200"/>
              <a:gd name="connsiteX190" fmla="*/ 3674533 w 4089400"/>
              <a:gd name="connsiteY190" fmla="*/ 1320800 h 2870200"/>
              <a:gd name="connsiteX191" fmla="*/ 3669553 w 4089400"/>
              <a:gd name="connsiteY191" fmla="*/ 1151964 h 2870200"/>
              <a:gd name="connsiteX192" fmla="*/ 3716866 w 4089400"/>
              <a:gd name="connsiteY192" fmla="*/ 1227667 h 2870200"/>
              <a:gd name="connsiteX193" fmla="*/ 3725333 w 4089400"/>
              <a:gd name="connsiteY193" fmla="*/ 1176867 h 2870200"/>
              <a:gd name="connsiteX194" fmla="*/ 3742266 w 4089400"/>
              <a:gd name="connsiteY194" fmla="*/ 1126067 h 2870200"/>
              <a:gd name="connsiteX195" fmla="*/ 3750733 w 4089400"/>
              <a:gd name="connsiteY195" fmla="*/ 1058334 h 2870200"/>
              <a:gd name="connsiteX196" fmla="*/ 3759200 w 4089400"/>
              <a:gd name="connsiteY196" fmla="*/ 1270000 h 2870200"/>
              <a:gd name="connsiteX197" fmla="*/ 3788048 w 4089400"/>
              <a:gd name="connsiteY197" fmla="*/ 678606 h 2870200"/>
              <a:gd name="connsiteX198" fmla="*/ 3793066 w 4089400"/>
              <a:gd name="connsiteY198" fmla="*/ 558800 h 2870200"/>
              <a:gd name="connsiteX199" fmla="*/ 3810000 w 4089400"/>
              <a:gd name="connsiteY199" fmla="*/ 482600 h 2870200"/>
              <a:gd name="connsiteX200" fmla="*/ 3818466 w 4089400"/>
              <a:gd name="connsiteY200" fmla="*/ 533400 h 2870200"/>
              <a:gd name="connsiteX201" fmla="*/ 3835400 w 4089400"/>
              <a:gd name="connsiteY201" fmla="*/ 660400 h 2870200"/>
              <a:gd name="connsiteX202" fmla="*/ 3843866 w 4089400"/>
              <a:gd name="connsiteY202" fmla="*/ 702734 h 2870200"/>
              <a:gd name="connsiteX203" fmla="*/ 3860800 w 4089400"/>
              <a:gd name="connsiteY203" fmla="*/ 736600 h 2870200"/>
              <a:gd name="connsiteX204" fmla="*/ 3877733 w 4089400"/>
              <a:gd name="connsiteY204" fmla="*/ 702734 h 2870200"/>
              <a:gd name="connsiteX205" fmla="*/ 3937000 w 4089400"/>
              <a:gd name="connsiteY205" fmla="*/ 482600 h 2870200"/>
              <a:gd name="connsiteX206" fmla="*/ 3953933 w 4089400"/>
              <a:gd name="connsiteY206" fmla="*/ 457200 h 2870200"/>
              <a:gd name="connsiteX207" fmla="*/ 3979333 w 4089400"/>
              <a:gd name="connsiteY207" fmla="*/ 177800 h 2870200"/>
              <a:gd name="connsiteX208" fmla="*/ 4004733 w 4089400"/>
              <a:gd name="connsiteY208" fmla="*/ 135467 h 2870200"/>
              <a:gd name="connsiteX209" fmla="*/ 4013200 w 4089400"/>
              <a:gd name="connsiteY209" fmla="*/ 101600 h 2870200"/>
              <a:gd name="connsiteX210" fmla="*/ 4021666 w 4089400"/>
              <a:gd name="connsiteY210" fmla="*/ 76200 h 2870200"/>
              <a:gd name="connsiteX211" fmla="*/ 4030133 w 4089400"/>
              <a:gd name="connsiteY211" fmla="*/ 110067 h 2870200"/>
              <a:gd name="connsiteX212" fmla="*/ 4047066 w 4089400"/>
              <a:gd name="connsiteY212" fmla="*/ 160867 h 2870200"/>
              <a:gd name="connsiteX213" fmla="*/ 4089400 w 4089400"/>
              <a:gd name="connsiteY213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25400 w 4089400"/>
              <a:gd name="connsiteY2" fmla="*/ 626534 h 2870200"/>
              <a:gd name="connsiteX3" fmla="*/ 33866 w 4089400"/>
              <a:gd name="connsiteY3" fmla="*/ 592667 h 2870200"/>
              <a:gd name="connsiteX4" fmla="*/ 42333 w 4089400"/>
              <a:gd name="connsiteY4" fmla="*/ 567267 h 2870200"/>
              <a:gd name="connsiteX5" fmla="*/ 42333 w 4089400"/>
              <a:gd name="connsiteY5" fmla="*/ 821267 h 2870200"/>
              <a:gd name="connsiteX6" fmla="*/ 21415 w 4089400"/>
              <a:gd name="connsiteY6" fmla="*/ 1068793 h 2870200"/>
              <a:gd name="connsiteX7" fmla="*/ 25400 w 4089400"/>
              <a:gd name="connsiteY7" fmla="*/ 1354667 h 2870200"/>
              <a:gd name="connsiteX8" fmla="*/ 33866 w 4089400"/>
              <a:gd name="connsiteY8" fmla="*/ 1329267 h 2870200"/>
              <a:gd name="connsiteX9" fmla="*/ 42333 w 4089400"/>
              <a:gd name="connsiteY9" fmla="*/ 1286934 h 2870200"/>
              <a:gd name="connsiteX10" fmla="*/ 59266 w 4089400"/>
              <a:gd name="connsiteY10" fmla="*/ 1253067 h 2870200"/>
              <a:gd name="connsiteX11" fmla="*/ 76200 w 4089400"/>
              <a:gd name="connsiteY11" fmla="*/ 1202267 h 2870200"/>
              <a:gd name="connsiteX12" fmla="*/ 84666 w 4089400"/>
              <a:gd name="connsiteY12" fmla="*/ 1176867 h 2870200"/>
              <a:gd name="connsiteX13" fmla="*/ 101600 w 4089400"/>
              <a:gd name="connsiteY13" fmla="*/ 1143000 h 2870200"/>
              <a:gd name="connsiteX14" fmla="*/ 110066 w 4089400"/>
              <a:gd name="connsiteY14" fmla="*/ 1100667 h 2870200"/>
              <a:gd name="connsiteX15" fmla="*/ 135466 w 4089400"/>
              <a:gd name="connsiteY15" fmla="*/ 1032934 h 2870200"/>
              <a:gd name="connsiteX16" fmla="*/ 143933 w 4089400"/>
              <a:gd name="connsiteY16" fmla="*/ 999067 h 2870200"/>
              <a:gd name="connsiteX17" fmla="*/ 160866 w 4089400"/>
              <a:gd name="connsiteY17" fmla="*/ 948267 h 2870200"/>
              <a:gd name="connsiteX18" fmla="*/ 177800 w 4089400"/>
              <a:gd name="connsiteY18" fmla="*/ 1134534 h 2870200"/>
              <a:gd name="connsiteX19" fmla="*/ 194733 w 4089400"/>
              <a:gd name="connsiteY19" fmla="*/ 1464734 h 2870200"/>
              <a:gd name="connsiteX20" fmla="*/ 228600 w 4089400"/>
              <a:gd name="connsiteY20" fmla="*/ 1397000 h 2870200"/>
              <a:gd name="connsiteX21" fmla="*/ 254000 w 4089400"/>
              <a:gd name="connsiteY21" fmla="*/ 1363134 h 2870200"/>
              <a:gd name="connsiteX22" fmla="*/ 262466 w 4089400"/>
              <a:gd name="connsiteY22" fmla="*/ 1337734 h 2870200"/>
              <a:gd name="connsiteX23" fmla="*/ 279400 w 4089400"/>
              <a:gd name="connsiteY23" fmla="*/ 1371600 h 2870200"/>
              <a:gd name="connsiteX24" fmla="*/ 287866 w 4089400"/>
              <a:gd name="connsiteY24" fmla="*/ 2243667 h 2870200"/>
              <a:gd name="connsiteX25" fmla="*/ 313266 w 4089400"/>
              <a:gd name="connsiteY25" fmla="*/ 2201334 h 2870200"/>
              <a:gd name="connsiteX26" fmla="*/ 321733 w 4089400"/>
              <a:gd name="connsiteY26" fmla="*/ 2150534 h 2870200"/>
              <a:gd name="connsiteX27" fmla="*/ 355600 w 4089400"/>
              <a:gd name="connsiteY27" fmla="*/ 2125134 h 2870200"/>
              <a:gd name="connsiteX28" fmla="*/ 364066 w 4089400"/>
              <a:gd name="connsiteY28" fmla="*/ 2082800 h 2870200"/>
              <a:gd name="connsiteX29" fmla="*/ 381000 w 4089400"/>
              <a:gd name="connsiteY29" fmla="*/ 2065867 h 2870200"/>
              <a:gd name="connsiteX30" fmla="*/ 397933 w 4089400"/>
              <a:gd name="connsiteY30" fmla="*/ 2032000 h 2870200"/>
              <a:gd name="connsiteX31" fmla="*/ 423333 w 4089400"/>
              <a:gd name="connsiteY31" fmla="*/ 1998134 h 2870200"/>
              <a:gd name="connsiteX32" fmla="*/ 440266 w 4089400"/>
              <a:gd name="connsiteY32" fmla="*/ 1752600 h 2870200"/>
              <a:gd name="connsiteX33" fmla="*/ 465666 w 4089400"/>
              <a:gd name="connsiteY33" fmla="*/ 1651000 h 2870200"/>
              <a:gd name="connsiteX34" fmla="*/ 491066 w 4089400"/>
              <a:gd name="connsiteY34" fmla="*/ 1710267 h 2870200"/>
              <a:gd name="connsiteX35" fmla="*/ 499533 w 4089400"/>
              <a:gd name="connsiteY35" fmla="*/ 1735667 h 2870200"/>
              <a:gd name="connsiteX36" fmla="*/ 533400 w 4089400"/>
              <a:gd name="connsiteY36" fmla="*/ 1820334 h 2870200"/>
              <a:gd name="connsiteX37" fmla="*/ 558800 w 4089400"/>
              <a:gd name="connsiteY37" fmla="*/ 1938867 h 2870200"/>
              <a:gd name="connsiteX38" fmla="*/ 575733 w 4089400"/>
              <a:gd name="connsiteY38" fmla="*/ 1998134 h 2870200"/>
              <a:gd name="connsiteX39" fmla="*/ 592666 w 4089400"/>
              <a:gd name="connsiteY39" fmla="*/ 2023534 h 2870200"/>
              <a:gd name="connsiteX40" fmla="*/ 618066 w 4089400"/>
              <a:gd name="connsiteY40" fmla="*/ 1786467 h 2870200"/>
              <a:gd name="connsiteX41" fmla="*/ 626533 w 4089400"/>
              <a:gd name="connsiteY41" fmla="*/ 1744134 h 2870200"/>
              <a:gd name="connsiteX42" fmla="*/ 643466 w 4089400"/>
              <a:gd name="connsiteY42" fmla="*/ 1718734 h 2870200"/>
              <a:gd name="connsiteX43" fmla="*/ 660400 w 4089400"/>
              <a:gd name="connsiteY43" fmla="*/ 1617134 h 2870200"/>
              <a:gd name="connsiteX44" fmla="*/ 677333 w 4089400"/>
              <a:gd name="connsiteY44" fmla="*/ 1557867 h 2870200"/>
              <a:gd name="connsiteX45" fmla="*/ 685800 w 4089400"/>
              <a:gd name="connsiteY45" fmla="*/ 1524000 h 2870200"/>
              <a:gd name="connsiteX46" fmla="*/ 702733 w 4089400"/>
              <a:gd name="connsiteY46" fmla="*/ 1312334 h 2870200"/>
              <a:gd name="connsiteX47" fmla="*/ 719666 w 4089400"/>
              <a:gd name="connsiteY47" fmla="*/ 1380067 h 2870200"/>
              <a:gd name="connsiteX48" fmla="*/ 736600 w 4089400"/>
              <a:gd name="connsiteY48" fmla="*/ 1532467 h 2870200"/>
              <a:gd name="connsiteX49" fmla="*/ 753533 w 4089400"/>
              <a:gd name="connsiteY49" fmla="*/ 1566334 h 2870200"/>
              <a:gd name="connsiteX50" fmla="*/ 778933 w 4089400"/>
              <a:gd name="connsiteY50" fmla="*/ 1456267 h 2870200"/>
              <a:gd name="connsiteX51" fmla="*/ 795866 w 4089400"/>
              <a:gd name="connsiteY51" fmla="*/ 1430867 h 2870200"/>
              <a:gd name="connsiteX52" fmla="*/ 829733 w 4089400"/>
              <a:gd name="connsiteY52" fmla="*/ 1388534 h 2870200"/>
              <a:gd name="connsiteX53" fmla="*/ 838200 w 4089400"/>
              <a:gd name="connsiteY53" fmla="*/ 1498600 h 2870200"/>
              <a:gd name="connsiteX54" fmla="*/ 863600 w 4089400"/>
              <a:gd name="connsiteY54" fmla="*/ 1811867 h 2870200"/>
              <a:gd name="connsiteX55" fmla="*/ 872066 w 4089400"/>
              <a:gd name="connsiteY55" fmla="*/ 1642534 h 2870200"/>
              <a:gd name="connsiteX56" fmla="*/ 897466 w 4089400"/>
              <a:gd name="connsiteY56" fmla="*/ 1583267 h 2870200"/>
              <a:gd name="connsiteX57" fmla="*/ 905933 w 4089400"/>
              <a:gd name="connsiteY57" fmla="*/ 1557867 h 2870200"/>
              <a:gd name="connsiteX58" fmla="*/ 914400 w 4089400"/>
              <a:gd name="connsiteY58" fmla="*/ 2006600 h 2870200"/>
              <a:gd name="connsiteX59" fmla="*/ 939800 w 4089400"/>
              <a:gd name="connsiteY59" fmla="*/ 2116667 h 2870200"/>
              <a:gd name="connsiteX60" fmla="*/ 948266 w 4089400"/>
              <a:gd name="connsiteY60" fmla="*/ 1828800 h 2870200"/>
              <a:gd name="connsiteX61" fmla="*/ 965200 w 4089400"/>
              <a:gd name="connsiteY61" fmla="*/ 1794934 h 2870200"/>
              <a:gd name="connsiteX62" fmla="*/ 973666 w 4089400"/>
              <a:gd name="connsiteY62" fmla="*/ 1761067 h 2870200"/>
              <a:gd name="connsiteX63" fmla="*/ 990600 w 4089400"/>
              <a:gd name="connsiteY63" fmla="*/ 1871134 h 2870200"/>
              <a:gd name="connsiteX64" fmla="*/ 1007533 w 4089400"/>
              <a:gd name="connsiteY64" fmla="*/ 1947334 h 2870200"/>
              <a:gd name="connsiteX65" fmla="*/ 1024466 w 4089400"/>
              <a:gd name="connsiteY65" fmla="*/ 2040467 h 2870200"/>
              <a:gd name="connsiteX66" fmla="*/ 1049866 w 4089400"/>
              <a:gd name="connsiteY66" fmla="*/ 2108200 h 2870200"/>
              <a:gd name="connsiteX67" fmla="*/ 1058333 w 4089400"/>
              <a:gd name="connsiteY67" fmla="*/ 2150534 h 2870200"/>
              <a:gd name="connsiteX68" fmla="*/ 1100666 w 4089400"/>
              <a:gd name="connsiteY68" fmla="*/ 2209800 h 2870200"/>
              <a:gd name="connsiteX69" fmla="*/ 1109133 w 4089400"/>
              <a:gd name="connsiteY69" fmla="*/ 2108200 h 2870200"/>
              <a:gd name="connsiteX70" fmla="*/ 1159933 w 4089400"/>
              <a:gd name="connsiteY70" fmla="*/ 1989667 h 2870200"/>
              <a:gd name="connsiteX71" fmla="*/ 1210733 w 4089400"/>
              <a:gd name="connsiteY71" fmla="*/ 1913467 h 2870200"/>
              <a:gd name="connsiteX72" fmla="*/ 1219200 w 4089400"/>
              <a:gd name="connsiteY72" fmla="*/ 2167467 h 2870200"/>
              <a:gd name="connsiteX73" fmla="*/ 1236133 w 4089400"/>
              <a:gd name="connsiteY73" fmla="*/ 2082800 h 2870200"/>
              <a:gd name="connsiteX74" fmla="*/ 1244600 w 4089400"/>
              <a:gd name="connsiteY74" fmla="*/ 2015067 h 2870200"/>
              <a:gd name="connsiteX75" fmla="*/ 1286933 w 4089400"/>
              <a:gd name="connsiteY75" fmla="*/ 1854200 h 2870200"/>
              <a:gd name="connsiteX76" fmla="*/ 1295400 w 4089400"/>
              <a:gd name="connsiteY76" fmla="*/ 1803400 h 2870200"/>
              <a:gd name="connsiteX77" fmla="*/ 1320800 w 4089400"/>
              <a:gd name="connsiteY77" fmla="*/ 1701800 h 2870200"/>
              <a:gd name="connsiteX78" fmla="*/ 1346200 w 4089400"/>
              <a:gd name="connsiteY78" fmla="*/ 1718734 h 2870200"/>
              <a:gd name="connsiteX79" fmla="*/ 1354666 w 4089400"/>
              <a:gd name="connsiteY79" fmla="*/ 1744134 h 2870200"/>
              <a:gd name="connsiteX80" fmla="*/ 1380066 w 4089400"/>
              <a:gd name="connsiteY80" fmla="*/ 1828800 h 2870200"/>
              <a:gd name="connsiteX81" fmla="*/ 1397000 w 4089400"/>
              <a:gd name="connsiteY81" fmla="*/ 1879600 h 2870200"/>
              <a:gd name="connsiteX82" fmla="*/ 1405466 w 4089400"/>
              <a:gd name="connsiteY82" fmla="*/ 1913467 h 2870200"/>
              <a:gd name="connsiteX83" fmla="*/ 1430866 w 4089400"/>
              <a:gd name="connsiteY83" fmla="*/ 1947334 h 2870200"/>
              <a:gd name="connsiteX84" fmla="*/ 1447800 w 4089400"/>
              <a:gd name="connsiteY84" fmla="*/ 1938867 h 2870200"/>
              <a:gd name="connsiteX85" fmla="*/ 1490133 w 4089400"/>
              <a:gd name="connsiteY85" fmla="*/ 1803400 h 2870200"/>
              <a:gd name="connsiteX86" fmla="*/ 1549400 w 4089400"/>
              <a:gd name="connsiteY86" fmla="*/ 1651000 h 2870200"/>
              <a:gd name="connsiteX87" fmla="*/ 1557866 w 4089400"/>
              <a:gd name="connsiteY87" fmla="*/ 1591734 h 2870200"/>
              <a:gd name="connsiteX88" fmla="*/ 1574800 w 4089400"/>
              <a:gd name="connsiteY88" fmla="*/ 1566334 h 2870200"/>
              <a:gd name="connsiteX89" fmla="*/ 1583266 w 4089400"/>
              <a:gd name="connsiteY89" fmla="*/ 1524000 h 2870200"/>
              <a:gd name="connsiteX90" fmla="*/ 1591733 w 4089400"/>
              <a:gd name="connsiteY90" fmla="*/ 1498600 h 2870200"/>
              <a:gd name="connsiteX91" fmla="*/ 1608666 w 4089400"/>
              <a:gd name="connsiteY91" fmla="*/ 1524000 h 2870200"/>
              <a:gd name="connsiteX92" fmla="*/ 1634066 w 4089400"/>
              <a:gd name="connsiteY92" fmla="*/ 1490134 h 2870200"/>
              <a:gd name="connsiteX93" fmla="*/ 1659466 w 4089400"/>
              <a:gd name="connsiteY93" fmla="*/ 1388534 h 2870200"/>
              <a:gd name="connsiteX94" fmla="*/ 1718733 w 4089400"/>
              <a:gd name="connsiteY94" fmla="*/ 1286934 h 2870200"/>
              <a:gd name="connsiteX95" fmla="*/ 1769533 w 4089400"/>
              <a:gd name="connsiteY95" fmla="*/ 1176867 h 2870200"/>
              <a:gd name="connsiteX96" fmla="*/ 1794933 w 4089400"/>
              <a:gd name="connsiteY96" fmla="*/ 1202267 h 2870200"/>
              <a:gd name="connsiteX97" fmla="*/ 1803400 w 4089400"/>
              <a:gd name="connsiteY97" fmla="*/ 1227667 h 2870200"/>
              <a:gd name="connsiteX98" fmla="*/ 1820333 w 4089400"/>
              <a:gd name="connsiteY98" fmla="*/ 1261534 h 2870200"/>
              <a:gd name="connsiteX99" fmla="*/ 1862666 w 4089400"/>
              <a:gd name="connsiteY99" fmla="*/ 1422400 h 2870200"/>
              <a:gd name="connsiteX100" fmla="*/ 1913466 w 4089400"/>
              <a:gd name="connsiteY100" fmla="*/ 1600200 h 2870200"/>
              <a:gd name="connsiteX101" fmla="*/ 1964266 w 4089400"/>
              <a:gd name="connsiteY101" fmla="*/ 1744134 h 2870200"/>
              <a:gd name="connsiteX102" fmla="*/ 1981200 w 4089400"/>
              <a:gd name="connsiteY102" fmla="*/ 1498600 h 2870200"/>
              <a:gd name="connsiteX103" fmla="*/ 1998133 w 4089400"/>
              <a:gd name="connsiteY103" fmla="*/ 1464734 h 2870200"/>
              <a:gd name="connsiteX104" fmla="*/ 2006600 w 4089400"/>
              <a:gd name="connsiteY104" fmla="*/ 1439334 h 2870200"/>
              <a:gd name="connsiteX105" fmla="*/ 2057400 w 4089400"/>
              <a:gd name="connsiteY105" fmla="*/ 2032000 h 2870200"/>
              <a:gd name="connsiteX106" fmla="*/ 2065866 w 4089400"/>
              <a:gd name="connsiteY106" fmla="*/ 2150534 h 2870200"/>
              <a:gd name="connsiteX107" fmla="*/ 2074333 w 4089400"/>
              <a:gd name="connsiteY107" fmla="*/ 2489200 h 2870200"/>
              <a:gd name="connsiteX108" fmla="*/ 2108200 w 4089400"/>
              <a:gd name="connsiteY108" fmla="*/ 2421467 h 2870200"/>
              <a:gd name="connsiteX109" fmla="*/ 2150533 w 4089400"/>
              <a:gd name="connsiteY109" fmla="*/ 2319867 h 2870200"/>
              <a:gd name="connsiteX110" fmla="*/ 2175933 w 4089400"/>
              <a:gd name="connsiteY110" fmla="*/ 2286000 h 2870200"/>
              <a:gd name="connsiteX111" fmla="*/ 2209800 w 4089400"/>
              <a:gd name="connsiteY111" fmla="*/ 2235200 h 2870200"/>
              <a:gd name="connsiteX112" fmla="*/ 2226733 w 4089400"/>
              <a:gd name="connsiteY112" fmla="*/ 2514600 h 2870200"/>
              <a:gd name="connsiteX113" fmla="*/ 2252133 w 4089400"/>
              <a:gd name="connsiteY113" fmla="*/ 2565400 h 2870200"/>
              <a:gd name="connsiteX114" fmla="*/ 2260600 w 4089400"/>
              <a:gd name="connsiteY114" fmla="*/ 2489200 h 2870200"/>
              <a:gd name="connsiteX115" fmla="*/ 2277533 w 4089400"/>
              <a:gd name="connsiteY115" fmla="*/ 2421467 h 2870200"/>
              <a:gd name="connsiteX116" fmla="*/ 2286000 w 4089400"/>
              <a:gd name="connsiteY116" fmla="*/ 1718734 h 2870200"/>
              <a:gd name="connsiteX117" fmla="*/ 2311400 w 4089400"/>
              <a:gd name="connsiteY117" fmla="*/ 1811867 h 2870200"/>
              <a:gd name="connsiteX118" fmla="*/ 2336800 w 4089400"/>
              <a:gd name="connsiteY118" fmla="*/ 1871134 h 2870200"/>
              <a:gd name="connsiteX119" fmla="*/ 2362200 w 4089400"/>
              <a:gd name="connsiteY119" fmla="*/ 1938867 h 2870200"/>
              <a:gd name="connsiteX120" fmla="*/ 2370666 w 4089400"/>
              <a:gd name="connsiteY120" fmla="*/ 1972734 h 2870200"/>
              <a:gd name="connsiteX121" fmla="*/ 2379133 w 4089400"/>
              <a:gd name="connsiteY121" fmla="*/ 1574800 h 2870200"/>
              <a:gd name="connsiteX122" fmla="*/ 2404533 w 4089400"/>
              <a:gd name="connsiteY122" fmla="*/ 1236134 h 2870200"/>
              <a:gd name="connsiteX123" fmla="*/ 2421466 w 4089400"/>
              <a:gd name="connsiteY123" fmla="*/ 1092200 h 2870200"/>
              <a:gd name="connsiteX124" fmla="*/ 2429933 w 4089400"/>
              <a:gd name="connsiteY124" fmla="*/ 1066800 h 2870200"/>
              <a:gd name="connsiteX125" fmla="*/ 2438400 w 4089400"/>
              <a:gd name="connsiteY125" fmla="*/ 1092200 h 2870200"/>
              <a:gd name="connsiteX126" fmla="*/ 2455333 w 4089400"/>
              <a:gd name="connsiteY126" fmla="*/ 1117600 h 2870200"/>
              <a:gd name="connsiteX127" fmla="*/ 2463800 w 4089400"/>
              <a:gd name="connsiteY127" fmla="*/ 1227667 h 2870200"/>
              <a:gd name="connsiteX128" fmla="*/ 2489200 w 4089400"/>
              <a:gd name="connsiteY128" fmla="*/ 753534 h 2870200"/>
              <a:gd name="connsiteX129" fmla="*/ 2506133 w 4089400"/>
              <a:gd name="connsiteY129" fmla="*/ 685800 h 2870200"/>
              <a:gd name="connsiteX130" fmla="*/ 2514600 w 4089400"/>
              <a:gd name="connsiteY130" fmla="*/ 609600 h 2870200"/>
              <a:gd name="connsiteX131" fmla="*/ 2523066 w 4089400"/>
              <a:gd name="connsiteY131" fmla="*/ 558800 h 2870200"/>
              <a:gd name="connsiteX132" fmla="*/ 2540000 w 4089400"/>
              <a:gd name="connsiteY132" fmla="*/ 584200 h 2870200"/>
              <a:gd name="connsiteX133" fmla="*/ 2548466 w 4089400"/>
              <a:gd name="connsiteY133" fmla="*/ 778934 h 2870200"/>
              <a:gd name="connsiteX134" fmla="*/ 2590800 w 4089400"/>
              <a:gd name="connsiteY134" fmla="*/ 914400 h 2870200"/>
              <a:gd name="connsiteX135" fmla="*/ 2607733 w 4089400"/>
              <a:gd name="connsiteY135" fmla="*/ 973667 h 2870200"/>
              <a:gd name="connsiteX136" fmla="*/ 2624666 w 4089400"/>
              <a:gd name="connsiteY136" fmla="*/ 812800 h 2870200"/>
              <a:gd name="connsiteX137" fmla="*/ 2641600 w 4089400"/>
              <a:gd name="connsiteY137" fmla="*/ 694267 h 2870200"/>
              <a:gd name="connsiteX138" fmla="*/ 2667000 w 4089400"/>
              <a:gd name="connsiteY138" fmla="*/ 558800 h 2870200"/>
              <a:gd name="connsiteX139" fmla="*/ 2692400 w 4089400"/>
              <a:gd name="connsiteY139" fmla="*/ 321734 h 2870200"/>
              <a:gd name="connsiteX140" fmla="*/ 2709333 w 4089400"/>
              <a:gd name="connsiteY140" fmla="*/ 1058334 h 2870200"/>
              <a:gd name="connsiteX141" fmla="*/ 2735730 w 4089400"/>
              <a:gd name="connsiteY141" fmla="*/ 1023969 h 2870200"/>
              <a:gd name="connsiteX142" fmla="*/ 2785533 w 4089400"/>
              <a:gd name="connsiteY142" fmla="*/ 905934 h 2870200"/>
              <a:gd name="connsiteX143" fmla="*/ 2819400 w 4089400"/>
              <a:gd name="connsiteY143" fmla="*/ 855134 h 2870200"/>
              <a:gd name="connsiteX144" fmla="*/ 2844800 w 4089400"/>
              <a:gd name="connsiteY144" fmla="*/ 1422400 h 2870200"/>
              <a:gd name="connsiteX145" fmla="*/ 2853266 w 4089400"/>
              <a:gd name="connsiteY145" fmla="*/ 1388534 h 2870200"/>
              <a:gd name="connsiteX146" fmla="*/ 2870200 w 4089400"/>
              <a:gd name="connsiteY146" fmla="*/ 1363134 h 2870200"/>
              <a:gd name="connsiteX147" fmla="*/ 2895600 w 4089400"/>
              <a:gd name="connsiteY147" fmla="*/ 1278467 h 2870200"/>
              <a:gd name="connsiteX148" fmla="*/ 2912533 w 4089400"/>
              <a:gd name="connsiteY148" fmla="*/ 1320800 h 2870200"/>
              <a:gd name="connsiteX149" fmla="*/ 2929466 w 4089400"/>
              <a:gd name="connsiteY149" fmla="*/ 1388534 h 2870200"/>
              <a:gd name="connsiteX150" fmla="*/ 2946400 w 4089400"/>
              <a:gd name="connsiteY150" fmla="*/ 1422400 h 2870200"/>
              <a:gd name="connsiteX151" fmla="*/ 2988733 w 4089400"/>
              <a:gd name="connsiteY151" fmla="*/ 1540934 h 2870200"/>
              <a:gd name="connsiteX152" fmla="*/ 3005666 w 4089400"/>
              <a:gd name="connsiteY152" fmla="*/ 1566334 h 2870200"/>
              <a:gd name="connsiteX153" fmla="*/ 3039533 w 4089400"/>
              <a:gd name="connsiteY153" fmla="*/ 1718734 h 2870200"/>
              <a:gd name="connsiteX154" fmla="*/ 3064933 w 4089400"/>
              <a:gd name="connsiteY154" fmla="*/ 1761067 h 2870200"/>
              <a:gd name="connsiteX155" fmla="*/ 3098800 w 4089400"/>
              <a:gd name="connsiteY155" fmla="*/ 1879600 h 2870200"/>
              <a:gd name="connsiteX156" fmla="*/ 3090333 w 4089400"/>
              <a:gd name="connsiteY156" fmla="*/ 1913467 h 2870200"/>
              <a:gd name="connsiteX157" fmla="*/ 3102783 w 4089400"/>
              <a:gd name="connsiteY157" fmla="*/ 1901016 h 2870200"/>
              <a:gd name="connsiteX158" fmla="*/ 3081866 w 4089400"/>
              <a:gd name="connsiteY158" fmla="*/ 1888067 h 2870200"/>
              <a:gd name="connsiteX159" fmla="*/ 3107266 w 4089400"/>
              <a:gd name="connsiteY159" fmla="*/ 1871134 h 2870200"/>
              <a:gd name="connsiteX160" fmla="*/ 3115733 w 4089400"/>
              <a:gd name="connsiteY160" fmla="*/ 1769534 h 2870200"/>
              <a:gd name="connsiteX161" fmla="*/ 3132666 w 4089400"/>
              <a:gd name="connsiteY161" fmla="*/ 1710267 h 2870200"/>
              <a:gd name="connsiteX162" fmla="*/ 3141133 w 4089400"/>
              <a:gd name="connsiteY162" fmla="*/ 1684867 h 2870200"/>
              <a:gd name="connsiteX163" fmla="*/ 3166533 w 4089400"/>
              <a:gd name="connsiteY163" fmla="*/ 1676400 h 2870200"/>
              <a:gd name="connsiteX164" fmla="*/ 3175000 w 4089400"/>
              <a:gd name="connsiteY164" fmla="*/ 2006600 h 2870200"/>
              <a:gd name="connsiteX165" fmla="*/ 3183466 w 4089400"/>
              <a:gd name="connsiteY165" fmla="*/ 2048934 h 2870200"/>
              <a:gd name="connsiteX166" fmla="*/ 3191933 w 4089400"/>
              <a:gd name="connsiteY166" fmla="*/ 2099734 h 2870200"/>
              <a:gd name="connsiteX167" fmla="*/ 3208866 w 4089400"/>
              <a:gd name="connsiteY167" fmla="*/ 2048934 h 2870200"/>
              <a:gd name="connsiteX168" fmla="*/ 3217333 w 4089400"/>
              <a:gd name="connsiteY168" fmla="*/ 1998134 h 2870200"/>
              <a:gd name="connsiteX169" fmla="*/ 3251200 w 4089400"/>
              <a:gd name="connsiteY169" fmla="*/ 2353734 h 2870200"/>
              <a:gd name="connsiteX170" fmla="*/ 3276600 w 4089400"/>
              <a:gd name="connsiteY170" fmla="*/ 2387600 h 2870200"/>
              <a:gd name="connsiteX171" fmla="*/ 3285066 w 4089400"/>
              <a:gd name="connsiteY171" fmla="*/ 2497667 h 2870200"/>
              <a:gd name="connsiteX172" fmla="*/ 3302000 w 4089400"/>
              <a:gd name="connsiteY172" fmla="*/ 2531534 h 2870200"/>
              <a:gd name="connsiteX173" fmla="*/ 3318933 w 4089400"/>
              <a:gd name="connsiteY173" fmla="*/ 2599267 h 2870200"/>
              <a:gd name="connsiteX174" fmla="*/ 3344333 w 4089400"/>
              <a:gd name="connsiteY174" fmla="*/ 2667000 h 2870200"/>
              <a:gd name="connsiteX175" fmla="*/ 3386666 w 4089400"/>
              <a:gd name="connsiteY175" fmla="*/ 2810934 h 2870200"/>
              <a:gd name="connsiteX176" fmla="*/ 3412066 w 4089400"/>
              <a:gd name="connsiteY176" fmla="*/ 2870200 h 2870200"/>
              <a:gd name="connsiteX177" fmla="*/ 3437466 w 4089400"/>
              <a:gd name="connsiteY177" fmla="*/ 1828800 h 2870200"/>
              <a:gd name="connsiteX178" fmla="*/ 3436968 w 4089400"/>
              <a:gd name="connsiteY178" fmla="*/ 2090271 h 2870200"/>
              <a:gd name="connsiteX179" fmla="*/ 3462866 w 4089400"/>
              <a:gd name="connsiteY179" fmla="*/ 1735667 h 2870200"/>
              <a:gd name="connsiteX180" fmla="*/ 3488266 w 4089400"/>
              <a:gd name="connsiteY180" fmla="*/ 1651000 h 2870200"/>
              <a:gd name="connsiteX181" fmla="*/ 3496733 w 4089400"/>
              <a:gd name="connsiteY181" fmla="*/ 1701800 h 2870200"/>
              <a:gd name="connsiteX182" fmla="*/ 3500717 w 4089400"/>
              <a:gd name="connsiteY182" fmla="*/ 1875118 h 2870200"/>
              <a:gd name="connsiteX183" fmla="*/ 3522133 w 4089400"/>
              <a:gd name="connsiteY183" fmla="*/ 1752600 h 2870200"/>
              <a:gd name="connsiteX184" fmla="*/ 3530600 w 4089400"/>
              <a:gd name="connsiteY184" fmla="*/ 1693334 h 2870200"/>
              <a:gd name="connsiteX185" fmla="*/ 3572933 w 4089400"/>
              <a:gd name="connsiteY185" fmla="*/ 1608667 h 2870200"/>
              <a:gd name="connsiteX186" fmla="*/ 3589866 w 4089400"/>
              <a:gd name="connsiteY186" fmla="*/ 1566334 h 2870200"/>
              <a:gd name="connsiteX187" fmla="*/ 3632200 w 4089400"/>
              <a:gd name="connsiteY187" fmla="*/ 1464734 h 2870200"/>
              <a:gd name="connsiteX188" fmla="*/ 3636184 w 4089400"/>
              <a:gd name="connsiteY188" fmla="*/ 1373094 h 2870200"/>
              <a:gd name="connsiteX189" fmla="*/ 3657600 w 4089400"/>
              <a:gd name="connsiteY189" fmla="*/ 1363134 h 2870200"/>
              <a:gd name="connsiteX190" fmla="*/ 3674533 w 4089400"/>
              <a:gd name="connsiteY190" fmla="*/ 1320800 h 2870200"/>
              <a:gd name="connsiteX191" fmla="*/ 3669553 w 4089400"/>
              <a:gd name="connsiteY191" fmla="*/ 1151964 h 2870200"/>
              <a:gd name="connsiteX192" fmla="*/ 3716866 w 4089400"/>
              <a:gd name="connsiteY192" fmla="*/ 1227667 h 2870200"/>
              <a:gd name="connsiteX193" fmla="*/ 3725333 w 4089400"/>
              <a:gd name="connsiteY193" fmla="*/ 1176867 h 2870200"/>
              <a:gd name="connsiteX194" fmla="*/ 3742266 w 4089400"/>
              <a:gd name="connsiteY194" fmla="*/ 1126067 h 2870200"/>
              <a:gd name="connsiteX195" fmla="*/ 3750733 w 4089400"/>
              <a:gd name="connsiteY195" fmla="*/ 1058334 h 2870200"/>
              <a:gd name="connsiteX196" fmla="*/ 3759200 w 4089400"/>
              <a:gd name="connsiteY196" fmla="*/ 1270000 h 2870200"/>
              <a:gd name="connsiteX197" fmla="*/ 3788048 w 4089400"/>
              <a:gd name="connsiteY197" fmla="*/ 678606 h 2870200"/>
              <a:gd name="connsiteX198" fmla="*/ 3793066 w 4089400"/>
              <a:gd name="connsiteY198" fmla="*/ 558800 h 2870200"/>
              <a:gd name="connsiteX199" fmla="*/ 3810000 w 4089400"/>
              <a:gd name="connsiteY199" fmla="*/ 482600 h 2870200"/>
              <a:gd name="connsiteX200" fmla="*/ 3818466 w 4089400"/>
              <a:gd name="connsiteY200" fmla="*/ 533400 h 2870200"/>
              <a:gd name="connsiteX201" fmla="*/ 3835400 w 4089400"/>
              <a:gd name="connsiteY201" fmla="*/ 660400 h 2870200"/>
              <a:gd name="connsiteX202" fmla="*/ 3843866 w 4089400"/>
              <a:gd name="connsiteY202" fmla="*/ 702734 h 2870200"/>
              <a:gd name="connsiteX203" fmla="*/ 3860800 w 4089400"/>
              <a:gd name="connsiteY203" fmla="*/ 736600 h 2870200"/>
              <a:gd name="connsiteX204" fmla="*/ 3877733 w 4089400"/>
              <a:gd name="connsiteY204" fmla="*/ 702734 h 2870200"/>
              <a:gd name="connsiteX205" fmla="*/ 3937000 w 4089400"/>
              <a:gd name="connsiteY205" fmla="*/ 482600 h 2870200"/>
              <a:gd name="connsiteX206" fmla="*/ 3953933 w 4089400"/>
              <a:gd name="connsiteY206" fmla="*/ 457200 h 2870200"/>
              <a:gd name="connsiteX207" fmla="*/ 3979333 w 4089400"/>
              <a:gd name="connsiteY207" fmla="*/ 177800 h 2870200"/>
              <a:gd name="connsiteX208" fmla="*/ 4004733 w 4089400"/>
              <a:gd name="connsiteY208" fmla="*/ 135467 h 2870200"/>
              <a:gd name="connsiteX209" fmla="*/ 4013200 w 4089400"/>
              <a:gd name="connsiteY209" fmla="*/ 101600 h 2870200"/>
              <a:gd name="connsiteX210" fmla="*/ 4021666 w 4089400"/>
              <a:gd name="connsiteY210" fmla="*/ 76200 h 2870200"/>
              <a:gd name="connsiteX211" fmla="*/ 4030133 w 4089400"/>
              <a:gd name="connsiteY211" fmla="*/ 110067 h 2870200"/>
              <a:gd name="connsiteX212" fmla="*/ 4047066 w 4089400"/>
              <a:gd name="connsiteY212" fmla="*/ 160867 h 2870200"/>
              <a:gd name="connsiteX213" fmla="*/ 4089400 w 4089400"/>
              <a:gd name="connsiteY213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25400 w 4089400"/>
              <a:gd name="connsiteY2" fmla="*/ 626534 h 2870200"/>
              <a:gd name="connsiteX3" fmla="*/ 33866 w 4089400"/>
              <a:gd name="connsiteY3" fmla="*/ 592667 h 2870200"/>
              <a:gd name="connsiteX4" fmla="*/ 42333 w 4089400"/>
              <a:gd name="connsiteY4" fmla="*/ 567267 h 2870200"/>
              <a:gd name="connsiteX5" fmla="*/ 42333 w 4089400"/>
              <a:gd name="connsiteY5" fmla="*/ 821267 h 2870200"/>
              <a:gd name="connsiteX6" fmla="*/ 21415 w 4089400"/>
              <a:gd name="connsiteY6" fmla="*/ 1068793 h 2870200"/>
              <a:gd name="connsiteX7" fmla="*/ 25400 w 4089400"/>
              <a:gd name="connsiteY7" fmla="*/ 1354667 h 2870200"/>
              <a:gd name="connsiteX8" fmla="*/ 33866 w 4089400"/>
              <a:gd name="connsiteY8" fmla="*/ 1329267 h 2870200"/>
              <a:gd name="connsiteX9" fmla="*/ 42333 w 4089400"/>
              <a:gd name="connsiteY9" fmla="*/ 1286934 h 2870200"/>
              <a:gd name="connsiteX10" fmla="*/ 59266 w 4089400"/>
              <a:gd name="connsiteY10" fmla="*/ 1253067 h 2870200"/>
              <a:gd name="connsiteX11" fmla="*/ 76200 w 4089400"/>
              <a:gd name="connsiteY11" fmla="*/ 1202267 h 2870200"/>
              <a:gd name="connsiteX12" fmla="*/ 84666 w 4089400"/>
              <a:gd name="connsiteY12" fmla="*/ 1176867 h 2870200"/>
              <a:gd name="connsiteX13" fmla="*/ 101600 w 4089400"/>
              <a:gd name="connsiteY13" fmla="*/ 1143000 h 2870200"/>
              <a:gd name="connsiteX14" fmla="*/ 110066 w 4089400"/>
              <a:gd name="connsiteY14" fmla="*/ 1100667 h 2870200"/>
              <a:gd name="connsiteX15" fmla="*/ 135466 w 4089400"/>
              <a:gd name="connsiteY15" fmla="*/ 1032934 h 2870200"/>
              <a:gd name="connsiteX16" fmla="*/ 143933 w 4089400"/>
              <a:gd name="connsiteY16" fmla="*/ 999067 h 2870200"/>
              <a:gd name="connsiteX17" fmla="*/ 160866 w 4089400"/>
              <a:gd name="connsiteY17" fmla="*/ 948267 h 2870200"/>
              <a:gd name="connsiteX18" fmla="*/ 177800 w 4089400"/>
              <a:gd name="connsiteY18" fmla="*/ 1134534 h 2870200"/>
              <a:gd name="connsiteX19" fmla="*/ 194733 w 4089400"/>
              <a:gd name="connsiteY19" fmla="*/ 1464734 h 2870200"/>
              <a:gd name="connsiteX20" fmla="*/ 228600 w 4089400"/>
              <a:gd name="connsiteY20" fmla="*/ 1397000 h 2870200"/>
              <a:gd name="connsiteX21" fmla="*/ 254000 w 4089400"/>
              <a:gd name="connsiteY21" fmla="*/ 1363134 h 2870200"/>
              <a:gd name="connsiteX22" fmla="*/ 262466 w 4089400"/>
              <a:gd name="connsiteY22" fmla="*/ 1337734 h 2870200"/>
              <a:gd name="connsiteX23" fmla="*/ 279400 w 4089400"/>
              <a:gd name="connsiteY23" fmla="*/ 1371600 h 2870200"/>
              <a:gd name="connsiteX24" fmla="*/ 287866 w 4089400"/>
              <a:gd name="connsiteY24" fmla="*/ 2243667 h 2870200"/>
              <a:gd name="connsiteX25" fmla="*/ 313266 w 4089400"/>
              <a:gd name="connsiteY25" fmla="*/ 2201334 h 2870200"/>
              <a:gd name="connsiteX26" fmla="*/ 321733 w 4089400"/>
              <a:gd name="connsiteY26" fmla="*/ 2150534 h 2870200"/>
              <a:gd name="connsiteX27" fmla="*/ 355600 w 4089400"/>
              <a:gd name="connsiteY27" fmla="*/ 2125134 h 2870200"/>
              <a:gd name="connsiteX28" fmla="*/ 364066 w 4089400"/>
              <a:gd name="connsiteY28" fmla="*/ 2082800 h 2870200"/>
              <a:gd name="connsiteX29" fmla="*/ 389965 w 4089400"/>
              <a:gd name="connsiteY29" fmla="*/ 1792444 h 2870200"/>
              <a:gd name="connsiteX30" fmla="*/ 397933 w 4089400"/>
              <a:gd name="connsiteY30" fmla="*/ 2032000 h 2870200"/>
              <a:gd name="connsiteX31" fmla="*/ 423333 w 4089400"/>
              <a:gd name="connsiteY31" fmla="*/ 1998134 h 2870200"/>
              <a:gd name="connsiteX32" fmla="*/ 440266 w 4089400"/>
              <a:gd name="connsiteY32" fmla="*/ 1752600 h 2870200"/>
              <a:gd name="connsiteX33" fmla="*/ 465666 w 4089400"/>
              <a:gd name="connsiteY33" fmla="*/ 1651000 h 2870200"/>
              <a:gd name="connsiteX34" fmla="*/ 491066 w 4089400"/>
              <a:gd name="connsiteY34" fmla="*/ 1710267 h 2870200"/>
              <a:gd name="connsiteX35" fmla="*/ 499533 w 4089400"/>
              <a:gd name="connsiteY35" fmla="*/ 1735667 h 2870200"/>
              <a:gd name="connsiteX36" fmla="*/ 533400 w 4089400"/>
              <a:gd name="connsiteY36" fmla="*/ 1820334 h 2870200"/>
              <a:gd name="connsiteX37" fmla="*/ 558800 w 4089400"/>
              <a:gd name="connsiteY37" fmla="*/ 1938867 h 2870200"/>
              <a:gd name="connsiteX38" fmla="*/ 575733 w 4089400"/>
              <a:gd name="connsiteY38" fmla="*/ 1998134 h 2870200"/>
              <a:gd name="connsiteX39" fmla="*/ 592666 w 4089400"/>
              <a:gd name="connsiteY39" fmla="*/ 2023534 h 2870200"/>
              <a:gd name="connsiteX40" fmla="*/ 618066 w 4089400"/>
              <a:gd name="connsiteY40" fmla="*/ 1786467 h 2870200"/>
              <a:gd name="connsiteX41" fmla="*/ 626533 w 4089400"/>
              <a:gd name="connsiteY41" fmla="*/ 1744134 h 2870200"/>
              <a:gd name="connsiteX42" fmla="*/ 643466 w 4089400"/>
              <a:gd name="connsiteY42" fmla="*/ 1718734 h 2870200"/>
              <a:gd name="connsiteX43" fmla="*/ 660400 w 4089400"/>
              <a:gd name="connsiteY43" fmla="*/ 1617134 h 2870200"/>
              <a:gd name="connsiteX44" fmla="*/ 677333 w 4089400"/>
              <a:gd name="connsiteY44" fmla="*/ 1557867 h 2870200"/>
              <a:gd name="connsiteX45" fmla="*/ 685800 w 4089400"/>
              <a:gd name="connsiteY45" fmla="*/ 1524000 h 2870200"/>
              <a:gd name="connsiteX46" fmla="*/ 702733 w 4089400"/>
              <a:gd name="connsiteY46" fmla="*/ 1312334 h 2870200"/>
              <a:gd name="connsiteX47" fmla="*/ 719666 w 4089400"/>
              <a:gd name="connsiteY47" fmla="*/ 1380067 h 2870200"/>
              <a:gd name="connsiteX48" fmla="*/ 736600 w 4089400"/>
              <a:gd name="connsiteY48" fmla="*/ 1532467 h 2870200"/>
              <a:gd name="connsiteX49" fmla="*/ 753533 w 4089400"/>
              <a:gd name="connsiteY49" fmla="*/ 1566334 h 2870200"/>
              <a:gd name="connsiteX50" fmla="*/ 778933 w 4089400"/>
              <a:gd name="connsiteY50" fmla="*/ 1456267 h 2870200"/>
              <a:gd name="connsiteX51" fmla="*/ 795866 w 4089400"/>
              <a:gd name="connsiteY51" fmla="*/ 1430867 h 2870200"/>
              <a:gd name="connsiteX52" fmla="*/ 829733 w 4089400"/>
              <a:gd name="connsiteY52" fmla="*/ 1388534 h 2870200"/>
              <a:gd name="connsiteX53" fmla="*/ 838200 w 4089400"/>
              <a:gd name="connsiteY53" fmla="*/ 1498600 h 2870200"/>
              <a:gd name="connsiteX54" fmla="*/ 863600 w 4089400"/>
              <a:gd name="connsiteY54" fmla="*/ 1811867 h 2870200"/>
              <a:gd name="connsiteX55" fmla="*/ 872066 w 4089400"/>
              <a:gd name="connsiteY55" fmla="*/ 1642534 h 2870200"/>
              <a:gd name="connsiteX56" fmla="*/ 897466 w 4089400"/>
              <a:gd name="connsiteY56" fmla="*/ 1583267 h 2870200"/>
              <a:gd name="connsiteX57" fmla="*/ 905933 w 4089400"/>
              <a:gd name="connsiteY57" fmla="*/ 1557867 h 2870200"/>
              <a:gd name="connsiteX58" fmla="*/ 914400 w 4089400"/>
              <a:gd name="connsiteY58" fmla="*/ 2006600 h 2870200"/>
              <a:gd name="connsiteX59" fmla="*/ 939800 w 4089400"/>
              <a:gd name="connsiteY59" fmla="*/ 2116667 h 2870200"/>
              <a:gd name="connsiteX60" fmla="*/ 948266 w 4089400"/>
              <a:gd name="connsiteY60" fmla="*/ 1828800 h 2870200"/>
              <a:gd name="connsiteX61" fmla="*/ 965200 w 4089400"/>
              <a:gd name="connsiteY61" fmla="*/ 1794934 h 2870200"/>
              <a:gd name="connsiteX62" fmla="*/ 973666 w 4089400"/>
              <a:gd name="connsiteY62" fmla="*/ 1761067 h 2870200"/>
              <a:gd name="connsiteX63" fmla="*/ 990600 w 4089400"/>
              <a:gd name="connsiteY63" fmla="*/ 1871134 h 2870200"/>
              <a:gd name="connsiteX64" fmla="*/ 1007533 w 4089400"/>
              <a:gd name="connsiteY64" fmla="*/ 1947334 h 2870200"/>
              <a:gd name="connsiteX65" fmla="*/ 1024466 w 4089400"/>
              <a:gd name="connsiteY65" fmla="*/ 2040467 h 2870200"/>
              <a:gd name="connsiteX66" fmla="*/ 1049866 w 4089400"/>
              <a:gd name="connsiteY66" fmla="*/ 2108200 h 2870200"/>
              <a:gd name="connsiteX67" fmla="*/ 1058333 w 4089400"/>
              <a:gd name="connsiteY67" fmla="*/ 2150534 h 2870200"/>
              <a:gd name="connsiteX68" fmla="*/ 1100666 w 4089400"/>
              <a:gd name="connsiteY68" fmla="*/ 2209800 h 2870200"/>
              <a:gd name="connsiteX69" fmla="*/ 1109133 w 4089400"/>
              <a:gd name="connsiteY69" fmla="*/ 2108200 h 2870200"/>
              <a:gd name="connsiteX70" fmla="*/ 1159933 w 4089400"/>
              <a:gd name="connsiteY70" fmla="*/ 1989667 h 2870200"/>
              <a:gd name="connsiteX71" fmla="*/ 1210733 w 4089400"/>
              <a:gd name="connsiteY71" fmla="*/ 1913467 h 2870200"/>
              <a:gd name="connsiteX72" fmla="*/ 1219200 w 4089400"/>
              <a:gd name="connsiteY72" fmla="*/ 2167467 h 2870200"/>
              <a:gd name="connsiteX73" fmla="*/ 1236133 w 4089400"/>
              <a:gd name="connsiteY73" fmla="*/ 2082800 h 2870200"/>
              <a:gd name="connsiteX74" fmla="*/ 1244600 w 4089400"/>
              <a:gd name="connsiteY74" fmla="*/ 2015067 h 2870200"/>
              <a:gd name="connsiteX75" fmla="*/ 1286933 w 4089400"/>
              <a:gd name="connsiteY75" fmla="*/ 1854200 h 2870200"/>
              <a:gd name="connsiteX76" fmla="*/ 1295400 w 4089400"/>
              <a:gd name="connsiteY76" fmla="*/ 1803400 h 2870200"/>
              <a:gd name="connsiteX77" fmla="*/ 1320800 w 4089400"/>
              <a:gd name="connsiteY77" fmla="*/ 1701800 h 2870200"/>
              <a:gd name="connsiteX78" fmla="*/ 1346200 w 4089400"/>
              <a:gd name="connsiteY78" fmla="*/ 1718734 h 2870200"/>
              <a:gd name="connsiteX79" fmla="*/ 1354666 w 4089400"/>
              <a:gd name="connsiteY79" fmla="*/ 1744134 h 2870200"/>
              <a:gd name="connsiteX80" fmla="*/ 1380066 w 4089400"/>
              <a:gd name="connsiteY80" fmla="*/ 1828800 h 2870200"/>
              <a:gd name="connsiteX81" fmla="*/ 1397000 w 4089400"/>
              <a:gd name="connsiteY81" fmla="*/ 1879600 h 2870200"/>
              <a:gd name="connsiteX82" fmla="*/ 1405466 w 4089400"/>
              <a:gd name="connsiteY82" fmla="*/ 1913467 h 2870200"/>
              <a:gd name="connsiteX83" fmla="*/ 1430866 w 4089400"/>
              <a:gd name="connsiteY83" fmla="*/ 1947334 h 2870200"/>
              <a:gd name="connsiteX84" fmla="*/ 1447800 w 4089400"/>
              <a:gd name="connsiteY84" fmla="*/ 1938867 h 2870200"/>
              <a:gd name="connsiteX85" fmla="*/ 1490133 w 4089400"/>
              <a:gd name="connsiteY85" fmla="*/ 1803400 h 2870200"/>
              <a:gd name="connsiteX86" fmla="*/ 1549400 w 4089400"/>
              <a:gd name="connsiteY86" fmla="*/ 1651000 h 2870200"/>
              <a:gd name="connsiteX87" fmla="*/ 1557866 w 4089400"/>
              <a:gd name="connsiteY87" fmla="*/ 1591734 h 2870200"/>
              <a:gd name="connsiteX88" fmla="*/ 1574800 w 4089400"/>
              <a:gd name="connsiteY88" fmla="*/ 1566334 h 2870200"/>
              <a:gd name="connsiteX89" fmla="*/ 1583266 w 4089400"/>
              <a:gd name="connsiteY89" fmla="*/ 1524000 h 2870200"/>
              <a:gd name="connsiteX90" fmla="*/ 1591733 w 4089400"/>
              <a:gd name="connsiteY90" fmla="*/ 1498600 h 2870200"/>
              <a:gd name="connsiteX91" fmla="*/ 1608666 w 4089400"/>
              <a:gd name="connsiteY91" fmla="*/ 1524000 h 2870200"/>
              <a:gd name="connsiteX92" fmla="*/ 1634066 w 4089400"/>
              <a:gd name="connsiteY92" fmla="*/ 1490134 h 2870200"/>
              <a:gd name="connsiteX93" fmla="*/ 1659466 w 4089400"/>
              <a:gd name="connsiteY93" fmla="*/ 1388534 h 2870200"/>
              <a:gd name="connsiteX94" fmla="*/ 1718733 w 4089400"/>
              <a:gd name="connsiteY94" fmla="*/ 1286934 h 2870200"/>
              <a:gd name="connsiteX95" fmla="*/ 1769533 w 4089400"/>
              <a:gd name="connsiteY95" fmla="*/ 1176867 h 2870200"/>
              <a:gd name="connsiteX96" fmla="*/ 1794933 w 4089400"/>
              <a:gd name="connsiteY96" fmla="*/ 1202267 h 2870200"/>
              <a:gd name="connsiteX97" fmla="*/ 1803400 w 4089400"/>
              <a:gd name="connsiteY97" fmla="*/ 1227667 h 2870200"/>
              <a:gd name="connsiteX98" fmla="*/ 1820333 w 4089400"/>
              <a:gd name="connsiteY98" fmla="*/ 1261534 h 2870200"/>
              <a:gd name="connsiteX99" fmla="*/ 1862666 w 4089400"/>
              <a:gd name="connsiteY99" fmla="*/ 1422400 h 2870200"/>
              <a:gd name="connsiteX100" fmla="*/ 1913466 w 4089400"/>
              <a:gd name="connsiteY100" fmla="*/ 1600200 h 2870200"/>
              <a:gd name="connsiteX101" fmla="*/ 1964266 w 4089400"/>
              <a:gd name="connsiteY101" fmla="*/ 1744134 h 2870200"/>
              <a:gd name="connsiteX102" fmla="*/ 1981200 w 4089400"/>
              <a:gd name="connsiteY102" fmla="*/ 1498600 h 2870200"/>
              <a:gd name="connsiteX103" fmla="*/ 1998133 w 4089400"/>
              <a:gd name="connsiteY103" fmla="*/ 1464734 h 2870200"/>
              <a:gd name="connsiteX104" fmla="*/ 2006600 w 4089400"/>
              <a:gd name="connsiteY104" fmla="*/ 1439334 h 2870200"/>
              <a:gd name="connsiteX105" fmla="*/ 2057400 w 4089400"/>
              <a:gd name="connsiteY105" fmla="*/ 2032000 h 2870200"/>
              <a:gd name="connsiteX106" fmla="*/ 2065866 w 4089400"/>
              <a:gd name="connsiteY106" fmla="*/ 2150534 h 2870200"/>
              <a:gd name="connsiteX107" fmla="*/ 2074333 w 4089400"/>
              <a:gd name="connsiteY107" fmla="*/ 2489200 h 2870200"/>
              <a:gd name="connsiteX108" fmla="*/ 2108200 w 4089400"/>
              <a:gd name="connsiteY108" fmla="*/ 2421467 h 2870200"/>
              <a:gd name="connsiteX109" fmla="*/ 2150533 w 4089400"/>
              <a:gd name="connsiteY109" fmla="*/ 2319867 h 2870200"/>
              <a:gd name="connsiteX110" fmla="*/ 2175933 w 4089400"/>
              <a:gd name="connsiteY110" fmla="*/ 2286000 h 2870200"/>
              <a:gd name="connsiteX111" fmla="*/ 2209800 w 4089400"/>
              <a:gd name="connsiteY111" fmla="*/ 2235200 h 2870200"/>
              <a:gd name="connsiteX112" fmla="*/ 2226733 w 4089400"/>
              <a:gd name="connsiteY112" fmla="*/ 2514600 h 2870200"/>
              <a:gd name="connsiteX113" fmla="*/ 2252133 w 4089400"/>
              <a:gd name="connsiteY113" fmla="*/ 2565400 h 2870200"/>
              <a:gd name="connsiteX114" fmla="*/ 2260600 w 4089400"/>
              <a:gd name="connsiteY114" fmla="*/ 2489200 h 2870200"/>
              <a:gd name="connsiteX115" fmla="*/ 2277533 w 4089400"/>
              <a:gd name="connsiteY115" fmla="*/ 2421467 h 2870200"/>
              <a:gd name="connsiteX116" fmla="*/ 2286000 w 4089400"/>
              <a:gd name="connsiteY116" fmla="*/ 1718734 h 2870200"/>
              <a:gd name="connsiteX117" fmla="*/ 2311400 w 4089400"/>
              <a:gd name="connsiteY117" fmla="*/ 1811867 h 2870200"/>
              <a:gd name="connsiteX118" fmla="*/ 2336800 w 4089400"/>
              <a:gd name="connsiteY118" fmla="*/ 1871134 h 2870200"/>
              <a:gd name="connsiteX119" fmla="*/ 2362200 w 4089400"/>
              <a:gd name="connsiteY119" fmla="*/ 1938867 h 2870200"/>
              <a:gd name="connsiteX120" fmla="*/ 2370666 w 4089400"/>
              <a:gd name="connsiteY120" fmla="*/ 1972734 h 2870200"/>
              <a:gd name="connsiteX121" fmla="*/ 2379133 w 4089400"/>
              <a:gd name="connsiteY121" fmla="*/ 1574800 h 2870200"/>
              <a:gd name="connsiteX122" fmla="*/ 2404533 w 4089400"/>
              <a:gd name="connsiteY122" fmla="*/ 1236134 h 2870200"/>
              <a:gd name="connsiteX123" fmla="*/ 2421466 w 4089400"/>
              <a:gd name="connsiteY123" fmla="*/ 1092200 h 2870200"/>
              <a:gd name="connsiteX124" fmla="*/ 2429933 w 4089400"/>
              <a:gd name="connsiteY124" fmla="*/ 1066800 h 2870200"/>
              <a:gd name="connsiteX125" fmla="*/ 2438400 w 4089400"/>
              <a:gd name="connsiteY125" fmla="*/ 1092200 h 2870200"/>
              <a:gd name="connsiteX126" fmla="*/ 2455333 w 4089400"/>
              <a:gd name="connsiteY126" fmla="*/ 1117600 h 2870200"/>
              <a:gd name="connsiteX127" fmla="*/ 2463800 w 4089400"/>
              <a:gd name="connsiteY127" fmla="*/ 1227667 h 2870200"/>
              <a:gd name="connsiteX128" fmla="*/ 2489200 w 4089400"/>
              <a:gd name="connsiteY128" fmla="*/ 753534 h 2870200"/>
              <a:gd name="connsiteX129" fmla="*/ 2506133 w 4089400"/>
              <a:gd name="connsiteY129" fmla="*/ 685800 h 2870200"/>
              <a:gd name="connsiteX130" fmla="*/ 2514600 w 4089400"/>
              <a:gd name="connsiteY130" fmla="*/ 609600 h 2870200"/>
              <a:gd name="connsiteX131" fmla="*/ 2523066 w 4089400"/>
              <a:gd name="connsiteY131" fmla="*/ 558800 h 2870200"/>
              <a:gd name="connsiteX132" fmla="*/ 2540000 w 4089400"/>
              <a:gd name="connsiteY132" fmla="*/ 584200 h 2870200"/>
              <a:gd name="connsiteX133" fmla="*/ 2548466 w 4089400"/>
              <a:gd name="connsiteY133" fmla="*/ 778934 h 2870200"/>
              <a:gd name="connsiteX134" fmla="*/ 2590800 w 4089400"/>
              <a:gd name="connsiteY134" fmla="*/ 914400 h 2870200"/>
              <a:gd name="connsiteX135" fmla="*/ 2607733 w 4089400"/>
              <a:gd name="connsiteY135" fmla="*/ 973667 h 2870200"/>
              <a:gd name="connsiteX136" fmla="*/ 2624666 w 4089400"/>
              <a:gd name="connsiteY136" fmla="*/ 812800 h 2870200"/>
              <a:gd name="connsiteX137" fmla="*/ 2641600 w 4089400"/>
              <a:gd name="connsiteY137" fmla="*/ 694267 h 2870200"/>
              <a:gd name="connsiteX138" fmla="*/ 2667000 w 4089400"/>
              <a:gd name="connsiteY138" fmla="*/ 558800 h 2870200"/>
              <a:gd name="connsiteX139" fmla="*/ 2692400 w 4089400"/>
              <a:gd name="connsiteY139" fmla="*/ 321734 h 2870200"/>
              <a:gd name="connsiteX140" fmla="*/ 2709333 w 4089400"/>
              <a:gd name="connsiteY140" fmla="*/ 1058334 h 2870200"/>
              <a:gd name="connsiteX141" fmla="*/ 2735730 w 4089400"/>
              <a:gd name="connsiteY141" fmla="*/ 1023969 h 2870200"/>
              <a:gd name="connsiteX142" fmla="*/ 2785533 w 4089400"/>
              <a:gd name="connsiteY142" fmla="*/ 905934 h 2870200"/>
              <a:gd name="connsiteX143" fmla="*/ 2819400 w 4089400"/>
              <a:gd name="connsiteY143" fmla="*/ 855134 h 2870200"/>
              <a:gd name="connsiteX144" fmla="*/ 2844800 w 4089400"/>
              <a:gd name="connsiteY144" fmla="*/ 1422400 h 2870200"/>
              <a:gd name="connsiteX145" fmla="*/ 2853266 w 4089400"/>
              <a:gd name="connsiteY145" fmla="*/ 1388534 h 2870200"/>
              <a:gd name="connsiteX146" fmla="*/ 2870200 w 4089400"/>
              <a:gd name="connsiteY146" fmla="*/ 1363134 h 2870200"/>
              <a:gd name="connsiteX147" fmla="*/ 2895600 w 4089400"/>
              <a:gd name="connsiteY147" fmla="*/ 1278467 h 2870200"/>
              <a:gd name="connsiteX148" fmla="*/ 2912533 w 4089400"/>
              <a:gd name="connsiteY148" fmla="*/ 1320800 h 2870200"/>
              <a:gd name="connsiteX149" fmla="*/ 2929466 w 4089400"/>
              <a:gd name="connsiteY149" fmla="*/ 1388534 h 2870200"/>
              <a:gd name="connsiteX150" fmla="*/ 2946400 w 4089400"/>
              <a:gd name="connsiteY150" fmla="*/ 1422400 h 2870200"/>
              <a:gd name="connsiteX151" fmla="*/ 2988733 w 4089400"/>
              <a:gd name="connsiteY151" fmla="*/ 1540934 h 2870200"/>
              <a:gd name="connsiteX152" fmla="*/ 3005666 w 4089400"/>
              <a:gd name="connsiteY152" fmla="*/ 1566334 h 2870200"/>
              <a:gd name="connsiteX153" fmla="*/ 3039533 w 4089400"/>
              <a:gd name="connsiteY153" fmla="*/ 1718734 h 2870200"/>
              <a:gd name="connsiteX154" fmla="*/ 3064933 w 4089400"/>
              <a:gd name="connsiteY154" fmla="*/ 1761067 h 2870200"/>
              <a:gd name="connsiteX155" fmla="*/ 3098800 w 4089400"/>
              <a:gd name="connsiteY155" fmla="*/ 1879600 h 2870200"/>
              <a:gd name="connsiteX156" fmla="*/ 3090333 w 4089400"/>
              <a:gd name="connsiteY156" fmla="*/ 1913467 h 2870200"/>
              <a:gd name="connsiteX157" fmla="*/ 3102783 w 4089400"/>
              <a:gd name="connsiteY157" fmla="*/ 1901016 h 2870200"/>
              <a:gd name="connsiteX158" fmla="*/ 3081866 w 4089400"/>
              <a:gd name="connsiteY158" fmla="*/ 1888067 h 2870200"/>
              <a:gd name="connsiteX159" fmla="*/ 3107266 w 4089400"/>
              <a:gd name="connsiteY159" fmla="*/ 1871134 h 2870200"/>
              <a:gd name="connsiteX160" fmla="*/ 3115733 w 4089400"/>
              <a:gd name="connsiteY160" fmla="*/ 1769534 h 2870200"/>
              <a:gd name="connsiteX161" fmla="*/ 3132666 w 4089400"/>
              <a:gd name="connsiteY161" fmla="*/ 1710267 h 2870200"/>
              <a:gd name="connsiteX162" fmla="*/ 3141133 w 4089400"/>
              <a:gd name="connsiteY162" fmla="*/ 1684867 h 2870200"/>
              <a:gd name="connsiteX163" fmla="*/ 3166533 w 4089400"/>
              <a:gd name="connsiteY163" fmla="*/ 1676400 h 2870200"/>
              <a:gd name="connsiteX164" fmla="*/ 3175000 w 4089400"/>
              <a:gd name="connsiteY164" fmla="*/ 2006600 h 2870200"/>
              <a:gd name="connsiteX165" fmla="*/ 3183466 w 4089400"/>
              <a:gd name="connsiteY165" fmla="*/ 2048934 h 2870200"/>
              <a:gd name="connsiteX166" fmla="*/ 3191933 w 4089400"/>
              <a:gd name="connsiteY166" fmla="*/ 2099734 h 2870200"/>
              <a:gd name="connsiteX167" fmla="*/ 3208866 w 4089400"/>
              <a:gd name="connsiteY167" fmla="*/ 2048934 h 2870200"/>
              <a:gd name="connsiteX168" fmla="*/ 3217333 w 4089400"/>
              <a:gd name="connsiteY168" fmla="*/ 1998134 h 2870200"/>
              <a:gd name="connsiteX169" fmla="*/ 3251200 w 4089400"/>
              <a:gd name="connsiteY169" fmla="*/ 2353734 h 2870200"/>
              <a:gd name="connsiteX170" fmla="*/ 3276600 w 4089400"/>
              <a:gd name="connsiteY170" fmla="*/ 2387600 h 2870200"/>
              <a:gd name="connsiteX171" fmla="*/ 3285066 w 4089400"/>
              <a:gd name="connsiteY171" fmla="*/ 2497667 h 2870200"/>
              <a:gd name="connsiteX172" fmla="*/ 3302000 w 4089400"/>
              <a:gd name="connsiteY172" fmla="*/ 2531534 h 2870200"/>
              <a:gd name="connsiteX173" fmla="*/ 3318933 w 4089400"/>
              <a:gd name="connsiteY173" fmla="*/ 2599267 h 2870200"/>
              <a:gd name="connsiteX174" fmla="*/ 3344333 w 4089400"/>
              <a:gd name="connsiteY174" fmla="*/ 2667000 h 2870200"/>
              <a:gd name="connsiteX175" fmla="*/ 3386666 w 4089400"/>
              <a:gd name="connsiteY175" fmla="*/ 2810934 h 2870200"/>
              <a:gd name="connsiteX176" fmla="*/ 3412066 w 4089400"/>
              <a:gd name="connsiteY176" fmla="*/ 2870200 h 2870200"/>
              <a:gd name="connsiteX177" fmla="*/ 3437466 w 4089400"/>
              <a:gd name="connsiteY177" fmla="*/ 1828800 h 2870200"/>
              <a:gd name="connsiteX178" fmla="*/ 3436968 w 4089400"/>
              <a:gd name="connsiteY178" fmla="*/ 2090271 h 2870200"/>
              <a:gd name="connsiteX179" fmla="*/ 3462866 w 4089400"/>
              <a:gd name="connsiteY179" fmla="*/ 1735667 h 2870200"/>
              <a:gd name="connsiteX180" fmla="*/ 3488266 w 4089400"/>
              <a:gd name="connsiteY180" fmla="*/ 1651000 h 2870200"/>
              <a:gd name="connsiteX181" fmla="*/ 3496733 w 4089400"/>
              <a:gd name="connsiteY181" fmla="*/ 1701800 h 2870200"/>
              <a:gd name="connsiteX182" fmla="*/ 3500717 w 4089400"/>
              <a:gd name="connsiteY182" fmla="*/ 1875118 h 2870200"/>
              <a:gd name="connsiteX183" fmla="*/ 3522133 w 4089400"/>
              <a:gd name="connsiteY183" fmla="*/ 1752600 h 2870200"/>
              <a:gd name="connsiteX184" fmla="*/ 3530600 w 4089400"/>
              <a:gd name="connsiteY184" fmla="*/ 1693334 h 2870200"/>
              <a:gd name="connsiteX185" fmla="*/ 3572933 w 4089400"/>
              <a:gd name="connsiteY185" fmla="*/ 1608667 h 2870200"/>
              <a:gd name="connsiteX186" fmla="*/ 3589866 w 4089400"/>
              <a:gd name="connsiteY186" fmla="*/ 1566334 h 2870200"/>
              <a:gd name="connsiteX187" fmla="*/ 3632200 w 4089400"/>
              <a:gd name="connsiteY187" fmla="*/ 1464734 h 2870200"/>
              <a:gd name="connsiteX188" fmla="*/ 3636184 w 4089400"/>
              <a:gd name="connsiteY188" fmla="*/ 1373094 h 2870200"/>
              <a:gd name="connsiteX189" fmla="*/ 3657600 w 4089400"/>
              <a:gd name="connsiteY189" fmla="*/ 1363134 h 2870200"/>
              <a:gd name="connsiteX190" fmla="*/ 3674533 w 4089400"/>
              <a:gd name="connsiteY190" fmla="*/ 1320800 h 2870200"/>
              <a:gd name="connsiteX191" fmla="*/ 3669553 w 4089400"/>
              <a:gd name="connsiteY191" fmla="*/ 1151964 h 2870200"/>
              <a:gd name="connsiteX192" fmla="*/ 3716866 w 4089400"/>
              <a:gd name="connsiteY192" fmla="*/ 1227667 h 2870200"/>
              <a:gd name="connsiteX193" fmla="*/ 3725333 w 4089400"/>
              <a:gd name="connsiteY193" fmla="*/ 1176867 h 2870200"/>
              <a:gd name="connsiteX194" fmla="*/ 3742266 w 4089400"/>
              <a:gd name="connsiteY194" fmla="*/ 1126067 h 2870200"/>
              <a:gd name="connsiteX195" fmla="*/ 3750733 w 4089400"/>
              <a:gd name="connsiteY195" fmla="*/ 1058334 h 2870200"/>
              <a:gd name="connsiteX196" fmla="*/ 3759200 w 4089400"/>
              <a:gd name="connsiteY196" fmla="*/ 1270000 h 2870200"/>
              <a:gd name="connsiteX197" fmla="*/ 3788048 w 4089400"/>
              <a:gd name="connsiteY197" fmla="*/ 678606 h 2870200"/>
              <a:gd name="connsiteX198" fmla="*/ 3793066 w 4089400"/>
              <a:gd name="connsiteY198" fmla="*/ 558800 h 2870200"/>
              <a:gd name="connsiteX199" fmla="*/ 3810000 w 4089400"/>
              <a:gd name="connsiteY199" fmla="*/ 482600 h 2870200"/>
              <a:gd name="connsiteX200" fmla="*/ 3818466 w 4089400"/>
              <a:gd name="connsiteY200" fmla="*/ 533400 h 2870200"/>
              <a:gd name="connsiteX201" fmla="*/ 3835400 w 4089400"/>
              <a:gd name="connsiteY201" fmla="*/ 660400 h 2870200"/>
              <a:gd name="connsiteX202" fmla="*/ 3843866 w 4089400"/>
              <a:gd name="connsiteY202" fmla="*/ 702734 h 2870200"/>
              <a:gd name="connsiteX203" fmla="*/ 3860800 w 4089400"/>
              <a:gd name="connsiteY203" fmla="*/ 736600 h 2870200"/>
              <a:gd name="connsiteX204" fmla="*/ 3877733 w 4089400"/>
              <a:gd name="connsiteY204" fmla="*/ 702734 h 2870200"/>
              <a:gd name="connsiteX205" fmla="*/ 3937000 w 4089400"/>
              <a:gd name="connsiteY205" fmla="*/ 482600 h 2870200"/>
              <a:gd name="connsiteX206" fmla="*/ 3953933 w 4089400"/>
              <a:gd name="connsiteY206" fmla="*/ 457200 h 2870200"/>
              <a:gd name="connsiteX207" fmla="*/ 3979333 w 4089400"/>
              <a:gd name="connsiteY207" fmla="*/ 177800 h 2870200"/>
              <a:gd name="connsiteX208" fmla="*/ 4004733 w 4089400"/>
              <a:gd name="connsiteY208" fmla="*/ 135467 h 2870200"/>
              <a:gd name="connsiteX209" fmla="*/ 4013200 w 4089400"/>
              <a:gd name="connsiteY209" fmla="*/ 101600 h 2870200"/>
              <a:gd name="connsiteX210" fmla="*/ 4021666 w 4089400"/>
              <a:gd name="connsiteY210" fmla="*/ 76200 h 2870200"/>
              <a:gd name="connsiteX211" fmla="*/ 4030133 w 4089400"/>
              <a:gd name="connsiteY211" fmla="*/ 110067 h 2870200"/>
              <a:gd name="connsiteX212" fmla="*/ 4047066 w 4089400"/>
              <a:gd name="connsiteY212" fmla="*/ 160867 h 2870200"/>
              <a:gd name="connsiteX213" fmla="*/ 4089400 w 4089400"/>
              <a:gd name="connsiteY213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25400 w 4089400"/>
              <a:gd name="connsiteY2" fmla="*/ 626534 h 2870200"/>
              <a:gd name="connsiteX3" fmla="*/ 33866 w 4089400"/>
              <a:gd name="connsiteY3" fmla="*/ 592667 h 2870200"/>
              <a:gd name="connsiteX4" fmla="*/ 42333 w 4089400"/>
              <a:gd name="connsiteY4" fmla="*/ 567267 h 2870200"/>
              <a:gd name="connsiteX5" fmla="*/ 42333 w 4089400"/>
              <a:gd name="connsiteY5" fmla="*/ 821267 h 2870200"/>
              <a:gd name="connsiteX6" fmla="*/ 21415 w 4089400"/>
              <a:gd name="connsiteY6" fmla="*/ 1068793 h 2870200"/>
              <a:gd name="connsiteX7" fmla="*/ 25400 w 4089400"/>
              <a:gd name="connsiteY7" fmla="*/ 1354667 h 2870200"/>
              <a:gd name="connsiteX8" fmla="*/ 33866 w 4089400"/>
              <a:gd name="connsiteY8" fmla="*/ 1329267 h 2870200"/>
              <a:gd name="connsiteX9" fmla="*/ 42333 w 4089400"/>
              <a:gd name="connsiteY9" fmla="*/ 1286934 h 2870200"/>
              <a:gd name="connsiteX10" fmla="*/ 59266 w 4089400"/>
              <a:gd name="connsiteY10" fmla="*/ 1253067 h 2870200"/>
              <a:gd name="connsiteX11" fmla="*/ 76200 w 4089400"/>
              <a:gd name="connsiteY11" fmla="*/ 1202267 h 2870200"/>
              <a:gd name="connsiteX12" fmla="*/ 84666 w 4089400"/>
              <a:gd name="connsiteY12" fmla="*/ 1176867 h 2870200"/>
              <a:gd name="connsiteX13" fmla="*/ 101600 w 4089400"/>
              <a:gd name="connsiteY13" fmla="*/ 1143000 h 2870200"/>
              <a:gd name="connsiteX14" fmla="*/ 110066 w 4089400"/>
              <a:gd name="connsiteY14" fmla="*/ 1100667 h 2870200"/>
              <a:gd name="connsiteX15" fmla="*/ 135466 w 4089400"/>
              <a:gd name="connsiteY15" fmla="*/ 1032934 h 2870200"/>
              <a:gd name="connsiteX16" fmla="*/ 143933 w 4089400"/>
              <a:gd name="connsiteY16" fmla="*/ 999067 h 2870200"/>
              <a:gd name="connsiteX17" fmla="*/ 160866 w 4089400"/>
              <a:gd name="connsiteY17" fmla="*/ 948267 h 2870200"/>
              <a:gd name="connsiteX18" fmla="*/ 177800 w 4089400"/>
              <a:gd name="connsiteY18" fmla="*/ 1134534 h 2870200"/>
              <a:gd name="connsiteX19" fmla="*/ 194733 w 4089400"/>
              <a:gd name="connsiteY19" fmla="*/ 1464734 h 2870200"/>
              <a:gd name="connsiteX20" fmla="*/ 228600 w 4089400"/>
              <a:gd name="connsiteY20" fmla="*/ 1397000 h 2870200"/>
              <a:gd name="connsiteX21" fmla="*/ 254000 w 4089400"/>
              <a:gd name="connsiteY21" fmla="*/ 1363134 h 2870200"/>
              <a:gd name="connsiteX22" fmla="*/ 262466 w 4089400"/>
              <a:gd name="connsiteY22" fmla="*/ 1337734 h 2870200"/>
              <a:gd name="connsiteX23" fmla="*/ 279400 w 4089400"/>
              <a:gd name="connsiteY23" fmla="*/ 1371600 h 2870200"/>
              <a:gd name="connsiteX24" fmla="*/ 287866 w 4089400"/>
              <a:gd name="connsiteY24" fmla="*/ 2243667 h 2870200"/>
              <a:gd name="connsiteX25" fmla="*/ 313266 w 4089400"/>
              <a:gd name="connsiteY25" fmla="*/ 2201334 h 2870200"/>
              <a:gd name="connsiteX26" fmla="*/ 321733 w 4089400"/>
              <a:gd name="connsiteY26" fmla="*/ 2150534 h 2870200"/>
              <a:gd name="connsiteX27" fmla="*/ 346635 w 4089400"/>
              <a:gd name="connsiteY27" fmla="*/ 2376146 h 2870200"/>
              <a:gd name="connsiteX28" fmla="*/ 364066 w 4089400"/>
              <a:gd name="connsiteY28" fmla="*/ 2082800 h 2870200"/>
              <a:gd name="connsiteX29" fmla="*/ 389965 w 4089400"/>
              <a:gd name="connsiteY29" fmla="*/ 1792444 h 2870200"/>
              <a:gd name="connsiteX30" fmla="*/ 397933 w 4089400"/>
              <a:gd name="connsiteY30" fmla="*/ 2032000 h 2870200"/>
              <a:gd name="connsiteX31" fmla="*/ 423333 w 4089400"/>
              <a:gd name="connsiteY31" fmla="*/ 1998134 h 2870200"/>
              <a:gd name="connsiteX32" fmla="*/ 440266 w 4089400"/>
              <a:gd name="connsiteY32" fmla="*/ 1752600 h 2870200"/>
              <a:gd name="connsiteX33" fmla="*/ 465666 w 4089400"/>
              <a:gd name="connsiteY33" fmla="*/ 1651000 h 2870200"/>
              <a:gd name="connsiteX34" fmla="*/ 491066 w 4089400"/>
              <a:gd name="connsiteY34" fmla="*/ 1710267 h 2870200"/>
              <a:gd name="connsiteX35" fmla="*/ 499533 w 4089400"/>
              <a:gd name="connsiteY35" fmla="*/ 1735667 h 2870200"/>
              <a:gd name="connsiteX36" fmla="*/ 533400 w 4089400"/>
              <a:gd name="connsiteY36" fmla="*/ 1820334 h 2870200"/>
              <a:gd name="connsiteX37" fmla="*/ 558800 w 4089400"/>
              <a:gd name="connsiteY37" fmla="*/ 1938867 h 2870200"/>
              <a:gd name="connsiteX38" fmla="*/ 575733 w 4089400"/>
              <a:gd name="connsiteY38" fmla="*/ 1998134 h 2870200"/>
              <a:gd name="connsiteX39" fmla="*/ 592666 w 4089400"/>
              <a:gd name="connsiteY39" fmla="*/ 2023534 h 2870200"/>
              <a:gd name="connsiteX40" fmla="*/ 618066 w 4089400"/>
              <a:gd name="connsiteY40" fmla="*/ 1786467 h 2870200"/>
              <a:gd name="connsiteX41" fmla="*/ 626533 w 4089400"/>
              <a:gd name="connsiteY41" fmla="*/ 1744134 h 2870200"/>
              <a:gd name="connsiteX42" fmla="*/ 643466 w 4089400"/>
              <a:gd name="connsiteY42" fmla="*/ 1718734 h 2870200"/>
              <a:gd name="connsiteX43" fmla="*/ 660400 w 4089400"/>
              <a:gd name="connsiteY43" fmla="*/ 1617134 h 2870200"/>
              <a:gd name="connsiteX44" fmla="*/ 677333 w 4089400"/>
              <a:gd name="connsiteY44" fmla="*/ 1557867 h 2870200"/>
              <a:gd name="connsiteX45" fmla="*/ 685800 w 4089400"/>
              <a:gd name="connsiteY45" fmla="*/ 1524000 h 2870200"/>
              <a:gd name="connsiteX46" fmla="*/ 702733 w 4089400"/>
              <a:gd name="connsiteY46" fmla="*/ 1312334 h 2870200"/>
              <a:gd name="connsiteX47" fmla="*/ 719666 w 4089400"/>
              <a:gd name="connsiteY47" fmla="*/ 1380067 h 2870200"/>
              <a:gd name="connsiteX48" fmla="*/ 736600 w 4089400"/>
              <a:gd name="connsiteY48" fmla="*/ 1532467 h 2870200"/>
              <a:gd name="connsiteX49" fmla="*/ 753533 w 4089400"/>
              <a:gd name="connsiteY49" fmla="*/ 1566334 h 2870200"/>
              <a:gd name="connsiteX50" fmla="*/ 778933 w 4089400"/>
              <a:gd name="connsiteY50" fmla="*/ 1456267 h 2870200"/>
              <a:gd name="connsiteX51" fmla="*/ 795866 w 4089400"/>
              <a:gd name="connsiteY51" fmla="*/ 1430867 h 2870200"/>
              <a:gd name="connsiteX52" fmla="*/ 829733 w 4089400"/>
              <a:gd name="connsiteY52" fmla="*/ 1388534 h 2870200"/>
              <a:gd name="connsiteX53" fmla="*/ 838200 w 4089400"/>
              <a:gd name="connsiteY53" fmla="*/ 1498600 h 2870200"/>
              <a:gd name="connsiteX54" fmla="*/ 863600 w 4089400"/>
              <a:gd name="connsiteY54" fmla="*/ 1811867 h 2870200"/>
              <a:gd name="connsiteX55" fmla="*/ 872066 w 4089400"/>
              <a:gd name="connsiteY55" fmla="*/ 1642534 h 2870200"/>
              <a:gd name="connsiteX56" fmla="*/ 897466 w 4089400"/>
              <a:gd name="connsiteY56" fmla="*/ 1583267 h 2870200"/>
              <a:gd name="connsiteX57" fmla="*/ 905933 w 4089400"/>
              <a:gd name="connsiteY57" fmla="*/ 1557867 h 2870200"/>
              <a:gd name="connsiteX58" fmla="*/ 914400 w 4089400"/>
              <a:gd name="connsiteY58" fmla="*/ 2006600 h 2870200"/>
              <a:gd name="connsiteX59" fmla="*/ 939800 w 4089400"/>
              <a:gd name="connsiteY59" fmla="*/ 2116667 h 2870200"/>
              <a:gd name="connsiteX60" fmla="*/ 948266 w 4089400"/>
              <a:gd name="connsiteY60" fmla="*/ 1828800 h 2870200"/>
              <a:gd name="connsiteX61" fmla="*/ 965200 w 4089400"/>
              <a:gd name="connsiteY61" fmla="*/ 1794934 h 2870200"/>
              <a:gd name="connsiteX62" fmla="*/ 973666 w 4089400"/>
              <a:gd name="connsiteY62" fmla="*/ 1761067 h 2870200"/>
              <a:gd name="connsiteX63" fmla="*/ 990600 w 4089400"/>
              <a:gd name="connsiteY63" fmla="*/ 1871134 h 2870200"/>
              <a:gd name="connsiteX64" fmla="*/ 1007533 w 4089400"/>
              <a:gd name="connsiteY64" fmla="*/ 1947334 h 2870200"/>
              <a:gd name="connsiteX65" fmla="*/ 1024466 w 4089400"/>
              <a:gd name="connsiteY65" fmla="*/ 2040467 h 2870200"/>
              <a:gd name="connsiteX66" fmla="*/ 1049866 w 4089400"/>
              <a:gd name="connsiteY66" fmla="*/ 2108200 h 2870200"/>
              <a:gd name="connsiteX67" fmla="*/ 1058333 w 4089400"/>
              <a:gd name="connsiteY67" fmla="*/ 2150534 h 2870200"/>
              <a:gd name="connsiteX68" fmla="*/ 1100666 w 4089400"/>
              <a:gd name="connsiteY68" fmla="*/ 2209800 h 2870200"/>
              <a:gd name="connsiteX69" fmla="*/ 1109133 w 4089400"/>
              <a:gd name="connsiteY69" fmla="*/ 2108200 h 2870200"/>
              <a:gd name="connsiteX70" fmla="*/ 1159933 w 4089400"/>
              <a:gd name="connsiteY70" fmla="*/ 1989667 h 2870200"/>
              <a:gd name="connsiteX71" fmla="*/ 1210733 w 4089400"/>
              <a:gd name="connsiteY71" fmla="*/ 1913467 h 2870200"/>
              <a:gd name="connsiteX72" fmla="*/ 1219200 w 4089400"/>
              <a:gd name="connsiteY72" fmla="*/ 2167467 h 2870200"/>
              <a:gd name="connsiteX73" fmla="*/ 1236133 w 4089400"/>
              <a:gd name="connsiteY73" fmla="*/ 2082800 h 2870200"/>
              <a:gd name="connsiteX74" fmla="*/ 1244600 w 4089400"/>
              <a:gd name="connsiteY74" fmla="*/ 2015067 h 2870200"/>
              <a:gd name="connsiteX75" fmla="*/ 1286933 w 4089400"/>
              <a:gd name="connsiteY75" fmla="*/ 1854200 h 2870200"/>
              <a:gd name="connsiteX76" fmla="*/ 1295400 w 4089400"/>
              <a:gd name="connsiteY76" fmla="*/ 1803400 h 2870200"/>
              <a:gd name="connsiteX77" fmla="*/ 1320800 w 4089400"/>
              <a:gd name="connsiteY77" fmla="*/ 1701800 h 2870200"/>
              <a:gd name="connsiteX78" fmla="*/ 1346200 w 4089400"/>
              <a:gd name="connsiteY78" fmla="*/ 1718734 h 2870200"/>
              <a:gd name="connsiteX79" fmla="*/ 1354666 w 4089400"/>
              <a:gd name="connsiteY79" fmla="*/ 1744134 h 2870200"/>
              <a:gd name="connsiteX80" fmla="*/ 1380066 w 4089400"/>
              <a:gd name="connsiteY80" fmla="*/ 1828800 h 2870200"/>
              <a:gd name="connsiteX81" fmla="*/ 1397000 w 4089400"/>
              <a:gd name="connsiteY81" fmla="*/ 1879600 h 2870200"/>
              <a:gd name="connsiteX82" fmla="*/ 1405466 w 4089400"/>
              <a:gd name="connsiteY82" fmla="*/ 1913467 h 2870200"/>
              <a:gd name="connsiteX83" fmla="*/ 1430866 w 4089400"/>
              <a:gd name="connsiteY83" fmla="*/ 1947334 h 2870200"/>
              <a:gd name="connsiteX84" fmla="*/ 1447800 w 4089400"/>
              <a:gd name="connsiteY84" fmla="*/ 1938867 h 2870200"/>
              <a:gd name="connsiteX85" fmla="*/ 1490133 w 4089400"/>
              <a:gd name="connsiteY85" fmla="*/ 1803400 h 2870200"/>
              <a:gd name="connsiteX86" fmla="*/ 1549400 w 4089400"/>
              <a:gd name="connsiteY86" fmla="*/ 1651000 h 2870200"/>
              <a:gd name="connsiteX87" fmla="*/ 1557866 w 4089400"/>
              <a:gd name="connsiteY87" fmla="*/ 1591734 h 2870200"/>
              <a:gd name="connsiteX88" fmla="*/ 1574800 w 4089400"/>
              <a:gd name="connsiteY88" fmla="*/ 1566334 h 2870200"/>
              <a:gd name="connsiteX89" fmla="*/ 1583266 w 4089400"/>
              <a:gd name="connsiteY89" fmla="*/ 1524000 h 2870200"/>
              <a:gd name="connsiteX90" fmla="*/ 1591733 w 4089400"/>
              <a:gd name="connsiteY90" fmla="*/ 1498600 h 2870200"/>
              <a:gd name="connsiteX91" fmla="*/ 1608666 w 4089400"/>
              <a:gd name="connsiteY91" fmla="*/ 1524000 h 2870200"/>
              <a:gd name="connsiteX92" fmla="*/ 1634066 w 4089400"/>
              <a:gd name="connsiteY92" fmla="*/ 1490134 h 2870200"/>
              <a:gd name="connsiteX93" fmla="*/ 1659466 w 4089400"/>
              <a:gd name="connsiteY93" fmla="*/ 1388534 h 2870200"/>
              <a:gd name="connsiteX94" fmla="*/ 1718733 w 4089400"/>
              <a:gd name="connsiteY94" fmla="*/ 1286934 h 2870200"/>
              <a:gd name="connsiteX95" fmla="*/ 1769533 w 4089400"/>
              <a:gd name="connsiteY95" fmla="*/ 1176867 h 2870200"/>
              <a:gd name="connsiteX96" fmla="*/ 1794933 w 4089400"/>
              <a:gd name="connsiteY96" fmla="*/ 1202267 h 2870200"/>
              <a:gd name="connsiteX97" fmla="*/ 1803400 w 4089400"/>
              <a:gd name="connsiteY97" fmla="*/ 1227667 h 2870200"/>
              <a:gd name="connsiteX98" fmla="*/ 1820333 w 4089400"/>
              <a:gd name="connsiteY98" fmla="*/ 1261534 h 2870200"/>
              <a:gd name="connsiteX99" fmla="*/ 1862666 w 4089400"/>
              <a:gd name="connsiteY99" fmla="*/ 1422400 h 2870200"/>
              <a:gd name="connsiteX100" fmla="*/ 1913466 w 4089400"/>
              <a:gd name="connsiteY100" fmla="*/ 1600200 h 2870200"/>
              <a:gd name="connsiteX101" fmla="*/ 1964266 w 4089400"/>
              <a:gd name="connsiteY101" fmla="*/ 1744134 h 2870200"/>
              <a:gd name="connsiteX102" fmla="*/ 1981200 w 4089400"/>
              <a:gd name="connsiteY102" fmla="*/ 1498600 h 2870200"/>
              <a:gd name="connsiteX103" fmla="*/ 1998133 w 4089400"/>
              <a:gd name="connsiteY103" fmla="*/ 1464734 h 2870200"/>
              <a:gd name="connsiteX104" fmla="*/ 2006600 w 4089400"/>
              <a:gd name="connsiteY104" fmla="*/ 1439334 h 2870200"/>
              <a:gd name="connsiteX105" fmla="*/ 2057400 w 4089400"/>
              <a:gd name="connsiteY105" fmla="*/ 2032000 h 2870200"/>
              <a:gd name="connsiteX106" fmla="*/ 2065866 w 4089400"/>
              <a:gd name="connsiteY106" fmla="*/ 2150534 h 2870200"/>
              <a:gd name="connsiteX107" fmla="*/ 2074333 w 4089400"/>
              <a:gd name="connsiteY107" fmla="*/ 2489200 h 2870200"/>
              <a:gd name="connsiteX108" fmla="*/ 2108200 w 4089400"/>
              <a:gd name="connsiteY108" fmla="*/ 2421467 h 2870200"/>
              <a:gd name="connsiteX109" fmla="*/ 2150533 w 4089400"/>
              <a:gd name="connsiteY109" fmla="*/ 2319867 h 2870200"/>
              <a:gd name="connsiteX110" fmla="*/ 2175933 w 4089400"/>
              <a:gd name="connsiteY110" fmla="*/ 2286000 h 2870200"/>
              <a:gd name="connsiteX111" fmla="*/ 2209800 w 4089400"/>
              <a:gd name="connsiteY111" fmla="*/ 2235200 h 2870200"/>
              <a:gd name="connsiteX112" fmla="*/ 2226733 w 4089400"/>
              <a:gd name="connsiteY112" fmla="*/ 2514600 h 2870200"/>
              <a:gd name="connsiteX113" fmla="*/ 2252133 w 4089400"/>
              <a:gd name="connsiteY113" fmla="*/ 2565400 h 2870200"/>
              <a:gd name="connsiteX114" fmla="*/ 2260600 w 4089400"/>
              <a:gd name="connsiteY114" fmla="*/ 2489200 h 2870200"/>
              <a:gd name="connsiteX115" fmla="*/ 2277533 w 4089400"/>
              <a:gd name="connsiteY115" fmla="*/ 2421467 h 2870200"/>
              <a:gd name="connsiteX116" fmla="*/ 2286000 w 4089400"/>
              <a:gd name="connsiteY116" fmla="*/ 1718734 h 2870200"/>
              <a:gd name="connsiteX117" fmla="*/ 2311400 w 4089400"/>
              <a:gd name="connsiteY117" fmla="*/ 1811867 h 2870200"/>
              <a:gd name="connsiteX118" fmla="*/ 2336800 w 4089400"/>
              <a:gd name="connsiteY118" fmla="*/ 1871134 h 2870200"/>
              <a:gd name="connsiteX119" fmla="*/ 2362200 w 4089400"/>
              <a:gd name="connsiteY119" fmla="*/ 1938867 h 2870200"/>
              <a:gd name="connsiteX120" fmla="*/ 2370666 w 4089400"/>
              <a:gd name="connsiteY120" fmla="*/ 1972734 h 2870200"/>
              <a:gd name="connsiteX121" fmla="*/ 2379133 w 4089400"/>
              <a:gd name="connsiteY121" fmla="*/ 1574800 h 2870200"/>
              <a:gd name="connsiteX122" fmla="*/ 2404533 w 4089400"/>
              <a:gd name="connsiteY122" fmla="*/ 1236134 h 2870200"/>
              <a:gd name="connsiteX123" fmla="*/ 2421466 w 4089400"/>
              <a:gd name="connsiteY123" fmla="*/ 1092200 h 2870200"/>
              <a:gd name="connsiteX124" fmla="*/ 2429933 w 4089400"/>
              <a:gd name="connsiteY124" fmla="*/ 1066800 h 2870200"/>
              <a:gd name="connsiteX125" fmla="*/ 2438400 w 4089400"/>
              <a:gd name="connsiteY125" fmla="*/ 1092200 h 2870200"/>
              <a:gd name="connsiteX126" fmla="*/ 2455333 w 4089400"/>
              <a:gd name="connsiteY126" fmla="*/ 1117600 h 2870200"/>
              <a:gd name="connsiteX127" fmla="*/ 2463800 w 4089400"/>
              <a:gd name="connsiteY127" fmla="*/ 1227667 h 2870200"/>
              <a:gd name="connsiteX128" fmla="*/ 2489200 w 4089400"/>
              <a:gd name="connsiteY128" fmla="*/ 753534 h 2870200"/>
              <a:gd name="connsiteX129" fmla="*/ 2506133 w 4089400"/>
              <a:gd name="connsiteY129" fmla="*/ 685800 h 2870200"/>
              <a:gd name="connsiteX130" fmla="*/ 2514600 w 4089400"/>
              <a:gd name="connsiteY130" fmla="*/ 609600 h 2870200"/>
              <a:gd name="connsiteX131" fmla="*/ 2523066 w 4089400"/>
              <a:gd name="connsiteY131" fmla="*/ 558800 h 2870200"/>
              <a:gd name="connsiteX132" fmla="*/ 2540000 w 4089400"/>
              <a:gd name="connsiteY132" fmla="*/ 584200 h 2870200"/>
              <a:gd name="connsiteX133" fmla="*/ 2548466 w 4089400"/>
              <a:gd name="connsiteY133" fmla="*/ 778934 h 2870200"/>
              <a:gd name="connsiteX134" fmla="*/ 2590800 w 4089400"/>
              <a:gd name="connsiteY134" fmla="*/ 914400 h 2870200"/>
              <a:gd name="connsiteX135" fmla="*/ 2607733 w 4089400"/>
              <a:gd name="connsiteY135" fmla="*/ 973667 h 2870200"/>
              <a:gd name="connsiteX136" fmla="*/ 2624666 w 4089400"/>
              <a:gd name="connsiteY136" fmla="*/ 812800 h 2870200"/>
              <a:gd name="connsiteX137" fmla="*/ 2641600 w 4089400"/>
              <a:gd name="connsiteY137" fmla="*/ 694267 h 2870200"/>
              <a:gd name="connsiteX138" fmla="*/ 2667000 w 4089400"/>
              <a:gd name="connsiteY138" fmla="*/ 558800 h 2870200"/>
              <a:gd name="connsiteX139" fmla="*/ 2692400 w 4089400"/>
              <a:gd name="connsiteY139" fmla="*/ 321734 h 2870200"/>
              <a:gd name="connsiteX140" fmla="*/ 2709333 w 4089400"/>
              <a:gd name="connsiteY140" fmla="*/ 1058334 h 2870200"/>
              <a:gd name="connsiteX141" fmla="*/ 2735730 w 4089400"/>
              <a:gd name="connsiteY141" fmla="*/ 1023969 h 2870200"/>
              <a:gd name="connsiteX142" fmla="*/ 2785533 w 4089400"/>
              <a:gd name="connsiteY142" fmla="*/ 905934 h 2870200"/>
              <a:gd name="connsiteX143" fmla="*/ 2819400 w 4089400"/>
              <a:gd name="connsiteY143" fmla="*/ 855134 h 2870200"/>
              <a:gd name="connsiteX144" fmla="*/ 2844800 w 4089400"/>
              <a:gd name="connsiteY144" fmla="*/ 1422400 h 2870200"/>
              <a:gd name="connsiteX145" fmla="*/ 2853266 w 4089400"/>
              <a:gd name="connsiteY145" fmla="*/ 1388534 h 2870200"/>
              <a:gd name="connsiteX146" fmla="*/ 2870200 w 4089400"/>
              <a:gd name="connsiteY146" fmla="*/ 1363134 h 2870200"/>
              <a:gd name="connsiteX147" fmla="*/ 2895600 w 4089400"/>
              <a:gd name="connsiteY147" fmla="*/ 1278467 h 2870200"/>
              <a:gd name="connsiteX148" fmla="*/ 2912533 w 4089400"/>
              <a:gd name="connsiteY148" fmla="*/ 1320800 h 2870200"/>
              <a:gd name="connsiteX149" fmla="*/ 2929466 w 4089400"/>
              <a:gd name="connsiteY149" fmla="*/ 1388534 h 2870200"/>
              <a:gd name="connsiteX150" fmla="*/ 2946400 w 4089400"/>
              <a:gd name="connsiteY150" fmla="*/ 1422400 h 2870200"/>
              <a:gd name="connsiteX151" fmla="*/ 2988733 w 4089400"/>
              <a:gd name="connsiteY151" fmla="*/ 1540934 h 2870200"/>
              <a:gd name="connsiteX152" fmla="*/ 3005666 w 4089400"/>
              <a:gd name="connsiteY152" fmla="*/ 1566334 h 2870200"/>
              <a:gd name="connsiteX153" fmla="*/ 3039533 w 4089400"/>
              <a:gd name="connsiteY153" fmla="*/ 1718734 h 2870200"/>
              <a:gd name="connsiteX154" fmla="*/ 3064933 w 4089400"/>
              <a:gd name="connsiteY154" fmla="*/ 1761067 h 2870200"/>
              <a:gd name="connsiteX155" fmla="*/ 3098800 w 4089400"/>
              <a:gd name="connsiteY155" fmla="*/ 1879600 h 2870200"/>
              <a:gd name="connsiteX156" fmla="*/ 3090333 w 4089400"/>
              <a:gd name="connsiteY156" fmla="*/ 1913467 h 2870200"/>
              <a:gd name="connsiteX157" fmla="*/ 3102783 w 4089400"/>
              <a:gd name="connsiteY157" fmla="*/ 1901016 h 2870200"/>
              <a:gd name="connsiteX158" fmla="*/ 3081866 w 4089400"/>
              <a:gd name="connsiteY158" fmla="*/ 1888067 h 2870200"/>
              <a:gd name="connsiteX159" fmla="*/ 3107266 w 4089400"/>
              <a:gd name="connsiteY159" fmla="*/ 1871134 h 2870200"/>
              <a:gd name="connsiteX160" fmla="*/ 3115733 w 4089400"/>
              <a:gd name="connsiteY160" fmla="*/ 1769534 h 2870200"/>
              <a:gd name="connsiteX161" fmla="*/ 3132666 w 4089400"/>
              <a:gd name="connsiteY161" fmla="*/ 1710267 h 2870200"/>
              <a:gd name="connsiteX162" fmla="*/ 3141133 w 4089400"/>
              <a:gd name="connsiteY162" fmla="*/ 1684867 h 2870200"/>
              <a:gd name="connsiteX163" fmla="*/ 3166533 w 4089400"/>
              <a:gd name="connsiteY163" fmla="*/ 1676400 h 2870200"/>
              <a:gd name="connsiteX164" fmla="*/ 3175000 w 4089400"/>
              <a:gd name="connsiteY164" fmla="*/ 2006600 h 2870200"/>
              <a:gd name="connsiteX165" fmla="*/ 3183466 w 4089400"/>
              <a:gd name="connsiteY165" fmla="*/ 2048934 h 2870200"/>
              <a:gd name="connsiteX166" fmla="*/ 3191933 w 4089400"/>
              <a:gd name="connsiteY166" fmla="*/ 2099734 h 2870200"/>
              <a:gd name="connsiteX167" fmla="*/ 3208866 w 4089400"/>
              <a:gd name="connsiteY167" fmla="*/ 2048934 h 2870200"/>
              <a:gd name="connsiteX168" fmla="*/ 3217333 w 4089400"/>
              <a:gd name="connsiteY168" fmla="*/ 1998134 h 2870200"/>
              <a:gd name="connsiteX169" fmla="*/ 3251200 w 4089400"/>
              <a:gd name="connsiteY169" fmla="*/ 2353734 h 2870200"/>
              <a:gd name="connsiteX170" fmla="*/ 3276600 w 4089400"/>
              <a:gd name="connsiteY170" fmla="*/ 2387600 h 2870200"/>
              <a:gd name="connsiteX171" fmla="*/ 3285066 w 4089400"/>
              <a:gd name="connsiteY171" fmla="*/ 2497667 h 2870200"/>
              <a:gd name="connsiteX172" fmla="*/ 3302000 w 4089400"/>
              <a:gd name="connsiteY172" fmla="*/ 2531534 h 2870200"/>
              <a:gd name="connsiteX173" fmla="*/ 3318933 w 4089400"/>
              <a:gd name="connsiteY173" fmla="*/ 2599267 h 2870200"/>
              <a:gd name="connsiteX174" fmla="*/ 3344333 w 4089400"/>
              <a:gd name="connsiteY174" fmla="*/ 2667000 h 2870200"/>
              <a:gd name="connsiteX175" fmla="*/ 3386666 w 4089400"/>
              <a:gd name="connsiteY175" fmla="*/ 2810934 h 2870200"/>
              <a:gd name="connsiteX176" fmla="*/ 3412066 w 4089400"/>
              <a:gd name="connsiteY176" fmla="*/ 2870200 h 2870200"/>
              <a:gd name="connsiteX177" fmla="*/ 3437466 w 4089400"/>
              <a:gd name="connsiteY177" fmla="*/ 1828800 h 2870200"/>
              <a:gd name="connsiteX178" fmla="*/ 3436968 w 4089400"/>
              <a:gd name="connsiteY178" fmla="*/ 2090271 h 2870200"/>
              <a:gd name="connsiteX179" fmla="*/ 3462866 w 4089400"/>
              <a:gd name="connsiteY179" fmla="*/ 1735667 h 2870200"/>
              <a:gd name="connsiteX180" fmla="*/ 3488266 w 4089400"/>
              <a:gd name="connsiteY180" fmla="*/ 1651000 h 2870200"/>
              <a:gd name="connsiteX181" fmla="*/ 3496733 w 4089400"/>
              <a:gd name="connsiteY181" fmla="*/ 1701800 h 2870200"/>
              <a:gd name="connsiteX182" fmla="*/ 3500717 w 4089400"/>
              <a:gd name="connsiteY182" fmla="*/ 1875118 h 2870200"/>
              <a:gd name="connsiteX183" fmla="*/ 3522133 w 4089400"/>
              <a:gd name="connsiteY183" fmla="*/ 1752600 h 2870200"/>
              <a:gd name="connsiteX184" fmla="*/ 3530600 w 4089400"/>
              <a:gd name="connsiteY184" fmla="*/ 1693334 h 2870200"/>
              <a:gd name="connsiteX185" fmla="*/ 3572933 w 4089400"/>
              <a:gd name="connsiteY185" fmla="*/ 1608667 h 2870200"/>
              <a:gd name="connsiteX186" fmla="*/ 3589866 w 4089400"/>
              <a:gd name="connsiteY186" fmla="*/ 1566334 h 2870200"/>
              <a:gd name="connsiteX187" fmla="*/ 3632200 w 4089400"/>
              <a:gd name="connsiteY187" fmla="*/ 1464734 h 2870200"/>
              <a:gd name="connsiteX188" fmla="*/ 3636184 w 4089400"/>
              <a:gd name="connsiteY188" fmla="*/ 1373094 h 2870200"/>
              <a:gd name="connsiteX189" fmla="*/ 3657600 w 4089400"/>
              <a:gd name="connsiteY189" fmla="*/ 1363134 h 2870200"/>
              <a:gd name="connsiteX190" fmla="*/ 3674533 w 4089400"/>
              <a:gd name="connsiteY190" fmla="*/ 1320800 h 2870200"/>
              <a:gd name="connsiteX191" fmla="*/ 3669553 w 4089400"/>
              <a:gd name="connsiteY191" fmla="*/ 1151964 h 2870200"/>
              <a:gd name="connsiteX192" fmla="*/ 3716866 w 4089400"/>
              <a:gd name="connsiteY192" fmla="*/ 1227667 h 2870200"/>
              <a:gd name="connsiteX193" fmla="*/ 3725333 w 4089400"/>
              <a:gd name="connsiteY193" fmla="*/ 1176867 h 2870200"/>
              <a:gd name="connsiteX194" fmla="*/ 3742266 w 4089400"/>
              <a:gd name="connsiteY194" fmla="*/ 1126067 h 2870200"/>
              <a:gd name="connsiteX195" fmla="*/ 3750733 w 4089400"/>
              <a:gd name="connsiteY195" fmla="*/ 1058334 h 2870200"/>
              <a:gd name="connsiteX196" fmla="*/ 3759200 w 4089400"/>
              <a:gd name="connsiteY196" fmla="*/ 1270000 h 2870200"/>
              <a:gd name="connsiteX197" fmla="*/ 3788048 w 4089400"/>
              <a:gd name="connsiteY197" fmla="*/ 678606 h 2870200"/>
              <a:gd name="connsiteX198" fmla="*/ 3793066 w 4089400"/>
              <a:gd name="connsiteY198" fmla="*/ 558800 h 2870200"/>
              <a:gd name="connsiteX199" fmla="*/ 3810000 w 4089400"/>
              <a:gd name="connsiteY199" fmla="*/ 482600 h 2870200"/>
              <a:gd name="connsiteX200" fmla="*/ 3818466 w 4089400"/>
              <a:gd name="connsiteY200" fmla="*/ 533400 h 2870200"/>
              <a:gd name="connsiteX201" fmla="*/ 3835400 w 4089400"/>
              <a:gd name="connsiteY201" fmla="*/ 660400 h 2870200"/>
              <a:gd name="connsiteX202" fmla="*/ 3843866 w 4089400"/>
              <a:gd name="connsiteY202" fmla="*/ 702734 h 2870200"/>
              <a:gd name="connsiteX203" fmla="*/ 3860800 w 4089400"/>
              <a:gd name="connsiteY203" fmla="*/ 736600 h 2870200"/>
              <a:gd name="connsiteX204" fmla="*/ 3877733 w 4089400"/>
              <a:gd name="connsiteY204" fmla="*/ 702734 h 2870200"/>
              <a:gd name="connsiteX205" fmla="*/ 3937000 w 4089400"/>
              <a:gd name="connsiteY205" fmla="*/ 482600 h 2870200"/>
              <a:gd name="connsiteX206" fmla="*/ 3953933 w 4089400"/>
              <a:gd name="connsiteY206" fmla="*/ 457200 h 2870200"/>
              <a:gd name="connsiteX207" fmla="*/ 3979333 w 4089400"/>
              <a:gd name="connsiteY207" fmla="*/ 177800 h 2870200"/>
              <a:gd name="connsiteX208" fmla="*/ 4004733 w 4089400"/>
              <a:gd name="connsiteY208" fmla="*/ 135467 h 2870200"/>
              <a:gd name="connsiteX209" fmla="*/ 4013200 w 4089400"/>
              <a:gd name="connsiteY209" fmla="*/ 101600 h 2870200"/>
              <a:gd name="connsiteX210" fmla="*/ 4021666 w 4089400"/>
              <a:gd name="connsiteY210" fmla="*/ 76200 h 2870200"/>
              <a:gd name="connsiteX211" fmla="*/ 4030133 w 4089400"/>
              <a:gd name="connsiteY211" fmla="*/ 110067 h 2870200"/>
              <a:gd name="connsiteX212" fmla="*/ 4047066 w 4089400"/>
              <a:gd name="connsiteY212" fmla="*/ 160867 h 2870200"/>
              <a:gd name="connsiteX213" fmla="*/ 4089400 w 4089400"/>
              <a:gd name="connsiteY213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25400 w 4089400"/>
              <a:gd name="connsiteY2" fmla="*/ 626534 h 2870200"/>
              <a:gd name="connsiteX3" fmla="*/ 33866 w 4089400"/>
              <a:gd name="connsiteY3" fmla="*/ 592667 h 2870200"/>
              <a:gd name="connsiteX4" fmla="*/ 42333 w 4089400"/>
              <a:gd name="connsiteY4" fmla="*/ 567267 h 2870200"/>
              <a:gd name="connsiteX5" fmla="*/ 42333 w 4089400"/>
              <a:gd name="connsiteY5" fmla="*/ 821267 h 2870200"/>
              <a:gd name="connsiteX6" fmla="*/ 21415 w 4089400"/>
              <a:gd name="connsiteY6" fmla="*/ 1068793 h 2870200"/>
              <a:gd name="connsiteX7" fmla="*/ 25400 w 4089400"/>
              <a:gd name="connsiteY7" fmla="*/ 1354667 h 2870200"/>
              <a:gd name="connsiteX8" fmla="*/ 33866 w 4089400"/>
              <a:gd name="connsiteY8" fmla="*/ 1329267 h 2870200"/>
              <a:gd name="connsiteX9" fmla="*/ 42333 w 4089400"/>
              <a:gd name="connsiteY9" fmla="*/ 1286934 h 2870200"/>
              <a:gd name="connsiteX10" fmla="*/ 59266 w 4089400"/>
              <a:gd name="connsiteY10" fmla="*/ 1253067 h 2870200"/>
              <a:gd name="connsiteX11" fmla="*/ 76200 w 4089400"/>
              <a:gd name="connsiteY11" fmla="*/ 1202267 h 2870200"/>
              <a:gd name="connsiteX12" fmla="*/ 84666 w 4089400"/>
              <a:gd name="connsiteY12" fmla="*/ 1176867 h 2870200"/>
              <a:gd name="connsiteX13" fmla="*/ 101600 w 4089400"/>
              <a:gd name="connsiteY13" fmla="*/ 1143000 h 2870200"/>
              <a:gd name="connsiteX14" fmla="*/ 110066 w 4089400"/>
              <a:gd name="connsiteY14" fmla="*/ 1100667 h 2870200"/>
              <a:gd name="connsiteX15" fmla="*/ 135466 w 4089400"/>
              <a:gd name="connsiteY15" fmla="*/ 1032934 h 2870200"/>
              <a:gd name="connsiteX16" fmla="*/ 143933 w 4089400"/>
              <a:gd name="connsiteY16" fmla="*/ 999067 h 2870200"/>
              <a:gd name="connsiteX17" fmla="*/ 160866 w 4089400"/>
              <a:gd name="connsiteY17" fmla="*/ 948267 h 2870200"/>
              <a:gd name="connsiteX18" fmla="*/ 177800 w 4089400"/>
              <a:gd name="connsiteY18" fmla="*/ 1134534 h 2870200"/>
              <a:gd name="connsiteX19" fmla="*/ 194733 w 4089400"/>
              <a:gd name="connsiteY19" fmla="*/ 1464734 h 2870200"/>
              <a:gd name="connsiteX20" fmla="*/ 228600 w 4089400"/>
              <a:gd name="connsiteY20" fmla="*/ 1397000 h 2870200"/>
              <a:gd name="connsiteX21" fmla="*/ 254000 w 4089400"/>
              <a:gd name="connsiteY21" fmla="*/ 1363134 h 2870200"/>
              <a:gd name="connsiteX22" fmla="*/ 262466 w 4089400"/>
              <a:gd name="connsiteY22" fmla="*/ 1337734 h 2870200"/>
              <a:gd name="connsiteX23" fmla="*/ 279400 w 4089400"/>
              <a:gd name="connsiteY23" fmla="*/ 1371600 h 2870200"/>
              <a:gd name="connsiteX24" fmla="*/ 287866 w 4089400"/>
              <a:gd name="connsiteY24" fmla="*/ 2243667 h 2870200"/>
              <a:gd name="connsiteX25" fmla="*/ 313266 w 4089400"/>
              <a:gd name="connsiteY25" fmla="*/ 2201334 h 2870200"/>
              <a:gd name="connsiteX26" fmla="*/ 321733 w 4089400"/>
              <a:gd name="connsiteY26" fmla="*/ 2150534 h 2870200"/>
              <a:gd name="connsiteX27" fmla="*/ 346635 w 4089400"/>
              <a:gd name="connsiteY27" fmla="*/ 2376146 h 2870200"/>
              <a:gd name="connsiteX28" fmla="*/ 364066 w 4089400"/>
              <a:gd name="connsiteY28" fmla="*/ 2082800 h 2870200"/>
              <a:gd name="connsiteX29" fmla="*/ 389965 w 4089400"/>
              <a:gd name="connsiteY29" fmla="*/ 1792444 h 2870200"/>
              <a:gd name="connsiteX30" fmla="*/ 397933 w 4089400"/>
              <a:gd name="connsiteY30" fmla="*/ 2032000 h 2870200"/>
              <a:gd name="connsiteX31" fmla="*/ 423333 w 4089400"/>
              <a:gd name="connsiteY31" fmla="*/ 1998134 h 2870200"/>
              <a:gd name="connsiteX32" fmla="*/ 440266 w 4089400"/>
              <a:gd name="connsiteY32" fmla="*/ 1752600 h 2870200"/>
              <a:gd name="connsiteX33" fmla="*/ 465666 w 4089400"/>
              <a:gd name="connsiteY33" fmla="*/ 1651000 h 2870200"/>
              <a:gd name="connsiteX34" fmla="*/ 491066 w 4089400"/>
              <a:gd name="connsiteY34" fmla="*/ 1710267 h 2870200"/>
              <a:gd name="connsiteX35" fmla="*/ 499533 w 4089400"/>
              <a:gd name="connsiteY35" fmla="*/ 1735667 h 2870200"/>
              <a:gd name="connsiteX36" fmla="*/ 533400 w 4089400"/>
              <a:gd name="connsiteY36" fmla="*/ 1820334 h 2870200"/>
              <a:gd name="connsiteX37" fmla="*/ 558800 w 4089400"/>
              <a:gd name="connsiteY37" fmla="*/ 1938867 h 2870200"/>
              <a:gd name="connsiteX38" fmla="*/ 575733 w 4089400"/>
              <a:gd name="connsiteY38" fmla="*/ 1998134 h 2870200"/>
              <a:gd name="connsiteX39" fmla="*/ 592666 w 4089400"/>
              <a:gd name="connsiteY39" fmla="*/ 2023534 h 2870200"/>
              <a:gd name="connsiteX40" fmla="*/ 618066 w 4089400"/>
              <a:gd name="connsiteY40" fmla="*/ 1786467 h 2870200"/>
              <a:gd name="connsiteX41" fmla="*/ 626533 w 4089400"/>
              <a:gd name="connsiteY41" fmla="*/ 1744134 h 2870200"/>
              <a:gd name="connsiteX42" fmla="*/ 643466 w 4089400"/>
              <a:gd name="connsiteY42" fmla="*/ 1718734 h 2870200"/>
              <a:gd name="connsiteX43" fmla="*/ 660400 w 4089400"/>
              <a:gd name="connsiteY43" fmla="*/ 1617134 h 2870200"/>
              <a:gd name="connsiteX44" fmla="*/ 677333 w 4089400"/>
              <a:gd name="connsiteY44" fmla="*/ 1557867 h 2870200"/>
              <a:gd name="connsiteX45" fmla="*/ 685800 w 4089400"/>
              <a:gd name="connsiteY45" fmla="*/ 1524000 h 2870200"/>
              <a:gd name="connsiteX46" fmla="*/ 702733 w 4089400"/>
              <a:gd name="connsiteY46" fmla="*/ 1312334 h 2870200"/>
              <a:gd name="connsiteX47" fmla="*/ 719666 w 4089400"/>
              <a:gd name="connsiteY47" fmla="*/ 1380067 h 2870200"/>
              <a:gd name="connsiteX48" fmla="*/ 736600 w 4089400"/>
              <a:gd name="connsiteY48" fmla="*/ 1532467 h 2870200"/>
              <a:gd name="connsiteX49" fmla="*/ 753533 w 4089400"/>
              <a:gd name="connsiteY49" fmla="*/ 1566334 h 2870200"/>
              <a:gd name="connsiteX50" fmla="*/ 778933 w 4089400"/>
              <a:gd name="connsiteY50" fmla="*/ 1456267 h 2870200"/>
              <a:gd name="connsiteX51" fmla="*/ 795866 w 4089400"/>
              <a:gd name="connsiteY51" fmla="*/ 1430867 h 2870200"/>
              <a:gd name="connsiteX52" fmla="*/ 829733 w 4089400"/>
              <a:gd name="connsiteY52" fmla="*/ 1388534 h 2870200"/>
              <a:gd name="connsiteX53" fmla="*/ 838200 w 4089400"/>
              <a:gd name="connsiteY53" fmla="*/ 1498600 h 2870200"/>
              <a:gd name="connsiteX54" fmla="*/ 863600 w 4089400"/>
              <a:gd name="connsiteY54" fmla="*/ 1811867 h 2870200"/>
              <a:gd name="connsiteX55" fmla="*/ 872066 w 4089400"/>
              <a:gd name="connsiteY55" fmla="*/ 1642534 h 2870200"/>
              <a:gd name="connsiteX56" fmla="*/ 897466 w 4089400"/>
              <a:gd name="connsiteY56" fmla="*/ 1583267 h 2870200"/>
              <a:gd name="connsiteX57" fmla="*/ 905933 w 4089400"/>
              <a:gd name="connsiteY57" fmla="*/ 1557867 h 2870200"/>
              <a:gd name="connsiteX58" fmla="*/ 914400 w 4089400"/>
              <a:gd name="connsiteY58" fmla="*/ 2006600 h 2870200"/>
              <a:gd name="connsiteX59" fmla="*/ 939800 w 4089400"/>
              <a:gd name="connsiteY59" fmla="*/ 2116667 h 2870200"/>
              <a:gd name="connsiteX60" fmla="*/ 948266 w 4089400"/>
              <a:gd name="connsiteY60" fmla="*/ 1828800 h 2870200"/>
              <a:gd name="connsiteX61" fmla="*/ 965200 w 4089400"/>
              <a:gd name="connsiteY61" fmla="*/ 1794934 h 2870200"/>
              <a:gd name="connsiteX62" fmla="*/ 973666 w 4089400"/>
              <a:gd name="connsiteY62" fmla="*/ 1761067 h 2870200"/>
              <a:gd name="connsiteX63" fmla="*/ 990600 w 4089400"/>
              <a:gd name="connsiteY63" fmla="*/ 1871134 h 2870200"/>
              <a:gd name="connsiteX64" fmla="*/ 1007533 w 4089400"/>
              <a:gd name="connsiteY64" fmla="*/ 1947334 h 2870200"/>
              <a:gd name="connsiteX65" fmla="*/ 1024466 w 4089400"/>
              <a:gd name="connsiteY65" fmla="*/ 2040467 h 2870200"/>
              <a:gd name="connsiteX66" fmla="*/ 1049866 w 4089400"/>
              <a:gd name="connsiteY66" fmla="*/ 2108200 h 2870200"/>
              <a:gd name="connsiteX67" fmla="*/ 1058333 w 4089400"/>
              <a:gd name="connsiteY67" fmla="*/ 2150534 h 2870200"/>
              <a:gd name="connsiteX68" fmla="*/ 1100666 w 4089400"/>
              <a:gd name="connsiteY68" fmla="*/ 2209800 h 2870200"/>
              <a:gd name="connsiteX69" fmla="*/ 1109133 w 4089400"/>
              <a:gd name="connsiteY69" fmla="*/ 2108200 h 2870200"/>
              <a:gd name="connsiteX70" fmla="*/ 1159933 w 4089400"/>
              <a:gd name="connsiteY70" fmla="*/ 1989667 h 2870200"/>
              <a:gd name="connsiteX71" fmla="*/ 1210733 w 4089400"/>
              <a:gd name="connsiteY71" fmla="*/ 1913467 h 2870200"/>
              <a:gd name="connsiteX72" fmla="*/ 1219200 w 4089400"/>
              <a:gd name="connsiteY72" fmla="*/ 2167467 h 2870200"/>
              <a:gd name="connsiteX73" fmla="*/ 1236133 w 4089400"/>
              <a:gd name="connsiteY73" fmla="*/ 2082800 h 2870200"/>
              <a:gd name="connsiteX74" fmla="*/ 1244600 w 4089400"/>
              <a:gd name="connsiteY74" fmla="*/ 2015067 h 2870200"/>
              <a:gd name="connsiteX75" fmla="*/ 1286933 w 4089400"/>
              <a:gd name="connsiteY75" fmla="*/ 1854200 h 2870200"/>
              <a:gd name="connsiteX76" fmla="*/ 1295400 w 4089400"/>
              <a:gd name="connsiteY76" fmla="*/ 1803400 h 2870200"/>
              <a:gd name="connsiteX77" fmla="*/ 1320800 w 4089400"/>
              <a:gd name="connsiteY77" fmla="*/ 1701800 h 2870200"/>
              <a:gd name="connsiteX78" fmla="*/ 1346200 w 4089400"/>
              <a:gd name="connsiteY78" fmla="*/ 1718734 h 2870200"/>
              <a:gd name="connsiteX79" fmla="*/ 1354666 w 4089400"/>
              <a:gd name="connsiteY79" fmla="*/ 1744134 h 2870200"/>
              <a:gd name="connsiteX80" fmla="*/ 1380066 w 4089400"/>
              <a:gd name="connsiteY80" fmla="*/ 1828800 h 2870200"/>
              <a:gd name="connsiteX81" fmla="*/ 1397000 w 4089400"/>
              <a:gd name="connsiteY81" fmla="*/ 1879600 h 2870200"/>
              <a:gd name="connsiteX82" fmla="*/ 1405466 w 4089400"/>
              <a:gd name="connsiteY82" fmla="*/ 1913467 h 2870200"/>
              <a:gd name="connsiteX83" fmla="*/ 1430866 w 4089400"/>
              <a:gd name="connsiteY83" fmla="*/ 1947334 h 2870200"/>
              <a:gd name="connsiteX84" fmla="*/ 1447800 w 4089400"/>
              <a:gd name="connsiteY84" fmla="*/ 1938867 h 2870200"/>
              <a:gd name="connsiteX85" fmla="*/ 1490133 w 4089400"/>
              <a:gd name="connsiteY85" fmla="*/ 1803400 h 2870200"/>
              <a:gd name="connsiteX86" fmla="*/ 1549400 w 4089400"/>
              <a:gd name="connsiteY86" fmla="*/ 1651000 h 2870200"/>
              <a:gd name="connsiteX87" fmla="*/ 1557866 w 4089400"/>
              <a:gd name="connsiteY87" fmla="*/ 1591734 h 2870200"/>
              <a:gd name="connsiteX88" fmla="*/ 1574800 w 4089400"/>
              <a:gd name="connsiteY88" fmla="*/ 1566334 h 2870200"/>
              <a:gd name="connsiteX89" fmla="*/ 1583266 w 4089400"/>
              <a:gd name="connsiteY89" fmla="*/ 1524000 h 2870200"/>
              <a:gd name="connsiteX90" fmla="*/ 1591733 w 4089400"/>
              <a:gd name="connsiteY90" fmla="*/ 1498600 h 2870200"/>
              <a:gd name="connsiteX91" fmla="*/ 1608666 w 4089400"/>
              <a:gd name="connsiteY91" fmla="*/ 1524000 h 2870200"/>
              <a:gd name="connsiteX92" fmla="*/ 1634066 w 4089400"/>
              <a:gd name="connsiteY92" fmla="*/ 1490134 h 2870200"/>
              <a:gd name="connsiteX93" fmla="*/ 1659466 w 4089400"/>
              <a:gd name="connsiteY93" fmla="*/ 1388534 h 2870200"/>
              <a:gd name="connsiteX94" fmla="*/ 1718733 w 4089400"/>
              <a:gd name="connsiteY94" fmla="*/ 1286934 h 2870200"/>
              <a:gd name="connsiteX95" fmla="*/ 1769533 w 4089400"/>
              <a:gd name="connsiteY95" fmla="*/ 1176867 h 2870200"/>
              <a:gd name="connsiteX96" fmla="*/ 1794933 w 4089400"/>
              <a:gd name="connsiteY96" fmla="*/ 1202267 h 2870200"/>
              <a:gd name="connsiteX97" fmla="*/ 1803400 w 4089400"/>
              <a:gd name="connsiteY97" fmla="*/ 1227667 h 2870200"/>
              <a:gd name="connsiteX98" fmla="*/ 1820333 w 4089400"/>
              <a:gd name="connsiteY98" fmla="*/ 1261534 h 2870200"/>
              <a:gd name="connsiteX99" fmla="*/ 1862666 w 4089400"/>
              <a:gd name="connsiteY99" fmla="*/ 1422400 h 2870200"/>
              <a:gd name="connsiteX100" fmla="*/ 1913466 w 4089400"/>
              <a:gd name="connsiteY100" fmla="*/ 1600200 h 2870200"/>
              <a:gd name="connsiteX101" fmla="*/ 1964266 w 4089400"/>
              <a:gd name="connsiteY101" fmla="*/ 1744134 h 2870200"/>
              <a:gd name="connsiteX102" fmla="*/ 1981200 w 4089400"/>
              <a:gd name="connsiteY102" fmla="*/ 1498600 h 2870200"/>
              <a:gd name="connsiteX103" fmla="*/ 1998133 w 4089400"/>
              <a:gd name="connsiteY103" fmla="*/ 1464734 h 2870200"/>
              <a:gd name="connsiteX104" fmla="*/ 2006600 w 4089400"/>
              <a:gd name="connsiteY104" fmla="*/ 1439334 h 2870200"/>
              <a:gd name="connsiteX105" fmla="*/ 2057400 w 4089400"/>
              <a:gd name="connsiteY105" fmla="*/ 2032000 h 2870200"/>
              <a:gd name="connsiteX106" fmla="*/ 2065866 w 4089400"/>
              <a:gd name="connsiteY106" fmla="*/ 2150534 h 2870200"/>
              <a:gd name="connsiteX107" fmla="*/ 2074333 w 4089400"/>
              <a:gd name="connsiteY107" fmla="*/ 2489200 h 2870200"/>
              <a:gd name="connsiteX108" fmla="*/ 2108200 w 4089400"/>
              <a:gd name="connsiteY108" fmla="*/ 2421467 h 2870200"/>
              <a:gd name="connsiteX109" fmla="*/ 2150533 w 4089400"/>
              <a:gd name="connsiteY109" fmla="*/ 2319867 h 2870200"/>
              <a:gd name="connsiteX110" fmla="*/ 2175933 w 4089400"/>
              <a:gd name="connsiteY110" fmla="*/ 2286000 h 2870200"/>
              <a:gd name="connsiteX111" fmla="*/ 2209800 w 4089400"/>
              <a:gd name="connsiteY111" fmla="*/ 2235200 h 2870200"/>
              <a:gd name="connsiteX112" fmla="*/ 2226733 w 4089400"/>
              <a:gd name="connsiteY112" fmla="*/ 2514600 h 2870200"/>
              <a:gd name="connsiteX113" fmla="*/ 2252133 w 4089400"/>
              <a:gd name="connsiteY113" fmla="*/ 2565400 h 2870200"/>
              <a:gd name="connsiteX114" fmla="*/ 2260600 w 4089400"/>
              <a:gd name="connsiteY114" fmla="*/ 2489200 h 2870200"/>
              <a:gd name="connsiteX115" fmla="*/ 2277533 w 4089400"/>
              <a:gd name="connsiteY115" fmla="*/ 2421467 h 2870200"/>
              <a:gd name="connsiteX116" fmla="*/ 2286000 w 4089400"/>
              <a:gd name="connsiteY116" fmla="*/ 1718734 h 2870200"/>
              <a:gd name="connsiteX117" fmla="*/ 2311400 w 4089400"/>
              <a:gd name="connsiteY117" fmla="*/ 1811867 h 2870200"/>
              <a:gd name="connsiteX118" fmla="*/ 2336800 w 4089400"/>
              <a:gd name="connsiteY118" fmla="*/ 1871134 h 2870200"/>
              <a:gd name="connsiteX119" fmla="*/ 2362200 w 4089400"/>
              <a:gd name="connsiteY119" fmla="*/ 1938867 h 2870200"/>
              <a:gd name="connsiteX120" fmla="*/ 2370666 w 4089400"/>
              <a:gd name="connsiteY120" fmla="*/ 1972734 h 2870200"/>
              <a:gd name="connsiteX121" fmla="*/ 2379133 w 4089400"/>
              <a:gd name="connsiteY121" fmla="*/ 1574800 h 2870200"/>
              <a:gd name="connsiteX122" fmla="*/ 2404533 w 4089400"/>
              <a:gd name="connsiteY122" fmla="*/ 1236134 h 2870200"/>
              <a:gd name="connsiteX123" fmla="*/ 2421466 w 4089400"/>
              <a:gd name="connsiteY123" fmla="*/ 1092200 h 2870200"/>
              <a:gd name="connsiteX124" fmla="*/ 2429933 w 4089400"/>
              <a:gd name="connsiteY124" fmla="*/ 1066800 h 2870200"/>
              <a:gd name="connsiteX125" fmla="*/ 2438400 w 4089400"/>
              <a:gd name="connsiteY125" fmla="*/ 1092200 h 2870200"/>
              <a:gd name="connsiteX126" fmla="*/ 2455333 w 4089400"/>
              <a:gd name="connsiteY126" fmla="*/ 1117600 h 2870200"/>
              <a:gd name="connsiteX127" fmla="*/ 2463800 w 4089400"/>
              <a:gd name="connsiteY127" fmla="*/ 1227667 h 2870200"/>
              <a:gd name="connsiteX128" fmla="*/ 2489200 w 4089400"/>
              <a:gd name="connsiteY128" fmla="*/ 753534 h 2870200"/>
              <a:gd name="connsiteX129" fmla="*/ 2506133 w 4089400"/>
              <a:gd name="connsiteY129" fmla="*/ 685800 h 2870200"/>
              <a:gd name="connsiteX130" fmla="*/ 2514600 w 4089400"/>
              <a:gd name="connsiteY130" fmla="*/ 609600 h 2870200"/>
              <a:gd name="connsiteX131" fmla="*/ 2523066 w 4089400"/>
              <a:gd name="connsiteY131" fmla="*/ 558800 h 2870200"/>
              <a:gd name="connsiteX132" fmla="*/ 2540000 w 4089400"/>
              <a:gd name="connsiteY132" fmla="*/ 584200 h 2870200"/>
              <a:gd name="connsiteX133" fmla="*/ 2548466 w 4089400"/>
              <a:gd name="connsiteY133" fmla="*/ 778934 h 2870200"/>
              <a:gd name="connsiteX134" fmla="*/ 2590800 w 4089400"/>
              <a:gd name="connsiteY134" fmla="*/ 914400 h 2870200"/>
              <a:gd name="connsiteX135" fmla="*/ 2607733 w 4089400"/>
              <a:gd name="connsiteY135" fmla="*/ 973667 h 2870200"/>
              <a:gd name="connsiteX136" fmla="*/ 2624666 w 4089400"/>
              <a:gd name="connsiteY136" fmla="*/ 812800 h 2870200"/>
              <a:gd name="connsiteX137" fmla="*/ 2641600 w 4089400"/>
              <a:gd name="connsiteY137" fmla="*/ 694267 h 2870200"/>
              <a:gd name="connsiteX138" fmla="*/ 2667000 w 4089400"/>
              <a:gd name="connsiteY138" fmla="*/ 558800 h 2870200"/>
              <a:gd name="connsiteX139" fmla="*/ 2692400 w 4089400"/>
              <a:gd name="connsiteY139" fmla="*/ 321734 h 2870200"/>
              <a:gd name="connsiteX140" fmla="*/ 2709333 w 4089400"/>
              <a:gd name="connsiteY140" fmla="*/ 1058334 h 2870200"/>
              <a:gd name="connsiteX141" fmla="*/ 2735730 w 4089400"/>
              <a:gd name="connsiteY141" fmla="*/ 1023969 h 2870200"/>
              <a:gd name="connsiteX142" fmla="*/ 2785533 w 4089400"/>
              <a:gd name="connsiteY142" fmla="*/ 905934 h 2870200"/>
              <a:gd name="connsiteX143" fmla="*/ 2819400 w 4089400"/>
              <a:gd name="connsiteY143" fmla="*/ 855134 h 2870200"/>
              <a:gd name="connsiteX144" fmla="*/ 2844800 w 4089400"/>
              <a:gd name="connsiteY144" fmla="*/ 1422400 h 2870200"/>
              <a:gd name="connsiteX145" fmla="*/ 2853266 w 4089400"/>
              <a:gd name="connsiteY145" fmla="*/ 1388534 h 2870200"/>
              <a:gd name="connsiteX146" fmla="*/ 2870200 w 4089400"/>
              <a:gd name="connsiteY146" fmla="*/ 1363134 h 2870200"/>
              <a:gd name="connsiteX147" fmla="*/ 2895600 w 4089400"/>
              <a:gd name="connsiteY147" fmla="*/ 1278467 h 2870200"/>
              <a:gd name="connsiteX148" fmla="*/ 2912533 w 4089400"/>
              <a:gd name="connsiteY148" fmla="*/ 1320800 h 2870200"/>
              <a:gd name="connsiteX149" fmla="*/ 2929466 w 4089400"/>
              <a:gd name="connsiteY149" fmla="*/ 1388534 h 2870200"/>
              <a:gd name="connsiteX150" fmla="*/ 2946400 w 4089400"/>
              <a:gd name="connsiteY150" fmla="*/ 1422400 h 2870200"/>
              <a:gd name="connsiteX151" fmla="*/ 2988733 w 4089400"/>
              <a:gd name="connsiteY151" fmla="*/ 1540934 h 2870200"/>
              <a:gd name="connsiteX152" fmla="*/ 3005666 w 4089400"/>
              <a:gd name="connsiteY152" fmla="*/ 1566334 h 2870200"/>
              <a:gd name="connsiteX153" fmla="*/ 3039533 w 4089400"/>
              <a:gd name="connsiteY153" fmla="*/ 1718734 h 2870200"/>
              <a:gd name="connsiteX154" fmla="*/ 3064933 w 4089400"/>
              <a:gd name="connsiteY154" fmla="*/ 1761067 h 2870200"/>
              <a:gd name="connsiteX155" fmla="*/ 3098800 w 4089400"/>
              <a:gd name="connsiteY155" fmla="*/ 1879600 h 2870200"/>
              <a:gd name="connsiteX156" fmla="*/ 3090333 w 4089400"/>
              <a:gd name="connsiteY156" fmla="*/ 1913467 h 2870200"/>
              <a:gd name="connsiteX157" fmla="*/ 3102783 w 4089400"/>
              <a:gd name="connsiteY157" fmla="*/ 1901016 h 2870200"/>
              <a:gd name="connsiteX158" fmla="*/ 3081866 w 4089400"/>
              <a:gd name="connsiteY158" fmla="*/ 1888067 h 2870200"/>
              <a:gd name="connsiteX159" fmla="*/ 3107266 w 4089400"/>
              <a:gd name="connsiteY159" fmla="*/ 1871134 h 2870200"/>
              <a:gd name="connsiteX160" fmla="*/ 3115733 w 4089400"/>
              <a:gd name="connsiteY160" fmla="*/ 1769534 h 2870200"/>
              <a:gd name="connsiteX161" fmla="*/ 3132666 w 4089400"/>
              <a:gd name="connsiteY161" fmla="*/ 1710267 h 2870200"/>
              <a:gd name="connsiteX162" fmla="*/ 3141133 w 4089400"/>
              <a:gd name="connsiteY162" fmla="*/ 1684867 h 2870200"/>
              <a:gd name="connsiteX163" fmla="*/ 3166533 w 4089400"/>
              <a:gd name="connsiteY163" fmla="*/ 1676400 h 2870200"/>
              <a:gd name="connsiteX164" fmla="*/ 3175000 w 4089400"/>
              <a:gd name="connsiteY164" fmla="*/ 2006600 h 2870200"/>
              <a:gd name="connsiteX165" fmla="*/ 3183466 w 4089400"/>
              <a:gd name="connsiteY165" fmla="*/ 2048934 h 2870200"/>
              <a:gd name="connsiteX166" fmla="*/ 3191933 w 4089400"/>
              <a:gd name="connsiteY166" fmla="*/ 2099734 h 2870200"/>
              <a:gd name="connsiteX167" fmla="*/ 3208866 w 4089400"/>
              <a:gd name="connsiteY167" fmla="*/ 2048934 h 2870200"/>
              <a:gd name="connsiteX168" fmla="*/ 3217333 w 4089400"/>
              <a:gd name="connsiteY168" fmla="*/ 1998134 h 2870200"/>
              <a:gd name="connsiteX169" fmla="*/ 3251200 w 4089400"/>
              <a:gd name="connsiteY169" fmla="*/ 2353734 h 2870200"/>
              <a:gd name="connsiteX170" fmla="*/ 3276600 w 4089400"/>
              <a:gd name="connsiteY170" fmla="*/ 2387600 h 2870200"/>
              <a:gd name="connsiteX171" fmla="*/ 3285066 w 4089400"/>
              <a:gd name="connsiteY171" fmla="*/ 2497667 h 2870200"/>
              <a:gd name="connsiteX172" fmla="*/ 3302000 w 4089400"/>
              <a:gd name="connsiteY172" fmla="*/ 2531534 h 2870200"/>
              <a:gd name="connsiteX173" fmla="*/ 3318933 w 4089400"/>
              <a:gd name="connsiteY173" fmla="*/ 2599267 h 2870200"/>
              <a:gd name="connsiteX174" fmla="*/ 3344333 w 4089400"/>
              <a:gd name="connsiteY174" fmla="*/ 2667000 h 2870200"/>
              <a:gd name="connsiteX175" fmla="*/ 3386666 w 4089400"/>
              <a:gd name="connsiteY175" fmla="*/ 2810934 h 2870200"/>
              <a:gd name="connsiteX176" fmla="*/ 3412066 w 4089400"/>
              <a:gd name="connsiteY176" fmla="*/ 2870200 h 2870200"/>
              <a:gd name="connsiteX177" fmla="*/ 3437466 w 4089400"/>
              <a:gd name="connsiteY177" fmla="*/ 1828800 h 2870200"/>
              <a:gd name="connsiteX178" fmla="*/ 3436968 w 4089400"/>
              <a:gd name="connsiteY178" fmla="*/ 2090271 h 2870200"/>
              <a:gd name="connsiteX179" fmla="*/ 3462866 w 4089400"/>
              <a:gd name="connsiteY179" fmla="*/ 1735667 h 2870200"/>
              <a:gd name="connsiteX180" fmla="*/ 3488266 w 4089400"/>
              <a:gd name="connsiteY180" fmla="*/ 1651000 h 2870200"/>
              <a:gd name="connsiteX181" fmla="*/ 3496733 w 4089400"/>
              <a:gd name="connsiteY181" fmla="*/ 1701800 h 2870200"/>
              <a:gd name="connsiteX182" fmla="*/ 3500717 w 4089400"/>
              <a:gd name="connsiteY182" fmla="*/ 1875118 h 2870200"/>
              <a:gd name="connsiteX183" fmla="*/ 3522133 w 4089400"/>
              <a:gd name="connsiteY183" fmla="*/ 1752600 h 2870200"/>
              <a:gd name="connsiteX184" fmla="*/ 3530600 w 4089400"/>
              <a:gd name="connsiteY184" fmla="*/ 1693334 h 2870200"/>
              <a:gd name="connsiteX185" fmla="*/ 3572933 w 4089400"/>
              <a:gd name="connsiteY185" fmla="*/ 1608667 h 2870200"/>
              <a:gd name="connsiteX186" fmla="*/ 3589866 w 4089400"/>
              <a:gd name="connsiteY186" fmla="*/ 1566334 h 2870200"/>
              <a:gd name="connsiteX187" fmla="*/ 3632200 w 4089400"/>
              <a:gd name="connsiteY187" fmla="*/ 1464734 h 2870200"/>
              <a:gd name="connsiteX188" fmla="*/ 3636184 w 4089400"/>
              <a:gd name="connsiteY188" fmla="*/ 1373094 h 2870200"/>
              <a:gd name="connsiteX189" fmla="*/ 3657600 w 4089400"/>
              <a:gd name="connsiteY189" fmla="*/ 1363134 h 2870200"/>
              <a:gd name="connsiteX190" fmla="*/ 3674533 w 4089400"/>
              <a:gd name="connsiteY190" fmla="*/ 1320800 h 2870200"/>
              <a:gd name="connsiteX191" fmla="*/ 3669553 w 4089400"/>
              <a:gd name="connsiteY191" fmla="*/ 1151964 h 2870200"/>
              <a:gd name="connsiteX192" fmla="*/ 3716866 w 4089400"/>
              <a:gd name="connsiteY192" fmla="*/ 1227667 h 2870200"/>
              <a:gd name="connsiteX193" fmla="*/ 3725333 w 4089400"/>
              <a:gd name="connsiteY193" fmla="*/ 1176867 h 2870200"/>
              <a:gd name="connsiteX194" fmla="*/ 3742266 w 4089400"/>
              <a:gd name="connsiteY194" fmla="*/ 1126067 h 2870200"/>
              <a:gd name="connsiteX195" fmla="*/ 3750733 w 4089400"/>
              <a:gd name="connsiteY195" fmla="*/ 1058334 h 2870200"/>
              <a:gd name="connsiteX196" fmla="*/ 3759200 w 4089400"/>
              <a:gd name="connsiteY196" fmla="*/ 1270000 h 2870200"/>
              <a:gd name="connsiteX197" fmla="*/ 3788048 w 4089400"/>
              <a:gd name="connsiteY197" fmla="*/ 678606 h 2870200"/>
              <a:gd name="connsiteX198" fmla="*/ 3793066 w 4089400"/>
              <a:gd name="connsiteY198" fmla="*/ 558800 h 2870200"/>
              <a:gd name="connsiteX199" fmla="*/ 3810000 w 4089400"/>
              <a:gd name="connsiteY199" fmla="*/ 482600 h 2870200"/>
              <a:gd name="connsiteX200" fmla="*/ 3818466 w 4089400"/>
              <a:gd name="connsiteY200" fmla="*/ 533400 h 2870200"/>
              <a:gd name="connsiteX201" fmla="*/ 3835400 w 4089400"/>
              <a:gd name="connsiteY201" fmla="*/ 660400 h 2870200"/>
              <a:gd name="connsiteX202" fmla="*/ 3843866 w 4089400"/>
              <a:gd name="connsiteY202" fmla="*/ 702734 h 2870200"/>
              <a:gd name="connsiteX203" fmla="*/ 3860800 w 4089400"/>
              <a:gd name="connsiteY203" fmla="*/ 736600 h 2870200"/>
              <a:gd name="connsiteX204" fmla="*/ 3877733 w 4089400"/>
              <a:gd name="connsiteY204" fmla="*/ 702734 h 2870200"/>
              <a:gd name="connsiteX205" fmla="*/ 3937000 w 4089400"/>
              <a:gd name="connsiteY205" fmla="*/ 482600 h 2870200"/>
              <a:gd name="connsiteX206" fmla="*/ 3953933 w 4089400"/>
              <a:gd name="connsiteY206" fmla="*/ 457200 h 2870200"/>
              <a:gd name="connsiteX207" fmla="*/ 3979333 w 4089400"/>
              <a:gd name="connsiteY207" fmla="*/ 177800 h 2870200"/>
              <a:gd name="connsiteX208" fmla="*/ 4004733 w 4089400"/>
              <a:gd name="connsiteY208" fmla="*/ 135467 h 2870200"/>
              <a:gd name="connsiteX209" fmla="*/ 4013200 w 4089400"/>
              <a:gd name="connsiteY209" fmla="*/ 101600 h 2870200"/>
              <a:gd name="connsiteX210" fmla="*/ 4021666 w 4089400"/>
              <a:gd name="connsiteY210" fmla="*/ 76200 h 2870200"/>
              <a:gd name="connsiteX211" fmla="*/ 4030133 w 4089400"/>
              <a:gd name="connsiteY211" fmla="*/ 110067 h 2870200"/>
              <a:gd name="connsiteX212" fmla="*/ 4047066 w 4089400"/>
              <a:gd name="connsiteY212" fmla="*/ 160867 h 2870200"/>
              <a:gd name="connsiteX213" fmla="*/ 4089400 w 4089400"/>
              <a:gd name="connsiteY213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25400 w 4089400"/>
              <a:gd name="connsiteY2" fmla="*/ 626534 h 2870200"/>
              <a:gd name="connsiteX3" fmla="*/ 33866 w 4089400"/>
              <a:gd name="connsiteY3" fmla="*/ 592667 h 2870200"/>
              <a:gd name="connsiteX4" fmla="*/ 42333 w 4089400"/>
              <a:gd name="connsiteY4" fmla="*/ 567267 h 2870200"/>
              <a:gd name="connsiteX5" fmla="*/ 42333 w 4089400"/>
              <a:gd name="connsiteY5" fmla="*/ 821267 h 2870200"/>
              <a:gd name="connsiteX6" fmla="*/ 21415 w 4089400"/>
              <a:gd name="connsiteY6" fmla="*/ 1068793 h 2870200"/>
              <a:gd name="connsiteX7" fmla="*/ 25400 w 4089400"/>
              <a:gd name="connsiteY7" fmla="*/ 1354667 h 2870200"/>
              <a:gd name="connsiteX8" fmla="*/ 33866 w 4089400"/>
              <a:gd name="connsiteY8" fmla="*/ 1329267 h 2870200"/>
              <a:gd name="connsiteX9" fmla="*/ 42333 w 4089400"/>
              <a:gd name="connsiteY9" fmla="*/ 1286934 h 2870200"/>
              <a:gd name="connsiteX10" fmla="*/ 59266 w 4089400"/>
              <a:gd name="connsiteY10" fmla="*/ 1253067 h 2870200"/>
              <a:gd name="connsiteX11" fmla="*/ 76200 w 4089400"/>
              <a:gd name="connsiteY11" fmla="*/ 1202267 h 2870200"/>
              <a:gd name="connsiteX12" fmla="*/ 84666 w 4089400"/>
              <a:gd name="connsiteY12" fmla="*/ 1176867 h 2870200"/>
              <a:gd name="connsiteX13" fmla="*/ 101600 w 4089400"/>
              <a:gd name="connsiteY13" fmla="*/ 1143000 h 2870200"/>
              <a:gd name="connsiteX14" fmla="*/ 110066 w 4089400"/>
              <a:gd name="connsiteY14" fmla="*/ 1100667 h 2870200"/>
              <a:gd name="connsiteX15" fmla="*/ 135466 w 4089400"/>
              <a:gd name="connsiteY15" fmla="*/ 1032934 h 2870200"/>
              <a:gd name="connsiteX16" fmla="*/ 143933 w 4089400"/>
              <a:gd name="connsiteY16" fmla="*/ 999067 h 2870200"/>
              <a:gd name="connsiteX17" fmla="*/ 160866 w 4089400"/>
              <a:gd name="connsiteY17" fmla="*/ 948267 h 2870200"/>
              <a:gd name="connsiteX18" fmla="*/ 177800 w 4089400"/>
              <a:gd name="connsiteY18" fmla="*/ 1134534 h 2870200"/>
              <a:gd name="connsiteX19" fmla="*/ 194733 w 4089400"/>
              <a:gd name="connsiteY19" fmla="*/ 1464734 h 2870200"/>
              <a:gd name="connsiteX20" fmla="*/ 228600 w 4089400"/>
              <a:gd name="connsiteY20" fmla="*/ 1397000 h 2870200"/>
              <a:gd name="connsiteX21" fmla="*/ 254000 w 4089400"/>
              <a:gd name="connsiteY21" fmla="*/ 1363134 h 2870200"/>
              <a:gd name="connsiteX22" fmla="*/ 262466 w 4089400"/>
              <a:gd name="connsiteY22" fmla="*/ 1337734 h 2870200"/>
              <a:gd name="connsiteX23" fmla="*/ 279400 w 4089400"/>
              <a:gd name="connsiteY23" fmla="*/ 1371600 h 2870200"/>
              <a:gd name="connsiteX24" fmla="*/ 287866 w 4089400"/>
              <a:gd name="connsiteY24" fmla="*/ 2243667 h 2870200"/>
              <a:gd name="connsiteX25" fmla="*/ 313266 w 4089400"/>
              <a:gd name="connsiteY25" fmla="*/ 2201334 h 2870200"/>
              <a:gd name="connsiteX26" fmla="*/ 321733 w 4089400"/>
              <a:gd name="connsiteY26" fmla="*/ 2150534 h 2870200"/>
              <a:gd name="connsiteX27" fmla="*/ 346635 w 4089400"/>
              <a:gd name="connsiteY27" fmla="*/ 2376146 h 2870200"/>
              <a:gd name="connsiteX28" fmla="*/ 364066 w 4089400"/>
              <a:gd name="connsiteY28" fmla="*/ 2082800 h 2870200"/>
              <a:gd name="connsiteX29" fmla="*/ 389965 w 4089400"/>
              <a:gd name="connsiteY29" fmla="*/ 1792444 h 2870200"/>
              <a:gd name="connsiteX30" fmla="*/ 397933 w 4089400"/>
              <a:gd name="connsiteY30" fmla="*/ 2032000 h 2870200"/>
              <a:gd name="connsiteX31" fmla="*/ 423333 w 4089400"/>
              <a:gd name="connsiteY31" fmla="*/ 1998134 h 2870200"/>
              <a:gd name="connsiteX32" fmla="*/ 440266 w 4089400"/>
              <a:gd name="connsiteY32" fmla="*/ 1752600 h 2870200"/>
              <a:gd name="connsiteX33" fmla="*/ 465666 w 4089400"/>
              <a:gd name="connsiteY33" fmla="*/ 1651000 h 2870200"/>
              <a:gd name="connsiteX34" fmla="*/ 491066 w 4089400"/>
              <a:gd name="connsiteY34" fmla="*/ 1710267 h 2870200"/>
              <a:gd name="connsiteX35" fmla="*/ 499533 w 4089400"/>
              <a:gd name="connsiteY35" fmla="*/ 1851666 h 2870200"/>
              <a:gd name="connsiteX36" fmla="*/ 533400 w 4089400"/>
              <a:gd name="connsiteY36" fmla="*/ 1820334 h 2870200"/>
              <a:gd name="connsiteX37" fmla="*/ 558800 w 4089400"/>
              <a:gd name="connsiteY37" fmla="*/ 1938867 h 2870200"/>
              <a:gd name="connsiteX38" fmla="*/ 575733 w 4089400"/>
              <a:gd name="connsiteY38" fmla="*/ 1998134 h 2870200"/>
              <a:gd name="connsiteX39" fmla="*/ 592666 w 4089400"/>
              <a:gd name="connsiteY39" fmla="*/ 2023534 h 2870200"/>
              <a:gd name="connsiteX40" fmla="*/ 618066 w 4089400"/>
              <a:gd name="connsiteY40" fmla="*/ 1786467 h 2870200"/>
              <a:gd name="connsiteX41" fmla="*/ 626533 w 4089400"/>
              <a:gd name="connsiteY41" fmla="*/ 1744134 h 2870200"/>
              <a:gd name="connsiteX42" fmla="*/ 643466 w 4089400"/>
              <a:gd name="connsiteY42" fmla="*/ 1718734 h 2870200"/>
              <a:gd name="connsiteX43" fmla="*/ 660400 w 4089400"/>
              <a:gd name="connsiteY43" fmla="*/ 1617134 h 2870200"/>
              <a:gd name="connsiteX44" fmla="*/ 677333 w 4089400"/>
              <a:gd name="connsiteY44" fmla="*/ 1557867 h 2870200"/>
              <a:gd name="connsiteX45" fmla="*/ 685800 w 4089400"/>
              <a:gd name="connsiteY45" fmla="*/ 1524000 h 2870200"/>
              <a:gd name="connsiteX46" fmla="*/ 702733 w 4089400"/>
              <a:gd name="connsiteY46" fmla="*/ 1312334 h 2870200"/>
              <a:gd name="connsiteX47" fmla="*/ 719666 w 4089400"/>
              <a:gd name="connsiteY47" fmla="*/ 1380067 h 2870200"/>
              <a:gd name="connsiteX48" fmla="*/ 736600 w 4089400"/>
              <a:gd name="connsiteY48" fmla="*/ 1532467 h 2870200"/>
              <a:gd name="connsiteX49" fmla="*/ 753533 w 4089400"/>
              <a:gd name="connsiteY49" fmla="*/ 1566334 h 2870200"/>
              <a:gd name="connsiteX50" fmla="*/ 778933 w 4089400"/>
              <a:gd name="connsiteY50" fmla="*/ 1456267 h 2870200"/>
              <a:gd name="connsiteX51" fmla="*/ 795866 w 4089400"/>
              <a:gd name="connsiteY51" fmla="*/ 1430867 h 2870200"/>
              <a:gd name="connsiteX52" fmla="*/ 829733 w 4089400"/>
              <a:gd name="connsiteY52" fmla="*/ 1388534 h 2870200"/>
              <a:gd name="connsiteX53" fmla="*/ 838200 w 4089400"/>
              <a:gd name="connsiteY53" fmla="*/ 1498600 h 2870200"/>
              <a:gd name="connsiteX54" fmla="*/ 863600 w 4089400"/>
              <a:gd name="connsiteY54" fmla="*/ 1811867 h 2870200"/>
              <a:gd name="connsiteX55" fmla="*/ 872066 w 4089400"/>
              <a:gd name="connsiteY55" fmla="*/ 1642534 h 2870200"/>
              <a:gd name="connsiteX56" fmla="*/ 897466 w 4089400"/>
              <a:gd name="connsiteY56" fmla="*/ 1583267 h 2870200"/>
              <a:gd name="connsiteX57" fmla="*/ 905933 w 4089400"/>
              <a:gd name="connsiteY57" fmla="*/ 1557867 h 2870200"/>
              <a:gd name="connsiteX58" fmla="*/ 914400 w 4089400"/>
              <a:gd name="connsiteY58" fmla="*/ 2006600 h 2870200"/>
              <a:gd name="connsiteX59" fmla="*/ 939800 w 4089400"/>
              <a:gd name="connsiteY59" fmla="*/ 2116667 h 2870200"/>
              <a:gd name="connsiteX60" fmla="*/ 948266 w 4089400"/>
              <a:gd name="connsiteY60" fmla="*/ 1828800 h 2870200"/>
              <a:gd name="connsiteX61" fmla="*/ 965200 w 4089400"/>
              <a:gd name="connsiteY61" fmla="*/ 1794934 h 2870200"/>
              <a:gd name="connsiteX62" fmla="*/ 973666 w 4089400"/>
              <a:gd name="connsiteY62" fmla="*/ 1761067 h 2870200"/>
              <a:gd name="connsiteX63" fmla="*/ 990600 w 4089400"/>
              <a:gd name="connsiteY63" fmla="*/ 1871134 h 2870200"/>
              <a:gd name="connsiteX64" fmla="*/ 1007533 w 4089400"/>
              <a:gd name="connsiteY64" fmla="*/ 1947334 h 2870200"/>
              <a:gd name="connsiteX65" fmla="*/ 1024466 w 4089400"/>
              <a:gd name="connsiteY65" fmla="*/ 2040467 h 2870200"/>
              <a:gd name="connsiteX66" fmla="*/ 1049866 w 4089400"/>
              <a:gd name="connsiteY66" fmla="*/ 2108200 h 2870200"/>
              <a:gd name="connsiteX67" fmla="*/ 1058333 w 4089400"/>
              <a:gd name="connsiteY67" fmla="*/ 2150534 h 2870200"/>
              <a:gd name="connsiteX68" fmla="*/ 1100666 w 4089400"/>
              <a:gd name="connsiteY68" fmla="*/ 2209800 h 2870200"/>
              <a:gd name="connsiteX69" fmla="*/ 1109133 w 4089400"/>
              <a:gd name="connsiteY69" fmla="*/ 2108200 h 2870200"/>
              <a:gd name="connsiteX70" fmla="*/ 1159933 w 4089400"/>
              <a:gd name="connsiteY70" fmla="*/ 1989667 h 2870200"/>
              <a:gd name="connsiteX71" fmla="*/ 1210733 w 4089400"/>
              <a:gd name="connsiteY71" fmla="*/ 1913467 h 2870200"/>
              <a:gd name="connsiteX72" fmla="*/ 1219200 w 4089400"/>
              <a:gd name="connsiteY72" fmla="*/ 2167467 h 2870200"/>
              <a:gd name="connsiteX73" fmla="*/ 1236133 w 4089400"/>
              <a:gd name="connsiteY73" fmla="*/ 2082800 h 2870200"/>
              <a:gd name="connsiteX74" fmla="*/ 1244600 w 4089400"/>
              <a:gd name="connsiteY74" fmla="*/ 2015067 h 2870200"/>
              <a:gd name="connsiteX75" fmla="*/ 1286933 w 4089400"/>
              <a:gd name="connsiteY75" fmla="*/ 1854200 h 2870200"/>
              <a:gd name="connsiteX76" fmla="*/ 1295400 w 4089400"/>
              <a:gd name="connsiteY76" fmla="*/ 1803400 h 2870200"/>
              <a:gd name="connsiteX77" fmla="*/ 1320800 w 4089400"/>
              <a:gd name="connsiteY77" fmla="*/ 1701800 h 2870200"/>
              <a:gd name="connsiteX78" fmla="*/ 1346200 w 4089400"/>
              <a:gd name="connsiteY78" fmla="*/ 1718734 h 2870200"/>
              <a:gd name="connsiteX79" fmla="*/ 1354666 w 4089400"/>
              <a:gd name="connsiteY79" fmla="*/ 1744134 h 2870200"/>
              <a:gd name="connsiteX80" fmla="*/ 1380066 w 4089400"/>
              <a:gd name="connsiteY80" fmla="*/ 1828800 h 2870200"/>
              <a:gd name="connsiteX81" fmla="*/ 1397000 w 4089400"/>
              <a:gd name="connsiteY81" fmla="*/ 1879600 h 2870200"/>
              <a:gd name="connsiteX82" fmla="*/ 1405466 w 4089400"/>
              <a:gd name="connsiteY82" fmla="*/ 1913467 h 2870200"/>
              <a:gd name="connsiteX83" fmla="*/ 1430866 w 4089400"/>
              <a:gd name="connsiteY83" fmla="*/ 1947334 h 2870200"/>
              <a:gd name="connsiteX84" fmla="*/ 1447800 w 4089400"/>
              <a:gd name="connsiteY84" fmla="*/ 1938867 h 2870200"/>
              <a:gd name="connsiteX85" fmla="*/ 1490133 w 4089400"/>
              <a:gd name="connsiteY85" fmla="*/ 1803400 h 2870200"/>
              <a:gd name="connsiteX86" fmla="*/ 1549400 w 4089400"/>
              <a:gd name="connsiteY86" fmla="*/ 1651000 h 2870200"/>
              <a:gd name="connsiteX87" fmla="*/ 1557866 w 4089400"/>
              <a:gd name="connsiteY87" fmla="*/ 1591734 h 2870200"/>
              <a:gd name="connsiteX88" fmla="*/ 1574800 w 4089400"/>
              <a:gd name="connsiteY88" fmla="*/ 1566334 h 2870200"/>
              <a:gd name="connsiteX89" fmla="*/ 1583266 w 4089400"/>
              <a:gd name="connsiteY89" fmla="*/ 1524000 h 2870200"/>
              <a:gd name="connsiteX90" fmla="*/ 1591733 w 4089400"/>
              <a:gd name="connsiteY90" fmla="*/ 1498600 h 2870200"/>
              <a:gd name="connsiteX91" fmla="*/ 1608666 w 4089400"/>
              <a:gd name="connsiteY91" fmla="*/ 1524000 h 2870200"/>
              <a:gd name="connsiteX92" fmla="*/ 1634066 w 4089400"/>
              <a:gd name="connsiteY92" fmla="*/ 1490134 h 2870200"/>
              <a:gd name="connsiteX93" fmla="*/ 1659466 w 4089400"/>
              <a:gd name="connsiteY93" fmla="*/ 1388534 h 2870200"/>
              <a:gd name="connsiteX94" fmla="*/ 1718733 w 4089400"/>
              <a:gd name="connsiteY94" fmla="*/ 1286934 h 2870200"/>
              <a:gd name="connsiteX95" fmla="*/ 1769533 w 4089400"/>
              <a:gd name="connsiteY95" fmla="*/ 1176867 h 2870200"/>
              <a:gd name="connsiteX96" fmla="*/ 1794933 w 4089400"/>
              <a:gd name="connsiteY96" fmla="*/ 1202267 h 2870200"/>
              <a:gd name="connsiteX97" fmla="*/ 1803400 w 4089400"/>
              <a:gd name="connsiteY97" fmla="*/ 1227667 h 2870200"/>
              <a:gd name="connsiteX98" fmla="*/ 1820333 w 4089400"/>
              <a:gd name="connsiteY98" fmla="*/ 1261534 h 2870200"/>
              <a:gd name="connsiteX99" fmla="*/ 1862666 w 4089400"/>
              <a:gd name="connsiteY99" fmla="*/ 1422400 h 2870200"/>
              <a:gd name="connsiteX100" fmla="*/ 1913466 w 4089400"/>
              <a:gd name="connsiteY100" fmla="*/ 1600200 h 2870200"/>
              <a:gd name="connsiteX101" fmla="*/ 1964266 w 4089400"/>
              <a:gd name="connsiteY101" fmla="*/ 1744134 h 2870200"/>
              <a:gd name="connsiteX102" fmla="*/ 1981200 w 4089400"/>
              <a:gd name="connsiteY102" fmla="*/ 1498600 h 2870200"/>
              <a:gd name="connsiteX103" fmla="*/ 1998133 w 4089400"/>
              <a:gd name="connsiteY103" fmla="*/ 1464734 h 2870200"/>
              <a:gd name="connsiteX104" fmla="*/ 2006600 w 4089400"/>
              <a:gd name="connsiteY104" fmla="*/ 1439334 h 2870200"/>
              <a:gd name="connsiteX105" fmla="*/ 2057400 w 4089400"/>
              <a:gd name="connsiteY105" fmla="*/ 2032000 h 2870200"/>
              <a:gd name="connsiteX106" fmla="*/ 2065866 w 4089400"/>
              <a:gd name="connsiteY106" fmla="*/ 2150534 h 2870200"/>
              <a:gd name="connsiteX107" fmla="*/ 2074333 w 4089400"/>
              <a:gd name="connsiteY107" fmla="*/ 2489200 h 2870200"/>
              <a:gd name="connsiteX108" fmla="*/ 2108200 w 4089400"/>
              <a:gd name="connsiteY108" fmla="*/ 2421467 h 2870200"/>
              <a:gd name="connsiteX109" fmla="*/ 2150533 w 4089400"/>
              <a:gd name="connsiteY109" fmla="*/ 2319867 h 2870200"/>
              <a:gd name="connsiteX110" fmla="*/ 2175933 w 4089400"/>
              <a:gd name="connsiteY110" fmla="*/ 2286000 h 2870200"/>
              <a:gd name="connsiteX111" fmla="*/ 2209800 w 4089400"/>
              <a:gd name="connsiteY111" fmla="*/ 2235200 h 2870200"/>
              <a:gd name="connsiteX112" fmla="*/ 2226733 w 4089400"/>
              <a:gd name="connsiteY112" fmla="*/ 2514600 h 2870200"/>
              <a:gd name="connsiteX113" fmla="*/ 2252133 w 4089400"/>
              <a:gd name="connsiteY113" fmla="*/ 2565400 h 2870200"/>
              <a:gd name="connsiteX114" fmla="*/ 2260600 w 4089400"/>
              <a:gd name="connsiteY114" fmla="*/ 2489200 h 2870200"/>
              <a:gd name="connsiteX115" fmla="*/ 2277533 w 4089400"/>
              <a:gd name="connsiteY115" fmla="*/ 2421467 h 2870200"/>
              <a:gd name="connsiteX116" fmla="*/ 2286000 w 4089400"/>
              <a:gd name="connsiteY116" fmla="*/ 1718734 h 2870200"/>
              <a:gd name="connsiteX117" fmla="*/ 2311400 w 4089400"/>
              <a:gd name="connsiteY117" fmla="*/ 1811867 h 2870200"/>
              <a:gd name="connsiteX118" fmla="*/ 2336800 w 4089400"/>
              <a:gd name="connsiteY118" fmla="*/ 1871134 h 2870200"/>
              <a:gd name="connsiteX119" fmla="*/ 2362200 w 4089400"/>
              <a:gd name="connsiteY119" fmla="*/ 1938867 h 2870200"/>
              <a:gd name="connsiteX120" fmla="*/ 2370666 w 4089400"/>
              <a:gd name="connsiteY120" fmla="*/ 1972734 h 2870200"/>
              <a:gd name="connsiteX121" fmla="*/ 2379133 w 4089400"/>
              <a:gd name="connsiteY121" fmla="*/ 1574800 h 2870200"/>
              <a:gd name="connsiteX122" fmla="*/ 2404533 w 4089400"/>
              <a:gd name="connsiteY122" fmla="*/ 1236134 h 2870200"/>
              <a:gd name="connsiteX123" fmla="*/ 2421466 w 4089400"/>
              <a:gd name="connsiteY123" fmla="*/ 1092200 h 2870200"/>
              <a:gd name="connsiteX124" fmla="*/ 2429933 w 4089400"/>
              <a:gd name="connsiteY124" fmla="*/ 1066800 h 2870200"/>
              <a:gd name="connsiteX125" fmla="*/ 2438400 w 4089400"/>
              <a:gd name="connsiteY125" fmla="*/ 1092200 h 2870200"/>
              <a:gd name="connsiteX126" fmla="*/ 2455333 w 4089400"/>
              <a:gd name="connsiteY126" fmla="*/ 1117600 h 2870200"/>
              <a:gd name="connsiteX127" fmla="*/ 2463800 w 4089400"/>
              <a:gd name="connsiteY127" fmla="*/ 1227667 h 2870200"/>
              <a:gd name="connsiteX128" fmla="*/ 2489200 w 4089400"/>
              <a:gd name="connsiteY128" fmla="*/ 753534 h 2870200"/>
              <a:gd name="connsiteX129" fmla="*/ 2506133 w 4089400"/>
              <a:gd name="connsiteY129" fmla="*/ 685800 h 2870200"/>
              <a:gd name="connsiteX130" fmla="*/ 2514600 w 4089400"/>
              <a:gd name="connsiteY130" fmla="*/ 609600 h 2870200"/>
              <a:gd name="connsiteX131" fmla="*/ 2523066 w 4089400"/>
              <a:gd name="connsiteY131" fmla="*/ 558800 h 2870200"/>
              <a:gd name="connsiteX132" fmla="*/ 2540000 w 4089400"/>
              <a:gd name="connsiteY132" fmla="*/ 584200 h 2870200"/>
              <a:gd name="connsiteX133" fmla="*/ 2548466 w 4089400"/>
              <a:gd name="connsiteY133" fmla="*/ 778934 h 2870200"/>
              <a:gd name="connsiteX134" fmla="*/ 2590800 w 4089400"/>
              <a:gd name="connsiteY134" fmla="*/ 914400 h 2870200"/>
              <a:gd name="connsiteX135" fmla="*/ 2607733 w 4089400"/>
              <a:gd name="connsiteY135" fmla="*/ 973667 h 2870200"/>
              <a:gd name="connsiteX136" fmla="*/ 2624666 w 4089400"/>
              <a:gd name="connsiteY136" fmla="*/ 812800 h 2870200"/>
              <a:gd name="connsiteX137" fmla="*/ 2641600 w 4089400"/>
              <a:gd name="connsiteY137" fmla="*/ 694267 h 2870200"/>
              <a:gd name="connsiteX138" fmla="*/ 2667000 w 4089400"/>
              <a:gd name="connsiteY138" fmla="*/ 558800 h 2870200"/>
              <a:gd name="connsiteX139" fmla="*/ 2692400 w 4089400"/>
              <a:gd name="connsiteY139" fmla="*/ 321734 h 2870200"/>
              <a:gd name="connsiteX140" fmla="*/ 2709333 w 4089400"/>
              <a:gd name="connsiteY140" fmla="*/ 1058334 h 2870200"/>
              <a:gd name="connsiteX141" fmla="*/ 2735730 w 4089400"/>
              <a:gd name="connsiteY141" fmla="*/ 1023969 h 2870200"/>
              <a:gd name="connsiteX142" fmla="*/ 2785533 w 4089400"/>
              <a:gd name="connsiteY142" fmla="*/ 905934 h 2870200"/>
              <a:gd name="connsiteX143" fmla="*/ 2819400 w 4089400"/>
              <a:gd name="connsiteY143" fmla="*/ 855134 h 2870200"/>
              <a:gd name="connsiteX144" fmla="*/ 2844800 w 4089400"/>
              <a:gd name="connsiteY144" fmla="*/ 1422400 h 2870200"/>
              <a:gd name="connsiteX145" fmla="*/ 2853266 w 4089400"/>
              <a:gd name="connsiteY145" fmla="*/ 1388534 h 2870200"/>
              <a:gd name="connsiteX146" fmla="*/ 2870200 w 4089400"/>
              <a:gd name="connsiteY146" fmla="*/ 1363134 h 2870200"/>
              <a:gd name="connsiteX147" fmla="*/ 2895600 w 4089400"/>
              <a:gd name="connsiteY147" fmla="*/ 1278467 h 2870200"/>
              <a:gd name="connsiteX148" fmla="*/ 2912533 w 4089400"/>
              <a:gd name="connsiteY148" fmla="*/ 1320800 h 2870200"/>
              <a:gd name="connsiteX149" fmla="*/ 2929466 w 4089400"/>
              <a:gd name="connsiteY149" fmla="*/ 1388534 h 2870200"/>
              <a:gd name="connsiteX150" fmla="*/ 2946400 w 4089400"/>
              <a:gd name="connsiteY150" fmla="*/ 1422400 h 2870200"/>
              <a:gd name="connsiteX151" fmla="*/ 2988733 w 4089400"/>
              <a:gd name="connsiteY151" fmla="*/ 1540934 h 2870200"/>
              <a:gd name="connsiteX152" fmla="*/ 3005666 w 4089400"/>
              <a:gd name="connsiteY152" fmla="*/ 1566334 h 2870200"/>
              <a:gd name="connsiteX153" fmla="*/ 3039533 w 4089400"/>
              <a:gd name="connsiteY153" fmla="*/ 1718734 h 2870200"/>
              <a:gd name="connsiteX154" fmla="*/ 3064933 w 4089400"/>
              <a:gd name="connsiteY154" fmla="*/ 1761067 h 2870200"/>
              <a:gd name="connsiteX155" fmla="*/ 3098800 w 4089400"/>
              <a:gd name="connsiteY155" fmla="*/ 1879600 h 2870200"/>
              <a:gd name="connsiteX156" fmla="*/ 3090333 w 4089400"/>
              <a:gd name="connsiteY156" fmla="*/ 1913467 h 2870200"/>
              <a:gd name="connsiteX157" fmla="*/ 3102783 w 4089400"/>
              <a:gd name="connsiteY157" fmla="*/ 1901016 h 2870200"/>
              <a:gd name="connsiteX158" fmla="*/ 3081866 w 4089400"/>
              <a:gd name="connsiteY158" fmla="*/ 1888067 h 2870200"/>
              <a:gd name="connsiteX159" fmla="*/ 3107266 w 4089400"/>
              <a:gd name="connsiteY159" fmla="*/ 1871134 h 2870200"/>
              <a:gd name="connsiteX160" fmla="*/ 3115733 w 4089400"/>
              <a:gd name="connsiteY160" fmla="*/ 1769534 h 2870200"/>
              <a:gd name="connsiteX161" fmla="*/ 3132666 w 4089400"/>
              <a:gd name="connsiteY161" fmla="*/ 1710267 h 2870200"/>
              <a:gd name="connsiteX162" fmla="*/ 3141133 w 4089400"/>
              <a:gd name="connsiteY162" fmla="*/ 1684867 h 2870200"/>
              <a:gd name="connsiteX163" fmla="*/ 3166533 w 4089400"/>
              <a:gd name="connsiteY163" fmla="*/ 1676400 h 2870200"/>
              <a:gd name="connsiteX164" fmla="*/ 3175000 w 4089400"/>
              <a:gd name="connsiteY164" fmla="*/ 2006600 h 2870200"/>
              <a:gd name="connsiteX165" fmla="*/ 3183466 w 4089400"/>
              <a:gd name="connsiteY165" fmla="*/ 2048934 h 2870200"/>
              <a:gd name="connsiteX166" fmla="*/ 3191933 w 4089400"/>
              <a:gd name="connsiteY166" fmla="*/ 2099734 h 2870200"/>
              <a:gd name="connsiteX167" fmla="*/ 3208866 w 4089400"/>
              <a:gd name="connsiteY167" fmla="*/ 2048934 h 2870200"/>
              <a:gd name="connsiteX168" fmla="*/ 3217333 w 4089400"/>
              <a:gd name="connsiteY168" fmla="*/ 1998134 h 2870200"/>
              <a:gd name="connsiteX169" fmla="*/ 3251200 w 4089400"/>
              <a:gd name="connsiteY169" fmla="*/ 2353734 h 2870200"/>
              <a:gd name="connsiteX170" fmla="*/ 3276600 w 4089400"/>
              <a:gd name="connsiteY170" fmla="*/ 2387600 h 2870200"/>
              <a:gd name="connsiteX171" fmla="*/ 3285066 w 4089400"/>
              <a:gd name="connsiteY171" fmla="*/ 2497667 h 2870200"/>
              <a:gd name="connsiteX172" fmla="*/ 3302000 w 4089400"/>
              <a:gd name="connsiteY172" fmla="*/ 2531534 h 2870200"/>
              <a:gd name="connsiteX173" fmla="*/ 3318933 w 4089400"/>
              <a:gd name="connsiteY173" fmla="*/ 2599267 h 2870200"/>
              <a:gd name="connsiteX174" fmla="*/ 3344333 w 4089400"/>
              <a:gd name="connsiteY174" fmla="*/ 2667000 h 2870200"/>
              <a:gd name="connsiteX175" fmla="*/ 3386666 w 4089400"/>
              <a:gd name="connsiteY175" fmla="*/ 2810934 h 2870200"/>
              <a:gd name="connsiteX176" fmla="*/ 3412066 w 4089400"/>
              <a:gd name="connsiteY176" fmla="*/ 2870200 h 2870200"/>
              <a:gd name="connsiteX177" fmla="*/ 3437466 w 4089400"/>
              <a:gd name="connsiteY177" fmla="*/ 1828800 h 2870200"/>
              <a:gd name="connsiteX178" fmla="*/ 3436968 w 4089400"/>
              <a:gd name="connsiteY178" fmla="*/ 2090271 h 2870200"/>
              <a:gd name="connsiteX179" fmla="*/ 3462866 w 4089400"/>
              <a:gd name="connsiteY179" fmla="*/ 1735667 h 2870200"/>
              <a:gd name="connsiteX180" fmla="*/ 3488266 w 4089400"/>
              <a:gd name="connsiteY180" fmla="*/ 1651000 h 2870200"/>
              <a:gd name="connsiteX181" fmla="*/ 3496733 w 4089400"/>
              <a:gd name="connsiteY181" fmla="*/ 1701800 h 2870200"/>
              <a:gd name="connsiteX182" fmla="*/ 3500717 w 4089400"/>
              <a:gd name="connsiteY182" fmla="*/ 1875118 h 2870200"/>
              <a:gd name="connsiteX183" fmla="*/ 3522133 w 4089400"/>
              <a:gd name="connsiteY183" fmla="*/ 1752600 h 2870200"/>
              <a:gd name="connsiteX184" fmla="*/ 3530600 w 4089400"/>
              <a:gd name="connsiteY184" fmla="*/ 1693334 h 2870200"/>
              <a:gd name="connsiteX185" fmla="*/ 3572933 w 4089400"/>
              <a:gd name="connsiteY185" fmla="*/ 1608667 h 2870200"/>
              <a:gd name="connsiteX186" fmla="*/ 3589866 w 4089400"/>
              <a:gd name="connsiteY186" fmla="*/ 1566334 h 2870200"/>
              <a:gd name="connsiteX187" fmla="*/ 3632200 w 4089400"/>
              <a:gd name="connsiteY187" fmla="*/ 1464734 h 2870200"/>
              <a:gd name="connsiteX188" fmla="*/ 3636184 w 4089400"/>
              <a:gd name="connsiteY188" fmla="*/ 1373094 h 2870200"/>
              <a:gd name="connsiteX189" fmla="*/ 3657600 w 4089400"/>
              <a:gd name="connsiteY189" fmla="*/ 1363134 h 2870200"/>
              <a:gd name="connsiteX190" fmla="*/ 3674533 w 4089400"/>
              <a:gd name="connsiteY190" fmla="*/ 1320800 h 2870200"/>
              <a:gd name="connsiteX191" fmla="*/ 3669553 w 4089400"/>
              <a:gd name="connsiteY191" fmla="*/ 1151964 h 2870200"/>
              <a:gd name="connsiteX192" fmla="*/ 3716866 w 4089400"/>
              <a:gd name="connsiteY192" fmla="*/ 1227667 h 2870200"/>
              <a:gd name="connsiteX193" fmla="*/ 3725333 w 4089400"/>
              <a:gd name="connsiteY193" fmla="*/ 1176867 h 2870200"/>
              <a:gd name="connsiteX194" fmla="*/ 3742266 w 4089400"/>
              <a:gd name="connsiteY194" fmla="*/ 1126067 h 2870200"/>
              <a:gd name="connsiteX195" fmla="*/ 3750733 w 4089400"/>
              <a:gd name="connsiteY195" fmla="*/ 1058334 h 2870200"/>
              <a:gd name="connsiteX196" fmla="*/ 3759200 w 4089400"/>
              <a:gd name="connsiteY196" fmla="*/ 1270000 h 2870200"/>
              <a:gd name="connsiteX197" fmla="*/ 3788048 w 4089400"/>
              <a:gd name="connsiteY197" fmla="*/ 678606 h 2870200"/>
              <a:gd name="connsiteX198" fmla="*/ 3793066 w 4089400"/>
              <a:gd name="connsiteY198" fmla="*/ 558800 h 2870200"/>
              <a:gd name="connsiteX199" fmla="*/ 3810000 w 4089400"/>
              <a:gd name="connsiteY199" fmla="*/ 482600 h 2870200"/>
              <a:gd name="connsiteX200" fmla="*/ 3818466 w 4089400"/>
              <a:gd name="connsiteY200" fmla="*/ 533400 h 2870200"/>
              <a:gd name="connsiteX201" fmla="*/ 3835400 w 4089400"/>
              <a:gd name="connsiteY201" fmla="*/ 660400 h 2870200"/>
              <a:gd name="connsiteX202" fmla="*/ 3843866 w 4089400"/>
              <a:gd name="connsiteY202" fmla="*/ 702734 h 2870200"/>
              <a:gd name="connsiteX203" fmla="*/ 3860800 w 4089400"/>
              <a:gd name="connsiteY203" fmla="*/ 736600 h 2870200"/>
              <a:gd name="connsiteX204" fmla="*/ 3877733 w 4089400"/>
              <a:gd name="connsiteY204" fmla="*/ 702734 h 2870200"/>
              <a:gd name="connsiteX205" fmla="*/ 3937000 w 4089400"/>
              <a:gd name="connsiteY205" fmla="*/ 482600 h 2870200"/>
              <a:gd name="connsiteX206" fmla="*/ 3953933 w 4089400"/>
              <a:gd name="connsiteY206" fmla="*/ 457200 h 2870200"/>
              <a:gd name="connsiteX207" fmla="*/ 3979333 w 4089400"/>
              <a:gd name="connsiteY207" fmla="*/ 177800 h 2870200"/>
              <a:gd name="connsiteX208" fmla="*/ 4004733 w 4089400"/>
              <a:gd name="connsiteY208" fmla="*/ 135467 h 2870200"/>
              <a:gd name="connsiteX209" fmla="*/ 4013200 w 4089400"/>
              <a:gd name="connsiteY209" fmla="*/ 101600 h 2870200"/>
              <a:gd name="connsiteX210" fmla="*/ 4021666 w 4089400"/>
              <a:gd name="connsiteY210" fmla="*/ 76200 h 2870200"/>
              <a:gd name="connsiteX211" fmla="*/ 4030133 w 4089400"/>
              <a:gd name="connsiteY211" fmla="*/ 110067 h 2870200"/>
              <a:gd name="connsiteX212" fmla="*/ 4047066 w 4089400"/>
              <a:gd name="connsiteY212" fmla="*/ 160867 h 2870200"/>
              <a:gd name="connsiteX213" fmla="*/ 4089400 w 4089400"/>
              <a:gd name="connsiteY213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25400 w 4089400"/>
              <a:gd name="connsiteY2" fmla="*/ 626534 h 2870200"/>
              <a:gd name="connsiteX3" fmla="*/ 33866 w 4089400"/>
              <a:gd name="connsiteY3" fmla="*/ 592667 h 2870200"/>
              <a:gd name="connsiteX4" fmla="*/ 42333 w 4089400"/>
              <a:gd name="connsiteY4" fmla="*/ 567267 h 2870200"/>
              <a:gd name="connsiteX5" fmla="*/ 42333 w 4089400"/>
              <a:gd name="connsiteY5" fmla="*/ 821267 h 2870200"/>
              <a:gd name="connsiteX6" fmla="*/ 21415 w 4089400"/>
              <a:gd name="connsiteY6" fmla="*/ 1068793 h 2870200"/>
              <a:gd name="connsiteX7" fmla="*/ 25400 w 4089400"/>
              <a:gd name="connsiteY7" fmla="*/ 1354667 h 2870200"/>
              <a:gd name="connsiteX8" fmla="*/ 33866 w 4089400"/>
              <a:gd name="connsiteY8" fmla="*/ 1329267 h 2870200"/>
              <a:gd name="connsiteX9" fmla="*/ 42333 w 4089400"/>
              <a:gd name="connsiteY9" fmla="*/ 1286934 h 2870200"/>
              <a:gd name="connsiteX10" fmla="*/ 59266 w 4089400"/>
              <a:gd name="connsiteY10" fmla="*/ 1253067 h 2870200"/>
              <a:gd name="connsiteX11" fmla="*/ 76200 w 4089400"/>
              <a:gd name="connsiteY11" fmla="*/ 1202267 h 2870200"/>
              <a:gd name="connsiteX12" fmla="*/ 84666 w 4089400"/>
              <a:gd name="connsiteY12" fmla="*/ 1176867 h 2870200"/>
              <a:gd name="connsiteX13" fmla="*/ 101600 w 4089400"/>
              <a:gd name="connsiteY13" fmla="*/ 1143000 h 2870200"/>
              <a:gd name="connsiteX14" fmla="*/ 110066 w 4089400"/>
              <a:gd name="connsiteY14" fmla="*/ 1100667 h 2870200"/>
              <a:gd name="connsiteX15" fmla="*/ 135466 w 4089400"/>
              <a:gd name="connsiteY15" fmla="*/ 1032934 h 2870200"/>
              <a:gd name="connsiteX16" fmla="*/ 143933 w 4089400"/>
              <a:gd name="connsiteY16" fmla="*/ 999067 h 2870200"/>
              <a:gd name="connsiteX17" fmla="*/ 160866 w 4089400"/>
              <a:gd name="connsiteY17" fmla="*/ 948267 h 2870200"/>
              <a:gd name="connsiteX18" fmla="*/ 177800 w 4089400"/>
              <a:gd name="connsiteY18" fmla="*/ 1134534 h 2870200"/>
              <a:gd name="connsiteX19" fmla="*/ 194733 w 4089400"/>
              <a:gd name="connsiteY19" fmla="*/ 1464734 h 2870200"/>
              <a:gd name="connsiteX20" fmla="*/ 228600 w 4089400"/>
              <a:gd name="connsiteY20" fmla="*/ 1397000 h 2870200"/>
              <a:gd name="connsiteX21" fmla="*/ 254000 w 4089400"/>
              <a:gd name="connsiteY21" fmla="*/ 1363134 h 2870200"/>
              <a:gd name="connsiteX22" fmla="*/ 262466 w 4089400"/>
              <a:gd name="connsiteY22" fmla="*/ 1337734 h 2870200"/>
              <a:gd name="connsiteX23" fmla="*/ 279400 w 4089400"/>
              <a:gd name="connsiteY23" fmla="*/ 1371600 h 2870200"/>
              <a:gd name="connsiteX24" fmla="*/ 287866 w 4089400"/>
              <a:gd name="connsiteY24" fmla="*/ 2243667 h 2870200"/>
              <a:gd name="connsiteX25" fmla="*/ 313266 w 4089400"/>
              <a:gd name="connsiteY25" fmla="*/ 2201334 h 2870200"/>
              <a:gd name="connsiteX26" fmla="*/ 321733 w 4089400"/>
              <a:gd name="connsiteY26" fmla="*/ 2150534 h 2870200"/>
              <a:gd name="connsiteX27" fmla="*/ 346635 w 4089400"/>
              <a:gd name="connsiteY27" fmla="*/ 2376146 h 2870200"/>
              <a:gd name="connsiteX28" fmla="*/ 364066 w 4089400"/>
              <a:gd name="connsiteY28" fmla="*/ 2082800 h 2870200"/>
              <a:gd name="connsiteX29" fmla="*/ 389965 w 4089400"/>
              <a:gd name="connsiteY29" fmla="*/ 1792444 h 2870200"/>
              <a:gd name="connsiteX30" fmla="*/ 397933 w 4089400"/>
              <a:gd name="connsiteY30" fmla="*/ 2032000 h 2870200"/>
              <a:gd name="connsiteX31" fmla="*/ 423333 w 4089400"/>
              <a:gd name="connsiteY31" fmla="*/ 1998134 h 2870200"/>
              <a:gd name="connsiteX32" fmla="*/ 440266 w 4089400"/>
              <a:gd name="connsiteY32" fmla="*/ 1752600 h 2870200"/>
              <a:gd name="connsiteX33" fmla="*/ 465666 w 4089400"/>
              <a:gd name="connsiteY33" fmla="*/ 1651000 h 2870200"/>
              <a:gd name="connsiteX34" fmla="*/ 491066 w 4089400"/>
              <a:gd name="connsiteY34" fmla="*/ 1710267 h 2870200"/>
              <a:gd name="connsiteX35" fmla="*/ 499533 w 4089400"/>
              <a:gd name="connsiteY35" fmla="*/ 1851666 h 2870200"/>
              <a:gd name="connsiteX36" fmla="*/ 533400 w 4089400"/>
              <a:gd name="connsiteY36" fmla="*/ 1820334 h 2870200"/>
              <a:gd name="connsiteX37" fmla="*/ 558800 w 4089400"/>
              <a:gd name="connsiteY37" fmla="*/ 1938867 h 2870200"/>
              <a:gd name="connsiteX38" fmla="*/ 575733 w 4089400"/>
              <a:gd name="connsiteY38" fmla="*/ 1998134 h 2870200"/>
              <a:gd name="connsiteX39" fmla="*/ 592666 w 4089400"/>
              <a:gd name="connsiteY39" fmla="*/ 2023534 h 2870200"/>
              <a:gd name="connsiteX40" fmla="*/ 618066 w 4089400"/>
              <a:gd name="connsiteY40" fmla="*/ 1786467 h 2870200"/>
              <a:gd name="connsiteX41" fmla="*/ 626533 w 4089400"/>
              <a:gd name="connsiteY41" fmla="*/ 1744134 h 2870200"/>
              <a:gd name="connsiteX42" fmla="*/ 643466 w 4089400"/>
              <a:gd name="connsiteY42" fmla="*/ 1718734 h 2870200"/>
              <a:gd name="connsiteX43" fmla="*/ 660400 w 4089400"/>
              <a:gd name="connsiteY43" fmla="*/ 1617134 h 2870200"/>
              <a:gd name="connsiteX44" fmla="*/ 677333 w 4089400"/>
              <a:gd name="connsiteY44" fmla="*/ 1557867 h 2870200"/>
              <a:gd name="connsiteX45" fmla="*/ 685800 w 4089400"/>
              <a:gd name="connsiteY45" fmla="*/ 1524000 h 2870200"/>
              <a:gd name="connsiteX46" fmla="*/ 702733 w 4089400"/>
              <a:gd name="connsiteY46" fmla="*/ 1312334 h 2870200"/>
              <a:gd name="connsiteX47" fmla="*/ 719666 w 4089400"/>
              <a:gd name="connsiteY47" fmla="*/ 1380067 h 2870200"/>
              <a:gd name="connsiteX48" fmla="*/ 736600 w 4089400"/>
              <a:gd name="connsiteY48" fmla="*/ 1532467 h 2870200"/>
              <a:gd name="connsiteX49" fmla="*/ 753533 w 4089400"/>
              <a:gd name="connsiteY49" fmla="*/ 1566334 h 2870200"/>
              <a:gd name="connsiteX50" fmla="*/ 778933 w 4089400"/>
              <a:gd name="connsiteY50" fmla="*/ 1456267 h 2870200"/>
              <a:gd name="connsiteX51" fmla="*/ 795866 w 4089400"/>
              <a:gd name="connsiteY51" fmla="*/ 1430867 h 2870200"/>
              <a:gd name="connsiteX52" fmla="*/ 829733 w 4089400"/>
              <a:gd name="connsiteY52" fmla="*/ 1388534 h 2870200"/>
              <a:gd name="connsiteX53" fmla="*/ 838200 w 4089400"/>
              <a:gd name="connsiteY53" fmla="*/ 1498600 h 2870200"/>
              <a:gd name="connsiteX54" fmla="*/ 863600 w 4089400"/>
              <a:gd name="connsiteY54" fmla="*/ 1811867 h 2870200"/>
              <a:gd name="connsiteX55" fmla="*/ 872066 w 4089400"/>
              <a:gd name="connsiteY55" fmla="*/ 1642534 h 2870200"/>
              <a:gd name="connsiteX56" fmla="*/ 897466 w 4089400"/>
              <a:gd name="connsiteY56" fmla="*/ 1583267 h 2870200"/>
              <a:gd name="connsiteX57" fmla="*/ 905933 w 4089400"/>
              <a:gd name="connsiteY57" fmla="*/ 1557867 h 2870200"/>
              <a:gd name="connsiteX58" fmla="*/ 914400 w 4089400"/>
              <a:gd name="connsiteY58" fmla="*/ 2006600 h 2870200"/>
              <a:gd name="connsiteX59" fmla="*/ 939800 w 4089400"/>
              <a:gd name="connsiteY59" fmla="*/ 2116667 h 2870200"/>
              <a:gd name="connsiteX60" fmla="*/ 948266 w 4089400"/>
              <a:gd name="connsiteY60" fmla="*/ 1948424 h 2870200"/>
              <a:gd name="connsiteX61" fmla="*/ 965200 w 4089400"/>
              <a:gd name="connsiteY61" fmla="*/ 1794934 h 2870200"/>
              <a:gd name="connsiteX62" fmla="*/ 973666 w 4089400"/>
              <a:gd name="connsiteY62" fmla="*/ 1761067 h 2870200"/>
              <a:gd name="connsiteX63" fmla="*/ 990600 w 4089400"/>
              <a:gd name="connsiteY63" fmla="*/ 1871134 h 2870200"/>
              <a:gd name="connsiteX64" fmla="*/ 1007533 w 4089400"/>
              <a:gd name="connsiteY64" fmla="*/ 1947334 h 2870200"/>
              <a:gd name="connsiteX65" fmla="*/ 1024466 w 4089400"/>
              <a:gd name="connsiteY65" fmla="*/ 2040467 h 2870200"/>
              <a:gd name="connsiteX66" fmla="*/ 1049866 w 4089400"/>
              <a:gd name="connsiteY66" fmla="*/ 2108200 h 2870200"/>
              <a:gd name="connsiteX67" fmla="*/ 1058333 w 4089400"/>
              <a:gd name="connsiteY67" fmla="*/ 2150534 h 2870200"/>
              <a:gd name="connsiteX68" fmla="*/ 1100666 w 4089400"/>
              <a:gd name="connsiteY68" fmla="*/ 2209800 h 2870200"/>
              <a:gd name="connsiteX69" fmla="*/ 1109133 w 4089400"/>
              <a:gd name="connsiteY69" fmla="*/ 2108200 h 2870200"/>
              <a:gd name="connsiteX70" fmla="*/ 1159933 w 4089400"/>
              <a:gd name="connsiteY70" fmla="*/ 1989667 h 2870200"/>
              <a:gd name="connsiteX71" fmla="*/ 1210733 w 4089400"/>
              <a:gd name="connsiteY71" fmla="*/ 1913467 h 2870200"/>
              <a:gd name="connsiteX72" fmla="*/ 1219200 w 4089400"/>
              <a:gd name="connsiteY72" fmla="*/ 2167467 h 2870200"/>
              <a:gd name="connsiteX73" fmla="*/ 1236133 w 4089400"/>
              <a:gd name="connsiteY73" fmla="*/ 2082800 h 2870200"/>
              <a:gd name="connsiteX74" fmla="*/ 1244600 w 4089400"/>
              <a:gd name="connsiteY74" fmla="*/ 2015067 h 2870200"/>
              <a:gd name="connsiteX75" fmla="*/ 1286933 w 4089400"/>
              <a:gd name="connsiteY75" fmla="*/ 1854200 h 2870200"/>
              <a:gd name="connsiteX76" fmla="*/ 1295400 w 4089400"/>
              <a:gd name="connsiteY76" fmla="*/ 1803400 h 2870200"/>
              <a:gd name="connsiteX77" fmla="*/ 1320800 w 4089400"/>
              <a:gd name="connsiteY77" fmla="*/ 1701800 h 2870200"/>
              <a:gd name="connsiteX78" fmla="*/ 1346200 w 4089400"/>
              <a:gd name="connsiteY78" fmla="*/ 1718734 h 2870200"/>
              <a:gd name="connsiteX79" fmla="*/ 1354666 w 4089400"/>
              <a:gd name="connsiteY79" fmla="*/ 1744134 h 2870200"/>
              <a:gd name="connsiteX80" fmla="*/ 1380066 w 4089400"/>
              <a:gd name="connsiteY80" fmla="*/ 1828800 h 2870200"/>
              <a:gd name="connsiteX81" fmla="*/ 1397000 w 4089400"/>
              <a:gd name="connsiteY81" fmla="*/ 1879600 h 2870200"/>
              <a:gd name="connsiteX82" fmla="*/ 1405466 w 4089400"/>
              <a:gd name="connsiteY82" fmla="*/ 1913467 h 2870200"/>
              <a:gd name="connsiteX83" fmla="*/ 1430866 w 4089400"/>
              <a:gd name="connsiteY83" fmla="*/ 1947334 h 2870200"/>
              <a:gd name="connsiteX84" fmla="*/ 1447800 w 4089400"/>
              <a:gd name="connsiteY84" fmla="*/ 1938867 h 2870200"/>
              <a:gd name="connsiteX85" fmla="*/ 1490133 w 4089400"/>
              <a:gd name="connsiteY85" fmla="*/ 1803400 h 2870200"/>
              <a:gd name="connsiteX86" fmla="*/ 1549400 w 4089400"/>
              <a:gd name="connsiteY86" fmla="*/ 1651000 h 2870200"/>
              <a:gd name="connsiteX87" fmla="*/ 1557866 w 4089400"/>
              <a:gd name="connsiteY87" fmla="*/ 1591734 h 2870200"/>
              <a:gd name="connsiteX88" fmla="*/ 1574800 w 4089400"/>
              <a:gd name="connsiteY88" fmla="*/ 1566334 h 2870200"/>
              <a:gd name="connsiteX89" fmla="*/ 1583266 w 4089400"/>
              <a:gd name="connsiteY89" fmla="*/ 1524000 h 2870200"/>
              <a:gd name="connsiteX90" fmla="*/ 1591733 w 4089400"/>
              <a:gd name="connsiteY90" fmla="*/ 1498600 h 2870200"/>
              <a:gd name="connsiteX91" fmla="*/ 1608666 w 4089400"/>
              <a:gd name="connsiteY91" fmla="*/ 1524000 h 2870200"/>
              <a:gd name="connsiteX92" fmla="*/ 1634066 w 4089400"/>
              <a:gd name="connsiteY92" fmla="*/ 1490134 h 2870200"/>
              <a:gd name="connsiteX93" fmla="*/ 1659466 w 4089400"/>
              <a:gd name="connsiteY93" fmla="*/ 1388534 h 2870200"/>
              <a:gd name="connsiteX94" fmla="*/ 1718733 w 4089400"/>
              <a:gd name="connsiteY94" fmla="*/ 1286934 h 2870200"/>
              <a:gd name="connsiteX95" fmla="*/ 1769533 w 4089400"/>
              <a:gd name="connsiteY95" fmla="*/ 1176867 h 2870200"/>
              <a:gd name="connsiteX96" fmla="*/ 1794933 w 4089400"/>
              <a:gd name="connsiteY96" fmla="*/ 1202267 h 2870200"/>
              <a:gd name="connsiteX97" fmla="*/ 1803400 w 4089400"/>
              <a:gd name="connsiteY97" fmla="*/ 1227667 h 2870200"/>
              <a:gd name="connsiteX98" fmla="*/ 1820333 w 4089400"/>
              <a:gd name="connsiteY98" fmla="*/ 1261534 h 2870200"/>
              <a:gd name="connsiteX99" fmla="*/ 1862666 w 4089400"/>
              <a:gd name="connsiteY99" fmla="*/ 1422400 h 2870200"/>
              <a:gd name="connsiteX100" fmla="*/ 1913466 w 4089400"/>
              <a:gd name="connsiteY100" fmla="*/ 1600200 h 2870200"/>
              <a:gd name="connsiteX101" fmla="*/ 1964266 w 4089400"/>
              <a:gd name="connsiteY101" fmla="*/ 1744134 h 2870200"/>
              <a:gd name="connsiteX102" fmla="*/ 1981200 w 4089400"/>
              <a:gd name="connsiteY102" fmla="*/ 1498600 h 2870200"/>
              <a:gd name="connsiteX103" fmla="*/ 1998133 w 4089400"/>
              <a:gd name="connsiteY103" fmla="*/ 1464734 h 2870200"/>
              <a:gd name="connsiteX104" fmla="*/ 2006600 w 4089400"/>
              <a:gd name="connsiteY104" fmla="*/ 1439334 h 2870200"/>
              <a:gd name="connsiteX105" fmla="*/ 2057400 w 4089400"/>
              <a:gd name="connsiteY105" fmla="*/ 2032000 h 2870200"/>
              <a:gd name="connsiteX106" fmla="*/ 2065866 w 4089400"/>
              <a:gd name="connsiteY106" fmla="*/ 2150534 h 2870200"/>
              <a:gd name="connsiteX107" fmla="*/ 2074333 w 4089400"/>
              <a:gd name="connsiteY107" fmla="*/ 2489200 h 2870200"/>
              <a:gd name="connsiteX108" fmla="*/ 2108200 w 4089400"/>
              <a:gd name="connsiteY108" fmla="*/ 2421467 h 2870200"/>
              <a:gd name="connsiteX109" fmla="*/ 2150533 w 4089400"/>
              <a:gd name="connsiteY109" fmla="*/ 2319867 h 2870200"/>
              <a:gd name="connsiteX110" fmla="*/ 2175933 w 4089400"/>
              <a:gd name="connsiteY110" fmla="*/ 2286000 h 2870200"/>
              <a:gd name="connsiteX111" fmla="*/ 2209800 w 4089400"/>
              <a:gd name="connsiteY111" fmla="*/ 2235200 h 2870200"/>
              <a:gd name="connsiteX112" fmla="*/ 2226733 w 4089400"/>
              <a:gd name="connsiteY112" fmla="*/ 2514600 h 2870200"/>
              <a:gd name="connsiteX113" fmla="*/ 2252133 w 4089400"/>
              <a:gd name="connsiteY113" fmla="*/ 2565400 h 2870200"/>
              <a:gd name="connsiteX114" fmla="*/ 2260600 w 4089400"/>
              <a:gd name="connsiteY114" fmla="*/ 2489200 h 2870200"/>
              <a:gd name="connsiteX115" fmla="*/ 2277533 w 4089400"/>
              <a:gd name="connsiteY115" fmla="*/ 2421467 h 2870200"/>
              <a:gd name="connsiteX116" fmla="*/ 2286000 w 4089400"/>
              <a:gd name="connsiteY116" fmla="*/ 1718734 h 2870200"/>
              <a:gd name="connsiteX117" fmla="*/ 2311400 w 4089400"/>
              <a:gd name="connsiteY117" fmla="*/ 1811867 h 2870200"/>
              <a:gd name="connsiteX118" fmla="*/ 2336800 w 4089400"/>
              <a:gd name="connsiteY118" fmla="*/ 1871134 h 2870200"/>
              <a:gd name="connsiteX119" fmla="*/ 2362200 w 4089400"/>
              <a:gd name="connsiteY119" fmla="*/ 1938867 h 2870200"/>
              <a:gd name="connsiteX120" fmla="*/ 2370666 w 4089400"/>
              <a:gd name="connsiteY120" fmla="*/ 1972734 h 2870200"/>
              <a:gd name="connsiteX121" fmla="*/ 2379133 w 4089400"/>
              <a:gd name="connsiteY121" fmla="*/ 1574800 h 2870200"/>
              <a:gd name="connsiteX122" fmla="*/ 2404533 w 4089400"/>
              <a:gd name="connsiteY122" fmla="*/ 1236134 h 2870200"/>
              <a:gd name="connsiteX123" fmla="*/ 2421466 w 4089400"/>
              <a:gd name="connsiteY123" fmla="*/ 1092200 h 2870200"/>
              <a:gd name="connsiteX124" fmla="*/ 2429933 w 4089400"/>
              <a:gd name="connsiteY124" fmla="*/ 1066800 h 2870200"/>
              <a:gd name="connsiteX125" fmla="*/ 2438400 w 4089400"/>
              <a:gd name="connsiteY125" fmla="*/ 1092200 h 2870200"/>
              <a:gd name="connsiteX126" fmla="*/ 2455333 w 4089400"/>
              <a:gd name="connsiteY126" fmla="*/ 1117600 h 2870200"/>
              <a:gd name="connsiteX127" fmla="*/ 2463800 w 4089400"/>
              <a:gd name="connsiteY127" fmla="*/ 1227667 h 2870200"/>
              <a:gd name="connsiteX128" fmla="*/ 2489200 w 4089400"/>
              <a:gd name="connsiteY128" fmla="*/ 753534 h 2870200"/>
              <a:gd name="connsiteX129" fmla="*/ 2506133 w 4089400"/>
              <a:gd name="connsiteY129" fmla="*/ 685800 h 2870200"/>
              <a:gd name="connsiteX130" fmla="*/ 2514600 w 4089400"/>
              <a:gd name="connsiteY130" fmla="*/ 609600 h 2870200"/>
              <a:gd name="connsiteX131" fmla="*/ 2523066 w 4089400"/>
              <a:gd name="connsiteY131" fmla="*/ 558800 h 2870200"/>
              <a:gd name="connsiteX132" fmla="*/ 2540000 w 4089400"/>
              <a:gd name="connsiteY132" fmla="*/ 584200 h 2870200"/>
              <a:gd name="connsiteX133" fmla="*/ 2548466 w 4089400"/>
              <a:gd name="connsiteY133" fmla="*/ 778934 h 2870200"/>
              <a:gd name="connsiteX134" fmla="*/ 2590800 w 4089400"/>
              <a:gd name="connsiteY134" fmla="*/ 914400 h 2870200"/>
              <a:gd name="connsiteX135" fmla="*/ 2607733 w 4089400"/>
              <a:gd name="connsiteY135" fmla="*/ 973667 h 2870200"/>
              <a:gd name="connsiteX136" fmla="*/ 2624666 w 4089400"/>
              <a:gd name="connsiteY136" fmla="*/ 812800 h 2870200"/>
              <a:gd name="connsiteX137" fmla="*/ 2641600 w 4089400"/>
              <a:gd name="connsiteY137" fmla="*/ 694267 h 2870200"/>
              <a:gd name="connsiteX138" fmla="*/ 2667000 w 4089400"/>
              <a:gd name="connsiteY138" fmla="*/ 558800 h 2870200"/>
              <a:gd name="connsiteX139" fmla="*/ 2692400 w 4089400"/>
              <a:gd name="connsiteY139" fmla="*/ 321734 h 2870200"/>
              <a:gd name="connsiteX140" fmla="*/ 2709333 w 4089400"/>
              <a:gd name="connsiteY140" fmla="*/ 1058334 h 2870200"/>
              <a:gd name="connsiteX141" fmla="*/ 2735730 w 4089400"/>
              <a:gd name="connsiteY141" fmla="*/ 1023969 h 2870200"/>
              <a:gd name="connsiteX142" fmla="*/ 2785533 w 4089400"/>
              <a:gd name="connsiteY142" fmla="*/ 905934 h 2870200"/>
              <a:gd name="connsiteX143" fmla="*/ 2819400 w 4089400"/>
              <a:gd name="connsiteY143" fmla="*/ 855134 h 2870200"/>
              <a:gd name="connsiteX144" fmla="*/ 2844800 w 4089400"/>
              <a:gd name="connsiteY144" fmla="*/ 1422400 h 2870200"/>
              <a:gd name="connsiteX145" fmla="*/ 2853266 w 4089400"/>
              <a:gd name="connsiteY145" fmla="*/ 1388534 h 2870200"/>
              <a:gd name="connsiteX146" fmla="*/ 2870200 w 4089400"/>
              <a:gd name="connsiteY146" fmla="*/ 1363134 h 2870200"/>
              <a:gd name="connsiteX147" fmla="*/ 2895600 w 4089400"/>
              <a:gd name="connsiteY147" fmla="*/ 1278467 h 2870200"/>
              <a:gd name="connsiteX148" fmla="*/ 2912533 w 4089400"/>
              <a:gd name="connsiteY148" fmla="*/ 1320800 h 2870200"/>
              <a:gd name="connsiteX149" fmla="*/ 2929466 w 4089400"/>
              <a:gd name="connsiteY149" fmla="*/ 1388534 h 2870200"/>
              <a:gd name="connsiteX150" fmla="*/ 2946400 w 4089400"/>
              <a:gd name="connsiteY150" fmla="*/ 1422400 h 2870200"/>
              <a:gd name="connsiteX151" fmla="*/ 2988733 w 4089400"/>
              <a:gd name="connsiteY151" fmla="*/ 1540934 h 2870200"/>
              <a:gd name="connsiteX152" fmla="*/ 3005666 w 4089400"/>
              <a:gd name="connsiteY152" fmla="*/ 1566334 h 2870200"/>
              <a:gd name="connsiteX153" fmla="*/ 3039533 w 4089400"/>
              <a:gd name="connsiteY153" fmla="*/ 1718734 h 2870200"/>
              <a:gd name="connsiteX154" fmla="*/ 3064933 w 4089400"/>
              <a:gd name="connsiteY154" fmla="*/ 1761067 h 2870200"/>
              <a:gd name="connsiteX155" fmla="*/ 3098800 w 4089400"/>
              <a:gd name="connsiteY155" fmla="*/ 1879600 h 2870200"/>
              <a:gd name="connsiteX156" fmla="*/ 3090333 w 4089400"/>
              <a:gd name="connsiteY156" fmla="*/ 1913467 h 2870200"/>
              <a:gd name="connsiteX157" fmla="*/ 3102783 w 4089400"/>
              <a:gd name="connsiteY157" fmla="*/ 1901016 h 2870200"/>
              <a:gd name="connsiteX158" fmla="*/ 3081866 w 4089400"/>
              <a:gd name="connsiteY158" fmla="*/ 1888067 h 2870200"/>
              <a:gd name="connsiteX159" fmla="*/ 3107266 w 4089400"/>
              <a:gd name="connsiteY159" fmla="*/ 1871134 h 2870200"/>
              <a:gd name="connsiteX160" fmla="*/ 3115733 w 4089400"/>
              <a:gd name="connsiteY160" fmla="*/ 1769534 h 2870200"/>
              <a:gd name="connsiteX161" fmla="*/ 3132666 w 4089400"/>
              <a:gd name="connsiteY161" fmla="*/ 1710267 h 2870200"/>
              <a:gd name="connsiteX162" fmla="*/ 3141133 w 4089400"/>
              <a:gd name="connsiteY162" fmla="*/ 1684867 h 2870200"/>
              <a:gd name="connsiteX163" fmla="*/ 3166533 w 4089400"/>
              <a:gd name="connsiteY163" fmla="*/ 1676400 h 2870200"/>
              <a:gd name="connsiteX164" fmla="*/ 3175000 w 4089400"/>
              <a:gd name="connsiteY164" fmla="*/ 2006600 h 2870200"/>
              <a:gd name="connsiteX165" fmla="*/ 3183466 w 4089400"/>
              <a:gd name="connsiteY165" fmla="*/ 2048934 h 2870200"/>
              <a:gd name="connsiteX166" fmla="*/ 3191933 w 4089400"/>
              <a:gd name="connsiteY166" fmla="*/ 2099734 h 2870200"/>
              <a:gd name="connsiteX167" fmla="*/ 3208866 w 4089400"/>
              <a:gd name="connsiteY167" fmla="*/ 2048934 h 2870200"/>
              <a:gd name="connsiteX168" fmla="*/ 3217333 w 4089400"/>
              <a:gd name="connsiteY168" fmla="*/ 1998134 h 2870200"/>
              <a:gd name="connsiteX169" fmla="*/ 3251200 w 4089400"/>
              <a:gd name="connsiteY169" fmla="*/ 2353734 h 2870200"/>
              <a:gd name="connsiteX170" fmla="*/ 3276600 w 4089400"/>
              <a:gd name="connsiteY170" fmla="*/ 2387600 h 2870200"/>
              <a:gd name="connsiteX171" fmla="*/ 3285066 w 4089400"/>
              <a:gd name="connsiteY171" fmla="*/ 2497667 h 2870200"/>
              <a:gd name="connsiteX172" fmla="*/ 3302000 w 4089400"/>
              <a:gd name="connsiteY172" fmla="*/ 2531534 h 2870200"/>
              <a:gd name="connsiteX173" fmla="*/ 3318933 w 4089400"/>
              <a:gd name="connsiteY173" fmla="*/ 2599267 h 2870200"/>
              <a:gd name="connsiteX174" fmla="*/ 3344333 w 4089400"/>
              <a:gd name="connsiteY174" fmla="*/ 2667000 h 2870200"/>
              <a:gd name="connsiteX175" fmla="*/ 3386666 w 4089400"/>
              <a:gd name="connsiteY175" fmla="*/ 2810934 h 2870200"/>
              <a:gd name="connsiteX176" fmla="*/ 3412066 w 4089400"/>
              <a:gd name="connsiteY176" fmla="*/ 2870200 h 2870200"/>
              <a:gd name="connsiteX177" fmla="*/ 3437466 w 4089400"/>
              <a:gd name="connsiteY177" fmla="*/ 1828800 h 2870200"/>
              <a:gd name="connsiteX178" fmla="*/ 3436968 w 4089400"/>
              <a:gd name="connsiteY178" fmla="*/ 2090271 h 2870200"/>
              <a:gd name="connsiteX179" fmla="*/ 3462866 w 4089400"/>
              <a:gd name="connsiteY179" fmla="*/ 1735667 h 2870200"/>
              <a:gd name="connsiteX180" fmla="*/ 3488266 w 4089400"/>
              <a:gd name="connsiteY180" fmla="*/ 1651000 h 2870200"/>
              <a:gd name="connsiteX181" fmla="*/ 3496733 w 4089400"/>
              <a:gd name="connsiteY181" fmla="*/ 1701800 h 2870200"/>
              <a:gd name="connsiteX182" fmla="*/ 3500717 w 4089400"/>
              <a:gd name="connsiteY182" fmla="*/ 1875118 h 2870200"/>
              <a:gd name="connsiteX183" fmla="*/ 3522133 w 4089400"/>
              <a:gd name="connsiteY183" fmla="*/ 1752600 h 2870200"/>
              <a:gd name="connsiteX184" fmla="*/ 3530600 w 4089400"/>
              <a:gd name="connsiteY184" fmla="*/ 1693334 h 2870200"/>
              <a:gd name="connsiteX185" fmla="*/ 3572933 w 4089400"/>
              <a:gd name="connsiteY185" fmla="*/ 1608667 h 2870200"/>
              <a:gd name="connsiteX186" fmla="*/ 3589866 w 4089400"/>
              <a:gd name="connsiteY186" fmla="*/ 1566334 h 2870200"/>
              <a:gd name="connsiteX187" fmla="*/ 3632200 w 4089400"/>
              <a:gd name="connsiteY187" fmla="*/ 1464734 h 2870200"/>
              <a:gd name="connsiteX188" fmla="*/ 3636184 w 4089400"/>
              <a:gd name="connsiteY188" fmla="*/ 1373094 h 2870200"/>
              <a:gd name="connsiteX189" fmla="*/ 3657600 w 4089400"/>
              <a:gd name="connsiteY189" fmla="*/ 1363134 h 2870200"/>
              <a:gd name="connsiteX190" fmla="*/ 3674533 w 4089400"/>
              <a:gd name="connsiteY190" fmla="*/ 1320800 h 2870200"/>
              <a:gd name="connsiteX191" fmla="*/ 3669553 w 4089400"/>
              <a:gd name="connsiteY191" fmla="*/ 1151964 h 2870200"/>
              <a:gd name="connsiteX192" fmla="*/ 3716866 w 4089400"/>
              <a:gd name="connsiteY192" fmla="*/ 1227667 h 2870200"/>
              <a:gd name="connsiteX193" fmla="*/ 3725333 w 4089400"/>
              <a:gd name="connsiteY193" fmla="*/ 1176867 h 2870200"/>
              <a:gd name="connsiteX194" fmla="*/ 3742266 w 4089400"/>
              <a:gd name="connsiteY194" fmla="*/ 1126067 h 2870200"/>
              <a:gd name="connsiteX195" fmla="*/ 3750733 w 4089400"/>
              <a:gd name="connsiteY195" fmla="*/ 1058334 h 2870200"/>
              <a:gd name="connsiteX196" fmla="*/ 3759200 w 4089400"/>
              <a:gd name="connsiteY196" fmla="*/ 1270000 h 2870200"/>
              <a:gd name="connsiteX197" fmla="*/ 3788048 w 4089400"/>
              <a:gd name="connsiteY197" fmla="*/ 678606 h 2870200"/>
              <a:gd name="connsiteX198" fmla="*/ 3793066 w 4089400"/>
              <a:gd name="connsiteY198" fmla="*/ 558800 h 2870200"/>
              <a:gd name="connsiteX199" fmla="*/ 3810000 w 4089400"/>
              <a:gd name="connsiteY199" fmla="*/ 482600 h 2870200"/>
              <a:gd name="connsiteX200" fmla="*/ 3818466 w 4089400"/>
              <a:gd name="connsiteY200" fmla="*/ 533400 h 2870200"/>
              <a:gd name="connsiteX201" fmla="*/ 3835400 w 4089400"/>
              <a:gd name="connsiteY201" fmla="*/ 660400 h 2870200"/>
              <a:gd name="connsiteX202" fmla="*/ 3843866 w 4089400"/>
              <a:gd name="connsiteY202" fmla="*/ 702734 h 2870200"/>
              <a:gd name="connsiteX203" fmla="*/ 3860800 w 4089400"/>
              <a:gd name="connsiteY203" fmla="*/ 736600 h 2870200"/>
              <a:gd name="connsiteX204" fmla="*/ 3877733 w 4089400"/>
              <a:gd name="connsiteY204" fmla="*/ 702734 h 2870200"/>
              <a:gd name="connsiteX205" fmla="*/ 3937000 w 4089400"/>
              <a:gd name="connsiteY205" fmla="*/ 482600 h 2870200"/>
              <a:gd name="connsiteX206" fmla="*/ 3953933 w 4089400"/>
              <a:gd name="connsiteY206" fmla="*/ 457200 h 2870200"/>
              <a:gd name="connsiteX207" fmla="*/ 3979333 w 4089400"/>
              <a:gd name="connsiteY207" fmla="*/ 177800 h 2870200"/>
              <a:gd name="connsiteX208" fmla="*/ 4004733 w 4089400"/>
              <a:gd name="connsiteY208" fmla="*/ 135467 h 2870200"/>
              <a:gd name="connsiteX209" fmla="*/ 4013200 w 4089400"/>
              <a:gd name="connsiteY209" fmla="*/ 101600 h 2870200"/>
              <a:gd name="connsiteX210" fmla="*/ 4021666 w 4089400"/>
              <a:gd name="connsiteY210" fmla="*/ 76200 h 2870200"/>
              <a:gd name="connsiteX211" fmla="*/ 4030133 w 4089400"/>
              <a:gd name="connsiteY211" fmla="*/ 110067 h 2870200"/>
              <a:gd name="connsiteX212" fmla="*/ 4047066 w 4089400"/>
              <a:gd name="connsiteY212" fmla="*/ 160867 h 2870200"/>
              <a:gd name="connsiteX213" fmla="*/ 4089400 w 4089400"/>
              <a:gd name="connsiteY213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25400 w 4089400"/>
              <a:gd name="connsiteY2" fmla="*/ 626534 h 2870200"/>
              <a:gd name="connsiteX3" fmla="*/ 33866 w 4089400"/>
              <a:gd name="connsiteY3" fmla="*/ 592667 h 2870200"/>
              <a:gd name="connsiteX4" fmla="*/ 42333 w 4089400"/>
              <a:gd name="connsiteY4" fmla="*/ 567267 h 2870200"/>
              <a:gd name="connsiteX5" fmla="*/ 42333 w 4089400"/>
              <a:gd name="connsiteY5" fmla="*/ 821267 h 2870200"/>
              <a:gd name="connsiteX6" fmla="*/ 32533 w 4089400"/>
              <a:gd name="connsiteY6" fmla="*/ 1083293 h 2870200"/>
              <a:gd name="connsiteX7" fmla="*/ 25400 w 4089400"/>
              <a:gd name="connsiteY7" fmla="*/ 1354667 h 2870200"/>
              <a:gd name="connsiteX8" fmla="*/ 33866 w 4089400"/>
              <a:gd name="connsiteY8" fmla="*/ 1329267 h 2870200"/>
              <a:gd name="connsiteX9" fmla="*/ 42333 w 4089400"/>
              <a:gd name="connsiteY9" fmla="*/ 1286934 h 2870200"/>
              <a:gd name="connsiteX10" fmla="*/ 59266 w 4089400"/>
              <a:gd name="connsiteY10" fmla="*/ 1253067 h 2870200"/>
              <a:gd name="connsiteX11" fmla="*/ 76200 w 4089400"/>
              <a:gd name="connsiteY11" fmla="*/ 1202267 h 2870200"/>
              <a:gd name="connsiteX12" fmla="*/ 84666 w 4089400"/>
              <a:gd name="connsiteY12" fmla="*/ 1176867 h 2870200"/>
              <a:gd name="connsiteX13" fmla="*/ 101600 w 4089400"/>
              <a:gd name="connsiteY13" fmla="*/ 1143000 h 2870200"/>
              <a:gd name="connsiteX14" fmla="*/ 110066 w 4089400"/>
              <a:gd name="connsiteY14" fmla="*/ 1100667 h 2870200"/>
              <a:gd name="connsiteX15" fmla="*/ 135466 w 4089400"/>
              <a:gd name="connsiteY15" fmla="*/ 1032934 h 2870200"/>
              <a:gd name="connsiteX16" fmla="*/ 143933 w 4089400"/>
              <a:gd name="connsiteY16" fmla="*/ 999067 h 2870200"/>
              <a:gd name="connsiteX17" fmla="*/ 160866 w 4089400"/>
              <a:gd name="connsiteY17" fmla="*/ 948267 h 2870200"/>
              <a:gd name="connsiteX18" fmla="*/ 177800 w 4089400"/>
              <a:gd name="connsiteY18" fmla="*/ 1134534 h 2870200"/>
              <a:gd name="connsiteX19" fmla="*/ 194733 w 4089400"/>
              <a:gd name="connsiteY19" fmla="*/ 1464734 h 2870200"/>
              <a:gd name="connsiteX20" fmla="*/ 228600 w 4089400"/>
              <a:gd name="connsiteY20" fmla="*/ 1397000 h 2870200"/>
              <a:gd name="connsiteX21" fmla="*/ 254000 w 4089400"/>
              <a:gd name="connsiteY21" fmla="*/ 1363134 h 2870200"/>
              <a:gd name="connsiteX22" fmla="*/ 262466 w 4089400"/>
              <a:gd name="connsiteY22" fmla="*/ 1337734 h 2870200"/>
              <a:gd name="connsiteX23" fmla="*/ 279400 w 4089400"/>
              <a:gd name="connsiteY23" fmla="*/ 1371600 h 2870200"/>
              <a:gd name="connsiteX24" fmla="*/ 287866 w 4089400"/>
              <a:gd name="connsiteY24" fmla="*/ 2243667 h 2870200"/>
              <a:gd name="connsiteX25" fmla="*/ 313266 w 4089400"/>
              <a:gd name="connsiteY25" fmla="*/ 2201334 h 2870200"/>
              <a:gd name="connsiteX26" fmla="*/ 321733 w 4089400"/>
              <a:gd name="connsiteY26" fmla="*/ 2150534 h 2870200"/>
              <a:gd name="connsiteX27" fmla="*/ 346635 w 4089400"/>
              <a:gd name="connsiteY27" fmla="*/ 2376146 h 2870200"/>
              <a:gd name="connsiteX28" fmla="*/ 364066 w 4089400"/>
              <a:gd name="connsiteY28" fmla="*/ 2082800 h 2870200"/>
              <a:gd name="connsiteX29" fmla="*/ 389965 w 4089400"/>
              <a:gd name="connsiteY29" fmla="*/ 1792444 h 2870200"/>
              <a:gd name="connsiteX30" fmla="*/ 397933 w 4089400"/>
              <a:gd name="connsiteY30" fmla="*/ 2032000 h 2870200"/>
              <a:gd name="connsiteX31" fmla="*/ 423333 w 4089400"/>
              <a:gd name="connsiteY31" fmla="*/ 1998134 h 2870200"/>
              <a:gd name="connsiteX32" fmla="*/ 440266 w 4089400"/>
              <a:gd name="connsiteY32" fmla="*/ 1752600 h 2870200"/>
              <a:gd name="connsiteX33" fmla="*/ 465666 w 4089400"/>
              <a:gd name="connsiteY33" fmla="*/ 1651000 h 2870200"/>
              <a:gd name="connsiteX34" fmla="*/ 491066 w 4089400"/>
              <a:gd name="connsiteY34" fmla="*/ 1710267 h 2870200"/>
              <a:gd name="connsiteX35" fmla="*/ 499533 w 4089400"/>
              <a:gd name="connsiteY35" fmla="*/ 1851666 h 2870200"/>
              <a:gd name="connsiteX36" fmla="*/ 533400 w 4089400"/>
              <a:gd name="connsiteY36" fmla="*/ 1820334 h 2870200"/>
              <a:gd name="connsiteX37" fmla="*/ 558800 w 4089400"/>
              <a:gd name="connsiteY37" fmla="*/ 1938867 h 2870200"/>
              <a:gd name="connsiteX38" fmla="*/ 575733 w 4089400"/>
              <a:gd name="connsiteY38" fmla="*/ 1998134 h 2870200"/>
              <a:gd name="connsiteX39" fmla="*/ 592666 w 4089400"/>
              <a:gd name="connsiteY39" fmla="*/ 2023534 h 2870200"/>
              <a:gd name="connsiteX40" fmla="*/ 618066 w 4089400"/>
              <a:gd name="connsiteY40" fmla="*/ 1786467 h 2870200"/>
              <a:gd name="connsiteX41" fmla="*/ 626533 w 4089400"/>
              <a:gd name="connsiteY41" fmla="*/ 1744134 h 2870200"/>
              <a:gd name="connsiteX42" fmla="*/ 643466 w 4089400"/>
              <a:gd name="connsiteY42" fmla="*/ 1718734 h 2870200"/>
              <a:gd name="connsiteX43" fmla="*/ 660400 w 4089400"/>
              <a:gd name="connsiteY43" fmla="*/ 1617134 h 2870200"/>
              <a:gd name="connsiteX44" fmla="*/ 677333 w 4089400"/>
              <a:gd name="connsiteY44" fmla="*/ 1557867 h 2870200"/>
              <a:gd name="connsiteX45" fmla="*/ 685800 w 4089400"/>
              <a:gd name="connsiteY45" fmla="*/ 1524000 h 2870200"/>
              <a:gd name="connsiteX46" fmla="*/ 702733 w 4089400"/>
              <a:gd name="connsiteY46" fmla="*/ 1312334 h 2870200"/>
              <a:gd name="connsiteX47" fmla="*/ 719666 w 4089400"/>
              <a:gd name="connsiteY47" fmla="*/ 1380067 h 2870200"/>
              <a:gd name="connsiteX48" fmla="*/ 736600 w 4089400"/>
              <a:gd name="connsiteY48" fmla="*/ 1532467 h 2870200"/>
              <a:gd name="connsiteX49" fmla="*/ 753533 w 4089400"/>
              <a:gd name="connsiteY49" fmla="*/ 1566334 h 2870200"/>
              <a:gd name="connsiteX50" fmla="*/ 778933 w 4089400"/>
              <a:gd name="connsiteY50" fmla="*/ 1456267 h 2870200"/>
              <a:gd name="connsiteX51" fmla="*/ 795866 w 4089400"/>
              <a:gd name="connsiteY51" fmla="*/ 1430867 h 2870200"/>
              <a:gd name="connsiteX52" fmla="*/ 829733 w 4089400"/>
              <a:gd name="connsiteY52" fmla="*/ 1388534 h 2870200"/>
              <a:gd name="connsiteX53" fmla="*/ 838200 w 4089400"/>
              <a:gd name="connsiteY53" fmla="*/ 1498600 h 2870200"/>
              <a:gd name="connsiteX54" fmla="*/ 863600 w 4089400"/>
              <a:gd name="connsiteY54" fmla="*/ 1811867 h 2870200"/>
              <a:gd name="connsiteX55" fmla="*/ 872066 w 4089400"/>
              <a:gd name="connsiteY55" fmla="*/ 1642534 h 2870200"/>
              <a:gd name="connsiteX56" fmla="*/ 897466 w 4089400"/>
              <a:gd name="connsiteY56" fmla="*/ 1583267 h 2870200"/>
              <a:gd name="connsiteX57" fmla="*/ 905933 w 4089400"/>
              <a:gd name="connsiteY57" fmla="*/ 1557867 h 2870200"/>
              <a:gd name="connsiteX58" fmla="*/ 914400 w 4089400"/>
              <a:gd name="connsiteY58" fmla="*/ 2006600 h 2870200"/>
              <a:gd name="connsiteX59" fmla="*/ 939800 w 4089400"/>
              <a:gd name="connsiteY59" fmla="*/ 2116667 h 2870200"/>
              <a:gd name="connsiteX60" fmla="*/ 948266 w 4089400"/>
              <a:gd name="connsiteY60" fmla="*/ 1948424 h 2870200"/>
              <a:gd name="connsiteX61" fmla="*/ 965200 w 4089400"/>
              <a:gd name="connsiteY61" fmla="*/ 1794934 h 2870200"/>
              <a:gd name="connsiteX62" fmla="*/ 973666 w 4089400"/>
              <a:gd name="connsiteY62" fmla="*/ 1761067 h 2870200"/>
              <a:gd name="connsiteX63" fmla="*/ 990600 w 4089400"/>
              <a:gd name="connsiteY63" fmla="*/ 1871134 h 2870200"/>
              <a:gd name="connsiteX64" fmla="*/ 1007533 w 4089400"/>
              <a:gd name="connsiteY64" fmla="*/ 1947334 h 2870200"/>
              <a:gd name="connsiteX65" fmla="*/ 1024466 w 4089400"/>
              <a:gd name="connsiteY65" fmla="*/ 2040467 h 2870200"/>
              <a:gd name="connsiteX66" fmla="*/ 1049866 w 4089400"/>
              <a:gd name="connsiteY66" fmla="*/ 2108200 h 2870200"/>
              <a:gd name="connsiteX67" fmla="*/ 1058333 w 4089400"/>
              <a:gd name="connsiteY67" fmla="*/ 2150534 h 2870200"/>
              <a:gd name="connsiteX68" fmla="*/ 1100666 w 4089400"/>
              <a:gd name="connsiteY68" fmla="*/ 2209800 h 2870200"/>
              <a:gd name="connsiteX69" fmla="*/ 1109133 w 4089400"/>
              <a:gd name="connsiteY69" fmla="*/ 2108200 h 2870200"/>
              <a:gd name="connsiteX70" fmla="*/ 1159933 w 4089400"/>
              <a:gd name="connsiteY70" fmla="*/ 1989667 h 2870200"/>
              <a:gd name="connsiteX71" fmla="*/ 1210733 w 4089400"/>
              <a:gd name="connsiteY71" fmla="*/ 1913467 h 2870200"/>
              <a:gd name="connsiteX72" fmla="*/ 1219200 w 4089400"/>
              <a:gd name="connsiteY72" fmla="*/ 2167467 h 2870200"/>
              <a:gd name="connsiteX73" fmla="*/ 1236133 w 4089400"/>
              <a:gd name="connsiteY73" fmla="*/ 2082800 h 2870200"/>
              <a:gd name="connsiteX74" fmla="*/ 1244600 w 4089400"/>
              <a:gd name="connsiteY74" fmla="*/ 2015067 h 2870200"/>
              <a:gd name="connsiteX75" fmla="*/ 1286933 w 4089400"/>
              <a:gd name="connsiteY75" fmla="*/ 1854200 h 2870200"/>
              <a:gd name="connsiteX76" fmla="*/ 1295400 w 4089400"/>
              <a:gd name="connsiteY76" fmla="*/ 1803400 h 2870200"/>
              <a:gd name="connsiteX77" fmla="*/ 1320800 w 4089400"/>
              <a:gd name="connsiteY77" fmla="*/ 1701800 h 2870200"/>
              <a:gd name="connsiteX78" fmla="*/ 1346200 w 4089400"/>
              <a:gd name="connsiteY78" fmla="*/ 1718734 h 2870200"/>
              <a:gd name="connsiteX79" fmla="*/ 1354666 w 4089400"/>
              <a:gd name="connsiteY79" fmla="*/ 1744134 h 2870200"/>
              <a:gd name="connsiteX80" fmla="*/ 1380066 w 4089400"/>
              <a:gd name="connsiteY80" fmla="*/ 1828800 h 2870200"/>
              <a:gd name="connsiteX81" fmla="*/ 1397000 w 4089400"/>
              <a:gd name="connsiteY81" fmla="*/ 1879600 h 2870200"/>
              <a:gd name="connsiteX82" fmla="*/ 1405466 w 4089400"/>
              <a:gd name="connsiteY82" fmla="*/ 1913467 h 2870200"/>
              <a:gd name="connsiteX83" fmla="*/ 1430866 w 4089400"/>
              <a:gd name="connsiteY83" fmla="*/ 1947334 h 2870200"/>
              <a:gd name="connsiteX84" fmla="*/ 1447800 w 4089400"/>
              <a:gd name="connsiteY84" fmla="*/ 1938867 h 2870200"/>
              <a:gd name="connsiteX85" fmla="*/ 1490133 w 4089400"/>
              <a:gd name="connsiteY85" fmla="*/ 1803400 h 2870200"/>
              <a:gd name="connsiteX86" fmla="*/ 1549400 w 4089400"/>
              <a:gd name="connsiteY86" fmla="*/ 1651000 h 2870200"/>
              <a:gd name="connsiteX87" fmla="*/ 1557866 w 4089400"/>
              <a:gd name="connsiteY87" fmla="*/ 1591734 h 2870200"/>
              <a:gd name="connsiteX88" fmla="*/ 1574800 w 4089400"/>
              <a:gd name="connsiteY88" fmla="*/ 1566334 h 2870200"/>
              <a:gd name="connsiteX89" fmla="*/ 1583266 w 4089400"/>
              <a:gd name="connsiteY89" fmla="*/ 1524000 h 2870200"/>
              <a:gd name="connsiteX90" fmla="*/ 1591733 w 4089400"/>
              <a:gd name="connsiteY90" fmla="*/ 1498600 h 2870200"/>
              <a:gd name="connsiteX91" fmla="*/ 1608666 w 4089400"/>
              <a:gd name="connsiteY91" fmla="*/ 1524000 h 2870200"/>
              <a:gd name="connsiteX92" fmla="*/ 1634066 w 4089400"/>
              <a:gd name="connsiteY92" fmla="*/ 1490134 h 2870200"/>
              <a:gd name="connsiteX93" fmla="*/ 1659466 w 4089400"/>
              <a:gd name="connsiteY93" fmla="*/ 1388534 h 2870200"/>
              <a:gd name="connsiteX94" fmla="*/ 1718733 w 4089400"/>
              <a:gd name="connsiteY94" fmla="*/ 1286934 h 2870200"/>
              <a:gd name="connsiteX95" fmla="*/ 1769533 w 4089400"/>
              <a:gd name="connsiteY95" fmla="*/ 1176867 h 2870200"/>
              <a:gd name="connsiteX96" fmla="*/ 1794933 w 4089400"/>
              <a:gd name="connsiteY96" fmla="*/ 1202267 h 2870200"/>
              <a:gd name="connsiteX97" fmla="*/ 1803400 w 4089400"/>
              <a:gd name="connsiteY97" fmla="*/ 1227667 h 2870200"/>
              <a:gd name="connsiteX98" fmla="*/ 1820333 w 4089400"/>
              <a:gd name="connsiteY98" fmla="*/ 1261534 h 2870200"/>
              <a:gd name="connsiteX99" fmla="*/ 1862666 w 4089400"/>
              <a:gd name="connsiteY99" fmla="*/ 1422400 h 2870200"/>
              <a:gd name="connsiteX100" fmla="*/ 1913466 w 4089400"/>
              <a:gd name="connsiteY100" fmla="*/ 1600200 h 2870200"/>
              <a:gd name="connsiteX101" fmla="*/ 1964266 w 4089400"/>
              <a:gd name="connsiteY101" fmla="*/ 1744134 h 2870200"/>
              <a:gd name="connsiteX102" fmla="*/ 1981200 w 4089400"/>
              <a:gd name="connsiteY102" fmla="*/ 1498600 h 2870200"/>
              <a:gd name="connsiteX103" fmla="*/ 1998133 w 4089400"/>
              <a:gd name="connsiteY103" fmla="*/ 1464734 h 2870200"/>
              <a:gd name="connsiteX104" fmla="*/ 2006600 w 4089400"/>
              <a:gd name="connsiteY104" fmla="*/ 1439334 h 2870200"/>
              <a:gd name="connsiteX105" fmla="*/ 2057400 w 4089400"/>
              <a:gd name="connsiteY105" fmla="*/ 2032000 h 2870200"/>
              <a:gd name="connsiteX106" fmla="*/ 2065866 w 4089400"/>
              <a:gd name="connsiteY106" fmla="*/ 2150534 h 2870200"/>
              <a:gd name="connsiteX107" fmla="*/ 2074333 w 4089400"/>
              <a:gd name="connsiteY107" fmla="*/ 2489200 h 2870200"/>
              <a:gd name="connsiteX108" fmla="*/ 2108200 w 4089400"/>
              <a:gd name="connsiteY108" fmla="*/ 2421467 h 2870200"/>
              <a:gd name="connsiteX109" fmla="*/ 2150533 w 4089400"/>
              <a:gd name="connsiteY109" fmla="*/ 2319867 h 2870200"/>
              <a:gd name="connsiteX110" fmla="*/ 2175933 w 4089400"/>
              <a:gd name="connsiteY110" fmla="*/ 2286000 h 2870200"/>
              <a:gd name="connsiteX111" fmla="*/ 2209800 w 4089400"/>
              <a:gd name="connsiteY111" fmla="*/ 2235200 h 2870200"/>
              <a:gd name="connsiteX112" fmla="*/ 2226733 w 4089400"/>
              <a:gd name="connsiteY112" fmla="*/ 2514600 h 2870200"/>
              <a:gd name="connsiteX113" fmla="*/ 2252133 w 4089400"/>
              <a:gd name="connsiteY113" fmla="*/ 2565400 h 2870200"/>
              <a:gd name="connsiteX114" fmla="*/ 2260600 w 4089400"/>
              <a:gd name="connsiteY114" fmla="*/ 2489200 h 2870200"/>
              <a:gd name="connsiteX115" fmla="*/ 2277533 w 4089400"/>
              <a:gd name="connsiteY115" fmla="*/ 2421467 h 2870200"/>
              <a:gd name="connsiteX116" fmla="*/ 2286000 w 4089400"/>
              <a:gd name="connsiteY116" fmla="*/ 1718734 h 2870200"/>
              <a:gd name="connsiteX117" fmla="*/ 2311400 w 4089400"/>
              <a:gd name="connsiteY117" fmla="*/ 1811867 h 2870200"/>
              <a:gd name="connsiteX118" fmla="*/ 2336800 w 4089400"/>
              <a:gd name="connsiteY118" fmla="*/ 1871134 h 2870200"/>
              <a:gd name="connsiteX119" fmla="*/ 2362200 w 4089400"/>
              <a:gd name="connsiteY119" fmla="*/ 1938867 h 2870200"/>
              <a:gd name="connsiteX120" fmla="*/ 2370666 w 4089400"/>
              <a:gd name="connsiteY120" fmla="*/ 1972734 h 2870200"/>
              <a:gd name="connsiteX121" fmla="*/ 2379133 w 4089400"/>
              <a:gd name="connsiteY121" fmla="*/ 1574800 h 2870200"/>
              <a:gd name="connsiteX122" fmla="*/ 2404533 w 4089400"/>
              <a:gd name="connsiteY122" fmla="*/ 1236134 h 2870200"/>
              <a:gd name="connsiteX123" fmla="*/ 2421466 w 4089400"/>
              <a:gd name="connsiteY123" fmla="*/ 1092200 h 2870200"/>
              <a:gd name="connsiteX124" fmla="*/ 2429933 w 4089400"/>
              <a:gd name="connsiteY124" fmla="*/ 1066800 h 2870200"/>
              <a:gd name="connsiteX125" fmla="*/ 2438400 w 4089400"/>
              <a:gd name="connsiteY125" fmla="*/ 1092200 h 2870200"/>
              <a:gd name="connsiteX126" fmla="*/ 2455333 w 4089400"/>
              <a:gd name="connsiteY126" fmla="*/ 1117600 h 2870200"/>
              <a:gd name="connsiteX127" fmla="*/ 2463800 w 4089400"/>
              <a:gd name="connsiteY127" fmla="*/ 1227667 h 2870200"/>
              <a:gd name="connsiteX128" fmla="*/ 2489200 w 4089400"/>
              <a:gd name="connsiteY128" fmla="*/ 753534 h 2870200"/>
              <a:gd name="connsiteX129" fmla="*/ 2506133 w 4089400"/>
              <a:gd name="connsiteY129" fmla="*/ 685800 h 2870200"/>
              <a:gd name="connsiteX130" fmla="*/ 2514600 w 4089400"/>
              <a:gd name="connsiteY130" fmla="*/ 609600 h 2870200"/>
              <a:gd name="connsiteX131" fmla="*/ 2523066 w 4089400"/>
              <a:gd name="connsiteY131" fmla="*/ 558800 h 2870200"/>
              <a:gd name="connsiteX132" fmla="*/ 2540000 w 4089400"/>
              <a:gd name="connsiteY132" fmla="*/ 584200 h 2870200"/>
              <a:gd name="connsiteX133" fmla="*/ 2548466 w 4089400"/>
              <a:gd name="connsiteY133" fmla="*/ 778934 h 2870200"/>
              <a:gd name="connsiteX134" fmla="*/ 2590800 w 4089400"/>
              <a:gd name="connsiteY134" fmla="*/ 914400 h 2870200"/>
              <a:gd name="connsiteX135" fmla="*/ 2607733 w 4089400"/>
              <a:gd name="connsiteY135" fmla="*/ 973667 h 2870200"/>
              <a:gd name="connsiteX136" fmla="*/ 2624666 w 4089400"/>
              <a:gd name="connsiteY136" fmla="*/ 812800 h 2870200"/>
              <a:gd name="connsiteX137" fmla="*/ 2641600 w 4089400"/>
              <a:gd name="connsiteY137" fmla="*/ 694267 h 2870200"/>
              <a:gd name="connsiteX138" fmla="*/ 2667000 w 4089400"/>
              <a:gd name="connsiteY138" fmla="*/ 558800 h 2870200"/>
              <a:gd name="connsiteX139" fmla="*/ 2692400 w 4089400"/>
              <a:gd name="connsiteY139" fmla="*/ 321734 h 2870200"/>
              <a:gd name="connsiteX140" fmla="*/ 2709333 w 4089400"/>
              <a:gd name="connsiteY140" fmla="*/ 1058334 h 2870200"/>
              <a:gd name="connsiteX141" fmla="*/ 2735730 w 4089400"/>
              <a:gd name="connsiteY141" fmla="*/ 1023969 h 2870200"/>
              <a:gd name="connsiteX142" fmla="*/ 2785533 w 4089400"/>
              <a:gd name="connsiteY142" fmla="*/ 905934 h 2870200"/>
              <a:gd name="connsiteX143" fmla="*/ 2819400 w 4089400"/>
              <a:gd name="connsiteY143" fmla="*/ 855134 h 2870200"/>
              <a:gd name="connsiteX144" fmla="*/ 2844800 w 4089400"/>
              <a:gd name="connsiteY144" fmla="*/ 1422400 h 2870200"/>
              <a:gd name="connsiteX145" fmla="*/ 2853266 w 4089400"/>
              <a:gd name="connsiteY145" fmla="*/ 1388534 h 2870200"/>
              <a:gd name="connsiteX146" fmla="*/ 2870200 w 4089400"/>
              <a:gd name="connsiteY146" fmla="*/ 1363134 h 2870200"/>
              <a:gd name="connsiteX147" fmla="*/ 2895600 w 4089400"/>
              <a:gd name="connsiteY147" fmla="*/ 1278467 h 2870200"/>
              <a:gd name="connsiteX148" fmla="*/ 2912533 w 4089400"/>
              <a:gd name="connsiteY148" fmla="*/ 1320800 h 2870200"/>
              <a:gd name="connsiteX149" fmla="*/ 2929466 w 4089400"/>
              <a:gd name="connsiteY149" fmla="*/ 1388534 h 2870200"/>
              <a:gd name="connsiteX150" fmla="*/ 2946400 w 4089400"/>
              <a:gd name="connsiteY150" fmla="*/ 1422400 h 2870200"/>
              <a:gd name="connsiteX151" fmla="*/ 2988733 w 4089400"/>
              <a:gd name="connsiteY151" fmla="*/ 1540934 h 2870200"/>
              <a:gd name="connsiteX152" fmla="*/ 3005666 w 4089400"/>
              <a:gd name="connsiteY152" fmla="*/ 1566334 h 2870200"/>
              <a:gd name="connsiteX153" fmla="*/ 3039533 w 4089400"/>
              <a:gd name="connsiteY153" fmla="*/ 1718734 h 2870200"/>
              <a:gd name="connsiteX154" fmla="*/ 3064933 w 4089400"/>
              <a:gd name="connsiteY154" fmla="*/ 1761067 h 2870200"/>
              <a:gd name="connsiteX155" fmla="*/ 3098800 w 4089400"/>
              <a:gd name="connsiteY155" fmla="*/ 1879600 h 2870200"/>
              <a:gd name="connsiteX156" fmla="*/ 3090333 w 4089400"/>
              <a:gd name="connsiteY156" fmla="*/ 1913467 h 2870200"/>
              <a:gd name="connsiteX157" fmla="*/ 3102783 w 4089400"/>
              <a:gd name="connsiteY157" fmla="*/ 1901016 h 2870200"/>
              <a:gd name="connsiteX158" fmla="*/ 3081866 w 4089400"/>
              <a:gd name="connsiteY158" fmla="*/ 1888067 h 2870200"/>
              <a:gd name="connsiteX159" fmla="*/ 3107266 w 4089400"/>
              <a:gd name="connsiteY159" fmla="*/ 1871134 h 2870200"/>
              <a:gd name="connsiteX160" fmla="*/ 3115733 w 4089400"/>
              <a:gd name="connsiteY160" fmla="*/ 1769534 h 2870200"/>
              <a:gd name="connsiteX161" fmla="*/ 3132666 w 4089400"/>
              <a:gd name="connsiteY161" fmla="*/ 1710267 h 2870200"/>
              <a:gd name="connsiteX162" fmla="*/ 3141133 w 4089400"/>
              <a:gd name="connsiteY162" fmla="*/ 1684867 h 2870200"/>
              <a:gd name="connsiteX163" fmla="*/ 3166533 w 4089400"/>
              <a:gd name="connsiteY163" fmla="*/ 1676400 h 2870200"/>
              <a:gd name="connsiteX164" fmla="*/ 3175000 w 4089400"/>
              <a:gd name="connsiteY164" fmla="*/ 2006600 h 2870200"/>
              <a:gd name="connsiteX165" fmla="*/ 3183466 w 4089400"/>
              <a:gd name="connsiteY165" fmla="*/ 2048934 h 2870200"/>
              <a:gd name="connsiteX166" fmla="*/ 3191933 w 4089400"/>
              <a:gd name="connsiteY166" fmla="*/ 2099734 h 2870200"/>
              <a:gd name="connsiteX167" fmla="*/ 3208866 w 4089400"/>
              <a:gd name="connsiteY167" fmla="*/ 2048934 h 2870200"/>
              <a:gd name="connsiteX168" fmla="*/ 3217333 w 4089400"/>
              <a:gd name="connsiteY168" fmla="*/ 1998134 h 2870200"/>
              <a:gd name="connsiteX169" fmla="*/ 3251200 w 4089400"/>
              <a:gd name="connsiteY169" fmla="*/ 2353734 h 2870200"/>
              <a:gd name="connsiteX170" fmla="*/ 3276600 w 4089400"/>
              <a:gd name="connsiteY170" fmla="*/ 2387600 h 2870200"/>
              <a:gd name="connsiteX171" fmla="*/ 3285066 w 4089400"/>
              <a:gd name="connsiteY171" fmla="*/ 2497667 h 2870200"/>
              <a:gd name="connsiteX172" fmla="*/ 3302000 w 4089400"/>
              <a:gd name="connsiteY172" fmla="*/ 2531534 h 2870200"/>
              <a:gd name="connsiteX173" fmla="*/ 3318933 w 4089400"/>
              <a:gd name="connsiteY173" fmla="*/ 2599267 h 2870200"/>
              <a:gd name="connsiteX174" fmla="*/ 3344333 w 4089400"/>
              <a:gd name="connsiteY174" fmla="*/ 2667000 h 2870200"/>
              <a:gd name="connsiteX175" fmla="*/ 3386666 w 4089400"/>
              <a:gd name="connsiteY175" fmla="*/ 2810934 h 2870200"/>
              <a:gd name="connsiteX176" fmla="*/ 3412066 w 4089400"/>
              <a:gd name="connsiteY176" fmla="*/ 2870200 h 2870200"/>
              <a:gd name="connsiteX177" fmla="*/ 3437466 w 4089400"/>
              <a:gd name="connsiteY177" fmla="*/ 1828800 h 2870200"/>
              <a:gd name="connsiteX178" fmla="*/ 3436968 w 4089400"/>
              <a:gd name="connsiteY178" fmla="*/ 2090271 h 2870200"/>
              <a:gd name="connsiteX179" fmla="*/ 3462866 w 4089400"/>
              <a:gd name="connsiteY179" fmla="*/ 1735667 h 2870200"/>
              <a:gd name="connsiteX180" fmla="*/ 3488266 w 4089400"/>
              <a:gd name="connsiteY180" fmla="*/ 1651000 h 2870200"/>
              <a:gd name="connsiteX181" fmla="*/ 3496733 w 4089400"/>
              <a:gd name="connsiteY181" fmla="*/ 1701800 h 2870200"/>
              <a:gd name="connsiteX182" fmla="*/ 3500717 w 4089400"/>
              <a:gd name="connsiteY182" fmla="*/ 1875118 h 2870200"/>
              <a:gd name="connsiteX183" fmla="*/ 3522133 w 4089400"/>
              <a:gd name="connsiteY183" fmla="*/ 1752600 h 2870200"/>
              <a:gd name="connsiteX184" fmla="*/ 3530600 w 4089400"/>
              <a:gd name="connsiteY184" fmla="*/ 1693334 h 2870200"/>
              <a:gd name="connsiteX185" fmla="*/ 3572933 w 4089400"/>
              <a:gd name="connsiteY185" fmla="*/ 1608667 h 2870200"/>
              <a:gd name="connsiteX186" fmla="*/ 3589866 w 4089400"/>
              <a:gd name="connsiteY186" fmla="*/ 1566334 h 2870200"/>
              <a:gd name="connsiteX187" fmla="*/ 3632200 w 4089400"/>
              <a:gd name="connsiteY187" fmla="*/ 1464734 h 2870200"/>
              <a:gd name="connsiteX188" fmla="*/ 3636184 w 4089400"/>
              <a:gd name="connsiteY188" fmla="*/ 1373094 h 2870200"/>
              <a:gd name="connsiteX189" fmla="*/ 3657600 w 4089400"/>
              <a:gd name="connsiteY189" fmla="*/ 1363134 h 2870200"/>
              <a:gd name="connsiteX190" fmla="*/ 3674533 w 4089400"/>
              <a:gd name="connsiteY190" fmla="*/ 1320800 h 2870200"/>
              <a:gd name="connsiteX191" fmla="*/ 3669553 w 4089400"/>
              <a:gd name="connsiteY191" fmla="*/ 1151964 h 2870200"/>
              <a:gd name="connsiteX192" fmla="*/ 3716866 w 4089400"/>
              <a:gd name="connsiteY192" fmla="*/ 1227667 h 2870200"/>
              <a:gd name="connsiteX193" fmla="*/ 3725333 w 4089400"/>
              <a:gd name="connsiteY193" fmla="*/ 1176867 h 2870200"/>
              <a:gd name="connsiteX194" fmla="*/ 3742266 w 4089400"/>
              <a:gd name="connsiteY194" fmla="*/ 1126067 h 2870200"/>
              <a:gd name="connsiteX195" fmla="*/ 3750733 w 4089400"/>
              <a:gd name="connsiteY195" fmla="*/ 1058334 h 2870200"/>
              <a:gd name="connsiteX196" fmla="*/ 3759200 w 4089400"/>
              <a:gd name="connsiteY196" fmla="*/ 1270000 h 2870200"/>
              <a:gd name="connsiteX197" fmla="*/ 3788048 w 4089400"/>
              <a:gd name="connsiteY197" fmla="*/ 678606 h 2870200"/>
              <a:gd name="connsiteX198" fmla="*/ 3793066 w 4089400"/>
              <a:gd name="connsiteY198" fmla="*/ 558800 h 2870200"/>
              <a:gd name="connsiteX199" fmla="*/ 3810000 w 4089400"/>
              <a:gd name="connsiteY199" fmla="*/ 482600 h 2870200"/>
              <a:gd name="connsiteX200" fmla="*/ 3818466 w 4089400"/>
              <a:gd name="connsiteY200" fmla="*/ 533400 h 2870200"/>
              <a:gd name="connsiteX201" fmla="*/ 3835400 w 4089400"/>
              <a:gd name="connsiteY201" fmla="*/ 660400 h 2870200"/>
              <a:gd name="connsiteX202" fmla="*/ 3843866 w 4089400"/>
              <a:gd name="connsiteY202" fmla="*/ 702734 h 2870200"/>
              <a:gd name="connsiteX203" fmla="*/ 3860800 w 4089400"/>
              <a:gd name="connsiteY203" fmla="*/ 736600 h 2870200"/>
              <a:gd name="connsiteX204" fmla="*/ 3877733 w 4089400"/>
              <a:gd name="connsiteY204" fmla="*/ 702734 h 2870200"/>
              <a:gd name="connsiteX205" fmla="*/ 3937000 w 4089400"/>
              <a:gd name="connsiteY205" fmla="*/ 482600 h 2870200"/>
              <a:gd name="connsiteX206" fmla="*/ 3953933 w 4089400"/>
              <a:gd name="connsiteY206" fmla="*/ 457200 h 2870200"/>
              <a:gd name="connsiteX207" fmla="*/ 3979333 w 4089400"/>
              <a:gd name="connsiteY207" fmla="*/ 177800 h 2870200"/>
              <a:gd name="connsiteX208" fmla="*/ 4004733 w 4089400"/>
              <a:gd name="connsiteY208" fmla="*/ 135467 h 2870200"/>
              <a:gd name="connsiteX209" fmla="*/ 4013200 w 4089400"/>
              <a:gd name="connsiteY209" fmla="*/ 101600 h 2870200"/>
              <a:gd name="connsiteX210" fmla="*/ 4021666 w 4089400"/>
              <a:gd name="connsiteY210" fmla="*/ 76200 h 2870200"/>
              <a:gd name="connsiteX211" fmla="*/ 4030133 w 4089400"/>
              <a:gd name="connsiteY211" fmla="*/ 110067 h 2870200"/>
              <a:gd name="connsiteX212" fmla="*/ 4047066 w 4089400"/>
              <a:gd name="connsiteY212" fmla="*/ 160867 h 2870200"/>
              <a:gd name="connsiteX213" fmla="*/ 4089400 w 4089400"/>
              <a:gd name="connsiteY213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25400 w 4089400"/>
              <a:gd name="connsiteY2" fmla="*/ 626534 h 2870200"/>
              <a:gd name="connsiteX3" fmla="*/ 33866 w 4089400"/>
              <a:gd name="connsiteY3" fmla="*/ 592667 h 2870200"/>
              <a:gd name="connsiteX4" fmla="*/ 42333 w 4089400"/>
              <a:gd name="connsiteY4" fmla="*/ 567267 h 2870200"/>
              <a:gd name="connsiteX5" fmla="*/ 47892 w 4089400"/>
              <a:gd name="connsiteY5" fmla="*/ 828517 h 2870200"/>
              <a:gd name="connsiteX6" fmla="*/ 32533 w 4089400"/>
              <a:gd name="connsiteY6" fmla="*/ 1083293 h 2870200"/>
              <a:gd name="connsiteX7" fmla="*/ 25400 w 4089400"/>
              <a:gd name="connsiteY7" fmla="*/ 1354667 h 2870200"/>
              <a:gd name="connsiteX8" fmla="*/ 33866 w 4089400"/>
              <a:gd name="connsiteY8" fmla="*/ 1329267 h 2870200"/>
              <a:gd name="connsiteX9" fmla="*/ 42333 w 4089400"/>
              <a:gd name="connsiteY9" fmla="*/ 1286934 h 2870200"/>
              <a:gd name="connsiteX10" fmla="*/ 59266 w 4089400"/>
              <a:gd name="connsiteY10" fmla="*/ 1253067 h 2870200"/>
              <a:gd name="connsiteX11" fmla="*/ 76200 w 4089400"/>
              <a:gd name="connsiteY11" fmla="*/ 1202267 h 2870200"/>
              <a:gd name="connsiteX12" fmla="*/ 84666 w 4089400"/>
              <a:gd name="connsiteY12" fmla="*/ 1176867 h 2870200"/>
              <a:gd name="connsiteX13" fmla="*/ 101600 w 4089400"/>
              <a:gd name="connsiteY13" fmla="*/ 1143000 h 2870200"/>
              <a:gd name="connsiteX14" fmla="*/ 110066 w 4089400"/>
              <a:gd name="connsiteY14" fmla="*/ 1100667 h 2870200"/>
              <a:gd name="connsiteX15" fmla="*/ 135466 w 4089400"/>
              <a:gd name="connsiteY15" fmla="*/ 1032934 h 2870200"/>
              <a:gd name="connsiteX16" fmla="*/ 143933 w 4089400"/>
              <a:gd name="connsiteY16" fmla="*/ 999067 h 2870200"/>
              <a:gd name="connsiteX17" fmla="*/ 160866 w 4089400"/>
              <a:gd name="connsiteY17" fmla="*/ 948267 h 2870200"/>
              <a:gd name="connsiteX18" fmla="*/ 177800 w 4089400"/>
              <a:gd name="connsiteY18" fmla="*/ 1134534 h 2870200"/>
              <a:gd name="connsiteX19" fmla="*/ 194733 w 4089400"/>
              <a:gd name="connsiteY19" fmla="*/ 1464734 h 2870200"/>
              <a:gd name="connsiteX20" fmla="*/ 228600 w 4089400"/>
              <a:gd name="connsiteY20" fmla="*/ 1397000 h 2870200"/>
              <a:gd name="connsiteX21" fmla="*/ 254000 w 4089400"/>
              <a:gd name="connsiteY21" fmla="*/ 1363134 h 2870200"/>
              <a:gd name="connsiteX22" fmla="*/ 262466 w 4089400"/>
              <a:gd name="connsiteY22" fmla="*/ 1337734 h 2870200"/>
              <a:gd name="connsiteX23" fmla="*/ 279400 w 4089400"/>
              <a:gd name="connsiteY23" fmla="*/ 1371600 h 2870200"/>
              <a:gd name="connsiteX24" fmla="*/ 287866 w 4089400"/>
              <a:gd name="connsiteY24" fmla="*/ 2243667 h 2870200"/>
              <a:gd name="connsiteX25" fmla="*/ 313266 w 4089400"/>
              <a:gd name="connsiteY25" fmla="*/ 2201334 h 2870200"/>
              <a:gd name="connsiteX26" fmla="*/ 321733 w 4089400"/>
              <a:gd name="connsiteY26" fmla="*/ 2150534 h 2870200"/>
              <a:gd name="connsiteX27" fmla="*/ 346635 w 4089400"/>
              <a:gd name="connsiteY27" fmla="*/ 2376146 h 2870200"/>
              <a:gd name="connsiteX28" fmla="*/ 364066 w 4089400"/>
              <a:gd name="connsiteY28" fmla="*/ 2082800 h 2870200"/>
              <a:gd name="connsiteX29" fmla="*/ 389965 w 4089400"/>
              <a:gd name="connsiteY29" fmla="*/ 1792444 h 2870200"/>
              <a:gd name="connsiteX30" fmla="*/ 397933 w 4089400"/>
              <a:gd name="connsiteY30" fmla="*/ 2032000 h 2870200"/>
              <a:gd name="connsiteX31" fmla="*/ 423333 w 4089400"/>
              <a:gd name="connsiteY31" fmla="*/ 1998134 h 2870200"/>
              <a:gd name="connsiteX32" fmla="*/ 440266 w 4089400"/>
              <a:gd name="connsiteY32" fmla="*/ 1752600 h 2870200"/>
              <a:gd name="connsiteX33" fmla="*/ 465666 w 4089400"/>
              <a:gd name="connsiteY33" fmla="*/ 1651000 h 2870200"/>
              <a:gd name="connsiteX34" fmla="*/ 491066 w 4089400"/>
              <a:gd name="connsiteY34" fmla="*/ 1710267 h 2870200"/>
              <a:gd name="connsiteX35" fmla="*/ 499533 w 4089400"/>
              <a:gd name="connsiteY35" fmla="*/ 1851666 h 2870200"/>
              <a:gd name="connsiteX36" fmla="*/ 533400 w 4089400"/>
              <a:gd name="connsiteY36" fmla="*/ 1820334 h 2870200"/>
              <a:gd name="connsiteX37" fmla="*/ 558800 w 4089400"/>
              <a:gd name="connsiteY37" fmla="*/ 1938867 h 2870200"/>
              <a:gd name="connsiteX38" fmla="*/ 575733 w 4089400"/>
              <a:gd name="connsiteY38" fmla="*/ 1998134 h 2870200"/>
              <a:gd name="connsiteX39" fmla="*/ 592666 w 4089400"/>
              <a:gd name="connsiteY39" fmla="*/ 2023534 h 2870200"/>
              <a:gd name="connsiteX40" fmla="*/ 618066 w 4089400"/>
              <a:gd name="connsiteY40" fmla="*/ 1786467 h 2870200"/>
              <a:gd name="connsiteX41" fmla="*/ 626533 w 4089400"/>
              <a:gd name="connsiteY41" fmla="*/ 1744134 h 2870200"/>
              <a:gd name="connsiteX42" fmla="*/ 643466 w 4089400"/>
              <a:gd name="connsiteY42" fmla="*/ 1718734 h 2870200"/>
              <a:gd name="connsiteX43" fmla="*/ 660400 w 4089400"/>
              <a:gd name="connsiteY43" fmla="*/ 1617134 h 2870200"/>
              <a:gd name="connsiteX44" fmla="*/ 677333 w 4089400"/>
              <a:gd name="connsiteY44" fmla="*/ 1557867 h 2870200"/>
              <a:gd name="connsiteX45" fmla="*/ 685800 w 4089400"/>
              <a:gd name="connsiteY45" fmla="*/ 1524000 h 2870200"/>
              <a:gd name="connsiteX46" fmla="*/ 702733 w 4089400"/>
              <a:gd name="connsiteY46" fmla="*/ 1312334 h 2870200"/>
              <a:gd name="connsiteX47" fmla="*/ 719666 w 4089400"/>
              <a:gd name="connsiteY47" fmla="*/ 1380067 h 2870200"/>
              <a:gd name="connsiteX48" fmla="*/ 736600 w 4089400"/>
              <a:gd name="connsiteY48" fmla="*/ 1532467 h 2870200"/>
              <a:gd name="connsiteX49" fmla="*/ 753533 w 4089400"/>
              <a:gd name="connsiteY49" fmla="*/ 1566334 h 2870200"/>
              <a:gd name="connsiteX50" fmla="*/ 778933 w 4089400"/>
              <a:gd name="connsiteY50" fmla="*/ 1456267 h 2870200"/>
              <a:gd name="connsiteX51" fmla="*/ 795866 w 4089400"/>
              <a:gd name="connsiteY51" fmla="*/ 1430867 h 2870200"/>
              <a:gd name="connsiteX52" fmla="*/ 829733 w 4089400"/>
              <a:gd name="connsiteY52" fmla="*/ 1388534 h 2870200"/>
              <a:gd name="connsiteX53" fmla="*/ 838200 w 4089400"/>
              <a:gd name="connsiteY53" fmla="*/ 1498600 h 2870200"/>
              <a:gd name="connsiteX54" fmla="*/ 863600 w 4089400"/>
              <a:gd name="connsiteY54" fmla="*/ 1811867 h 2870200"/>
              <a:gd name="connsiteX55" fmla="*/ 872066 w 4089400"/>
              <a:gd name="connsiteY55" fmla="*/ 1642534 h 2870200"/>
              <a:gd name="connsiteX56" fmla="*/ 897466 w 4089400"/>
              <a:gd name="connsiteY56" fmla="*/ 1583267 h 2870200"/>
              <a:gd name="connsiteX57" fmla="*/ 905933 w 4089400"/>
              <a:gd name="connsiteY57" fmla="*/ 1557867 h 2870200"/>
              <a:gd name="connsiteX58" fmla="*/ 914400 w 4089400"/>
              <a:gd name="connsiteY58" fmla="*/ 2006600 h 2870200"/>
              <a:gd name="connsiteX59" fmla="*/ 939800 w 4089400"/>
              <a:gd name="connsiteY59" fmla="*/ 2116667 h 2870200"/>
              <a:gd name="connsiteX60" fmla="*/ 948266 w 4089400"/>
              <a:gd name="connsiteY60" fmla="*/ 1948424 h 2870200"/>
              <a:gd name="connsiteX61" fmla="*/ 965200 w 4089400"/>
              <a:gd name="connsiteY61" fmla="*/ 1794934 h 2870200"/>
              <a:gd name="connsiteX62" fmla="*/ 973666 w 4089400"/>
              <a:gd name="connsiteY62" fmla="*/ 1761067 h 2870200"/>
              <a:gd name="connsiteX63" fmla="*/ 990600 w 4089400"/>
              <a:gd name="connsiteY63" fmla="*/ 1871134 h 2870200"/>
              <a:gd name="connsiteX64" fmla="*/ 1007533 w 4089400"/>
              <a:gd name="connsiteY64" fmla="*/ 1947334 h 2870200"/>
              <a:gd name="connsiteX65" fmla="*/ 1024466 w 4089400"/>
              <a:gd name="connsiteY65" fmla="*/ 2040467 h 2870200"/>
              <a:gd name="connsiteX66" fmla="*/ 1049866 w 4089400"/>
              <a:gd name="connsiteY66" fmla="*/ 2108200 h 2870200"/>
              <a:gd name="connsiteX67" fmla="*/ 1058333 w 4089400"/>
              <a:gd name="connsiteY67" fmla="*/ 2150534 h 2870200"/>
              <a:gd name="connsiteX68" fmla="*/ 1100666 w 4089400"/>
              <a:gd name="connsiteY68" fmla="*/ 2209800 h 2870200"/>
              <a:gd name="connsiteX69" fmla="*/ 1109133 w 4089400"/>
              <a:gd name="connsiteY69" fmla="*/ 2108200 h 2870200"/>
              <a:gd name="connsiteX70" fmla="*/ 1159933 w 4089400"/>
              <a:gd name="connsiteY70" fmla="*/ 1989667 h 2870200"/>
              <a:gd name="connsiteX71" fmla="*/ 1210733 w 4089400"/>
              <a:gd name="connsiteY71" fmla="*/ 1913467 h 2870200"/>
              <a:gd name="connsiteX72" fmla="*/ 1219200 w 4089400"/>
              <a:gd name="connsiteY72" fmla="*/ 2167467 h 2870200"/>
              <a:gd name="connsiteX73" fmla="*/ 1236133 w 4089400"/>
              <a:gd name="connsiteY73" fmla="*/ 2082800 h 2870200"/>
              <a:gd name="connsiteX74" fmla="*/ 1244600 w 4089400"/>
              <a:gd name="connsiteY74" fmla="*/ 2015067 h 2870200"/>
              <a:gd name="connsiteX75" fmla="*/ 1286933 w 4089400"/>
              <a:gd name="connsiteY75" fmla="*/ 1854200 h 2870200"/>
              <a:gd name="connsiteX76" fmla="*/ 1295400 w 4089400"/>
              <a:gd name="connsiteY76" fmla="*/ 1803400 h 2870200"/>
              <a:gd name="connsiteX77" fmla="*/ 1320800 w 4089400"/>
              <a:gd name="connsiteY77" fmla="*/ 1701800 h 2870200"/>
              <a:gd name="connsiteX78" fmla="*/ 1346200 w 4089400"/>
              <a:gd name="connsiteY78" fmla="*/ 1718734 h 2870200"/>
              <a:gd name="connsiteX79" fmla="*/ 1354666 w 4089400"/>
              <a:gd name="connsiteY79" fmla="*/ 1744134 h 2870200"/>
              <a:gd name="connsiteX80" fmla="*/ 1380066 w 4089400"/>
              <a:gd name="connsiteY80" fmla="*/ 1828800 h 2870200"/>
              <a:gd name="connsiteX81" fmla="*/ 1397000 w 4089400"/>
              <a:gd name="connsiteY81" fmla="*/ 1879600 h 2870200"/>
              <a:gd name="connsiteX82" fmla="*/ 1405466 w 4089400"/>
              <a:gd name="connsiteY82" fmla="*/ 1913467 h 2870200"/>
              <a:gd name="connsiteX83" fmla="*/ 1430866 w 4089400"/>
              <a:gd name="connsiteY83" fmla="*/ 1947334 h 2870200"/>
              <a:gd name="connsiteX84" fmla="*/ 1447800 w 4089400"/>
              <a:gd name="connsiteY84" fmla="*/ 1938867 h 2870200"/>
              <a:gd name="connsiteX85" fmla="*/ 1490133 w 4089400"/>
              <a:gd name="connsiteY85" fmla="*/ 1803400 h 2870200"/>
              <a:gd name="connsiteX86" fmla="*/ 1549400 w 4089400"/>
              <a:gd name="connsiteY86" fmla="*/ 1651000 h 2870200"/>
              <a:gd name="connsiteX87" fmla="*/ 1557866 w 4089400"/>
              <a:gd name="connsiteY87" fmla="*/ 1591734 h 2870200"/>
              <a:gd name="connsiteX88" fmla="*/ 1574800 w 4089400"/>
              <a:gd name="connsiteY88" fmla="*/ 1566334 h 2870200"/>
              <a:gd name="connsiteX89" fmla="*/ 1583266 w 4089400"/>
              <a:gd name="connsiteY89" fmla="*/ 1524000 h 2870200"/>
              <a:gd name="connsiteX90" fmla="*/ 1591733 w 4089400"/>
              <a:gd name="connsiteY90" fmla="*/ 1498600 h 2870200"/>
              <a:gd name="connsiteX91" fmla="*/ 1608666 w 4089400"/>
              <a:gd name="connsiteY91" fmla="*/ 1524000 h 2870200"/>
              <a:gd name="connsiteX92" fmla="*/ 1634066 w 4089400"/>
              <a:gd name="connsiteY92" fmla="*/ 1490134 h 2870200"/>
              <a:gd name="connsiteX93" fmla="*/ 1659466 w 4089400"/>
              <a:gd name="connsiteY93" fmla="*/ 1388534 h 2870200"/>
              <a:gd name="connsiteX94" fmla="*/ 1718733 w 4089400"/>
              <a:gd name="connsiteY94" fmla="*/ 1286934 h 2870200"/>
              <a:gd name="connsiteX95" fmla="*/ 1769533 w 4089400"/>
              <a:gd name="connsiteY95" fmla="*/ 1176867 h 2870200"/>
              <a:gd name="connsiteX96" fmla="*/ 1794933 w 4089400"/>
              <a:gd name="connsiteY96" fmla="*/ 1202267 h 2870200"/>
              <a:gd name="connsiteX97" fmla="*/ 1803400 w 4089400"/>
              <a:gd name="connsiteY97" fmla="*/ 1227667 h 2870200"/>
              <a:gd name="connsiteX98" fmla="*/ 1820333 w 4089400"/>
              <a:gd name="connsiteY98" fmla="*/ 1261534 h 2870200"/>
              <a:gd name="connsiteX99" fmla="*/ 1862666 w 4089400"/>
              <a:gd name="connsiteY99" fmla="*/ 1422400 h 2870200"/>
              <a:gd name="connsiteX100" fmla="*/ 1913466 w 4089400"/>
              <a:gd name="connsiteY100" fmla="*/ 1600200 h 2870200"/>
              <a:gd name="connsiteX101" fmla="*/ 1964266 w 4089400"/>
              <a:gd name="connsiteY101" fmla="*/ 1744134 h 2870200"/>
              <a:gd name="connsiteX102" fmla="*/ 1981200 w 4089400"/>
              <a:gd name="connsiteY102" fmla="*/ 1498600 h 2870200"/>
              <a:gd name="connsiteX103" fmla="*/ 1998133 w 4089400"/>
              <a:gd name="connsiteY103" fmla="*/ 1464734 h 2870200"/>
              <a:gd name="connsiteX104" fmla="*/ 2006600 w 4089400"/>
              <a:gd name="connsiteY104" fmla="*/ 1439334 h 2870200"/>
              <a:gd name="connsiteX105" fmla="*/ 2057400 w 4089400"/>
              <a:gd name="connsiteY105" fmla="*/ 2032000 h 2870200"/>
              <a:gd name="connsiteX106" fmla="*/ 2065866 w 4089400"/>
              <a:gd name="connsiteY106" fmla="*/ 2150534 h 2870200"/>
              <a:gd name="connsiteX107" fmla="*/ 2074333 w 4089400"/>
              <a:gd name="connsiteY107" fmla="*/ 2489200 h 2870200"/>
              <a:gd name="connsiteX108" fmla="*/ 2108200 w 4089400"/>
              <a:gd name="connsiteY108" fmla="*/ 2421467 h 2870200"/>
              <a:gd name="connsiteX109" fmla="*/ 2150533 w 4089400"/>
              <a:gd name="connsiteY109" fmla="*/ 2319867 h 2870200"/>
              <a:gd name="connsiteX110" fmla="*/ 2175933 w 4089400"/>
              <a:gd name="connsiteY110" fmla="*/ 2286000 h 2870200"/>
              <a:gd name="connsiteX111" fmla="*/ 2209800 w 4089400"/>
              <a:gd name="connsiteY111" fmla="*/ 2235200 h 2870200"/>
              <a:gd name="connsiteX112" fmla="*/ 2226733 w 4089400"/>
              <a:gd name="connsiteY112" fmla="*/ 2514600 h 2870200"/>
              <a:gd name="connsiteX113" fmla="*/ 2252133 w 4089400"/>
              <a:gd name="connsiteY113" fmla="*/ 2565400 h 2870200"/>
              <a:gd name="connsiteX114" fmla="*/ 2260600 w 4089400"/>
              <a:gd name="connsiteY114" fmla="*/ 2489200 h 2870200"/>
              <a:gd name="connsiteX115" fmla="*/ 2277533 w 4089400"/>
              <a:gd name="connsiteY115" fmla="*/ 2421467 h 2870200"/>
              <a:gd name="connsiteX116" fmla="*/ 2286000 w 4089400"/>
              <a:gd name="connsiteY116" fmla="*/ 1718734 h 2870200"/>
              <a:gd name="connsiteX117" fmla="*/ 2311400 w 4089400"/>
              <a:gd name="connsiteY117" fmla="*/ 1811867 h 2870200"/>
              <a:gd name="connsiteX118" fmla="*/ 2336800 w 4089400"/>
              <a:gd name="connsiteY118" fmla="*/ 1871134 h 2870200"/>
              <a:gd name="connsiteX119" fmla="*/ 2362200 w 4089400"/>
              <a:gd name="connsiteY119" fmla="*/ 1938867 h 2870200"/>
              <a:gd name="connsiteX120" fmla="*/ 2370666 w 4089400"/>
              <a:gd name="connsiteY120" fmla="*/ 1972734 h 2870200"/>
              <a:gd name="connsiteX121" fmla="*/ 2379133 w 4089400"/>
              <a:gd name="connsiteY121" fmla="*/ 1574800 h 2870200"/>
              <a:gd name="connsiteX122" fmla="*/ 2404533 w 4089400"/>
              <a:gd name="connsiteY122" fmla="*/ 1236134 h 2870200"/>
              <a:gd name="connsiteX123" fmla="*/ 2421466 w 4089400"/>
              <a:gd name="connsiteY123" fmla="*/ 1092200 h 2870200"/>
              <a:gd name="connsiteX124" fmla="*/ 2429933 w 4089400"/>
              <a:gd name="connsiteY124" fmla="*/ 1066800 h 2870200"/>
              <a:gd name="connsiteX125" fmla="*/ 2438400 w 4089400"/>
              <a:gd name="connsiteY125" fmla="*/ 1092200 h 2870200"/>
              <a:gd name="connsiteX126" fmla="*/ 2455333 w 4089400"/>
              <a:gd name="connsiteY126" fmla="*/ 1117600 h 2870200"/>
              <a:gd name="connsiteX127" fmla="*/ 2463800 w 4089400"/>
              <a:gd name="connsiteY127" fmla="*/ 1227667 h 2870200"/>
              <a:gd name="connsiteX128" fmla="*/ 2489200 w 4089400"/>
              <a:gd name="connsiteY128" fmla="*/ 753534 h 2870200"/>
              <a:gd name="connsiteX129" fmla="*/ 2506133 w 4089400"/>
              <a:gd name="connsiteY129" fmla="*/ 685800 h 2870200"/>
              <a:gd name="connsiteX130" fmla="*/ 2514600 w 4089400"/>
              <a:gd name="connsiteY130" fmla="*/ 609600 h 2870200"/>
              <a:gd name="connsiteX131" fmla="*/ 2523066 w 4089400"/>
              <a:gd name="connsiteY131" fmla="*/ 558800 h 2870200"/>
              <a:gd name="connsiteX132" fmla="*/ 2540000 w 4089400"/>
              <a:gd name="connsiteY132" fmla="*/ 584200 h 2870200"/>
              <a:gd name="connsiteX133" fmla="*/ 2548466 w 4089400"/>
              <a:gd name="connsiteY133" fmla="*/ 778934 h 2870200"/>
              <a:gd name="connsiteX134" fmla="*/ 2590800 w 4089400"/>
              <a:gd name="connsiteY134" fmla="*/ 914400 h 2870200"/>
              <a:gd name="connsiteX135" fmla="*/ 2607733 w 4089400"/>
              <a:gd name="connsiteY135" fmla="*/ 973667 h 2870200"/>
              <a:gd name="connsiteX136" fmla="*/ 2624666 w 4089400"/>
              <a:gd name="connsiteY136" fmla="*/ 812800 h 2870200"/>
              <a:gd name="connsiteX137" fmla="*/ 2641600 w 4089400"/>
              <a:gd name="connsiteY137" fmla="*/ 694267 h 2870200"/>
              <a:gd name="connsiteX138" fmla="*/ 2667000 w 4089400"/>
              <a:gd name="connsiteY138" fmla="*/ 558800 h 2870200"/>
              <a:gd name="connsiteX139" fmla="*/ 2692400 w 4089400"/>
              <a:gd name="connsiteY139" fmla="*/ 321734 h 2870200"/>
              <a:gd name="connsiteX140" fmla="*/ 2709333 w 4089400"/>
              <a:gd name="connsiteY140" fmla="*/ 1058334 h 2870200"/>
              <a:gd name="connsiteX141" fmla="*/ 2735730 w 4089400"/>
              <a:gd name="connsiteY141" fmla="*/ 1023969 h 2870200"/>
              <a:gd name="connsiteX142" fmla="*/ 2785533 w 4089400"/>
              <a:gd name="connsiteY142" fmla="*/ 905934 h 2870200"/>
              <a:gd name="connsiteX143" fmla="*/ 2819400 w 4089400"/>
              <a:gd name="connsiteY143" fmla="*/ 855134 h 2870200"/>
              <a:gd name="connsiteX144" fmla="*/ 2844800 w 4089400"/>
              <a:gd name="connsiteY144" fmla="*/ 1422400 h 2870200"/>
              <a:gd name="connsiteX145" fmla="*/ 2853266 w 4089400"/>
              <a:gd name="connsiteY145" fmla="*/ 1388534 h 2870200"/>
              <a:gd name="connsiteX146" fmla="*/ 2870200 w 4089400"/>
              <a:gd name="connsiteY146" fmla="*/ 1363134 h 2870200"/>
              <a:gd name="connsiteX147" fmla="*/ 2895600 w 4089400"/>
              <a:gd name="connsiteY147" fmla="*/ 1278467 h 2870200"/>
              <a:gd name="connsiteX148" fmla="*/ 2912533 w 4089400"/>
              <a:gd name="connsiteY148" fmla="*/ 1320800 h 2870200"/>
              <a:gd name="connsiteX149" fmla="*/ 2929466 w 4089400"/>
              <a:gd name="connsiteY149" fmla="*/ 1388534 h 2870200"/>
              <a:gd name="connsiteX150" fmla="*/ 2946400 w 4089400"/>
              <a:gd name="connsiteY150" fmla="*/ 1422400 h 2870200"/>
              <a:gd name="connsiteX151" fmla="*/ 2988733 w 4089400"/>
              <a:gd name="connsiteY151" fmla="*/ 1540934 h 2870200"/>
              <a:gd name="connsiteX152" fmla="*/ 3005666 w 4089400"/>
              <a:gd name="connsiteY152" fmla="*/ 1566334 h 2870200"/>
              <a:gd name="connsiteX153" fmla="*/ 3039533 w 4089400"/>
              <a:gd name="connsiteY153" fmla="*/ 1718734 h 2870200"/>
              <a:gd name="connsiteX154" fmla="*/ 3064933 w 4089400"/>
              <a:gd name="connsiteY154" fmla="*/ 1761067 h 2870200"/>
              <a:gd name="connsiteX155" fmla="*/ 3098800 w 4089400"/>
              <a:gd name="connsiteY155" fmla="*/ 1879600 h 2870200"/>
              <a:gd name="connsiteX156" fmla="*/ 3090333 w 4089400"/>
              <a:gd name="connsiteY156" fmla="*/ 1913467 h 2870200"/>
              <a:gd name="connsiteX157" fmla="*/ 3102783 w 4089400"/>
              <a:gd name="connsiteY157" fmla="*/ 1901016 h 2870200"/>
              <a:gd name="connsiteX158" fmla="*/ 3081866 w 4089400"/>
              <a:gd name="connsiteY158" fmla="*/ 1888067 h 2870200"/>
              <a:gd name="connsiteX159" fmla="*/ 3107266 w 4089400"/>
              <a:gd name="connsiteY159" fmla="*/ 1871134 h 2870200"/>
              <a:gd name="connsiteX160" fmla="*/ 3115733 w 4089400"/>
              <a:gd name="connsiteY160" fmla="*/ 1769534 h 2870200"/>
              <a:gd name="connsiteX161" fmla="*/ 3132666 w 4089400"/>
              <a:gd name="connsiteY161" fmla="*/ 1710267 h 2870200"/>
              <a:gd name="connsiteX162" fmla="*/ 3141133 w 4089400"/>
              <a:gd name="connsiteY162" fmla="*/ 1684867 h 2870200"/>
              <a:gd name="connsiteX163" fmla="*/ 3166533 w 4089400"/>
              <a:gd name="connsiteY163" fmla="*/ 1676400 h 2870200"/>
              <a:gd name="connsiteX164" fmla="*/ 3175000 w 4089400"/>
              <a:gd name="connsiteY164" fmla="*/ 2006600 h 2870200"/>
              <a:gd name="connsiteX165" fmla="*/ 3183466 w 4089400"/>
              <a:gd name="connsiteY165" fmla="*/ 2048934 h 2870200"/>
              <a:gd name="connsiteX166" fmla="*/ 3191933 w 4089400"/>
              <a:gd name="connsiteY166" fmla="*/ 2099734 h 2870200"/>
              <a:gd name="connsiteX167" fmla="*/ 3208866 w 4089400"/>
              <a:gd name="connsiteY167" fmla="*/ 2048934 h 2870200"/>
              <a:gd name="connsiteX168" fmla="*/ 3217333 w 4089400"/>
              <a:gd name="connsiteY168" fmla="*/ 1998134 h 2870200"/>
              <a:gd name="connsiteX169" fmla="*/ 3251200 w 4089400"/>
              <a:gd name="connsiteY169" fmla="*/ 2353734 h 2870200"/>
              <a:gd name="connsiteX170" fmla="*/ 3276600 w 4089400"/>
              <a:gd name="connsiteY170" fmla="*/ 2387600 h 2870200"/>
              <a:gd name="connsiteX171" fmla="*/ 3285066 w 4089400"/>
              <a:gd name="connsiteY171" fmla="*/ 2497667 h 2870200"/>
              <a:gd name="connsiteX172" fmla="*/ 3302000 w 4089400"/>
              <a:gd name="connsiteY172" fmla="*/ 2531534 h 2870200"/>
              <a:gd name="connsiteX173" fmla="*/ 3318933 w 4089400"/>
              <a:gd name="connsiteY173" fmla="*/ 2599267 h 2870200"/>
              <a:gd name="connsiteX174" fmla="*/ 3344333 w 4089400"/>
              <a:gd name="connsiteY174" fmla="*/ 2667000 h 2870200"/>
              <a:gd name="connsiteX175" fmla="*/ 3386666 w 4089400"/>
              <a:gd name="connsiteY175" fmla="*/ 2810934 h 2870200"/>
              <a:gd name="connsiteX176" fmla="*/ 3412066 w 4089400"/>
              <a:gd name="connsiteY176" fmla="*/ 2870200 h 2870200"/>
              <a:gd name="connsiteX177" fmla="*/ 3437466 w 4089400"/>
              <a:gd name="connsiteY177" fmla="*/ 1828800 h 2870200"/>
              <a:gd name="connsiteX178" fmla="*/ 3436968 w 4089400"/>
              <a:gd name="connsiteY178" fmla="*/ 2090271 h 2870200"/>
              <a:gd name="connsiteX179" fmla="*/ 3462866 w 4089400"/>
              <a:gd name="connsiteY179" fmla="*/ 1735667 h 2870200"/>
              <a:gd name="connsiteX180" fmla="*/ 3488266 w 4089400"/>
              <a:gd name="connsiteY180" fmla="*/ 1651000 h 2870200"/>
              <a:gd name="connsiteX181" fmla="*/ 3496733 w 4089400"/>
              <a:gd name="connsiteY181" fmla="*/ 1701800 h 2870200"/>
              <a:gd name="connsiteX182" fmla="*/ 3500717 w 4089400"/>
              <a:gd name="connsiteY182" fmla="*/ 1875118 h 2870200"/>
              <a:gd name="connsiteX183" fmla="*/ 3522133 w 4089400"/>
              <a:gd name="connsiteY183" fmla="*/ 1752600 h 2870200"/>
              <a:gd name="connsiteX184" fmla="*/ 3530600 w 4089400"/>
              <a:gd name="connsiteY184" fmla="*/ 1693334 h 2870200"/>
              <a:gd name="connsiteX185" fmla="*/ 3572933 w 4089400"/>
              <a:gd name="connsiteY185" fmla="*/ 1608667 h 2870200"/>
              <a:gd name="connsiteX186" fmla="*/ 3589866 w 4089400"/>
              <a:gd name="connsiteY186" fmla="*/ 1566334 h 2870200"/>
              <a:gd name="connsiteX187" fmla="*/ 3632200 w 4089400"/>
              <a:gd name="connsiteY187" fmla="*/ 1464734 h 2870200"/>
              <a:gd name="connsiteX188" fmla="*/ 3636184 w 4089400"/>
              <a:gd name="connsiteY188" fmla="*/ 1373094 h 2870200"/>
              <a:gd name="connsiteX189" fmla="*/ 3657600 w 4089400"/>
              <a:gd name="connsiteY189" fmla="*/ 1363134 h 2870200"/>
              <a:gd name="connsiteX190" fmla="*/ 3674533 w 4089400"/>
              <a:gd name="connsiteY190" fmla="*/ 1320800 h 2870200"/>
              <a:gd name="connsiteX191" fmla="*/ 3669553 w 4089400"/>
              <a:gd name="connsiteY191" fmla="*/ 1151964 h 2870200"/>
              <a:gd name="connsiteX192" fmla="*/ 3716866 w 4089400"/>
              <a:gd name="connsiteY192" fmla="*/ 1227667 h 2870200"/>
              <a:gd name="connsiteX193" fmla="*/ 3725333 w 4089400"/>
              <a:gd name="connsiteY193" fmla="*/ 1176867 h 2870200"/>
              <a:gd name="connsiteX194" fmla="*/ 3742266 w 4089400"/>
              <a:gd name="connsiteY194" fmla="*/ 1126067 h 2870200"/>
              <a:gd name="connsiteX195" fmla="*/ 3750733 w 4089400"/>
              <a:gd name="connsiteY195" fmla="*/ 1058334 h 2870200"/>
              <a:gd name="connsiteX196" fmla="*/ 3759200 w 4089400"/>
              <a:gd name="connsiteY196" fmla="*/ 1270000 h 2870200"/>
              <a:gd name="connsiteX197" fmla="*/ 3788048 w 4089400"/>
              <a:gd name="connsiteY197" fmla="*/ 678606 h 2870200"/>
              <a:gd name="connsiteX198" fmla="*/ 3793066 w 4089400"/>
              <a:gd name="connsiteY198" fmla="*/ 558800 h 2870200"/>
              <a:gd name="connsiteX199" fmla="*/ 3810000 w 4089400"/>
              <a:gd name="connsiteY199" fmla="*/ 482600 h 2870200"/>
              <a:gd name="connsiteX200" fmla="*/ 3818466 w 4089400"/>
              <a:gd name="connsiteY200" fmla="*/ 533400 h 2870200"/>
              <a:gd name="connsiteX201" fmla="*/ 3835400 w 4089400"/>
              <a:gd name="connsiteY201" fmla="*/ 660400 h 2870200"/>
              <a:gd name="connsiteX202" fmla="*/ 3843866 w 4089400"/>
              <a:gd name="connsiteY202" fmla="*/ 702734 h 2870200"/>
              <a:gd name="connsiteX203" fmla="*/ 3860800 w 4089400"/>
              <a:gd name="connsiteY203" fmla="*/ 736600 h 2870200"/>
              <a:gd name="connsiteX204" fmla="*/ 3877733 w 4089400"/>
              <a:gd name="connsiteY204" fmla="*/ 702734 h 2870200"/>
              <a:gd name="connsiteX205" fmla="*/ 3937000 w 4089400"/>
              <a:gd name="connsiteY205" fmla="*/ 482600 h 2870200"/>
              <a:gd name="connsiteX206" fmla="*/ 3953933 w 4089400"/>
              <a:gd name="connsiteY206" fmla="*/ 457200 h 2870200"/>
              <a:gd name="connsiteX207" fmla="*/ 3979333 w 4089400"/>
              <a:gd name="connsiteY207" fmla="*/ 177800 h 2870200"/>
              <a:gd name="connsiteX208" fmla="*/ 4004733 w 4089400"/>
              <a:gd name="connsiteY208" fmla="*/ 135467 h 2870200"/>
              <a:gd name="connsiteX209" fmla="*/ 4013200 w 4089400"/>
              <a:gd name="connsiteY209" fmla="*/ 101600 h 2870200"/>
              <a:gd name="connsiteX210" fmla="*/ 4021666 w 4089400"/>
              <a:gd name="connsiteY210" fmla="*/ 76200 h 2870200"/>
              <a:gd name="connsiteX211" fmla="*/ 4030133 w 4089400"/>
              <a:gd name="connsiteY211" fmla="*/ 110067 h 2870200"/>
              <a:gd name="connsiteX212" fmla="*/ 4047066 w 4089400"/>
              <a:gd name="connsiteY212" fmla="*/ 160867 h 2870200"/>
              <a:gd name="connsiteX213" fmla="*/ 4089400 w 4089400"/>
              <a:gd name="connsiteY213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25400 w 4089400"/>
              <a:gd name="connsiteY2" fmla="*/ 626534 h 2870200"/>
              <a:gd name="connsiteX3" fmla="*/ 33866 w 4089400"/>
              <a:gd name="connsiteY3" fmla="*/ 592667 h 2870200"/>
              <a:gd name="connsiteX4" fmla="*/ 42333 w 4089400"/>
              <a:gd name="connsiteY4" fmla="*/ 567267 h 2870200"/>
              <a:gd name="connsiteX5" fmla="*/ 47892 w 4089400"/>
              <a:gd name="connsiteY5" fmla="*/ 828517 h 2870200"/>
              <a:gd name="connsiteX6" fmla="*/ 32533 w 4089400"/>
              <a:gd name="connsiteY6" fmla="*/ 1083293 h 2870200"/>
              <a:gd name="connsiteX7" fmla="*/ 30266 w 4089400"/>
              <a:gd name="connsiteY7" fmla="*/ 1212385 h 2870200"/>
              <a:gd name="connsiteX8" fmla="*/ 25400 w 4089400"/>
              <a:gd name="connsiteY8" fmla="*/ 1354667 h 2870200"/>
              <a:gd name="connsiteX9" fmla="*/ 33866 w 4089400"/>
              <a:gd name="connsiteY9" fmla="*/ 1329267 h 2870200"/>
              <a:gd name="connsiteX10" fmla="*/ 42333 w 4089400"/>
              <a:gd name="connsiteY10" fmla="*/ 1286934 h 2870200"/>
              <a:gd name="connsiteX11" fmla="*/ 59266 w 4089400"/>
              <a:gd name="connsiteY11" fmla="*/ 1253067 h 2870200"/>
              <a:gd name="connsiteX12" fmla="*/ 76200 w 4089400"/>
              <a:gd name="connsiteY12" fmla="*/ 1202267 h 2870200"/>
              <a:gd name="connsiteX13" fmla="*/ 84666 w 4089400"/>
              <a:gd name="connsiteY13" fmla="*/ 1176867 h 2870200"/>
              <a:gd name="connsiteX14" fmla="*/ 101600 w 4089400"/>
              <a:gd name="connsiteY14" fmla="*/ 1143000 h 2870200"/>
              <a:gd name="connsiteX15" fmla="*/ 110066 w 4089400"/>
              <a:gd name="connsiteY15" fmla="*/ 1100667 h 2870200"/>
              <a:gd name="connsiteX16" fmla="*/ 135466 w 4089400"/>
              <a:gd name="connsiteY16" fmla="*/ 1032934 h 2870200"/>
              <a:gd name="connsiteX17" fmla="*/ 143933 w 4089400"/>
              <a:gd name="connsiteY17" fmla="*/ 999067 h 2870200"/>
              <a:gd name="connsiteX18" fmla="*/ 160866 w 4089400"/>
              <a:gd name="connsiteY18" fmla="*/ 948267 h 2870200"/>
              <a:gd name="connsiteX19" fmla="*/ 177800 w 4089400"/>
              <a:gd name="connsiteY19" fmla="*/ 1134534 h 2870200"/>
              <a:gd name="connsiteX20" fmla="*/ 194733 w 4089400"/>
              <a:gd name="connsiteY20" fmla="*/ 1464734 h 2870200"/>
              <a:gd name="connsiteX21" fmla="*/ 228600 w 4089400"/>
              <a:gd name="connsiteY21" fmla="*/ 1397000 h 2870200"/>
              <a:gd name="connsiteX22" fmla="*/ 254000 w 4089400"/>
              <a:gd name="connsiteY22" fmla="*/ 1363134 h 2870200"/>
              <a:gd name="connsiteX23" fmla="*/ 262466 w 4089400"/>
              <a:gd name="connsiteY23" fmla="*/ 1337734 h 2870200"/>
              <a:gd name="connsiteX24" fmla="*/ 279400 w 4089400"/>
              <a:gd name="connsiteY24" fmla="*/ 1371600 h 2870200"/>
              <a:gd name="connsiteX25" fmla="*/ 287866 w 4089400"/>
              <a:gd name="connsiteY25" fmla="*/ 2243667 h 2870200"/>
              <a:gd name="connsiteX26" fmla="*/ 313266 w 4089400"/>
              <a:gd name="connsiteY26" fmla="*/ 2201334 h 2870200"/>
              <a:gd name="connsiteX27" fmla="*/ 321733 w 4089400"/>
              <a:gd name="connsiteY27" fmla="*/ 2150534 h 2870200"/>
              <a:gd name="connsiteX28" fmla="*/ 346635 w 4089400"/>
              <a:gd name="connsiteY28" fmla="*/ 2376146 h 2870200"/>
              <a:gd name="connsiteX29" fmla="*/ 364066 w 4089400"/>
              <a:gd name="connsiteY29" fmla="*/ 2082800 h 2870200"/>
              <a:gd name="connsiteX30" fmla="*/ 389965 w 4089400"/>
              <a:gd name="connsiteY30" fmla="*/ 1792444 h 2870200"/>
              <a:gd name="connsiteX31" fmla="*/ 397933 w 4089400"/>
              <a:gd name="connsiteY31" fmla="*/ 2032000 h 2870200"/>
              <a:gd name="connsiteX32" fmla="*/ 423333 w 4089400"/>
              <a:gd name="connsiteY32" fmla="*/ 1998134 h 2870200"/>
              <a:gd name="connsiteX33" fmla="*/ 440266 w 4089400"/>
              <a:gd name="connsiteY33" fmla="*/ 1752600 h 2870200"/>
              <a:gd name="connsiteX34" fmla="*/ 465666 w 4089400"/>
              <a:gd name="connsiteY34" fmla="*/ 1651000 h 2870200"/>
              <a:gd name="connsiteX35" fmla="*/ 491066 w 4089400"/>
              <a:gd name="connsiteY35" fmla="*/ 1710267 h 2870200"/>
              <a:gd name="connsiteX36" fmla="*/ 499533 w 4089400"/>
              <a:gd name="connsiteY36" fmla="*/ 1851666 h 2870200"/>
              <a:gd name="connsiteX37" fmla="*/ 533400 w 4089400"/>
              <a:gd name="connsiteY37" fmla="*/ 1820334 h 2870200"/>
              <a:gd name="connsiteX38" fmla="*/ 558800 w 4089400"/>
              <a:gd name="connsiteY38" fmla="*/ 1938867 h 2870200"/>
              <a:gd name="connsiteX39" fmla="*/ 575733 w 4089400"/>
              <a:gd name="connsiteY39" fmla="*/ 1998134 h 2870200"/>
              <a:gd name="connsiteX40" fmla="*/ 592666 w 4089400"/>
              <a:gd name="connsiteY40" fmla="*/ 2023534 h 2870200"/>
              <a:gd name="connsiteX41" fmla="*/ 618066 w 4089400"/>
              <a:gd name="connsiteY41" fmla="*/ 1786467 h 2870200"/>
              <a:gd name="connsiteX42" fmla="*/ 626533 w 4089400"/>
              <a:gd name="connsiteY42" fmla="*/ 1744134 h 2870200"/>
              <a:gd name="connsiteX43" fmla="*/ 643466 w 4089400"/>
              <a:gd name="connsiteY43" fmla="*/ 1718734 h 2870200"/>
              <a:gd name="connsiteX44" fmla="*/ 660400 w 4089400"/>
              <a:gd name="connsiteY44" fmla="*/ 1617134 h 2870200"/>
              <a:gd name="connsiteX45" fmla="*/ 677333 w 4089400"/>
              <a:gd name="connsiteY45" fmla="*/ 1557867 h 2870200"/>
              <a:gd name="connsiteX46" fmla="*/ 685800 w 4089400"/>
              <a:gd name="connsiteY46" fmla="*/ 1524000 h 2870200"/>
              <a:gd name="connsiteX47" fmla="*/ 702733 w 4089400"/>
              <a:gd name="connsiteY47" fmla="*/ 1312334 h 2870200"/>
              <a:gd name="connsiteX48" fmla="*/ 719666 w 4089400"/>
              <a:gd name="connsiteY48" fmla="*/ 1380067 h 2870200"/>
              <a:gd name="connsiteX49" fmla="*/ 736600 w 4089400"/>
              <a:gd name="connsiteY49" fmla="*/ 1532467 h 2870200"/>
              <a:gd name="connsiteX50" fmla="*/ 753533 w 4089400"/>
              <a:gd name="connsiteY50" fmla="*/ 1566334 h 2870200"/>
              <a:gd name="connsiteX51" fmla="*/ 778933 w 4089400"/>
              <a:gd name="connsiteY51" fmla="*/ 1456267 h 2870200"/>
              <a:gd name="connsiteX52" fmla="*/ 795866 w 4089400"/>
              <a:gd name="connsiteY52" fmla="*/ 1430867 h 2870200"/>
              <a:gd name="connsiteX53" fmla="*/ 829733 w 4089400"/>
              <a:gd name="connsiteY53" fmla="*/ 1388534 h 2870200"/>
              <a:gd name="connsiteX54" fmla="*/ 838200 w 4089400"/>
              <a:gd name="connsiteY54" fmla="*/ 1498600 h 2870200"/>
              <a:gd name="connsiteX55" fmla="*/ 863600 w 4089400"/>
              <a:gd name="connsiteY55" fmla="*/ 1811867 h 2870200"/>
              <a:gd name="connsiteX56" fmla="*/ 872066 w 4089400"/>
              <a:gd name="connsiteY56" fmla="*/ 1642534 h 2870200"/>
              <a:gd name="connsiteX57" fmla="*/ 897466 w 4089400"/>
              <a:gd name="connsiteY57" fmla="*/ 1583267 h 2870200"/>
              <a:gd name="connsiteX58" fmla="*/ 905933 w 4089400"/>
              <a:gd name="connsiteY58" fmla="*/ 1557867 h 2870200"/>
              <a:gd name="connsiteX59" fmla="*/ 914400 w 4089400"/>
              <a:gd name="connsiteY59" fmla="*/ 2006600 h 2870200"/>
              <a:gd name="connsiteX60" fmla="*/ 939800 w 4089400"/>
              <a:gd name="connsiteY60" fmla="*/ 2116667 h 2870200"/>
              <a:gd name="connsiteX61" fmla="*/ 948266 w 4089400"/>
              <a:gd name="connsiteY61" fmla="*/ 1948424 h 2870200"/>
              <a:gd name="connsiteX62" fmla="*/ 965200 w 4089400"/>
              <a:gd name="connsiteY62" fmla="*/ 1794934 h 2870200"/>
              <a:gd name="connsiteX63" fmla="*/ 973666 w 4089400"/>
              <a:gd name="connsiteY63" fmla="*/ 1761067 h 2870200"/>
              <a:gd name="connsiteX64" fmla="*/ 990600 w 4089400"/>
              <a:gd name="connsiteY64" fmla="*/ 1871134 h 2870200"/>
              <a:gd name="connsiteX65" fmla="*/ 1007533 w 4089400"/>
              <a:gd name="connsiteY65" fmla="*/ 1947334 h 2870200"/>
              <a:gd name="connsiteX66" fmla="*/ 1024466 w 4089400"/>
              <a:gd name="connsiteY66" fmla="*/ 2040467 h 2870200"/>
              <a:gd name="connsiteX67" fmla="*/ 1049866 w 4089400"/>
              <a:gd name="connsiteY67" fmla="*/ 2108200 h 2870200"/>
              <a:gd name="connsiteX68" fmla="*/ 1058333 w 4089400"/>
              <a:gd name="connsiteY68" fmla="*/ 2150534 h 2870200"/>
              <a:gd name="connsiteX69" fmla="*/ 1100666 w 4089400"/>
              <a:gd name="connsiteY69" fmla="*/ 2209800 h 2870200"/>
              <a:gd name="connsiteX70" fmla="*/ 1109133 w 4089400"/>
              <a:gd name="connsiteY70" fmla="*/ 2108200 h 2870200"/>
              <a:gd name="connsiteX71" fmla="*/ 1159933 w 4089400"/>
              <a:gd name="connsiteY71" fmla="*/ 1989667 h 2870200"/>
              <a:gd name="connsiteX72" fmla="*/ 1210733 w 4089400"/>
              <a:gd name="connsiteY72" fmla="*/ 1913467 h 2870200"/>
              <a:gd name="connsiteX73" fmla="*/ 1219200 w 4089400"/>
              <a:gd name="connsiteY73" fmla="*/ 2167467 h 2870200"/>
              <a:gd name="connsiteX74" fmla="*/ 1236133 w 4089400"/>
              <a:gd name="connsiteY74" fmla="*/ 2082800 h 2870200"/>
              <a:gd name="connsiteX75" fmla="*/ 1244600 w 4089400"/>
              <a:gd name="connsiteY75" fmla="*/ 2015067 h 2870200"/>
              <a:gd name="connsiteX76" fmla="*/ 1286933 w 4089400"/>
              <a:gd name="connsiteY76" fmla="*/ 1854200 h 2870200"/>
              <a:gd name="connsiteX77" fmla="*/ 1295400 w 4089400"/>
              <a:gd name="connsiteY77" fmla="*/ 1803400 h 2870200"/>
              <a:gd name="connsiteX78" fmla="*/ 1320800 w 4089400"/>
              <a:gd name="connsiteY78" fmla="*/ 1701800 h 2870200"/>
              <a:gd name="connsiteX79" fmla="*/ 1346200 w 4089400"/>
              <a:gd name="connsiteY79" fmla="*/ 1718734 h 2870200"/>
              <a:gd name="connsiteX80" fmla="*/ 1354666 w 4089400"/>
              <a:gd name="connsiteY80" fmla="*/ 1744134 h 2870200"/>
              <a:gd name="connsiteX81" fmla="*/ 1380066 w 4089400"/>
              <a:gd name="connsiteY81" fmla="*/ 1828800 h 2870200"/>
              <a:gd name="connsiteX82" fmla="*/ 1397000 w 4089400"/>
              <a:gd name="connsiteY82" fmla="*/ 1879600 h 2870200"/>
              <a:gd name="connsiteX83" fmla="*/ 1405466 w 4089400"/>
              <a:gd name="connsiteY83" fmla="*/ 1913467 h 2870200"/>
              <a:gd name="connsiteX84" fmla="*/ 1430866 w 4089400"/>
              <a:gd name="connsiteY84" fmla="*/ 1947334 h 2870200"/>
              <a:gd name="connsiteX85" fmla="*/ 1447800 w 4089400"/>
              <a:gd name="connsiteY85" fmla="*/ 1938867 h 2870200"/>
              <a:gd name="connsiteX86" fmla="*/ 1490133 w 4089400"/>
              <a:gd name="connsiteY86" fmla="*/ 1803400 h 2870200"/>
              <a:gd name="connsiteX87" fmla="*/ 1549400 w 4089400"/>
              <a:gd name="connsiteY87" fmla="*/ 1651000 h 2870200"/>
              <a:gd name="connsiteX88" fmla="*/ 1557866 w 4089400"/>
              <a:gd name="connsiteY88" fmla="*/ 1591734 h 2870200"/>
              <a:gd name="connsiteX89" fmla="*/ 1574800 w 4089400"/>
              <a:gd name="connsiteY89" fmla="*/ 1566334 h 2870200"/>
              <a:gd name="connsiteX90" fmla="*/ 1583266 w 4089400"/>
              <a:gd name="connsiteY90" fmla="*/ 1524000 h 2870200"/>
              <a:gd name="connsiteX91" fmla="*/ 1591733 w 4089400"/>
              <a:gd name="connsiteY91" fmla="*/ 1498600 h 2870200"/>
              <a:gd name="connsiteX92" fmla="*/ 1608666 w 4089400"/>
              <a:gd name="connsiteY92" fmla="*/ 1524000 h 2870200"/>
              <a:gd name="connsiteX93" fmla="*/ 1634066 w 4089400"/>
              <a:gd name="connsiteY93" fmla="*/ 1490134 h 2870200"/>
              <a:gd name="connsiteX94" fmla="*/ 1659466 w 4089400"/>
              <a:gd name="connsiteY94" fmla="*/ 1388534 h 2870200"/>
              <a:gd name="connsiteX95" fmla="*/ 1718733 w 4089400"/>
              <a:gd name="connsiteY95" fmla="*/ 1286934 h 2870200"/>
              <a:gd name="connsiteX96" fmla="*/ 1769533 w 4089400"/>
              <a:gd name="connsiteY96" fmla="*/ 1176867 h 2870200"/>
              <a:gd name="connsiteX97" fmla="*/ 1794933 w 4089400"/>
              <a:gd name="connsiteY97" fmla="*/ 1202267 h 2870200"/>
              <a:gd name="connsiteX98" fmla="*/ 1803400 w 4089400"/>
              <a:gd name="connsiteY98" fmla="*/ 1227667 h 2870200"/>
              <a:gd name="connsiteX99" fmla="*/ 1820333 w 4089400"/>
              <a:gd name="connsiteY99" fmla="*/ 1261534 h 2870200"/>
              <a:gd name="connsiteX100" fmla="*/ 1862666 w 4089400"/>
              <a:gd name="connsiteY100" fmla="*/ 1422400 h 2870200"/>
              <a:gd name="connsiteX101" fmla="*/ 1913466 w 4089400"/>
              <a:gd name="connsiteY101" fmla="*/ 1600200 h 2870200"/>
              <a:gd name="connsiteX102" fmla="*/ 1964266 w 4089400"/>
              <a:gd name="connsiteY102" fmla="*/ 1744134 h 2870200"/>
              <a:gd name="connsiteX103" fmla="*/ 1981200 w 4089400"/>
              <a:gd name="connsiteY103" fmla="*/ 1498600 h 2870200"/>
              <a:gd name="connsiteX104" fmla="*/ 1998133 w 4089400"/>
              <a:gd name="connsiteY104" fmla="*/ 1464734 h 2870200"/>
              <a:gd name="connsiteX105" fmla="*/ 2006600 w 4089400"/>
              <a:gd name="connsiteY105" fmla="*/ 1439334 h 2870200"/>
              <a:gd name="connsiteX106" fmla="*/ 2057400 w 4089400"/>
              <a:gd name="connsiteY106" fmla="*/ 2032000 h 2870200"/>
              <a:gd name="connsiteX107" fmla="*/ 2065866 w 4089400"/>
              <a:gd name="connsiteY107" fmla="*/ 2150534 h 2870200"/>
              <a:gd name="connsiteX108" fmla="*/ 2074333 w 4089400"/>
              <a:gd name="connsiteY108" fmla="*/ 2489200 h 2870200"/>
              <a:gd name="connsiteX109" fmla="*/ 2108200 w 4089400"/>
              <a:gd name="connsiteY109" fmla="*/ 2421467 h 2870200"/>
              <a:gd name="connsiteX110" fmla="*/ 2150533 w 4089400"/>
              <a:gd name="connsiteY110" fmla="*/ 2319867 h 2870200"/>
              <a:gd name="connsiteX111" fmla="*/ 2175933 w 4089400"/>
              <a:gd name="connsiteY111" fmla="*/ 2286000 h 2870200"/>
              <a:gd name="connsiteX112" fmla="*/ 2209800 w 4089400"/>
              <a:gd name="connsiteY112" fmla="*/ 2235200 h 2870200"/>
              <a:gd name="connsiteX113" fmla="*/ 2226733 w 4089400"/>
              <a:gd name="connsiteY113" fmla="*/ 2514600 h 2870200"/>
              <a:gd name="connsiteX114" fmla="*/ 2252133 w 4089400"/>
              <a:gd name="connsiteY114" fmla="*/ 2565400 h 2870200"/>
              <a:gd name="connsiteX115" fmla="*/ 2260600 w 4089400"/>
              <a:gd name="connsiteY115" fmla="*/ 2489200 h 2870200"/>
              <a:gd name="connsiteX116" fmla="*/ 2277533 w 4089400"/>
              <a:gd name="connsiteY116" fmla="*/ 2421467 h 2870200"/>
              <a:gd name="connsiteX117" fmla="*/ 2286000 w 4089400"/>
              <a:gd name="connsiteY117" fmla="*/ 1718734 h 2870200"/>
              <a:gd name="connsiteX118" fmla="*/ 2311400 w 4089400"/>
              <a:gd name="connsiteY118" fmla="*/ 1811867 h 2870200"/>
              <a:gd name="connsiteX119" fmla="*/ 2336800 w 4089400"/>
              <a:gd name="connsiteY119" fmla="*/ 1871134 h 2870200"/>
              <a:gd name="connsiteX120" fmla="*/ 2362200 w 4089400"/>
              <a:gd name="connsiteY120" fmla="*/ 1938867 h 2870200"/>
              <a:gd name="connsiteX121" fmla="*/ 2370666 w 4089400"/>
              <a:gd name="connsiteY121" fmla="*/ 1972734 h 2870200"/>
              <a:gd name="connsiteX122" fmla="*/ 2379133 w 4089400"/>
              <a:gd name="connsiteY122" fmla="*/ 1574800 h 2870200"/>
              <a:gd name="connsiteX123" fmla="*/ 2404533 w 4089400"/>
              <a:gd name="connsiteY123" fmla="*/ 1236134 h 2870200"/>
              <a:gd name="connsiteX124" fmla="*/ 2421466 w 4089400"/>
              <a:gd name="connsiteY124" fmla="*/ 1092200 h 2870200"/>
              <a:gd name="connsiteX125" fmla="*/ 2429933 w 4089400"/>
              <a:gd name="connsiteY125" fmla="*/ 1066800 h 2870200"/>
              <a:gd name="connsiteX126" fmla="*/ 2438400 w 4089400"/>
              <a:gd name="connsiteY126" fmla="*/ 1092200 h 2870200"/>
              <a:gd name="connsiteX127" fmla="*/ 2455333 w 4089400"/>
              <a:gd name="connsiteY127" fmla="*/ 1117600 h 2870200"/>
              <a:gd name="connsiteX128" fmla="*/ 2463800 w 4089400"/>
              <a:gd name="connsiteY128" fmla="*/ 1227667 h 2870200"/>
              <a:gd name="connsiteX129" fmla="*/ 2489200 w 4089400"/>
              <a:gd name="connsiteY129" fmla="*/ 753534 h 2870200"/>
              <a:gd name="connsiteX130" fmla="*/ 2506133 w 4089400"/>
              <a:gd name="connsiteY130" fmla="*/ 685800 h 2870200"/>
              <a:gd name="connsiteX131" fmla="*/ 2514600 w 4089400"/>
              <a:gd name="connsiteY131" fmla="*/ 609600 h 2870200"/>
              <a:gd name="connsiteX132" fmla="*/ 2523066 w 4089400"/>
              <a:gd name="connsiteY132" fmla="*/ 558800 h 2870200"/>
              <a:gd name="connsiteX133" fmla="*/ 2540000 w 4089400"/>
              <a:gd name="connsiteY133" fmla="*/ 584200 h 2870200"/>
              <a:gd name="connsiteX134" fmla="*/ 2548466 w 4089400"/>
              <a:gd name="connsiteY134" fmla="*/ 778934 h 2870200"/>
              <a:gd name="connsiteX135" fmla="*/ 2590800 w 4089400"/>
              <a:gd name="connsiteY135" fmla="*/ 914400 h 2870200"/>
              <a:gd name="connsiteX136" fmla="*/ 2607733 w 4089400"/>
              <a:gd name="connsiteY136" fmla="*/ 973667 h 2870200"/>
              <a:gd name="connsiteX137" fmla="*/ 2624666 w 4089400"/>
              <a:gd name="connsiteY137" fmla="*/ 812800 h 2870200"/>
              <a:gd name="connsiteX138" fmla="*/ 2641600 w 4089400"/>
              <a:gd name="connsiteY138" fmla="*/ 694267 h 2870200"/>
              <a:gd name="connsiteX139" fmla="*/ 2667000 w 4089400"/>
              <a:gd name="connsiteY139" fmla="*/ 558800 h 2870200"/>
              <a:gd name="connsiteX140" fmla="*/ 2692400 w 4089400"/>
              <a:gd name="connsiteY140" fmla="*/ 321734 h 2870200"/>
              <a:gd name="connsiteX141" fmla="*/ 2709333 w 4089400"/>
              <a:gd name="connsiteY141" fmla="*/ 1058334 h 2870200"/>
              <a:gd name="connsiteX142" fmla="*/ 2735730 w 4089400"/>
              <a:gd name="connsiteY142" fmla="*/ 1023969 h 2870200"/>
              <a:gd name="connsiteX143" fmla="*/ 2785533 w 4089400"/>
              <a:gd name="connsiteY143" fmla="*/ 905934 h 2870200"/>
              <a:gd name="connsiteX144" fmla="*/ 2819400 w 4089400"/>
              <a:gd name="connsiteY144" fmla="*/ 855134 h 2870200"/>
              <a:gd name="connsiteX145" fmla="*/ 2844800 w 4089400"/>
              <a:gd name="connsiteY145" fmla="*/ 1422400 h 2870200"/>
              <a:gd name="connsiteX146" fmla="*/ 2853266 w 4089400"/>
              <a:gd name="connsiteY146" fmla="*/ 1388534 h 2870200"/>
              <a:gd name="connsiteX147" fmla="*/ 2870200 w 4089400"/>
              <a:gd name="connsiteY147" fmla="*/ 1363134 h 2870200"/>
              <a:gd name="connsiteX148" fmla="*/ 2895600 w 4089400"/>
              <a:gd name="connsiteY148" fmla="*/ 1278467 h 2870200"/>
              <a:gd name="connsiteX149" fmla="*/ 2912533 w 4089400"/>
              <a:gd name="connsiteY149" fmla="*/ 1320800 h 2870200"/>
              <a:gd name="connsiteX150" fmla="*/ 2929466 w 4089400"/>
              <a:gd name="connsiteY150" fmla="*/ 1388534 h 2870200"/>
              <a:gd name="connsiteX151" fmla="*/ 2946400 w 4089400"/>
              <a:gd name="connsiteY151" fmla="*/ 1422400 h 2870200"/>
              <a:gd name="connsiteX152" fmla="*/ 2988733 w 4089400"/>
              <a:gd name="connsiteY152" fmla="*/ 1540934 h 2870200"/>
              <a:gd name="connsiteX153" fmla="*/ 3005666 w 4089400"/>
              <a:gd name="connsiteY153" fmla="*/ 1566334 h 2870200"/>
              <a:gd name="connsiteX154" fmla="*/ 3039533 w 4089400"/>
              <a:gd name="connsiteY154" fmla="*/ 1718734 h 2870200"/>
              <a:gd name="connsiteX155" fmla="*/ 3064933 w 4089400"/>
              <a:gd name="connsiteY155" fmla="*/ 1761067 h 2870200"/>
              <a:gd name="connsiteX156" fmla="*/ 3098800 w 4089400"/>
              <a:gd name="connsiteY156" fmla="*/ 1879600 h 2870200"/>
              <a:gd name="connsiteX157" fmla="*/ 3090333 w 4089400"/>
              <a:gd name="connsiteY157" fmla="*/ 1913467 h 2870200"/>
              <a:gd name="connsiteX158" fmla="*/ 3102783 w 4089400"/>
              <a:gd name="connsiteY158" fmla="*/ 1901016 h 2870200"/>
              <a:gd name="connsiteX159" fmla="*/ 3081866 w 4089400"/>
              <a:gd name="connsiteY159" fmla="*/ 1888067 h 2870200"/>
              <a:gd name="connsiteX160" fmla="*/ 3107266 w 4089400"/>
              <a:gd name="connsiteY160" fmla="*/ 1871134 h 2870200"/>
              <a:gd name="connsiteX161" fmla="*/ 3115733 w 4089400"/>
              <a:gd name="connsiteY161" fmla="*/ 1769534 h 2870200"/>
              <a:gd name="connsiteX162" fmla="*/ 3132666 w 4089400"/>
              <a:gd name="connsiteY162" fmla="*/ 1710267 h 2870200"/>
              <a:gd name="connsiteX163" fmla="*/ 3141133 w 4089400"/>
              <a:gd name="connsiteY163" fmla="*/ 1684867 h 2870200"/>
              <a:gd name="connsiteX164" fmla="*/ 3166533 w 4089400"/>
              <a:gd name="connsiteY164" fmla="*/ 1676400 h 2870200"/>
              <a:gd name="connsiteX165" fmla="*/ 3175000 w 4089400"/>
              <a:gd name="connsiteY165" fmla="*/ 2006600 h 2870200"/>
              <a:gd name="connsiteX166" fmla="*/ 3183466 w 4089400"/>
              <a:gd name="connsiteY166" fmla="*/ 2048934 h 2870200"/>
              <a:gd name="connsiteX167" fmla="*/ 3191933 w 4089400"/>
              <a:gd name="connsiteY167" fmla="*/ 2099734 h 2870200"/>
              <a:gd name="connsiteX168" fmla="*/ 3208866 w 4089400"/>
              <a:gd name="connsiteY168" fmla="*/ 2048934 h 2870200"/>
              <a:gd name="connsiteX169" fmla="*/ 3217333 w 4089400"/>
              <a:gd name="connsiteY169" fmla="*/ 1998134 h 2870200"/>
              <a:gd name="connsiteX170" fmla="*/ 3251200 w 4089400"/>
              <a:gd name="connsiteY170" fmla="*/ 2353734 h 2870200"/>
              <a:gd name="connsiteX171" fmla="*/ 3276600 w 4089400"/>
              <a:gd name="connsiteY171" fmla="*/ 2387600 h 2870200"/>
              <a:gd name="connsiteX172" fmla="*/ 3285066 w 4089400"/>
              <a:gd name="connsiteY172" fmla="*/ 2497667 h 2870200"/>
              <a:gd name="connsiteX173" fmla="*/ 3302000 w 4089400"/>
              <a:gd name="connsiteY173" fmla="*/ 2531534 h 2870200"/>
              <a:gd name="connsiteX174" fmla="*/ 3318933 w 4089400"/>
              <a:gd name="connsiteY174" fmla="*/ 2599267 h 2870200"/>
              <a:gd name="connsiteX175" fmla="*/ 3344333 w 4089400"/>
              <a:gd name="connsiteY175" fmla="*/ 2667000 h 2870200"/>
              <a:gd name="connsiteX176" fmla="*/ 3386666 w 4089400"/>
              <a:gd name="connsiteY176" fmla="*/ 2810934 h 2870200"/>
              <a:gd name="connsiteX177" fmla="*/ 3412066 w 4089400"/>
              <a:gd name="connsiteY177" fmla="*/ 2870200 h 2870200"/>
              <a:gd name="connsiteX178" fmla="*/ 3437466 w 4089400"/>
              <a:gd name="connsiteY178" fmla="*/ 1828800 h 2870200"/>
              <a:gd name="connsiteX179" fmla="*/ 3436968 w 4089400"/>
              <a:gd name="connsiteY179" fmla="*/ 2090271 h 2870200"/>
              <a:gd name="connsiteX180" fmla="*/ 3462866 w 4089400"/>
              <a:gd name="connsiteY180" fmla="*/ 1735667 h 2870200"/>
              <a:gd name="connsiteX181" fmla="*/ 3488266 w 4089400"/>
              <a:gd name="connsiteY181" fmla="*/ 1651000 h 2870200"/>
              <a:gd name="connsiteX182" fmla="*/ 3496733 w 4089400"/>
              <a:gd name="connsiteY182" fmla="*/ 1701800 h 2870200"/>
              <a:gd name="connsiteX183" fmla="*/ 3500717 w 4089400"/>
              <a:gd name="connsiteY183" fmla="*/ 1875118 h 2870200"/>
              <a:gd name="connsiteX184" fmla="*/ 3522133 w 4089400"/>
              <a:gd name="connsiteY184" fmla="*/ 1752600 h 2870200"/>
              <a:gd name="connsiteX185" fmla="*/ 3530600 w 4089400"/>
              <a:gd name="connsiteY185" fmla="*/ 1693334 h 2870200"/>
              <a:gd name="connsiteX186" fmla="*/ 3572933 w 4089400"/>
              <a:gd name="connsiteY186" fmla="*/ 1608667 h 2870200"/>
              <a:gd name="connsiteX187" fmla="*/ 3589866 w 4089400"/>
              <a:gd name="connsiteY187" fmla="*/ 1566334 h 2870200"/>
              <a:gd name="connsiteX188" fmla="*/ 3632200 w 4089400"/>
              <a:gd name="connsiteY188" fmla="*/ 1464734 h 2870200"/>
              <a:gd name="connsiteX189" fmla="*/ 3636184 w 4089400"/>
              <a:gd name="connsiteY189" fmla="*/ 1373094 h 2870200"/>
              <a:gd name="connsiteX190" fmla="*/ 3657600 w 4089400"/>
              <a:gd name="connsiteY190" fmla="*/ 1363134 h 2870200"/>
              <a:gd name="connsiteX191" fmla="*/ 3674533 w 4089400"/>
              <a:gd name="connsiteY191" fmla="*/ 1320800 h 2870200"/>
              <a:gd name="connsiteX192" fmla="*/ 3669553 w 4089400"/>
              <a:gd name="connsiteY192" fmla="*/ 1151964 h 2870200"/>
              <a:gd name="connsiteX193" fmla="*/ 3716866 w 4089400"/>
              <a:gd name="connsiteY193" fmla="*/ 1227667 h 2870200"/>
              <a:gd name="connsiteX194" fmla="*/ 3725333 w 4089400"/>
              <a:gd name="connsiteY194" fmla="*/ 1176867 h 2870200"/>
              <a:gd name="connsiteX195" fmla="*/ 3742266 w 4089400"/>
              <a:gd name="connsiteY195" fmla="*/ 1126067 h 2870200"/>
              <a:gd name="connsiteX196" fmla="*/ 3750733 w 4089400"/>
              <a:gd name="connsiteY196" fmla="*/ 1058334 h 2870200"/>
              <a:gd name="connsiteX197" fmla="*/ 3759200 w 4089400"/>
              <a:gd name="connsiteY197" fmla="*/ 1270000 h 2870200"/>
              <a:gd name="connsiteX198" fmla="*/ 3788048 w 4089400"/>
              <a:gd name="connsiteY198" fmla="*/ 678606 h 2870200"/>
              <a:gd name="connsiteX199" fmla="*/ 3793066 w 4089400"/>
              <a:gd name="connsiteY199" fmla="*/ 558800 h 2870200"/>
              <a:gd name="connsiteX200" fmla="*/ 3810000 w 4089400"/>
              <a:gd name="connsiteY200" fmla="*/ 482600 h 2870200"/>
              <a:gd name="connsiteX201" fmla="*/ 3818466 w 4089400"/>
              <a:gd name="connsiteY201" fmla="*/ 533400 h 2870200"/>
              <a:gd name="connsiteX202" fmla="*/ 3835400 w 4089400"/>
              <a:gd name="connsiteY202" fmla="*/ 660400 h 2870200"/>
              <a:gd name="connsiteX203" fmla="*/ 3843866 w 4089400"/>
              <a:gd name="connsiteY203" fmla="*/ 702734 h 2870200"/>
              <a:gd name="connsiteX204" fmla="*/ 3860800 w 4089400"/>
              <a:gd name="connsiteY204" fmla="*/ 736600 h 2870200"/>
              <a:gd name="connsiteX205" fmla="*/ 3877733 w 4089400"/>
              <a:gd name="connsiteY205" fmla="*/ 702734 h 2870200"/>
              <a:gd name="connsiteX206" fmla="*/ 3937000 w 4089400"/>
              <a:gd name="connsiteY206" fmla="*/ 482600 h 2870200"/>
              <a:gd name="connsiteX207" fmla="*/ 3953933 w 4089400"/>
              <a:gd name="connsiteY207" fmla="*/ 457200 h 2870200"/>
              <a:gd name="connsiteX208" fmla="*/ 3979333 w 4089400"/>
              <a:gd name="connsiteY208" fmla="*/ 177800 h 2870200"/>
              <a:gd name="connsiteX209" fmla="*/ 4004733 w 4089400"/>
              <a:gd name="connsiteY209" fmla="*/ 135467 h 2870200"/>
              <a:gd name="connsiteX210" fmla="*/ 4013200 w 4089400"/>
              <a:gd name="connsiteY210" fmla="*/ 101600 h 2870200"/>
              <a:gd name="connsiteX211" fmla="*/ 4021666 w 4089400"/>
              <a:gd name="connsiteY211" fmla="*/ 76200 h 2870200"/>
              <a:gd name="connsiteX212" fmla="*/ 4030133 w 4089400"/>
              <a:gd name="connsiteY212" fmla="*/ 110067 h 2870200"/>
              <a:gd name="connsiteX213" fmla="*/ 4047066 w 4089400"/>
              <a:gd name="connsiteY213" fmla="*/ 160867 h 2870200"/>
              <a:gd name="connsiteX214" fmla="*/ 4089400 w 4089400"/>
              <a:gd name="connsiteY214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33866 w 4089400"/>
              <a:gd name="connsiteY2" fmla="*/ 592667 h 2870200"/>
              <a:gd name="connsiteX3" fmla="*/ 42333 w 4089400"/>
              <a:gd name="connsiteY3" fmla="*/ 567267 h 2870200"/>
              <a:gd name="connsiteX4" fmla="*/ 47892 w 4089400"/>
              <a:gd name="connsiteY4" fmla="*/ 828517 h 2870200"/>
              <a:gd name="connsiteX5" fmla="*/ 32533 w 4089400"/>
              <a:gd name="connsiteY5" fmla="*/ 1083293 h 2870200"/>
              <a:gd name="connsiteX6" fmla="*/ 30266 w 4089400"/>
              <a:gd name="connsiteY6" fmla="*/ 1212385 h 2870200"/>
              <a:gd name="connsiteX7" fmla="*/ 25400 w 4089400"/>
              <a:gd name="connsiteY7" fmla="*/ 1354667 h 2870200"/>
              <a:gd name="connsiteX8" fmla="*/ 33866 w 4089400"/>
              <a:gd name="connsiteY8" fmla="*/ 1329267 h 2870200"/>
              <a:gd name="connsiteX9" fmla="*/ 42333 w 4089400"/>
              <a:gd name="connsiteY9" fmla="*/ 1286934 h 2870200"/>
              <a:gd name="connsiteX10" fmla="*/ 59266 w 4089400"/>
              <a:gd name="connsiteY10" fmla="*/ 1253067 h 2870200"/>
              <a:gd name="connsiteX11" fmla="*/ 76200 w 4089400"/>
              <a:gd name="connsiteY11" fmla="*/ 1202267 h 2870200"/>
              <a:gd name="connsiteX12" fmla="*/ 84666 w 4089400"/>
              <a:gd name="connsiteY12" fmla="*/ 1176867 h 2870200"/>
              <a:gd name="connsiteX13" fmla="*/ 101600 w 4089400"/>
              <a:gd name="connsiteY13" fmla="*/ 1143000 h 2870200"/>
              <a:gd name="connsiteX14" fmla="*/ 110066 w 4089400"/>
              <a:gd name="connsiteY14" fmla="*/ 1100667 h 2870200"/>
              <a:gd name="connsiteX15" fmla="*/ 135466 w 4089400"/>
              <a:gd name="connsiteY15" fmla="*/ 1032934 h 2870200"/>
              <a:gd name="connsiteX16" fmla="*/ 143933 w 4089400"/>
              <a:gd name="connsiteY16" fmla="*/ 999067 h 2870200"/>
              <a:gd name="connsiteX17" fmla="*/ 160866 w 4089400"/>
              <a:gd name="connsiteY17" fmla="*/ 948267 h 2870200"/>
              <a:gd name="connsiteX18" fmla="*/ 177800 w 4089400"/>
              <a:gd name="connsiteY18" fmla="*/ 1134534 h 2870200"/>
              <a:gd name="connsiteX19" fmla="*/ 194733 w 4089400"/>
              <a:gd name="connsiteY19" fmla="*/ 1464734 h 2870200"/>
              <a:gd name="connsiteX20" fmla="*/ 228600 w 4089400"/>
              <a:gd name="connsiteY20" fmla="*/ 1397000 h 2870200"/>
              <a:gd name="connsiteX21" fmla="*/ 254000 w 4089400"/>
              <a:gd name="connsiteY21" fmla="*/ 1363134 h 2870200"/>
              <a:gd name="connsiteX22" fmla="*/ 262466 w 4089400"/>
              <a:gd name="connsiteY22" fmla="*/ 1337734 h 2870200"/>
              <a:gd name="connsiteX23" fmla="*/ 279400 w 4089400"/>
              <a:gd name="connsiteY23" fmla="*/ 1371600 h 2870200"/>
              <a:gd name="connsiteX24" fmla="*/ 287866 w 4089400"/>
              <a:gd name="connsiteY24" fmla="*/ 2243667 h 2870200"/>
              <a:gd name="connsiteX25" fmla="*/ 313266 w 4089400"/>
              <a:gd name="connsiteY25" fmla="*/ 2201334 h 2870200"/>
              <a:gd name="connsiteX26" fmla="*/ 321733 w 4089400"/>
              <a:gd name="connsiteY26" fmla="*/ 2150534 h 2870200"/>
              <a:gd name="connsiteX27" fmla="*/ 346635 w 4089400"/>
              <a:gd name="connsiteY27" fmla="*/ 2376146 h 2870200"/>
              <a:gd name="connsiteX28" fmla="*/ 364066 w 4089400"/>
              <a:gd name="connsiteY28" fmla="*/ 2082800 h 2870200"/>
              <a:gd name="connsiteX29" fmla="*/ 389965 w 4089400"/>
              <a:gd name="connsiteY29" fmla="*/ 1792444 h 2870200"/>
              <a:gd name="connsiteX30" fmla="*/ 397933 w 4089400"/>
              <a:gd name="connsiteY30" fmla="*/ 2032000 h 2870200"/>
              <a:gd name="connsiteX31" fmla="*/ 423333 w 4089400"/>
              <a:gd name="connsiteY31" fmla="*/ 1998134 h 2870200"/>
              <a:gd name="connsiteX32" fmla="*/ 440266 w 4089400"/>
              <a:gd name="connsiteY32" fmla="*/ 1752600 h 2870200"/>
              <a:gd name="connsiteX33" fmla="*/ 465666 w 4089400"/>
              <a:gd name="connsiteY33" fmla="*/ 1651000 h 2870200"/>
              <a:gd name="connsiteX34" fmla="*/ 491066 w 4089400"/>
              <a:gd name="connsiteY34" fmla="*/ 1710267 h 2870200"/>
              <a:gd name="connsiteX35" fmla="*/ 499533 w 4089400"/>
              <a:gd name="connsiteY35" fmla="*/ 1851666 h 2870200"/>
              <a:gd name="connsiteX36" fmla="*/ 533400 w 4089400"/>
              <a:gd name="connsiteY36" fmla="*/ 1820334 h 2870200"/>
              <a:gd name="connsiteX37" fmla="*/ 558800 w 4089400"/>
              <a:gd name="connsiteY37" fmla="*/ 1938867 h 2870200"/>
              <a:gd name="connsiteX38" fmla="*/ 575733 w 4089400"/>
              <a:gd name="connsiteY38" fmla="*/ 1998134 h 2870200"/>
              <a:gd name="connsiteX39" fmla="*/ 592666 w 4089400"/>
              <a:gd name="connsiteY39" fmla="*/ 2023534 h 2870200"/>
              <a:gd name="connsiteX40" fmla="*/ 618066 w 4089400"/>
              <a:gd name="connsiteY40" fmla="*/ 1786467 h 2870200"/>
              <a:gd name="connsiteX41" fmla="*/ 626533 w 4089400"/>
              <a:gd name="connsiteY41" fmla="*/ 1744134 h 2870200"/>
              <a:gd name="connsiteX42" fmla="*/ 643466 w 4089400"/>
              <a:gd name="connsiteY42" fmla="*/ 1718734 h 2870200"/>
              <a:gd name="connsiteX43" fmla="*/ 660400 w 4089400"/>
              <a:gd name="connsiteY43" fmla="*/ 1617134 h 2870200"/>
              <a:gd name="connsiteX44" fmla="*/ 677333 w 4089400"/>
              <a:gd name="connsiteY44" fmla="*/ 1557867 h 2870200"/>
              <a:gd name="connsiteX45" fmla="*/ 685800 w 4089400"/>
              <a:gd name="connsiteY45" fmla="*/ 1524000 h 2870200"/>
              <a:gd name="connsiteX46" fmla="*/ 702733 w 4089400"/>
              <a:gd name="connsiteY46" fmla="*/ 1312334 h 2870200"/>
              <a:gd name="connsiteX47" fmla="*/ 719666 w 4089400"/>
              <a:gd name="connsiteY47" fmla="*/ 1380067 h 2870200"/>
              <a:gd name="connsiteX48" fmla="*/ 736600 w 4089400"/>
              <a:gd name="connsiteY48" fmla="*/ 1532467 h 2870200"/>
              <a:gd name="connsiteX49" fmla="*/ 753533 w 4089400"/>
              <a:gd name="connsiteY49" fmla="*/ 1566334 h 2870200"/>
              <a:gd name="connsiteX50" fmla="*/ 778933 w 4089400"/>
              <a:gd name="connsiteY50" fmla="*/ 1456267 h 2870200"/>
              <a:gd name="connsiteX51" fmla="*/ 795866 w 4089400"/>
              <a:gd name="connsiteY51" fmla="*/ 1430867 h 2870200"/>
              <a:gd name="connsiteX52" fmla="*/ 829733 w 4089400"/>
              <a:gd name="connsiteY52" fmla="*/ 1388534 h 2870200"/>
              <a:gd name="connsiteX53" fmla="*/ 838200 w 4089400"/>
              <a:gd name="connsiteY53" fmla="*/ 1498600 h 2870200"/>
              <a:gd name="connsiteX54" fmla="*/ 863600 w 4089400"/>
              <a:gd name="connsiteY54" fmla="*/ 1811867 h 2870200"/>
              <a:gd name="connsiteX55" fmla="*/ 872066 w 4089400"/>
              <a:gd name="connsiteY55" fmla="*/ 1642534 h 2870200"/>
              <a:gd name="connsiteX56" fmla="*/ 897466 w 4089400"/>
              <a:gd name="connsiteY56" fmla="*/ 1583267 h 2870200"/>
              <a:gd name="connsiteX57" fmla="*/ 905933 w 4089400"/>
              <a:gd name="connsiteY57" fmla="*/ 1557867 h 2870200"/>
              <a:gd name="connsiteX58" fmla="*/ 914400 w 4089400"/>
              <a:gd name="connsiteY58" fmla="*/ 2006600 h 2870200"/>
              <a:gd name="connsiteX59" fmla="*/ 939800 w 4089400"/>
              <a:gd name="connsiteY59" fmla="*/ 2116667 h 2870200"/>
              <a:gd name="connsiteX60" fmla="*/ 948266 w 4089400"/>
              <a:gd name="connsiteY60" fmla="*/ 1948424 h 2870200"/>
              <a:gd name="connsiteX61" fmla="*/ 965200 w 4089400"/>
              <a:gd name="connsiteY61" fmla="*/ 1794934 h 2870200"/>
              <a:gd name="connsiteX62" fmla="*/ 973666 w 4089400"/>
              <a:gd name="connsiteY62" fmla="*/ 1761067 h 2870200"/>
              <a:gd name="connsiteX63" fmla="*/ 990600 w 4089400"/>
              <a:gd name="connsiteY63" fmla="*/ 1871134 h 2870200"/>
              <a:gd name="connsiteX64" fmla="*/ 1007533 w 4089400"/>
              <a:gd name="connsiteY64" fmla="*/ 1947334 h 2870200"/>
              <a:gd name="connsiteX65" fmla="*/ 1024466 w 4089400"/>
              <a:gd name="connsiteY65" fmla="*/ 2040467 h 2870200"/>
              <a:gd name="connsiteX66" fmla="*/ 1049866 w 4089400"/>
              <a:gd name="connsiteY66" fmla="*/ 2108200 h 2870200"/>
              <a:gd name="connsiteX67" fmla="*/ 1058333 w 4089400"/>
              <a:gd name="connsiteY67" fmla="*/ 2150534 h 2870200"/>
              <a:gd name="connsiteX68" fmla="*/ 1100666 w 4089400"/>
              <a:gd name="connsiteY68" fmla="*/ 2209800 h 2870200"/>
              <a:gd name="connsiteX69" fmla="*/ 1109133 w 4089400"/>
              <a:gd name="connsiteY69" fmla="*/ 2108200 h 2870200"/>
              <a:gd name="connsiteX70" fmla="*/ 1159933 w 4089400"/>
              <a:gd name="connsiteY70" fmla="*/ 1989667 h 2870200"/>
              <a:gd name="connsiteX71" fmla="*/ 1210733 w 4089400"/>
              <a:gd name="connsiteY71" fmla="*/ 1913467 h 2870200"/>
              <a:gd name="connsiteX72" fmla="*/ 1219200 w 4089400"/>
              <a:gd name="connsiteY72" fmla="*/ 2167467 h 2870200"/>
              <a:gd name="connsiteX73" fmla="*/ 1236133 w 4089400"/>
              <a:gd name="connsiteY73" fmla="*/ 2082800 h 2870200"/>
              <a:gd name="connsiteX74" fmla="*/ 1244600 w 4089400"/>
              <a:gd name="connsiteY74" fmla="*/ 2015067 h 2870200"/>
              <a:gd name="connsiteX75" fmla="*/ 1286933 w 4089400"/>
              <a:gd name="connsiteY75" fmla="*/ 1854200 h 2870200"/>
              <a:gd name="connsiteX76" fmla="*/ 1295400 w 4089400"/>
              <a:gd name="connsiteY76" fmla="*/ 1803400 h 2870200"/>
              <a:gd name="connsiteX77" fmla="*/ 1320800 w 4089400"/>
              <a:gd name="connsiteY77" fmla="*/ 1701800 h 2870200"/>
              <a:gd name="connsiteX78" fmla="*/ 1346200 w 4089400"/>
              <a:gd name="connsiteY78" fmla="*/ 1718734 h 2870200"/>
              <a:gd name="connsiteX79" fmla="*/ 1354666 w 4089400"/>
              <a:gd name="connsiteY79" fmla="*/ 1744134 h 2870200"/>
              <a:gd name="connsiteX80" fmla="*/ 1380066 w 4089400"/>
              <a:gd name="connsiteY80" fmla="*/ 1828800 h 2870200"/>
              <a:gd name="connsiteX81" fmla="*/ 1397000 w 4089400"/>
              <a:gd name="connsiteY81" fmla="*/ 1879600 h 2870200"/>
              <a:gd name="connsiteX82" fmla="*/ 1405466 w 4089400"/>
              <a:gd name="connsiteY82" fmla="*/ 1913467 h 2870200"/>
              <a:gd name="connsiteX83" fmla="*/ 1430866 w 4089400"/>
              <a:gd name="connsiteY83" fmla="*/ 1947334 h 2870200"/>
              <a:gd name="connsiteX84" fmla="*/ 1447800 w 4089400"/>
              <a:gd name="connsiteY84" fmla="*/ 1938867 h 2870200"/>
              <a:gd name="connsiteX85" fmla="*/ 1490133 w 4089400"/>
              <a:gd name="connsiteY85" fmla="*/ 1803400 h 2870200"/>
              <a:gd name="connsiteX86" fmla="*/ 1549400 w 4089400"/>
              <a:gd name="connsiteY86" fmla="*/ 1651000 h 2870200"/>
              <a:gd name="connsiteX87" fmla="*/ 1557866 w 4089400"/>
              <a:gd name="connsiteY87" fmla="*/ 1591734 h 2870200"/>
              <a:gd name="connsiteX88" fmla="*/ 1574800 w 4089400"/>
              <a:gd name="connsiteY88" fmla="*/ 1566334 h 2870200"/>
              <a:gd name="connsiteX89" fmla="*/ 1583266 w 4089400"/>
              <a:gd name="connsiteY89" fmla="*/ 1524000 h 2870200"/>
              <a:gd name="connsiteX90" fmla="*/ 1591733 w 4089400"/>
              <a:gd name="connsiteY90" fmla="*/ 1498600 h 2870200"/>
              <a:gd name="connsiteX91" fmla="*/ 1608666 w 4089400"/>
              <a:gd name="connsiteY91" fmla="*/ 1524000 h 2870200"/>
              <a:gd name="connsiteX92" fmla="*/ 1634066 w 4089400"/>
              <a:gd name="connsiteY92" fmla="*/ 1490134 h 2870200"/>
              <a:gd name="connsiteX93" fmla="*/ 1659466 w 4089400"/>
              <a:gd name="connsiteY93" fmla="*/ 1388534 h 2870200"/>
              <a:gd name="connsiteX94" fmla="*/ 1718733 w 4089400"/>
              <a:gd name="connsiteY94" fmla="*/ 1286934 h 2870200"/>
              <a:gd name="connsiteX95" fmla="*/ 1769533 w 4089400"/>
              <a:gd name="connsiteY95" fmla="*/ 1176867 h 2870200"/>
              <a:gd name="connsiteX96" fmla="*/ 1794933 w 4089400"/>
              <a:gd name="connsiteY96" fmla="*/ 1202267 h 2870200"/>
              <a:gd name="connsiteX97" fmla="*/ 1803400 w 4089400"/>
              <a:gd name="connsiteY97" fmla="*/ 1227667 h 2870200"/>
              <a:gd name="connsiteX98" fmla="*/ 1820333 w 4089400"/>
              <a:gd name="connsiteY98" fmla="*/ 1261534 h 2870200"/>
              <a:gd name="connsiteX99" fmla="*/ 1862666 w 4089400"/>
              <a:gd name="connsiteY99" fmla="*/ 1422400 h 2870200"/>
              <a:gd name="connsiteX100" fmla="*/ 1913466 w 4089400"/>
              <a:gd name="connsiteY100" fmla="*/ 1600200 h 2870200"/>
              <a:gd name="connsiteX101" fmla="*/ 1964266 w 4089400"/>
              <a:gd name="connsiteY101" fmla="*/ 1744134 h 2870200"/>
              <a:gd name="connsiteX102" fmla="*/ 1981200 w 4089400"/>
              <a:gd name="connsiteY102" fmla="*/ 1498600 h 2870200"/>
              <a:gd name="connsiteX103" fmla="*/ 1998133 w 4089400"/>
              <a:gd name="connsiteY103" fmla="*/ 1464734 h 2870200"/>
              <a:gd name="connsiteX104" fmla="*/ 2006600 w 4089400"/>
              <a:gd name="connsiteY104" fmla="*/ 1439334 h 2870200"/>
              <a:gd name="connsiteX105" fmla="*/ 2057400 w 4089400"/>
              <a:gd name="connsiteY105" fmla="*/ 2032000 h 2870200"/>
              <a:gd name="connsiteX106" fmla="*/ 2065866 w 4089400"/>
              <a:gd name="connsiteY106" fmla="*/ 2150534 h 2870200"/>
              <a:gd name="connsiteX107" fmla="*/ 2074333 w 4089400"/>
              <a:gd name="connsiteY107" fmla="*/ 2489200 h 2870200"/>
              <a:gd name="connsiteX108" fmla="*/ 2108200 w 4089400"/>
              <a:gd name="connsiteY108" fmla="*/ 2421467 h 2870200"/>
              <a:gd name="connsiteX109" fmla="*/ 2150533 w 4089400"/>
              <a:gd name="connsiteY109" fmla="*/ 2319867 h 2870200"/>
              <a:gd name="connsiteX110" fmla="*/ 2175933 w 4089400"/>
              <a:gd name="connsiteY110" fmla="*/ 2286000 h 2870200"/>
              <a:gd name="connsiteX111" fmla="*/ 2209800 w 4089400"/>
              <a:gd name="connsiteY111" fmla="*/ 2235200 h 2870200"/>
              <a:gd name="connsiteX112" fmla="*/ 2226733 w 4089400"/>
              <a:gd name="connsiteY112" fmla="*/ 2514600 h 2870200"/>
              <a:gd name="connsiteX113" fmla="*/ 2252133 w 4089400"/>
              <a:gd name="connsiteY113" fmla="*/ 2565400 h 2870200"/>
              <a:gd name="connsiteX114" fmla="*/ 2260600 w 4089400"/>
              <a:gd name="connsiteY114" fmla="*/ 2489200 h 2870200"/>
              <a:gd name="connsiteX115" fmla="*/ 2277533 w 4089400"/>
              <a:gd name="connsiteY115" fmla="*/ 2421467 h 2870200"/>
              <a:gd name="connsiteX116" fmla="*/ 2286000 w 4089400"/>
              <a:gd name="connsiteY116" fmla="*/ 1718734 h 2870200"/>
              <a:gd name="connsiteX117" fmla="*/ 2311400 w 4089400"/>
              <a:gd name="connsiteY117" fmla="*/ 1811867 h 2870200"/>
              <a:gd name="connsiteX118" fmla="*/ 2336800 w 4089400"/>
              <a:gd name="connsiteY118" fmla="*/ 1871134 h 2870200"/>
              <a:gd name="connsiteX119" fmla="*/ 2362200 w 4089400"/>
              <a:gd name="connsiteY119" fmla="*/ 1938867 h 2870200"/>
              <a:gd name="connsiteX120" fmla="*/ 2370666 w 4089400"/>
              <a:gd name="connsiteY120" fmla="*/ 1972734 h 2870200"/>
              <a:gd name="connsiteX121" fmla="*/ 2379133 w 4089400"/>
              <a:gd name="connsiteY121" fmla="*/ 1574800 h 2870200"/>
              <a:gd name="connsiteX122" fmla="*/ 2404533 w 4089400"/>
              <a:gd name="connsiteY122" fmla="*/ 1236134 h 2870200"/>
              <a:gd name="connsiteX123" fmla="*/ 2421466 w 4089400"/>
              <a:gd name="connsiteY123" fmla="*/ 1092200 h 2870200"/>
              <a:gd name="connsiteX124" fmla="*/ 2429933 w 4089400"/>
              <a:gd name="connsiteY124" fmla="*/ 1066800 h 2870200"/>
              <a:gd name="connsiteX125" fmla="*/ 2438400 w 4089400"/>
              <a:gd name="connsiteY125" fmla="*/ 1092200 h 2870200"/>
              <a:gd name="connsiteX126" fmla="*/ 2455333 w 4089400"/>
              <a:gd name="connsiteY126" fmla="*/ 1117600 h 2870200"/>
              <a:gd name="connsiteX127" fmla="*/ 2463800 w 4089400"/>
              <a:gd name="connsiteY127" fmla="*/ 1227667 h 2870200"/>
              <a:gd name="connsiteX128" fmla="*/ 2489200 w 4089400"/>
              <a:gd name="connsiteY128" fmla="*/ 753534 h 2870200"/>
              <a:gd name="connsiteX129" fmla="*/ 2506133 w 4089400"/>
              <a:gd name="connsiteY129" fmla="*/ 685800 h 2870200"/>
              <a:gd name="connsiteX130" fmla="*/ 2514600 w 4089400"/>
              <a:gd name="connsiteY130" fmla="*/ 609600 h 2870200"/>
              <a:gd name="connsiteX131" fmla="*/ 2523066 w 4089400"/>
              <a:gd name="connsiteY131" fmla="*/ 558800 h 2870200"/>
              <a:gd name="connsiteX132" fmla="*/ 2540000 w 4089400"/>
              <a:gd name="connsiteY132" fmla="*/ 584200 h 2870200"/>
              <a:gd name="connsiteX133" fmla="*/ 2548466 w 4089400"/>
              <a:gd name="connsiteY133" fmla="*/ 778934 h 2870200"/>
              <a:gd name="connsiteX134" fmla="*/ 2590800 w 4089400"/>
              <a:gd name="connsiteY134" fmla="*/ 914400 h 2870200"/>
              <a:gd name="connsiteX135" fmla="*/ 2607733 w 4089400"/>
              <a:gd name="connsiteY135" fmla="*/ 973667 h 2870200"/>
              <a:gd name="connsiteX136" fmla="*/ 2624666 w 4089400"/>
              <a:gd name="connsiteY136" fmla="*/ 812800 h 2870200"/>
              <a:gd name="connsiteX137" fmla="*/ 2641600 w 4089400"/>
              <a:gd name="connsiteY137" fmla="*/ 694267 h 2870200"/>
              <a:gd name="connsiteX138" fmla="*/ 2667000 w 4089400"/>
              <a:gd name="connsiteY138" fmla="*/ 558800 h 2870200"/>
              <a:gd name="connsiteX139" fmla="*/ 2692400 w 4089400"/>
              <a:gd name="connsiteY139" fmla="*/ 321734 h 2870200"/>
              <a:gd name="connsiteX140" fmla="*/ 2709333 w 4089400"/>
              <a:gd name="connsiteY140" fmla="*/ 1058334 h 2870200"/>
              <a:gd name="connsiteX141" fmla="*/ 2735730 w 4089400"/>
              <a:gd name="connsiteY141" fmla="*/ 1023969 h 2870200"/>
              <a:gd name="connsiteX142" fmla="*/ 2785533 w 4089400"/>
              <a:gd name="connsiteY142" fmla="*/ 905934 h 2870200"/>
              <a:gd name="connsiteX143" fmla="*/ 2819400 w 4089400"/>
              <a:gd name="connsiteY143" fmla="*/ 855134 h 2870200"/>
              <a:gd name="connsiteX144" fmla="*/ 2844800 w 4089400"/>
              <a:gd name="connsiteY144" fmla="*/ 1422400 h 2870200"/>
              <a:gd name="connsiteX145" fmla="*/ 2853266 w 4089400"/>
              <a:gd name="connsiteY145" fmla="*/ 1388534 h 2870200"/>
              <a:gd name="connsiteX146" fmla="*/ 2870200 w 4089400"/>
              <a:gd name="connsiteY146" fmla="*/ 1363134 h 2870200"/>
              <a:gd name="connsiteX147" fmla="*/ 2895600 w 4089400"/>
              <a:gd name="connsiteY147" fmla="*/ 1278467 h 2870200"/>
              <a:gd name="connsiteX148" fmla="*/ 2912533 w 4089400"/>
              <a:gd name="connsiteY148" fmla="*/ 1320800 h 2870200"/>
              <a:gd name="connsiteX149" fmla="*/ 2929466 w 4089400"/>
              <a:gd name="connsiteY149" fmla="*/ 1388534 h 2870200"/>
              <a:gd name="connsiteX150" fmla="*/ 2946400 w 4089400"/>
              <a:gd name="connsiteY150" fmla="*/ 1422400 h 2870200"/>
              <a:gd name="connsiteX151" fmla="*/ 2988733 w 4089400"/>
              <a:gd name="connsiteY151" fmla="*/ 1540934 h 2870200"/>
              <a:gd name="connsiteX152" fmla="*/ 3005666 w 4089400"/>
              <a:gd name="connsiteY152" fmla="*/ 1566334 h 2870200"/>
              <a:gd name="connsiteX153" fmla="*/ 3039533 w 4089400"/>
              <a:gd name="connsiteY153" fmla="*/ 1718734 h 2870200"/>
              <a:gd name="connsiteX154" fmla="*/ 3064933 w 4089400"/>
              <a:gd name="connsiteY154" fmla="*/ 1761067 h 2870200"/>
              <a:gd name="connsiteX155" fmla="*/ 3098800 w 4089400"/>
              <a:gd name="connsiteY155" fmla="*/ 1879600 h 2870200"/>
              <a:gd name="connsiteX156" fmla="*/ 3090333 w 4089400"/>
              <a:gd name="connsiteY156" fmla="*/ 1913467 h 2870200"/>
              <a:gd name="connsiteX157" fmla="*/ 3102783 w 4089400"/>
              <a:gd name="connsiteY157" fmla="*/ 1901016 h 2870200"/>
              <a:gd name="connsiteX158" fmla="*/ 3081866 w 4089400"/>
              <a:gd name="connsiteY158" fmla="*/ 1888067 h 2870200"/>
              <a:gd name="connsiteX159" fmla="*/ 3107266 w 4089400"/>
              <a:gd name="connsiteY159" fmla="*/ 1871134 h 2870200"/>
              <a:gd name="connsiteX160" fmla="*/ 3115733 w 4089400"/>
              <a:gd name="connsiteY160" fmla="*/ 1769534 h 2870200"/>
              <a:gd name="connsiteX161" fmla="*/ 3132666 w 4089400"/>
              <a:gd name="connsiteY161" fmla="*/ 1710267 h 2870200"/>
              <a:gd name="connsiteX162" fmla="*/ 3141133 w 4089400"/>
              <a:gd name="connsiteY162" fmla="*/ 1684867 h 2870200"/>
              <a:gd name="connsiteX163" fmla="*/ 3166533 w 4089400"/>
              <a:gd name="connsiteY163" fmla="*/ 1676400 h 2870200"/>
              <a:gd name="connsiteX164" fmla="*/ 3175000 w 4089400"/>
              <a:gd name="connsiteY164" fmla="*/ 2006600 h 2870200"/>
              <a:gd name="connsiteX165" fmla="*/ 3183466 w 4089400"/>
              <a:gd name="connsiteY165" fmla="*/ 2048934 h 2870200"/>
              <a:gd name="connsiteX166" fmla="*/ 3191933 w 4089400"/>
              <a:gd name="connsiteY166" fmla="*/ 2099734 h 2870200"/>
              <a:gd name="connsiteX167" fmla="*/ 3208866 w 4089400"/>
              <a:gd name="connsiteY167" fmla="*/ 2048934 h 2870200"/>
              <a:gd name="connsiteX168" fmla="*/ 3217333 w 4089400"/>
              <a:gd name="connsiteY168" fmla="*/ 1998134 h 2870200"/>
              <a:gd name="connsiteX169" fmla="*/ 3251200 w 4089400"/>
              <a:gd name="connsiteY169" fmla="*/ 2353734 h 2870200"/>
              <a:gd name="connsiteX170" fmla="*/ 3276600 w 4089400"/>
              <a:gd name="connsiteY170" fmla="*/ 2387600 h 2870200"/>
              <a:gd name="connsiteX171" fmla="*/ 3285066 w 4089400"/>
              <a:gd name="connsiteY171" fmla="*/ 2497667 h 2870200"/>
              <a:gd name="connsiteX172" fmla="*/ 3302000 w 4089400"/>
              <a:gd name="connsiteY172" fmla="*/ 2531534 h 2870200"/>
              <a:gd name="connsiteX173" fmla="*/ 3318933 w 4089400"/>
              <a:gd name="connsiteY173" fmla="*/ 2599267 h 2870200"/>
              <a:gd name="connsiteX174" fmla="*/ 3344333 w 4089400"/>
              <a:gd name="connsiteY174" fmla="*/ 2667000 h 2870200"/>
              <a:gd name="connsiteX175" fmla="*/ 3386666 w 4089400"/>
              <a:gd name="connsiteY175" fmla="*/ 2810934 h 2870200"/>
              <a:gd name="connsiteX176" fmla="*/ 3412066 w 4089400"/>
              <a:gd name="connsiteY176" fmla="*/ 2870200 h 2870200"/>
              <a:gd name="connsiteX177" fmla="*/ 3437466 w 4089400"/>
              <a:gd name="connsiteY177" fmla="*/ 1828800 h 2870200"/>
              <a:gd name="connsiteX178" fmla="*/ 3436968 w 4089400"/>
              <a:gd name="connsiteY178" fmla="*/ 2090271 h 2870200"/>
              <a:gd name="connsiteX179" fmla="*/ 3462866 w 4089400"/>
              <a:gd name="connsiteY179" fmla="*/ 1735667 h 2870200"/>
              <a:gd name="connsiteX180" fmla="*/ 3488266 w 4089400"/>
              <a:gd name="connsiteY180" fmla="*/ 1651000 h 2870200"/>
              <a:gd name="connsiteX181" fmla="*/ 3496733 w 4089400"/>
              <a:gd name="connsiteY181" fmla="*/ 1701800 h 2870200"/>
              <a:gd name="connsiteX182" fmla="*/ 3500717 w 4089400"/>
              <a:gd name="connsiteY182" fmla="*/ 1875118 h 2870200"/>
              <a:gd name="connsiteX183" fmla="*/ 3522133 w 4089400"/>
              <a:gd name="connsiteY183" fmla="*/ 1752600 h 2870200"/>
              <a:gd name="connsiteX184" fmla="*/ 3530600 w 4089400"/>
              <a:gd name="connsiteY184" fmla="*/ 1693334 h 2870200"/>
              <a:gd name="connsiteX185" fmla="*/ 3572933 w 4089400"/>
              <a:gd name="connsiteY185" fmla="*/ 1608667 h 2870200"/>
              <a:gd name="connsiteX186" fmla="*/ 3589866 w 4089400"/>
              <a:gd name="connsiteY186" fmla="*/ 1566334 h 2870200"/>
              <a:gd name="connsiteX187" fmla="*/ 3632200 w 4089400"/>
              <a:gd name="connsiteY187" fmla="*/ 1464734 h 2870200"/>
              <a:gd name="connsiteX188" fmla="*/ 3636184 w 4089400"/>
              <a:gd name="connsiteY188" fmla="*/ 1373094 h 2870200"/>
              <a:gd name="connsiteX189" fmla="*/ 3657600 w 4089400"/>
              <a:gd name="connsiteY189" fmla="*/ 1363134 h 2870200"/>
              <a:gd name="connsiteX190" fmla="*/ 3674533 w 4089400"/>
              <a:gd name="connsiteY190" fmla="*/ 1320800 h 2870200"/>
              <a:gd name="connsiteX191" fmla="*/ 3669553 w 4089400"/>
              <a:gd name="connsiteY191" fmla="*/ 1151964 h 2870200"/>
              <a:gd name="connsiteX192" fmla="*/ 3716866 w 4089400"/>
              <a:gd name="connsiteY192" fmla="*/ 1227667 h 2870200"/>
              <a:gd name="connsiteX193" fmla="*/ 3725333 w 4089400"/>
              <a:gd name="connsiteY193" fmla="*/ 1176867 h 2870200"/>
              <a:gd name="connsiteX194" fmla="*/ 3742266 w 4089400"/>
              <a:gd name="connsiteY194" fmla="*/ 1126067 h 2870200"/>
              <a:gd name="connsiteX195" fmla="*/ 3750733 w 4089400"/>
              <a:gd name="connsiteY195" fmla="*/ 1058334 h 2870200"/>
              <a:gd name="connsiteX196" fmla="*/ 3759200 w 4089400"/>
              <a:gd name="connsiteY196" fmla="*/ 1270000 h 2870200"/>
              <a:gd name="connsiteX197" fmla="*/ 3788048 w 4089400"/>
              <a:gd name="connsiteY197" fmla="*/ 678606 h 2870200"/>
              <a:gd name="connsiteX198" fmla="*/ 3793066 w 4089400"/>
              <a:gd name="connsiteY198" fmla="*/ 558800 h 2870200"/>
              <a:gd name="connsiteX199" fmla="*/ 3810000 w 4089400"/>
              <a:gd name="connsiteY199" fmla="*/ 482600 h 2870200"/>
              <a:gd name="connsiteX200" fmla="*/ 3818466 w 4089400"/>
              <a:gd name="connsiteY200" fmla="*/ 533400 h 2870200"/>
              <a:gd name="connsiteX201" fmla="*/ 3835400 w 4089400"/>
              <a:gd name="connsiteY201" fmla="*/ 660400 h 2870200"/>
              <a:gd name="connsiteX202" fmla="*/ 3843866 w 4089400"/>
              <a:gd name="connsiteY202" fmla="*/ 702734 h 2870200"/>
              <a:gd name="connsiteX203" fmla="*/ 3860800 w 4089400"/>
              <a:gd name="connsiteY203" fmla="*/ 736600 h 2870200"/>
              <a:gd name="connsiteX204" fmla="*/ 3877733 w 4089400"/>
              <a:gd name="connsiteY204" fmla="*/ 702734 h 2870200"/>
              <a:gd name="connsiteX205" fmla="*/ 3937000 w 4089400"/>
              <a:gd name="connsiteY205" fmla="*/ 482600 h 2870200"/>
              <a:gd name="connsiteX206" fmla="*/ 3953933 w 4089400"/>
              <a:gd name="connsiteY206" fmla="*/ 457200 h 2870200"/>
              <a:gd name="connsiteX207" fmla="*/ 3979333 w 4089400"/>
              <a:gd name="connsiteY207" fmla="*/ 177800 h 2870200"/>
              <a:gd name="connsiteX208" fmla="*/ 4004733 w 4089400"/>
              <a:gd name="connsiteY208" fmla="*/ 135467 h 2870200"/>
              <a:gd name="connsiteX209" fmla="*/ 4013200 w 4089400"/>
              <a:gd name="connsiteY209" fmla="*/ 101600 h 2870200"/>
              <a:gd name="connsiteX210" fmla="*/ 4021666 w 4089400"/>
              <a:gd name="connsiteY210" fmla="*/ 76200 h 2870200"/>
              <a:gd name="connsiteX211" fmla="*/ 4030133 w 4089400"/>
              <a:gd name="connsiteY211" fmla="*/ 110067 h 2870200"/>
              <a:gd name="connsiteX212" fmla="*/ 4047066 w 4089400"/>
              <a:gd name="connsiteY212" fmla="*/ 160867 h 2870200"/>
              <a:gd name="connsiteX213" fmla="*/ 4089400 w 4089400"/>
              <a:gd name="connsiteY213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42333 w 4089400"/>
              <a:gd name="connsiteY2" fmla="*/ 567267 h 2870200"/>
              <a:gd name="connsiteX3" fmla="*/ 47892 w 4089400"/>
              <a:gd name="connsiteY3" fmla="*/ 828517 h 2870200"/>
              <a:gd name="connsiteX4" fmla="*/ 32533 w 4089400"/>
              <a:gd name="connsiteY4" fmla="*/ 1083293 h 2870200"/>
              <a:gd name="connsiteX5" fmla="*/ 30266 w 4089400"/>
              <a:gd name="connsiteY5" fmla="*/ 1212385 h 2870200"/>
              <a:gd name="connsiteX6" fmla="*/ 25400 w 4089400"/>
              <a:gd name="connsiteY6" fmla="*/ 1354667 h 2870200"/>
              <a:gd name="connsiteX7" fmla="*/ 33866 w 4089400"/>
              <a:gd name="connsiteY7" fmla="*/ 1329267 h 2870200"/>
              <a:gd name="connsiteX8" fmla="*/ 42333 w 4089400"/>
              <a:gd name="connsiteY8" fmla="*/ 1286934 h 2870200"/>
              <a:gd name="connsiteX9" fmla="*/ 59266 w 4089400"/>
              <a:gd name="connsiteY9" fmla="*/ 1253067 h 2870200"/>
              <a:gd name="connsiteX10" fmla="*/ 76200 w 4089400"/>
              <a:gd name="connsiteY10" fmla="*/ 1202267 h 2870200"/>
              <a:gd name="connsiteX11" fmla="*/ 84666 w 4089400"/>
              <a:gd name="connsiteY11" fmla="*/ 1176867 h 2870200"/>
              <a:gd name="connsiteX12" fmla="*/ 101600 w 4089400"/>
              <a:gd name="connsiteY12" fmla="*/ 1143000 h 2870200"/>
              <a:gd name="connsiteX13" fmla="*/ 110066 w 4089400"/>
              <a:gd name="connsiteY13" fmla="*/ 1100667 h 2870200"/>
              <a:gd name="connsiteX14" fmla="*/ 135466 w 4089400"/>
              <a:gd name="connsiteY14" fmla="*/ 1032934 h 2870200"/>
              <a:gd name="connsiteX15" fmla="*/ 143933 w 4089400"/>
              <a:gd name="connsiteY15" fmla="*/ 999067 h 2870200"/>
              <a:gd name="connsiteX16" fmla="*/ 160866 w 4089400"/>
              <a:gd name="connsiteY16" fmla="*/ 948267 h 2870200"/>
              <a:gd name="connsiteX17" fmla="*/ 177800 w 4089400"/>
              <a:gd name="connsiteY17" fmla="*/ 1134534 h 2870200"/>
              <a:gd name="connsiteX18" fmla="*/ 194733 w 4089400"/>
              <a:gd name="connsiteY18" fmla="*/ 1464734 h 2870200"/>
              <a:gd name="connsiteX19" fmla="*/ 228600 w 4089400"/>
              <a:gd name="connsiteY19" fmla="*/ 1397000 h 2870200"/>
              <a:gd name="connsiteX20" fmla="*/ 254000 w 4089400"/>
              <a:gd name="connsiteY20" fmla="*/ 1363134 h 2870200"/>
              <a:gd name="connsiteX21" fmla="*/ 262466 w 4089400"/>
              <a:gd name="connsiteY21" fmla="*/ 1337734 h 2870200"/>
              <a:gd name="connsiteX22" fmla="*/ 279400 w 4089400"/>
              <a:gd name="connsiteY22" fmla="*/ 1371600 h 2870200"/>
              <a:gd name="connsiteX23" fmla="*/ 287866 w 4089400"/>
              <a:gd name="connsiteY23" fmla="*/ 2243667 h 2870200"/>
              <a:gd name="connsiteX24" fmla="*/ 313266 w 4089400"/>
              <a:gd name="connsiteY24" fmla="*/ 2201334 h 2870200"/>
              <a:gd name="connsiteX25" fmla="*/ 321733 w 4089400"/>
              <a:gd name="connsiteY25" fmla="*/ 2150534 h 2870200"/>
              <a:gd name="connsiteX26" fmla="*/ 346635 w 4089400"/>
              <a:gd name="connsiteY26" fmla="*/ 2376146 h 2870200"/>
              <a:gd name="connsiteX27" fmla="*/ 364066 w 4089400"/>
              <a:gd name="connsiteY27" fmla="*/ 2082800 h 2870200"/>
              <a:gd name="connsiteX28" fmla="*/ 389965 w 4089400"/>
              <a:gd name="connsiteY28" fmla="*/ 1792444 h 2870200"/>
              <a:gd name="connsiteX29" fmla="*/ 397933 w 4089400"/>
              <a:gd name="connsiteY29" fmla="*/ 2032000 h 2870200"/>
              <a:gd name="connsiteX30" fmla="*/ 423333 w 4089400"/>
              <a:gd name="connsiteY30" fmla="*/ 1998134 h 2870200"/>
              <a:gd name="connsiteX31" fmla="*/ 440266 w 4089400"/>
              <a:gd name="connsiteY31" fmla="*/ 1752600 h 2870200"/>
              <a:gd name="connsiteX32" fmla="*/ 465666 w 4089400"/>
              <a:gd name="connsiteY32" fmla="*/ 1651000 h 2870200"/>
              <a:gd name="connsiteX33" fmla="*/ 491066 w 4089400"/>
              <a:gd name="connsiteY33" fmla="*/ 1710267 h 2870200"/>
              <a:gd name="connsiteX34" fmla="*/ 499533 w 4089400"/>
              <a:gd name="connsiteY34" fmla="*/ 1851666 h 2870200"/>
              <a:gd name="connsiteX35" fmla="*/ 533400 w 4089400"/>
              <a:gd name="connsiteY35" fmla="*/ 1820334 h 2870200"/>
              <a:gd name="connsiteX36" fmla="*/ 558800 w 4089400"/>
              <a:gd name="connsiteY36" fmla="*/ 1938867 h 2870200"/>
              <a:gd name="connsiteX37" fmla="*/ 575733 w 4089400"/>
              <a:gd name="connsiteY37" fmla="*/ 1998134 h 2870200"/>
              <a:gd name="connsiteX38" fmla="*/ 592666 w 4089400"/>
              <a:gd name="connsiteY38" fmla="*/ 2023534 h 2870200"/>
              <a:gd name="connsiteX39" fmla="*/ 618066 w 4089400"/>
              <a:gd name="connsiteY39" fmla="*/ 1786467 h 2870200"/>
              <a:gd name="connsiteX40" fmla="*/ 626533 w 4089400"/>
              <a:gd name="connsiteY40" fmla="*/ 1744134 h 2870200"/>
              <a:gd name="connsiteX41" fmla="*/ 643466 w 4089400"/>
              <a:gd name="connsiteY41" fmla="*/ 1718734 h 2870200"/>
              <a:gd name="connsiteX42" fmla="*/ 660400 w 4089400"/>
              <a:gd name="connsiteY42" fmla="*/ 1617134 h 2870200"/>
              <a:gd name="connsiteX43" fmla="*/ 677333 w 4089400"/>
              <a:gd name="connsiteY43" fmla="*/ 1557867 h 2870200"/>
              <a:gd name="connsiteX44" fmla="*/ 685800 w 4089400"/>
              <a:gd name="connsiteY44" fmla="*/ 1524000 h 2870200"/>
              <a:gd name="connsiteX45" fmla="*/ 702733 w 4089400"/>
              <a:gd name="connsiteY45" fmla="*/ 1312334 h 2870200"/>
              <a:gd name="connsiteX46" fmla="*/ 719666 w 4089400"/>
              <a:gd name="connsiteY46" fmla="*/ 1380067 h 2870200"/>
              <a:gd name="connsiteX47" fmla="*/ 736600 w 4089400"/>
              <a:gd name="connsiteY47" fmla="*/ 1532467 h 2870200"/>
              <a:gd name="connsiteX48" fmla="*/ 753533 w 4089400"/>
              <a:gd name="connsiteY48" fmla="*/ 1566334 h 2870200"/>
              <a:gd name="connsiteX49" fmla="*/ 778933 w 4089400"/>
              <a:gd name="connsiteY49" fmla="*/ 1456267 h 2870200"/>
              <a:gd name="connsiteX50" fmla="*/ 795866 w 4089400"/>
              <a:gd name="connsiteY50" fmla="*/ 1430867 h 2870200"/>
              <a:gd name="connsiteX51" fmla="*/ 829733 w 4089400"/>
              <a:gd name="connsiteY51" fmla="*/ 1388534 h 2870200"/>
              <a:gd name="connsiteX52" fmla="*/ 838200 w 4089400"/>
              <a:gd name="connsiteY52" fmla="*/ 1498600 h 2870200"/>
              <a:gd name="connsiteX53" fmla="*/ 863600 w 4089400"/>
              <a:gd name="connsiteY53" fmla="*/ 1811867 h 2870200"/>
              <a:gd name="connsiteX54" fmla="*/ 872066 w 4089400"/>
              <a:gd name="connsiteY54" fmla="*/ 1642534 h 2870200"/>
              <a:gd name="connsiteX55" fmla="*/ 897466 w 4089400"/>
              <a:gd name="connsiteY55" fmla="*/ 1583267 h 2870200"/>
              <a:gd name="connsiteX56" fmla="*/ 905933 w 4089400"/>
              <a:gd name="connsiteY56" fmla="*/ 1557867 h 2870200"/>
              <a:gd name="connsiteX57" fmla="*/ 914400 w 4089400"/>
              <a:gd name="connsiteY57" fmla="*/ 2006600 h 2870200"/>
              <a:gd name="connsiteX58" fmla="*/ 939800 w 4089400"/>
              <a:gd name="connsiteY58" fmla="*/ 2116667 h 2870200"/>
              <a:gd name="connsiteX59" fmla="*/ 948266 w 4089400"/>
              <a:gd name="connsiteY59" fmla="*/ 1948424 h 2870200"/>
              <a:gd name="connsiteX60" fmla="*/ 965200 w 4089400"/>
              <a:gd name="connsiteY60" fmla="*/ 1794934 h 2870200"/>
              <a:gd name="connsiteX61" fmla="*/ 973666 w 4089400"/>
              <a:gd name="connsiteY61" fmla="*/ 1761067 h 2870200"/>
              <a:gd name="connsiteX62" fmla="*/ 990600 w 4089400"/>
              <a:gd name="connsiteY62" fmla="*/ 1871134 h 2870200"/>
              <a:gd name="connsiteX63" fmla="*/ 1007533 w 4089400"/>
              <a:gd name="connsiteY63" fmla="*/ 1947334 h 2870200"/>
              <a:gd name="connsiteX64" fmla="*/ 1024466 w 4089400"/>
              <a:gd name="connsiteY64" fmla="*/ 2040467 h 2870200"/>
              <a:gd name="connsiteX65" fmla="*/ 1049866 w 4089400"/>
              <a:gd name="connsiteY65" fmla="*/ 2108200 h 2870200"/>
              <a:gd name="connsiteX66" fmla="*/ 1058333 w 4089400"/>
              <a:gd name="connsiteY66" fmla="*/ 2150534 h 2870200"/>
              <a:gd name="connsiteX67" fmla="*/ 1100666 w 4089400"/>
              <a:gd name="connsiteY67" fmla="*/ 2209800 h 2870200"/>
              <a:gd name="connsiteX68" fmla="*/ 1109133 w 4089400"/>
              <a:gd name="connsiteY68" fmla="*/ 2108200 h 2870200"/>
              <a:gd name="connsiteX69" fmla="*/ 1159933 w 4089400"/>
              <a:gd name="connsiteY69" fmla="*/ 1989667 h 2870200"/>
              <a:gd name="connsiteX70" fmla="*/ 1210733 w 4089400"/>
              <a:gd name="connsiteY70" fmla="*/ 1913467 h 2870200"/>
              <a:gd name="connsiteX71" fmla="*/ 1219200 w 4089400"/>
              <a:gd name="connsiteY71" fmla="*/ 2167467 h 2870200"/>
              <a:gd name="connsiteX72" fmla="*/ 1236133 w 4089400"/>
              <a:gd name="connsiteY72" fmla="*/ 2082800 h 2870200"/>
              <a:gd name="connsiteX73" fmla="*/ 1244600 w 4089400"/>
              <a:gd name="connsiteY73" fmla="*/ 2015067 h 2870200"/>
              <a:gd name="connsiteX74" fmla="*/ 1286933 w 4089400"/>
              <a:gd name="connsiteY74" fmla="*/ 1854200 h 2870200"/>
              <a:gd name="connsiteX75" fmla="*/ 1295400 w 4089400"/>
              <a:gd name="connsiteY75" fmla="*/ 1803400 h 2870200"/>
              <a:gd name="connsiteX76" fmla="*/ 1320800 w 4089400"/>
              <a:gd name="connsiteY76" fmla="*/ 1701800 h 2870200"/>
              <a:gd name="connsiteX77" fmla="*/ 1346200 w 4089400"/>
              <a:gd name="connsiteY77" fmla="*/ 1718734 h 2870200"/>
              <a:gd name="connsiteX78" fmla="*/ 1354666 w 4089400"/>
              <a:gd name="connsiteY78" fmla="*/ 1744134 h 2870200"/>
              <a:gd name="connsiteX79" fmla="*/ 1380066 w 4089400"/>
              <a:gd name="connsiteY79" fmla="*/ 1828800 h 2870200"/>
              <a:gd name="connsiteX80" fmla="*/ 1397000 w 4089400"/>
              <a:gd name="connsiteY80" fmla="*/ 1879600 h 2870200"/>
              <a:gd name="connsiteX81" fmla="*/ 1405466 w 4089400"/>
              <a:gd name="connsiteY81" fmla="*/ 1913467 h 2870200"/>
              <a:gd name="connsiteX82" fmla="*/ 1430866 w 4089400"/>
              <a:gd name="connsiteY82" fmla="*/ 1947334 h 2870200"/>
              <a:gd name="connsiteX83" fmla="*/ 1447800 w 4089400"/>
              <a:gd name="connsiteY83" fmla="*/ 1938867 h 2870200"/>
              <a:gd name="connsiteX84" fmla="*/ 1490133 w 4089400"/>
              <a:gd name="connsiteY84" fmla="*/ 1803400 h 2870200"/>
              <a:gd name="connsiteX85" fmla="*/ 1549400 w 4089400"/>
              <a:gd name="connsiteY85" fmla="*/ 1651000 h 2870200"/>
              <a:gd name="connsiteX86" fmla="*/ 1557866 w 4089400"/>
              <a:gd name="connsiteY86" fmla="*/ 1591734 h 2870200"/>
              <a:gd name="connsiteX87" fmla="*/ 1574800 w 4089400"/>
              <a:gd name="connsiteY87" fmla="*/ 1566334 h 2870200"/>
              <a:gd name="connsiteX88" fmla="*/ 1583266 w 4089400"/>
              <a:gd name="connsiteY88" fmla="*/ 1524000 h 2870200"/>
              <a:gd name="connsiteX89" fmla="*/ 1591733 w 4089400"/>
              <a:gd name="connsiteY89" fmla="*/ 1498600 h 2870200"/>
              <a:gd name="connsiteX90" fmla="*/ 1608666 w 4089400"/>
              <a:gd name="connsiteY90" fmla="*/ 1524000 h 2870200"/>
              <a:gd name="connsiteX91" fmla="*/ 1634066 w 4089400"/>
              <a:gd name="connsiteY91" fmla="*/ 1490134 h 2870200"/>
              <a:gd name="connsiteX92" fmla="*/ 1659466 w 4089400"/>
              <a:gd name="connsiteY92" fmla="*/ 1388534 h 2870200"/>
              <a:gd name="connsiteX93" fmla="*/ 1718733 w 4089400"/>
              <a:gd name="connsiteY93" fmla="*/ 1286934 h 2870200"/>
              <a:gd name="connsiteX94" fmla="*/ 1769533 w 4089400"/>
              <a:gd name="connsiteY94" fmla="*/ 1176867 h 2870200"/>
              <a:gd name="connsiteX95" fmla="*/ 1794933 w 4089400"/>
              <a:gd name="connsiteY95" fmla="*/ 1202267 h 2870200"/>
              <a:gd name="connsiteX96" fmla="*/ 1803400 w 4089400"/>
              <a:gd name="connsiteY96" fmla="*/ 1227667 h 2870200"/>
              <a:gd name="connsiteX97" fmla="*/ 1820333 w 4089400"/>
              <a:gd name="connsiteY97" fmla="*/ 1261534 h 2870200"/>
              <a:gd name="connsiteX98" fmla="*/ 1862666 w 4089400"/>
              <a:gd name="connsiteY98" fmla="*/ 1422400 h 2870200"/>
              <a:gd name="connsiteX99" fmla="*/ 1913466 w 4089400"/>
              <a:gd name="connsiteY99" fmla="*/ 1600200 h 2870200"/>
              <a:gd name="connsiteX100" fmla="*/ 1964266 w 4089400"/>
              <a:gd name="connsiteY100" fmla="*/ 1744134 h 2870200"/>
              <a:gd name="connsiteX101" fmla="*/ 1981200 w 4089400"/>
              <a:gd name="connsiteY101" fmla="*/ 1498600 h 2870200"/>
              <a:gd name="connsiteX102" fmla="*/ 1998133 w 4089400"/>
              <a:gd name="connsiteY102" fmla="*/ 1464734 h 2870200"/>
              <a:gd name="connsiteX103" fmla="*/ 2006600 w 4089400"/>
              <a:gd name="connsiteY103" fmla="*/ 1439334 h 2870200"/>
              <a:gd name="connsiteX104" fmla="*/ 2057400 w 4089400"/>
              <a:gd name="connsiteY104" fmla="*/ 2032000 h 2870200"/>
              <a:gd name="connsiteX105" fmla="*/ 2065866 w 4089400"/>
              <a:gd name="connsiteY105" fmla="*/ 2150534 h 2870200"/>
              <a:gd name="connsiteX106" fmla="*/ 2074333 w 4089400"/>
              <a:gd name="connsiteY106" fmla="*/ 2489200 h 2870200"/>
              <a:gd name="connsiteX107" fmla="*/ 2108200 w 4089400"/>
              <a:gd name="connsiteY107" fmla="*/ 2421467 h 2870200"/>
              <a:gd name="connsiteX108" fmla="*/ 2150533 w 4089400"/>
              <a:gd name="connsiteY108" fmla="*/ 2319867 h 2870200"/>
              <a:gd name="connsiteX109" fmla="*/ 2175933 w 4089400"/>
              <a:gd name="connsiteY109" fmla="*/ 2286000 h 2870200"/>
              <a:gd name="connsiteX110" fmla="*/ 2209800 w 4089400"/>
              <a:gd name="connsiteY110" fmla="*/ 2235200 h 2870200"/>
              <a:gd name="connsiteX111" fmla="*/ 2226733 w 4089400"/>
              <a:gd name="connsiteY111" fmla="*/ 2514600 h 2870200"/>
              <a:gd name="connsiteX112" fmla="*/ 2252133 w 4089400"/>
              <a:gd name="connsiteY112" fmla="*/ 2565400 h 2870200"/>
              <a:gd name="connsiteX113" fmla="*/ 2260600 w 4089400"/>
              <a:gd name="connsiteY113" fmla="*/ 2489200 h 2870200"/>
              <a:gd name="connsiteX114" fmla="*/ 2277533 w 4089400"/>
              <a:gd name="connsiteY114" fmla="*/ 2421467 h 2870200"/>
              <a:gd name="connsiteX115" fmla="*/ 2286000 w 4089400"/>
              <a:gd name="connsiteY115" fmla="*/ 1718734 h 2870200"/>
              <a:gd name="connsiteX116" fmla="*/ 2311400 w 4089400"/>
              <a:gd name="connsiteY116" fmla="*/ 1811867 h 2870200"/>
              <a:gd name="connsiteX117" fmla="*/ 2336800 w 4089400"/>
              <a:gd name="connsiteY117" fmla="*/ 1871134 h 2870200"/>
              <a:gd name="connsiteX118" fmla="*/ 2362200 w 4089400"/>
              <a:gd name="connsiteY118" fmla="*/ 1938867 h 2870200"/>
              <a:gd name="connsiteX119" fmla="*/ 2370666 w 4089400"/>
              <a:gd name="connsiteY119" fmla="*/ 1972734 h 2870200"/>
              <a:gd name="connsiteX120" fmla="*/ 2379133 w 4089400"/>
              <a:gd name="connsiteY120" fmla="*/ 1574800 h 2870200"/>
              <a:gd name="connsiteX121" fmla="*/ 2404533 w 4089400"/>
              <a:gd name="connsiteY121" fmla="*/ 1236134 h 2870200"/>
              <a:gd name="connsiteX122" fmla="*/ 2421466 w 4089400"/>
              <a:gd name="connsiteY122" fmla="*/ 1092200 h 2870200"/>
              <a:gd name="connsiteX123" fmla="*/ 2429933 w 4089400"/>
              <a:gd name="connsiteY123" fmla="*/ 1066800 h 2870200"/>
              <a:gd name="connsiteX124" fmla="*/ 2438400 w 4089400"/>
              <a:gd name="connsiteY124" fmla="*/ 1092200 h 2870200"/>
              <a:gd name="connsiteX125" fmla="*/ 2455333 w 4089400"/>
              <a:gd name="connsiteY125" fmla="*/ 1117600 h 2870200"/>
              <a:gd name="connsiteX126" fmla="*/ 2463800 w 4089400"/>
              <a:gd name="connsiteY126" fmla="*/ 1227667 h 2870200"/>
              <a:gd name="connsiteX127" fmla="*/ 2489200 w 4089400"/>
              <a:gd name="connsiteY127" fmla="*/ 753534 h 2870200"/>
              <a:gd name="connsiteX128" fmla="*/ 2506133 w 4089400"/>
              <a:gd name="connsiteY128" fmla="*/ 685800 h 2870200"/>
              <a:gd name="connsiteX129" fmla="*/ 2514600 w 4089400"/>
              <a:gd name="connsiteY129" fmla="*/ 609600 h 2870200"/>
              <a:gd name="connsiteX130" fmla="*/ 2523066 w 4089400"/>
              <a:gd name="connsiteY130" fmla="*/ 558800 h 2870200"/>
              <a:gd name="connsiteX131" fmla="*/ 2540000 w 4089400"/>
              <a:gd name="connsiteY131" fmla="*/ 584200 h 2870200"/>
              <a:gd name="connsiteX132" fmla="*/ 2548466 w 4089400"/>
              <a:gd name="connsiteY132" fmla="*/ 778934 h 2870200"/>
              <a:gd name="connsiteX133" fmla="*/ 2590800 w 4089400"/>
              <a:gd name="connsiteY133" fmla="*/ 914400 h 2870200"/>
              <a:gd name="connsiteX134" fmla="*/ 2607733 w 4089400"/>
              <a:gd name="connsiteY134" fmla="*/ 973667 h 2870200"/>
              <a:gd name="connsiteX135" fmla="*/ 2624666 w 4089400"/>
              <a:gd name="connsiteY135" fmla="*/ 812800 h 2870200"/>
              <a:gd name="connsiteX136" fmla="*/ 2641600 w 4089400"/>
              <a:gd name="connsiteY136" fmla="*/ 694267 h 2870200"/>
              <a:gd name="connsiteX137" fmla="*/ 2667000 w 4089400"/>
              <a:gd name="connsiteY137" fmla="*/ 558800 h 2870200"/>
              <a:gd name="connsiteX138" fmla="*/ 2692400 w 4089400"/>
              <a:gd name="connsiteY138" fmla="*/ 321734 h 2870200"/>
              <a:gd name="connsiteX139" fmla="*/ 2709333 w 4089400"/>
              <a:gd name="connsiteY139" fmla="*/ 1058334 h 2870200"/>
              <a:gd name="connsiteX140" fmla="*/ 2735730 w 4089400"/>
              <a:gd name="connsiteY140" fmla="*/ 1023969 h 2870200"/>
              <a:gd name="connsiteX141" fmla="*/ 2785533 w 4089400"/>
              <a:gd name="connsiteY141" fmla="*/ 905934 h 2870200"/>
              <a:gd name="connsiteX142" fmla="*/ 2819400 w 4089400"/>
              <a:gd name="connsiteY142" fmla="*/ 855134 h 2870200"/>
              <a:gd name="connsiteX143" fmla="*/ 2844800 w 4089400"/>
              <a:gd name="connsiteY143" fmla="*/ 1422400 h 2870200"/>
              <a:gd name="connsiteX144" fmla="*/ 2853266 w 4089400"/>
              <a:gd name="connsiteY144" fmla="*/ 1388534 h 2870200"/>
              <a:gd name="connsiteX145" fmla="*/ 2870200 w 4089400"/>
              <a:gd name="connsiteY145" fmla="*/ 1363134 h 2870200"/>
              <a:gd name="connsiteX146" fmla="*/ 2895600 w 4089400"/>
              <a:gd name="connsiteY146" fmla="*/ 1278467 h 2870200"/>
              <a:gd name="connsiteX147" fmla="*/ 2912533 w 4089400"/>
              <a:gd name="connsiteY147" fmla="*/ 1320800 h 2870200"/>
              <a:gd name="connsiteX148" fmla="*/ 2929466 w 4089400"/>
              <a:gd name="connsiteY148" fmla="*/ 1388534 h 2870200"/>
              <a:gd name="connsiteX149" fmla="*/ 2946400 w 4089400"/>
              <a:gd name="connsiteY149" fmla="*/ 1422400 h 2870200"/>
              <a:gd name="connsiteX150" fmla="*/ 2988733 w 4089400"/>
              <a:gd name="connsiteY150" fmla="*/ 1540934 h 2870200"/>
              <a:gd name="connsiteX151" fmla="*/ 3005666 w 4089400"/>
              <a:gd name="connsiteY151" fmla="*/ 1566334 h 2870200"/>
              <a:gd name="connsiteX152" fmla="*/ 3039533 w 4089400"/>
              <a:gd name="connsiteY152" fmla="*/ 1718734 h 2870200"/>
              <a:gd name="connsiteX153" fmla="*/ 3064933 w 4089400"/>
              <a:gd name="connsiteY153" fmla="*/ 1761067 h 2870200"/>
              <a:gd name="connsiteX154" fmla="*/ 3098800 w 4089400"/>
              <a:gd name="connsiteY154" fmla="*/ 1879600 h 2870200"/>
              <a:gd name="connsiteX155" fmla="*/ 3090333 w 4089400"/>
              <a:gd name="connsiteY155" fmla="*/ 1913467 h 2870200"/>
              <a:gd name="connsiteX156" fmla="*/ 3102783 w 4089400"/>
              <a:gd name="connsiteY156" fmla="*/ 1901016 h 2870200"/>
              <a:gd name="connsiteX157" fmla="*/ 3081866 w 4089400"/>
              <a:gd name="connsiteY157" fmla="*/ 1888067 h 2870200"/>
              <a:gd name="connsiteX158" fmla="*/ 3107266 w 4089400"/>
              <a:gd name="connsiteY158" fmla="*/ 1871134 h 2870200"/>
              <a:gd name="connsiteX159" fmla="*/ 3115733 w 4089400"/>
              <a:gd name="connsiteY159" fmla="*/ 1769534 h 2870200"/>
              <a:gd name="connsiteX160" fmla="*/ 3132666 w 4089400"/>
              <a:gd name="connsiteY160" fmla="*/ 1710267 h 2870200"/>
              <a:gd name="connsiteX161" fmla="*/ 3141133 w 4089400"/>
              <a:gd name="connsiteY161" fmla="*/ 1684867 h 2870200"/>
              <a:gd name="connsiteX162" fmla="*/ 3166533 w 4089400"/>
              <a:gd name="connsiteY162" fmla="*/ 1676400 h 2870200"/>
              <a:gd name="connsiteX163" fmla="*/ 3175000 w 4089400"/>
              <a:gd name="connsiteY163" fmla="*/ 2006600 h 2870200"/>
              <a:gd name="connsiteX164" fmla="*/ 3183466 w 4089400"/>
              <a:gd name="connsiteY164" fmla="*/ 2048934 h 2870200"/>
              <a:gd name="connsiteX165" fmla="*/ 3191933 w 4089400"/>
              <a:gd name="connsiteY165" fmla="*/ 2099734 h 2870200"/>
              <a:gd name="connsiteX166" fmla="*/ 3208866 w 4089400"/>
              <a:gd name="connsiteY166" fmla="*/ 2048934 h 2870200"/>
              <a:gd name="connsiteX167" fmla="*/ 3217333 w 4089400"/>
              <a:gd name="connsiteY167" fmla="*/ 1998134 h 2870200"/>
              <a:gd name="connsiteX168" fmla="*/ 3251200 w 4089400"/>
              <a:gd name="connsiteY168" fmla="*/ 2353734 h 2870200"/>
              <a:gd name="connsiteX169" fmla="*/ 3276600 w 4089400"/>
              <a:gd name="connsiteY169" fmla="*/ 2387600 h 2870200"/>
              <a:gd name="connsiteX170" fmla="*/ 3285066 w 4089400"/>
              <a:gd name="connsiteY170" fmla="*/ 2497667 h 2870200"/>
              <a:gd name="connsiteX171" fmla="*/ 3302000 w 4089400"/>
              <a:gd name="connsiteY171" fmla="*/ 2531534 h 2870200"/>
              <a:gd name="connsiteX172" fmla="*/ 3318933 w 4089400"/>
              <a:gd name="connsiteY172" fmla="*/ 2599267 h 2870200"/>
              <a:gd name="connsiteX173" fmla="*/ 3344333 w 4089400"/>
              <a:gd name="connsiteY173" fmla="*/ 2667000 h 2870200"/>
              <a:gd name="connsiteX174" fmla="*/ 3386666 w 4089400"/>
              <a:gd name="connsiteY174" fmla="*/ 2810934 h 2870200"/>
              <a:gd name="connsiteX175" fmla="*/ 3412066 w 4089400"/>
              <a:gd name="connsiteY175" fmla="*/ 2870200 h 2870200"/>
              <a:gd name="connsiteX176" fmla="*/ 3437466 w 4089400"/>
              <a:gd name="connsiteY176" fmla="*/ 1828800 h 2870200"/>
              <a:gd name="connsiteX177" fmla="*/ 3436968 w 4089400"/>
              <a:gd name="connsiteY177" fmla="*/ 2090271 h 2870200"/>
              <a:gd name="connsiteX178" fmla="*/ 3462866 w 4089400"/>
              <a:gd name="connsiteY178" fmla="*/ 1735667 h 2870200"/>
              <a:gd name="connsiteX179" fmla="*/ 3488266 w 4089400"/>
              <a:gd name="connsiteY179" fmla="*/ 1651000 h 2870200"/>
              <a:gd name="connsiteX180" fmla="*/ 3496733 w 4089400"/>
              <a:gd name="connsiteY180" fmla="*/ 1701800 h 2870200"/>
              <a:gd name="connsiteX181" fmla="*/ 3500717 w 4089400"/>
              <a:gd name="connsiteY181" fmla="*/ 1875118 h 2870200"/>
              <a:gd name="connsiteX182" fmla="*/ 3522133 w 4089400"/>
              <a:gd name="connsiteY182" fmla="*/ 1752600 h 2870200"/>
              <a:gd name="connsiteX183" fmla="*/ 3530600 w 4089400"/>
              <a:gd name="connsiteY183" fmla="*/ 1693334 h 2870200"/>
              <a:gd name="connsiteX184" fmla="*/ 3572933 w 4089400"/>
              <a:gd name="connsiteY184" fmla="*/ 1608667 h 2870200"/>
              <a:gd name="connsiteX185" fmla="*/ 3589866 w 4089400"/>
              <a:gd name="connsiteY185" fmla="*/ 1566334 h 2870200"/>
              <a:gd name="connsiteX186" fmla="*/ 3632200 w 4089400"/>
              <a:gd name="connsiteY186" fmla="*/ 1464734 h 2870200"/>
              <a:gd name="connsiteX187" fmla="*/ 3636184 w 4089400"/>
              <a:gd name="connsiteY187" fmla="*/ 1373094 h 2870200"/>
              <a:gd name="connsiteX188" fmla="*/ 3657600 w 4089400"/>
              <a:gd name="connsiteY188" fmla="*/ 1363134 h 2870200"/>
              <a:gd name="connsiteX189" fmla="*/ 3674533 w 4089400"/>
              <a:gd name="connsiteY189" fmla="*/ 1320800 h 2870200"/>
              <a:gd name="connsiteX190" fmla="*/ 3669553 w 4089400"/>
              <a:gd name="connsiteY190" fmla="*/ 1151964 h 2870200"/>
              <a:gd name="connsiteX191" fmla="*/ 3716866 w 4089400"/>
              <a:gd name="connsiteY191" fmla="*/ 1227667 h 2870200"/>
              <a:gd name="connsiteX192" fmla="*/ 3725333 w 4089400"/>
              <a:gd name="connsiteY192" fmla="*/ 1176867 h 2870200"/>
              <a:gd name="connsiteX193" fmla="*/ 3742266 w 4089400"/>
              <a:gd name="connsiteY193" fmla="*/ 1126067 h 2870200"/>
              <a:gd name="connsiteX194" fmla="*/ 3750733 w 4089400"/>
              <a:gd name="connsiteY194" fmla="*/ 1058334 h 2870200"/>
              <a:gd name="connsiteX195" fmla="*/ 3759200 w 4089400"/>
              <a:gd name="connsiteY195" fmla="*/ 1270000 h 2870200"/>
              <a:gd name="connsiteX196" fmla="*/ 3788048 w 4089400"/>
              <a:gd name="connsiteY196" fmla="*/ 678606 h 2870200"/>
              <a:gd name="connsiteX197" fmla="*/ 3793066 w 4089400"/>
              <a:gd name="connsiteY197" fmla="*/ 558800 h 2870200"/>
              <a:gd name="connsiteX198" fmla="*/ 3810000 w 4089400"/>
              <a:gd name="connsiteY198" fmla="*/ 482600 h 2870200"/>
              <a:gd name="connsiteX199" fmla="*/ 3818466 w 4089400"/>
              <a:gd name="connsiteY199" fmla="*/ 533400 h 2870200"/>
              <a:gd name="connsiteX200" fmla="*/ 3835400 w 4089400"/>
              <a:gd name="connsiteY200" fmla="*/ 660400 h 2870200"/>
              <a:gd name="connsiteX201" fmla="*/ 3843866 w 4089400"/>
              <a:gd name="connsiteY201" fmla="*/ 702734 h 2870200"/>
              <a:gd name="connsiteX202" fmla="*/ 3860800 w 4089400"/>
              <a:gd name="connsiteY202" fmla="*/ 736600 h 2870200"/>
              <a:gd name="connsiteX203" fmla="*/ 3877733 w 4089400"/>
              <a:gd name="connsiteY203" fmla="*/ 702734 h 2870200"/>
              <a:gd name="connsiteX204" fmla="*/ 3937000 w 4089400"/>
              <a:gd name="connsiteY204" fmla="*/ 482600 h 2870200"/>
              <a:gd name="connsiteX205" fmla="*/ 3953933 w 4089400"/>
              <a:gd name="connsiteY205" fmla="*/ 457200 h 2870200"/>
              <a:gd name="connsiteX206" fmla="*/ 3979333 w 4089400"/>
              <a:gd name="connsiteY206" fmla="*/ 177800 h 2870200"/>
              <a:gd name="connsiteX207" fmla="*/ 4004733 w 4089400"/>
              <a:gd name="connsiteY207" fmla="*/ 135467 h 2870200"/>
              <a:gd name="connsiteX208" fmla="*/ 4013200 w 4089400"/>
              <a:gd name="connsiteY208" fmla="*/ 101600 h 2870200"/>
              <a:gd name="connsiteX209" fmla="*/ 4021666 w 4089400"/>
              <a:gd name="connsiteY209" fmla="*/ 76200 h 2870200"/>
              <a:gd name="connsiteX210" fmla="*/ 4030133 w 4089400"/>
              <a:gd name="connsiteY210" fmla="*/ 110067 h 2870200"/>
              <a:gd name="connsiteX211" fmla="*/ 4047066 w 4089400"/>
              <a:gd name="connsiteY211" fmla="*/ 160867 h 2870200"/>
              <a:gd name="connsiteX212" fmla="*/ 4089400 w 4089400"/>
              <a:gd name="connsiteY212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42333 w 4089400"/>
              <a:gd name="connsiteY2" fmla="*/ 567267 h 2870200"/>
              <a:gd name="connsiteX3" fmla="*/ 47892 w 4089400"/>
              <a:gd name="connsiteY3" fmla="*/ 828517 h 2870200"/>
              <a:gd name="connsiteX4" fmla="*/ 32533 w 4089400"/>
              <a:gd name="connsiteY4" fmla="*/ 1083293 h 2870200"/>
              <a:gd name="connsiteX5" fmla="*/ 30266 w 4089400"/>
              <a:gd name="connsiteY5" fmla="*/ 1212385 h 2870200"/>
              <a:gd name="connsiteX6" fmla="*/ 25400 w 4089400"/>
              <a:gd name="connsiteY6" fmla="*/ 1354667 h 2870200"/>
              <a:gd name="connsiteX7" fmla="*/ 33866 w 4089400"/>
              <a:gd name="connsiteY7" fmla="*/ 1329267 h 2870200"/>
              <a:gd name="connsiteX8" fmla="*/ 59266 w 4089400"/>
              <a:gd name="connsiteY8" fmla="*/ 1253067 h 2870200"/>
              <a:gd name="connsiteX9" fmla="*/ 76200 w 4089400"/>
              <a:gd name="connsiteY9" fmla="*/ 1202267 h 2870200"/>
              <a:gd name="connsiteX10" fmla="*/ 84666 w 4089400"/>
              <a:gd name="connsiteY10" fmla="*/ 1176867 h 2870200"/>
              <a:gd name="connsiteX11" fmla="*/ 101600 w 4089400"/>
              <a:gd name="connsiteY11" fmla="*/ 1143000 h 2870200"/>
              <a:gd name="connsiteX12" fmla="*/ 110066 w 4089400"/>
              <a:gd name="connsiteY12" fmla="*/ 1100667 h 2870200"/>
              <a:gd name="connsiteX13" fmla="*/ 135466 w 4089400"/>
              <a:gd name="connsiteY13" fmla="*/ 1032934 h 2870200"/>
              <a:gd name="connsiteX14" fmla="*/ 143933 w 4089400"/>
              <a:gd name="connsiteY14" fmla="*/ 999067 h 2870200"/>
              <a:gd name="connsiteX15" fmla="*/ 160866 w 4089400"/>
              <a:gd name="connsiteY15" fmla="*/ 948267 h 2870200"/>
              <a:gd name="connsiteX16" fmla="*/ 177800 w 4089400"/>
              <a:gd name="connsiteY16" fmla="*/ 1134534 h 2870200"/>
              <a:gd name="connsiteX17" fmla="*/ 194733 w 4089400"/>
              <a:gd name="connsiteY17" fmla="*/ 1464734 h 2870200"/>
              <a:gd name="connsiteX18" fmla="*/ 228600 w 4089400"/>
              <a:gd name="connsiteY18" fmla="*/ 1397000 h 2870200"/>
              <a:gd name="connsiteX19" fmla="*/ 254000 w 4089400"/>
              <a:gd name="connsiteY19" fmla="*/ 1363134 h 2870200"/>
              <a:gd name="connsiteX20" fmla="*/ 262466 w 4089400"/>
              <a:gd name="connsiteY20" fmla="*/ 1337734 h 2870200"/>
              <a:gd name="connsiteX21" fmla="*/ 279400 w 4089400"/>
              <a:gd name="connsiteY21" fmla="*/ 1371600 h 2870200"/>
              <a:gd name="connsiteX22" fmla="*/ 287866 w 4089400"/>
              <a:gd name="connsiteY22" fmla="*/ 2243667 h 2870200"/>
              <a:gd name="connsiteX23" fmla="*/ 313266 w 4089400"/>
              <a:gd name="connsiteY23" fmla="*/ 2201334 h 2870200"/>
              <a:gd name="connsiteX24" fmla="*/ 321733 w 4089400"/>
              <a:gd name="connsiteY24" fmla="*/ 2150534 h 2870200"/>
              <a:gd name="connsiteX25" fmla="*/ 346635 w 4089400"/>
              <a:gd name="connsiteY25" fmla="*/ 2376146 h 2870200"/>
              <a:gd name="connsiteX26" fmla="*/ 364066 w 4089400"/>
              <a:gd name="connsiteY26" fmla="*/ 2082800 h 2870200"/>
              <a:gd name="connsiteX27" fmla="*/ 389965 w 4089400"/>
              <a:gd name="connsiteY27" fmla="*/ 1792444 h 2870200"/>
              <a:gd name="connsiteX28" fmla="*/ 397933 w 4089400"/>
              <a:gd name="connsiteY28" fmla="*/ 2032000 h 2870200"/>
              <a:gd name="connsiteX29" fmla="*/ 423333 w 4089400"/>
              <a:gd name="connsiteY29" fmla="*/ 1998134 h 2870200"/>
              <a:gd name="connsiteX30" fmla="*/ 440266 w 4089400"/>
              <a:gd name="connsiteY30" fmla="*/ 1752600 h 2870200"/>
              <a:gd name="connsiteX31" fmla="*/ 465666 w 4089400"/>
              <a:gd name="connsiteY31" fmla="*/ 1651000 h 2870200"/>
              <a:gd name="connsiteX32" fmla="*/ 491066 w 4089400"/>
              <a:gd name="connsiteY32" fmla="*/ 1710267 h 2870200"/>
              <a:gd name="connsiteX33" fmla="*/ 499533 w 4089400"/>
              <a:gd name="connsiteY33" fmla="*/ 1851666 h 2870200"/>
              <a:gd name="connsiteX34" fmla="*/ 533400 w 4089400"/>
              <a:gd name="connsiteY34" fmla="*/ 1820334 h 2870200"/>
              <a:gd name="connsiteX35" fmla="*/ 558800 w 4089400"/>
              <a:gd name="connsiteY35" fmla="*/ 1938867 h 2870200"/>
              <a:gd name="connsiteX36" fmla="*/ 575733 w 4089400"/>
              <a:gd name="connsiteY36" fmla="*/ 1998134 h 2870200"/>
              <a:gd name="connsiteX37" fmla="*/ 592666 w 4089400"/>
              <a:gd name="connsiteY37" fmla="*/ 2023534 h 2870200"/>
              <a:gd name="connsiteX38" fmla="*/ 618066 w 4089400"/>
              <a:gd name="connsiteY38" fmla="*/ 1786467 h 2870200"/>
              <a:gd name="connsiteX39" fmla="*/ 626533 w 4089400"/>
              <a:gd name="connsiteY39" fmla="*/ 1744134 h 2870200"/>
              <a:gd name="connsiteX40" fmla="*/ 643466 w 4089400"/>
              <a:gd name="connsiteY40" fmla="*/ 1718734 h 2870200"/>
              <a:gd name="connsiteX41" fmla="*/ 660400 w 4089400"/>
              <a:gd name="connsiteY41" fmla="*/ 1617134 h 2870200"/>
              <a:gd name="connsiteX42" fmla="*/ 677333 w 4089400"/>
              <a:gd name="connsiteY42" fmla="*/ 1557867 h 2870200"/>
              <a:gd name="connsiteX43" fmla="*/ 685800 w 4089400"/>
              <a:gd name="connsiteY43" fmla="*/ 1524000 h 2870200"/>
              <a:gd name="connsiteX44" fmla="*/ 702733 w 4089400"/>
              <a:gd name="connsiteY44" fmla="*/ 1312334 h 2870200"/>
              <a:gd name="connsiteX45" fmla="*/ 719666 w 4089400"/>
              <a:gd name="connsiteY45" fmla="*/ 1380067 h 2870200"/>
              <a:gd name="connsiteX46" fmla="*/ 736600 w 4089400"/>
              <a:gd name="connsiteY46" fmla="*/ 1532467 h 2870200"/>
              <a:gd name="connsiteX47" fmla="*/ 753533 w 4089400"/>
              <a:gd name="connsiteY47" fmla="*/ 1566334 h 2870200"/>
              <a:gd name="connsiteX48" fmla="*/ 778933 w 4089400"/>
              <a:gd name="connsiteY48" fmla="*/ 1456267 h 2870200"/>
              <a:gd name="connsiteX49" fmla="*/ 795866 w 4089400"/>
              <a:gd name="connsiteY49" fmla="*/ 1430867 h 2870200"/>
              <a:gd name="connsiteX50" fmla="*/ 829733 w 4089400"/>
              <a:gd name="connsiteY50" fmla="*/ 1388534 h 2870200"/>
              <a:gd name="connsiteX51" fmla="*/ 838200 w 4089400"/>
              <a:gd name="connsiteY51" fmla="*/ 1498600 h 2870200"/>
              <a:gd name="connsiteX52" fmla="*/ 863600 w 4089400"/>
              <a:gd name="connsiteY52" fmla="*/ 1811867 h 2870200"/>
              <a:gd name="connsiteX53" fmla="*/ 872066 w 4089400"/>
              <a:gd name="connsiteY53" fmla="*/ 1642534 h 2870200"/>
              <a:gd name="connsiteX54" fmla="*/ 897466 w 4089400"/>
              <a:gd name="connsiteY54" fmla="*/ 1583267 h 2870200"/>
              <a:gd name="connsiteX55" fmla="*/ 905933 w 4089400"/>
              <a:gd name="connsiteY55" fmla="*/ 1557867 h 2870200"/>
              <a:gd name="connsiteX56" fmla="*/ 914400 w 4089400"/>
              <a:gd name="connsiteY56" fmla="*/ 2006600 h 2870200"/>
              <a:gd name="connsiteX57" fmla="*/ 939800 w 4089400"/>
              <a:gd name="connsiteY57" fmla="*/ 2116667 h 2870200"/>
              <a:gd name="connsiteX58" fmla="*/ 948266 w 4089400"/>
              <a:gd name="connsiteY58" fmla="*/ 1948424 h 2870200"/>
              <a:gd name="connsiteX59" fmla="*/ 965200 w 4089400"/>
              <a:gd name="connsiteY59" fmla="*/ 1794934 h 2870200"/>
              <a:gd name="connsiteX60" fmla="*/ 973666 w 4089400"/>
              <a:gd name="connsiteY60" fmla="*/ 1761067 h 2870200"/>
              <a:gd name="connsiteX61" fmla="*/ 990600 w 4089400"/>
              <a:gd name="connsiteY61" fmla="*/ 1871134 h 2870200"/>
              <a:gd name="connsiteX62" fmla="*/ 1007533 w 4089400"/>
              <a:gd name="connsiteY62" fmla="*/ 1947334 h 2870200"/>
              <a:gd name="connsiteX63" fmla="*/ 1024466 w 4089400"/>
              <a:gd name="connsiteY63" fmla="*/ 2040467 h 2870200"/>
              <a:gd name="connsiteX64" fmla="*/ 1049866 w 4089400"/>
              <a:gd name="connsiteY64" fmla="*/ 2108200 h 2870200"/>
              <a:gd name="connsiteX65" fmla="*/ 1058333 w 4089400"/>
              <a:gd name="connsiteY65" fmla="*/ 2150534 h 2870200"/>
              <a:gd name="connsiteX66" fmla="*/ 1100666 w 4089400"/>
              <a:gd name="connsiteY66" fmla="*/ 2209800 h 2870200"/>
              <a:gd name="connsiteX67" fmla="*/ 1109133 w 4089400"/>
              <a:gd name="connsiteY67" fmla="*/ 2108200 h 2870200"/>
              <a:gd name="connsiteX68" fmla="*/ 1159933 w 4089400"/>
              <a:gd name="connsiteY68" fmla="*/ 1989667 h 2870200"/>
              <a:gd name="connsiteX69" fmla="*/ 1210733 w 4089400"/>
              <a:gd name="connsiteY69" fmla="*/ 1913467 h 2870200"/>
              <a:gd name="connsiteX70" fmla="*/ 1219200 w 4089400"/>
              <a:gd name="connsiteY70" fmla="*/ 2167467 h 2870200"/>
              <a:gd name="connsiteX71" fmla="*/ 1236133 w 4089400"/>
              <a:gd name="connsiteY71" fmla="*/ 2082800 h 2870200"/>
              <a:gd name="connsiteX72" fmla="*/ 1244600 w 4089400"/>
              <a:gd name="connsiteY72" fmla="*/ 2015067 h 2870200"/>
              <a:gd name="connsiteX73" fmla="*/ 1286933 w 4089400"/>
              <a:gd name="connsiteY73" fmla="*/ 1854200 h 2870200"/>
              <a:gd name="connsiteX74" fmla="*/ 1295400 w 4089400"/>
              <a:gd name="connsiteY74" fmla="*/ 1803400 h 2870200"/>
              <a:gd name="connsiteX75" fmla="*/ 1320800 w 4089400"/>
              <a:gd name="connsiteY75" fmla="*/ 1701800 h 2870200"/>
              <a:gd name="connsiteX76" fmla="*/ 1346200 w 4089400"/>
              <a:gd name="connsiteY76" fmla="*/ 1718734 h 2870200"/>
              <a:gd name="connsiteX77" fmla="*/ 1354666 w 4089400"/>
              <a:gd name="connsiteY77" fmla="*/ 1744134 h 2870200"/>
              <a:gd name="connsiteX78" fmla="*/ 1380066 w 4089400"/>
              <a:gd name="connsiteY78" fmla="*/ 1828800 h 2870200"/>
              <a:gd name="connsiteX79" fmla="*/ 1397000 w 4089400"/>
              <a:gd name="connsiteY79" fmla="*/ 1879600 h 2870200"/>
              <a:gd name="connsiteX80" fmla="*/ 1405466 w 4089400"/>
              <a:gd name="connsiteY80" fmla="*/ 1913467 h 2870200"/>
              <a:gd name="connsiteX81" fmla="*/ 1430866 w 4089400"/>
              <a:gd name="connsiteY81" fmla="*/ 1947334 h 2870200"/>
              <a:gd name="connsiteX82" fmla="*/ 1447800 w 4089400"/>
              <a:gd name="connsiteY82" fmla="*/ 1938867 h 2870200"/>
              <a:gd name="connsiteX83" fmla="*/ 1490133 w 4089400"/>
              <a:gd name="connsiteY83" fmla="*/ 1803400 h 2870200"/>
              <a:gd name="connsiteX84" fmla="*/ 1549400 w 4089400"/>
              <a:gd name="connsiteY84" fmla="*/ 1651000 h 2870200"/>
              <a:gd name="connsiteX85" fmla="*/ 1557866 w 4089400"/>
              <a:gd name="connsiteY85" fmla="*/ 1591734 h 2870200"/>
              <a:gd name="connsiteX86" fmla="*/ 1574800 w 4089400"/>
              <a:gd name="connsiteY86" fmla="*/ 1566334 h 2870200"/>
              <a:gd name="connsiteX87" fmla="*/ 1583266 w 4089400"/>
              <a:gd name="connsiteY87" fmla="*/ 1524000 h 2870200"/>
              <a:gd name="connsiteX88" fmla="*/ 1591733 w 4089400"/>
              <a:gd name="connsiteY88" fmla="*/ 1498600 h 2870200"/>
              <a:gd name="connsiteX89" fmla="*/ 1608666 w 4089400"/>
              <a:gd name="connsiteY89" fmla="*/ 1524000 h 2870200"/>
              <a:gd name="connsiteX90" fmla="*/ 1634066 w 4089400"/>
              <a:gd name="connsiteY90" fmla="*/ 1490134 h 2870200"/>
              <a:gd name="connsiteX91" fmla="*/ 1659466 w 4089400"/>
              <a:gd name="connsiteY91" fmla="*/ 1388534 h 2870200"/>
              <a:gd name="connsiteX92" fmla="*/ 1718733 w 4089400"/>
              <a:gd name="connsiteY92" fmla="*/ 1286934 h 2870200"/>
              <a:gd name="connsiteX93" fmla="*/ 1769533 w 4089400"/>
              <a:gd name="connsiteY93" fmla="*/ 1176867 h 2870200"/>
              <a:gd name="connsiteX94" fmla="*/ 1794933 w 4089400"/>
              <a:gd name="connsiteY94" fmla="*/ 1202267 h 2870200"/>
              <a:gd name="connsiteX95" fmla="*/ 1803400 w 4089400"/>
              <a:gd name="connsiteY95" fmla="*/ 1227667 h 2870200"/>
              <a:gd name="connsiteX96" fmla="*/ 1820333 w 4089400"/>
              <a:gd name="connsiteY96" fmla="*/ 1261534 h 2870200"/>
              <a:gd name="connsiteX97" fmla="*/ 1862666 w 4089400"/>
              <a:gd name="connsiteY97" fmla="*/ 1422400 h 2870200"/>
              <a:gd name="connsiteX98" fmla="*/ 1913466 w 4089400"/>
              <a:gd name="connsiteY98" fmla="*/ 1600200 h 2870200"/>
              <a:gd name="connsiteX99" fmla="*/ 1964266 w 4089400"/>
              <a:gd name="connsiteY99" fmla="*/ 1744134 h 2870200"/>
              <a:gd name="connsiteX100" fmla="*/ 1981200 w 4089400"/>
              <a:gd name="connsiteY100" fmla="*/ 1498600 h 2870200"/>
              <a:gd name="connsiteX101" fmla="*/ 1998133 w 4089400"/>
              <a:gd name="connsiteY101" fmla="*/ 1464734 h 2870200"/>
              <a:gd name="connsiteX102" fmla="*/ 2006600 w 4089400"/>
              <a:gd name="connsiteY102" fmla="*/ 1439334 h 2870200"/>
              <a:gd name="connsiteX103" fmla="*/ 2057400 w 4089400"/>
              <a:gd name="connsiteY103" fmla="*/ 2032000 h 2870200"/>
              <a:gd name="connsiteX104" fmla="*/ 2065866 w 4089400"/>
              <a:gd name="connsiteY104" fmla="*/ 2150534 h 2870200"/>
              <a:gd name="connsiteX105" fmla="*/ 2074333 w 4089400"/>
              <a:gd name="connsiteY105" fmla="*/ 2489200 h 2870200"/>
              <a:gd name="connsiteX106" fmla="*/ 2108200 w 4089400"/>
              <a:gd name="connsiteY106" fmla="*/ 2421467 h 2870200"/>
              <a:gd name="connsiteX107" fmla="*/ 2150533 w 4089400"/>
              <a:gd name="connsiteY107" fmla="*/ 2319867 h 2870200"/>
              <a:gd name="connsiteX108" fmla="*/ 2175933 w 4089400"/>
              <a:gd name="connsiteY108" fmla="*/ 2286000 h 2870200"/>
              <a:gd name="connsiteX109" fmla="*/ 2209800 w 4089400"/>
              <a:gd name="connsiteY109" fmla="*/ 2235200 h 2870200"/>
              <a:gd name="connsiteX110" fmla="*/ 2226733 w 4089400"/>
              <a:gd name="connsiteY110" fmla="*/ 2514600 h 2870200"/>
              <a:gd name="connsiteX111" fmla="*/ 2252133 w 4089400"/>
              <a:gd name="connsiteY111" fmla="*/ 2565400 h 2870200"/>
              <a:gd name="connsiteX112" fmla="*/ 2260600 w 4089400"/>
              <a:gd name="connsiteY112" fmla="*/ 2489200 h 2870200"/>
              <a:gd name="connsiteX113" fmla="*/ 2277533 w 4089400"/>
              <a:gd name="connsiteY113" fmla="*/ 2421467 h 2870200"/>
              <a:gd name="connsiteX114" fmla="*/ 2286000 w 4089400"/>
              <a:gd name="connsiteY114" fmla="*/ 1718734 h 2870200"/>
              <a:gd name="connsiteX115" fmla="*/ 2311400 w 4089400"/>
              <a:gd name="connsiteY115" fmla="*/ 1811867 h 2870200"/>
              <a:gd name="connsiteX116" fmla="*/ 2336800 w 4089400"/>
              <a:gd name="connsiteY116" fmla="*/ 1871134 h 2870200"/>
              <a:gd name="connsiteX117" fmla="*/ 2362200 w 4089400"/>
              <a:gd name="connsiteY117" fmla="*/ 1938867 h 2870200"/>
              <a:gd name="connsiteX118" fmla="*/ 2370666 w 4089400"/>
              <a:gd name="connsiteY118" fmla="*/ 1972734 h 2870200"/>
              <a:gd name="connsiteX119" fmla="*/ 2379133 w 4089400"/>
              <a:gd name="connsiteY119" fmla="*/ 1574800 h 2870200"/>
              <a:gd name="connsiteX120" fmla="*/ 2404533 w 4089400"/>
              <a:gd name="connsiteY120" fmla="*/ 1236134 h 2870200"/>
              <a:gd name="connsiteX121" fmla="*/ 2421466 w 4089400"/>
              <a:gd name="connsiteY121" fmla="*/ 1092200 h 2870200"/>
              <a:gd name="connsiteX122" fmla="*/ 2429933 w 4089400"/>
              <a:gd name="connsiteY122" fmla="*/ 1066800 h 2870200"/>
              <a:gd name="connsiteX123" fmla="*/ 2438400 w 4089400"/>
              <a:gd name="connsiteY123" fmla="*/ 1092200 h 2870200"/>
              <a:gd name="connsiteX124" fmla="*/ 2455333 w 4089400"/>
              <a:gd name="connsiteY124" fmla="*/ 1117600 h 2870200"/>
              <a:gd name="connsiteX125" fmla="*/ 2463800 w 4089400"/>
              <a:gd name="connsiteY125" fmla="*/ 1227667 h 2870200"/>
              <a:gd name="connsiteX126" fmla="*/ 2489200 w 4089400"/>
              <a:gd name="connsiteY126" fmla="*/ 753534 h 2870200"/>
              <a:gd name="connsiteX127" fmla="*/ 2506133 w 4089400"/>
              <a:gd name="connsiteY127" fmla="*/ 685800 h 2870200"/>
              <a:gd name="connsiteX128" fmla="*/ 2514600 w 4089400"/>
              <a:gd name="connsiteY128" fmla="*/ 609600 h 2870200"/>
              <a:gd name="connsiteX129" fmla="*/ 2523066 w 4089400"/>
              <a:gd name="connsiteY129" fmla="*/ 558800 h 2870200"/>
              <a:gd name="connsiteX130" fmla="*/ 2540000 w 4089400"/>
              <a:gd name="connsiteY130" fmla="*/ 584200 h 2870200"/>
              <a:gd name="connsiteX131" fmla="*/ 2548466 w 4089400"/>
              <a:gd name="connsiteY131" fmla="*/ 778934 h 2870200"/>
              <a:gd name="connsiteX132" fmla="*/ 2590800 w 4089400"/>
              <a:gd name="connsiteY132" fmla="*/ 914400 h 2870200"/>
              <a:gd name="connsiteX133" fmla="*/ 2607733 w 4089400"/>
              <a:gd name="connsiteY133" fmla="*/ 973667 h 2870200"/>
              <a:gd name="connsiteX134" fmla="*/ 2624666 w 4089400"/>
              <a:gd name="connsiteY134" fmla="*/ 812800 h 2870200"/>
              <a:gd name="connsiteX135" fmla="*/ 2641600 w 4089400"/>
              <a:gd name="connsiteY135" fmla="*/ 694267 h 2870200"/>
              <a:gd name="connsiteX136" fmla="*/ 2667000 w 4089400"/>
              <a:gd name="connsiteY136" fmla="*/ 558800 h 2870200"/>
              <a:gd name="connsiteX137" fmla="*/ 2692400 w 4089400"/>
              <a:gd name="connsiteY137" fmla="*/ 321734 h 2870200"/>
              <a:gd name="connsiteX138" fmla="*/ 2709333 w 4089400"/>
              <a:gd name="connsiteY138" fmla="*/ 1058334 h 2870200"/>
              <a:gd name="connsiteX139" fmla="*/ 2735730 w 4089400"/>
              <a:gd name="connsiteY139" fmla="*/ 1023969 h 2870200"/>
              <a:gd name="connsiteX140" fmla="*/ 2785533 w 4089400"/>
              <a:gd name="connsiteY140" fmla="*/ 905934 h 2870200"/>
              <a:gd name="connsiteX141" fmla="*/ 2819400 w 4089400"/>
              <a:gd name="connsiteY141" fmla="*/ 855134 h 2870200"/>
              <a:gd name="connsiteX142" fmla="*/ 2844800 w 4089400"/>
              <a:gd name="connsiteY142" fmla="*/ 1422400 h 2870200"/>
              <a:gd name="connsiteX143" fmla="*/ 2853266 w 4089400"/>
              <a:gd name="connsiteY143" fmla="*/ 1388534 h 2870200"/>
              <a:gd name="connsiteX144" fmla="*/ 2870200 w 4089400"/>
              <a:gd name="connsiteY144" fmla="*/ 1363134 h 2870200"/>
              <a:gd name="connsiteX145" fmla="*/ 2895600 w 4089400"/>
              <a:gd name="connsiteY145" fmla="*/ 1278467 h 2870200"/>
              <a:gd name="connsiteX146" fmla="*/ 2912533 w 4089400"/>
              <a:gd name="connsiteY146" fmla="*/ 1320800 h 2870200"/>
              <a:gd name="connsiteX147" fmla="*/ 2929466 w 4089400"/>
              <a:gd name="connsiteY147" fmla="*/ 1388534 h 2870200"/>
              <a:gd name="connsiteX148" fmla="*/ 2946400 w 4089400"/>
              <a:gd name="connsiteY148" fmla="*/ 1422400 h 2870200"/>
              <a:gd name="connsiteX149" fmla="*/ 2988733 w 4089400"/>
              <a:gd name="connsiteY149" fmla="*/ 1540934 h 2870200"/>
              <a:gd name="connsiteX150" fmla="*/ 3005666 w 4089400"/>
              <a:gd name="connsiteY150" fmla="*/ 1566334 h 2870200"/>
              <a:gd name="connsiteX151" fmla="*/ 3039533 w 4089400"/>
              <a:gd name="connsiteY151" fmla="*/ 1718734 h 2870200"/>
              <a:gd name="connsiteX152" fmla="*/ 3064933 w 4089400"/>
              <a:gd name="connsiteY152" fmla="*/ 1761067 h 2870200"/>
              <a:gd name="connsiteX153" fmla="*/ 3098800 w 4089400"/>
              <a:gd name="connsiteY153" fmla="*/ 1879600 h 2870200"/>
              <a:gd name="connsiteX154" fmla="*/ 3090333 w 4089400"/>
              <a:gd name="connsiteY154" fmla="*/ 1913467 h 2870200"/>
              <a:gd name="connsiteX155" fmla="*/ 3102783 w 4089400"/>
              <a:gd name="connsiteY155" fmla="*/ 1901016 h 2870200"/>
              <a:gd name="connsiteX156" fmla="*/ 3081866 w 4089400"/>
              <a:gd name="connsiteY156" fmla="*/ 1888067 h 2870200"/>
              <a:gd name="connsiteX157" fmla="*/ 3107266 w 4089400"/>
              <a:gd name="connsiteY157" fmla="*/ 1871134 h 2870200"/>
              <a:gd name="connsiteX158" fmla="*/ 3115733 w 4089400"/>
              <a:gd name="connsiteY158" fmla="*/ 1769534 h 2870200"/>
              <a:gd name="connsiteX159" fmla="*/ 3132666 w 4089400"/>
              <a:gd name="connsiteY159" fmla="*/ 1710267 h 2870200"/>
              <a:gd name="connsiteX160" fmla="*/ 3141133 w 4089400"/>
              <a:gd name="connsiteY160" fmla="*/ 1684867 h 2870200"/>
              <a:gd name="connsiteX161" fmla="*/ 3166533 w 4089400"/>
              <a:gd name="connsiteY161" fmla="*/ 1676400 h 2870200"/>
              <a:gd name="connsiteX162" fmla="*/ 3175000 w 4089400"/>
              <a:gd name="connsiteY162" fmla="*/ 2006600 h 2870200"/>
              <a:gd name="connsiteX163" fmla="*/ 3183466 w 4089400"/>
              <a:gd name="connsiteY163" fmla="*/ 2048934 h 2870200"/>
              <a:gd name="connsiteX164" fmla="*/ 3191933 w 4089400"/>
              <a:gd name="connsiteY164" fmla="*/ 2099734 h 2870200"/>
              <a:gd name="connsiteX165" fmla="*/ 3208866 w 4089400"/>
              <a:gd name="connsiteY165" fmla="*/ 2048934 h 2870200"/>
              <a:gd name="connsiteX166" fmla="*/ 3217333 w 4089400"/>
              <a:gd name="connsiteY166" fmla="*/ 1998134 h 2870200"/>
              <a:gd name="connsiteX167" fmla="*/ 3251200 w 4089400"/>
              <a:gd name="connsiteY167" fmla="*/ 2353734 h 2870200"/>
              <a:gd name="connsiteX168" fmla="*/ 3276600 w 4089400"/>
              <a:gd name="connsiteY168" fmla="*/ 2387600 h 2870200"/>
              <a:gd name="connsiteX169" fmla="*/ 3285066 w 4089400"/>
              <a:gd name="connsiteY169" fmla="*/ 2497667 h 2870200"/>
              <a:gd name="connsiteX170" fmla="*/ 3302000 w 4089400"/>
              <a:gd name="connsiteY170" fmla="*/ 2531534 h 2870200"/>
              <a:gd name="connsiteX171" fmla="*/ 3318933 w 4089400"/>
              <a:gd name="connsiteY171" fmla="*/ 2599267 h 2870200"/>
              <a:gd name="connsiteX172" fmla="*/ 3344333 w 4089400"/>
              <a:gd name="connsiteY172" fmla="*/ 2667000 h 2870200"/>
              <a:gd name="connsiteX173" fmla="*/ 3386666 w 4089400"/>
              <a:gd name="connsiteY173" fmla="*/ 2810934 h 2870200"/>
              <a:gd name="connsiteX174" fmla="*/ 3412066 w 4089400"/>
              <a:gd name="connsiteY174" fmla="*/ 2870200 h 2870200"/>
              <a:gd name="connsiteX175" fmla="*/ 3437466 w 4089400"/>
              <a:gd name="connsiteY175" fmla="*/ 1828800 h 2870200"/>
              <a:gd name="connsiteX176" fmla="*/ 3436968 w 4089400"/>
              <a:gd name="connsiteY176" fmla="*/ 2090271 h 2870200"/>
              <a:gd name="connsiteX177" fmla="*/ 3462866 w 4089400"/>
              <a:gd name="connsiteY177" fmla="*/ 1735667 h 2870200"/>
              <a:gd name="connsiteX178" fmla="*/ 3488266 w 4089400"/>
              <a:gd name="connsiteY178" fmla="*/ 1651000 h 2870200"/>
              <a:gd name="connsiteX179" fmla="*/ 3496733 w 4089400"/>
              <a:gd name="connsiteY179" fmla="*/ 1701800 h 2870200"/>
              <a:gd name="connsiteX180" fmla="*/ 3500717 w 4089400"/>
              <a:gd name="connsiteY180" fmla="*/ 1875118 h 2870200"/>
              <a:gd name="connsiteX181" fmla="*/ 3522133 w 4089400"/>
              <a:gd name="connsiteY181" fmla="*/ 1752600 h 2870200"/>
              <a:gd name="connsiteX182" fmla="*/ 3530600 w 4089400"/>
              <a:gd name="connsiteY182" fmla="*/ 1693334 h 2870200"/>
              <a:gd name="connsiteX183" fmla="*/ 3572933 w 4089400"/>
              <a:gd name="connsiteY183" fmla="*/ 1608667 h 2870200"/>
              <a:gd name="connsiteX184" fmla="*/ 3589866 w 4089400"/>
              <a:gd name="connsiteY184" fmla="*/ 1566334 h 2870200"/>
              <a:gd name="connsiteX185" fmla="*/ 3632200 w 4089400"/>
              <a:gd name="connsiteY185" fmla="*/ 1464734 h 2870200"/>
              <a:gd name="connsiteX186" fmla="*/ 3636184 w 4089400"/>
              <a:gd name="connsiteY186" fmla="*/ 1373094 h 2870200"/>
              <a:gd name="connsiteX187" fmla="*/ 3657600 w 4089400"/>
              <a:gd name="connsiteY187" fmla="*/ 1363134 h 2870200"/>
              <a:gd name="connsiteX188" fmla="*/ 3674533 w 4089400"/>
              <a:gd name="connsiteY188" fmla="*/ 1320800 h 2870200"/>
              <a:gd name="connsiteX189" fmla="*/ 3669553 w 4089400"/>
              <a:gd name="connsiteY189" fmla="*/ 1151964 h 2870200"/>
              <a:gd name="connsiteX190" fmla="*/ 3716866 w 4089400"/>
              <a:gd name="connsiteY190" fmla="*/ 1227667 h 2870200"/>
              <a:gd name="connsiteX191" fmla="*/ 3725333 w 4089400"/>
              <a:gd name="connsiteY191" fmla="*/ 1176867 h 2870200"/>
              <a:gd name="connsiteX192" fmla="*/ 3742266 w 4089400"/>
              <a:gd name="connsiteY192" fmla="*/ 1126067 h 2870200"/>
              <a:gd name="connsiteX193" fmla="*/ 3750733 w 4089400"/>
              <a:gd name="connsiteY193" fmla="*/ 1058334 h 2870200"/>
              <a:gd name="connsiteX194" fmla="*/ 3759200 w 4089400"/>
              <a:gd name="connsiteY194" fmla="*/ 1270000 h 2870200"/>
              <a:gd name="connsiteX195" fmla="*/ 3788048 w 4089400"/>
              <a:gd name="connsiteY195" fmla="*/ 678606 h 2870200"/>
              <a:gd name="connsiteX196" fmla="*/ 3793066 w 4089400"/>
              <a:gd name="connsiteY196" fmla="*/ 558800 h 2870200"/>
              <a:gd name="connsiteX197" fmla="*/ 3810000 w 4089400"/>
              <a:gd name="connsiteY197" fmla="*/ 482600 h 2870200"/>
              <a:gd name="connsiteX198" fmla="*/ 3818466 w 4089400"/>
              <a:gd name="connsiteY198" fmla="*/ 533400 h 2870200"/>
              <a:gd name="connsiteX199" fmla="*/ 3835400 w 4089400"/>
              <a:gd name="connsiteY199" fmla="*/ 660400 h 2870200"/>
              <a:gd name="connsiteX200" fmla="*/ 3843866 w 4089400"/>
              <a:gd name="connsiteY200" fmla="*/ 702734 h 2870200"/>
              <a:gd name="connsiteX201" fmla="*/ 3860800 w 4089400"/>
              <a:gd name="connsiteY201" fmla="*/ 736600 h 2870200"/>
              <a:gd name="connsiteX202" fmla="*/ 3877733 w 4089400"/>
              <a:gd name="connsiteY202" fmla="*/ 702734 h 2870200"/>
              <a:gd name="connsiteX203" fmla="*/ 3937000 w 4089400"/>
              <a:gd name="connsiteY203" fmla="*/ 482600 h 2870200"/>
              <a:gd name="connsiteX204" fmla="*/ 3953933 w 4089400"/>
              <a:gd name="connsiteY204" fmla="*/ 457200 h 2870200"/>
              <a:gd name="connsiteX205" fmla="*/ 3979333 w 4089400"/>
              <a:gd name="connsiteY205" fmla="*/ 177800 h 2870200"/>
              <a:gd name="connsiteX206" fmla="*/ 4004733 w 4089400"/>
              <a:gd name="connsiteY206" fmla="*/ 135467 h 2870200"/>
              <a:gd name="connsiteX207" fmla="*/ 4013200 w 4089400"/>
              <a:gd name="connsiteY207" fmla="*/ 101600 h 2870200"/>
              <a:gd name="connsiteX208" fmla="*/ 4021666 w 4089400"/>
              <a:gd name="connsiteY208" fmla="*/ 76200 h 2870200"/>
              <a:gd name="connsiteX209" fmla="*/ 4030133 w 4089400"/>
              <a:gd name="connsiteY209" fmla="*/ 110067 h 2870200"/>
              <a:gd name="connsiteX210" fmla="*/ 4047066 w 4089400"/>
              <a:gd name="connsiteY210" fmla="*/ 160867 h 2870200"/>
              <a:gd name="connsiteX211" fmla="*/ 4089400 w 4089400"/>
              <a:gd name="connsiteY211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42333 w 4089400"/>
              <a:gd name="connsiteY2" fmla="*/ 567267 h 2870200"/>
              <a:gd name="connsiteX3" fmla="*/ 47892 w 4089400"/>
              <a:gd name="connsiteY3" fmla="*/ 828517 h 2870200"/>
              <a:gd name="connsiteX4" fmla="*/ 32533 w 4089400"/>
              <a:gd name="connsiteY4" fmla="*/ 1083293 h 2870200"/>
              <a:gd name="connsiteX5" fmla="*/ 30266 w 4089400"/>
              <a:gd name="connsiteY5" fmla="*/ 1212385 h 2870200"/>
              <a:gd name="connsiteX6" fmla="*/ 25400 w 4089400"/>
              <a:gd name="connsiteY6" fmla="*/ 1354667 h 2870200"/>
              <a:gd name="connsiteX7" fmla="*/ 33866 w 4089400"/>
              <a:gd name="connsiteY7" fmla="*/ 1329267 h 2870200"/>
              <a:gd name="connsiteX8" fmla="*/ 59266 w 4089400"/>
              <a:gd name="connsiteY8" fmla="*/ 1253067 h 2870200"/>
              <a:gd name="connsiteX9" fmla="*/ 76200 w 4089400"/>
              <a:gd name="connsiteY9" fmla="*/ 1202267 h 2870200"/>
              <a:gd name="connsiteX10" fmla="*/ 101600 w 4089400"/>
              <a:gd name="connsiteY10" fmla="*/ 1143000 h 2870200"/>
              <a:gd name="connsiteX11" fmla="*/ 110066 w 4089400"/>
              <a:gd name="connsiteY11" fmla="*/ 1100667 h 2870200"/>
              <a:gd name="connsiteX12" fmla="*/ 135466 w 4089400"/>
              <a:gd name="connsiteY12" fmla="*/ 1032934 h 2870200"/>
              <a:gd name="connsiteX13" fmla="*/ 143933 w 4089400"/>
              <a:gd name="connsiteY13" fmla="*/ 999067 h 2870200"/>
              <a:gd name="connsiteX14" fmla="*/ 160866 w 4089400"/>
              <a:gd name="connsiteY14" fmla="*/ 948267 h 2870200"/>
              <a:gd name="connsiteX15" fmla="*/ 177800 w 4089400"/>
              <a:gd name="connsiteY15" fmla="*/ 1134534 h 2870200"/>
              <a:gd name="connsiteX16" fmla="*/ 194733 w 4089400"/>
              <a:gd name="connsiteY16" fmla="*/ 1464734 h 2870200"/>
              <a:gd name="connsiteX17" fmla="*/ 228600 w 4089400"/>
              <a:gd name="connsiteY17" fmla="*/ 1397000 h 2870200"/>
              <a:gd name="connsiteX18" fmla="*/ 254000 w 4089400"/>
              <a:gd name="connsiteY18" fmla="*/ 1363134 h 2870200"/>
              <a:gd name="connsiteX19" fmla="*/ 262466 w 4089400"/>
              <a:gd name="connsiteY19" fmla="*/ 1337734 h 2870200"/>
              <a:gd name="connsiteX20" fmla="*/ 279400 w 4089400"/>
              <a:gd name="connsiteY20" fmla="*/ 1371600 h 2870200"/>
              <a:gd name="connsiteX21" fmla="*/ 287866 w 4089400"/>
              <a:gd name="connsiteY21" fmla="*/ 2243667 h 2870200"/>
              <a:gd name="connsiteX22" fmla="*/ 313266 w 4089400"/>
              <a:gd name="connsiteY22" fmla="*/ 2201334 h 2870200"/>
              <a:gd name="connsiteX23" fmla="*/ 321733 w 4089400"/>
              <a:gd name="connsiteY23" fmla="*/ 2150534 h 2870200"/>
              <a:gd name="connsiteX24" fmla="*/ 346635 w 4089400"/>
              <a:gd name="connsiteY24" fmla="*/ 2376146 h 2870200"/>
              <a:gd name="connsiteX25" fmla="*/ 364066 w 4089400"/>
              <a:gd name="connsiteY25" fmla="*/ 2082800 h 2870200"/>
              <a:gd name="connsiteX26" fmla="*/ 389965 w 4089400"/>
              <a:gd name="connsiteY26" fmla="*/ 1792444 h 2870200"/>
              <a:gd name="connsiteX27" fmla="*/ 397933 w 4089400"/>
              <a:gd name="connsiteY27" fmla="*/ 2032000 h 2870200"/>
              <a:gd name="connsiteX28" fmla="*/ 423333 w 4089400"/>
              <a:gd name="connsiteY28" fmla="*/ 1998134 h 2870200"/>
              <a:gd name="connsiteX29" fmla="*/ 440266 w 4089400"/>
              <a:gd name="connsiteY29" fmla="*/ 1752600 h 2870200"/>
              <a:gd name="connsiteX30" fmla="*/ 465666 w 4089400"/>
              <a:gd name="connsiteY30" fmla="*/ 1651000 h 2870200"/>
              <a:gd name="connsiteX31" fmla="*/ 491066 w 4089400"/>
              <a:gd name="connsiteY31" fmla="*/ 1710267 h 2870200"/>
              <a:gd name="connsiteX32" fmla="*/ 499533 w 4089400"/>
              <a:gd name="connsiteY32" fmla="*/ 1851666 h 2870200"/>
              <a:gd name="connsiteX33" fmla="*/ 533400 w 4089400"/>
              <a:gd name="connsiteY33" fmla="*/ 1820334 h 2870200"/>
              <a:gd name="connsiteX34" fmla="*/ 558800 w 4089400"/>
              <a:gd name="connsiteY34" fmla="*/ 1938867 h 2870200"/>
              <a:gd name="connsiteX35" fmla="*/ 575733 w 4089400"/>
              <a:gd name="connsiteY35" fmla="*/ 1998134 h 2870200"/>
              <a:gd name="connsiteX36" fmla="*/ 592666 w 4089400"/>
              <a:gd name="connsiteY36" fmla="*/ 2023534 h 2870200"/>
              <a:gd name="connsiteX37" fmla="*/ 618066 w 4089400"/>
              <a:gd name="connsiteY37" fmla="*/ 1786467 h 2870200"/>
              <a:gd name="connsiteX38" fmla="*/ 626533 w 4089400"/>
              <a:gd name="connsiteY38" fmla="*/ 1744134 h 2870200"/>
              <a:gd name="connsiteX39" fmla="*/ 643466 w 4089400"/>
              <a:gd name="connsiteY39" fmla="*/ 1718734 h 2870200"/>
              <a:gd name="connsiteX40" fmla="*/ 660400 w 4089400"/>
              <a:gd name="connsiteY40" fmla="*/ 1617134 h 2870200"/>
              <a:gd name="connsiteX41" fmla="*/ 677333 w 4089400"/>
              <a:gd name="connsiteY41" fmla="*/ 1557867 h 2870200"/>
              <a:gd name="connsiteX42" fmla="*/ 685800 w 4089400"/>
              <a:gd name="connsiteY42" fmla="*/ 1524000 h 2870200"/>
              <a:gd name="connsiteX43" fmla="*/ 702733 w 4089400"/>
              <a:gd name="connsiteY43" fmla="*/ 1312334 h 2870200"/>
              <a:gd name="connsiteX44" fmla="*/ 719666 w 4089400"/>
              <a:gd name="connsiteY44" fmla="*/ 1380067 h 2870200"/>
              <a:gd name="connsiteX45" fmla="*/ 736600 w 4089400"/>
              <a:gd name="connsiteY45" fmla="*/ 1532467 h 2870200"/>
              <a:gd name="connsiteX46" fmla="*/ 753533 w 4089400"/>
              <a:gd name="connsiteY46" fmla="*/ 1566334 h 2870200"/>
              <a:gd name="connsiteX47" fmla="*/ 778933 w 4089400"/>
              <a:gd name="connsiteY47" fmla="*/ 1456267 h 2870200"/>
              <a:gd name="connsiteX48" fmla="*/ 795866 w 4089400"/>
              <a:gd name="connsiteY48" fmla="*/ 1430867 h 2870200"/>
              <a:gd name="connsiteX49" fmla="*/ 829733 w 4089400"/>
              <a:gd name="connsiteY49" fmla="*/ 1388534 h 2870200"/>
              <a:gd name="connsiteX50" fmla="*/ 838200 w 4089400"/>
              <a:gd name="connsiteY50" fmla="*/ 1498600 h 2870200"/>
              <a:gd name="connsiteX51" fmla="*/ 863600 w 4089400"/>
              <a:gd name="connsiteY51" fmla="*/ 1811867 h 2870200"/>
              <a:gd name="connsiteX52" fmla="*/ 872066 w 4089400"/>
              <a:gd name="connsiteY52" fmla="*/ 1642534 h 2870200"/>
              <a:gd name="connsiteX53" fmla="*/ 897466 w 4089400"/>
              <a:gd name="connsiteY53" fmla="*/ 1583267 h 2870200"/>
              <a:gd name="connsiteX54" fmla="*/ 905933 w 4089400"/>
              <a:gd name="connsiteY54" fmla="*/ 1557867 h 2870200"/>
              <a:gd name="connsiteX55" fmla="*/ 914400 w 4089400"/>
              <a:gd name="connsiteY55" fmla="*/ 2006600 h 2870200"/>
              <a:gd name="connsiteX56" fmla="*/ 939800 w 4089400"/>
              <a:gd name="connsiteY56" fmla="*/ 2116667 h 2870200"/>
              <a:gd name="connsiteX57" fmla="*/ 948266 w 4089400"/>
              <a:gd name="connsiteY57" fmla="*/ 1948424 h 2870200"/>
              <a:gd name="connsiteX58" fmla="*/ 965200 w 4089400"/>
              <a:gd name="connsiteY58" fmla="*/ 1794934 h 2870200"/>
              <a:gd name="connsiteX59" fmla="*/ 973666 w 4089400"/>
              <a:gd name="connsiteY59" fmla="*/ 1761067 h 2870200"/>
              <a:gd name="connsiteX60" fmla="*/ 990600 w 4089400"/>
              <a:gd name="connsiteY60" fmla="*/ 1871134 h 2870200"/>
              <a:gd name="connsiteX61" fmla="*/ 1007533 w 4089400"/>
              <a:gd name="connsiteY61" fmla="*/ 1947334 h 2870200"/>
              <a:gd name="connsiteX62" fmla="*/ 1024466 w 4089400"/>
              <a:gd name="connsiteY62" fmla="*/ 2040467 h 2870200"/>
              <a:gd name="connsiteX63" fmla="*/ 1049866 w 4089400"/>
              <a:gd name="connsiteY63" fmla="*/ 2108200 h 2870200"/>
              <a:gd name="connsiteX64" fmla="*/ 1058333 w 4089400"/>
              <a:gd name="connsiteY64" fmla="*/ 2150534 h 2870200"/>
              <a:gd name="connsiteX65" fmla="*/ 1100666 w 4089400"/>
              <a:gd name="connsiteY65" fmla="*/ 2209800 h 2870200"/>
              <a:gd name="connsiteX66" fmla="*/ 1109133 w 4089400"/>
              <a:gd name="connsiteY66" fmla="*/ 2108200 h 2870200"/>
              <a:gd name="connsiteX67" fmla="*/ 1159933 w 4089400"/>
              <a:gd name="connsiteY67" fmla="*/ 1989667 h 2870200"/>
              <a:gd name="connsiteX68" fmla="*/ 1210733 w 4089400"/>
              <a:gd name="connsiteY68" fmla="*/ 1913467 h 2870200"/>
              <a:gd name="connsiteX69" fmla="*/ 1219200 w 4089400"/>
              <a:gd name="connsiteY69" fmla="*/ 2167467 h 2870200"/>
              <a:gd name="connsiteX70" fmla="*/ 1236133 w 4089400"/>
              <a:gd name="connsiteY70" fmla="*/ 2082800 h 2870200"/>
              <a:gd name="connsiteX71" fmla="*/ 1244600 w 4089400"/>
              <a:gd name="connsiteY71" fmla="*/ 2015067 h 2870200"/>
              <a:gd name="connsiteX72" fmla="*/ 1286933 w 4089400"/>
              <a:gd name="connsiteY72" fmla="*/ 1854200 h 2870200"/>
              <a:gd name="connsiteX73" fmla="*/ 1295400 w 4089400"/>
              <a:gd name="connsiteY73" fmla="*/ 1803400 h 2870200"/>
              <a:gd name="connsiteX74" fmla="*/ 1320800 w 4089400"/>
              <a:gd name="connsiteY74" fmla="*/ 1701800 h 2870200"/>
              <a:gd name="connsiteX75" fmla="*/ 1346200 w 4089400"/>
              <a:gd name="connsiteY75" fmla="*/ 1718734 h 2870200"/>
              <a:gd name="connsiteX76" fmla="*/ 1354666 w 4089400"/>
              <a:gd name="connsiteY76" fmla="*/ 1744134 h 2870200"/>
              <a:gd name="connsiteX77" fmla="*/ 1380066 w 4089400"/>
              <a:gd name="connsiteY77" fmla="*/ 1828800 h 2870200"/>
              <a:gd name="connsiteX78" fmla="*/ 1397000 w 4089400"/>
              <a:gd name="connsiteY78" fmla="*/ 1879600 h 2870200"/>
              <a:gd name="connsiteX79" fmla="*/ 1405466 w 4089400"/>
              <a:gd name="connsiteY79" fmla="*/ 1913467 h 2870200"/>
              <a:gd name="connsiteX80" fmla="*/ 1430866 w 4089400"/>
              <a:gd name="connsiteY80" fmla="*/ 1947334 h 2870200"/>
              <a:gd name="connsiteX81" fmla="*/ 1447800 w 4089400"/>
              <a:gd name="connsiteY81" fmla="*/ 1938867 h 2870200"/>
              <a:gd name="connsiteX82" fmla="*/ 1490133 w 4089400"/>
              <a:gd name="connsiteY82" fmla="*/ 1803400 h 2870200"/>
              <a:gd name="connsiteX83" fmla="*/ 1549400 w 4089400"/>
              <a:gd name="connsiteY83" fmla="*/ 1651000 h 2870200"/>
              <a:gd name="connsiteX84" fmla="*/ 1557866 w 4089400"/>
              <a:gd name="connsiteY84" fmla="*/ 1591734 h 2870200"/>
              <a:gd name="connsiteX85" fmla="*/ 1574800 w 4089400"/>
              <a:gd name="connsiteY85" fmla="*/ 1566334 h 2870200"/>
              <a:gd name="connsiteX86" fmla="*/ 1583266 w 4089400"/>
              <a:gd name="connsiteY86" fmla="*/ 1524000 h 2870200"/>
              <a:gd name="connsiteX87" fmla="*/ 1591733 w 4089400"/>
              <a:gd name="connsiteY87" fmla="*/ 1498600 h 2870200"/>
              <a:gd name="connsiteX88" fmla="*/ 1608666 w 4089400"/>
              <a:gd name="connsiteY88" fmla="*/ 1524000 h 2870200"/>
              <a:gd name="connsiteX89" fmla="*/ 1634066 w 4089400"/>
              <a:gd name="connsiteY89" fmla="*/ 1490134 h 2870200"/>
              <a:gd name="connsiteX90" fmla="*/ 1659466 w 4089400"/>
              <a:gd name="connsiteY90" fmla="*/ 1388534 h 2870200"/>
              <a:gd name="connsiteX91" fmla="*/ 1718733 w 4089400"/>
              <a:gd name="connsiteY91" fmla="*/ 1286934 h 2870200"/>
              <a:gd name="connsiteX92" fmla="*/ 1769533 w 4089400"/>
              <a:gd name="connsiteY92" fmla="*/ 1176867 h 2870200"/>
              <a:gd name="connsiteX93" fmla="*/ 1794933 w 4089400"/>
              <a:gd name="connsiteY93" fmla="*/ 1202267 h 2870200"/>
              <a:gd name="connsiteX94" fmla="*/ 1803400 w 4089400"/>
              <a:gd name="connsiteY94" fmla="*/ 1227667 h 2870200"/>
              <a:gd name="connsiteX95" fmla="*/ 1820333 w 4089400"/>
              <a:gd name="connsiteY95" fmla="*/ 1261534 h 2870200"/>
              <a:gd name="connsiteX96" fmla="*/ 1862666 w 4089400"/>
              <a:gd name="connsiteY96" fmla="*/ 1422400 h 2870200"/>
              <a:gd name="connsiteX97" fmla="*/ 1913466 w 4089400"/>
              <a:gd name="connsiteY97" fmla="*/ 1600200 h 2870200"/>
              <a:gd name="connsiteX98" fmla="*/ 1964266 w 4089400"/>
              <a:gd name="connsiteY98" fmla="*/ 1744134 h 2870200"/>
              <a:gd name="connsiteX99" fmla="*/ 1981200 w 4089400"/>
              <a:gd name="connsiteY99" fmla="*/ 1498600 h 2870200"/>
              <a:gd name="connsiteX100" fmla="*/ 1998133 w 4089400"/>
              <a:gd name="connsiteY100" fmla="*/ 1464734 h 2870200"/>
              <a:gd name="connsiteX101" fmla="*/ 2006600 w 4089400"/>
              <a:gd name="connsiteY101" fmla="*/ 1439334 h 2870200"/>
              <a:gd name="connsiteX102" fmla="*/ 2057400 w 4089400"/>
              <a:gd name="connsiteY102" fmla="*/ 2032000 h 2870200"/>
              <a:gd name="connsiteX103" fmla="*/ 2065866 w 4089400"/>
              <a:gd name="connsiteY103" fmla="*/ 2150534 h 2870200"/>
              <a:gd name="connsiteX104" fmla="*/ 2074333 w 4089400"/>
              <a:gd name="connsiteY104" fmla="*/ 2489200 h 2870200"/>
              <a:gd name="connsiteX105" fmla="*/ 2108200 w 4089400"/>
              <a:gd name="connsiteY105" fmla="*/ 2421467 h 2870200"/>
              <a:gd name="connsiteX106" fmla="*/ 2150533 w 4089400"/>
              <a:gd name="connsiteY106" fmla="*/ 2319867 h 2870200"/>
              <a:gd name="connsiteX107" fmla="*/ 2175933 w 4089400"/>
              <a:gd name="connsiteY107" fmla="*/ 2286000 h 2870200"/>
              <a:gd name="connsiteX108" fmla="*/ 2209800 w 4089400"/>
              <a:gd name="connsiteY108" fmla="*/ 2235200 h 2870200"/>
              <a:gd name="connsiteX109" fmla="*/ 2226733 w 4089400"/>
              <a:gd name="connsiteY109" fmla="*/ 2514600 h 2870200"/>
              <a:gd name="connsiteX110" fmla="*/ 2252133 w 4089400"/>
              <a:gd name="connsiteY110" fmla="*/ 2565400 h 2870200"/>
              <a:gd name="connsiteX111" fmla="*/ 2260600 w 4089400"/>
              <a:gd name="connsiteY111" fmla="*/ 2489200 h 2870200"/>
              <a:gd name="connsiteX112" fmla="*/ 2277533 w 4089400"/>
              <a:gd name="connsiteY112" fmla="*/ 2421467 h 2870200"/>
              <a:gd name="connsiteX113" fmla="*/ 2286000 w 4089400"/>
              <a:gd name="connsiteY113" fmla="*/ 1718734 h 2870200"/>
              <a:gd name="connsiteX114" fmla="*/ 2311400 w 4089400"/>
              <a:gd name="connsiteY114" fmla="*/ 1811867 h 2870200"/>
              <a:gd name="connsiteX115" fmla="*/ 2336800 w 4089400"/>
              <a:gd name="connsiteY115" fmla="*/ 1871134 h 2870200"/>
              <a:gd name="connsiteX116" fmla="*/ 2362200 w 4089400"/>
              <a:gd name="connsiteY116" fmla="*/ 1938867 h 2870200"/>
              <a:gd name="connsiteX117" fmla="*/ 2370666 w 4089400"/>
              <a:gd name="connsiteY117" fmla="*/ 1972734 h 2870200"/>
              <a:gd name="connsiteX118" fmla="*/ 2379133 w 4089400"/>
              <a:gd name="connsiteY118" fmla="*/ 1574800 h 2870200"/>
              <a:gd name="connsiteX119" fmla="*/ 2404533 w 4089400"/>
              <a:gd name="connsiteY119" fmla="*/ 1236134 h 2870200"/>
              <a:gd name="connsiteX120" fmla="*/ 2421466 w 4089400"/>
              <a:gd name="connsiteY120" fmla="*/ 1092200 h 2870200"/>
              <a:gd name="connsiteX121" fmla="*/ 2429933 w 4089400"/>
              <a:gd name="connsiteY121" fmla="*/ 1066800 h 2870200"/>
              <a:gd name="connsiteX122" fmla="*/ 2438400 w 4089400"/>
              <a:gd name="connsiteY122" fmla="*/ 1092200 h 2870200"/>
              <a:gd name="connsiteX123" fmla="*/ 2455333 w 4089400"/>
              <a:gd name="connsiteY123" fmla="*/ 1117600 h 2870200"/>
              <a:gd name="connsiteX124" fmla="*/ 2463800 w 4089400"/>
              <a:gd name="connsiteY124" fmla="*/ 1227667 h 2870200"/>
              <a:gd name="connsiteX125" fmla="*/ 2489200 w 4089400"/>
              <a:gd name="connsiteY125" fmla="*/ 753534 h 2870200"/>
              <a:gd name="connsiteX126" fmla="*/ 2506133 w 4089400"/>
              <a:gd name="connsiteY126" fmla="*/ 685800 h 2870200"/>
              <a:gd name="connsiteX127" fmla="*/ 2514600 w 4089400"/>
              <a:gd name="connsiteY127" fmla="*/ 609600 h 2870200"/>
              <a:gd name="connsiteX128" fmla="*/ 2523066 w 4089400"/>
              <a:gd name="connsiteY128" fmla="*/ 558800 h 2870200"/>
              <a:gd name="connsiteX129" fmla="*/ 2540000 w 4089400"/>
              <a:gd name="connsiteY129" fmla="*/ 584200 h 2870200"/>
              <a:gd name="connsiteX130" fmla="*/ 2548466 w 4089400"/>
              <a:gd name="connsiteY130" fmla="*/ 778934 h 2870200"/>
              <a:gd name="connsiteX131" fmla="*/ 2590800 w 4089400"/>
              <a:gd name="connsiteY131" fmla="*/ 914400 h 2870200"/>
              <a:gd name="connsiteX132" fmla="*/ 2607733 w 4089400"/>
              <a:gd name="connsiteY132" fmla="*/ 973667 h 2870200"/>
              <a:gd name="connsiteX133" fmla="*/ 2624666 w 4089400"/>
              <a:gd name="connsiteY133" fmla="*/ 812800 h 2870200"/>
              <a:gd name="connsiteX134" fmla="*/ 2641600 w 4089400"/>
              <a:gd name="connsiteY134" fmla="*/ 694267 h 2870200"/>
              <a:gd name="connsiteX135" fmla="*/ 2667000 w 4089400"/>
              <a:gd name="connsiteY135" fmla="*/ 558800 h 2870200"/>
              <a:gd name="connsiteX136" fmla="*/ 2692400 w 4089400"/>
              <a:gd name="connsiteY136" fmla="*/ 321734 h 2870200"/>
              <a:gd name="connsiteX137" fmla="*/ 2709333 w 4089400"/>
              <a:gd name="connsiteY137" fmla="*/ 1058334 h 2870200"/>
              <a:gd name="connsiteX138" fmla="*/ 2735730 w 4089400"/>
              <a:gd name="connsiteY138" fmla="*/ 1023969 h 2870200"/>
              <a:gd name="connsiteX139" fmla="*/ 2785533 w 4089400"/>
              <a:gd name="connsiteY139" fmla="*/ 905934 h 2870200"/>
              <a:gd name="connsiteX140" fmla="*/ 2819400 w 4089400"/>
              <a:gd name="connsiteY140" fmla="*/ 855134 h 2870200"/>
              <a:gd name="connsiteX141" fmla="*/ 2844800 w 4089400"/>
              <a:gd name="connsiteY141" fmla="*/ 1422400 h 2870200"/>
              <a:gd name="connsiteX142" fmla="*/ 2853266 w 4089400"/>
              <a:gd name="connsiteY142" fmla="*/ 1388534 h 2870200"/>
              <a:gd name="connsiteX143" fmla="*/ 2870200 w 4089400"/>
              <a:gd name="connsiteY143" fmla="*/ 1363134 h 2870200"/>
              <a:gd name="connsiteX144" fmla="*/ 2895600 w 4089400"/>
              <a:gd name="connsiteY144" fmla="*/ 1278467 h 2870200"/>
              <a:gd name="connsiteX145" fmla="*/ 2912533 w 4089400"/>
              <a:gd name="connsiteY145" fmla="*/ 1320800 h 2870200"/>
              <a:gd name="connsiteX146" fmla="*/ 2929466 w 4089400"/>
              <a:gd name="connsiteY146" fmla="*/ 1388534 h 2870200"/>
              <a:gd name="connsiteX147" fmla="*/ 2946400 w 4089400"/>
              <a:gd name="connsiteY147" fmla="*/ 1422400 h 2870200"/>
              <a:gd name="connsiteX148" fmla="*/ 2988733 w 4089400"/>
              <a:gd name="connsiteY148" fmla="*/ 1540934 h 2870200"/>
              <a:gd name="connsiteX149" fmla="*/ 3005666 w 4089400"/>
              <a:gd name="connsiteY149" fmla="*/ 1566334 h 2870200"/>
              <a:gd name="connsiteX150" fmla="*/ 3039533 w 4089400"/>
              <a:gd name="connsiteY150" fmla="*/ 1718734 h 2870200"/>
              <a:gd name="connsiteX151" fmla="*/ 3064933 w 4089400"/>
              <a:gd name="connsiteY151" fmla="*/ 1761067 h 2870200"/>
              <a:gd name="connsiteX152" fmla="*/ 3098800 w 4089400"/>
              <a:gd name="connsiteY152" fmla="*/ 1879600 h 2870200"/>
              <a:gd name="connsiteX153" fmla="*/ 3090333 w 4089400"/>
              <a:gd name="connsiteY153" fmla="*/ 1913467 h 2870200"/>
              <a:gd name="connsiteX154" fmla="*/ 3102783 w 4089400"/>
              <a:gd name="connsiteY154" fmla="*/ 1901016 h 2870200"/>
              <a:gd name="connsiteX155" fmla="*/ 3081866 w 4089400"/>
              <a:gd name="connsiteY155" fmla="*/ 1888067 h 2870200"/>
              <a:gd name="connsiteX156" fmla="*/ 3107266 w 4089400"/>
              <a:gd name="connsiteY156" fmla="*/ 1871134 h 2870200"/>
              <a:gd name="connsiteX157" fmla="*/ 3115733 w 4089400"/>
              <a:gd name="connsiteY157" fmla="*/ 1769534 h 2870200"/>
              <a:gd name="connsiteX158" fmla="*/ 3132666 w 4089400"/>
              <a:gd name="connsiteY158" fmla="*/ 1710267 h 2870200"/>
              <a:gd name="connsiteX159" fmla="*/ 3141133 w 4089400"/>
              <a:gd name="connsiteY159" fmla="*/ 1684867 h 2870200"/>
              <a:gd name="connsiteX160" fmla="*/ 3166533 w 4089400"/>
              <a:gd name="connsiteY160" fmla="*/ 1676400 h 2870200"/>
              <a:gd name="connsiteX161" fmla="*/ 3175000 w 4089400"/>
              <a:gd name="connsiteY161" fmla="*/ 2006600 h 2870200"/>
              <a:gd name="connsiteX162" fmla="*/ 3183466 w 4089400"/>
              <a:gd name="connsiteY162" fmla="*/ 2048934 h 2870200"/>
              <a:gd name="connsiteX163" fmla="*/ 3191933 w 4089400"/>
              <a:gd name="connsiteY163" fmla="*/ 2099734 h 2870200"/>
              <a:gd name="connsiteX164" fmla="*/ 3208866 w 4089400"/>
              <a:gd name="connsiteY164" fmla="*/ 2048934 h 2870200"/>
              <a:gd name="connsiteX165" fmla="*/ 3217333 w 4089400"/>
              <a:gd name="connsiteY165" fmla="*/ 1998134 h 2870200"/>
              <a:gd name="connsiteX166" fmla="*/ 3251200 w 4089400"/>
              <a:gd name="connsiteY166" fmla="*/ 2353734 h 2870200"/>
              <a:gd name="connsiteX167" fmla="*/ 3276600 w 4089400"/>
              <a:gd name="connsiteY167" fmla="*/ 2387600 h 2870200"/>
              <a:gd name="connsiteX168" fmla="*/ 3285066 w 4089400"/>
              <a:gd name="connsiteY168" fmla="*/ 2497667 h 2870200"/>
              <a:gd name="connsiteX169" fmla="*/ 3302000 w 4089400"/>
              <a:gd name="connsiteY169" fmla="*/ 2531534 h 2870200"/>
              <a:gd name="connsiteX170" fmla="*/ 3318933 w 4089400"/>
              <a:gd name="connsiteY170" fmla="*/ 2599267 h 2870200"/>
              <a:gd name="connsiteX171" fmla="*/ 3344333 w 4089400"/>
              <a:gd name="connsiteY171" fmla="*/ 2667000 h 2870200"/>
              <a:gd name="connsiteX172" fmla="*/ 3386666 w 4089400"/>
              <a:gd name="connsiteY172" fmla="*/ 2810934 h 2870200"/>
              <a:gd name="connsiteX173" fmla="*/ 3412066 w 4089400"/>
              <a:gd name="connsiteY173" fmla="*/ 2870200 h 2870200"/>
              <a:gd name="connsiteX174" fmla="*/ 3437466 w 4089400"/>
              <a:gd name="connsiteY174" fmla="*/ 1828800 h 2870200"/>
              <a:gd name="connsiteX175" fmla="*/ 3436968 w 4089400"/>
              <a:gd name="connsiteY175" fmla="*/ 2090271 h 2870200"/>
              <a:gd name="connsiteX176" fmla="*/ 3462866 w 4089400"/>
              <a:gd name="connsiteY176" fmla="*/ 1735667 h 2870200"/>
              <a:gd name="connsiteX177" fmla="*/ 3488266 w 4089400"/>
              <a:gd name="connsiteY177" fmla="*/ 1651000 h 2870200"/>
              <a:gd name="connsiteX178" fmla="*/ 3496733 w 4089400"/>
              <a:gd name="connsiteY178" fmla="*/ 1701800 h 2870200"/>
              <a:gd name="connsiteX179" fmla="*/ 3500717 w 4089400"/>
              <a:gd name="connsiteY179" fmla="*/ 1875118 h 2870200"/>
              <a:gd name="connsiteX180" fmla="*/ 3522133 w 4089400"/>
              <a:gd name="connsiteY180" fmla="*/ 1752600 h 2870200"/>
              <a:gd name="connsiteX181" fmla="*/ 3530600 w 4089400"/>
              <a:gd name="connsiteY181" fmla="*/ 1693334 h 2870200"/>
              <a:gd name="connsiteX182" fmla="*/ 3572933 w 4089400"/>
              <a:gd name="connsiteY182" fmla="*/ 1608667 h 2870200"/>
              <a:gd name="connsiteX183" fmla="*/ 3589866 w 4089400"/>
              <a:gd name="connsiteY183" fmla="*/ 1566334 h 2870200"/>
              <a:gd name="connsiteX184" fmla="*/ 3632200 w 4089400"/>
              <a:gd name="connsiteY184" fmla="*/ 1464734 h 2870200"/>
              <a:gd name="connsiteX185" fmla="*/ 3636184 w 4089400"/>
              <a:gd name="connsiteY185" fmla="*/ 1373094 h 2870200"/>
              <a:gd name="connsiteX186" fmla="*/ 3657600 w 4089400"/>
              <a:gd name="connsiteY186" fmla="*/ 1363134 h 2870200"/>
              <a:gd name="connsiteX187" fmla="*/ 3674533 w 4089400"/>
              <a:gd name="connsiteY187" fmla="*/ 1320800 h 2870200"/>
              <a:gd name="connsiteX188" fmla="*/ 3669553 w 4089400"/>
              <a:gd name="connsiteY188" fmla="*/ 1151964 h 2870200"/>
              <a:gd name="connsiteX189" fmla="*/ 3716866 w 4089400"/>
              <a:gd name="connsiteY189" fmla="*/ 1227667 h 2870200"/>
              <a:gd name="connsiteX190" fmla="*/ 3725333 w 4089400"/>
              <a:gd name="connsiteY190" fmla="*/ 1176867 h 2870200"/>
              <a:gd name="connsiteX191" fmla="*/ 3742266 w 4089400"/>
              <a:gd name="connsiteY191" fmla="*/ 1126067 h 2870200"/>
              <a:gd name="connsiteX192" fmla="*/ 3750733 w 4089400"/>
              <a:gd name="connsiteY192" fmla="*/ 1058334 h 2870200"/>
              <a:gd name="connsiteX193" fmla="*/ 3759200 w 4089400"/>
              <a:gd name="connsiteY193" fmla="*/ 1270000 h 2870200"/>
              <a:gd name="connsiteX194" fmla="*/ 3788048 w 4089400"/>
              <a:gd name="connsiteY194" fmla="*/ 678606 h 2870200"/>
              <a:gd name="connsiteX195" fmla="*/ 3793066 w 4089400"/>
              <a:gd name="connsiteY195" fmla="*/ 558800 h 2870200"/>
              <a:gd name="connsiteX196" fmla="*/ 3810000 w 4089400"/>
              <a:gd name="connsiteY196" fmla="*/ 482600 h 2870200"/>
              <a:gd name="connsiteX197" fmla="*/ 3818466 w 4089400"/>
              <a:gd name="connsiteY197" fmla="*/ 533400 h 2870200"/>
              <a:gd name="connsiteX198" fmla="*/ 3835400 w 4089400"/>
              <a:gd name="connsiteY198" fmla="*/ 660400 h 2870200"/>
              <a:gd name="connsiteX199" fmla="*/ 3843866 w 4089400"/>
              <a:gd name="connsiteY199" fmla="*/ 702734 h 2870200"/>
              <a:gd name="connsiteX200" fmla="*/ 3860800 w 4089400"/>
              <a:gd name="connsiteY200" fmla="*/ 736600 h 2870200"/>
              <a:gd name="connsiteX201" fmla="*/ 3877733 w 4089400"/>
              <a:gd name="connsiteY201" fmla="*/ 702734 h 2870200"/>
              <a:gd name="connsiteX202" fmla="*/ 3937000 w 4089400"/>
              <a:gd name="connsiteY202" fmla="*/ 482600 h 2870200"/>
              <a:gd name="connsiteX203" fmla="*/ 3953933 w 4089400"/>
              <a:gd name="connsiteY203" fmla="*/ 457200 h 2870200"/>
              <a:gd name="connsiteX204" fmla="*/ 3979333 w 4089400"/>
              <a:gd name="connsiteY204" fmla="*/ 177800 h 2870200"/>
              <a:gd name="connsiteX205" fmla="*/ 4004733 w 4089400"/>
              <a:gd name="connsiteY205" fmla="*/ 135467 h 2870200"/>
              <a:gd name="connsiteX206" fmla="*/ 4013200 w 4089400"/>
              <a:gd name="connsiteY206" fmla="*/ 101600 h 2870200"/>
              <a:gd name="connsiteX207" fmla="*/ 4021666 w 4089400"/>
              <a:gd name="connsiteY207" fmla="*/ 76200 h 2870200"/>
              <a:gd name="connsiteX208" fmla="*/ 4030133 w 4089400"/>
              <a:gd name="connsiteY208" fmla="*/ 110067 h 2870200"/>
              <a:gd name="connsiteX209" fmla="*/ 4047066 w 4089400"/>
              <a:gd name="connsiteY209" fmla="*/ 160867 h 2870200"/>
              <a:gd name="connsiteX210" fmla="*/ 4089400 w 4089400"/>
              <a:gd name="connsiteY210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42333 w 4089400"/>
              <a:gd name="connsiteY2" fmla="*/ 567267 h 2870200"/>
              <a:gd name="connsiteX3" fmla="*/ 47892 w 4089400"/>
              <a:gd name="connsiteY3" fmla="*/ 828517 h 2870200"/>
              <a:gd name="connsiteX4" fmla="*/ 32533 w 4089400"/>
              <a:gd name="connsiteY4" fmla="*/ 1083293 h 2870200"/>
              <a:gd name="connsiteX5" fmla="*/ 30266 w 4089400"/>
              <a:gd name="connsiteY5" fmla="*/ 1212385 h 2870200"/>
              <a:gd name="connsiteX6" fmla="*/ 25400 w 4089400"/>
              <a:gd name="connsiteY6" fmla="*/ 1354667 h 2870200"/>
              <a:gd name="connsiteX7" fmla="*/ 33866 w 4089400"/>
              <a:gd name="connsiteY7" fmla="*/ 1329267 h 2870200"/>
              <a:gd name="connsiteX8" fmla="*/ 59266 w 4089400"/>
              <a:gd name="connsiteY8" fmla="*/ 1253067 h 2870200"/>
              <a:gd name="connsiteX9" fmla="*/ 76200 w 4089400"/>
              <a:gd name="connsiteY9" fmla="*/ 1202267 h 2870200"/>
              <a:gd name="connsiteX10" fmla="*/ 110066 w 4089400"/>
              <a:gd name="connsiteY10" fmla="*/ 1100667 h 2870200"/>
              <a:gd name="connsiteX11" fmla="*/ 135466 w 4089400"/>
              <a:gd name="connsiteY11" fmla="*/ 1032934 h 2870200"/>
              <a:gd name="connsiteX12" fmla="*/ 143933 w 4089400"/>
              <a:gd name="connsiteY12" fmla="*/ 999067 h 2870200"/>
              <a:gd name="connsiteX13" fmla="*/ 160866 w 4089400"/>
              <a:gd name="connsiteY13" fmla="*/ 948267 h 2870200"/>
              <a:gd name="connsiteX14" fmla="*/ 177800 w 4089400"/>
              <a:gd name="connsiteY14" fmla="*/ 1134534 h 2870200"/>
              <a:gd name="connsiteX15" fmla="*/ 194733 w 4089400"/>
              <a:gd name="connsiteY15" fmla="*/ 1464734 h 2870200"/>
              <a:gd name="connsiteX16" fmla="*/ 228600 w 4089400"/>
              <a:gd name="connsiteY16" fmla="*/ 1397000 h 2870200"/>
              <a:gd name="connsiteX17" fmla="*/ 254000 w 4089400"/>
              <a:gd name="connsiteY17" fmla="*/ 1363134 h 2870200"/>
              <a:gd name="connsiteX18" fmla="*/ 262466 w 4089400"/>
              <a:gd name="connsiteY18" fmla="*/ 1337734 h 2870200"/>
              <a:gd name="connsiteX19" fmla="*/ 279400 w 4089400"/>
              <a:gd name="connsiteY19" fmla="*/ 1371600 h 2870200"/>
              <a:gd name="connsiteX20" fmla="*/ 287866 w 4089400"/>
              <a:gd name="connsiteY20" fmla="*/ 2243667 h 2870200"/>
              <a:gd name="connsiteX21" fmla="*/ 313266 w 4089400"/>
              <a:gd name="connsiteY21" fmla="*/ 2201334 h 2870200"/>
              <a:gd name="connsiteX22" fmla="*/ 321733 w 4089400"/>
              <a:gd name="connsiteY22" fmla="*/ 2150534 h 2870200"/>
              <a:gd name="connsiteX23" fmla="*/ 346635 w 4089400"/>
              <a:gd name="connsiteY23" fmla="*/ 2376146 h 2870200"/>
              <a:gd name="connsiteX24" fmla="*/ 364066 w 4089400"/>
              <a:gd name="connsiteY24" fmla="*/ 2082800 h 2870200"/>
              <a:gd name="connsiteX25" fmla="*/ 389965 w 4089400"/>
              <a:gd name="connsiteY25" fmla="*/ 1792444 h 2870200"/>
              <a:gd name="connsiteX26" fmla="*/ 397933 w 4089400"/>
              <a:gd name="connsiteY26" fmla="*/ 2032000 h 2870200"/>
              <a:gd name="connsiteX27" fmla="*/ 423333 w 4089400"/>
              <a:gd name="connsiteY27" fmla="*/ 1998134 h 2870200"/>
              <a:gd name="connsiteX28" fmla="*/ 440266 w 4089400"/>
              <a:gd name="connsiteY28" fmla="*/ 1752600 h 2870200"/>
              <a:gd name="connsiteX29" fmla="*/ 465666 w 4089400"/>
              <a:gd name="connsiteY29" fmla="*/ 1651000 h 2870200"/>
              <a:gd name="connsiteX30" fmla="*/ 491066 w 4089400"/>
              <a:gd name="connsiteY30" fmla="*/ 1710267 h 2870200"/>
              <a:gd name="connsiteX31" fmla="*/ 499533 w 4089400"/>
              <a:gd name="connsiteY31" fmla="*/ 1851666 h 2870200"/>
              <a:gd name="connsiteX32" fmla="*/ 533400 w 4089400"/>
              <a:gd name="connsiteY32" fmla="*/ 1820334 h 2870200"/>
              <a:gd name="connsiteX33" fmla="*/ 558800 w 4089400"/>
              <a:gd name="connsiteY33" fmla="*/ 1938867 h 2870200"/>
              <a:gd name="connsiteX34" fmla="*/ 575733 w 4089400"/>
              <a:gd name="connsiteY34" fmla="*/ 1998134 h 2870200"/>
              <a:gd name="connsiteX35" fmla="*/ 592666 w 4089400"/>
              <a:gd name="connsiteY35" fmla="*/ 2023534 h 2870200"/>
              <a:gd name="connsiteX36" fmla="*/ 618066 w 4089400"/>
              <a:gd name="connsiteY36" fmla="*/ 1786467 h 2870200"/>
              <a:gd name="connsiteX37" fmla="*/ 626533 w 4089400"/>
              <a:gd name="connsiteY37" fmla="*/ 1744134 h 2870200"/>
              <a:gd name="connsiteX38" fmla="*/ 643466 w 4089400"/>
              <a:gd name="connsiteY38" fmla="*/ 1718734 h 2870200"/>
              <a:gd name="connsiteX39" fmla="*/ 660400 w 4089400"/>
              <a:gd name="connsiteY39" fmla="*/ 1617134 h 2870200"/>
              <a:gd name="connsiteX40" fmla="*/ 677333 w 4089400"/>
              <a:gd name="connsiteY40" fmla="*/ 1557867 h 2870200"/>
              <a:gd name="connsiteX41" fmla="*/ 685800 w 4089400"/>
              <a:gd name="connsiteY41" fmla="*/ 1524000 h 2870200"/>
              <a:gd name="connsiteX42" fmla="*/ 702733 w 4089400"/>
              <a:gd name="connsiteY42" fmla="*/ 1312334 h 2870200"/>
              <a:gd name="connsiteX43" fmla="*/ 719666 w 4089400"/>
              <a:gd name="connsiteY43" fmla="*/ 1380067 h 2870200"/>
              <a:gd name="connsiteX44" fmla="*/ 736600 w 4089400"/>
              <a:gd name="connsiteY44" fmla="*/ 1532467 h 2870200"/>
              <a:gd name="connsiteX45" fmla="*/ 753533 w 4089400"/>
              <a:gd name="connsiteY45" fmla="*/ 1566334 h 2870200"/>
              <a:gd name="connsiteX46" fmla="*/ 778933 w 4089400"/>
              <a:gd name="connsiteY46" fmla="*/ 1456267 h 2870200"/>
              <a:gd name="connsiteX47" fmla="*/ 795866 w 4089400"/>
              <a:gd name="connsiteY47" fmla="*/ 1430867 h 2870200"/>
              <a:gd name="connsiteX48" fmla="*/ 829733 w 4089400"/>
              <a:gd name="connsiteY48" fmla="*/ 1388534 h 2870200"/>
              <a:gd name="connsiteX49" fmla="*/ 838200 w 4089400"/>
              <a:gd name="connsiteY49" fmla="*/ 1498600 h 2870200"/>
              <a:gd name="connsiteX50" fmla="*/ 863600 w 4089400"/>
              <a:gd name="connsiteY50" fmla="*/ 1811867 h 2870200"/>
              <a:gd name="connsiteX51" fmla="*/ 872066 w 4089400"/>
              <a:gd name="connsiteY51" fmla="*/ 1642534 h 2870200"/>
              <a:gd name="connsiteX52" fmla="*/ 897466 w 4089400"/>
              <a:gd name="connsiteY52" fmla="*/ 1583267 h 2870200"/>
              <a:gd name="connsiteX53" fmla="*/ 905933 w 4089400"/>
              <a:gd name="connsiteY53" fmla="*/ 1557867 h 2870200"/>
              <a:gd name="connsiteX54" fmla="*/ 914400 w 4089400"/>
              <a:gd name="connsiteY54" fmla="*/ 2006600 h 2870200"/>
              <a:gd name="connsiteX55" fmla="*/ 939800 w 4089400"/>
              <a:gd name="connsiteY55" fmla="*/ 2116667 h 2870200"/>
              <a:gd name="connsiteX56" fmla="*/ 948266 w 4089400"/>
              <a:gd name="connsiteY56" fmla="*/ 1948424 h 2870200"/>
              <a:gd name="connsiteX57" fmla="*/ 965200 w 4089400"/>
              <a:gd name="connsiteY57" fmla="*/ 1794934 h 2870200"/>
              <a:gd name="connsiteX58" fmla="*/ 973666 w 4089400"/>
              <a:gd name="connsiteY58" fmla="*/ 1761067 h 2870200"/>
              <a:gd name="connsiteX59" fmla="*/ 990600 w 4089400"/>
              <a:gd name="connsiteY59" fmla="*/ 1871134 h 2870200"/>
              <a:gd name="connsiteX60" fmla="*/ 1007533 w 4089400"/>
              <a:gd name="connsiteY60" fmla="*/ 1947334 h 2870200"/>
              <a:gd name="connsiteX61" fmla="*/ 1024466 w 4089400"/>
              <a:gd name="connsiteY61" fmla="*/ 2040467 h 2870200"/>
              <a:gd name="connsiteX62" fmla="*/ 1049866 w 4089400"/>
              <a:gd name="connsiteY62" fmla="*/ 2108200 h 2870200"/>
              <a:gd name="connsiteX63" fmla="*/ 1058333 w 4089400"/>
              <a:gd name="connsiteY63" fmla="*/ 2150534 h 2870200"/>
              <a:gd name="connsiteX64" fmla="*/ 1100666 w 4089400"/>
              <a:gd name="connsiteY64" fmla="*/ 2209800 h 2870200"/>
              <a:gd name="connsiteX65" fmla="*/ 1109133 w 4089400"/>
              <a:gd name="connsiteY65" fmla="*/ 2108200 h 2870200"/>
              <a:gd name="connsiteX66" fmla="*/ 1159933 w 4089400"/>
              <a:gd name="connsiteY66" fmla="*/ 1989667 h 2870200"/>
              <a:gd name="connsiteX67" fmla="*/ 1210733 w 4089400"/>
              <a:gd name="connsiteY67" fmla="*/ 1913467 h 2870200"/>
              <a:gd name="connsiteX68" fmla="*/ 1219200 w 4089400"/>
              <a:gd name="connsiteY68" fmla="*/ 2167467 h 2870200"/>
              <a:gd name="connsiteX69" fmla="*/ 1236133 w 4089400"/>
              <a:gd name="connsiteY69" fmla="*/ 2082800 h 2870200"/>
              <a:gd name="connsiteX70" fmla="*/ 1244600 w 4089400"/>
              <a:gd name="connsiteY70" fmla="*/ 2015067 h 2870200"/>
              <a:gd name="connsiteX71" fmla="*/ 1286933 w 4089400"/>
              <a:gd name="connsiteY71" fmla="*/ 1854200 h 2870200"/>
              <a:gd name="connsiteX72" fmla="*/ 1295400 w 4089400"/>
              <a:gd name="connsiteY72" fmla="*/ 1803400 h 2870200"/>
              <a:gd name="connsiteX73" fmla="*/ 1320800 w 4089400"/>
              <a:gd name="connsiteY73" fmla="*/ 1701800 h 2870200"/>
              <a:gd name="connsiteX74" fmla="*/ 1346200 w 4089400"/>
              <a:gd name="connsiteY74" fmla="*/ 1718734 h 2870200"/>
              <a:gd name="connsiteX75" fmla="*/ 1354666 w 4089400"/>
              <a:gd name="connsiteY75" fmla="*/ 1744134 h 2870200"/>
              <a:gd name="connsiteX76" fmla="*/ 1380066 w 4089400"/>
              <a:gd name="connsiteY76" fmla="*/ 1828800 h 2870200"/>
              <a:gd name="connsiteX77" fmla="*/ 1397000 w 4089400"/>
              <a:gd name="connsiteY77" fmla="*/ 1879600 h 2870200"/>
              <a:gd name="connsiteX78" fmla="*/ 1405466 w 4089400"/>
              <a:gd name="connsiteY78" fmla="*/ 1913467 h 2870200"/>
              <a:gd name="connsiteX79" fmla="*/ 1430866 w 4089400"/>
              <a:gd name="connsiteY79" fmla="*/ 1947334 h 2870200"/>
              <a:gd name="connsiteX80" fmla="*/ 1447800 w 4089400"/>
              <a:gd name="connsiteY80" fmla="*/ 1938867 h 2870200"/>
              <a:gd name="connsiteX81" fmla="*/ 1490133 w 4089400"/>
              <a:gd name="connsiteY81" fmla="*/ 1803400 h 2870200"/>
              <a:gd name="connsiteX82" fmla="*/ 1549400 w 4089400"/>
              <a:gd name="connsiteY82" fmla="*/ 1651000 h 2870200"/>
              <a:gd name="connsiteX83" fmla="*/ 1557866 w 4089400"/>
              <a:gd name="connsiteY83" fmla="*/ 1591734 h 2870200"/>
              <a:gd name="connsiteX84" fmla="*/ 1574800 w 4089400"/>
              <a:gd name="connsiteY84" fmla="*/ 1566334 h 2870200"/>
              <a:gd name="connsiteX85" fmla="*/ 1583266 w 4089400"/>
              <a:gd name="connsiteY85" fmla="*/ 1524000 h 2870200"/>
              <a:gd name="connsiteX86" fmla="*/ 1591733 w 4089400"/>
              <a:gd name="connsiteY86" fmla="*/ 1498600 h 2870200"/>
              <a:gd name="connsiteX87" fmla="*/ 1608666 w 4089400"/>
              <a:gd name="connsiteY87" fmla="*/ 1524000 h 2870200"/>
              <a:gd name="connsiteX88" fmla="*/ 1634066 w 4089400"/>
              <a:gd name="connsiteY88" fmla="*/ 1490134 h 2870200"/>
              <a:gd name="connsiteX89" fmla="*/ 1659466 w 4089400"/>
              <a:gd name="connsiteY89" fmla="*/ 1388534 h 2870200"/>
              <a:gd name="connsiteX90" fmla="*/ 1718733 w 4089400"/>
              <a:gd name="connsiteY90" fmla="*/ 1286934 h 2870200"/>
              <a:gd name="connsiteX91" fmla="*/ 1769533 w 4089400"/>
              <a:gd name="connsiteY91" fmla="*/ 1176867 h 2870200"/>
              <a:gd name="connsiteX92" fmla="*/ 1794933 w 4089400"/>
              <a:gd name="connsiteY92" fmla="*/ 1202267 h 2870200"/>
              <a:gd name="connsiteX93" fmla="*/ 1803400 w 4089400"/>
              <a:gd name="connsiteY93" fmla="*/ 1227667 h 2870200"/>
              <a:gd name="connsiteX94" fmla="*/ 1820333 w 4089400"/>
              <a:gd name="connsiteY94" fmla="*/ 1261534 h 2870200"/>
              <a:gd name="connsiteX95" fmla="*/ 1862666 w 4089400"/>
              <a:gd name="connsiteY95" fmla="*/ 1422400 h 2870200"/>
              <a:gd name="connsiteX96" fmla="*/ 1913466 w 4089400"/>
              <a:gd name="connsiteY96" fmla="*/ 1600200 h 2870200"/>
              <a:gd name="connsiteX97" fmla="*/ 1964266 w 4089400"/>
              <a:gd name="connsiteY97" fmla="*/ 1744134 h 2870200"/>
              <a:gd name="connsiteX98" fmla="*/ 1981200 w 4089400"/>
              <a:gd name="connsiteY98" fmla="*/ 1498600 h 2870200"/>
              <a:gd name="connsiteX99" fmla="*/ 1998133 w 4089400"/>
              <a:gd name="connsiteY99" fmla="*/ 1464734 h 2870200"/>
              <a:gd name="connsiteX100" fmla="*/ 2006600 w 4089400"/>
              <a:gd name="connsiteY100" fmla="*/ 1439334 h 2870200"/>
              <a:gd name="connsiteX101" fmla="*/ 2057400 w 4089400"/>
              <a:gd name="connsiteY101" fmla="*/ 2032000 h 2870200"/>
              <a:gd name="connsiteX102" fmla="*/ 2065866 w 4089400"/>
              <a:gd name="connsiteY102" fmla="*/ 2150534 h 2870200"/>
              <a:gd name="connsiteX103" fmla="*/ 2074333 w 4089400"/>
              <a:gd name="connsiteY103" fmla="*/ 2489200 h 2870200"/>
              <a:gd name="connsiteX104" fmla="*/ 2108200 w 4089400"/>
              <a:gd name="connsiteY104" fmla="*/ 2421467 h 2870200"/>
              <a:gd name="connsiteX105" fmla="*/ 2150533 w 4089400"/>
              <a:gd name="connsiteY105" fmla="*/ 2319867 h 2870200"/>
              <a:gd name="connsiteX106" fmla="*/ 2175933 w 4089400"/>
              <a:gd name="connsiteY106" fmla="*/ 2286000 h 2870200"/>
              <a:gd name="connsiteX107" fmla="*/ 2209800 w 4089400"/>
              <a:gd name="connsiteY107" fmla="*/ 2235200 h 2870200"/>
              <a:gd name="connsiteX108" fmla="*/ 2226733 w 4089400"/>
              <a:gd name="connsiteY108" fmla="*/ 2514600 h 2870200"/>
              <a:gd name="connsiteX109" fmla="*/ 2252133 w 4089400"/>
              <a:gd name="connsiteY109" fmla="*/ 2565400 h 2870200"/>
              <a:gd name="connsiteX110" fmla="*/ 2260600 w 4089400"/>
              <a:gd name="connsiteY110" fmla="*/ 2489200 h 2870200"/>
              <a:gd name="connsiteX111" fmla="*/ 2277533 w 4089400"/>
              <a:gd name="connsiteY111" fmla="*/ 2421467 h 2870200"/>
              <a:gd name="connsiteX112" fmla="*/ 2286000 w 4089400"/>
              <a:gd name="connsiteY112" fmla="*/ 1718734 h 2870200"/>
              <a:gd name="connsiteX113" fmla="*/ 2311400 w 4089400"/>
              <a:gd name="connsiteY113" fmla="*/ 1811867 h 2870200"/>
              <a:gd name="connsiteX114" fmla="*/ 2336800 w 4089400"/>
              <a:gd name="connsiteY114" fmla="*/ 1871134 h 2870200"/>
              <a:gd name="connsiteX115" fmla="*/ 2362200 w 4089400"/>
              <a:gd name="connsiteY115" fmla="*/ 1938867 h 2870200"/>
              <a:gd name="connsiteX116" fmla="*/ 2370666 w 4089400"/>
              <a:gd name="connsiteY116" fmla="*/ 1972734 h 2870200"/>
              <a:gd name="connsiteX117" fmla="*/ 2379133 w 4089400"/>
              <a:gd name="connsiteY117" fmla="*/ 1574800 h 2870200"/>
              <a:gd name="connsiteX118" fmla="*/ 2404533 w 4089400"/>
              <a:gd name="connsiteY118" fmla="*/ 1236134 h 2870200"/>
              <a:gd name="connsiteX119" fmla="*/ 2421466 w 4089400"/>
              <a:gd name="connsiteY119" fmla="*/ 1092200 h 2870200"/>
              <a:gd name="connsiteX120" fmla="*/ 2429933 w 4089400"/>
              <a:gd name="connsiteY120" fmla="*/ 1066800 h 2870200"/>
              <a:gd name="connsiteX121" fmla="*/ 2438400 w 4089400"/>
              <a:gd name="connsiteY121" fmla="*/ 1092200 h 2870200"/>
              <a:gd name="connsiteX122" fmla="*/ 2455333 w 4089400"/>
              <a:gd name="connsiteY122" fmla="*/ 1117600 h 2870200"/>
              <a:gd name="connsiteX123" fmla="*/ 2463800 w 4089400"/>
              <a:gd name="connsiteY123" fmla="*/ 1227667 h 2870200"/>
              <a:gd name="connsiteX124" fmla="*/ 2489200 w 4089400"/>
              <a:gd name="connsiteY124" fmla="*/ 753534 h 2870200"/>
              <a:gd name="connsiteX125" fmla="*/ 2506133 w 4089400"/>
              <a:gd name="connsiteY125" fmla="*/ 685800 h 2870200"/>
              <a:gd name="connsiteX126" fmla="*/ 2514600 w 4089400"/>
              <a:gd name="connsiteY126" fmla="*/ 609600 h 2870200"/>
              <a:gd name="connsiteX127" fmla="*/ 2523066 w 4089400"/>
              <a:gd name="connsiteY127" fmla="*/ 558800 h 2870200"/>
              <a:gd name="connsiteX128" fmla="*/ 2540000 w 4089400"/>
              <a:gd name="connsiteY128" fmla="*/ 584200 h 2870200"/>
              <a:gd name="connsiteX129" fmla="*/ 2548466 w 4089400"/>
              <a:gd name="connsiteY129" fmla="*/ 778934 h 2870200"/>
              <a:gd name="connsiteX130" fmla="*/ 2590800 w 4089400"/>
              <a:gd name="connsiteY130" fmla="*/ 914400 h 2870200"/>
              <a:gd name="connsiteX131" fmla="*/ 2607733 w 4089400"/>
              <a:gd name="connsiteY131" fmla="*/ 973667 h 2870200"/>
              <a:gd name="connsiteX132" fmla="*/ 2624666 w 4089400"/>
              <a:gd name="connsiteY132" fmla="*/ 812800 h 2870200"/>
              <a:gd name="connsiteX133" fmla="*/ 2641600 w 4089400"/>
              <a:gd name="connsiteY133" fmla="*/ 694267 h 2870200"/>
              <a:gd name="connsiteX134" fmla="*/ 2667000 w 4089400"/>
              <a:gd name="connsiteY134" fmla="*/ 558800 h 2870200"/>
              <a:gd name="connsiteX135" fmla="*/ 2692400 w 4089400"/>
              <a:gd name="connsiteY135" fmla="*/ 321734 h 2870200"/>
              <a:gd name="connsiteX136" fmla="*/ 2709333 w 4089400"/>
              <a:gd name="connsiteY136" fmla="*/ 1058334 h 2870200"/>
              <a:gd name="connsiteX137" fmla="*/ 2735730 w 4089400"/>
              <a:gd name="connsiteY137" fmla="*/ 1023969 h 2870200"/>
              <a:gd name="connsiteX138" fmla="*/ 2785533 w 4089400"/>
              <a:gd name="connsiteY138" fmla="*/ 905934 h 2870200"/>
              <a:gd name="connsiteX139" fmla="*/ 2819400 w 4089400"/>
              <a:gd name="connsiteY139" fmla="*/ 855134 h 2870200"/>
              <a:gd name="connsiteX140" fmla="*/ 2844800 w 4089400"/>
              <a:gd name="connsiteY140" fmla="*/ 1422400 h 2870200"/>
              <a:gd name="connsiteX141" fmla="*/ 2853266 w 4089400"/>
              <a:gd name="connsiteY141" fmla="*/ 1388534 h 2870200"/>
              <a:gd name="connsiteX142" fmla="*/ 2870200 w 4089400"/>
              <a:gd name="connsiteY142" fmla="*/ 1363134 h 2870200"/>
              <a:gd name="connsiteX143" fmla="*/ 2895600 w 4089400"/>
              <a:gd name="connsiteY143" fmla="*/ 1278467 h 2870200"/>
              <a:gd name="connsiteX144" fmla="*/ 2912533 w 4089400"/>
              <a:gd name="connsiteY144" fmla="*/ 1320800 h 2870200"/>
              <a:gd name="connsiteX145" fmla="*/ 2929466 w 4089400"/>
              <a:gd name="connsiteY145" fmla="*/ 1388534 h 2870200"/>
              <a:gd name="connsiteX146" fmla="*/ 2946400 w 4089400"/>
              <a:gd name="connsiteY146" fmla="*/ 1422400 h 2870200"/>
              <a:gd name="connsiteX147" fmla="*/ 2988733 w 4089400"/>
              <a:gd name="connsiteY147" fmla="*/ 1540934 h 2870200"/>
              <a:gd name="connsiteX148" fmla="*/ 3005666 w 4089400"/>
              <a:gd name="connsiteY148" fmla="*/ 1566334 h 2870200"/>
              <a:gd name="connsiteX149" fmla="*/ 3039533 w 4089400"/>
              <a:gd name="connsiteY149" fmla="*/ 1718734 h 2870200"/>
              <a:gd name="connsiteX150" fmla="*/ 3064933 w 4089400"/>
              <a:gd name="connsiteY150" fmla="*/ 1761067 h 2870200"/>
              <a:gd name="connsiteX151" fmla="*/ 3098800 w 4089400"/>
              <a:gd name="connsiteY151" fmla="*/ 1879600 h 2870200"/>
              <a:gd name="connsiteX152" fmla="*/ 3090333 w 4089400"/>
              <a:gd name="connsiteY152" fmla="*/ 1913467 h 2870200"/>
              <a:gd name="connsiteX153" fmla="*/ 3102783 w 4089400"/>
              <a:gd name="connsiteY153" fmla="*/ 1901016 h 2870200"/>
              <a:gd name="connsiteX154" fmla="*/ 3081866 w 4089400"/>
              <a:gd name="connsiteY154" fmla="*/ 1888067 h 2870200"/>
              <a:gd name="connsiteX155" fmla="*/ 3107266 w 4089400"/>
              <a:gd name="connsiteY155" fmla="*/ 1871134 h 2870200"/>
              <a:gd name="connsiteX156" fmla="*/ 3115733 w 4089400"/>
              <a:gd name="connsiteY156" fmla="*/ 1769534 h 2870200"/>
              <a:gd name="connsiteX157" fmla="*/ 3132666 w 4089400"/>
              <a:gd name="connsiteY157" fmla="*/ 1710267 h 2870200"/>
              <a:gd name="connsiteX158" fmla="*/ 3141133 w 4089400"/>
              <a:gd name="connsiteY158" fmla="*/ 1684867 h 2870200"/>
              <a:gd name="connsiteX159" fmla="*/ 3166533 w 4089400"/>
              <a:gd name="connsiteY159" fmla="*/ 1676400 h 2870200"/>
              <a:gd name="connsiteX160" fmla="*/ 3175000 w 4089400"/>
              <a:gd name="connsiteY160" fmla="*/ 2006600 h 2870200"/>
              <a:gd name="connsiteX161" fmla="*/ 3183466 w 4089400"/>
              <a:gd name="connsiteY161" fmla="*/ 2048934 h 2870200"/>
              <a:gd name="connsiteX162" fmla="*/ 3191933 w 4089400"/>
              <a:gd name="connsiteY162" fmla="*/ 2099734 h 2870200"/>
              <a:gd name="connsiteX163" fmla="*/ 3208866 w 4089400"/>
              <a:gd name="connsiteY163" fmla="*/ 2048934 h 2870200"/>
              <a:gd name="connsiteX164" fmla="*/ 3217333 w 4089400"/>
              <a:gd name="connsiteY164" fmla="*/ 1998134 h 2870200"/>
              <a:gd name="connsiteX165" fmla="*/ 3251200 w 4089400"/>
              <a:gd name="connsiteY165" fmla="*/ 2353734 h 2870200"/>
              <a:gd name="connsiteX166" fmla="*/ 3276600 w 4089400"/>
              <a:gd name="connsiteY166" fmla="*/ 2387600 h 2870200"/>
              <a:gd name="connsiteX167" fmla="*/ 3285066 w 4089400"/>
              <a:gd name="connsiteY167" fmla="*/ 2497667 h 2870200"/>
              <a:gd name="connsiteX168" fmla="*/ 3302000 w 4089400"/>
              <a:gd name="connsiteY168" fmla="*/ 2531534 h 2870200"/>
              <a:gd name="connsiteX169" fmla="*/ 3318933 w 4089400"/>
              <a:gd name="connsiteY169" fmla="*/ 2599267 h 2870200"/>
              <a:gd name="connsiteX170" fmla="*/ 3344333 w 4089400"/>
              <a:gd name="connsiteY170" fmla="*/ 2667000 h 2870200"/>
              <a:gd name="connsiteX171" fmla="*/ 3386666 w 4089400"/>
              <a:gd name="connsiteY171" fmla="*/ 2810934 h 2870200"/>
              <a:gd name="connsiteX172" fmla="*/ 3412066 w 4089400"/>
              <a:gd name="connsiteY172" fmla="*/ 2870200 h 2870200"/>
              <a:gd name="connsiteX173" fmla="*/ 3437466 w 4089400"/>
              <a:gd name="connsiteY173" fmla="*/ 1828800 h 2870200"/>
              <a:gd name="connsiteX174" fmla="*/ 3436968 w 4089400"/>
              <a:gd name="connsiteY174" fmla="*/ 2090271 h 2870200"/>
              <a:gd name="connsiteX175" fmla="*/ 3462866 w 4089400"/>
              <a:gd name="connsiteY175" fmla="*/ 1735667 h 2870200"/>
              <a:gd name="connsiteX176" fmla="*/ 3488266 w 4089400"/>
              <a:gd name="connsiteY176" fmla="*/ 1651000 h 2870200"/>
              <a:gd name="connsiteX177" fmla="*/ 3496733 w 4089400"/>
              <a:gd name="connsiteY177" fmla="*/ 1701800 h 2870200"/>
              <a:gd name="connsiteX178" fmla="*/ 3500717 w 4089400"/>
              <a:gd name="connsiteY178" fmla="*/ 1875118 h 2870200"/>
              <a:gd name="connsiteX179" fmla="*/ 3522133 w 4089400"/>
              <a:gd name="connsiteY179" fmla="*/ 1752600 h 2870200"/>
              <a:gd name="connsiteX180" fmla="*/ 3530600 w 4089400"/>
              <a:gd name="connsiteY180" fmla="*/ 1693334 h 2870200"/>
              <a:gd name="connsiteX181" fmla="*/ 3572933 w 4089400"/>
              <a:gd name="connsiteY181" fmla="*/ 1608667 h 2870200"/>
              <a:gd name="connsiteX182" fmla="*/ 3589866 w 4089400"/>
              <a:gd name="connsiteY182" fmla="*/ 1566334 h 2870200"/>
              <a:gd name="connsiteX183" fmla="*/ 3632200 w 4089400"/>
              <a:gd name="connsiteY183" fmla="*/ 1464734 h 2870200"/>
              <a:gd name="connsiteX184" fmla="*/ 3636184 w 4089400"/>
              <a:gd name="connsiteY184" fmla="*/ 1373094 h 2870200"/>
              <a:gd name="connsiteX185" fmla="*/ 3657600 w 4089400"/>
              <a:gd name="connsiteY185" fmla="*/ 1363134 h 2870200"/>
              <a:gd name="connsiteX186" fmla="*/ 3674533 w 4089400"/>
              <a:gd name="connsiteY186" fmla="*/ 1320800 h 2870200"/>
              <a:gd name="connsiteX187" fmla="*/ 3669553 w 4089400"/>
              <a:gd name="connsiteY187" fmla="*/ 1151964 h 2870200"/>
              <a:gd name="connsiteX188" fmla="*/ 3716866 w 4089400"/>
              <a:gd name="connsiteY188" fmla="*/ 1227667 h 2870200"/>
              <a:gd name="connsiteX189" fmla="*/ 3725333 w 4089400"/>
              <a:gd name="connsiteY189" fmla="*/ 1176867 h 2870200"/>
              <a:gd name="connsiteX190" fmla="*/ 3742266 w 4089400"/>
              <a:gd name="connsiteY190" fmla="*/ 1126067 h 2870200"/>
              <a:gd name="connsiteX191" fmla="*/ 3750733 w 4089400"/>
              <a:gd name="connsiteY191" fmla="*/ 1058334 h 2870200"/>
              <a:gd name="connsiteX192" fmla="*/ 3759200 w 4089400"/>
              <a:gd name="connsiteY192" fmla="*/ 1270000 h 2870200"/>
              <a:gd name="connsiteX193" fmla="*/ 3788048 w 4089400"/>
              <a:gd name="connsiteY193" fmla="*/ 678606 h 2870200"/>
              <a:gd name="connsiteX194" fmla="*/ 3793066 w 4089400"/>
              <a:gd name="connsiteY194" fmla="*/ 558800 h 2870200"/>
              <a:gd name="connsiteX195" fmla="*/ 3810000 w 4089400"/>
              <a:gd name="connsiteY195" fmla="*/ 482600 h 2870200"/>
              <a:gd name="connsiteX196" fmla="*/ 3818466 w 4089400"/>
              <a:gd name="connsiteY196" fmla="*/ 533400 h 2870200"/>
              <a:gd name="connsiteX197" fmla="*/ 3835400 w 4089400"/>
              <a:gd name="connsiteY197" fmla="*/ 660400 h 2870200"/>
              <a:gd name="connsiteX198" fmla="*/ 3843866 w 4089400"/>
              <a:gd name="connsiteY198" fmla="*/ 702734 h 2870200"/>
              <a:gd name="connsiteX199" fmla="*/ 3860800 w 4089400"/>
              <a:gd name="connsiteY199" fmla="*/ 736600 h 2870200"/>
              <a:gd name="connsiteX200" fmla="*/ 3877733 w 4089400"/>
              <a:gd name="connsiteY200" fmla="*/ 702734 h 2870200"/>
              <a:gd name="connsiteX201" fmla="*/ 3937000 w 4089400"/>
              <a:gd name="connsiteY201" fmla="*/ 482600 h 2870200"/>
              <a:gd name="connsiteX202" fmla="*/ 3953933 w 4089400"/>
              <a:gd name="connsiteY202" fmla="*/ 457200 h 2870200"/>
              <a:gd name="connsiteX203" fmla="*/ 3979333 w 4089400"/>
              <a:gd name="connsiteY203" fmla="*/ 177800 h 2870200"/>
              <a:gd name="connsiteX204" fmla="*/ 4004733 w 4089400"/>
              <a:gd name="connsiteY204" fmla="*/ 135467 h 2870200"/>
              <a:gd name="connsiteX205" fmla="*/ 4013200 w 4089400"/>
              <a:gd name="connsiteY205" fmla="*/ 101600 h 2870200"/>
              <a:gd name="connsiteX206" fmla="*/ 4021666 w 4089400"/>
              <a:gd name="connsiteY206" fmla="*/ 76200 h 2870200"/>
              <a:gd name="connsiteX207" fmla="*/ 4030133 w 4089400"/>
              <a:gd name="connsiteY207" fmla="*/ 110067 h 2870200"/>
              <a:gd name="connsiteX208" fmla="*/ 4047066 w 4089400"/>
              <a:gd name="connsiteY208" fmla="*/ 160867 h 2870200"/>
              <a:gd name="connsiteX209" fmla="*/ 4089400 w 4089400"/>
              <a:gd name="connsiteY209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42333 w 4089400"/>
              <a:gd name="connsiteY2" fmla="*/ 567267 h 2870200"/>
              <a:gd name="connsiteX3" fmla="*/ 47892 w 4089400"/>
              <a:gd name="connsiteY3" fmla="*/ 828517 h 2870200"/>
              <a:gd name="connsiteX4" fmla="*/ 32533 w 4089400"/>
              <a:gd name="connsiteY4" fmla="*/ 1083293 h 2870200"/>
              <a:gd name="connsiteX5" fmla="*/ 30266 w 4089400"/>
              <a:gd name="connsiteY5" fmla="*/ 1212385 h 2870200"/>
              <a:gd name="connsiteX6" fmla="*/ 25400 w 4089400"/>
              <a:gd name="connsiteY6" fmla="*/ 1354667 h 2870200"/>
              <a:gd name="connsiteX7" fmla="*/ 33866 w 4089400"/>
              <a:gd name="connsiteY7" fmla="*/ 1329267 h 2870200"/>
              <a:gd name="connsiteX8" fmla="*/ 59266 w 4089400"/>
              <a:gd name="connsiteY8" fmla="*/ 1253067 h 2870200"/>
              <a:gd name="connsiteX9" fmla="*/ 76200 w 4089400"/>
              <a:gd name="connsiteY9" fmla="*/ 1202267 h 2870200"/>
              <a:gd name="connsiteX10" fmla="*/ 110066 w 4089400"/>
              <a:gd name="connsiteY10" fmla="*/ 1100667 h 2870200"/>
              <a:gd name="connsiteX11" fmla="*/ 143933 w 4089400"/>
              <a:gd name="connsiteY11" fmla="*/ 999067 h 2870200"/>
              <a:gd name="connsiteX12" fmla="*/ 160866 w 4089400"/>
              <a:gd name="connsiteY12" fmla="*/ 948267 h 2870200"/>
              <a:gd name="connsiteX13" fmla="*/ 177800 w 4089400"/>
              <a:gd name="connsiteY13" fmla="*/ 1134534 h 2870200"/>
              <a:gd name="connsiteX14" fmla="*/ 194733 w 4089400"/>
              <a:gd name="connsiteY14" fmla="*/ 1464734 h 2870200"/>
              <a:gd name="connsiteX15" fmla="*/ 228600 w 4089400"/>
              <a:gd name="connsiteY15" fmla="*/ 1397000 h 2870200"/>
              <a:gd name="connsiteX16" fmla="*/ 254000 w 4089400"/>
              <a:gd name="connsiteY16" fmla="*/ 1363134 h 2870200"/>
              <a:gd name="connsiteX17" fmla="*/ 262466 w 4089400"/>
              <a:gd name="connsiteY17" fmla="*/ 1337734 h 2870200"/>
              <a:gd name="connsiteX18" fmla="*/ 279400 w 4089400"/>
              <a:gd name="connsiteY18" fmla="*/ 1371600 h 2870200"/>
              <a:gd name="connsiteX19" fmla="*/ 287866 w 4089400"/>
              <a:gd name="connsiteY19" fmla="*/ 2243667 h 2870200"/>
              <a:gd name="connsiteX20" fmla="*/ 313266 w 4089400"/>
              <a:gd name="connsiteY20" fmla="*/ 2201334 h 2870200"/>
              <a:gd name="connsiteX21" fmla="*/ 321733 w 4089400"/>
              <a:gd name="connsiteY21" fmla="*/ 2150534 h 2870200"/>
              <a:gd name="connsiteX22" fmla="*/ 346635 w 4089400"/>
              <a:gd name="connsiteY22" fmla="*/ 2376146 h 2870200"/>
              <a:gd name="connsiteX23" fmla="*/ 364066 w 4089400"/>
              <a:gd name="connsiteY23" fmla="*/ 2082800 h 2870200"/>
              <a:gd name="connsiteX24" fmla="*/ 389965 w 4089400"/>
              <a:gd name="connsiteY24" fmla="*/ 1792444 h 2870200"/>
              <a:gd name="connsiteX25" fmla="*/ 397933 w 4089400"/>
              <a:gd name="connsiteY25" fmla="*/ 2032000 h 2870200"/>
              <a:gd name="connsiteX26" fmla="*/ 423333 w 4089400"/>
              <a:gd name="connsiteY26" fmla="*/ 1998134 h 2870200"/>
              <a:gd name="connsiteX27" fmla="*/ 440266 w 4089400"/>
              <a:gd name="connsiteY27" fmla="*/ 1752600 h 2870200"/>
              <a:gd name="connsiteX28" fmla="*/ 465666 w 4089400"/>
              <a:gd name="connsiteY28" fmla="*/ 1651000 h 2870200"/>
              <a:gd name="connsiteX29" fmla="*/ 491066 w 4089400"/>
              <a:gd name="connsiteY29" fmla="*/ 1710267 h 2870200"/>
              <a:gd name="connsiteX30" fmla="*/ 499533 w 4089400"/>
              <a:gd name="connsiteY30" fmla="*/ 1851666 h 2870200"/>
              <a:gd name="connsiteX31" fmla="*/ 533400 w 4089400"/>
              <a:gd name="connsiteY31" fmla="*/ 1820334 h 2870200"/>
              <a:gd name="connsiteX32" fmla="*/ 558800 w 4089400"/>
              <a:gd name="connsiteY32" fmla="*/ 1938867 h 2870200"/>
              <a:gd name="connsiteX33" fmla="*/ 575733 w 4089400"/>
              <a:gd name="connsiteY33" fmla="*/ 1998134 h 2870200"/>
              <a:gd name="connsiteX34" fmla="*/ 592666 w 4089400"/>
              <a:gd name="connsiteY34" fmla="*/ 2023534 h 2870200"/>
              <a:gd name="connsiteX35" fmla="*/ 618066 w 4089400"/>
              <a:gd name="connsiteY35" fmla="*/ 1786467 h 2870200"/>
              <a:gd name="connsiteX36" fmla="*/ 626533 w 4089400"/>
              <a:gd name="connsiteY36" fmla="*/ 1744134 h 2870200"/>
              <a:gd name="connsiteX37" fmla="*/ 643466 w 4089400"/>
              <a:gd name="connsiteY37" fmla="*/ 1718734 h 2870200"/>
              <a:gd name="connsiteX38" fmla="*/ 660400 w 4089400"/>
              <a:gd name="connsiteY38" fmla="*/ 1617134 h 2870200"/>
              <a:gd name="connsiteX39" fmla="*/ 677333 w 4089400"/>
              <a:gd name="connsiteY39" fmla="*/ 1557867 h 2870200"/>
              <a:gd name="connsiteX40" fmla="*/ 685800 w 4089400"/>
              <a:gd name="connsiteY40" fmla="*/ 1524000 h 2870200"/>
              <a:gd name="connsiteX41" fmla="*/ 702733 w 4089400"/>
              <a:gd name="connsiteY41" fmla="*/ 1312334 h 2870200"/>
              <a:gd name="connsiteX42" fmla="*/ 719666 w 4089400"/>
              <a:gd name="connsiteY42" fmla="*/ 1380067 h 2870200"/>
              <a:gd name="connsiteX43" fmla="*/ 736600 w 4089400"/>
              <a:gd name="connsiteY43" fmla="*/ 1532467 h 2870200"/>
              <a:gd name="connsiteX44" fmla="*/ 753533 w 4089400"/>
              <a:gd name="connsiteY44" fmla="*/ 1566334 h 2870200"/>
              <a:gd name="connsiteX45" fmla="*/ 778933 w 4089400"/>
              <a:gd name="connsiteY45" fmla="*/ 1456267 h 2870200"/>
              <a:gd name="connsiteX46" fmla="*/ 795866 w 4089400"/>
              <a:gd name="connsiteY46" fmla="*/ 1430867 h 2870200"/>
              <a:gd name="connsiteX47" fmla="*/ 829733 w 4089400"/>
              <a:gd name="connsiteY47" fmla="*/ 1388534 h 2870200"/>
              <a:gd name="connsiteX48" fmla="*/ 838200 w 4089400"/>
              <a:gd name="connsiteY48" fmla="*/ 1498600 h 2870200"/>
              <a:gd name="connsiteX49" fmla="*/ 863600 w 4089400"/>
              <a:gd name="connsiteY49" fmla="*/ 1811867 h 2870200"/>
              <a:gd name="connsiteX50" fmla="*/ 872066 w 4089400"/>
              <a:gd name="connsiteY50" fmla="*/ 1642534 h 2870200"/>
              <a:gd name="connsiteX51" fmla="*/ 897466 w 4089400"/>
              <a:gd name="connsiteY51" fmla="*/ 1583267 h 2870200"/>
              <a:gd name="connsiteX52" fmla="*/ 905933 w 4089400"/>
              <a:gd name="connsiteY52" fmla="*/ 1557867 h 2870200"/>
              <a:gd name="connsiteX53" fmla="*/ 914400 w 4089400"/>
              <a:gd name="connsiteY53" fmla="*/ 2006600 h 2870200"/>
              <a:gd name="connsiteX54" fmla="*/ 939800 w 4089400"/>
              <a:gd name="connsiteY54" fmla="*/ 2116667 h 2870200"/>
              <a:gd name="connsiteX55" fmla="*/ 948266 w 4089400"/>
              <a:gd name="connsiteY55" fmla="*/ 1948424 h 2870200"/>
              <a:gd name="connsiteX56" fmla="*/ 965200 w 4089400"/>
              <a:gd name="connsiteY56" fmla="*/ 1794934 h 2870200"/>
              <a:gd name="connsiteX57" fmla="*/ 973666 w 4089400"/>
              <a:gd name="connsiteY57" fmla="*/ 1761067 h 2870200"/>
              <a:gd name="connsiteX58" fmla="*/ 990600 w 4089400"/>
              <a:gd name="connsiteY58" fmla="*/ 1871134 h 2870200"/>
              <a:gd name="connsiteX59" fmla="*/ 1007533 w 4089400"/>
              <a:gd name="connsiteY59" fmla="*/ 1947334 h 2870200"/>
              <a:gd name="connsiteX60" fmla="*/ 1024466 w 4089400"/>
              <a:gd name="connsiteY60" fmla="*/ 2040467 h 2870200"/>
              <a:gd name="connsiteX61" fmla="*/ 1049866 w 4089400"/>
              <a:gd name="connsiteY61" fmla="*/ 2108200 h 2870200"/>
              <a:gd name="connsiteX62" fmla="*/ 1058333 w 4089400"/>
              <a:gd name="connsiteY62" fmla="*/ 2150534 h 2870200"/>
              <a:gd name="connsiteX63" fmla="*/ 1100666 w 4089400"/>
              <a:gd name="connsiteY63" fmla="*/ 2209800 h 2870200"/>
              <a:gd name="connsiteX64" fmla="*/ 1109133 w 4089400"/>
              <a:gd name="connsiteY64" fmla="*/ 2108200 h 2870200"/>
              <a:gd name="connsiteX65" fmla="*/ 1159933 w 4089400"/>
              <a:gd name="connsiteY65" fmla="*/ 1989667 h 2870200"/>
              <a:gd name="connsiteX66" fmla="*/ 1210733 w 4089400"/>
              <a:gd name="connsiteY66" fmla="*/ 1913467 h 2870200"/>
              <a:gd name="connsiteX67" fmla="*/ 1219200 w 4089400"/>
              <a:gd name="connsiteY67" fmla="*/ 2167467 h 2870200"/>
              <a:gd name="connsiteX68" fmla="*/ 1236133 w 4089400"/>
              <a:gd name="connsiteY68" fmla="*/ 2082800 h 2870200"/>
              <a:gd name="connsiteX69" fmla="*/ 1244600 w 4089400"/>
              <a:gd name="connsiteY69" fmla="*/ 2015067 h 2870200"/>
              <a:gd name="connsiteX70" fmla="*/ 1286933 w 4089400"/>
              <a:gd name="connsiteY70" fmla="*/ 1854200 h 2870200"/>
              <a:gd name="connsiteX71" fmla="*/ 1295400 w 4089400"/>
              <a:gd name="connsiteY71" fmla="*/ 1803400 h 2870200"/>
              <a:gd name="connsiteX72" fmla="*/ 1320800 w 4089400"/>
              <a:gd name="connsiteY72" fmla="*/ 1701800 h 2870200"/>
              <a:gd name="connsiteX73" fmla="*/ 1346200 w 4089400"/>
              <a:gd name="connsiteY73" fmla="*/ 1718734 h 2870200"/>
              <a:gd name="connsiteX74" fmla="*/ 1354666 w 4089400"/>
              <a:gd name="connsiteY74" fmla="*/ 1744134 h 2870200"/>
              <a:gd name="connsiteX75" fmla="*/ 1380066 w 4089400"/>
              <a:gd name="connsiteY75" fmla="*/ 1828800 h 2870200"/>
              <a:gd name="connsiteX76" fmla="*/ 1397000 w 4089400"/>
              <a:gd name="connsiteY76" fmla="*/ 1879600 h 2870200"/>
              <a:gd name="connsiteX77" fmla="*/ 1405466 w 4089400"/>
              <a:gd name="connsiteY77" fmla="*/ 1913467 h 2870200"/>
              <a:gd name="connsiteX78" fmla="*/ 1430866 w 4089400"/>
              <a:gd name="connsiteY78" fmla="*/ 1947334 h 2870200"/>
              <a:gd name="connsiteX79" fmla="*/ 1447800 w 4089400"/>
              <a:gd name="connsiteY79" fmla="*/ 1938867 h 2870200"/>
              <a:gd name="connsiteX80" fmla="*/ 1490133 w 4089400"/>
              <a:gd name="connsiteY80" fmla="*/ 1803400 h 2870200"/>
              <a:gd name="connsiteX81" fmla="*/ 1549400 w 4089400"/>
              <a:gd name="connsiteY81" fmla="*/ 1651000 h 2870200"/>
              <a:gd name="connsiteX82" fmla="*/ 1557866 w 4089400"/>
              <a:gd name="connsiteY82" fmla="*/ 1591734 h 2870200"/>
              <a:gd name="connsiteX83" fmla="*/ 1574800 w 4089400"/>
              <a:gd name="connsiteY83" fmla="*/ 1566334 h 2870200"/>
              <a:gd name="connsiteX84" fmla="*/ 1583266 w 4089400"/>
              <a:gd name="connsiteY84" fmla="*/ 1524000 h 2870200"/>
              <a:gd name="connsiteX85" fmla="*/ 1591733 w 4089400"/>
              <a:gd name="connsiteY85" fmla="*/ 1498600 h 2870200"/>
              <a:gd name="connsiteX86" fmla="*/ 1608666 w 4089400"/>
              <a:gd name="connsiteY86" fmla="*/ 1524000 h 2870200"/>
              <a:gd name="connsiteX87" fmla="*/ 1634066 w 4089400"/>
              <a:gd name="connsiteY87" fmla="*/ 1490134 h 2870200"/>
              <a:gd name="connsiteX88" fmla="*/ 1659466 w 4089400"/>
              <a:gd name="connsiteY88" fmla="*/ 1388534 h 2870200"/>
              <a:gd name="connsiteX89" fmla="*/ 1718733 w 4089400"/>
              <a:gd name="connsiteY89" fmla="*/ 1286934 h 2870200"/>
              <a:gd name="connsiteX90" fmla="*/ 1769533 w 4089400"/>
              <a:gd name="connsiteY90" fmla="*/ 1176867 h 2870200"/>
              <a:gd name="connsiteX91" fmla="*/ 1794933 w 4089400"/>
              <a:gd name="connsiteY91" fmla="*/ 1202267 h 2870200"/>
              <a:gd name="connsiteX92" fmla="*/ 1803400 w 4089400"/>
              <a:gd name="connsiteY92" fmla="*/ 1227667 h 2870200"/>
              <a:gd name="connsiteX93" fmla="*/ 1820333 w 4089400"/>
              <a:gd name="connsiteY93" fmla="*/ 1261534 h 2870200"/>
              <a:gd name="connsiteX94" fmla="*/ 1862666 w 4089400"/>
              <a:gd name="connsiteY94" fmla="*/ 1422400 h 2870200"/>
              <a:gd name="connsiteX95" fmla="*/ 1913466 w 4089400"/>
              <a:gd name="connsiteY95" fmla="*/ 1600200 h 2870200"/>
              <a:gd name="connsiteX96" fmla="*/ 1964266 w 4089400"/>
              <a:gd name="connsiteY96" fmla="*/ 1744134 h 2870200"/>
              <a:gd name="connsiteX97" fmla="*/ 1981200 w 4089400"/>
              <a:gd name="connsiteY97" fmla="*/ 1498600 h 2870200"/>
              <a:gd name="connsiteX98" fmla="*/ 1998133 w 4089400"/>
              <a:gd name="connsiteY98" fmla="*/ 1464734 h 2870200"/>
              <a:gd name="connsiteX99" fmla="*/ 2006600 w 4089400"/>
              <a:gd name="connsiteY99" fmla="*/ 1439334 h 2870200"/>
              <a:gd name="connsiteX100" fmla="*/ 2057400 w 4089400"/>
              <a:gd name="connsiteY100" fmla="*/ 2032000 h 2870200"/>
              <a:gd name="connsiteX101" fmla="*/ 2065866 w 4089400"/>
              <a:gd name="connsiteY101" fmla="*/ 2150534 h 2870200"/>
              <a:gd name="connsiteX102" fmla="*/ 2074333 w 4089400"/>
              <a:gd name="connsiteY102" fmla="*/ 2489200 h 2870200"/>
              <a:gd name="connsiteX103" fmla="*/ 2108200 w 4089400"/>
              <a:gd name="connsiteY103" fmla="*/ 2421467 h 2870200"/>
              <a:gd name="connsiteX104" fmla="*/ 2150533 w 4089400"/>
              <a:gd name="connsiteY104" fmla="*/ 2319867 h 2870200"/>
              <a:gd name="connsiteX105" fmla="*/ 2175933 w 4089400"/>
              <a:gd name="connsiteY105" fmla="*/ 2286000 h 2870200"/>
              <a:gd name="connsiteX106" fmla="*/ 2209800 w 4089400"/>
              <a:gd name="connsiteY106" fmla="*/ 2235200 h 2870200"/>
              <a:gd name="connsiteX107" fmla="*/ 2226733 w 4089400"/>
              <a:gd name="connsiteY107" fmla="*/ 2514600 h 2870200"/>
              <a:gd name="connsiteX108" fmla="*/ 2252133 w 4089400"/>
              <a:gd name="connsiteY108" fmla="*/ 2565400 h 2870200"/>
              <a:gd name="connsiteX109" fmla="*/ 2260600 w 4089400"/>
              <a:gd name="connsiteY109" fmla="*/ 2489200 h 2870200"/>
              <a:gd name="connsiteX110" fmla="*/ 2277533 w 4089400"/>
              <a:gd name="connsiteY110" fmla="*/ 2421467 h 2870200"/>
              <a:gd name="connsiteX111" fmla="*/ 2286000 w 4089400"/>
              <a:gd name="connsiteY111" fmla="*/ 1718734 h 2870200"/>
              <a:gd name="connsiteX112" fmla="*/ 2311400 w 4089400"/>
              <a:gd name="connsiteY112" fmla="*/ 1811867 h 2870200"/>
              <a:gd name="connsiteX113" fmla="*/ 2336800 w 4089400"/>
              <a:gd name="connsiteY113" fmla="*/ 1871134 h 2870200"/>
              <a:gd name="connsiteX114" fmla="*/ 2362200 w 4089400"/>
              <a:gd name="connsiteY114" fmla="*/ 1938867 h 2870200"/>
              <a:gd name="connsiteX115" fmla="*/ 2370666 w 4089400"/>
              <a:gd name="connsiteY115" fmla="*/ 1972734 h 2870200"/>
              <a:gd name="connsiteX116" fmla="*/ 2379133 w 4089400"/>
              <a:gd name="connsiteY116" fmla="*/ 1574800 h 2870200"/>
              <a:gd name="connsiteX117" fmla="*/ 2404533 w 4089400"/>
              <a:gd name="connsiteY117" fmla="*/ 1236134 h 2870200"/>
              <a:gd name="connsiteX118" fmla="*/ 2421466 w 4089400"/>
              <a:gd name="connsiteY118" fmla="*/ 1092200 h 2870200"/>
              <a:gd name="connsiteX119" fmla="*/ 2429933 w 4089400"/>
              <a:gd name="connsiteY119" fmla="*/ 1066800 h 2870200"/>
              <a:gd name="connsiteX120" fmla="*/ 2438400 w 4089400"/>
              <a:gd name="connsiteY120" fmla="*/ 1092200 h 2870200"/>
              <a:gd name="connsiteX121" fmla="*/ 2455333 w 4089400"/>
              <a:gd name="connsiteY121" fmla="*/ 1117600 h 2870200"/>
              <a:gd name="connsiteX122" fmla="*/ 2463800 w 4089400"/>
              <a:gd name="connsiteY122" fmla="*/ 1227667 h 2870200"/>
              <a:gd name="connsiteX123" fmla="*/ 2489200 w 4089400"/>
              <a:gd name="connsiteY123" fmla="*/ 753534 h 2870200"/>
              <a:gd name="connsiteX124" fmla="*/ 2506133 w 4089400"/>
              <a:gd name="connsiteY124" fmla="*/ 685800 h 2870200"/>
              <a:gd name="connsiteX125" fmla="*/ 2514600 w 4089400"/>
              <a:gd name="connsiteY125" fmla="*/ 609600 h 2870200"/>
              <a:gd name="connsiteX126" fmla="*/ 2523066 w 4089400"/>
              <a:gd name="connsiteY126" fmla="*/ 558800 h 2870200"/>
              <a:gd name="connsiteX127" fmla="*/ 2540000 w 4089400"/>
              <a:gd name="connsiteY127" fmla="*/ 584200 h 2870200"/>
              <a:gd name="connsiteX128" fmla="*/ 2548466 w 4089400"/>
              <a:gd name="connsiteY128" fmla="*/ 778934 h 2870200"/>
              <a:gd name="connsiteX129" fmla="*/ 2590800 w 4089400"/>
              <a:gd name="connsiteY129" fmla="*/ 914400 h 2870200"/>
              <a:gd name="connsiteX130" fmla="*/ 2607733 w 4089400"/>
              <a:gd name="connsiteY130" fmla="*/ 973667 h 2870200"/>
              <a:gd name="connsiteX131" fmla="*/ 2624666 w 4089400"/>
              <a:gd name="connsiteY131" fmla="*/ 812800 h 2870200"/>
              <a:gd name="connsiteX132" fmla="*/ 2641600 w 4089400"/>
              <a:gd name="connsiteY132" fmla="*/ 694267 h 2870200"/>
              <a:gd name="connsiteX133" fmla="*/ 2667000 w 4089400"/>
              <a:gd name="connsiteY133" fmla="*/ 558800 h 2870200"/>
              <a:gd name="connsiteX134" fmla="*/ 2692400 w 4089400"/>
              <a:gd name="connsiteY134" fmla="*/ 321734 h 2870200"/>
              <a:gd name="connsiteX135" fmla="*/ 2709333 w 4089400"/>
              <a:gd name="connsiteY135" fmla="*/ 1058334 h 2870200"/>
              <a:gd name="connsiteX136" fmla="*/ 2735730 w 4089400"/>
              <a:gd name="connsiteY136" fmla="*/ 1023969 h 2870200"/>
              <a:gd name="connsiteX137" fmla="*/ 2785533 w 4089400"/>
              <a:gd name="connsiteY137" fmla="*/ 905934 h 2870200"/>
              <a:gd name="connsiteX138" fmla="*/ 2819400 w 4089400"/>
              <a:gd name="connsiteY138" fmla="*/ 855134 h 2870200"/>
              <a:gd name="connsiteX139" fmla="*/ 2844800 w 4089400"/>
              <a:gd name="connsiteY139" fmla="*/ 1422400 h 2870200"/>
              <a:gd name="connsiteX140" fmla="*/ 2853266 w 4089400"/>
              <a:gd name="connsiteY140" fmla="*/ 1388534 h 2870200"/>
              <a:gd name="connsiteX141" fmla="*/ 2870200 w 4089400"/>
              <a:gd name="connsiteY141" fmla="*/ 1363134 h 2870200"/>
              <a:gd name="connsiteX142" fmla="*/ 2895600 w 4089400"/>
              <a:gd name="connsiteY142" fmla="*/ 1278467 h 2870200"/>
              <a:gd name="connsiteX143" fmla="*/ 2912533 w 4089400"/>
              <a:gd name="connsiteY143" fmla="*/ 1320800 h 2870200"/>
              <a:gd name="connsiteX144" fmla="*/ 2929466 w 4089400"/>
              <a:gd name="connsiteY144" fmla="*/ 1388534 h 2870200"/>
              <a:gd name="connsiteX145" fmla="*/ 2946400 w 4089400"/>
              <a:gd name="connsiteY145" fmla="*/ 1422400 h 2870200"/>
              <a:gd name="connsiteX146" fmla="*/ 2988733 w 4089400"/>
              <a:gd name="connsiteY146" fmla="*/ 1540934 h 2870200"/>
              <a:gd name="connsiteX147" fmla="*/ 3005666 w 4089400"/>
              <a:gd name="connsiteY147" fmla="*/ 1566334 h 2870200"/>
              <a:gd name="connsiteX148" fmla="*/ 3039533 w 4089400"/>
              <a:gd name="connsiteY148" fmla="*/ 1718734 h 2870200"/>
              <a:gd name="connsiteX149" fmla="*/ 3064933 w 4089400"/>
              <a:gd name="connsiteY149" fmla="*/ 1761067 h 2870200"/>
              <a:gd name="connsiteX150" fmla="*/ 3098800 w 4089400"/>
              <a:gd name="connsiteY150" fmla="*/ 1879600 h 2870200"/>
              <a:gd name="connsiteX151" fmla="*/ 3090333 w 4089400"/>
              <a:gd name="connsiteY151" fmla="*/ 1913467 h 2870200"/>
              <a:gd name="connsiteX152" fmla="*/ 3102783 w 4089400"/>
              <a:gd name="connsiteY152" fmla="*/ 1901016 h 2870200"/>
              <a:gd name="connsiteX153" fmla="*/ 3081866 w 4089400"/>
              <a:gd name="connsiteY153" fmla="*/ 1888067 h 2870200"/>
              <a:gd name="connsiteX154" fmla="*/ 3107266 w 4089400"/>
              <a:gd name="connsiteY154" fmla="*/ 1871134 h 2870200"/>
              <a:gd name="connsiteX155" fmla="*/ 3115733 w 4089400"/>
              <a:gd name="connsiteY155" fmla="*/ 1769534 h 2870200"/>
              <a:gd name="connsiteX156" fmla="*/ 3132666 w 4089400"/>
              <a:gd name="connsiteY156" fmla="*/ 1710267 h 2870200"/>
              <a:gd name="connsiteX157" fmla="*/ 3141133 w 4089400"/>
              <a:gd name="connsiteY157" fmla="*/ 1684867 h 2870200"/>
              <a:gd name="connsiteX158" fmla="*/ 3166533 w 4089400"/>
              <a:gd name="connsiteY158" fmla="*/ 1676400 h 2870200"/>
              <a:gd name="connsiteX159" fmla="*/ 3175000 w 4089400"/>
              <a:gd name="connsiteY159" fmla="*/ 2006600 h 2870200"/>
              <a:gd name="connsiteX160" fmla="*/ 3183466 w 4089400"/>
              <a:gd name="connsiteY160" fmla="*/ 2048934 h 2870200"/>
              <a:gd name="connsiteX161" fmla="*/ 3191933 w 4089400"/>
              <a:gd name="connsiteY161" fmla="*/ 2099734 h 2870200"/>
              <a:gd name="connsiteX162" fmla="*/ 3208866 w 4089400"/>
              <a:gd name="connsiteY162" fmla="*/ 2048934 h 2870200"/>
              <a:gd name="connsiteX163" fmla="*/ 3217333 w 4089400"/>
              <a:gd name="connsiteY163" fmla="*/ 1998134 h 2870200"/>
              <a:gd name="connsiteX164" fmla="*/ 3251200 w 4089400"/>
              <a:gd name="connsiteY164" fmla="*/ 2353734 h 2870200"/>
              <a:gd name="connsiteX165" fmla="*/ 3276600 w 4089400"/>
              <a:gd name="connsiteY165" fmla="*/ 2387600 h 2870200"/>
              <a:gd name="connsiteX166" fmla="*/ 3285066 w 4089400"/>
              <a:gd name="connsiteY166" fmla="*/ 2497667 h 2870200"/>
              <a:gd name="connsiteX167" fmla="*/ 3302000 w 4089400"/>
              <a:gd name="connsiteY167" fmla="*/ 2531534 h 2870200"/>
              <a:gd name="connsiteX168" fmla="*/ 3318933 w 4089400"/>
              <a:gd name="connsiteY168" fmla="*/ 2599267 h 2870200"/>
              <a:gd name="connsiteX169" fmla="*/ 3344333 w 4089400"/>
              <a:gd name="connsiteY169" fmla="*/ 2667000 h 2870200"/>
              <a:gd name="connsiteX170" fmla="*/ 3386666 w 4089400"/>
              <a:gd name="connsiteY170" fmla="*/ 2810934 h 2870200"/>
              <a:gd name="connsiteX171" fmla="*/ 3412066 w 4089400"/>
              <a:gd name="connsiteY171" fmla="*/ 2870200 h 2870200"/>
              <a:gd name="connsiteX172" fmla="*/ 3437466 w 4089400"/>
              <a:gd name="connsiteY172" fmla="*/ 1828800 h 2870200"/>
              <a:gd name="connsiteX173" fmla="*/ 3436968 w 4089400"/>
              <a:gd name="connsiteY173" fmla="*/ 2090271 h 2870200"/>
              <a:gd name="connsiteX174" fmla="*/ 3462866 w 4089400"/>
              <a:gd name="connsiteY174" fmla="*/ 1735667 h 2870200"/>
              <a:gd name="connsiteX175" fmla="*/ 3488266 w 4089400"/>
              <a:gd name="connsiteY175" fmla="*/ 1651000 h 2870200"/>
              <a:gd name="connsiteX176" fmla="*/ 3496733 w 4089400"/>
              <a:gd name="connsiteY176" fmla="*/ 1701800 h 2870200"/>
              <a:gd name="connsiteX177" fmla="*/ 3500717 w 4089400"/>
              <a:gd name="connsiteY177" fmla="*/ 1875118 h 2870200"/>
              <a:gd name="connsiteX178" fmla="*/ 3522133 w 4089400"/>
              <a:gd name="connsiteY178" fmla="*/ 1752600 h 2870200"/>
              <a:gd name="connsiteX179" fmla="*/ 3530600 w 4089400"/>
              <a:gd name="connsiteY179" fmla="*/ 1693334 h 2870200"/>
              <a:gd name="connsiteX180" fmla="*/ 3572933 w 4089400"/>
              <a:gd name="connsiteY180" fmla="*/ 1608667 h 2870200"/>
              <a:gd name="connsiteX181" fmla="*/ 3589866 w 4089400"/>
              <a:gd name="connsiteY181" fmla="*/ 1566334 h 2870200"/>
              <a:gd name="connsiteX182" fmla="*/ 3632200 w 4089400"/>
              <a:gd name="connsiteY182" fmla="*/ 1464734 h 2870200"/>
              <a:gd name="connsiteX183" fmla="*/ 3636184 w 4089400"/>
              <a:gd name="connsiteY183" fmla="*/ 1373094 h 2870200"/>
              <a:gd name="connsiteX184" fmla="*/ 3657600 w 4089400"/>
              <a:gd name="connsiteY184" fmla="*/ 1363134 h 2870200"/>
              <a:gd name="connsiteX185" fmla="*/ 3674533 w 4089400"/>
              <a:gd name="connsiteY185" fmla="*/ 1320800 h 2870200"/>
              <a:gd name="connsiteX186" fmla="*/ 3669553 w 4089400"/>
              <a:gd name="connsiteY186" fmla="*/ 1151964 h 2870200"/>
              <a:gd name="connsiteX187" fmla="*/ 3716866 w 4089400"/>
              <a:gd name="connsiteY187" fmla="*/ 1227667 h 2870200"/>
              <a:gd name="connsiteX188" fmla="*/ 3725333 w 4089400"/>
              <a:gd name="connsiteY188" fmla="*/ 1176867 h 2870200"/>
              <a:gd name="connsiteX189" fmla="*/ 3742266 w 4089400"/>
              <a:gd name="connsiteY189" fmla="*/ 1126067 h 2870200"/>
              <a:gd name="connsiteX190" fmla="*/ 3750733 w 4089400"/>
              <a:gd name="connsiteY190" fmla="*/ 1058334 h 2870200"/>
              <a:gd name="connsiteX191" fmla="*/ 3759200 w 4089400"/>
              <a:gd name="connsiteY191" fmla="*/ 1270000 h 2870200"/>
              <a:gd name="connsiteX192" fmla="*/ 3788048 w 4089400"/>
              <a:gd name="connsiteY192" fmla="*/ 678606 h 2870200"/>
              <a:gd name="connsiteX193" fmla="*/ 3793066 w 4089400"/>
              <a:gd name="connsiteY193" fmla="*/ 558800 h 2870200"/>
              <a:gd name="connsiteX194" fmla="*/ 3810000 w 4089400"/>
              <a:gd name="connsiteY194" fmla="*/ 482600 h 2870200"/>
              <a:gd name="connsiteX195" fmla="*/ 3818466 w 4089400"/>
              <a:gd name="connsiteY195" fmla="*/ 533400 h 2870200"/>
              <a:gd name="connsiteX196" fmla="*/ 3835400 w 4089400"/>
              <a:gd name="connsiteY196" fmla="*/ 660400 h 2870200"/>
              <a:gd name="connsiteX197" fmla="*/ 3843866 w 4089400"/>
              <a:gd name="connsiteY197" fmla="*/ 702734 h 2870200"/>
              <a:gd name="connsiteX198" fmla="*/ 3860800 w 4089400"/>
              <a:gd name="connsiteY198" fmla="*/ 736600 h 2870200"/>
              <a:gd name="connsiteX199" fmla="*/ 3877733 w 4089400"/>
              <a:gd name="connsiteY199" fmla="*/ 702734 h 2870200"/>
              <a:gd name="connsiteX200" fmla="*/ 3937000 w 4089400"/>
              <a:gd name="connsiteY200" fmla="*/ 482600 h 2870200"/>
              <a:gd name="connsiteX201" fmla="*/ 3953933 w 4089400"/>
              <a:gd name="connsiteY201" fmla="*/ 457200 h 2870200"/>
              <a:gd name="connsiteX202" fmla="*/ 3979333 w 4089400"/>
              <a:gd name="connsiteY202" fmla="*/ 177800 h 2870200"/>
              <a:gd name="connsiteX203" fmla="*/ 4004733 w 4089400"/>
              <a:gd name="connsiteY203" fmla="*/ 135467 h 2870200"/>
              <a:gd name="connsiteX204" fmla="*/ 4013200 w 4089400"/>
              <a:gd name="connsiteY204" fmla="*/ 101600 h 2870200"/>
              <a:gd name="connsiteX205" fmla="*/ 4021666 w 4089400"/>
              <a:gd name="connsiteY205" fmla="*/ 76200 h 2870200"/>
              <a:gd name="connsiteX206" fmla="*/ 4030133 w 4089400"/>
              <a:gd name="connsiteY206" fmla="*/ 110067 h 2870200"/>
              <a:gd name="connsiteX207" fmla="*/ 4047066 w 4089400"/>
              <a:gd name="connsiteY207" fmla="*/ 160867 h 2870200"/>
              <a:gd name="connsiteX208" fmla="*/ 4089400 w 4089400"/>
              <a:gd name="connsiteY208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42333 w 4089400"/>
              <a:gd name="connsiteY2" fmla="*/ 567267 h 2870200"/>
              <a:gd name="connsiteX3" fmla="*/ 47892 w 4089400"/>
              <a:gd name="connsiteY3" fmla="*/ 828517 h 2870200"/>
              <a:gd name="connsiteX4" fmla="*/ 32533 w 4089400"/>
              <a:gd name="connsiteY4" fmla="*/ 1083293 h 2870200"/>
              <a:gd name="connsiteX5" fmla="*/ 30266 w 4089400"/>
              <a:gd name="connsiteY5" fmla="*/ 1212385 h 2870200"/>
              <a:gd name="connsiteX6" fmla="*/ 25400 w 4089400"/>
              <a:gd name="connsiteY6" fmla="*/ 1354667 h 2870200"/>
              <a:gd name="connsiteX7" fmla="*/ 33866 w 4089400"/>
              <a:gd name="connsiteY7" fmla="*/ 1329267 h 2870200"/>
              <a:gd name="connsiteX8" fmla="*/ 59266 w 4089400"/>
              <a:gd name="connsiteY8" fmla="*/ 1253067 h 2870200"/>
              <a:gd name="connsiteX9" fmla="*/ 76200 w 4089400"/>
              <a:gd name="connsiteY9" fmla="*/ 1202267 h 2870200"/>
              <a:gd name="connsiteX10" fmla="*/ 110066 w 4089400"/>
              <a:gd name="connsiteY10" fmla="*/ 1100667 h 2870200"/>
              <a:gd name="connsiteX11" fmla="*/ 143933 w 4089400"/>
              <a:gd name="connsiteY11" fmla="*/ 999067 h 2870200"/>
              <a:gd name="connsiteX12" fmla="*/ 160866 w 4089400"/>
              <a:gd name="connsiteY12" fmla="*/ 948267 h 2870200"/>
              <a:gd name="connsiteX13" fmla="*/ 177800 w 4089400"/>
              <a:gd name="connsiteY13" fmla="*/ 1134534 h 2870200"/>
              <a:gd name="connsiteX14" fmla="*/ 194733 w 4089400"/>
              <a:gd name="connsiteY14" fmla="*/ 1464734 h 2870200"/>
              <a:gd name="connsiteX15" fmla="*/ 228600 w 4089400"/>
              <a:gd name="connsiteY15" fmla="*/ 1397000 h 2870200"/>
              <a:gd name="connsiteX16" fmla="*/ 254000 w 4089400"/>
              <a:gd name="connsiteY16" fmla="*/ 1363134 h 2870200"/>
              <a:gd name="connsiteX17" fmla="*/ 279400 w 4089400"/>
              <a:gd name="connsiteY17" fmla="*/ 1371600 h 2870200"/>
              <a:gd name="connsiteX18" fmla="*/ 287866 w 4089400"/>
              <a:gd name="connsiteY18" fmla="*/ 2243667 h 2870200"/>
              <a:gd name="connsiteX19" fmla="*/ 313266 w 4089400"/>
              <a:gd name="connsiteY19" fmla="*/ 2201334 h 2870200"/>
              <a:gd name="connsiteX20" fmla="*/ 321733 w 4089400"/>
              <a:gd name="connsiteY20" fmla="*/ 2150534 h 2870200"/>
              <a:gd name="connsiteX21" fmla="*/ 346635 w 4089400"/>
              <a:gd name="connsiteY21" fmla="*/ 2376146 h 2870200"/>
              <a:gd name="connsiteX22" fmla="*/ 364066 w 4089400"/>
              <a:gd name="connsiteY22" fmla="*/ 2082800 h 2870200"/>
              <a:gd name="connsiteX23" fmla="*/ 389965 w 4089400"/>
              <a:gd name="connsiteY23" fmla="*/ 1792444 h 2870200"/>
              <a:gd name="connsiteX24" fmla="*/ 397933 w 4089400"/>
              <a:gd name="connsiteY24" fmla="*/ 2032000 h 2870200"/>
              <a:gd name="connsiteX25" fmla="*/ 423333 w 4089400"/>
              <a:gd name="connsiteY25" fmla="*/ 1998134 h 2870200"/>
              <a:gd name="connsiteX26" fmla="*/ 440266 w 4089400"/>
              <a:gd name="connsiteY26" fmla="*/ 1752600 h 2870200"/>
              <a:gd name="connsiteX27" fmla="*/ 465666 w 4089400"/>
              <a:gd name="connsiteY27" fmla="*/ 1651000 h 2870200"/>
              <a:gd name="connsiteX28" fmla="*/ 491066 w 4089400"/>
              <a:gd name="connsiteY28" fmla="*/ 1710267 h 2870200"/>
              <a:gd name="connsiteX29" fmla="*/ 499533 w 4089400"/>
              <a:gd name="connsiteY29" fmla="*/ 1851666 h 2870200"/>
              <a:gd name="connsiteX30" fmla="*/ 533400 w 4089400"/>
              <a:gd name="connsiteY30" fmla="*/ 1820334 h 2870200"/>
              <a:gd name="connsiteX31" fmla="*/ 558800 w 4089400"/>
              <a:gd name="connsiteY31" fmla="*/ 1938867 h 2870200"/>
              <a:gd name="connsiteX32" fmla="*/ 575733 w 4089400"/>
              <a:gd name="connsiteY32" fmla="*/ 1998134 h 2870200"/>
              <a:gd name="connsiteX33" fmla="*/ 592666 w 4089400"/>
              <a:gd name="connsiteY33" fmla="*/ 2023534 h 2870200"/>
              <a:gd name="connsiteX34" fmla="*/ 618066 w 4089400"/>
              <a:gd name="connsiteY34" fmla="*/ 1786467 h 2870200"/>
              <a:gd name="connsiteX35" fmla="*/ 626533 w 4089400"/>
              <a:gd name="connsiteY35" fmla="*/ 1744134 h 2870200"/>
              <a:gd name="connsiteX36" fmla="*/ 643466 w 4089400"/>
              <a:gd name="connsiteY36" fmla="*/ 1718734 h 2870200"/>
              <a:gd name="connsiteX37" fmla="*/ 660400 w 4089400"/>
              <a:gd name="connsiteY37" fmla="*/ 1617134 h 2870200"/>
              <a:gd name="connsiteX38" fmla="*/ 677333 w 4089400"/>
              <a:gd name="connsiteY38" fmla="*/ 1557867 h 2870200"/>
              <a:gd name="connsiteX39" fmla="*/ 685800 w 4089400"/>
              <a:gd name="connsiteY39" fmla="*/ 1524000 h 2870200"/>
              <a:gd name="connsiteX40" fmla="*/ 702733 w 4089400"/>
              <a:gd name="connsiteY40" fmla="*/ 1312334 h 2870200"/>
              <a:gd name="connsiteX41" fmla="*/ 719666 w 4089400"/>
              <a:gd name="connsiteY41" fmla="*/ 1380067 h 2870200"/>
              <a:gd name="connsiteX42" fmla="*/ 736600 w 4089400"/>
              <a:gd name="connsiteY42" fmla="*/ 1532467 h 2870200"/>
              <a:gd name="connsiteX43" fmla="*/ 753533 w 4089400"/>
              <a:gd name="connsiteY43" fmla="*/ 1566334 h 2870200"/>
              <a:gd name="connsiteX44" fmla="*/ 778933 w 4089400"/>
              <a:gd name="connsiteY44" fmla="*/ 1456267 h 2870200"/>
              <a:gd name="connsiteX45" fmla="*/ 795866 w 4089400"/>
              <a:gd name="connsiteY45" fmla="*/ 1430867 h 2870200"/>
              <a:gd name="connsiteX46" fmla="*/ 829733 w 4089400"/>
              <a:gd name="connsiteY46" fmla="*/ 1388534 h 2870200"/>
              <a:gd name="connsiteX47" fmla="*/ 838200 w 4089400"/>
              <a:gd name="connsiteY47" fmla="*/ 1498600 h 2870200"/>
              <a:gd name="connsiteX48" fmla="*/ 863600 w 4089400"/>
              <a:gd name="connsiteY48" fmla="*/ 1811867 h 2870200"/>
              <a:gd name="connsiteX49" fmla="*/ 872066 w 4089400"/>
              <a:gd name="connsiteY49" fmla="*/ 1642534 h 2870200"/>
              <a:gd name="connsiteX50" fmla="*/ 897466 w 4089400"/>
              <a:gd name="connsiteY50" fmla="*/ 1583267 h 2870200"/>
              <a:gd name="connsiteX51" fmla="*/ 905933 w 4089400"/>
              <a:gd name="connsiteY51" fmla="*/ 1557867 h 2870200"/>
              <a:gd name="connsiteX52" fmla="*/ 914400 w 4089400"/>
              <a:gd name="connsiteY52" fmla="*/ 2006600 h 2870200"/>
              <a:gd name="connsiteX53" fmla="*/ 939800 w 4089400"/>
              <a:gd name="connsiteY53" fmla="*/ 2116667 h 2870200"/>
              <a:gd name="connsiteX54" fmla="*/ 948266 w 4089400"/>
              <a:gd name="connsiteY54" fmla="*/ 1948424 h 2870200"/>
              <a:gd name="connsiteX55" fmla="*/ 965200 w 4089400"/>
              <a:gd name="connsiteY55" fmla="*/ 1794934 h 2870200"/>
              <a:gd name="connsiteX56" fmla="*/ 973666 w 4089400"/>
              <a:gd name="connsiteY56" fmla="*/ 1761067 h 2870200"/>
              <a:gd name="connsiteX57" fmla="*/ 990600 w 4089400"/>
              <a:gd name="connsiteY57" fmla="*/ 1871134 h 2870200"/>
              <a:gd name="connsiteX58" fmla="*/ 1007533 w 4089400"/>
              <a:gd name="connsiteY58" fmla="*/ 1947334 h 2870200"/>
              <a:gd name="connsiteX59" fmla="*/ 1024466 w 4089400"/>
              <a:gd name="connsiteY59" fmla="*/ 2040467 h 2870200"/>
              <a:gd name="connsiteX60" fmla="*/ 1049866 w 4089400"/>
              <a:gd name="connsiteY60" fmla="*/ 2108200 h 2870200"/>
              <a:gd name="connsiteX61" fmla="*/ 1058333 w 4089400"/>
              <a:gd name="connsiteY61" fmla="*/ 2150534 h 2870200"/>
              <a:gd name="connsiteX62" fmla="*/ 1100666 w 4089400"/>
              <a:gd name="connsiteY62" fmla="*/ 2209800 h 2870200"/>
              <a:gd name="connsiteX63" fmla="*/ 1109133 w 4089400"/>
              <a:gd name="connsiteY63" fmla="*/ 2108200 h 2870200"/>
              <a:gd name="connsiteX64" fmla="*/ 1159933 w 4089400"/>
              <a:gd name="connsiteY64" fmla="*/ 1989667 h 2870200"/>
              <a:gd name="connsiteX65" fmla="*/ 1210733 w 4089400"/>
              <a:gd name="connsiteY65" fmla="*/ 1913467 h 2870200"/>
              <a:gd name="connsiteX66" fmla="*/ 1219200 w 4089400"/>
              <a:gd name="connsiteY66" fmla="*/ 2167467 h 2870200"/>
              <a:gd name="connsiteX67" fmla="*/ 1236133 w 4089400"/>
              <a:gd name="connsiteY67" fmla="*/ 2082800 h 2870200"/>
              <a:gd name="connsiteX68" fmla="*/ 1244600 w 4089400"/>
              <a:gd name="connsiteY68" fmla="*/ 2015067 h 2870200"/>
              <a:gd name="connsiteX69" fmla="*/ 1286933 w 4089400"/>
              <a:gd name="connsiteY69" fmla="*/ 1854200 h 2870200"/>
              <a:gd name="connsiteX70" fmla="*/ 1295400 w 4089400"/>
              <a:gd name="connsiteY70" fmla="*/ 1803400 h 2870200"/>
              <a:gd name="connsiteX71" fmla="*/ 1320800 w 4089400"/>
              <a:gd name="connsiteY71" fmla="*/ 1701800 h 2870200"/>
              <a:gd name="connsiteX72" fmla="*/ 1346200 w 4089400"/>
              <a:gd name="connsiteY72" fmla="*/ 1718734 h 2870200"/>
              <a:gd name="connsiteX73" fmla="*/ 1354666 w 4089400"/>
              <a:gd name="connsiteY73" fmla="*/ 1744134 h 2870200"/>
              <a:gd name="connsiteX74" fmla="*/ 1380066 w 4089400"/>
              <a:gd name="connsiteY74" fmla="*/ 1828800 h 2870200"/>
              <a:gd name="connsiteX75" fmla="*/ 1397000 w 4089400"/>
              <a:gd name="connsiteY75" fmla="*/ 1879600 h 2870200"/>
              <a:gd name="connsiteX76" fmla="*/ 1405466 w 4089400"/>
              <a:gd name="connsiteY76" fmla="*/ 1913467 h 2870200"/>
              <a:gd name="connsiteX77" fmla="*/ 1430866 w 4089400"/>
              <a:gd name="connsiteY77" fmla="*/ 1947334 h 2870200"/>
              <a:gd name="connsiteX78" fmla="*/ 1447800 w 4089400"/>
              <a:gd name="connsiteY78" fmla="*/ 1938867 h 2870200"/>
              <a:gd name="connsiteX79" fmla="*/ 1490133 w 4089400"/>
              <a:gd name="connsiteY79" fmla="*/ 1803400 h 2870200"/>
              <a:gd name="connsiteX80" fmla="*/ 1549400 w 4089400"/>
              <a:gd name="connsiteY80" fmla="*/ 1651000 h 2870200"/>
              <a:gd name="connsiteX81" fmla="*/ 1557866 w 4089400"/>
              <a:gd name="connsiteY81" fmla="*/ 1591734 h 2870200"/>
              <a:gd name="connsiteX82" fmla="*/ 1574800 w 4089400"/>
              <a:gd name="connsiteY82" fmla="*/ 1566334 h 2870200"/>
              <a:gd name="connsiteX83" fmla="*/ 1583266 w 4089400"/>
              <a:gd name="connsiteY83" fmla="*/ 1524000 h 2870200"/>
              <a:gd name="connsiteX84" fmla="*/ 1591733 w 4089400"/>
              <a:gd name="connsiteY84" fmla="*/ 1498600 h 2870200"/>
              <a:gd name="connsiteX85" fmla="*/ 1608666 w 4089400"/>
              <a:gd name="connsiteY85" fmla="*/ 1524000 h 2870200"/>
              <a:gd name="connsiteX86" fmla="*/ 1634066 w 4089400"/>
              <a:gd name="connsiteY86" fmla="*/ 1490134 h 2870200"/>
              <a:gd name="connsiteX87" fmla="*/ 1659466 w 4089400"/>
              <a:gd name="connsiteY87" fmla="*/ 1388534 h 2870200"/>
              <a:gd name="connsiteX88" fmla="*/ 1718733 w 4089400"/>
              <a:gd name="connsiteY88" fmla="*/ 1286934 h 2870200"/>
              <a:gd name="connsiteX89" fmla="*/ 1769533 w 4089400"/>
              <a:gd name="connsiteY89" fmla="*/ 1176867 h 2870200"/>
              <a:gd name="connsiteX90" fmla="*/ 1794933 w 4089400"/>
              <a:gd name="connsiteY90" fmla="*/ 1202267 h 2870200"/>
              <a:gd name="connsiteX91" fmla="*/ 1803400 w 4089400"/>
              <a:gd name="connsiteY91" fmla="*/ 1227667 h 2870200"/>
              <a:gd name="connsiteX92" fmla="*/ 1820333 w 4089400"/>
              <a:gd name="connsiteY92" fmla="*/ 1261534 h 2870200"/>
              <a:gd name="connsiteX93" fmla="*/ 1862666 w 4089400"/>
              <a:gd name="connsiteY93" fmla="*/ 1422400 h 2870200"/>
              <a:gd name="connsiteX94" fmla="*/ 1913466 w 4089400"/>
              <a:gd name="connsiteY94" fmla="*/ 1600200 h 2870200"/>
              <a:gd name="connsiteX95" fmla="*/ 1964266 w 4089400"/>
              <a:gd name="connsiteY95" fmla="*/ 1744134 h 2870200"/>
              <a:gd name="connsiteX96" fmla="*/ 1981200 w 4089400"/>
              <a:gd name="connsiteY96" fmla="*/ 1498600 h 2870200"/>
              <a:gd name="connsiteX97" fmla="*/ 1998133 w 4089400"/>
              <a:gd name="connsiteY97" fmla="*/ 1464734 h 2870200"/>
              <a:gd name="connsiteX98" fmla="*/ 2006600 w 4089400"/>
              <a:gd name="connsiteY98" fmla="*/ 1439334 h 2870200"/>
              <a:gd name="connsiteX99" fmla="*/ 2057400 w 4089400"/>
              <a:gd name="connsiteY99" fmla="*/ 2032000 h 2870200"/>
              <a:gd name="connsiteX100" fmla="*/ 2065866 w 4089400"/>
              <a:gd name="connsiteY100" fmla="*/ 2150534 h 2870200"/>
              <a:gd name="connsiteX101" fmla="*/ 2074333 w 4089400"/>
              <a:gd name="connsiteY101" fmla="*/ 2489200 h 2870200"/>
              <a:gd name="connsiteX102" fmla="*/ 2108200 w 4089400"/>
              <a:gd name="connsiteY102" fmla="*/ 2421467 h 2870200"/>
              <a:gd name="connsiteX103" fmla="*/ 2150533 w 4089400"/>
              <a:gd name="connsiteY103" fmla="*/ 2319867 h 2870200"/>
              <a:gd name="connsiteX104" fmla="*/ 2175933 w 4089400"/>
              <a:gd name="connsiteY104" fmla="*/ 2286000 h 2870200"/>
              <a:gd name="connsiteX105" fmla="*/ 2209800 w 4089400"/>
              <a:gd name="connsiteY105" fmla="*/ 2235200 h 2870200"/>
              <a:gd name="connsiteX106" fmla="*/ 2226733 w 4089400"/>
              <a:gd name="connsiteY106" fmla="*/ 2514600 h 2870200"/>
              <a:gd name="connsiteX107" fmla="*/ 2252133 w 4089400"/>
              <a:gd name="connsiteY107" fmla="*/ 2565400 h 2870200"/>
              <a:gd name="connsiteX108" fmla="*/ 2260600 w 4089400"/>
              <a:gd name="connsiteY108" fmla="*/ 2489200 h 2870200"/>
              <a:gd name="connsiteX109" fmla="*/ 2277533 w 4089400"/>
              <a:gd name="connsiteY109" fmla="*/ 2421467 h 2870200"/>
              <a:gd name="connsiteX110" fmla="*/ 2286000 w 4089400"/>
              <a:gd name="connsiteY110" fmla="*/ 1718734 h 2870200"/>
              <a:gd name="connsiteX111" fmla="*/ 2311400 w 4089400"/>
              <a:gd name="connsiteY111" fmla="*/ 1811867 h 2870200"/>
              <a:gd name="connsiteX112" fmla="*/ 2336800 w 4089400"/>
              <a:gd name="connsiteY112" fmla="*/ 1871134 h 2870200"/>
              <a:gd name="connsiteX113" fmla="*/ 2362200 w 4089400"/>
              <a:gd name="connsiteY113" fmla="*/ 1938867 h 2870200"/>
              <a:gd name="connsiteX114" fmla="*/ 2370666 w 4089400"/>
              <a:gd name="connsiteY114" fmla="*/ 1972734 h 2870200"/>
              <a:gd name="connsiteX115" fmla="*/ 2379133 w 4089400"/>
              <a:gd name="connsiteY115" fmla="*/ 1574800 h 2870200"/>
              <a:gd name="connsiteX116" fmla="*/ 2404533 w 4089400"/>
              <a:gd name="connsiteY116" fmla="*/ 1236134 h 2870200"/>
              <a:gd name="connsiteX117" fmla="*/ 2421466 w 4089400"/>
              <a:gd name="connsiteY117" fmla="*/ 1092200 h 2870200"/>
              <a:gd name="connsiteX118" fmla="*/ 2429933 w 4089400"/>
              <a:gd name="connsiteY118" fmla="*/ 1066800 h 2870200"/>
              <a:gd name="connsiteX119" fmla="*/ 2438400 w 4089400"/>
              <a:gd name="connsiteY119" fmla="*/ 1092200 h 2870200"/>
              <a:gd name="connsiteX120" fmla="*/ 2455333 w 4089400"/>
              <a:gd name="connsiteY120" fmla="*/ 1117600 h 2870200"/>
              <a:gd name="connsiteX121" fmla="*/ 2463800 w 4089400"/>
              <a:gd name="connsiteY121" fmla="*/ 1227667 h 2870200"/>
              <a:gd name="connsiteX122" fmla="*/ 2489200 w 4089400"/>
              <a:gd name="connsiteY122" fmla="*/ 753534 h 2870200"/>
              <a:gd name="connsiteX123" fmla="*/ 2506133 w 4089400"/>
              <a:gd name="connsiteY123" fmla="*/ 685800 h 2870200"/>
              <a:gd name="connsiteX124" fmla="*/ 2514600 w 4089400"/>
              <a:gd name="connsiteY124" fmla="*/ 609600 h 2870200"/>
              <a:gd name="connsiteX125" fmla="*/ 2523066 w 4089400"/>
              <a:gd name="connsiteY125" fmla="*/ 558800 h 2870200"/>
              <a:gd name="connsiteX126" fmla="*/ 2540000 w 4089400"/>
              <a:gd name="connsiteY126" fmla="*/ 584200 h 2870200"/>
              <a:gd name="connsiteX127" fmla="*/ 2548466 w 4089400"/>
              <a:gd name="connsiteY127" fmla="*/ 778934 h 2870200"/>
              <a:gd name="connsiteX128" fmla="*/ 2590800 w 4089400"/>
              <a:gd name="connsiteY128" fmla="*/ 914400 h 2870200"/>
              <a:gd name="connsiteX129" fmla="*/ 2607733 w 4089400"/>
              <a:gd name="connsiteY129" fmla="*/ 973667 h 2870200"/>
              <a:gd name="connsiteX130" fmla="*/ 2624666 w 4089400"/>
              <a:gd name="connsiteY130" fmla="*/ 812800 h 2870200"/>
              <a:gd name="connsiteX131" fmla="*/ 2641600 w 4089400"/>
              <a:gd name="connsiteY131" fmla="*/ 694267 h 2870200"/>
              <a:gd name="connsiteX132" fmla="*/ 2667000 w 4089400"/>
              <a:gd name="connsiteY132" fmla="*/ 558800 h 2870200"/>
              <a:gd name="connsiteX133" fmla="*/ 2692400 w 4089400"/>
              <a:gd name="connsiteY133" fmla="*/ 321734 h 2870200"/>
              <a:gd name="connsiteX134" fmla="*/ 2709333 w 4089400"/>
              <a:gd name="connsiteY134" fmla="*/ 1058334 h 2870200"/>
              <a:gd name="connsiteX135" fmla="*/ 2735730 w 4089400"/>
              <a:gd name="connsiteY135" fmla="*/ 1023969 h 2870200"/>
              <a:gd name="connsiteX136" fmla="*/ 2785533 w 4089400"/>
              <a:gd name="connsiteY136" fmla="*/ 905934 h 2870200"/>
              <a:gd name="connsiteX137" fmla="*/ 2819400 w 4089400"/>
              <a:gd name="connsiteY137" fmla="*/ 855134 h 2870200"/>
              <a:gd name="connsiteX138" fmla="*/ 2844800 w 4089400"/>
              <a:gd name="connsiteY138" fmla="*/ 1422400 h 2870200"/>
              <a:gd name="connsiteX139" fmla="*/ 2853266 w 4089400"/>
              <a:gd name="connsiteY139" fmla="*/ 1388534 h 2870200"/>
              <a:gd name="connsiteX140" fmla="*/ 2870200 w 4089400"/>
              <a:gd name="connsiteY140" fmla="*/ 1363134 h 2870200"/>
              <a:gd name="connsiteX141" fmla="*/ 2895600 w 4089400"/>
              <a:gd name="connsiteY141" fmla="*/ 1278467 h 2870200"/>
              <a:gd name="connsiteX142" fmla="*/ 2912533 w 4089400"/>
              <a:gd name="connsiteY142" fmla="*/ 1320800 h 2870200"/>
              <a:gd name="connsiteX143" fmla="*/ 2929466 w 4089400"/>
              <a:gd name="connsiteY143" fmla="*/ 1388534 h 2870200"/>
              <a:gd name="connsiteX144" fmla="*/ 2946400 w 4089400"/>
              <a:gd name="connsiteY144" fmla="*/ 1422400 h 2870200"/>
              <a:gd name="connsiteX145" fmla="*/ 2988733 w 4089400"/>
              <a:gd name="connsiteY145" fmla="*/ 1540934 h 2870200"/>
              <a:gd name="connsiteX146" fmla="*/ 3005666 w 4089400"/>
              <a:gd name="connsiteY146" fmla="*/ 1566334 h 2870200"/>
              <a:gd name="connsiteX147" fmla="*/ 3039533 w 4089400"/>
              <a:gd name="connsiteY147" fmla="*/ 1718734 h 2870200"/>
              <a:gd name="connsiteX148" fmla="*/ 3064933 w 4089400"/>
              <a:gd name="connsiteY148" fmla="*/ 1761067 h 2870200"/>
              <a:gd name="connsiteX149" fmla="*/ 3098800 w 4089400"/>
              <a:gd name="connsiteY149" fmla="*/ 1879600 h 2870200"/>
              <a:gd name="connsiteX150" fmla="*/ 3090333 w 4089400"/>
              <a:gd name="connsiteY150" fmla="*/ 1913467 h 2870200"/>
              <a:gd name="connsiteX151" fmla="*/ 3102783 w 4089400"/>
              <a:gd name="connsiteY151" fmla="*/ 1901016 h 2870200"/>
              <a:gd name="connsiteX152" fmla="*/ 3081866 w 4089400"/>
              <a:gd name="connsiteY152" fmla="*/ 1888067 h 2870200"/>
              <a:gd name="connsiteX153" fmla="*/ 3107266 w 4089400"/>
              <a:gd name="connsiteY153" fmla="*/ 1871134 h 2870200"/>
              <a:gd name="connsiteX154" fmla="*/ 3115733 w 4089400"/>
              <a:gd name="connsiteY154" fmla="*/ 1769534 h 2870200"/>
              <a:gd name="connsiteX155" fmla="*/ 3132666 w 4089400"/>
              <a:gd name="connsiteY155" fmla="*/ 1710267 h 2870200"/>
              <a:gd name="connsiteX156" fmla="*/ 3141133 w 4089400"/>
              <a:gd name="connsiteY156" fmla="*/ 1684867 h 2870200"/>
              <a:gd name="connsiteX157" fmla="*/ 3166533 w 4089400"/>
              <a:gd name="connsiteY157" fmla="*/ 1676400 h 2870200"/>
              <a:gd name="connsiteX158" fmla="*/ 3175000 w 4089400"/>
              <a:gd name="connsiteY158" fmla="*/ 2006600 h 2870200"/>
              <a:gd name="connsiteX159" fmla="*/ 3183466 w 4089400"/>
              <a:gd name="connsiteY159" fmla="*/ 2048934 h 2870200"/>
              <a:gd name="connsiteX160" fmla="*/ 3191933 w 4089400"/>
              <a:gd name="connsiteY160" fmla="*/ 2099734 h 2870200"/>
              <a:gd name="connsiteX161" fmla="*/ 3208866 w 4089400"/>
              <a:gd name="connsiteY161" fmla="*/ 2048934 h 2870200"/>
              <a:gd name="connsiteX162" fmla="*/ 3217333 w 4089400"/>
              <a:gd name="connsiteY162" fmla="*/ 1998134 h 2870200"/>
              <a:gd name="connsiteX163" fmla="*/ 3251200 w 4089400"/>
              <a:gd name="connsiteY163" fmla="*/ 2353734 h 2870200"/>
              <a:gd name="connsiteX164" fmla="*/ 3276600 w 4089400"/>
              <a:gd name="connsiteY164" fmla="*/ 2387600 h 2870200"/>
              <a:gd name="connsiteX165" fmla="*/ 3285066 w 4089400"/>
              <a:gd name="connsiteY165" fmla="*/ 2497667 h 2870200"/>
              <a:gd name="connsiteX166" fmla="*/ 3302000 w 4089400"/>
              <a:gd name="connsiteY166" fmla="*/ 2531534 h 2870200"/>
              <a:gd name="connsiteX167" fmla="*/ 3318933 w 4089400"/>
              <a:gd name="connsiteY167" fmla="*/ 2599267 h 2870200"/>
              <a:gd name="connsiteX168" fmla="*/ 3344333 w 4089400"/>
              <a:gd name="connsiteY168" fmla="*/ 2667000 h 2870200"/>
              <a:gd name="connsiteX169" fmla="*/ 3386666 w 4089400"/>
              <a:gd name="connsiteY169" fmla="*/ 2810934 h 2870200"/>
              <a:gd name="connsiteX170" fmla="*/ 3412066 w 4089400"/>
              <a:gd name="connsiteY170" fmla="*/ 2870200 h 2870200"/>
              <a:gd name="connsiteX171" fmla="*/ 3437466 w 4089400"/>
              <a:gd name="connsiteY171" fmla="*/ 1828800 h 2870200"/>
              <a:gd name="connsiteX172" fmla="*/ 3436968 w 4089400"/>
              <a:gd name="connsiteY172" fmla="*/ 2090271 h 2870200"/>
              <a:gd name="connsiteX173" fmla="*/ 3462866 w 4089400"/>
              <a:gd name="connsiteY173" fmla="*/ 1735667 h 2870200"/>
              <a:gd name="connsiteX174" fmla="*/ 3488266 w 4089400"/>
              <a:gd name="connsiteY174" fmla="*/ 1651000 h 2870200"/>
              <a:gd name="connsiteX175" fmla="*/ 3496733 w 4089400"/>
              <a:gd name="connsiteY175" fmla="*/ 1701800 h 2870200"/>
              <a:gd name="connsiteX176" fmla="*/ 3500717 w 4089400"/>
              <a:gd name="connsiteY176" fmla="*/ 1875118 h 2870200"/>
              <a:gd name="connsiteX177" fmla="*/ 3522133 w 4089400"/>
              <a:gd name="connsiteY177" fmla="*/ 1752600 h 2870200"/>
              <a:gd name="connsiteX178" fmla="*/ 3530600 w 4089400"/>
              <a:gd name="connsiteY178" fmla="*/ 1693334 h 2870200"/>
              <a:gd name="connsiteX179" fmla="*/ 3572933 w 4089400"/>
              <a:gd name="connsiteY179" fmla="*/ 1608667 h 2870200"/>
              <a:gd name="connsiteX180" fmla="*/ 3589866 w 4089400"/>
              <a:gd name="connsiteY180" fmla="*/ 1566334 h 2870200"/>
              <a:gd name="connsiteX181" fmla="*/ 3632200 w 4089400"/>
              <a:gd name="connsiteY181" fmla="*/ 1464734 h 2870200"/>
              <a:gd name="connsiteX182" fmla="*/ 3636184 w 4089400"/>
              <a:gd name="connsiteY182" fmla="*/ 1373094 h 2870200"/>
              <a:gd name="connsiteX183" fmla="*/ 3657600 w 4089400"/>
              <a:gd name="connsiteY183" fmla="*/ 1363134 h 2870200"/>
              <a:gd name="connsiteX184" fmla="*/ 3674533 w 4089400"/>
              <a:gd name="connsiteY184" fmla="*/ 1320800 h 2870200"/>
              <a:gd name="connsiteX185" fmla="*/ 3669553 w 4089400"/>
              <a:gd name="connsiteY185" fmla="*/ 1151964 h 2870200"/>
              <a:gd name="connsiteX186" fmla="*/ 3716866 w 4089400"/>
              <a:gd name="connsiteY186" fmla="*/ 1227667 h 2870200"/>
              <a:gd name="connsiteX187" fmla="*/ 3725333 w 4089400"/>
              <a:gd name="connsiteY187" fmla="*/ 1176867 h 2870200"/>
              <a:gd name="connsiteX188" fmla="*/ 3742266 w 4089400"/>
              <a:gd name="connsiteY188" fmla="*/ 1126067 h 2870200"/>
              <a:gd name="connsiteX189" fmla="*/ 3750733 w 4089400"/>
              <a:gd name="connsiteY189" fmla="*/ 1058334 h 2870200"/>
              <a:gd name="connsiteX190" fmla="*/ 3759200 w 4089400"/>
              <a:gd name="connsiteY190" fmla="*/ 1270000 h 2870200"/>
              <a:gd name="connsiteX191" fmla="*/ 3788048 w 4089400"/>
              <a:gd name="connsiteY191" fmla="*/ 678606 h 2870200"/>
              <a:gd name="connsiteX192" fmla="*/ 3793066 w 4089400"/>
              <a:gd name="connsiteY192" fmla="*/ 558800 h 2870200"/>
              <a:gd name="connsiteX193" fmla="*/ 3810000 w 4089400"/>
              <a:gd name="connsiteY193" fmla="*/ 482600 h 2870200"/>
              <a:gd name="connsiteX194" fmla="*/ 3818466 w 4089400"/>
              <a:gd name="connsiteY194" fmla="*/ 533400 h 2870200"/>
              <a:gd name="connsiteX195" fmla="*/ 3835400 w 4089400"/>
              <a:gd name="connsiteY195" fmla="*/ 660400 h 2870200"/>
              <a:gd name="connsiteX196" fmla="*/ 3843866 w 4089400"/>
              <a:gd name="connsiteY196" fmla="*/ 702734 h 2870200"/>
              <a:gd name="connsiteX197" fmla="*/ 3860800 w 4089400"/>
              <a:gd name="connsiteY197" fmla="*/ 736600 h 2870200"/>
              <a:gd name="connsiteX198" fmla="*/ 3877733 w 4089400"/>
              <a:gd name="connsiteY198" fmla="*/ 702734 h 2870200"/>
              <a:gd name="connsiteX199" fmla="*/ 3937000 w 4089400"/>
              <a:gd name="connsiteY199" fmla="*/ 482600 h 2870200"/>
              <a:gd name="connsiteX200" fmla="*/ 3953933 w 4089400"/>
              <a:gd name="connsiteY200" fmla="*/ 457200 h 2870200"/>
              <a:gd name="connsiteX201" fmla="*/ 3979333 w 4089400"/>
              <a:gd name="connsiteY201" fmla="*/ 177800 h 2870200"/>
              <a:gd name="connsiteX202" fmla="*/ 4004733 w 4089400"/>
              <a:gd name="connsiteY202" fmla="*/ 135467 h 2870200"/>
              <a:gd name="connsiteX203" fmla="*/ 4013200 w 4089400"/>
              <a:gd name="connsiteY203" fmla="*/ 101600 h 2870200"/>
              <a:gd name="connsiteX204" fmla="*/ 4021666 w 4089400"/>
              <a:gd name="connsiteY204" fmla="*/ 76200 h 2870200"/>
              <a:gd name="connsiteX205" fmla="*/ 4030133 w 4089400"/>
              <a:gd name="connsiteY205" fmla="*/ 110067 h 2870200"/>
              <a:gd name="connsiteX206" fmla="*/ 4047066 w 4089400"/>
              <a:gd name="connsiteY206" fmla="*/ 160867 h 2870200"/>
              <a:gd name="connsiteX207" fmla="*/ 4089400 w 4089400"/>
              <a:gd name="connsiteY207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42333 w 4089400"/>
              <a:gd name="connsiteY2" fmla="*/ 567267 h 2870200"/>
              <a:gd name="connsiteX3" fmla="*/ 47892 w 4089400"/>
              <a:gd name="connsiteY3" fmla="*/ 828517 h 2870200"/>
              <a:gd name="connsiteX4" fmla="*/ 32533 w 4089400"/>
              <a:gd name="connsiteY4" fmla="*/ 1083293 h 2870200"/>
              <a:gd name="connsiteX5" fmla="*/ 30266 w 4089400"/>
              <a:gd name="connsiteY5" fmla="*/ 1212385 h 2870200"/>
              <a:gd name="connsiteX6" fmla="*/ 25400 w 4089400"/>
              <a:gd name="connsiteY6" fmla="*/ 1354667 h 2870200"/>
              <a:gd name="connsiteX7" fmla="*/ 33866 w 4089400"/>
              <a:gd name="connsiteY7" fmla="*/ 1329267 h 2870200"/>
              <a:gd name="connsiteX8" fmla="*/ 59266 w 4089400"/>
              <a:gd name="connsiteY8" fmla="*/ 1253067 h 2870200"/>
              <a:gd name="connsiteX9" fmla="*/ 76200 w 4089400"/>
              <a:gd name="connsiteY9" fmla="*/ 1202267 h 2870200"/>
              <a:gd name="connsiteX10" fmla="*/ 110066 w 4089400"/>
              <a:gd name="connsiteY10" fmla="*/ 1100667 h 2870200"/>
              <a:gd name="connsiteX11" fmla="*/ 143933 w 4089400"/>
              <a:gd name="connsiteY11" fmla="*/ 999067 h 2870200"/>
              <a:gd name="connsiteX12" fmla="*/ 160866 w 4089400"/>
              <a:gd name="connsiteY12" fmla="*/ 948267 h 2870200"/>
              <a:gd name="connsiteX13" fmla="*/ 177800 w 4089400"/>
              <a:gd name="connsiteY13" fmla="*/ 1134534 h 2870200"/>
              <a:gd name="connsiteX14" fmla="*/ 194733 w 4089400"/>
              <a:gd name="connsiteY14" fmla="*/ 1464734 h 2870200"/>
              <a:gd name="connsiteX15" fmla="*/ 254000 w 4089400"/>
              <a:gd name="connsiteY15" fmla="*/ 1363134 h 2870200"/>
              <a:gd name="connsiteX16" fmla="*/ 279400 w 4089400"/>
              <a:gd name="connsiteY16" fmla="*/ 1371600 h 2870200"/>
              <a:gd name="connsiteX17" fmla="*/ 287866 w 4089400"/>
              <a:gd name="connsiteY17" fmla="*/ 2243667 h 2870200"/>
              <a:gd name="connsiteX18" fmla="*/ 313266 w 4089400"/>
              <a:gd name="connsiteY18" fmla="*/ 2201334 h 2870200"/>
              <a:gd name="connsiteX19" fmla="*/ 321733 w 4089400"/>
              <a:gd name="connsiteY19" fmla="*/ 2150534 h 2870200"/>
              <a:gd name="connsiteX20" fmla="*/ 346635 w 4089400"/>
              <a:gd name="connsiteY20" fmla="*/ 2376146 h 2870200"/>
              <a:gd name="connsiteX21" fmla="*/ 364066 w 4089400"/>
              <a:gd name="connsiteY21" fmla="*/ 2082800 h 2870200"/>
              <a:gd name="connsiteX22" fmla="*/ 389965 w 4089400"/>
              <a:gd name="connsiteY22" fmla="*/ 1792444 h 2870200"/>
              <a:gd name="connsiteX23" fmla="*/ 397933 w 4089400"/>
              <a:gd name="connsiteY23" fmla="*/ 2032000 h 2870200"/>
              <a:gd name="connsiteX24" fmla="*/ 423333 w 4089400"/>
              <a:gd name="connsiteY24" fmla="*/ 1998134 h 2870200"/>
              <a:gd name="connsiteX25" fmla="*/ 440266 w 4089400"/>
              <a:gd name="connsiteY25" fmla="*/ 1752600 h 2870200"/>
              <a:gd name="connsiteX26" fmla="*/ 465666 w 4089400"/>
              <a:gd name="connsiteY26" fmla="*/ 1651000 h 2870200"/>
              <a:gd name="connsiteX27" fmla="*/ 491066 w 4089400"/>
              <a:gd name="connsiteY27" fmla="*/ 1710267 h 2870200"/>
              <a:gd name="connsiteX28" fmla="*/ 499533 w 4089400"/>
              <a:gd name="connsiteY28" fmla="*/ 1851666 h 2870200"/>
              <a:gd name="connsiteX29" fmla="*/ 533400 w 4089400"/>
              <a:gd name="connsiteY29" fmla="*/ 1820334 h 2870200"/>
              <a:gd name="connsiteX30" fmla="*/ 558800 w 4089400"/>
              <a:gd name="connsiteY30" fmla="*/ 1938867 h 2870200"/>
              <a:gd name="connsiteX31" fmla="*/ 575733 w 4089400"/>
              <a:gd name="connsiteY31" fmla="*/ 1998134 h 2870200"/>
              <a:gd name="connsiteX32" fmla="*/ 592666 w 4089400"/>
              <a:gd name="connsiteY32" fmla="*/ 2023534 h 2870200"/>
              <a:gd name="connsiteX33" fmla="*/ 618066 w 4089400"/>
              <a:gd name="connsiteY33" fmla="*/ 1786467 h 2870200"/>
              <a:gd name="connsiteX34" fmla="*/ 626533 w 4089400"/>
              <a:gd name="connsiteY34" fmla="*/ 1744134 h 2870200"/>
              <a:gd name="connsiteX35" fmla="*/ 643466 w 4089400"/>
              <a:gd name="connsiteY35" fmla="*/ 1718734 h 2870200"/>
              <a:gd name="connsiteX36" fmla="*/ 660400 w 4089400"/>
              <a:gd name="connsiteY36" fmla="*/ 1617134 h 2870200"/>
              <a:gd name="connsiteX37" fmla="*/ 677333 w 4089400"/>
              <a:gd name="connsiteY37" fmla="*/ 1557867 h 2870200"/>
              <a:gd name="connsiteX38" fmla="*/ 685800 w 4089400"/>
              <a:gd name="connsiteY38" fmla="*/ 1524000 h 2870200"/>
              <a:gd name="connsiteX39" fmla="*/ 702733 w 4089400"/>
              <a:gd name="connsiteY39" fmla="*/ 1312334 h 2870200"/>
              <a:gd name="connsiteX40" fmla="*/ 719666 w 4089400"/>
              <a:gd name="connsiteY40" fmla="*/ 1380067 h 2870200"/>
              <a:gd name="connsiteX41" fmla="*/ 736600 w 4089400"/>
              <a:gd name="connsiteY41" fmla="*/ 1532467 h 2870200"/>
              <a:gd name="connsiteX42" fmla="*/ 753533 w 4089400"/>
              <a:gd name="connsiteY42" fmla="*/ 1566334 h 2870200"/>
              <a:gd name="connsiteX43" fmla="*/ 778933 w 4089400"/>
              <a:gd name="connsiteY43" fmla="*/ 1456267 h 2870200"/>
              <a:gd name="connsiteX44" fmla="*/ 795866 w 4089400"/>
              <a:gd name="connsiteY44" fmla="*/ 1430867 h 2870200"/>
              <a:gd name="connsiteX45" fmla="*/ 829733 w 4089400"/>
              <a:gd name="connsiteY45" fmla="*/ 1388534 h 2870200"/>
              <a:gd name="connsiteX46" fmla="*/ 838200 w 4089400"/>
              <a:gd name="connsiteY46" fmla="*/ 1498600 h 2870200"/>
              <a:gd name="connsiteX47" fmla="*/ 863600 w 4089400"/>
              <a:gd name="connsiteY47" fmla="*/ 1811867 h 2870200"/>
              <a:gd name="connsiteX48" fmla="*/ 872066 w 4089400"/>
              <a:gd name="connsiteY48" fmla="*/ 1642534 h 2870200"/>
              <a:gd name="connsiteX49" fmla="*/ 897466 w 4089400"/>
              <a:gd name="connsiteY49" fmla="*/ 1583267 h 2870200"/>
              <a:gd name="connsiteX50" fmla="*/ 905933 w 4089400"/>
              <a:gd name="connsiteY50" fmla="*/ 1557867 h 2870200"/>
              <a:gd name="connsiteX51" fmla="*/ 914400 w 4089400"/>
              <a:gd name="connsiteY51" fmla="*/ 2006600 h 2870200"/>
              <a:gd name="connsiteX52" fmla="*/ 939800 w 4089400"/>
              <a:gd name="connsiteY52" fmla="*/ 2116667 h 2870200"/>
              <a:gd name="connsiteX53" fmla="*/ 948266 w 4089400"/>
              <a:gd name="connsiteY53" fmla="*/ 1948424 h 2870200"/>
              <a:gd name="connsiteX54" fmla="*/ 965200 w 4089400"/>
              <a:gd name="connsiteY54" fmla="*/ 1794934 h 2870200"/>
              <a:gd name="connsiteX55" fmla="*/ 973666 w 4089400"/>
              <a:gd name="connsiteY55" fmla="*/ 1761067 h 2870200"/>
              <a:gd name="connsiteX56" fmla="*/ 990600 w 4089400"/>
              <a:gd name="connsiteY56" fmla="*/ 1871134 h 2870200"/>
              <a:gd name="connsiteX57" fmla="*/ 1007533 w 4089400"/>
              <a:gd name="connsiteY57" fmla="*/ 1947334 h 2870200"/>
              <a:gd name="connsiteX58" fmla="*/ 1024466 w 4089400"/>
              <a:gd name="connsiteY58" fmla="*/ 2040467 h 2870200"/>
              <a:gd name="connsiteX59" fmla="*/ 1049866 w 4089400"/>
              <a:gd name="connsiteY59" fmla="*/ 2108200 h 2870200"/>
              <a:gd name="connsiteX60" fmla="*/ 1058333 w 4089400"/>
              <a:gd name="connsiteY60" fmla="*/ 2150534 h 2870200"/>
              <a:gd name="connsiteX61" fmla="*/ 1100666 w 4089400"/>
              <a:gd name="connsiteY61" fmla="*/ 2209800 h 2870200"/>
              <a:gd name="connsiteX62" fmla="*/ 1109133 w 4089400"/>
              <a:gd name="connsiteY62" fmla="*/ 2108200 h 2870200"/>
              <a:gd name="connsiteX63" fmla="*/ 1159933 w 4089400"/>
              <a:gd name="connsiteY63" fmla="*/ 1989667 h 2870200"/>
              <a:gd name="connsiteX64" fmla="*/ 1210733 w 4089400"/>
              <a:gd name="connsiteY64" fmla="*/ 1913467 h 2870200"/>
              <a:gd name="connsiteX65" fmla="*/ 1219200 w 4089400"/>
              <a:gd name="connsiteY65" fmla="*/ 2167467 h 2870200"/>
              <a:gd name="connsiteX66" fmla="*/ 1236133 w 4089400"/>
              <a:gd name="connsiteY66" fmla="*/ 2082800 h 2870200"/>
              <a:gd name="connsiteX67" fmla="*/ 1244600 w 4089400"/>
              <a:gd name="connsiteY67" fmla="*/ 2015067 h 2870200"/>
              <a:gd name="connsiteX68" fmla="*/ 1286933 w 4089400"/>
              <a:gd name="connsiteY68" fmla="*/ 1854200 h 2870200"/>
              <a:gd name="connsiteX69" fmla="*/ 1295400 w 4089400"/>
              <a:gd name="connsiteY69" fmla="*/ 1803400 h 2870200"/>
              <a:gd name="connsiteX70" fmla="*/ 1320800 w 4089400"/>
              <a:gd name="connsiteY70" fmla="*/ 1701800 h 2870200"/>
              <a:gd name="connsiteX71" fmla="*/ 1346200 w 4089400"/>
              <a:gd name="connsiteY71" fmla="*/ 1718734 h 2870200"/>
              <a:gd name="connsiteX72" fmla="*/ 1354666 w 4089400"/>
              <a:gd name="connsiteY72" fmla="*/ 1744134 h 2870200"/>
              <a:gd name="connsiteX73" fmla="*/ 1380066 w 4089400"/>
              <a:gd name="connsiteY73" fmla="*/ 1828800 h 2870200"/>
              <a:gd name="connsiteX74" fmla="*/ 1397000 w 4089400"/>
              <a:gd name="connsiteY74" fmla="*/ 1879600 h 2870200"/>
              <a:gd name="connsiteX75" fmla="*/ 1405466 w 4089400"/>
              <a:gd name="connsiteY75" fmla="*/ 1913467 h 2870200"/>
              <a:gd name="connsiteX76" fmla="*/ 1430866 w 4089400"/>
              <a:gd name="connsiteY76" fmla="*/ 1947334 h 2870200"/>
              <a:gd name="connsiteX77" fmla="*/ 1447800 w 4089400"/>
              <a:gd name="connsiteY77" fmla="*/ 1938867 h 2870200"/>
              <a:gd name="connsiteX78" fmla="*/ 1490133 w 4089400"/>
              <a:gd name="connsiteY78" fmla="*/ 1803400 h 2870200"/>
              <a:gd name="connsiteX79" fmla="*/ 1549400 w 4089400"/>
              <a:gd name="connsiteY79" fmla="*/ 1651000 h 2870200"/>
              <a:gd name="connsiteX80" fmla="*/ 1557866 w 4089400"/>
              <a:gd name="connsiteY80" fmla="*/ 1591734 h 2870200"/>
              <a:gd name="connsiteX81" fmla="*/ 1574800 w 4089400"/>
              <a:gd name="connsiteY81" fmla="*/ 1566334 h 2870200"/>
              <a:gd name="connsiteX82" fmla="*/ 1583266 w 4089400"/>
              <a:gd name="connsiteY82" fmla="*/ 1524000 h 2870200"/>
              <a:gd name="connsiteX83" fmla="*/ 1591733 w 4089400"/>
              <a:gd name="connsiteY83" fmla="*/ 1498600 h 2870200"/>
              <a:gd name="connsiteX84" fmla="*/ 1608666 w 4089400"/>
              <a:gd name="connsiteY84" fmla="*/ 1524000 h 2870200"/>
              <a:gd name="connsiteX85" fmla="*/ 1634066 w 4089400"/>
              <a:gd name="connsiteY85" fmla="*/ 1490134 h 2870200"/>
              <a:gd name="connsiteX86" fmla="*/ 1659466 w 4089400"/>
              <a:gd name="connsiteY86" fmla="*/ 1388534 h 2870200"/>
              <a:gd name="connsiteX87" fmla="*/ 1718733 w 4089400"/>
              <a:gd name="connsiteY87" fmla="*/ 1286934 h 2870200"/>
              <a:gd name="connsiteX88" fmla="*/ 1769533 w 4089400"/>
              <a:gd name="connsiteY88" fmla="*/ 1176867 h 2870200"/>
              <a:gd name="connsiteX89" fmla="*/ 1794933 w 4089400"/>
              <a:gd name="connsiteY89" fmla="*/ 1202267 h 2870200"/>
              <a:gd name="connsiteX90" fmla="*/ 1803400 w 4089400"/>
              <a:gd name="connsiteY90" fmla="*/ 1227667 h 2870200"/>
              <a:gd name="connsiteX91" fmla="*/ 1820333 w 4089400"/>
              <a:gd name="connsiteY91" fmla="*/ 1261534 h 2870200"/>
              <a:gd name="connsiteX92" fmla="*/ 1862666 w 4089400"/>
              <a:gd name="connsiteY92" fmla="*/ 1422400 h 2870200"/>
              <a:gd name="connsiteX93" fmla="*/ 1913466 w 4089400"/>
              <a:gd name="connsiteY93" fmla="*/ 1600200 h 2870200"/>
              <a:gd name="connsiteX94" fmla="*/ 1964266 w 4089400"/>
              <a:gd name="connsiteY94" fmla="*/ 1744134 h 2870200"/>
              <a:gd name="connsiteX95" fmla="*/ 1981200 w 4089400"/>
              <a:gd name="connsiteY95" fmla="*/ 1498600 h 2870200"/>
              <a:gd name="connsiteX96" fmla="*/ 1998133 w 4089400"/>
              <a:gd name="connsiteY96" fmla="*/ 1464734 h 2870200"/>
              <a:gd name="connsiteX97" fmla="*/ 2006600 w 4089400"/>
              <a:gd name="connsiteY97" fmla="*/ 1439334 h 2870200"/>
              <a:gd name="connsiteX98" fmla="*/ 2057400 w 4089400"/>
              <a:gd name="connsiteY98" fmla="*/ 2032000 h 2870200"/>
              <a:gd name="connsiteX99" fmla="*/ 2065866 w 4089400"/>
              <a:gd name="connsiteY99" fmla="*/ 2150534 h 2870200"/>
              <a:gd name="connsiteX100" fmla="*/ 2074333 w 4089400"/>
              <a:gd name="connsiteY100" fmla="*/ 2489200 h 2870200"/>
              <a:gd name="connsiteX101" fmla="*/ 2108200 w 4089400"/>
              <a:gd name="connsiteY101" fmla="*/ 2421467 h 2870200"/>
              <a:gd name="connsiteX102" fmla="*/ 2150533 w 4089400"/>
              <a:gd name="connsiteY102" fmla="*/ 2319867 h 2870200"/>
              <a:gd name="connsiteX103" fmla="*/ 2175933 w 4089400"/>
              <a:gd name="connsiteY103" fmla="*/ 2286000 h 2870200"/>
              <a:gd name="connsiteX104" fmla="*/ 2209800 w 4089400"/>
              <a:gd name="connsiteY104" fmla="*/ 2235200 h 2870200"/>
              <a:gd name="connsiteX105" fmla="*/ 2226733 w 4089400"/>
              <a:gd name="connsiteY105" fmla="*/ 2514600 h 2870200"/>
              <a:gd name="connsiteX106" fmla="*/ 2252133 w 4089400"/>
              <a:gd name="connsiteY106" fmla="*/ 2565400 h 2870200"/>
              <a:gd name="connsiteX107" fmla="*/ 2260600 w 4089400"/>
              <a:gd name="connsiteY107" fmla="*/ 2489200 h 2870200"/>
              <a:gd name="connsiteX108" fmla="*/ 2277533 w 4089400"/>
              <a:gd name="connsiteY108" fmla="*/ 2421467 h 2870200"/>
              <a:gd name="connsiteX109" fmla="*/ 2286000 w 4089400"/>
              <a:gd name="connsiteY109" fmla="*/ 1718734 h 2870200"/>
              <a:gd name="connsiteX110" fmla="*/ 2311400 w 4089400"/>
              <a:gd name="connsiteY110" fmla="*/ 1811867 h 2870200"/>
              <a:gd name="connsiteX111" fmla="*/ 2336800 w 4089400"/>
              <a:gd name="connsiteY111" fmla="*/ 1871134 h 2870200"/>
              <a:gd name="connsiteX112" fmla="*/ 2362200 w 4089400"/>
              <a:gd name="connsiteY112" fmla="*/ 1938867 h 2870200"/>
              <a:gd name="connsiteX113" fmla="*/ 2370666 w 4089400"/>
              <a:gd name="connsiteY113" fmla="*/ 1972734 h 2870200"/>
              <a:gd name="connsiteX114" fmla="*/ 2379133 w 4089400"/>
              <a:gd name="connsiteY114" fmla="*/ 1574800 h 2870200"/>
              <a:gd name="connsiteX115" fmla="*/ 2404533 w 4089400"/>
              <a:gd name="connsiteY115" fmla="*/ 1236134 h 2870200"/>
              <a:gd name="connsiteX116" fmla="*/ 2421466 w 4089400"/>
              <a:gd name="connsiteY116" fmla="*/ 1092200 h 2870200"/>
              <a:gd name="connsiteX117" fmla="*/ 2429933 w 4089400"/>
              <a:gd name="connsiteY117" fmla="*/ 1066800 h 2870200"/>
              <a:gd name="connsiteX118" fmla="*/ 2438400 w 4089400"/>
              <a:gd name="connsiteY118" fmla="*/ 1092200 h 2870200"/>
              <a:gd name="connsiteX119" fmla="*/ 2455333 w 4089400"/>
              <a:gd name="connsiteY119" fmla="*/ 1117600 h 2870200"/>
              <a:gd name="connsiteX120" fmla="*/ 2463800 w 4089400"/>
              <a:gd name="connsiteY120" fmla="*/ 1227667 h 2870200"/>
              <a:gd name="connsiteX121" fmla="*/ 2489200 w 4089400"/>
              <a:gd name="connsiteY121" fmla="*/ 753534 h 2870200"/>
              <a:gd name="connsiteX122" fmla="*/ 2506133 w 4089400"/>
              <a:gd name="connsiteY122" fmla="*/ 685800 h 2870200"/>
              <a:gd name="connsiteX123" fmla="*/ 2514600 w 4089400"/>
              <a:gd name="connsiteY123" fmla="*/ 609600 h 2870200"/>
              <a:gd name="connsiteX124" fmla="*/ 2523066 w 4089400"/>
              <a:gd name="connsiteY124" fmla="*/ 558800 h 2870200"/>
              <a:gd name="connsiteX125" fmla="*/ 2540000 w 4089400"/>
              <a:gd name="connsiteY125" fmla="*/ 584200 h 2870200"/>
              <a:gd name="connsiteX126" fmla="*/ 2548466 w 4089400"/>
              <a:gd name="connsiteY126" fmla="*/ 778934 h 2870200"/>
              <a:gd name="connsiteX127" fmla="*/ 2590800 w 4089400"/>
              <a:gd name="connsiteY127" fmla="*/ 914400 h 2870200"/>
              <a:gd name="connsiteX128" fmla="*/ 2607733 w 4089400"/>
              <a:gd name="connsiteY128" fmla="*/ 973667 h 2870200"/>
              <a:gd name="connsiteX129" fmla="*/ 2624666 w 4089400"/>
              <a:gd name="connsiteY129" fmla="*/ 812800 h 2870200"/>
              <a:gd name="connsiteX130" fmla="*/ 2641600 w 4089400"/>
              <a:gd name="connsiteY130" fmla="*/ 694267 h 2870200"/>
              <a:gd name="connsiteX131" fmla="*/ 2667000 w 4089400"/>
              <a:gd name="connsiteY131" fmla="*/ 558800 h 2870200"/>
              <a:gd name="connsiteX132" fmla="*/ 2692400 w 4089400"/>
              <a:gd name="connsiteY132" fmla="*/ 321734 h 2870200"/>
              <a:gd name="connsiteX133" fmla="*/ 2709333 w 4089400"/>
              <a:gd name="connsiteY133" fmla="*/ 1058334 h 2870200"/>
              <a:gd name="connsiteX134" fmla="*/ 2735730 w 4089400"/>
              <a:gd name="connsiteY134" fmla="*/ 1023969 h 2870200"/>
              <a:gd name="connsiteX135" fmla="*/ 2785533 w 4089400"/>
              <a:gd name="connsiteY135" fmla="*/ 905934 h 2870200"/>
              <a:gd name="connsiteX136" fmla="*/ 2819400 w 4089400"/>
              <a:gd name="connsiteY136" fmla="*/ 855134 h 2870200"/>
              <a:gd name="connsiteX137" fmla="*/ 2844800 w 4089400"/>
              <a:gd name="connsiteY137" fmla="*/ 1422400 h 2870200"/>
              <a:gd name="connsiteX138" fmla="*/ 2853266 w 4089400"/>
              <a:gd name="connsiteY138" fmla="*/ 1388534 h 2870200"/>
              <a:gd name="connsiteX139" fmla="*/ 2870200 w 4089400"/>
              <a:gd name="connsiteY139" fmla="*/ 1363134 h 2870200"/>
              <a:gd name="connsiteX140" fmla="*/ 2895600 w 4089400"/>
              <a:gd name="connsiteY140" fmla="*/ 1278467 h 2870200"/>
              <a:gd name="connsiteX141" fmla="*/ 2912533 w 4089400"/>
              <a:gd name="connsiteY141" fmla="*/ 1320800 h 2870200"/>
              <a:gd name="connsiteX142" fmla="*/ 2929466 w 4089400"/>
              <a:gd name="connsiteY142" fmla="*/ 1388534 h 2870200"/>
              <a:gd name="connsiteX143" fmla="*/ 2946400 w 4089400"/>
              <a:gd name="connsiteY143" fmla="*/ 1422400 h 2870200"/>
              <a:gd name="connsiteX144" fmla="*/ 2988733 w 4089400"/>
              <a:gd name="connsiteY144" fmla="*/ 1540934 h 2870200"/>
              <a:gd name="connsiteX145" fmla="*/ 3005666 w 4089400"/>
              <a:gd name="connsiteY145" fmla="*/ 1566334 h 2870200"/>
              <a:gd name="connsiteX146" fmla="*/ 3039533 w 4089400"/>
              <a:gd name="connsiteY146" fmla="*/ 1718734 h 2870200"/>
              <a:gd name="connsiteX147" fmla="*/ 3064933 w 4089400"/>
              <a:gd name="connsiteY147" fmla="*/ 1761067 h 2870200"/>
              <a:gd name="connsiteX148" fmla="*/ 3098800 w 4089400"/>
              <a:gd name="connsiteY148" fmla="*/ 1879600 h 2870200"/>
              <a:gd name="connsiteX149" fmla="*/ 3090333 w 4089400"/>
              <a:gd name="connsiteY149" fmla="*/ 1913467 h 2870200"/>
              <a:gd name="connsiteX150" fmla="*/ 3102783 w 4089400"/>
              <a:gd name="connsiteY150" fmla="*/ 1901016 h 2870200"/>
              <a:gd name="connsiteX151" fmla="*/ 3081866 w 4089400"/>
              <a:gd name="connsiteY151" fmla="*/ 1888067 h 2870200"/>
              <a:gd name="connsiteX152" fmla="*/ 3107266 w 4089400"/>
              <a:gd name="connsiteY152" fmla="*/ 1871134 h 2870200"/>
              <a:gd name="connsiteX153" fmla="*/ 3115733 w 4089400"/>
              <a:gd name="connsiteY153" fmla="*/ 1769534 h 2870200"/>
              <a:gd name="connsiteX154" fmla="*/ 3132666 w 4089400"/>
              <a:gd name="connsiteY154" fmla="*/ 1710267 h 2870200"/>
              <a:gd name="connsiteX155" fmla="*/ 3141133 w 4089400"/>
              <a:gd name="connsiteY155" fmla="*/ 1684867 h 2870200"/>
              <a:gd name="connsiteX156" fmla="*/ 3166533 w 4089400"/>
              <a:gd name="connsiteY156" fmla="*/ 1676400 h 2870200"/>
              <a:gd name="connsiteX157" fmla="*/ 3175000 w 4089400"/>
              <a:gd name="connsiteY157" fmla="*/ 2006600 h 2870200"/>
              <a:gd name="connsiteX158" fmla="*/ 3183466 w 4089400"/>
              <a:gd name="connsiteY158" fmla="*/ 2048934 h 2870200"/>
              <a:gd name="connsiteX159" fmla="*/ 3191933 w 4089400"/>
              <a:gd name="connsiteY159" fmla="*/ 2099734 h 2870200"/>
              <a:gd name="connsiteX160" fmla="*/ 3208866 w 4089400"/>
              <a:gd name="connsiteY160" fmla="*/ 2048934 h 2870200"/>
              <a:gd name="connsiteX161" fmla="*/ 3217333 w 4089400"/>
              <a:gd name="connsiteY161" fmla="*/ 1998134 h 2870200"/>
              <a:gd name="connsiteX162" fmla="*/ 3251200 w 4089400"/>
              <a:gd name="connsiteY162" fmla="*/ 2353734 h 2870200"/>
              <a:gd name="connsiteX163" fmla="*/ 3276600 w 4089400"/>
              <a:gd name="connsiteY163" fmla="*/ 2387600 h 2870200"/>
              <a:gd name="connsiteX164" fmla="*/ 3285066 w 4089400"/>
              <a:gd name="connsiteY164" fmla="*/ 2497667 h 2870200"/>
              <a:gd name="connsiteX165" fmla="*/ 3302000 w 4089400"/>
              <a:gd name="connsiteY165" fmla="*/ 2531534 h 2870200"/>
              <a:gd name="connsiteX166" fmla="*/ 3318933 w 4089400"/>
              <a:gd name="connsiteY166" fmla="*/ 2599267 h 2870200"/>
              <a:gd name="connsiteX167" fmla="*/ 3344333 w 4089400"/>
              <a:gd name="connsiteY167" fmla="*/ 2667000 h 2870200"/>
              <a:gd name="connsiteX168" fmla="*/ 3386666 w 4089400"/>
              <a:gd name="connsiteY168" fmla="*/ 2810934 h 2870200"/>
              <a:gd name="connsiteX169" fmla="*/ 3412066 w 4089400"/>
              <a:gd name="connsiteY169" fmla="*/ 2870200 h 2870200"/>
              <a:gd name="connsiteX170" fmla="*/ 3437466 w 4089400"/>
              <a:gd name="connsiteY170" fmla="*/ 1828800 h 2870200"/>
              <a:gd name="connsiteX171" fmla="*/ 3436968 w 4089400"/>
              <a:gd name="connsiteY171" fmla="*/ 2090271 h 2870200"/>
              <a:gd name="connsiteX172" fmla="*/ 3462866 w 4089400"/>
              <a:gd name="connsiteY172" fmla="*/ 1735667 h 2870200"/>
              <a:gd name="connsiteX173" fmla="*/ 3488266 w 4089400"/>
              <a:gd name="connsiteY173" fmla="*/ 1651000 h 2870200"/>
              <a:gd name="connsiteX174" fmla="*/ 3496733 w 4089400"/>
              <a:gd name="connsiteY174" fmla="*/ 1701800 h 2870200"/>
              <a:gd name="connsiteX175" fmla="*/ 3500717 w 4089400"/>
              <a:gd name="connsiteY175" fmla="*/ 1875118 h 2870200"/>
              <a:gd name="connsiteX176" fmla="*/ 3522133 w 4089400"/>
              <a:gd name="connsiteY176" fmla="*/ 1752600 h 2870200"/>
              <a:gd name="connsiteX177" fmla="*/ 3530600 w 4089400"/>
              <a:gd name="connsiteY177" fmla="*/ 1693334 h 2870200"/>
              <a:gd name="connsiteX178" fmla="*/ 3572933 w 4089400"/>
              <a:gd name="connsiteY178" fmla="*/ 1608667 h 2870200"/>
              <a:gd name="connsiteX179" fmla="*/ 3589866 w 4089400"/>
              <a:gd name="connsiteY179" fmla="*/ 1566334 h 2870200"/>
              <a:gd name="connsiteX180" fmla="*/ 3632200 w 4089400"/>
              <a:gd name="connsiteY180" fmla="*/ 1464734 h 2870200"/>
              <a:gd name="connsiteX181" fmla="*/ 3636184 w 4089400"/>
              <a:gd name="connsiteY181" fmla="*/ 1373094 h 2870200"/>
              <a:gd name="connsiteX182" fmla="*/ 3657600 w 4089400"/>
              <a:gd name="connsiteY182" fmla="*/ 1363134 h 2870200"/>
              <a:gd name="connsiteX183" fmla="*/ 3674533 w 4089400"/>
              <a:gd name="connsiteY183" fmla="*/ 1320800 h 2870200"/>
              <a:gd name="connsiteX184" fmla="*/ 3669553 w 4089400"/>
              <a:gd name="connsiteY184" fmla="*/ 1151964 h 2870200"/>
              <a:gd name="connsiteX185" fmla="*/ 3716866 w 4089400"/>
              <a:gd name="connsiteY185" fmla="*/ 1227667 h 2870200"/>
              <a:gd name="connsiteX186" fmla="*/ 3725333 w 4089400"/>
              <a:gd name="connsiteY186" fmla="*/ 1176867 h 2870200"/>
              <a:gd name="connsiteX187" fmla="*/ 3742266 w 4089400"/>
              <a:gd name="connsiteY187" fmla="*/ 1126067 h 2870200"/>
              <a:gd name="connsiteX188" fmla="*/ 3750733 w 4089400"/>
              <a:gd name="connsiteY188" fmla="*/ 1058334 h 2870200"/>
              <a:gd name="connsiteX189" fmla="*/ 3759200 w 4089400"/>
              <a:gd name="connsiteY189" fmla="*/ 1270000 h 2870200"/>
              <a:gd name="connsiteX190" fmla="*/ 3788048 w 4089400"/>
              <a:gd name="connsiteY190" fmla="*/ 678606 h 2870200"/>
              <a:gd name="connsiteX191" fmla="*/ 3793066 w 4089400"/>
              <a:gd name="connsiteY191" fmla="*/ 558800 h 2870200"/>
              <a:gd name="connsiteX192" fmla="*/ 3810000 w 4089400"/>
              <a:gd name="connsiteY192" fmla="*/ 482600 h 2870200"/>
              <a:gd name="connsiteX193" fmla="*/ 3818466 w 4089400"/>
              <a:gd name="connsiteY193" fmla="*/ 533400 h 2870200"/>
              <a:gd name="connsiteX194" fmla="*/ 3835400 w 4089400"/>
              <a:gd name="connsiteY194" fmla="*/ 660400 h 2870200"/>
              <a:gd name="connsiteX195" fmla="*/ 3843866 w 4089400"/>
              <a:gd name="connsiteY195" fmla="*/ 702734 h 2870200"/>
              <a:gd name="connsiteX196" fmla="*/ 3860800 w 4089400"/>
              <a:gd name="connsiteY196" fmla="*/ 736600 h 2870200"/>
              <a:gd name="connsiteX197" fmla="*/ 3877733 w 4089400"/>
              <a:gd name="connsiteY197" fmla="*/ 702734 h 2870200"/>
              <a:gd name="connsiteX198" fmla="*/ 3937000 w 4089400"/>
              <a:gd name="connsiteY198" fmla="*/ 482600 h 2870200"/>
              <a:gd name="connsiteX199" fmla="*/ 3953933 w 4089400"/>
              <a:gd name="connsiteY199" fmla="*/ 457200 h 2870200"/>
              <a:gd name="connsiteX200" fmla="*/ 3979333 w 4089400"/>
              <a:gd name="connsiteY200" fmla="*/ 177800 h 2870200"/>
              <a:gd name="connsiteX201" fmla="*/ 4004733 w 4089400"/>
              <a:gd name="connsiteY201" fmla="*/ 135467 h 2870200"/>
              <a:gd name="connsiteX202" fmla="*/ 4013200 w 4089400"/>
              <a:gd name="connsiteY202" fmla="*/ 101600 h 2870200"/>
              <a:gd name="connsiteX203" fmla="*/ 4021666 w 4089400"/>
              <a:gd name="connsiteY203" fmla="*/ 76200 h 2870200"/>
              <a:gd name="connsiteX204" fmla="*/ 4030133 w 4089400"/>
              <a:gd name="connsiteY204" fmla="*/ 110067 h 2870200"/>
              <a:gd name="connsiteX205" fmla="*/ 4047066 w 4089400"/>
              <a:gd name="connsiteY205" fmla="*/ 160867 h 2870200"/>
              <a:gd name="connsiteX206" fmla="*/ 4089400 w 4089400"/>
              <a:gd name="connsiteY206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42333 w 4089400"/>
              <a:gd name="connsiteY2" fmla="*/ 567267 h 2870200"/>
              <a:gd name="connsiteX3" fmla="*/ 47892 w 4089400"/>
              <a:gd name="connsiteY3" fmla="*/ 828517 h 2870200"/>
              <a:gd name="connsiteX4" fmla="*/ 32533 w 4089400"/>
              <a:gd name="connsiteY4" fmla="*/ 1083293 h 2870200"/>
              <a:gd name="connsiteX5" fmla="*/ 30266 w 4089400"/>
              <a:gd name="connsiteY5" fmla="*/ 1212385 h 2870200"/>
              <a:gd name="connsiteX6" fmla="*/ 25400 w 4089400"/>
              <a:gd name="connsiteY6" fmla="*/ 1354667 h 2870200"/>
              <a:gd name="connsiteX7" fmla="*/ 59266 w 4089400"/>
              <a:gd name="connsiteY7" fmla="*/ 1253067 h 2870200"/>
              <a:gd name="connsiteX8" fmla="*/ 76200 w 4089400"/>
              <a:gd name="connsiteY8" fmla="*/ 1202267 h 2870200"/>
              <a:gd name="connsiteX9" fmla="*/ 110066 w 4089400"/>
              <a:gd name="connsiteY9" fmla="*/ 1100667 h 2870200"/>
              <a:gd name="connsiteX10" fmla="*/ 143933 w 4089400"/>
              <a:gd name="connsiteY10" fmla="*/ 999067 h 2870200"/>
              <a:gd name="connsiteX11" fmla="*/ 160866 w 4089400"/>
              <a:gd name="connsiteY11" fmla="*/ 948267 h 2870200"/>
              <a:gd name="connsiteX12" fmla="*/ 177800 w 4089400"/>
              <a:gd name="connsiteY12" fmla="*/ 1134534 h 2870200"/>
              <a:gd name="connsiteX13" fmla="*/ 194733 w 4089400"/>
              <a:gd name="connsiteY13" fmla="*/ 1464734 h 2870200"/>
              <a:gd name="connsiteX14" fmla="*/ 254000 w 4089400"/>
              <a:gd name="connsiteY14" fmla="*/ 1363134 h 2870200"/>
              <a:gd name="connsiteX15" fmla="*/ 279400 w 4089400"/>
              <a:gd name="connsiteY15" fmla="*/ 1371600 h 2870200"/>
              <a:gd name="connsiteX16" fmla="*/ 287866 w 4089400"/>
              <a:gd name="connsiteY16" fmla="*/ 2243667 h 2870200"/>
              <a:gd name="connsiteX17" fmla="*/ 313266 w 4089400"/>
              <a:gd name="connsiteY17" fmla="*/ 2201334 h 2870200"/>
              <a:gd name="connsiteX18" fmla="*/ 321733 w 4089400"/>
              <a:gd name="connsiteY18" fmla="*/ 2150534 h 2870200"/>
              <a:gd name="connsiteX19" fmla="*/ 346635 w 4089400"/>
              <a:gd name="connsiteY19" fmla="*/ 2376146 h 2870200"/>
              <a:gd name="connsiteX20" fmla="*/ 364066 w 4089400"/>
              <a:gd name="connsiteY20" fmla="*/ 2082800 h 2870200"/>
              <a:gd name="connsiteX21" fmla="*/ 389965 w 4089400"/>
              <a:gd name="connsiteY21" fmla="*/ 1792444 h 2870200"/>
              <a:gd name="connsiteX22" fmla="*/ 397933 w 4089400"/>
              <a:gd name="connsiteY22" fmla="*/ 2032000 h 2870200"/>
              <a:gd name="connsiteX23" fmla="*/ 423333 w 4089400"/>
              <a:gd name="connsiteY23" fmla="*/ 1998134 h 2870200"/>
              <a:gd name="connsiteX24" fmla="*/ 440266 w 4089400"/>
              <a:gd name="connsiteY24" fmla="*/ 1752600 h 2870200"/>
              <a:gd name="connsiteX25" fmla="*/ 465666 w 4089400"/>
              <a:gd name="connsiteY25" fmla="*/ 1651000 h 2870200"/>
              <a:gd name="connsiteX26" fmla="*/ 491066 w 4089400"/>
              <a:gd name="connsiteY26" fmla="*/ 1710267 h 2870200"/>
              <a:gd name="connsiteX27" fmla="*/ 499533 w 4089400"/>
              <a:gd name="connsiteY27" fmla="*/ 1851666 h 2870200"/>
              <a:gd name="connsiteX28" fmla="*/ 533400 w 4089400"/>
              <a:gd name="connsiteY28" fmla="*/ 1820334 h 2870200"/>
              <a:gd name="connsiteX29" fmla="*/ 558800 w 4089400"/>
              <a:gd name="connsiteY29" fmla="*/ 1938867 h 2870200"/>
              <a:gd name="connsiteX30" fmla="*/ 575733 w 4089400"/>
              <a:gd name="connsiteY30" fmla="*/ 1998134 h 2870200"/>
              <a:gd name="connsiteX31" fmla="*/ 592666 w 4089400"/>
              <a:gd name="connsiteY31" fmla="*/ 2023534 h 2870200"/>
              <a:gd name="connsiteX32" fmla="*/ 618066 w 4089400"/>
              <a:gd name="connsiteY32" fmla="*/ 1786467 h 2870200"/>
              <a:gd name="connsiteX33" fmla="*/ 626533 w 4089400"/>
              <a:gd name="connsiteY33" fmla="*/ 1744134 h 2870200"/>
              <a:gd name="connsiteX34" fmla="*/ 643466 w 4089400"/>
              <a:gd name="connsiteY34" fmla="*/ 1718734 h 2870200"/>
              <a:gd name="connsiteX35" fmla="*/ 660400 w 4089400"/>
              <a:gd name="connsiteY35" fmla="*/ 1617134 h 2870200"/>
              <a:gd name="connsiteX36" fmla="*/ 677333 w 4089400"/>
              <a:gd name="connsiteY36" fmla="*/ 1557867 h 2870200"/>
              <a:gd name="connsiteX37" fmla="*/ 685800 w 4089400"/>
              <a:gd name="connsiteY37" fmla="*/ 1524000 h 2870200"/>
              <a:gd name="connsiteX38" fmla="*/ 702733 w 4089400"/>
              <a:gd name="connsiteY38" fmla="*/ 1312334 h 2870200"/>
              <a:gd name="connsiteX39" fmla="*/ 719666 w 4089400"/>
              <a:gd name="connsiteY39" fmla="*/ 1380067 h 2870200"/>
              <a:gd name="connsiteX40" fmla="*/ 736600 w 4089400"/>
              <a:gd name="connsiteY40" fmla="*/ 1532467 h 2870200"/>
              <a:gd name="connsiteX41" fmla="*/ 753533 w 4089400"/>
              <a:gd name="connsiteY41" fmla="*/ 1566334 h 2870200"/>
              <a:gd name="connsiteX42" fmla="*/ 778933 w 4089400"/>
              <a:gd name="connsiteY42" fmla="*/ 1456267 h 2870200"/>
              <a:gd name="connsiteX43" fmla="*/ 795866 w 4089400"/>
              <a:gd name="connsiteY43" fmla="*/ 1430867 h 2870200"/>
              <a:gd name="connsiteX44" fmla="*/ 829733 w 4089400"/>
              <a:gd name="connsiteY44" fmla="*/ 1388534 h 2870200"/>
              <a:gd name="connsiteX45" fmla="*/ 838200 w 4089400"/>
              <a:gd name="connsiteY45" fmla="*/ 1498600 h 2870200"/>
              <a:gd name="connsiteX46" fmla="*/ 863600 w 4089400"/>
              <a:gd name="connsiteY46" fmla="*/ 1811867 h 2870200"/>
              <a:gd name="connsiteX47" fmla="*/ 872066 w 4089400"/>
              <a:gd name="connsiteY47" fmla="*/ 1642534 h 2870200"/>
              <a:gd name="connsiteX48" fmla="*/ 897466 w 4089400"/>
              <a:gd name="connsiteY48" fmla="*/ 1583267 h 2870200"/>
              <a:gd name="connsiteX49" fmla="*/ 905933 w 4089400"/>
              <a:gd name="connsiteY49" fmla="*/ 1557867 h 2870200"/>
              <a:gd name="connsiteX50" fmla="*/ 914400 w 4089400"/>
              <a:gd name="connsiteY50" fmla="*/ 2006600 h 2870200"/>
              <a:gd name="connsiteX51" fmla="*/ 939800 w 4089400"/>
              <a:gd name="connsiteY51" fmla="*/ 2116667 h 2870200"/>
              <a:gd name="connsiteX52" fmla="*/ 948266 w 4089400"/>
              <a:gd name="connsiteY52" fmla="*/ 1948424 h 2870200"/>
              <a:gd name="connsiteX53" fmla="*/ 965200 w 4089400"/>
              <a:gd name="connsiteY53" fmla="*/ 1794934 h 2870200"/>
              <a:gd name="connsiteX54" fmla="*/ 973666 w 4089400"/>
              <a:gd name="connsiteY54" fmla="*/ 1761067 h 2870200"/>
              <a:gd name="connsiteX55" fmla="*/ 990600 w 4089400"/>
              <a:gd name="connsiteY55" fmla="*/ 1871134 h 2870200"/>
              <a:gd name="connsiteX56" fmla="*/ 1007533 w 4089400"/>
              <a:gd name="connsiteY56" fmla="*/ 1947334 h 2870200"/>
              <a:gd name="connsiteX57" fmla="*/ 1024466 w 4089400"/>
              <a:gd name="connsiteY57" fmla="*/ 2040467 h 2870200"/>
              <a:gd name="connsiteX58" fmla="*/ 1049866 w 4089400"/>
              <a:gd name="connsiteY58" fmla="*/ 2108200 h 2870200"/>
              <a:gd name="connsiteX59" fmla="*/ 1058333 w 4089400"/>
              <a:gd name="connsiteY59" fmla="*/ 2150534 h 2870200"/>
              <a:gd name="connsiteX60" fmla="*/ 1100666 w 4089400"/>
              <a:gd name="connsiteY60" fmla="*/ 2209800 h 2870200"/>
              <a:gd name="connsiteX61" fmla="*/ 1109133 w 4089400"/>
              <a:gd name="connsiteY61" fmla="*/ 2108200 h 2870200"/>
              <a:gd name="connsiteX62" fmla="*/ 1159933 w 4089400"/>
              <a:gd name="connsiteY62" fmla="*/ 1989667 h 2870200"/>
              <a:gd name="connsiteX63" fmla="*/ 1210733 w 4089400"/>
              <a:gd name="connsiteY63" fmla="*/ 1913467 h 2870200"/>
              <a:gd name="connsiteX64" fmla="*/ 1219200 w 4089400"/>
              <a:gd name="connsiteY64" fmla="*/ 2167467 h 2870200"/>
              <a:gd name="connsiteX65" fmla="*/ 1236133 w 4089400"/>
              <a:gd name="connsiteY65" fmla="*/ 2082800 h 2870200"/>
              <a:gd name="connsiteX66" fmla="*/ 1244600 w 4089400"/>
              <a:gd name="connsiteY66" fmla="*/ 2015067 h 2870200"/>
              <a:gd name="connsiteX67" fmla="*/ 1286933 w 4089400"/>
              <a:gd name="connsiteY67" fmla="*/ 1854200 h 2870200"/>
              <a:gd name="connsiteX68" fmla="*/ 1295400 w 4089400"/>
              <a:gd name="connsiteY68" fmla="*/ 1803400 h 2870200"/>
              <a:gd name="connsiteX69" fmla="*/ 1320800 w 4089400"/>
              <a:gd name="connsiteY69" fmla="*/ 1701800 h 2870200"/>
              <a:gd name="connsiteX70" fmla="*/ 1346200 w 4089400"/>
              <a:gd name="connsiteY70" fmla="*/ 1718734 h 2870200"/>
              <a:gd name="connsiteX71" fmla="*/ 1354666 w 4089400"/>
              <a:gd name="connsiteY71" fmla="*/ 1744134 h 2870200"/>
              <a:gd name="connsiteX72" fmla="*/ 1380066 w 4089400"/>
              <a:gd name="connsiteY72" fmla="*/ 1828800 h 2870200"/>
              <a:gd name="connsiteX73" fmla="*/ 1397000 w 4089400"/>
              <a:gd name="connsiteY73" fmla="*/ 1879600 h 2870200"/>
              <a:gd name="connsiteX74" fmla="*/ 1405466 w 4089400"/>
              <a:gd name="connsiteY74" fmla="*/ 1913467 h 2870200"/>
              <a:gd name="connsiteX75" fmla="*/ 1430866 w 4089400"/>
              <a:gd name="connsiteY75" fmla="*/ 1947334 h 2870200"/>
              <a:gd name="connsiteX76" fmla="*/ 1447800 w 4089400"/>
              <a:gd name="connsiteY76" fmla="*/ 1938867 h 2870200"/>
              <a:gd name="connsiteX77" fmla="*/ 1490133 w 4089400"/>
              <a:gd name="connsiteY77" fmla="*/ 1803400 h 2870200"/>
              <a:gd name="connsiteX78" fmla="*/ 1549400 w 4089400"/>
              <a:gd name="connsiteY78" fmla="*/ 1651000 h 2870200"/>
              <a:gd name="connsiteX79" fmla="*/ 1557866 w 4089400"/>
              <a:gd name="connsiteY79" fmla="*/ 1591734 h 2870200"/>
              <a:gd name="connsiteX80" fmla="*/ 1574800 w 4089400"/>
              <a:gd name="connsiteY80" fmla="*/ 1566334 h 2870200"/>
              <a:gd name="connsiteX81" fmla="*/ 1583266 w 4089400"/>
              <a:gd name="connsiteY81" fmla="*/ 1524000 h 2870200"/>
              <a:gd name="connsiteX82" fmla="*/ 1591733 w 4089400"/>
              <a:gd name="connsiteY82" fmla="*/ 1498600 h 2870200"/>
              <a:gd name="connsiteX83" fmla="*/ 1608666 w 4089400"/>
              <a:gd name="connsiteY83" fmla="*/ 1524000 h 2870200"/>
              <a:gd name="connsiteX84" fmla="*/ 1634066 w 4089400"/>
              <a:gd name="connsiteY84" fmla="*/ 1490134 h 2870200"/>
              <a:gd name="connsiteX85" fmla="*/ 1659466 w 4089400"/>
              <a:gd name="connsiteY85" fmla="*/ 1388534 h 2870200"/>
              <a:gd name="connsiteX86" fmla="*/ 1718733 w 4089400"/>
              <a:gd name="connsiteY86" fmla="*/ 1286934 h 2870200"/>
              <a:gd name="connsiteX87" fmla="*/ 1769533 w 4089400"/>
              <a:gd name="connsiteY87" fmla="*/ 1176867 h 2870200"/>
              <a:gd name="connsiteX88" fmla="*/ 1794933 w 4089400"/>
              <a:gd name="connsiteY88" fmla="*/ 1202267 h 2870200"/>
              <a:gd name="connsiteX89" fmla="*/ 1803400 w 4089400"/>
              <a:gd name="connsiteY89" fmla="*/ 1227667 h 2870200"/>
              <a:gd name="connsiteX90" fmla="*/ 1820333 w 4089400"/>
              <a:gd name="connsiteY90" fmla="*/ 1261534 h 2870200"/>
              <a:gd name="connsiteX91" fmla="*/ 1862666 w 4089400"/>
              <a:gd name="connsiteY91" fmla="*/ 1422400 h 2870200"/>
              <a:gd name="connsiteX92" fmla="*/ 1913466 w 4089400"/>
              <a:gd name="connsiteY92" fmla="*/ 1600200 h 2870200"/>
              <a:gd name="connsiteX93" fmla="*/ 1964266 w 4089400"/>
              <a:gd name="connsiteY93" fmla="*/ 1744134 h 2870200"/>
              <a:gd name="connsiteX94" fmla="*/ 1981200 w 4089400"/>
              <a:gd name="connsiteY94" fmla="*/ 1498600 h 2870200"/>
              <a:gd name="connsiteX95" fmla="*/ 1998133 w 4089400"/>
              <a:gd name="connsiteY95" fmla="*/ 1464734 h 2870200"/>
              <a:gd name="connsiteX96" fmla="*/ 2006600 w 4089400"/>
              <a:gd name="connsiteY96" fmla="*/ 1439334 h 2870200"/>
              <a:gd name="connsiteX97" fmla="*/ 2057400 w 4089400"/>
              <a:gd name="connsiteY97" fmla="*/ 2032000 h 2870200"/>
              <a:gd name="connsiteX98" fmla="*/ 2065866 w 4089400"/>
              <a:gd name="connsiteY98" fmla="*/ 2150534 h 2870200"/>
              <a:gd name="connsiteX99" fmla="*/ 2074333 w 4089400"/>
              <a:gd name="connsiteY99" fmla="*/ 2489200 h 2870200"/>
              <a:gd name="connsiteX100" fmla="*/ 2108200 w 4089400"/>
              <a:gd name="connsiteY100" fmla="*/ 2421467 h 2870200"/>
              <a:gd name="connsiteX101" fmla="*/ 2150533 w 4089400"/>
              <a:gd name="connsiteY101" fmla="*/ 2319867 h 2870200"/>
              <a:gd name="connsiteX102" fmla="*/ 2175933 w 4089400"/>
              <a:gd name="connsiteY102" fmla="*/ 2286000 h 2870200"/>
              <a:gd name="connsiteX103" fmla="*/ 2209800 w 4089400"/>
              <a:gd name="connsiteY103" fmla="*/ 2235200 h 2870200"/>
              <a:gd name="connsiteX104" fmla="*/ 2226733 w 4089400"/>
              <a:gd name="connsiteY104" fmla="*/ 2514600 h 2870200"/>
              <a:gd name="connsiteX105" fmla="*/ 2252133 w 4089400"/>
              <a:gd name="connsiteY105" fmla="*/ 2565400 h 2870200"/>
              <a:gd name="connsiteX106" fmla="*/ 2260600 w 4089400"/>
              <a:gd name="connsiteY106" fmla="*/ 2489200 h 2870200"/>
              <a:gd name="connsiteX107" fmla="*/ 2277533 w 4089400"/>
              <a:gd name="connsiteY107" fmla="*/ 2421467 h 2870200"/>
              <a:gd name="connsiteX108" fmla="*/ 2286000 w 4089400"/>
              <a:gd name="connsiteY108" fmla="*/ 1718734 h 2870200"/>
              <a:gd name="connsiteX109" fmla="*/ 2311400 w 4089400"/>
              <a:gd name="connsiteY109" fmla="*/ 1811867 h 2870200"/>
              <a:gd name="connsiteX110" fmla="*/ 2336800 w 4089400"/>
              <a:gd name="connsiteY110" fmla="*/ 1871134 h 2870200"/>
              <a:gd name="connsiteX111" fmla="*/ 2362200 w 4089400"/>
              <a:gd name="connsiteY111" fmla="*/ 1938867 h 2870200"/>
              <a:gd name="connsiteX112" fmla="*/ 2370666 w 4089400"/>
              <a:gd name="connsiteY112" fmla="*/ 1972734 h 2870200"/>
              <a:gd name="connsiteX113" fmla="*/ 2379133 w 4089400"/>
              <a:gd name="connsiteY113" fmla="*/ 1574800 h 2870200"/>
              <a:gd name="connsiteX114" fmla="*/ 2404533 w 4089400"/>
              <a:gd name="connsiteY114" fmla="*/ 1236134 h 2870200"/>
              <a:gd name="connsiteX115" fmla="*/ 2421466 w 4089400"/>
              <a:gd name="connsiteY115" fmla="*/ 1092200 h 2870200"/>
              <a:gd name="connsiteX116" fmla="*/ 2429933 w 4089400"/>
              <a:gd name="connsiteY116" fmla="*/ 1066800 h 2870200"/>
              <a:gd name="connsiteX117" fmla="*/ 2438400 w 4089400"/>
              <a:gd name="connsiteY117" fmla="*/ 1092200 h 2870200"/>
              <a:gd name="connsiteX118" fmla="*/ 2455333 w 4089400"/>
              <a:gd name="connsiteY118" fmla="*/ 1117600 h 2870200"/>
              <a:gd name="connsiteX119" fmla="*/ 2463800 w 4089400"/>
              <a:gd name="connsiteY119" fmla="*/ 1227667 h 2870200"/>
              <a:gd name="connsiteX120" fmla="*/ 2489200 w 4089400"/>
              <a:gd name="connsiteY120" fmla="*/ 753534 h 2870200"/>
              <a:gd name="connsiteX121" fmla="*/ 2506133 w 4089400"/>
              <a:gd name="connsiteY121" fmla="*/ 685800 h 2870200"/>
              <a:gd name="connsiteX122" fmla="*/ 2514600 w 4089400"/>
              <a:gd name="connsiteY122" fmla="*/ 609600 h 2870200"/>
              <a:gd name="connsiteX123" fmla="*/ 2523066 w 4089400"/>
              <a:gd name="connsiteY123" fmla="*/ 558800 h 2870200"/>
              <a:gd name="connsiteX124" fmla="*/ 2540000 w 4089400"/>
              <a:gd name="connsiteY124" fmla="*/ 584200 h 2870200"/>
              <a:gd name="connsiteX125" fmla="*/ 2548466 w 4089400"/>
              <a:gd name="connsiteY125" fmla="*/ 778934 h 2870200"/>
              <a:gd name="connsiteX126" fmla="*/ 2590800 w 4089400"/>
              <a:gd name="connsiteY126" fmla="*/ 914400 h 2870200"/>
              <a:gd name="connsiteX127" fmla="*/ 2607733 w 4089400"/>
              <a:gd name="connsiteY127" fmla="*/ 973667 h 2870200"/>
              <a:gd name="connsiteX128" fmla="*/ 2624666 w 4089400"/>
              <a:gd name="connsiteY128" fmla="*/ 812800 h 2870200"/>
              <a:gd name="connsiteX129" fmla="*/ 2641600 w 4089400"/>
              <a:gd name="connsiteY129" fmla="*/ 694267 h 2870200"/>
              <a:gd name="connsiteX130" fmla="*/ 2667000 w 4089400"/>
              <a:gd name="connsiteY130" fmla="*/ 558800 h 2870200"/>
              <a:gd name="connsiteX131" fmla="*/ 2692400 w 4089400"/>
              <a:gd name="connsiteY131" fmla="*/ 321734 h 2870200"/>
              <a:gd name="connsiteX132" fmla="*/ 2709333 w 4089400"/>
              <a:gd name="connsiteY132" fmla="*/ 1058334 h 2870200"/>
              <a:gd name="connsiteX133" fmla="*/ 2735730 w 4089400"/>
              <a:gd name="connsiteY133" fmla="*/ 1023969 h 2870200"/>
              <a:gd name="connsiteX134" fmla="*/ 2785533 w 4089400"/>
              <a:gd name="connsiteY134" fmla="*/ 905934 h 2870200"/>
              <a:gd name="connsiteX135" fmla="*/ 2819400 w 4089400"/>
              <a:gd name="connsiteY135" fmla="*/ 855134 h 2870200"/>
              <a:gd name="connsiteX136" fmla="*/ 2844800 w 4089400"/>
              <a:gd name="connsiteY136" fmla="*/ 1422400 h 2870200"/>
              <a:gd name="connsiteX137" fmla="*/ 2853266 w 4089400"/>
              <a:gd name="connsiteY137" fmla="*/ 1388534 h 2870200"/>
              <a:gd name="connsiteX138" fmla="*/ 2870200 w 4089400"/>
              <a:gd name="connsiteY138" fmla="*/ 1363134 h 2870200"/>
              <a:gd name="connsiteX139" fmla="*/ 2895600 w 4089400"/>
              <a:gd name="connsiteY139" fmla="*/ 1278467 h 2870200"/>
              <a:gd name="connsiteX140" fmla="*/ 2912533 w 4089400"/>
              <a:gd name="connsiteY140" fmla="*/ 1320800 h 2870200"/>
              <a:gd name="connsiteX141" fmla="*/ 2929466 w 4089400"/>
              <a:gd name="connsiteY141" fmla="*/ 1388534 h 2870200"/>
              <a:gd name="connsiteX142" fmla="*/ 2946400 w 4089400"/>
              <a:gd name="connsiteY142" fmla="*/ 1422400 h 2870200"/>
              <a:gd name="connsiteX143" fmla="*/ 2988733 w 4089400"/>
              <a:gd name="connsiteY143" fmla="*/ 1540934 h 2870200"/>
              <a:gd name="connsiteX144" fmla="*/ 3005666 w 4089400"/>
              <a:gd name="connsiteY144" fmla="*/ 1566334 h 2870200"/>
              <a:gd name="connsiteX145" fmla="*/ 3039533 w 4089400"/>
              <a:gd name="connsiteY145" fmla="*/ 1718734 h 2870200"/>
              <a:gd name="connsiteX146" fmla="*/ 3064933 w 4089400"/>
              <a:gd name="connsiteY146" fmla="*/ 1761067 h 2870200"/>
              <a:gd name="connsiteX147" fmla="*/ 3098800 w 4089400"/>
              <a:gd name="connsiteY147" fmla="*/ 1879600 h 2870200"/>
              <a:gd name="connsiteX148" fmla="*/ 3090333 w 4089400"/>
              <a:gd name="connsiteY148" fmla="*/ 1913467 h 2870200"/>
              <a:gd name="connsiteX149" fmla="*/ 3102783 w 4089400"/>
              <a:gd name="connsiteY149" fmla="*/ 1901016 h 2870200"/>
              <a:gd name="connsiteX150" fmla="*/ 3081866 w 4089400"/>
              <a:gd name="connsiteY150" fmla="*/ 1888067 h 2870200"/>
              <a:gd name="connsiteX151" fmla="*/ 3107266 w 4089400"/>
              <a:gd name="connsiteY151" fmla="*/ 1871134 h 2870200"/>
              <a:gd name="connsiteX152" fmla="*/ 3115733 w 4089400"/>
              <a:gd name="connsiteY152" fmla="*/ 1769534 h 2870200"/>
              <a:gd name="connsiteX153" fmla="*/ 3132666 w 4089400"/>
              <a:gd name="connsiteY153" fmla="*/ 1710267 h 2870200"/>
              <a:gd name="connsiteX154" fmla="*/ 3141133 w 4089400"/>
              <a:gd name="connsiteY154" fmla="*/ 1684867 h 2870200"/>
              <a:gd name="connsiteX155" fmla="*/ 3166533 w 4089400"/>
              <a:gd name="connsiteY155" fmla="*/ 1676400 h 2870200"/>
              <a:gd name="connsiteX156" fmla="*/ 3175000 w 4089400"/>
              <a:gd name="connsiteY156" fmla="*/ 2006600 h 2870200"/>
              <a:gd name="connsiteX157" fmla="*/ 3183466 w 4089400"/>
              <a:gd name="connsiteY157" fmla="*/ 2048934 h 2870200"/>
              <a:gd name="connsiteX158" fmla="*/ 3191933 w 4089400"/>
              <a:gd name="connsiteY158" fmla="*/ 2099734 h 2870200"/>
              <a:gd name="connsiteX159" fmla="*/ 3208866 w 4089400"/>
              <a:gd name="connsiteY159" fmla="*/ 2048934 h 2870200"/>
              <a:gd name="connsiteX160" fmla="*/ 3217333 w 4089400"/>
              <a:gd name="connsiteY160" fmla="*/ 1998134 h 2870200"/>
              <a:gd name="connsiteX161" fmla="*/ 3251200 w 4089400"/>
              <a:gd name="connsiteY161" fmla="*/ 2353734 h 2870200"/>
              <a:gd name="connsiteX162" fmla="*/ 3276600 w 4089400"/>
              <a:gd name="connsiteY162" fmla="*/ 2387600 h 2870200"/>
              <a:gd name="connsiteX163" fmla="*/ 3285066 w 4089400"/>
              <a:gd name="connsiteY163" fmla="*/ 2497667 h 2870200"/>
              <a:gd name="connsiteX164" fmla="*/ 3302000 w 4089400"/>
              <a:gd name="connsiteY164" fmla="*/ 2531534 h 2870200"/>
              <a:gd name="connsiteX165" fmla="*/ 3318933 w 4089400"/>
              <a:gd name="connsiteY165" fmla="*/ 2599267 h 2870200"/>
              <a:gd name="connsiteX166" fmla="*/ 3344333 w 4089400"/>
              <a:gd name="connsiteY166" fmla="*/ 2667000 h 2870200"/>
              <a:gd name="connsiteX167" fmla="*/ 3386666 w 4089400"/>
              <a:gd name="connsiteY167" fmla="*/ 2810934 h 2870200"/>
              <a:gd name="connsiteX168" fmla="*/ 3412066 w 4089400"/>
              <a:gd name="connsiteY168" fmla="*/ 2870200 h 2870200"/>
              <a:gd name="connsiteX169" fmla="*/ 3437466 w 4089400"/>
              <a:gd name="connsiteY169" fmla="*/ 1828800 h 2870200"/>
              <a:gd name="connsiteX170" fmla="*/ 3436968 w 4089400"/>
              <a:gd name="connsiteY170" fmla="*/ 2090271 h 2870200"/>
              <a:gd name="connsiteX171" fmla="*/ 3462866 w 4089400"/>
              <a:gd name="connsiteY171" fmla="*/ 1735667 h 2870200"/>
              <a:gd name="connsiteX172" fmla="*/ 3488266 w 4089400"/>
              <a:gd name="connsiteY172" fmla="*/ 1651000 h 2870200"/>
              <a:gd name="connsiteX173" fmla="*/ 3496733 w 4089400"/>
              <a:gd name="connsiteY173" fmla="*/ 1701800 h 2870200"/>
              <a:gd name="connsiteX174" fmla="*/ 3500717 w 4089400"/>
              <a:gd name="connsiteY174" fmla="*/ 1875118 h 2870200"/>
              <a:gd name="connsiteX175" fmla="*/ 3522133 w 4089400"/>
              <a:gd name="connsiteY175" fmla="*/ 1752600 h 2870200"/>
              <a:gd name="connsiteX176" fmla="*/ 3530600 w 4089400"/>
              <a:gd name="connsiteY176" fmla="*/ 1693334 h 2870200"/>
              <a:gd name="connsiteX177" fmla="*/ 3572933 w 4089400"/>
              <a:gd name="connsiteY177" fmla="*/ 1608667 h 2870200"/>
              <a:gd name="connsiteX178" fmla="*/ 3589866 w 4089400"/>
              <a:gd name="connsiteY178" fmla="*/ 1566334 h 2870200"/>
              <a:gd name="connsiteX179" fmla="*/ 3632200 w 4089400"/>
              <a:gd name="connsiteY179" fmla="*/ 1464734 h 2870200"/>
              <a:gd name="connsiteX180" fmla="*/ 3636184 w 4089400"/>
              <a:gd name="connsiteY180" fmla="*/ 1373094 h 2870200"/>
              <a:gd name="connsiteX181" fmla="*/ 3657600 w 4089400"/>
              <a:gd name="connsiteY181" fmla="*/ 1363134 h 2870200"/>
              <a:gd name="connsiteX182" fmla="*/ 3674533 w 4089400"/>
              <a:gd name="connsiteY182" fmla="*/ 1320800 h 2870200"/>
              <a:gd name="connsiteX183" fmla="*/ 3669553 w 4089400"/>
              <a:gd name="connsiteY183" fmla="*/ 1151964 h 2870200"/>
              <a:gd name="connsiteX184" fmla="*/ 3716866 w 4089400"/>
              <a:gd name="connsiteY184" fmla="*/ 1227667 h 2870200"/>
              <a:gd name="connsiteX185" fmla="*/ 3725333 w 4089400"/>
              <a:gd name="connsiteY185" fmla="*/ 1176867 h 2870200"/>
              <a:gd name="connsiteX186" fmla="*/ 3742266 w 4089400"/>
              <a:gd name="connsiteY186" fmla="*/ 1126067 h 2870200"/>
              <a:gd name="connsiteX187" fmla="*/ 3750733 w 4089400"/>
              <a:gd name="connsiteY187" fmla="*/ 1058334 h 2870200"/>
              <a:gd name="connsiteX188" fmla="*/ 3759200 w 4089400"/>
              <a:gd name="connsiteY188" fmla="*/ 1270000 h 2870200"/>
              <a:gd name="connsiteX189" fmla="*/ 3788048 w 4089400"/>
              <a:gd name="connsiteY189" fmla="*/ 678606 h 2870200"/>
              <a:gd name="connsiteX190" fmla="*/ 3793066 w 4089400"/>
              <a:gd name="connsiteY190" fmla="*/ 558800 h 2870200"/>
              <a:gd name="connsiteX191" fmla="*/ 3810000 w 4089400"/>
              <a:gd name="connsiteY191" fmla="*/ 482600 h 2870200"/>
              <a:gd name="connsiteX192" fmla="*/ 3818466 w 4089400"/>
              <a:gd name="connsiteY192" fmla="*/ 533400 h 2870200"/>
              <a:gd name="connsiteX193" fmla="*/ 3835400 w 4089400"/>
              <a:gd name="connsiteY193" fmla="*/ 660400 h 2870200"/>
              <a:gd name="connsiteX194" fmla="*/ 3843866 w 4089400"/>
              <a:gd name="connsiteY194" fmla="*/ 702734 h 2870200"/>
              <a:gd name="connsiteX195" fmla="*/ 3860800 w 4089400"/>
              <a:gd name="connsiteY195" fmla="*/ 736600 h 2870200"/>
              <a:gd name="connsiteX196" fmla="*/ 3877733 w 4089400"/>
              <a:gd name="connsiteY196" fmla="*/ 702734 h 2870200"/>
              <a:gd name="connsiteX197" fmla="*/ 3937000 w 4089400"/>
              <a:gd name="connsiteY197" fmla="*/ 482600 h 2870200"/>
              <a:gd name="connsiteX198" fmla="*/ 3953933 w 4089400"/>
              <a:gd name="connsiteY198" fmla="*/ 457200 h 2870200"/>
              <a:gd name="connsiteX199" fmla="*/ 3979333 w 4089400"/>
              <a:gd name="connsiteY199" fmla="*/ 177800 h 2870200"/>
              <a:gd name="connsiteX200" fmla="*/ 4004733 w 4089400"/>
              <a:gd name="connsiteY200" fmla="*/ 135467 h 2870200"/>
              <a:gd name="connsiteX201" fmla="*/ 4013200 w 4089400"/>
              <a:gd name="connsiteY201" fmla="*/ 101600 h 2870200"/>
              <a:gd name="connsiteX202" fmla="*/ 4021666 w 4089400"/>
              <a:gd name="connsiteY202" fmla="*/ 76200 h 2870200"/>
              <a:gd name="connsiteX203" fmla="*/ 4030133 w 4089400"/>
              <a:gd name="connsiteY203" fmla="*/ 110067 h 2870200"/>
              <a:gd name="connsiteX204" fmla="*/ 4047066 w 4089400"/>
              <a:gd name="connsiteY204" fmla="*/ 160867 h 2870200"/>
              <a:gd name="connsiteX205" fmla="*/ 4089400 w 4089400"/>
              <a:gd name="connsiteY205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42333 w 4089400"/>
              <a:gd name="connsiteY2" fmla="*/ 567267 h 2870200"/>
              <a:gd name="connsiteX3" fmla="*/ 47892 w 4089400"/>
              <a:gd name="connsiteY3" fmla="*/ 828517 h 2870200"/>
              <a:gd name="connsiteX4" fmla="*/ 32533 w 4089400"/>
              <a:gd name="connsiteY4" fmla="*/ 1083293 h 2870200"/>
              <a:gd name="connsiteX5" fmla="*/ 30266 w 4089400"/>
              <a:gd name="connsiteY5" fmla="*/ 1212385 h 2870200"/>
              <a:gd name="connsiteX6" fmla="*/ 36518 w 4089400"/>
              <a:gd name="connsiteY6" fmla="*/ 1387292 h 2870200"/>
              <a:gd name="connsiteX7" fmla="*/ 59266 w 4089400"/>
              <a:gd name="connsiteY7" fmla="*/ 1253067 h 2870200"/>
              <a:gd name="connsiteX8" fmla="*/ 76200 w 4089400"/>
              <a:gd name="connsiteY8" fmla="*/ 1202267 h 2870200"/>
              <a:gd name="connsiteX9" fmla="*/ 110066 w 4089400"/>
              <a:gd name="connsiteY9" fmla="*/ 1100667 h 2870200"/>
              <a:gd name="connsiteX10" fmla="*/ 143933 w 4089400"/>
              <a:gd name="connsiteY10" fmla="*/ 999067 h 2870200"/>
              <a:gd name="connsiteX11" fmla="*/ 160866 w 4089400"/>
              <a:gd name="connsiteY11" fmla="*/ 948267 h 2870200"/>
              <a:gd name="connsiteX12" fmla="*/ 177800 w 4089400"/>
              <a:gd name="connsiteY12" fmla="*/ 1134534 h 2870200"/>
              <a:gd name="connsiteX13" fmla="*/ 194733 w 4089400"/>
              <a:gd name="connsiteY13" fmla="*/ 1464734 h 2870200"/>
              <a:gd name="connsiteX14" fmla="*/ 254000 w 4089400"/>
              <a:gd name="connsiteY14" fmla="*/ 1363134 h 2870200"/>
              <a:gd name="connsiteX15" fmla="*/ 279400 w 4089400"/>
              <a:gd name="connsiteY15" fmla="*/ 1371600 h 2870200"/>
              <a:gd name="connsiteX16" fmla="*/ 287866 w 4089400"/>
              <a:gd name="connsiteY16" fmla="*/ 2243667 h 2870200"/>
              <a:gd name="connsiteX17" fmla="*/ 313266 w 4089400"/>
              <a:gd name="connsiteY17" fmla="*/ 2201334 h 2870200"/>
              <a:gd name="connsiteX18" fmla="*/ 321733 w 4089400"/>
              <a:gd name="connsiteY18" fmla="*/ 2150534 h 2870200"/>
              <a:gd name="connsiteX19" fmla="*/ 346635 w 4089400"/>
              <a:gd name="connsiteY19" fmla="*/ 2376146 h 2870200"/>
              <a:gd name="connsiteX20" fmla="*/ 364066 w 4089400"/>
              <a:gd name="connsiteY20" fmla="*/ 2082800 h 2870200"/>
              <a:gd name="connsiteX21" fmla="*/ 389965 w 4089400"/>
              <a:gd name="connsiteY21" fmla="*/ 1792444 h 2870200"/>
              <a:gd name="connsiteX22" fmla="*/ 397933 w 4089400"/>
              <a:gd name="connsiteY22" fmla="*/ 2032000 h 2870200"/>
              <a:gd name="connsiteX23" fmla="*/ 423333 w 4089400"/>
              <a:gd name="connsiteY23" fmla="*/ 1998134 h 2870200"/>
              <a:gd name="connsiteX24" fmla="*/ 440266 w 4089400"/>
              <a:gd name="connsiteY24" fmla="*/ 1752600 h 2870200"/>
              <a:gd name="connsiteX25" fmla="*/ 465666 w 4089400"/>
              <a:gd name="connsiteY25" fmla="*/ 1651000 h 2870200"/>
              <a:gd name="connsiteX26" fmla="*/ 491066 w 4089400"/>
              <a:gd name="connsiteY26" fmla="*/ 1710267 h 2870200"/>
              <a:gd name="connsiteX27" fmla="*/ 499533 w 4089400"/>
              <a:gd name="connsiteY27" fmla="*/ 1851666 h 2870200"/>
              <a:gd name="connsiteX28" fmla="*/ 533400 w 4089400"/>
              <a:gd name="connsiteY28" fmla="*/ 1820334 h 2870200"/>
              <a:gd name="connsiteX29" fmla="*/ 558800 w 4089400"/>
              <a:gd name="connsiteY29" fmla="*/ 1938867 h 2870200"/>
              <a:gd name="connsiteX30" fmla="*/ 575733 w 4089400"/>
              <a:gd name="connsiteY30" fmla="*/ 1998134 h 2870200"/>
              <a:gd name="connsiteX31" fmla="*/ 592666 w 4089400"/>
              <a:gd name="connsiteY31" fmla="*/ 2023534 h 2870200"/>
              <a:gd name="connsiteX32" fmla="*/ 618066 w 4089400"/>
              <a:gd name="connsiteY32" fmla="*/ 1786467 h 2870200"/>
              <a:gd name="connsiteX33" fmla="*/ 626533 w 4089400"/>
              <a:gd name="connsiteY33" fmla="*/ 1744134 h 2870200"/>
              <a:gd name="connsiteX34" fmla="*/ 643466 w 4089400"/>
              <a:gd name="connsiteY34" fmla="*/ 1718734 h 2870200"/>
              <a:gd name="connsiteX35" fmla="*/ 660400 w 4089400"/>
              <a:gd name="connsiteY35" fmla="*/ 1617134 h 2870200"/>
              <a:gd name="connsiteX36" fmla="*/ 677333 w 4089400"/>
              <a:gd name="connsiteY36" fmla="*/ 1557867 h 2870200"/>
              <a:gd name="connsiteX37" fmla="*/ 685800 w 4089400"/>
              <a:gd name="connsiteY37" fmla="*/ 1524000 h 2870200"/>
              <a:gd name="connsiteX38" fmla="*/ 702733 w 4089400"/>
              <a:gd name="connsiteY38" fmla="*/ 1312334 h 2870200"/>
              <a:gd name="connsiteX39" fmla="*/ 719666 w 4089400"/>
              <a:gd name="connsiteY39" fmla="*/ 1380067 h 2870200"/>
              <a:gd name="connsiteX40" fmla="*/ 736600 w 4089400"/>
              <a:gd name="connsiteY40" fmla="*/ 1532467 h 2870200"/>
              <a:gd name="connsiteX41" fmla="*/ 753533 w 4089400"/>
              <a:gd name="connsiteY41" fmla="*/ 1566334 h 2870200"/>
              <a:gd name="connsiteX42" fmla="*/ 778933 w 4089400"/>
              <a:gd name="connsiteY42" fmla="*/ 1456267 h 2870200"/>
              <a:gd name="connsiteX43" fmla="*/ 795866 w 4089400"/>
              <a:gd name="connsiteY43" fmla="*/ 1430867 h 2870200"/>
              <a:gd name="connsiteX44" fmla="*/ 829733 w 4089400"/>
              <a:gd name="connsiteY44" fmla="*/ 1388534 h 2870200"/>
              <a:gd name="connsiteX45" fmla="*/ 838200 w 4089400"/>
              <a:gd name="connsiteY45" fmla="*/ 1498600 h 2870200"/>
              <a:gd name="connsiteX46" fmla="*/ 863600 w 4089400"/>
              <a:gd name="connsiteY46" fmla="*/ 1811867 h 2870200"/>
              <a:gd name="connsiteX47" fmla="*/ 872066 w 4089400"/>
              <a:gd name="connsiteY47" fmla="*/ 1642534 h 2870200"/>
              <a:gd name="connsiteX48" fmla="*/ 897466 w 4089400"/>
              <a:gd name="connsiteY48" fmla="*/ 1583267 h 2870200"/>
              <a:gd name="connsiteX49" fmla="*/ 905933 w 4089400"/>
              <a:gd name="connsiteY49" fmla="*/ 1557867 h 2870200"/>
              <a:gd name="connsiteX50" fmla="*/ 914400 w 4089400"/>
              <a:gd name="connsiteY50" fmla="*/ 2006600 h 2870200"/>
              <a:gd name="connsiteX51" fmla="*/ 939800 w 4089400"/>
              <a:gd name="connsiteY51" fmla="*/ 2116667 h 2870200"/>
              <a:gd name="connsiteX52" fmla="*/ 948266 w 4089400"/>
              <a:gd name="connsiteY52" fmla="*/ 1948424 h 2870200"/>
              <a:gd name="connsiteX53" fmla="*/ 965200 w 4089400"/>
              <a:gd name="connsiteY53" fmla="*/ 1794934 h 2870200"/>
              <a:gd name="connsiteX54" fmla="*/ 973666 w 4089400"/>
              <a:gd name="connsiteY54" fmla="*/ 1761067 h 2870200"/>
              <a:gd name="connsiteX55" fmla="*/ 990600 w 4089400"/>
              <a:gd name="connsiteY55" fmla="*/ 1871134 h 2870200"/>
              <a:gd name="connsiteX56" fmla="*/ 1007533 w 4089400"/>
              <a:gd name="connsiteY56" fmla="*/ 1947334 h 2870200"/>
              <a:gd name="connsiteX57" fmla="*/ 1024466 w 4089400"/>
              <a:gd name="connsiteY57" fmla="*/ 2040467 h 2870200"/>
              <a:gd name="connsiteX58" fmla="*/ 1049866 w 4089400"/>
              <a:gd name="connsiteY58" fmla="*/ 2108200 h 2870200"/>
              <a:gd name="connsiteX59" fmla="*/ 1058333 w 4089400"/>
              <a:gd name="connsiteY59" fmla="*/ 2150534 h 2870200"/>
              <a:gd name="connsiteX60" fmla="*/ 1100666 w 4089400"/>
              <a:gd name="connsiteY60" fmla="*/ 2209800 h 2870200"/>
              <a:gd name="connsiteX61" fmla="*/ 1109133 w 4089400"/>
              <a:gd name="connsiteY61" fmla="*/ 2108200 h 2870200"/>
              <a:gd name="connsiteX62" fmla="*/ 1159933 w 4089400"/>
              <a:gd name="connsiteY62" fmla="*/ 1989667 h 2870200"/>
              <a:gd name="connsiteX63" fmla="*/ 1210733 w 4089400"/>
              <a:gd name="connsiteY63" fmla="*/ 1913467 h 2870200"/>
              <a:gd name="connsiteX64" fmla="*/ 1219200 w 4089400"/>
              <a:gd name="connsiteY64" fmla="*/ 2167467 h 2870200"/>
              <a:gd name="connsiteX65" fmla="*/ 1236133 w 4089400"/>
              <a:gd name="connsiteY65" fmla="*/ 2082800 h 2870200"/>
              <a:gd name="connsiteX66" fmla="*/ 1244600 w 4089400"/>
              <a:gd name="connsiteY66" fmla="*/ 2015067 h 2870200"/>
              <a:gd name="connsiteX67" fmla="*/ 1286933 w 4089400"/>
              <a:gd name="connsiteY67" fmla="*/ 1854200 h 2870200"/>
              <a:gd name="connsiteX68" fmla="*/ 1295400 w 4089400"/>
              <a:gd name="connsiteY68" fmla="*/ 1803400 h 2870200"/>
              <a:gd name="connsiteX69" fmla="*/ 1320800 w 4089400"/>
              <a:gd name="connsiteY69" fmla="*/ 1701800 h 2870200"/>
              <a:gd name="connsiteX70" fmla="*/ 1346200 w 4089400"/>
              <a:gd name="connsiteY70" fmla="*/ 1718734 h 2870200"/>
              <a:gd name="connsiteX71" fmla="*/ 1354666 w 4089400"/>
              <a:gd name="connsiteY71" fmla="*/ 1744134 h 2870200"/>
              <a:gd name="connsiteX72" fmla="*/ 1380066 w 4089400"/>
              <a:gd name="connsiteY72" fmla="*/ 1828800 h 2870200"/>
              <a:gd name="connsiteX73" fmla="*/ 1397000 w 4089400"/>
              <a:gd name="connsiteY73" fmla="*/ 1879600 h 2870200"/>
              <a:gd name="connsiteX74" fmla="*/ 1405466 w 4089400"/>
              <a:gd name="connsiteY74" fmla="*/ 1913467 h 2870200"/>
              <a:gd name="connsiteX75" fmla="*/ 1430866 w 4089400"/>
              <a:gd name="connsiteY75" fmla="*/ 1947334 h 2870200"/>
              <a:gd name="connsiteX76" fmla="*/ 1447800 w 4089400"/>
              <a:gd name="connsiteY76" fmla="*/ 1938867 h 2870200"/>
              <a:gd name="connsiteX77" fmla="*/ 1490133 w 4089400"/>
              <a:gd name="connsiteY77" fmla="*/ 1803400 h 2870200"/>
              <a:gd name="connsiteX78" fmla="*/ 1549400 w 4089400"/>
              <a:gd name="connsiteY78" fmla="*/ 1651000 h 2870200"/>
              <a:gd name="connsiteX79" fmla="*/ 1557866 w 4089400"/>
              <a:gd name="connsiteY79" fmla="*/ 1591734 h 2870200"/>
              <a:gd name="connsiteX80" fmla="*/ 1574800 w 4089400"/>
              <a:gd name="connsiteY80" fmla="*/ 1566334 h 2870200"/>
              <a:gd name="connsiteX81" fmla="*/ 1583266 w 4089400"/>
              <a:gd name="connsiteY81" fmla="*/ 1524000 h 2870200"/>
              <a:gd name="connsiteX82" fmla="*/ 1591733 w 4089400"/>
              <a:gd name="connsiteY82" fmla="*/ 1498600 h 2870200"/>
              <a:gd name="connsiteX83" fmla="*/ 1608666 w 4089400"/>
              <a:gd name="connsiteY83" fmla="*/ 1524000 h 2870200"/>
              <a:gd name="connsiteX84" fmla="*/ 1634066 w 4089400"/>
              <a:gd name="connsiteY84" fmla="*/ 1490134 h 2870200"/>
              <a:gd name="connsiteX85" fmla="*/ 1659466 w 4089400"/>
              <a:gd name="connsiteY85" fmla="*/ 1388534 h 2870200"/>
              <a:gd name="connsiteX86" fmla="*/ 1718733 w 4089400"/>
              <a:gd name="connsiteY86" fmla="*/ 1286934 h 2870200"/>
              <a:gd name="connsiteX87" fmla="*/ 1769533 w 4089400"/>
              <a:gd name="connsiteY87" fmla="*/ 1176867 h 2870200"/>
              <a:gd name="connsiteX88" fmla="*/ 1794933 w 4089400"/>
              <a:gd name="connsiteY88" fmla="*/ 1202267 h 2870200"/>
              <a:gd name="connsiteX89" fmla="*/ 1803400 w 4089400"/>
              <a:gd name="connsiteY89" fmla="*/ 1227667 h 2870200"/>
              <a:gd name="connsiteX90" fmla="*/ 1820333 w 4089400"/>
              <a:gd name="connsiteY90" fmla="*/ 1261534 h 2870200"/>
              <a:gd name="connsiteX91" fmla="*/ 1862666 w 4089400"/>
              <a:gd name="connsiteY91" fmla="*/ 1422400 h 2870200"/>
              <a:gd name="connsiteX92" fmla="*/ 1913466 w 4089400"/>
              <a:gd name="connsiteY92" fmla="*/ 1600200 h 2870200"/>
              <a:gd name="connsiteX93" fmla="*/ 1964266 w 4089400"/>
              <a:gd name="connsiteY93" fmla="*/ 1744134 h 2870200"/>
              <a:gd name="connsiteX94" fmla="*/ 1981200 w 4089400"/>
              <a:gd name="connsiteY94" fmla="*/ 1498600 h 2870200"/>
              <a:gd name="connsiteX95" fmla="*/ 1998133 w 4089400"/>
              <a:gd name="connsiteY95" fmla="*/ 1464734 h 2870200"/>
              <a:gd name="connsiteX96" fmla="*/ 2006600 w 4089400"/>
              <a:gd name="connsiteY96" fmla="*/ 1439334 h 2870200"/>
              <a:gd name="connsiteX97" fmla="*/ 2057400 w 4089400"/>
              <a:gd name="connsiteY97" fmla="*/ 2032000 h 2870200"/>
              <a:gd name="connsiteX98" fmla="*/ 2065866 w 4089400"/>
              <a:gd name="connsiteY98" fmla="*/ 2150534 h 2870200"/>
              <a:gd name="connsiteX99" fmla="*/ 2074333 w 4089400"/>
              <a:gd name="connsiteY99" fmla="*/ 2489200 h 2870200"/>
              <a:gd name="connsiteX100" fmla="*/ 2108200 w 4089400"/>
              <a:gd name="connsiteY100" fmla="*/ 2421467 h 2870200"/>
              <a:gd name="connsiteX101" fmla="*/ 2150533 w 4089400"/>
              <a:gd name="connsiteY101" fmla="*/ 2319867 h 2870200"/>
              <a:gd name="connsiteX102" fmla="*/ 2175933 w 4089400"/>
              <a:gd name="connsiteY102" fmla="*/ 2286000 h 2870200"/>
              <a:gd name="connsiteX103" fmla="*/ 2209800 w 4089400"/>
              <a:gd name="connsiteY103" fmla="*/ 2235200 h 2870200"/>
              <a:gd name="connsiteX104" fmla="*/ 2226733 w 4089400"/>
              <a:gd name="connsiteY104" fmla="*/ 2514600 h 2870200"/>
              <a:gd name="connsiteX105" fmla="*/ 2252133 w 4089400"/>
              <a:gd name="connsiteY105" fmla="*/ 2565400 h 2870200"/>
              <a:gd name="connsiteX106" fmla="*/ 2260600 w 4089400"/>
              <a:gd name="connsiteY106" fmla="*/ 2489200 h 2870200"/>
              <a:gd name="connsiteX107" fmla="*/ 2277533 w 4089400"/>
              <a:gd name="connsiteY107" fmla="*/ 2421467 h 2870200"/>
              <a:gd name="connsiteX108" fmla="*/ 2286000 w 4089400"/>
              <a:gd name="connsiteY108" fmla="*/ 1718734 h 2870200"/>
              <a:gd name="connsiteX109" fmla="*/ 2311400 w 4089400"/>
              <a:gd name="connsiteY109" fmla="*/ 1811867 h 2870200"/>
              <a:gd name="connsiteX110" fmla="*/ 2336800 w 4089400"/>
              <a:gd name="connsiteY110" fmla="*/ 1871134 h 2870200"/>
              <a:gd name="connsiteX111" fmla="*/ 2362200 w 4089400"/>
              <a:gd name="connsiteY111" fmla="*/ 1938867 h 2870200"/>
              <a:gd name="connsiteX112" fmla="*/ 2370666 w 4089400"/>
              <a:gd name="connsiteY112" fmla="*/ 1972734 h 2870200"/>
              <a:gd name="connsiteX113" fmla="*/ 2379133 w 4089400"/>
              <a:gd name="connsiteY113" fmla="*/ 1574800 h 2870200"/>
              <a:gd name="connsiteX114" fmla="*/ 2404533 w 4089400"/>
              <a:gd name="connsiteY114" fmla="*/ 1236134 h 2870200"/>
              <a:gd name="connsiteX115" fmla="*/ 2421466 w 4089400"/>
              <a:gd name="connsiteY115" fmla="*/ 1092200 h 2870200"/>
              <a:gd name="connsiteX116" fmla="*/ 2429933 w 4089400"/>
              <a:gd name="connsiteY116" fmla="*/ 1066800 h 2870200"/>
              <a:gd name="connsiteX117" fmla="*/ 2438400 w 4089400"/>
              <a:gd name="connsiteY117" fmla="*/ 1092200 h 2870200"/>
              <a:gd name="connsiteX118" fmla="*/ 2455333 w 4089400"/>
              <a:gd name="connsiteY118" fmla="*/ 1117600 h 2870200"/>
              <a:gd name="connsiteX119" fmla="*/ 2463800 w 4089400"/>
              <a:gd name="connsiteY119" fmla="*/ 1227667 h 2870200"/>
              <a:gd name="connsiteX120" fmla="*/ 2489200 w 4089400"/>
              <a:gd name="connsiteY120" fmla="*/ 753534 h 2870200"/>
              <a:gd name="connsiteX121" fmla="*/ 2506133 w 4089400"/>
              <a:gd name="connsiteY121" fmla="*/ 685800 h 2870200"/>
              <a:gd name="connsiteX122" fmla="*/ 2514600 w 4089400"/>
              <a:gd name="connsiteY122" fmla="*/ 609600 h 2870200"/>
              <a:gd name="connsiteX123" fmla="*/ 2523066 w 4089400"/>
              <a:gd name="connsiteY123" fmla="*/ 558800 h 2870200"/>
              <a:gd name="connsiteX124" fmla="*/ 2540000 w 4089400"/>
              <a:gd name="connsiteY124" fmla="*/ 584200 h 2870200"/>
              <a:gd name="connsiteX125" fmla="*/ 2548466 w 4089400"/>
              <a:gd name="connsiteY125" fmla="*/ 778934 h 2870200"/>
              <a:gd name="connsiteX126" fmla="*/ 2590800 w 4089400"/>
              <a:gd name="connsiteY126" fmla="*/ 914400 h 2870200"/>
              <a:gd name="connsiteX127" fmla="*/ 2607733 w 4089400"/>
              <a:gd name="connsiteY127" fmla="*/ 973667 h 2870200"/>
              <a:gd name="connsiteX128" fmla="*/ 2624666 w 4089400"/>
              <a:gd name="connsiteY128" fmla="*/ 812800 h 2870200"/>
              <a:gd name="connsiteX129" fmla="*/ 2641600 w 4089400"/>
              <a:gd name="connsiteY129" fmla="*/ 694267 h 2870200"/>
              <a:gd name="connsiteX130" fmla="*/ 2667000 w 4089400"/>
              <a:gd name="connsiteY130" fmla="*/ 558800 h 2870200"/>
              <a:gd name="connsiteX131" fmla="*/ 2692400 w 4089400"/>
              <a:gd name="connsiteY131" fmla="*/ 321734 h 2870200"/>
              <a:gd name="connsiteX132" fmla="*/ 2709333 w 4089400"/>
              <a:gd name="connsiteY132" fmla="*/ 1058334 h 2870200"/>
              <a:gd name="connsiteX133" fmla="*/ 2735730 w 4089400"/>
              <a:gd name="connsiteY133" fmla="*/ 1023969 h 2870200"/>
              <a:gd name="connsiteX134" fmla="*/ 2785533 w 4089400"/>
              <a:gd name="connsiteY134" fmla="*/ 905934 h 2870200"/>
              <a:gd name="connsiteX135" fmla="*/ 2819400 w 4089400"/>
              <a:gd name="connsiteY135" fmla="*/ 855134 h 2870200"/>
              <a:gd name="connsiteX136" fmla="*/ 2844800 w 4089400"/>
              <a:gd name="connsiteY136" fmla="*/ 1422400 h 2870200"/>
              <a:gd name="connsiteX137" fmla="*/ 2853266 w 4089400"/>
              <a:gd name="connsiteY137" fmla="*/ 1388534 h 2870200"/>
              <a:gd name="connsiteX138" fmla="*/ 2870200 w 4089400"/>
              <a:gd name="connsiteY138" fmla="*/ 1363134 h 2870200"/>
              <a:gd name="connsiteX139" fmla="*/ 2895600 w 4089400"/>
              <a:gd name="connsiteY139" fmla="*/ 1278467 h 2870200"/>
              <a:gd name="connsiteX140" fmla="*/ 2912533 w 4089400"/>
              <a:gd name="connsiteY140" fmla="*/ 1320800 h 2870200"/>
              <a:gd name="connsiteX141" fmla="*/ 2929466 w 4089400"/>
              <a:gd name="connsiteY141" fmla="*/ 1388534 h 2870200"/>
              <a:gd name="connsiteX142" fmla="*/ 2946400 w 4089400"/>
              <a:gd name="connsiteY142" fmla="*/ 1422400 h 2870200"/>
              <a:gd name="connsiteX143" fmla="*/ 2988733 w 4089400"/>
              <a:gd name="connsiteY143" fmla="*/ 1540934 h 2870200"/>
              <a:gd name="connsiteX144" fmla="*/ 3005666 w 4089400"/>
              <a:gd name="connsiteY144" fmla="*/ 1566334 h 2870200"/>
              <a:gd name="connsiteX145" fmla="*/ 3039533 w 4089400"/>
              <a:gd name="connsiteY145" fmla="*/ 1718734 h 2870200"/>
              <a:gd name="connsiteX146" fmla="*/ 3064933 w 4089400"/>
              <a:gd name="connsiteY146" fmla="*/ 1761067 h 2870200"/>
              <a:gd name="connsiteX147" fmla="*/ 3098800 w 4089400"/>
              <a:gd name="connsiteY147" fmla="*/ 1879600 h 2870200"/>
              <a:gd name="connsiteX148" fmla="*/ 3090333 w 4089400"/>
              <a:gd name="connsiteY148" fmla="*/ 1913467 h 2870200"/>
              <a:gd name="connsiteX149" fmla="*/ 3102783 w 4089400"/>
              <a:gd name="connsiteY149" fmla="*/ 1901016 h 2870200"/>
              <a:gd name="connsiteX150" fmla="*/ 3081866 w 4089400"/>
              <a:gd name="connsiteY150" fmla="*/ 1888067 h 2870200"/>
              <a:gd name="connsiteX151" fmla="*/ 3107266 w 4089400"/>
              <a:gd name="connsiteY151" fmla="*/ 1871134 h 2870200"/>
              <a:gd name="connsiteX152" fmla="*/ 3115733 w 4089400"/>
              <a:gd name="connsiteY152" fmla="*/ 1769534 h 2870200"/>
              <a:gd name="connsiteX153" fmla="*/ 3132666 w 4089400"/>
              <a:gd name="connsiteY153" fmla="*/ 1710267 h 2870200"/>
              <a:gd name="connsiteX154" fmla="*/ 3141133 w 4089400"/>
              <a:gd name="connsiteY154" fmla="*/ 1684867 h 2870200"/>
              <a:gd name="connsiteX155" fmla="*/ 3166533 w 4089400"/>
              <a:gd name="connsiteY155" fmla="*/ 1676400 h 2870200"/>
              <a:gd name="connsiteX156" fmla="*/ 3175000 w 4089400"/>
              <a:gd name="connsiteY156" fmla="*/ 2006600 h 2870200"/>
              <a:gd name="connsiteX157" fmla="*/ 3183466 w 4089400"/>
              <a:gd name="connsiteY157" fmla="*/ 2048934 h 2870200"/>
              <a:gd name="connsiteX158" fmla="*/ 3191933 w 4089400"/>
              <a:gd name="connsiteY158" fmla="*/ 2099734 h 2870200"/>
              <a:gd name="connsiteX159" fmla="*/ 3208866 w 4089400"/>
              <a:gd name="connsiteY159" fmla="*/ 2048934 h 2870200"/>
              <a:gd name="connsiteX160" fmla="*/ 3217333 w 4089400"/>
              <a:gd name="connsiteY160" fmla="*/ 1998134 h 2870200"/>
              <a:gd name="connsiteX161" fmla="*/ 3251200 w 4089400"/>
              <a:gd name="connsiteY161" fmla="*/ 2353734 h 2870200"/>
              <a:gd name="connsiteX162" fmla="*/ 3276600 w 4089400"/>
              <a:gd name="connsiteY162" fmla="*/ 2387600 h 2870200"/>
              <a:gd name="connsiteX163" fmla="*/ 3285066 w 4089400"/>
              <a:gd name="connsiteY163" fmla="*/ 2497667 h 2870200"/>
              <a:gd name="connsiteX164" fmla="*/ 3302000 w 4089400"/>
              <a:gd name="connsiteY164" fmla="*/ 2531534 h 2870200"/>
              <a:gd name="connsiteX165" fmla="*/ 3318933 w 4089400"/>
              <a:gd name="connsiteY165" fmla="*/ 2599267 h 2870200"/>
              <a:gd name="connsiteX166" fmla="*/ 3344333 w 4089400"/>
              <a:gd name="connsiteY166" fmla="*/ 2667000 h 2870200"/>
              <a:gd name="connsiteX167" fmla="*/ 3386666 w 4089400"/>
              <a:gd name="connsiteY167" fmla="*/ 2810934 h 2870200"/>
              <a:gd name="connsiteX168" fmla="*/ 3412066 w 4089400"/>
              <a:gd name="connsiteY168" fmla="*/ 2870200 h 2870200"/>
              <a:gd name="connsiteX169" fmla="*/ 3437466 w 4089400"/>
              <a:gd name="connsiteY169" fmla="*/ 1828800 h 2870200"/>
              <a:gd name="connsiteX170" fmla="*/ 3436968 w 4089400"/>
              <a:gd name="connsiteY170" fmla="*/ 2090271 h 2870200"/>
              <a:gd name="connsiteX171" fmla="*/ 3462866 w 4089400"/>
              <a:gd name="connsiteY171" fmla="*/ 1735667 h 2870200"/>
              <a:gd name="connsiteX172" fmla="*/ 3488266 w 4089400"/>
              <a:gd name="connsiteY172" fmla="*/ 1651000 h 2870200"/>
              <a:gd name="connsiteX173" fmla="*/ 3496733 w 4089400"/>
              <a:gd name="connsiteY173" fmla="*/ 1701800 h 2870200"/>
              <a:gd name="connsiteX174" fmla="*/ 3500717 w 4089400"/>
              <a:gd name="connsiteY174" fmla="*/ 1875118 h 2870200"/>
              <a:gd name="connsiteX175" fmla="*/ 3522133 w 4089400"/>
              <a:gd name="connsiteY175" fmla="*/ 1752600 h 2870200"/>
              <a:gd name="connsiteX176" fmla="*/ 3530600 w 4089400"/>
              <a:gd name="connsiteY176" fmla="*/ 1693334 h 2870200"/>
              <a:gd name="connsiteX177" fmla="*/ 3572933 w 4089400"/>
              <a:gd name="connsiteY177" fmla="*/ 1608667 h 2870200"/>
              <a:gd name="connsiteX178" fmla="*/ 3589866 w 4089400"/>
              <a:gd name="connsiteY178" fmla="*/ 1566334 h 2870200"/>
              <a:gd name="connsiteX179" fmla="*/ 3632200 w 4089400"/>
              <a:gd name="connsiteY179" fmla="*/ 1464734 h 2870200"/>
              <a:gd name="connsiteX180" fmla="*/ 3636184 w 4089400"/>
              <a:gd name="connsiteY180" fmla="*/ 1373094 h 2870200"/>
              <a:gd name="connsiteX181" fmla="*/ 3657600 w 4089400"/>
              <a:gd name="connsiteY181" fmla="*/ 1363134 h 2870200"/>
              <a:gd name="connsiteX182" fmla="*/ 3674533 w 4089400"/>
              <a:gd name="connsiteY182" fmla="*/ 1320800 h 2870200"/>
              <a:gd name="connsiteX183" fmla="*/ 3669553 w 4089400"/>
              <a:gd name="connsiteY183" fmla="*/ 1151964 h 2870200"/>
              <a:gd name="connsiteX184" fmla="*/ 3716866 w 4089400"/>
              <a:gd name="connsiteY184" fmla="*/ 1227667 h 2870200"/>
              <a:gd name="connsiteX185" fmla="*/ 3725333 w 4089400"/>
              <a:gd name="connsiteY185" fmla="*/ 1176867 h 2870200"/>
              <a:gd name="connsiteX186" fmla="*/ 3742266 w 4089400"/>
              <a:gd name="connsiteY186" fmla="*/ 1126067 h 2870200"/>
              <a:gd name="connsiteX187" fmla="*/ 3750733 w 4089400"/>
              <a:gd name="connsiteY187" fmla="*/ 1058334 h 2870200"/>
              <a:gd name="connsiteX188" fmla="*/ 3759200 w 4089400"/>
              <a:gd name="connsiteY188" fmla="*/ 1270000 h 2870200"/>
              <a:gd name="connsiteX189" fmla="*/ 3788048 w 4089400"/>
              <a:gd name="connsiteY189" fmla="*/ 678606 h 2870200"/>
              <a:gd name="connsiteX190" fmla="*/ 3793066 w 4089400"/>
              <a:gd name="connsiteY190" fmla="*/ 558800 h 2870200"/>
              <a:gd name="connsiteX191" fmla="*/ 3810000 w 4089400"/>
              <a:gd name="connsiteY191" fmla="*/ 482600 h 2870200"/>
              <a:gd name="connsiteX192" fmla="*/ 3818466 w 4089400"/>
              <a:gd name="connsiteY192" fmla="*/ 533400 h 2870200"/>
              <a:gd name="connsiteX193" fmla="*/ 3835400 w 4089400"/>
              <a:gd name="connsiteY193" fmla="*/ 660400 h 2870200"/>
              <a:gd name="connsiteX194" fmla="*/ 3843866 w 4089400"/>
              <a:gd name="connsiteY194" fmla="*/ 702734 h 2870200"/>
              <a:gd name="connsiteX195" fmla="*/ 3860800 w 4089400"/>
              <a:gd name="connsiteY195" fmla="*/ 736600 h 2870200"/>
              <a:gd name="connsiteX196" fmla="*/ 3877733 w 4089400"/>
              <a:gd name="connsiteY196" fmla="*/ 702734 h 2870200"/>
              <a:gd name="connsiteX197" fmla="*/ 3937000 w 4089400"/>
              <a:gd name="connsiteY197" fmla="*/ 482600 h 2870200"/>
              <a:gd name="connsiteX198" fmla="*/ 3953933 w 4089400"/>
              <a:gd name="connsiteY198" fmla="*/ 457200 h 2870200"/>
              <a:gd name="connsiteX199" fmla="*/ 3979333 w 4089400"/>
              <a:gd name="connsiteY199" fmla="*/ 177800 h 2870200"/>
              <a:gd name="connsiteX200" fmla="*/ 4004733 w 4089400"/>
              <a:gd name="connsiteY200" fmla="*/ 135467 h 2870200"/>
              <a:gd name="connsiteX201" fmla="*/ 4013200 w 4089400"/>
              <a:gd name="connsiteY201" fmla="*/ 101600 h 2870200"/>
              <a:gd name="connsiteX202" fmla="*/ 4021666 w 4089400"/>
              <a:gd name="connsiteY202" fmla="*/ 76200 h 2870200"/>
              <a:gd name="connsiteX203" fmla="*/ 4030133 w 4089400"/>
              <a:gd name="connsiteY203" fmla="*/ 110067 h 2870200"/>
              <a:gd name="connsiteX204" fmla="*/ 4047066 w 4089400"/>
              <a:gd name="connsiteY204" fmla="*/ 160867 h 2870200"/>
              <a:gd name="connsiteX205" fmla="*/ 4089400 w 4089400"/>
              <a:gd name="connsiteY205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42333 w 4089400"/>
              <a:gd name="connsiteY2" fmla="*/ 567267 h 2870200"/>
              <a:gd name="connsiteX3" fmla="*/ 47892 w 4089400"/>
              <a:gd name="connsiteY3" fmla="*/ 828517 h 2870200"/>
              <a:gd name="connsiteX4" fmla="*/ 32533 w 4089400"/>
              <a:gd name="connsiteY4" fmla="*/ 1083293 h 2870200"/>
              <a:gd name="connsiteX5" fmla="*/ 30266 w 4089400"/>
              <a:gd name="connsiteY5" fmla="*/ 1212385 h 2870200"/>
              <a:gd name="connsiteX6" fmla="*/ 36518 w 4089400"/>
              <a:gd name="connsiteY6" fmla="*/ 1387292 h 2870200"/>
              <a:gd name="connsiteX7" fmla="*/ 76200 w 4089400"/>
              <a:gd name="connsiteY7" fmla="*/ 1202267 h 2870200"/>
              <a:gd name="connsiteX8" fmla="*/ 110066 w 4089400"/>
              <a:gd name="connsiteY8" fmla="*/ 1100667 h 2870200"/>
              <a:gd name="connsiteX9" fmla="*/ 143933 w 4089400"/>
              <a:gd name="connsiteY9" fmla="*/ 999067 h 2870200"/>
              <a:gd name="connsiteX10" fmla="*/ 160866 w 4089400"/>
              <a:gd name="connsiteY10" fmla="*/ 948267 h 2870200"/>
              <a:gd name="connsiteX11" fmla="*/ 177800 w 4089400"/>
              <a:gd name="connsiteY11" fmla="*/ 1134534 h 2870200"/>
              <a:gd name="connsiteX12" fmla="*/ 194733 w 4089400"/>
              <a:gd name="connsiteY12" fmla="*/ 1464734 h 2870200"/>
              <a:gd name="connsiteX13" fmla="*/ 254000 w 4089400"/>
              <a:gd name="connsiteY13" fmla="*/ 1363134 h 2870200"/>
              <a:gd name="connsiteX14" fmla="*/ 279400 w 4089400"/>
              <a:gd name="connsiteY14" fmla="*/ 1371600 h 2870200"/>
              <a:gd name="connsiteX15" fmla="*/ 287866 w 4089400"/>
              <a:gd name="connsiteY15" fmla="*/ 2243667 h 2870200"/>
              <a:gd name="connsiteX16" fmla="*/ 313266 w 4089400"/>
              <a:gd name="connsiteY16" fmla="*/ 2201334 h 2870200"/>
              <a:gd name="connsiteX17" fmla="*/ 321733 w 4089400"/>
              <a:gd name="connsiteY17" fmla="*/ 2150534 h 2870200"/>
              <a:gd name="connsiteX18" fmla="*/ 346635 w 4089400"/>
              <a:gd name="connsiteY18" fmla="*/ 2376146 h 2870200"/>
              <a:gd name="connsiteX19" fmla="*/ 364066 w 4089400"/>
              <a:gd name="connsiteY19" fmla="*/ 2082800 h 2870200"/>
              <a:gd name="connsiteX20" fmla="*/ 389965 w 4089400"/>
              <a:gd name="connsiteY20" fmla="*/ 1792444 h 2870200"/>
              <a:gd name="connsiteX21" fmla="*/ 397933 w 4089400"/>
              <a:gd name="connsiteY21" fmla="*/ 2032000 h 2870200"/>
              <a:gd name="connsiteX22" fmla="*/ 423333 w 4089400"/>
              <a:gd name="connsiteY22" fmla="*/ 1998134 h 2870200"/>
              <a:gd name="connsiteX23" fmla="*/ 440266 w 4089400"/>
              <a:gd name="connsiteY23" fmla="*/ 1752600 h 2870200"/>
              <a:gd name="connsiteX24" fmla="*/ 465666 w 4089400"/>
              <a:gd name="connsiteY24" fmla="*/ 1651000 h 2870200"/>
              <a:gd name="connsiteX25" fmla="*/ 491066 w 4089400"/>
              <a:gd name="connsiteY25" fmla="*/ 1710267 h 2870200"/>
              <a:gd name="connsiteX26" fmla="*/ 499533 w 4089400"/>
              <a:gd name="connsiteY26" fmla="*/ 1851666 h 2870200"/>
              <a:gd name="connsiteX27" fmla="*/ 533400 w 4089400"/>
              <a:gd name="connsiteY27" fmla="*/ 1820334 h 2870200"/>
              <a:gd name="connsiteX28" fmla="*/ 558800 w 4089400"/>
              <a:gd name="connsiteY28" fmla="*/ 1938867 h 2870200"/>
              <a:gd name="connsiteX29" fmla="*/ 575733 w 4089400"/>
              <a:gd name="connsiteY29" fmla="*/ 1998134 h 2870200"/>
              <a:gd name="connsiteX30" fmla="*/ 592666 w 4089400"/>
              <a:gd name="connsiteY30" fmla="*/ 2023534 h 2870200"/>
              <a:gd name="connsiteX31" fmla="*/ 618066 w 4089400"/>
              <a:gd name="connsiteY31" fmla="*/ 1786467 h 2870200"/>
              <a:gd name="connsiteX32" fmla="*/ 626533 w 4089400"/>
              <a:gd name="connsiteY32" fmla="*/ 1744134 h 2870200"/>
              <a:gd name="connsiteX33" fmla="*/ 643466 w 4089400"/>
              <a:gd name="connsiteY33" fmla="*/ 1718734 h 2870200"/>
              <a:gd name="connsiteX34" fmla="*/ 660400 w 4089400"/>
              <a:gd name="connsiteY34" fmla="*/ 1617134 h 2870200"/>
              <a:gd name="connsiteX35" fmla="*/ 677333 w 4089400"/>
              <a:gd name="connsiteY35" fmla="*/ 1557867 h 2870200"/>
              <a:gd name="connsiteX36" fmla="*/ 685800 w 4089400"/>
              <a:gd name="connsiteY36" fmla="*/ 1524000 h 2870200"/>
              <a:gd name="connsiteX37" fmla="*/ 702733 w 4089400"/>
              <a:gd name="connsiteY37" fmla="*/ 1312334 h 2870200"/>
              <a:gd name="connsiteX38" fmla="*/ 719666 w 4089400"/>
              <a:gd name="connsiteY38" fmla="*/ 1380067 h 2870200"/>
              <a:gd name="connsiteX39" fmla="*/ 736600 w 4089400"/>
              <a:gd name="connsiteY39" fmla="*/ 1532467 h 2870200"/>
              <a:gd name="connsiteX40" fmla="*/ 753533 w 4089400"/>
              <a:gd name="connsiteY40" fmla="*/ 1566334 h 2870200"/>
              <a:gd name="connsiteX41" fmla="*/ 778933 w 4089400"/>
              <a:gd name="connsiteY41" fmla="*/ 1456267 h 2870200"/>
              <a:gd name="connsiteX42" fmla="*/ 795866 w 4089400"/>
              <a:gd name="connsiteY42" fmla="*/ 1430867 h 2870200"/>
              <a:gd name="connsiteX43" fmla="*/ 829733 w 4089400"/>
              <a:gd name="connsiteY43" fmla="*/ 1388534 h 2870200"/>
              <a:gd name="connsiteX44" fmla="*/ 838200 w 4089400"/>
              <a:gd name="connsiteY44" fmla="*/ 1498600 h 2870200"/>
              <a:gd name="connsiteX45" fmla="*/ 863600 w 4089400"/>
              <a:gd name="connsiteY45" fmla="*/ 1811867 h 2870200"/>
              <a:gd name="connsiteX46" fmla="*/ 872066 w 4089400"/>
              <a:gd name="connsiteY46" fmla="*/ 1642534 h 2870200"/>
              <a:gd name="connsiteX47" fmla="*/ 897466 w 4089400"/>
              <a:gd name="connsiteY47" fmla="*/ 1583267 h 2870200"/>
              <a:gd name="connsiteX48" fmla="*/ 905933 w 4089400"/>
              <a:gd name="connsiteY48" fmla="*/ 1557867 h 2870200"/>
              <a:gd name="connsiteX49" fmla="*/ 914400 w 4089400"/>
              <a:gd name="connsiteY49" fmla="*/ 2006600 h 2870200"/>
              <a:gd name="connsiteX50" fmla="*/ 939800 w 4089400"/>
              <a:gd name="connsiteY50" fmla="*/ 2116667 h 2870200"/>
              <a:gd name="connsiteX51" fmla="*/ 948266 w 4089400"/>
              <a:gd name="connsiteY51" fmla="*/ 1948424 h 2870200"/>
              <a:gd name="connsiteX52" fmla="*/ 965200 w 4089400"/>
              <a:gd name="connsiteY52" fmla="*/ 1794934 h 2870200"/>
              <a:gd name="connsiteX53" fmla="*/ 973666 w 4089400"/>
              <a:gd name="connsiteY53" fmla="*/ 1761067 h 2870200"/>
              <a:gd name="connsiteX54" fmla="*/ 990600 w 4089400"/>
              <a:gd name="connsiteY54" fmla="*/ 1871134 h 2870200"/>
              <a:gd name="connsiteX55" fmla="*/ 1007533 w 4089400"/>
              <a:gd name="connsiteY55" fmla="*/ 1947334 h 2870200"/>
              <a:gd name="connsiteX56" fmla="*/ 1024466 w 4089400"/>
              <a:gd name="connsiteY56" fmla="*/ 2040467 h 2870200"/>
              <a:gd name="connsiteX57" fmla="*/ 1049866 w 4089400"/>
              <a:gd name="connsiteY57" fmla="*/ 2108200 h 2870200"/>
              <a:gd name="connsiteX58" fmla="*/ 1058333 w 4089400"/>
              <a:gd name="connsiteY58" fmla="*/ 2150534 h 2870200"/>
              <a:gd name="connsiteX59" fmla="*/ 1100666 w 4089400"/>
              <a:gd name="connsiteY59" fmla="*/ 2209800 h 2870200"/>
              <a:gd name="connsiteX60" fmla="*/ 1109133 w 4089400"/>
              <a:gd name="connsiteY60" fmla="*/ 2108200 h 2870200"/>
              <a:gd name="connsiteX61" fmla="*/ 1159933 w 4089400"/>
              <a:gd name="connsiteY61" fmla="*/ 1989667 h 2870200"/>
              <a:gd name="connsiteX62" fmla="*/ 1210733 w 4089400"/>
              <a:gd name="connsiteY62" fmla="*/ 1913467 h 2870200"/>
              <a:gd name="connsiteX63" fmla="*/ 1219200 w 4089400"/>
              <a:gd name="connsiteY63" fmla="*/ 2167467 h 2870200"/>
              <a:gd name="connsiteX64" fmla="*/ 1236133 w 4089400"/>
              <a:gd name="connsiteY64" fmla="*/ 2082800 h 2870200"/>
              <a:gd name="connsiteX65" fmla="*/ 1244600 w 4089400"/>
              <a:gd name="connsiteY65" fmla="*/ 2015067 h 2870200"/>
              <a:gd name="connsiteX66" fmla="*/ 1286933 w 4089400"/>
              <a:gd name="connsiteY66" fmla="*/ 1854200 h 2870200"/>
              <a:gd name="connsiteX67" fmla="*/ 1295400 w 4089400"/>
              <a:gd name="connsiteY67" fmla="*/ 1803400 h 2870200"/>
              <a:gd name="connsiteX68" fmla="*/ 1320800 w 4089400"/>
              <a:gd name="connsiteY68" fmla="*/ 1701800 h 2870200"/>
              <a:gd name="connsiteX69" fmla="*/ 1346200 w 4089400"/>
              <a:gd name="connsiteY69" fmla="*/ 1718734 h 2870200"/>
              <a:gd name="connsiteX70" fmla="*/ 1354666 w 4089400"/>
              <a:gd name="connsiteY70" fmla="*/ 1744134 h 2870200"/>
              <a:gd name="connsiteX71" fmla="*/ 1380066 w 4089400"/>
              <a:gd name="connsiteY71" fmla="*/ 1828800 h 2870200"/>
              <a:gd name="connsiteX72" fmla="*/ 1397000 w 4089400"/>
              <a:gd name="connsiteY72" fmla="*/ 1879600 h 2870200"/>
              <a:gd name="connsiteX73" fmla="*/ 1405466 w 4089400"/>
              <a:gd name="connsiteY73" fmla="*/ 1913467 h 2870200"/>
              <a:gd name="connsiteX74" fmla="*/ 1430866 w 4089400"/>
              <a:gd name="connsiteY74" fmla="*/ 1947334 h 2870200"/>
              <a:gd name="connsiteX75" fmla="*/ 1447800 w 4089400"/>
              <a:gd name="connsiteY75" fmla="*/ 1938867 h 2870200"/>
              <a:gd name="connsiteX76" fmla="*/ 1490133 w 4089400"/>
              <a:gd name="connsiteY76" fmla="*/ 1803400 h 2870200"/>
              <a:gd name="connsiteX77" fmla="*/ 1549400 w 4089400"/>
              <a:gd name="connsiteY77" fmla="*/ 1651000 h 2870200"/>
              <a:gd name="connsiteX78" fmla="*/ 1557866 w 4089400"/>
              <a:gd name="connsiteY78" fmla="*/ 1591734 h 2870200"/>
              <a:gd name="connsiteX79" fmla="*/ 1574800 w 4089400"/>
              <a:gd name="connsiteY79" fmla="*/ 1566334 h 2870200"/>
              <a:gd name="connsiteX80" fmla="*/ 1583266 w 4089400"/>
              <a:gd name="connsiteY80" fmla="*/ 1524000 h 2870200"/>
              <a:gd name="connsiteX81" fmla="*/ 1591733 w 4089400"/>
              <a:gd name="connsiteY81" fmla="*/ 1498600 h 2870200"/>
              <a:gd name="connsiteX82" fmla="*/ 1608666 w 4089400"/>
              <a:gd name="connsiteY82" fmla="*/ 1524000 h 2870200"/>
              <a:gd name="connsiteX83" fmla="*/ 1634066 w 4089400"/>
              <a:gd name="connsiteY83" fmla="*/ 1490134 h 2870200"/>
              <a:gd name="connsiteX84" fmla="*/ 1659466 w 4089400"/>
              <a:gd name="connsiteY84" fmla="*/ 1388534 h 2870200"/>
              <a:gd name="connsiteX85" fmla="*/ 1718733 w 4089400"/>
              <a:gd name="connsiteY85" fmla="*/ 1286934 h 2870200"/>
              <a:gd name="connsiteX86" fmla="*/ 1769533 w 4089400"/>
              <a:gd name="connsiteY86" fmla="*/ 1176867 h 2870200"/>
              <a:gd name="connsiteX87" fmla="*/ 1794933 w 4089400"/>
              <a:gd name="connsiteY87" fmla="*/ 1202267 h 2870200"/>
              <a:gd name="connsiteX88" fmla="*/ 1803400 w 4089400"/>
              <a:gd name="connsiteY88" fmla="*/ 1227667 h 2870200"/>
              <a:gd name="connsiteX89" fmla="*/ 1820333 w 4089400"/>
              <a:gd name="connsiteY89" fmla="*/ 1261534 h 2870200"/>
              <a:gd name="connsiteX90" fmla="*/ 1862666 w 4089400"/>
              <a:gd name="connsiteY90" fmla="*/ 1422400 h 2870200"/>
              <a:gd name="connsiteX91" fmla="*/ 1913466 w 4089400"/>
              <a:gd name="connsiteY91" fmla="*/ 1600200 h 2870200"/>
              <a:gd name="connsiteX92" fmla="*/ 1964266 w 4089400"/>
              <a:gd name="connsiteY92" fmla="*/ 1744134 h 2870200"/>
              <a:gd name="connsiteX93" fmla="*/ 1981200 w 4089400"/>
              <a:gd name="connsiteY93" fmla="*/ 1498600 h 2870200"/>
              <a:gd name="connsiteX94" fmla="*/ 1998133 w 4089400"/>
              <a:gd name="connsiteY94" fmla="*/ 1464734 h 2870200"/>
              <a:gd name="connsiteX95" fmla="*/ 2006600 w 4089400"/>
              <a:gd name="connsiteY95" fmla="*/ 1439334 h 2870200"/>
              <a:gd name="connsiteX96" fmla="*/ 2057400 w 4089400"/>
              <a:gd name="connsiteY96" fmla="*/ 2032000 h 2870200"/>
              <a:gd name="connsiteX97" fmla="*/ 2065866 w 4089400"/>
              <a:gd name="connsiteY97" fmla="*/ 2150534 h 2870200"/>
              <a:gd name="connsiteX98" fmla="*/ 2074333 w 4089400"/>
              <a:gd name="connsiteY98" fmla="*/ 2489200 h 2870200"/>
              <a:gd name="connsiteX99" fmla="*/ 2108200 w 4089400"/>
              <a:gd name="connsiteY99" fmla="*/ 2421467 h 2870200"/>
              <a:gd name="connsiteX100" fmla="*/ 2150533 w 4089400"/>
              <a:gd name="connsiteY100" fmla="*/ 2319867 h 2870200"/>
              <a:gd name="connsiteX101" fmla="*/ 2175933 w 4089400"/>
              <a:gd name="connsiteY101" fmla="*/ 2286000 h 2870200"/>
              <a:gd name="connsiteX102" fmla="*/ 2209800 w 4089400"/>
              <a:gd name="connsiteY102" fmla="*/ 2235200 h 2870200"/>
              <a:gd name="connsiteX103" fmla="*/ 2226733 w 4089400"/>
              <a:gd name="connsiteY103" fmla="*/ 2514600 h 2870200"/>
              <a:gd name="connsiteX104" fmla="*/ 2252133 w 4089400"/>
              <a:gd name="connsiteY104" fmla="*/ 2565400 h 2870200"/>
              <a:gd name="connsiteX105" fmla="*/ 2260600 w 4089400"/>
              <a:gd name="connsiteY105" fmla="*/ 2489200 h 2870200"/>
              <a:gd name="connsiteX106" fmla="*/ 2277533 w 4089400"/>
              <a:gd name="connsiteY106" fmla="*/ 2421467 h 2870200"/>
              <a:gd name="connsiteX107" fmla="*/ 2286000 w 4089400"/>
              <a:gd name="connsiteY107" fmla="*/ 1718734 h 2870200"/>
              <a:gd name="connsiteX108" fmla="*/ 2311400 w 4089400"/>
              <a:gd name="connsiteY108" fmla="*/ 1811867 h 2870200"/>
              <a:gd name="connsiteX109" fmla="*/ 2336800 w 4089400"/>
              <a:gd name="connsiteY109" fmla="*/ 1871134 h 2870200"/>
              <a:gd name="connsiteX110" fmla="*/ 2362200 w 4089400"/>
              <a:gd name="connsiteY110" fmla="*/ 1938867 h 2870200"/>
              <a:gd name="connsiteX111" fmla="*/ 2370666 w 4089400"/>
              <a:gd name="connsiteY111" fmla="*/ 1972734 h 2870200"/>
              <a:gd name="connsiteX112" fmla="*/ 2379133 w 4089400"/>
              <a:gd name="connsiteY112" fmla="*/ 1574800 h 2870200"/>
              <a:gd name="connsiteX113" fmla="*/ 2404533 w 4089400"/>
              <a:gd name="connsiteY113" fmla="*/ 1236134 h 2870200"/>
              <a:gd name="connsiteX114" fmla="*/ 2421466 w 4089400"/>
              <a:gd name="connsiteY114" fmla="*/ 1092200 h 2870200"/>
              <a:gd name="connsiteX115" fmla="*/ 2429933 w 4089400"/>
              <a:gd name="connsiteY115" fmla="*/ 1066800 h 2870200"/>
              <a:gd name="connsiteX116" fmla="*/ 2438400 w 4089400"/>
              <a:gd name="connsiteY116" fmla="*/ 1092200 h 2870200"/>
              <a:gd name="connsiteX117" fmla="*/ 2455333 w 4089400"/>
              <a:gd name="connsiteY117" fmla="*/ 1117600 h 2870200"/>
              <a:gd name="connsiteX118" fmla="*/ 2463800 w 4089400"/>
              <a:gd name="connsiteY118" fmla="*/ 1227667 h 2870200"/>
              <a:gd name="connsiteX119" fmla="*/ 2489200 w 4089400"/>
              <a:gd name="connsiteY119" fmla="*/ 753534 h 2870200"/>
              <a:gd name="connsiteX120" fmla="*/ 2506133 w 4089400"/>
              <a:gd name="connsiteY120" fmla="*/ 685800 h 2870200"/>
              <a:gd name="connsiteX121" fmla="*/ 2514600 w 4089400"/>
              <a:gd name="connsiteY121" fmla="*/ 609600 h 2870200"/>
              <a:gd name="connsiteX122" fmla="*/ 2523066 w 4089400"/>
              <a:gd name="connsiteY122" fmla="*/ 558800 h 2870200"/>
              <a:gd name="connsiteX123" fmla="*/ 2540000 w 4089400"/>
              <a:gd name="connsiteY123" fmla="*/ 584200 h 2870200"/>
              <a:gd name="connsiteX124" fmla="*/ 2548466 w 4089400"/>
              <a:gd name="connsiteY124" fmla="*/ 778934 h 2870200"/>
              <a:gd name="connsiteX125" fmla="*/ 2590800 w 4089400"/>
              <a:gd name="connsiteY125" fmla="*/ 914400 h 2870200"/>
              <a:gd name="connsiteX126" fmla="*/ 2607733 w 4089400"/>
              <a:gd name="connsiteY126" fmla="*/ 973667 h 2870200"/>
              <a:gd name="connsiteX127" fmla="*/ 2624666 w 4089400"/>
              <a:gd name="connsiteY127" fmla="*/ 812800 h 2870200"/>
              <a:gd name="connsiteX128" fmla="*/ 2641600 w 4089400"/>
              <a:gd name="connsiteY128" fmla="*/ 694267 h 2870200"/>
              <a:gd name="connsiteX129" fmla="*/ 2667000 w 4089400"/>
              <a:gd name="connsiteY129" fmla="*/ 558800 h 2870200"/>
              <a:gd name="connsiteX130" fmla="*/ 2692400 w 4089400"/>
              <a:gd name="connsiteY130" fmla="*/ 321734 h 2870200"/>
              <a:gd name="connsiteX131" fmla="*/ 2709333 w 4089400"/>
              <a:gd name="connsiteY131" fmla="*/ 1058334 h 2870200"/>
              <a:gd name="connsiteX132" fmla="*/ 2735730 w 4089400"/>
              <a:gd name="connsiteY132" fmla="*/ 1023969 h 2870200"/>
              <a:gd name="connsiteX133" fmla="*/ 2785533 w 4089400"/>
              <a:gd name="connsiteY133" fmla="*/ 905934 h 2870200"/>
              <a:gd name="connsiteX134" fmla="*/ 2819400 w 4089400"/>
              <a:gd name="connsiteY134" fmla="*/ 855134 h 2870200"/>
              <a:gd name="connsiteX135" fmla="*/ 2844800 w 4089400"/>
              <a:gd name="connsiteY135" fmla="*/ 1422400 h 2870200"/>
              <a:gd name="connsiteX136" fmla="*/ 2853266 w 4089400"/>
              <a:gd name="connsiteY136" fmla="*/ 1388534 h 2870200"/>
              <a:gd name="connsiteX137" fmla="*/ 2870200 w 4089400"/>
              <a:gd name="connsiteY137" fmla="*/ 1363134 h 2870200"/>
              <a:gd name="connsiteX138" fmla="*/ 2895600 w 4089400"/>
              <a:gd name="connsiteY138" fmla="*/ 1278467 h 2870200"/>
              <a:gd name="connsiteX139" fmla="*/ 2912533 w 4089400"/>
              <a:gd name="connsiteY139" fmla="*/ 1320800 h 2870200"/>
              <a:gd name="connsiteX140" fmla="*/ 2929466 w 4089400"/>
              <a:gd name="connsiteY140" fmla="*/ 1388534 h 2870200"/>
              <a:gd name="connsiteX141" fmla="*/ 2946400 w 4089400"/>
              <a:gd name="connsiteY141" fmla="*/ 1422400 h 2870200"/>
              <a:gd name="connsiteX142" fmla="*/ 2988733 w 4089400"/>
              <a:gd name="connsiteY142" fmla="*/ 1540934 h 2870200"/>
              <a:gd name="connsiteX143" fmla="*/ 3005666 w 4089400"/>
              <a:gd name="connsiteY143" fmla="*/ 1566334 h 2870200"/>
              <a:gd name="connsiteX144" fmla="*/ 3039533 w 4089400"/>
              <a:gd name="connsiteY144" fmla="*/ 1718734 h 2870200"/>
              <a:gd name="connsiteX145" fmla="*/ 3064933 w 4089400"/>
              <a:gd name="connsiteY145" fmla="*/ 1761067 h 2870200"/>
              <a:gd name="connsiteX146" fmla="*/ 3098800 w 4089400"/>
              <a:gd name="connsiteY146" fmla="*/ 1879600 h 2870200"/>
              <a:gd name="connsiteX147" fmla="*/ 3090333 w 4089400"/>
              <a:gd name="connsiteY147" fmla="*/ 1913467 h 2870200"/>
              <a:gd name="connsiteX148" fmla="*/ 3102783 w 4089400"/>
              <a:gd name="connsiteY148" fmla="*/ 1901016 h 2870200"/>
              <a:gd name="connsiteX149" fmla="*/ 3081866 w 4089400"/>
              <a:gd name="connsiteY149" fmla="*/ 1888067 h 2870200"/>
              <a:gd name="connsiteX150" fmla="*/ 3107266 w 4089400"/>
              <a:gd name="connsiteY150" fmla="*/ 1871134 h 2870200"/>
              <a:gd name="connsiteX151" fmla="*/ 3115733 w 4089400"/>
              <a:gd name="connsiteY151" fmla="*/ 1769534 h 2870200"/>
              <a:gd name="connsiteX152" fmla="*/ 3132666 w 4089400"/>
              <a:gd name="connsiteY152" fmla="*/ 1710267 h 2870200"/>
              <a:gd name="connsiteX153" fmla="*/ 3141133 w 4089400"/>
              <a:gd name="connsiteY153" fmla="*/ 1684867 h 2870200"/>
              <a:gd name="connsiteX154" fmla="*/ 3166533 w 4089400"/>
              <a:gd name="connsiteY154" fmla="*/ 1676400 h 2870200"/>
              <a:gd name="connsiteX155" fmla="*/ 3175000 w 4089400"/>
              <a:gd name="connsiteY155" fmla="*/ 2006600 h 2870200"/>
              <a:gd name="connsiteX156" fmla="*/ 3183466 w 4089400"/>
              <a:gd name="connsiteY156" fmla="*/ 2048934 h 2870200"/>
              <a:gd name="connsiteX157" fmla="*/ 3191933 w 4089400"/>
              <a:gd name="connsiteY157" fmla="*/ 2099734 h 2870200"/>
              <a:gd name="connsiteX158" fmla="*/ 3208866 w 4089400"/>
              <a:gd name="connsiteY158" fmla="*/ 2048934 h 2870200"/>
              <a:gd name="connsiteX159" fmla="*/ 3217333 w 4089400"/>
              <a:gd name="connsiteY159" fmla="*/ 1998134 h 2870200"/>
              <a:gd name="connsiteX160" fmla="*/ 3251200 w 4089400"/>
              <a:gd name="connsiteY160" fmla="*/ 2353734 h 2870200"/>
              <a:gd name="connsiteX161" fmla="*/ 3276600 w 4089400"/>
              <a:gd name="connsiteY161" fmla="*/ 2387600 h 2870200"/>
              <a:gd name="connsiteX162" fmla="*/ 3285066 w 4089400"/>
              <a:gd name="connsiteY162" fmla="*/ 2497667 h 2870200"/>
              <a:gd name="connsiteX163" fmla="*/ 3302000 w 4089400"/>
              <a:gd name="connsiteY163" fmla="*/ 2531534 h 2870200"/>
              <a:gd name="connsiteX164" fmla="*/ 3318933 w 4089400"/>
              <a:gd name="connsiteY164" fmla="*/ 2599267 h 2870200"/>
              <a:gd name="connsiteX165" fmla="*/ 3344333 w 4089400"/>
              <a:gd name="connsiteY165" fmla="*/ 2667000 h 2870200"/>
              <a:gd name="connsiteX166" fmla="*/ 3386666 w 4089400"/>
              <a:gd name="connsiteY166" fmla="*/ 2810934 h 2870200"/>
              <a:gd name="connsiteX167" fmla="*/ 3412066 w 4089400"/>
              <a:gd name="connsiteY167" fmla="*/ 2870200 h 2870200"/>
              <a:gd name="connsiteX168" fmla="*/ 3437466 w 4089400"/>
              <a:gd name="connsiteY168" fmla="*/ 1828800 h 2870200"/>
              <a:gd name="connsiteX169" fmla="*/ 3436968 w 4089400"/>
              <a:gd name="connsiteY169" fmla="*/ 2090271 h 2870200"/>
              <a:gd name="connsiteX170" fmla="*/ 3462866 w 4089400"/>
              <a:gd name="connsiteY170" fmla="*/ 1735667 h 2870200"/>
              <a:gd name="connsiteX171" fmla="*/ 3488266 w 4089400"/>
              <a:gd name="connsiteY171" fmla="*/ 1651000 h 2870200"/>
              <a:gd name="connsiteX172" fmla="*/ 3496733 w 4089400"/>
              <a:gd name="connsiteY172" fmla="*/ 1701800 h 2870200"/>
              <a:gd name="connsiteX173" fmla="*/ 3500717 w 4089400"/>
              <a:gd name="connsiteY173" fmla="*/ 1875118 h 2870200"/>
              <a:gd name="connsiteX174" fmla="*/ 3522133 w 4089400"/>
              <a:gd name="connsiteY174" fmla="*/ 1752600 h 2870200"/>
              <a:gd name="connsiteX175" fmla="*/ 3530600 w 4089400"/>
              <a:gd name="connsiteY175" fmla="*/ 1693334 h 2870200"/>
              <a:gd name="connsiteX176" fmla="*/ 3572933 w 4089400"/>
              <a:gd name="connsiteY176" fmla="*/ 1608667 h 2870200"/>
              <a:gd name="connsiteX177" fmla="*/ 3589866 w 4089400"/>
              <a:gd name="connsiteY177" fmla="*/ 1566334 h 2870200"/>
              <a:gd name="connsiteX178" fmla="*/ 3632200 w 4089400"/>
              <a:gd name="connsiteY178" fmla="*/ 1464734 h 2870200"/>
              <a:gd name="connsiteX179" fmla="*/ 3636184 w 4089400"/>
              <a:gd name="connsiteY179" fmla="*/ 1373094 h 2870200"/>
              <a:gd name="connsiteX180" fmla="*/ 3657600 w 4089400"/>
              <a:gd name="connsiteY180" fmla="*/ 1363134 h 2870200"/>
              <a:gd name="connsiteX181" fmla="*/ 3674533 w 4089400"/>
              <a:gd name="connsiteY181" fmla="*/ 1320800 h 2870200"/>
              <a:gd name="connsiteX182" fmla="*/ 3669553 w 4089400"/>
              <a:gd name="connsiteY182" fmla="*/ 1151964 h 2870200"/>
              <a:gd name="connsiteX183" fmla="*/ 3716866 w 4089400"/>
              <a:gd name="connsiteY183" fmla="*/ 1227667 h 2870200"/>
              <a:gd name="connsiteX184" fmla="*/ 3725333 w 4089400"/>
              <a:gd name="connsiteY184" fmla="*/ 1176867 h 2870200"/>
              <a:gd name="connsiteX185" fmla="*/ 3742266 w 4089400"/>
              <a:gd name="connsiteY185" fmla="*/ 1126067 h 2870200"/>
              <a:gd name="connsiteX186" fmla="*/ 3750733 w 4089400"/>
              <a:gd name="connsiteY186" fmla="*/ 1058334 h 2870200"/>
              <a:gd name="connsiteX187" fmla="*/ 3759200 w 4089400"/>
              <a:gd name="connsiteY187" fmla="*/ 1270000 h 2870200"/>
              <a:gd name="connsiteX188" fmla="*/ 3788048 w 4089400"/>
              <a:gd name="connsiteY188" fmla="*/ 678606 h 2870200"/>
              <a:gd name="connsiteX189" fmla="*/ 3793066 w 4089400"/>
              <a:gd name="connsiteY189" fmla="*/ 558800 h 2870200"/>
              <a:gd name="connsiteX190" fmla="*/ 3810000 w 4089400"/>
              <a:gd name="connsiteY190" fmla="*/ 482600 h 2870200"/>
              <a:gd name="connsiteX191" fmla="*/ 3818466 w 4089400"/>
              <a:gd name="connsiteY191" fmla="*/ 533400 h 2870200"/>
              <a:gd name="connsiteX192" fmla="*/ 3835400 w 4089400"/>
              <a:gd name="connsiteY192" fmla="*/ 660400 h 2870200"/>
              <a:gd name="connsiteX193" fmla="*/ 3843866 w 4089400"/>
              <a:gd name="connsiteY193" fmla="*/ 702734 h 2870200"/>
              <a:gd name="connsiteX194" fmla="*/ 3860800 w 4089400"/>
              <a:gd name="connsiteY194" fmla="*/ 736600 h 2870200"/>
              <a:gd name="connsiteX195" fmla="*/ 3877733 w 4089400"/>
              <a:gd name="connsiteY195" fmla="*/ 702734 h 2870200"/>
              <a:gd name="connsiteX196" fmla="*/ 3937000 w 4089400"/>
              <a:gd name="connsiteY196" fmla="*/ 482600 h 2870200"/>
              <a:gd name="connsiteX197" fmla="*/ 3953933 w 4089400"/>
              <a:gd name="connsiteY197" fmla="*/ 457200 h 2870200"/>
              <a:gd name="connsiteX198" fmla="*/ 3979333 w 4089400"/>
              <a:gd name="connsiteY198" fmla="*/ 177800 h 2870200"/>
              <a:gd name="connsiteX199" fmla="*/ 4004733 w 4089400"/>
              <a:gd name="connsiteY199" fmla="*/ 135467 h 2870200"/>
              <a:gd name="connsiteX200" fmla="*/ 4013200 w 4089400"/>
              <a:gd name="connsiteY200" fmla="*/ 101600 h 2870200"/>
              <a:gd name="connsiteX201" fmla="*/ 4021666 w 4089400"/>
              <a:gd name="connsiteY201" fmla="*/ 76200 h 2870200"/>
              <a:gd name="connsiteX202" fmla="*/ 4030133 w 4089400"/>
              <a:gd name="connsiteY202" fmla="*/ 110067 h 2870200"/>
              <a:gd name="connsiteX203" fmla="*/ 4047066 w 4089400"/>
              <a:gd name="connsiteY203" fmla="*/ 160867 h 2870200"/>
              <a:gd name="connsiteX204" fmla="*/ 4089400 w 4089400"/>
              <a:gd name="connsiteY204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42333 w 4089400"/>
              <a:gd name="connsiteY2" fmla="*/ 567267 h 2870200"/>
              <a:gd name="connsiteX3" fmla="*/ 47892 w 4089400"/>
              <a:gd name="connsiteY3" fmla="*/ 828517 h 2870200"/>
              <a:gd name="connsiteX4" fmla="*/ 32533 w 4089400"/>
              <a:gd name="connsiteY4" fmla="*/ 1083293 h 2870200"/>
              <a:gd name="connsiteX5" fmla="*/ 30266 w 4089400"/>
              <a:gd name="connsiteY5" fmla="*/ 1212385 h 2870200"/>
              <a:gd name="connsiteX6" fmla="*/ 36518 w 4089400"/>
              <a:gd name="connsiteY6" fmla="*/ 1387292 h 2870200"/>
              <a:gd name="connsiteX7" fmla="*/ 87319 w 4089400"/>
              <a:gd name="connsiteY7" fmla="*/ 1209517 h 2870200"/>
              <a:gd name="connsiteX8" fmla="*/ 110066 w 4089400"/>
              <a:gd name="connsiteY8" fmla="*/ 1100667 h 2870200"/>
              <a:gd name="connsiteX9" fmla="*/ 143933 w 4089400"/>
              <a:gd name="connsiteY9" fmla="*/ 999067 h 2870200"/>
              <a:gd name="connsiteX10" fmla="*/ 160866 w 4089400"/>
              <a:gd name="connsiteY10" fmla="*/ 948267 h 2870200"/>
              <a:gd name="connsiteX11" fmla="*/ 177800 w 4089400"/>
              <a:gd name="connsiteY11" fmla="*/ 1134534 h 2870200"/>
              <a:gd name="connsiteX12" fmla="*/ 194733 w 4089400"/>
              <a:gd name="connsiteY12" fmla="*/ 1464734 h 2870200"/>
              <a:gd name="connsiteX13" fmla="*/ 254000 w 4089400"/>
              <a:gd name="connsiteY13" fmla="*/ 1363134 h 2870200"/>
              <a:gd name="connsiteX14" fmla="*/ 279400 w 4089400"/>
              <a:gd name="connsiteY14" fmla="*/ 1371600 h 2870200"/>
              <a:gd name="connsiteX15" fmla="*/ 287866 w 4089400"/>
              <a:gd name="connsiteY15" fmla="*/ 2243667 h 2870200"/>
              <a:gd name="connsiteX16" fmla="*/ 313266 w 4089400"/>
              <a:gd name="connsiteY16" fmla="*/ 2201334 h 2870200"/>
              <a:gd name="connsiteX17" fmla="*/ 321733 w 4089400"/>
              <a:gd name="connsiteY17" fmla="*/ 2150534 h 2870200"/>
              <a:gd name="connsiteX18" fmla="*/ 346635 w 4089400"/>
              <a:gd name="connsiteY18" fmla="*/ 2376146 h 2870200"/>
              <a:gd name="connsiteX19" fmla="*/ 364066 w 4089400"/>
              <a:gd name="connsiteY19" fmla="*/ 2082800 h 2870200"/>
              <a:gd name="connsiteX20" fmla="*/ 389965 w 4089400"/>
              <a:gd name="connsiteY20" fmla="*/ 1792444 h 2870200"/>
              <a:gd name="connsiteX21" fmla="*/ 397933 w 4089400"/>
              <a:gd name="connsiteY21" fmla="*/ 2032000 h 2870200"/>
              <a:gd name="connsiteX22" fmla="*/ 423333 w 4089400"/>
              <a:gd name="connsiteY22" fmla="*/ 1998134 h 2870200"/>
              <a:gd name="connsiteX23" fmla="*/ 440266 w 4089400"/>
              <a:gd name="connsiteY23" fmla="*/ 1752600 h 2870200"/>
              <a:gd name="connsiteX24" fmla="*/ 465666 w 4089400"/>
              <a:gd name="connsiteY24" fmla="*/ 1651000 h 2870200"/>
              <a:gd name="connsiteX25" fmla="*/ 491066 w 4089400"/>
              <a:gd name="connsiteY25" fmla="*/ 1710267 h 2870200"/>
              <a:gd name="connsiteX26" fmla="*/ 499533 w 4089400"/>
              <a:gd name="connsiteY26" fmla="*/ 1851666 h 2870200"/>
              <a:gd name="connsiteX27" fmla="*/ 533400 w 4089400"/>
              <a:gd name="connsiteY27" fmla="*/ 1820334 h 2870200"/>
              <a:gd name="connsiteX28" fmla="*/ 558800 w 4089400"/>
              <a:gd name="connsiteY28" fmla="*/ 1938867 h 2870200"/>
              <a:gd name="connsiteX29" fmla="*/ 575733 w 4089400"/>
              <a:gd name="connsiteY29" fmla="*/ 1998134 h 2870200"/>
              <a:gd name="connsiteX30" fmla="*/ 592666 w 4089400"/>
              <a:gd name="connsiteY30" fmla="*/ 2023534 h 2870200"/>
              <a:gd name="connsiteX31" fmla="*/ 618066 w 4089400"/>
              <a:gd name="connsiteY31" fmla="*/ 1786467 h 2870200"/>
              <a:gd name="connsiteX32" fmla="*/ 626533 w 4089400"/>
              <a:gd name="connsiteY32" fmla="*/ 1744134 h 2870200"/>
              <a:gd name="connsiteX33" fmla="*/ 643466 w 4089400"/>
              <a:gd name="connsiteY33" fmla="*/ 1718734 h 2870200"/>
              <a:gd name="connsiteX34" fmla="*/ 660400 w 4089400"/>
              <a:gd name="connsiteY34" fmla="*/ 1617134 h 2870200"/>
              <a:gd name="connsiteX35" fmla="*/ 677333 w 4089400"/>
              <a:gd name="connsiteY35" fmla="*/ 1557867 h 2870200"/>
              <a:gd name="connsiteX36" fmla="*/ 685800 w 4089400"/>
              <a:gd name="connsiteY36" fmla="*/ 1524000 h 2870200"/>
              <a:gd name="connsiteX37" fmla="*/ 702733 w 4089400"/>
              <a:gd name="connsiteY37" fmla="*/ 1312334 h 2870200"/>
              <a:gd name="connsiteX38" fmla="*/ 719666 w 4089400"/>
              <a:gd name="connsiteY38" fmla="*/ 1380067 h 2870200"/>
              <a:gd name="connsiteX39" fmla="*/ 736600 w 4089400"/>
              <a:gd name="connsiteY39" fmla="*/ 1532467 h 2870200"/>
              <a:gd name="connsiteX40" fmla="*/ 753533 w 4089400"/>
              <a:gd name="connsiteY40" fmla="*/ 1566334 h 2870200"/>
              <a:gd name="connsiteX41" fmla="*/ 778933 w 4089400"/>
              <a:gd name="connsiteY41" fmla="*/ 1456267 h 2870200"/>
              <a:gd name="connsiteX42" fmla="*/ 795866 w 4089400"/>
              <a:gd name="connsiteY42" fmla="*/ 1430867 h 2870200"/>
              <a:gd name="connsiteX43" fmla="*/ 829733 w 4089400"/>
              <a:gd name="connsiteY43" fmla="*/ 1388534 h 2870200"/>
              <a:gd name="connsiteX44" fmla="*/ 838200 w 4089400"/>
              <a:gd name="connsiteY44" fmla="*/ 1498600 h 2870200"/>
              <a:gd name="connsiteX45" fmla="*/ 863600 w 4089400"/>
              <a:gd name="connsiteY45" fmla="*/ 1811867 h 2870200"/>
              <a:gd name="connsiteX46" fmla="*/ 872066 w 4089400"/>
              <a:gd name="connsiteY46" fmla="*/ 1642534 h 2870200"/>
              <a:gd name="connsiteX47" fmla="*/ 897466 w 4089400"/>
              <a:gd name="connsiteY47" fmla="*/ 1583267 h 2870200"/>
              <a:gd name="connsiteX48" fmla="*/ 905933 w 4089400"/>
              <a:gd name="connsiteY48" fmla="*/ 1557867 h 2870200"/>
              <a:gd name="connsiteX49" fmla="*/ 914400 w 4089400"/>
              <a:gd name="connsiteY49" fmla="*/ 2006600 h 2870200"/>
              <a:gd name="connsiteX50" fmla="*/ 939800 w 4089400"/>
              <a:gd name="connsiteY50" fmla="*/ 2116667 h 2870200"/>
              <a:gd name="connsiteX51" fmla="*/ 948266 w 4089400"/>
              <a:gd name="connsiteY51" fmla="*/ 1948424 h 2870200"/>
              <a:gd name="connsiteX52" fmla="*/ 965200 w 4089400"/>
              <a:gd name="connsiteY52" fmla="*/ 1794934 h 2870200"/>
              <a:gd name="connsiteX53" fmla="*/ 973666 w 4089400"/>
              <a:gd name="connsiteY53" fmla="*/ 1761067 h 2870200"/>
              <a:gd name="connsiteX54" fmla="*/ 990600 w 4089400"/>
              <a:gd name="connsiteY54" fmla="*/ 1871134 h 2870200"/>
              <a:gd name="connsiteX55" fmla="*/ 1007533 w 4089400"/>
              <a:gd name="connsiteY55" fmla="*/ 1947334 h 2870200"/>
              <a:gd name="connsiteX56" fmla="*/ 1024466 w 4089400"/>
              <a:gd name="connsiteY56" fmla="*/ 2040467 h 2870200"/>
              <a:gd name="connsiteX57" fmla="*/ 1049866 w 4089400"/>
              <a:gd name="connsiteY57" fmla="*/ 2108200 h 2870200"/>
              <a:gd name="connsiteX58" fmla="*/ 1058333 w 4089400"/>
              <a:gd name="connsiteY58" fmla="*/ 2150534 h 2870200"/>
              <a:gd name="connsiteX59" fmla="*/ 1100666 w 4089400"/>
              <a:gd name="connsiteY59" fmla="*/ 2209800 h 2870200"/>
              <a:gd name="connsiteX60" fmla="*/ 1109133 w 4089400"/>
              <a:gd name="connsiteY60" fmla="*/ 2108200 h 2870200"/>
              <a:gd name="connsiteX61" fmla="*/ 1159933 w 4089400"/>
              <a:gd name="connsiteY61" fmla="*/ 1989667 h 2870200"/>
              <a:gd name="connsiteX62" fmla="*/ 1210733 w 4089400"/>
              <a:gd name="connsiteY62" fmla="*/ 1913467 h 2870200"/>
              <a:gd name="connsiteX63" fmla="*/ 1219200 w 4089400"/>
              <a:gd name="connsiteY63" fmla="*/ 2167467 h 2870200"/>
              <a:gd name="connsiteX64" fmla="*/ 1236133 w 4089400"/>
              <a:gd name="connsiteY64" fmla="*/ 2082800 h 2870200"/>
              <a:gd name="connsiteX65" fmla="*/ 1244600 w 4089400"/>
              <a:gd name="connsiteY65" fmla="*/ 2015067 h 2870200"/>
              <a:gd name="connsiteX66" fmla="*/ 1286933 w 4089400"/>
              <a:gd name="connsiteY66" fmla="*/ 1854200 h 2870200"/>
              <a:gd name="connsiteX67" fmla="*/ 1295400 w 4089400"/>
              <a:gd name="connsiteY67" fmla="*/ 1803400 h 2870200"/>
              <a:gd name="connsiteX68" fmla="*/ 1320800 w 4089400"/>
              <a:gd name="connsiteY68" fmla="*/ 1701800 h 2870200"/>
              <a:gd name="connsiteX69" fmla="*/ 1346200 w 4089400"/>
              <a:gd name="connsiteY69" fmla="*/ 1718734 h 2870200"/>
              <a:gd name="connsiteX70" fmla="*/ 1354666 w 4089400"/>
              <a:gd name="connsiteY70" fmla="*/ 1744134 h 2870200"/>
              <a:gd name="connsiteX71" fmla="*/ 1380066 w 4089400"/>
              <a:gd name="connsiteY71" fmla="*/ 1828800 h 2870200"/>
              <a:gd name="connsiteX72" fmla="*/ 1397000 w 4089400"/>
              <a:gd name="connsiteY72" fmla="*/ 1879600 h 2870200"/>
              <a:gd name="connsiteX73" fmla="*/ 1405466 w 4089400"/>
              <a:gd name="connsiteY73" fmla="*/ 1913467 h 2870200"/>
              <a:gd name="connsiteX74" fmla="*/ 1430866 w 4089400"/>
              <a:gd name="connsiteY74" fmla="*/ 1947334 h 2870200"/>
              <a:gd name="connsiteX75" fmla="*/ 1447800 w 4089400"/>
              <a:gd name="connsiteY75" fmla="*/ 1938867 h 2870200"/>
              <a:gd name="connsiteX76" fmla="*/ 1490133 w 4089400"/>
              <a:gd name="connsiteY76" fmla="*/ 1803400 h 2870200"/>
              <a:gd name="connsiteX77" fmla="*/ 1549400 w 4089400"/>
              <a:gd name="connsiteY77" fmla="*/ 1651000 h 2870200"/>
              <a:gd name="connsiteX78" fmla="*/ 1557866 w 4089400"/>
              <a:gd name="connsiteY78" fmla="*/ 1591734 h 2870200"/>
              <a:gd name="connsiteX79" fmla="*/ 1574800 w 4089400"/>
              <a:gd name="connsiteY79" fmla="*/ 1566334 h 2870200"/>
              <a:gd name="connsiteX80" fmla="*/ 1583266 w 4089400"/>
              <a:gd name="connsiteY80" fmla="*/ 1524000 h 2870200"/>
              <a:gd name="connsiteX81" fmla="*/ 1591733 w 4089400"/>
              <a:gd name="connsiteY81" fmla="*/ 1498600 h 2870200"/>
              <a:gd name="connsiteX82" fmla="*/ 1608666 w 4089400"/>
              <a:gd name="connsiteY82" fmla="*/ 1524000 h 2870200"/>
              <a:gd name="connsiteX83" fmla="*/ 1634066 w 4089400"/>
              <a:gd name="connsiteY83" fmla="*/ 1490134 h 2870200"/>
              <a:gd name="connsiteX84" fmla="*/ 1659466 w 4089400"/>
              <a:gd name="connsiteY84" fmla="*/ 1388534 h 2870200"/>
              <a:gd name="connsiteX85" fmla="*/ 1718733 w 4089400"/>
              <a:gd name="connsiteY85" fmla="*/ 1286934 h 2870200"/>
              <a:gd name="connsiteX86" fmla="*/ 1769533 w 4089400"/>
              <a:gd name="connsiteY86" fmla="*/ 1176867 h 2870200"/>
              <a:gd name="connsiteX87" fmla="*/ 1794933 w 4089400"/>
              <a:gd name="connsiteY87" fmla="*/ 1202267 h 2870200"/>
              <a:gd name="connsiteX88" fmla="*/ 1803400 w 4089400"/>
              <a:gd name="connsiteY88" fmla="*/ 1227667 h 2870200"/>
              <a:gd name="connsiteX89" fmla="*/ 1820333 w 4089400"/>
              <a:gd name="connsiteY89" fmla="*/ 1261534 h 2870200"/>
              <a:gd name="connsiteX90" fmla="*/ 1862666 w 4089400"/>
              <a:gd name="connsiteY90" fmla="*/ 1422400 h 2870200"/>
              <a:gd name="connsiteX91" fmla="*/ 1913466 w 4089400"/>
              <a:gd name="connsiteY91" fmla="*/ 1600200 h 2870200"/>
              <a:gd name="connsiteX92" fmla="*/ 1964266 w 4089400"/>
              <a:gd name="connsiteY92" fmla="*/ 1744134 h 2870200"/>
              <a:gd name="connsiteX93" fmla="*/ 1981200 w 4089400"/>
              <a:gd name="connsiteY93" fmla="*/ 1498600 h 2870200"/>
              <a:gd name="connsiteX94" fmla="*/ 1998133 w 4089400"/>
              <a:gd name="connsiteY94" fmla="*/ 1464734 h 2870200"/>
              <a:gd name="connsiteX95" fmla="*/ 2006600 w 4089400"/>
              <a:gd name="connsiteY95" fmla="*/ 1439334 h 2870200"/>
              <a:gd name="connsiteX96" fmla="*/ 2057400 w 4089400"/>
              <a:gd name="connsiteY96" fmla="*/ 2032000 h 2870200"/>
              <a:gd name="connsiteX97" fmla="*/ 2065866 w 4089400"/>
              <a:gd name="connsiteY97" fmla="*/ 2150534 h 2870200"/>
              <a:gd name="connsiteX98" fmla="*/ 2074333 w 4089400"/>
              <a:gd name="connsiteY98" fmla="*/ 2489200 h 2870200"/>
              <a:gd name="connsiteX99" fmla="*/ 2108200 w 4089400"/>
              <a:gd name="connsiteY99" fmla="*/ 2421467 h 2870200"/>
              <a:gd name="connsiteX100" fmla="*/ 2150533 w 4089400"/>
              <a:gd name="connsiteY100" fmla="*/ 2319867 h 2870200"/>
              <a:gd name="connsiteX101" fmla="*/ 2175933 w 4089400"/>
              <a:gd name="connsiteY101" fmla="*/ 2286000 h 2870200"/>
              <a:gd name="connsiteX102" fmla="*/ 2209800 w 4089400"/>
              <a:gd name="connsiteY102" fmla="*/ 2235200 h 2870200"/>
              <a:gd name="connsiteX103" fmla="*/ 2226733 w 4089400"/>
              <a:gd name="connsiteY103" fmla="*/ 2514600 h 2870200"/>
              <a:gd name="connsiteX104" fmla="*/ 2252133 w 4089400"/>
              <a:gd name="connsiteY104" fmla="*/ 2565400 h 2870200"/>
              <a:gd name="connsiteX105" fmla="*/ 2260600 w 4089400"/>
              <a:gd name="connsiteY105" fmla="*/ 2489200 h 2870200"/>
              <a:gd name="connsiteX106" fmla="*/ 2277533 w 4089400"/>
              <a:gd name="connsiteY106" fmla="*/ 2421467 h 2870200"/>
              <a:gd name="connsiteX107" fmla="*/ 2286000 w 4089400"/>
              <a:gd name="connsiteY107" fmla="*/ 1718734 h 2870200"/>
              <a:gd name="connsiteX108" fmla="*/ 2311400 w 4089400"/>
              <a:gd name="connsiteY108" fmla="*/ 1811867 h 2870200"/>
              <a:gd name="connsiteX109" fmla="*/ 2336800 w 4089400"/>
              <a:gd name="connsiteY109" fmla="*/ 1871134 h 2870200"/>
              <a:gd name="connsiteX110" fmla="*/ 2362200 w 4089400"/>
              <a:gd name="connsiteY110" fmla="*/ 1938867 h 2870200"/>
              <a:gd name="connsiteX111" fmla="*/ 2370666 w 4089400"/>
              <a:gd name="connsiteY111" fmla="*/ 1972734 h 2870200"/>
              <a:gd name="connsiteX112" fmla="*/ 2379133 w 4089400"/>
              <a:gd name="connsiteY112" fmla="*/ 1574800 h 2870200"/>
              <a:gd name="connsiteX113" fmla="*/ 2404533 w 4089400"/>
              <a:gd name="connsiteY113" fmla="*/ 1236134 h 2870200"/>
              <a:gd name="connsiteX114" fmla="*/ 2421466 w 4089400"/>
              <a:gd name="connsiteY114" fmla="*/ 1092200 h 2870200"/>
              <a:gd name="connsiteX115" fmla="*/ 2429933 w 4089400"/>
              <a:gd name="connsiteY115" fmla="*/ 1066800 h 2870200"/>
              <a:gd name="connsiteX116" fmla="*/ 2438400 w 4089400"/>
              <a:gd name="connsiteY116" fmla="*/ 1092200 h 2870200"/>
              <a:gd name="connsiteX117" fmla="*/ 2455333 w 4089400"/>
              <a:gd name="connsiteY117" fmla="*/ 1117600 h 2870200"/>
              <a:gd name="connsiteX118" fmla="*/ 2463800 w 4089400"/>
              <a:gd name="connsiteY118" fmla="*/ 1227667 h 2870200"/>
              <a:gd name="connsiteX119" fmla="*/ 2489200 w 4089400"/>
              <a:gd name="connsiteY119" fmla="*/ 753534 h 2870200"/>
              <a:gd name="connsiteX120" fmla="*/ 2506133 w 4089400"/>
              <a:gd name="connsiteY120" fmla="*/ 685800 h 2870200"/>
              <a:gd name="connsiteX121" fmla="*/ 2514600 w 4089400"/>
              <a:gd name="connsiteY121" fmla="*/ 609600 h 2870200"/>
              <a:gd name="connsiteX122" fmla="*/ 2523066 w 4089400"/>
              <a:gd name="connsiteY122" fmla="*/ 558800 h 2870200"/>
              <a:gd name="connsiteX123" fmla="*/ 2540000 w 4089400"/>
              <a:gd name="connsiteY123" fmla="*/ 584200 h 2870200"/>
              <a:gd name="connsiteX124" fmla="*/ 2548466 w 4089400"/>
              <a:gd name="connsiteY124" fmla="*/ 778934 h 2870200"/>
              <a:gd name="connsiteX125" fmla="*/ 2590800 w 4089400"/>
              <a:gd name="connsiteY125" fmla="*/ 914400 h 2870200"/>
              <a:gd name="connsiteX126" fmla="*/ 2607733 w 4089400"/>
              <a:gd name="connsiteY126" fmla="*/ 973667 h 2870200"/>
              <a:gd name="connsiteX127" fmla="*/ 2624666 w 4089400"/>
              <a:gd name="connsiteY127" fmla="*/ 812800 h 2870200"/>
              <a:gd name="connsiteX128" fmla="*/ 2641600 w 4089400"/>
              <a:gd name="connsiteY128" fmla="*/ 694267 h 2870200"/>
              <a:gd name="connsiteX129" fmla="*/ 2667000 w 4089400"/>
              <a:gd name="connsiteY129" fmla="*/ 558800 h 2870200"/>
              <a:gd name="connsiteX130" fmla="*/ 2692400 w 4089400"/>
              <a:gd name="connsiteY130" fmla="*/ 321734 h 2870200"/>
              <a:gd name="connsiteX131" fmla="*/ 2709333 w 4089400"/>
              <a:gd name="connsiteY131" fmla="*/ 1058334 h 2870200"/>
              <a:gd name="connsiteX132" fmla="*/ 2735730 w 4089400"/>
              <a:gd name="connsiteY132" fmla="*/ 1023969 h 2870200"/>
              <a:gd name="connsiteX133" fmla="*/ 2785533 w 4089400"/>
              <a:gd name="connsiteY133" fmla="*/ 905934 h 2870200"/>
              <a:gd name="connsiteX134" fmla="*/ 2819400 w 4089400"/>
              <a:gd name="connsiteY134" fmla="*/ 855134 h 2870200"/>
              <a:gd name="connsiteX135" fmla="*/ 2844800 w 4089400"/>
              <a:gd name="connsiteY135" fmla="*/ 1422400 h 2870200"/>
              <a:gd name="connsiteX136" fmla="*/ 2853266 w 4089400"/>
              <a:gd name="connsiteY136" fmla="*/ 1388534 h 2870200"/>
              <a:gd name="connsiteX137" fmla="*/ 2870200 w 4089400"/>
              <a:gd name="connsiteY137" fmla="*/ 1363134 h 2870200"/>
              <a:gd name="connsiteX138" fmla="*/ 2895600 w 4089400"/>
              <a:gd name="connsiteY138" fmla="*/ 1278467 h 2870200"/>
              <a:gd name="connsiteX139" fmla="*/ 2912533 w 4089400"/>
              <a:gd name="connsiteY139" fmla="*/ 1320800 h 2870200"/>
              <a:gd name="connsiteX140" fmla="*/ 2929466 w 4089400"/>
              <a:gd name="connsiteY140" fmla="*/ 1388534 h 2870200"/>
              <a:gd name="connsiteX141" fmla="*/ 2946400 w 4089400"/>
              <a:gd name="connsiteY141" fmla="*/ 1422400 h 2870200"/>
              <a:gd name="connsiteX142" fmla="*/ 2988733 w 4089400"/>
              <a:gd name="connsiteY142" fmla="*/ 1540934 h 2870200"/>
              <a:gd name="connsiteX143" fmla="*/ 3005666 w 4089400"/>
              <a:gd name="connsiteY143" fmla="*/ 1566334 h 2870200"/>
              <a:gd name="connsiteX144" fmla="*/ 3039533 w 4089400"/>
              <a:gd name="connsiteY144" fmla="*/ 1718734 h 2870200"/>
              <a:gd name="connsiteX145" fmla="*/ 3064933 w 4089400"/>
              <a:gd name="connsiteY145" fmla="*/ 1761067 h 2870200"/>
              <a:gd name="connsiteX146" fmla="*/ 3098800 w 4089400"/>
              <a:gd name="connsiteY146" fmla="*/ 1879600 h 2870200"/>
              <a:gd name="connsiteX147" fmla="*/ 3090333 w 4089400"/>
              <a:gd name="connsiteY147" fmla="*/ 1913467 h 2870200"/>
              <a:gd name="connsiteX148" fmla="*/ 3102783 w 4089400"/>
              <a:gd name="connsiteY148" fmla="*/ 1901016 h 2870200"/>
              <a:gd name="connsiteX149" fmla="*/ 3081866 w 4089400"/>
              <a:gd name="connsiteY149" fmla="*/ 1888067 h 2870200"/>
              <a:gd name="connsiteX150" fmla="*/ 3107266 w 4089400"/>
              <a:gd name="connsiteY150" fmla="*/ 1871134 h 2870200"/>
              <a:gd name="connsiteX151" fmla="*/ 3115733 w 4089400"/>
              <a:gd name="connsiteY151" fmla="*/ 1769534 h 2870200"/>
              <a:gd name="connsiteX152" fmla="*/ 3132666 w 4089400"/>
              <a:gd name="connsiteY152" fmla="*/ 1710267 h 2870200"/>
              <a:gd name="connsiteX153" fmla="*/ 3141133 w 4089400"/>
              <a:gd name="connsiteY153" fmla="*/ 1684867 h 2870200"/>
              <a:gd name="connsiteX154" fmla="*/ 3166533 w 4089400"/>
              <a:gd name="connsiteY154" fmla="*/ 1676400 h 2870200"/>
              <a:gd name="connsiteX155" fmla="*/ 3175000 w 4089400"/>
              <a:gd name="connsiteY155" fmla="*/ 2006600 h 2870200"/>
              <a:gd name="connsiteX156" fmla="*/ 3183466 w 4089400"/>
              <a:gd name="connsiteY156" fmla="*/ 2048934 h 2870200"/>
              <a:gd name="connsiteX157" fmla="*/ 3191933 w 4089400"/>
              <a:gd name="connsiteY157" fmla="*/ 2099734 h 2870200"/>
              <a:gd name="connsiteX158" fmla="*/ 3208866 w 4089400"/>
              <a:gd name="connsiteY158" fmla="*/ 2048934 h 2870200"/>
              <a:gd name="connsiteX159" fmla="*/ 3217333 w 4089400"/>
              <a:gd name="connsiteY159" fmla="*/ 1998134 h 2870200"/>
              <a:gd name="connsiteX160" fmla="*/ 3251200 w 4089400"/>
              <a:gd name="connsiteY160" fmla="*/ 2353734 h 2870200"/>
              <a:gd name="connsiteX161" fmla="*/ 3276600 w 4089400"/>
              <a:gd name="connsiteY161" fmla="*/ 2387600 h 2870200"/>
              <a:gd name="connsiteX162" fmla="*/ 3285066 w 4089400"/>
              <a:gd name="connsiteY162" fmla="*/ 2497667 h 2870200"/>
              <a:gd name="connsiteX163" fmla="*/ 3302000 w 4089400"/>
              <a:gd name="connsiteY163" fmla="*/ 2531534 h 2870200"/>
              <a:gd name="connsiteX164" fmla="*/ 3318933 w 4089400"/>
              <a:gd name="connsiteY164" fmla="*/ 2599267 h 2870200"/>
              <a:gd name="connsiteX165" fmla="*/ 3344333 w 4089400"/>
              <a:gd name="connsiteY165" fmla="*/ 2667000 h 2870200"/>
              <a:gd name="connsiteX166" fmla="*/ 3386666 w 4089400"/>
              <a:gd name="connsiteY166" fmla="*/ 2810934 h 2870200"/>
              <a:gd name="connsiteX167" fmla="*/ 3412066 w 4089400"/>
              <a:gd name="connsiteY167" fmla="*/ 2870200 h 2870200"/>
              <a:gd name="connsiteX168" fmla="*/ 3437466 w 4089400"/>
              <a:gd name="connsiteY168" fmla="*/ 1828800 h 2870200"/>
              <a:gd name="connsiteX169" fmla="*/ 3436968 w 4089400"/>
              <a:gd name="connsiteY169" fmla="*/ 2090271 h 2870200"/>
              <a:gd name="connsiteX170" fmla="*/ 3462866 w 4089400"/>
              <a:gd name="connsiteY170" fmla="*/ 1735667 h 2870200"/>
              <a:gd name="connsiteX171" fmla="*/ 3488266 w 4089400"/>
              <a:gd name="connsiteY171" fmla="*/ 1651000 h 2870200"/>
              <a:gd name="connsiteX172" fmla="*/ 3496733 w 4089400"/>
              <a:gd name="connsiteY172" fmla="*/ 1701800 h 2870200"/>
              <a:gd name="connsiteX173" fmla="*/ 3500717 w 4089400"/>
              <a:gd name="connsiteY173" fmla="*/ 1875118 h 2870200"/>
              <a:gd name="connsiteX174" fmla="*/ 3522133 w 4089400"/>
              <a:gd name="connsiteY174" fmla="*/ 1752600 h 2870200"/>
              <a:gd name="connsiteX175" fmla="*/ 3530600 w 4089400"/>
              <a:gd name="connsiteY175" fmla="*/ 1693334 h 2870200"/>
              <a:gd name="connsiteX176" fmla="*/ 3572933 w 4089400"/>
              <a:gd name="connsiteY176" fmla="*/ 1608667 h 2870200"/>
              <a:gd name="connsiteX177" fmla="*/ 3589866 w 4089400"/>
              <a:gd name="connsiteY177" fmla="*/ 1566334 h 2870200"/>
              <a:gd name="connsiteX178" fmla="*/ 3632200 w 4089400"/>
              <a:gd name="connsiteY178" fmla="*/ 1464734 h 2870200"/>
              <a:gd name="connsiteX179" fmla="*/ 3636184 w 4089400"/>
              <a:gd name="connsiteY179" fmla="*/ 1373094 h 2870200"/>
              <a:gd name="connsiteX180" fmla="*/ 3657600 w 4089400"/>
              <a:gd name="connsiteY180" fmla="*/ 1363134 h 2870200"/>
              <a:gd name="connsiteX181" fmla="*/ 3674533 w 4089400"/>
              <a:gd name="connsiteY181" fmla="*/ 1320800 h 2870200"/>
              <a:gd name="connsiteX182" fmla="*/ 3669553 w 4089400"/>
              <a:gd name="connsiteY182" fmla="*/ 1151964 h 2870200"/>
              <a:gd name="connsiteX183" fmla="*/ 3716866 w 4089400"/>
              <a:gd name="connsiteY183" fmla="*/ 1227667 h 2870200"/>
              <a:gd name="connsiteX184" fmla="*/ 3725333 w 4089400"/>
              <a:gd name="connsiteY184" fmla="*/ 1176867 h 2870200"/>
              <a:gd name="connsiteX185" fmla="*/ 3742266 w 4089400"/>
              <a:gd name="connsiteY185" fmla="*/ 1126067 h 2870200"/>
              <a:gd name="connsiteX186" fmla="*/ 3750733 w 4089400"/>
              <a:gd name="connsiteY186" fmla="*/ 1058334 h 2870200"/>
              <a:gd name="connsiteX187" fmla="*/ 3759200 w 4089400"/>
              <a:gd name="connsiteY187" fmla="*/ 1270000 h 2870200"/>
              <a:gd name="connsiteX188" fmla="*/ 3788048 w 4089400"/>
              <a:gd name="connsiteY188" fmla="*/ 678606 h 2870200"/>
              <a:gd name="connsiteX189" fmla="*/ 3793066 w 4089400"/>
              <a:gd name="connsiteY189" fmla="*/ 558800 h 2870200"/>
              <a:gd name="connsiteX190" fmla="*/ 3810000 w 4089400"/>
              <a:gd name="connsiteY190" fmla="*/ 482600 h 2870200"/>
              <a:gd name="connsiteX191" fmla="*/ 3818466 w 4089400"/>
              <a:gd name="connsiteY191" fmla="*/ 533400 h 2870200"/>
              <a:gd name="connsiteX192" fmla="*/ 3835400 w 4089400"/>
              <a:gd name="connsiteY192" fmla="*/ 660400 h 2870200"/>
              <a:gd name="connsiteX193" fmla="*/ 3843866 w 4089400"/>
              <a:gd name="connsiteY193" fmla="*/ 702734 h 2870200"/>
              <a:gd name="connsiteX194" fmla="*/ 3860800 w 4089400"/>
              <a:gd name="connsiteY194" fmla="*/ 736600 h 2870200"/>
              <a:gd name="connsiteX195" fmla="*/ 3877733 w 4089400"/>
              <a:gd name="connsiteY195" fmla="*/ 702734 h 2870200"/>
              <a:gd name="connsiteX196" fmla="*/ 3937000 w 4089400"/>
              <a:gd name="connsiteY196" fmla="*/ 482600 h 2870200"/>
              <a:gd name="connsiteX197" fmla="*/ 3953933 w 4089400"/>
              <a:gd name="connsiteY197" fmla="*/ 457200 h 2870200"/>
              <a:gd name="connsiteX198" fmla="*/ 3979333 w 4089400"/>
              <a:gd name="connsiteY198" fmla="*/ 177800 h 2870200"/>
              <a:gd name="connsiteX199" fmla="*/ 4004733 w 4089400"/>
              <a:gd name="connsiteY199" fmla="*/ 135467 h 2870200"/>
              <a:gd name="connsiteX200" fmla="*/ 4013200 w 4089400"/>
              <a:gd name="connsiteY200" fmla="*/ 101600 h 2870200"/>
              <a:gd name="connsiteX201" fmla="*/ 4021666 w 4089400"/>
              <a:gd name="connsiteY201" fmla="*/ 76200 h 2870200"/>
              <a:gd name="connsiteX202" fmla="*/ 4030133 w 4089400"/>
              <a:gd name="connsiteY202" fmla="*/ 110067 h 2870200"/>
              <a:gd name="connsiteX203" fmla="*/ 4047066 w 4089400"/>
              <a:gd name="connsiteY203" fmla="*/ 160867 h 2870200"/>
              <a:gd name="connsiteX204" fmla="*/ 4089400 w 4089400"/>
              <a:gd name="connsiteY204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42333 w 4089400"/>
              <a:gd name="connsiteY2" fmla="*/ 567267 h 2870200"/>
              <a:gd name="connsiteX3" fmla="*/ 47892 w 4089400"/>
              <a:gd name="connsiteY3" fmla="*/ 828517 h 2870200"/>
              <a:gd name="connsiteX4" fmla="*/ 32533 w 4089400"/>
              <a:gd name="connsiteY4" fmla="*/ 1083293 h 2870200"/>
              <a:gd name="connsiteX5" fmla="*/ 30266 w 4089400"/>
              <a:gd name="connsiteY5" fmla="*/ 1212385 h 2870200"/>
              <a:gd name="connsiteX6" fmla="*/ 44857 w 4089400"/>
              <a:gd name="connsiteY6" fmla="*/ 1401791 h 2870200"/>
              <a:gd name="connsiteX7" fmla="*/ 87319 w 4089400"/>
              <a:gd name="connsiteY7" fmla="*/ 1209517 h 2870200"/>
              <a:gd name="connsiteX8" fmla="*/ 110066 w 4089400"/>
              <a:gd name="connsiteY8" fmla="*/ 1100667 h 2870200"/>
              <a:gd name="connsiteX9" fmla="*/ 143933 w 4089400"/>
              <a:gd name="connsiteY9" fmla="*/ 999067 h 2870200"/>
              <a:gd name="connsiteX10" fmla="*/ 160866 w 4089400"/>
              <a:gd name="connsiteY10" fmla="*/ 948267 h 2870200"/>
              <a:gd name="connsiteX11" fmla="*/ 177800 w 4089400"/>
              <a:gd name="connsiteY11" fmla="*/ 1134534 h 2870200"/>
              <a:gd name="connsiteX12" fmla="*/ 194733 w 4089400"/>
              <a:gd name="connsiteY12" fmla="*/ 1464734 h 2870200"/>
              <a:gd name="connsiteX13" fmla="*/ 254000 w 4089400"/>
              <a:gd name="connsiteY13" fmla="*/ 1363134 h 2870200"/>
              <a:gd name="connsiteX14" fmla="*/ 279400 w 4089400"/>
              <a:gd name="connsiteY14" fmla="*/ 1371600 h 2870200"/>
              <a:gd name="connsiteX15" fmla="*/ 287866 w 4089400"/>
              <a:gd name="connsiteY15" fmla="*/ 2243667 h 2870200"/>
              <a:gd name="connsiteX16" fmla="*/ 313266 w 4089400"/>
              <a:gd name="connsiteY16" fmla="*/ 2201334 h 2870200"/>
              <a:gd name="connsiteX17" fmla="*/ 321733 w 4089400"/>
              <a:gd name="connsiteY17" fmla="*/ 2150534 h 2870200"/>
              <a:gd name="connsiteX18" fmla="*/ 346635 w 4089400"/>
              <a:gd name="connsiteY18" fmla="*/ 2376146 h 2870200"/>
              <a:gd name="connsiteX19" fmla="*/ 364066 w 4089400"/>
              <a:gd name="connsiteY19" fmla="*/ 2082800 h 2870200"/>
              <a:gd name="connsiteX20" fmla="*/ 389965 w 4089400"/>
              <a:gd name="connsiteY20" fmla="*/ 1792444 h 2870200"/>
              <a:gd name="connsiteX21" fmla="*/ 397933 w 4089400"/>
              <a:gd name="connsiteY21" fmla="*/ 2032000 h 2870200"/>
              <a:gd name="connsiteX22" fmla="*/ 423333 w 4089400"/>
              <a:gd name="connsiteY22" fmla="*/ 1998134 h 2870200"/>
              <a:gd name="connsiteX23" fmla="*/ 440266 w 4089400"/>
              <a:gd name="connsiteY23" fmla="*/ 1752600 h 2870200"/>
              <a:gd name="connsiteX24" fmla="*/ 465666 w 4089400"/>
              <a:gd name="connsiteY24" fmla="*/ 1651000 h 2870200"/>
              <a:gd name="connsiteX25" fmla="*/ 491066 w 4089400"/>
              <a:gd name="connsiteY25" fmla="*/ 1710267 h 2870200"/>
              <a:gd name="connsiteX26" fmla="*/ 499533 w 4089400"/>
              <a:gd name="connsiteY26" fmla="*/ 1851666 h 2870200"/>
              <a:gd name="connsiteX27" fmla="*/ 533400 w 4089400"/>
              <a:gd name="connsiteY27" fmla="*/ 1820334 h 2870200"/>
              <a:gd name="connsiteX28" fmla="*/ 558800 w 4089400"/>
              <a:gd name="connsiteY28" fmla="*/ 1938867 h 2870200"/>
              <a:gd name="connsiteX29" fmla="*/ 575733 w 4089400"/>
              <a:gd name="connsiteY29" fmla="*/ 1998134 h 2870200"/>
              <a:gd name="connsiteX30" fmla="*/ 592666 w 4089400"/>
              <a:gd name="connsiteY30" fmla="*/ 2023534 h 2870200"/>
              <a:gd name="connsiteX31" fmla="*/ 618066 w 4089400"/>
              <a:gd name="connsiteY31" fmla="*/ 1786467 h 2870200"/>
              <a:gd name="connsiteX32" fmla="*/ 626533 w 4089400"/>
              <a:gd name="connsiteY32" fmla="*/ 1744134 h 2870200"/>
              <a:gd name="connsiteX33" fmla="*/ 643466 w 4089400"/>
              <a:gd name="connsiteY33" fmla="*/ 1718734 h 2870200"/>
              <a:gd name="connsiteX34" fmla="*/ 660400 w 4089400"/>
              <a:gd name="connsiteY34" fmla="*/ 1617134 h 2870200"/>
              <a:gd name="connsiteX35" fmla="*/ 677333 w 4089400"/>
              <a:gd name="connsiteY35" fmla="*/ 1557867 h 2870200"/>
              <a:gd name="connsiteX36" fmla="*/ 685800 w 4089400"/>
              <a:gd name="connsiteY36" fmla="*/ 1524000 h 2870200"/>
              <a:gd name="connsiteX37" fmla="*/ 702733 w 4089400"/>
              <a:gd name="connsiteY37" fmla="*/ 1312334 h 2870200"/>
              <a:gd name="connsiteX38" fmla="*/ 719666 w 4089400"/>
              <a:gd name="connsiteY38" fmla="*/ 1380067 h 2870200"/>
              <a:gd name="connsiteX39" fmla="*/ 736600 w 4089400"/>
              <a:gd name="connsiteY39" fmla="*/ 1532467 h 2870200"/>
              <a:gd name="connsiteX40" fmla="*/ 753533 w 4089400"/>
              <a:gd name="connsiteY40" fmla="*/ 1566334 h 2870200"/>
              <a:gd name="connsiteX41" fmla="*/ 778933 w 4089400"/>
              <a:gd name="connsiteY41" fmla="*/ 1456267 h 2870200"/>
              <a:gd name="connsiteX42" fmla="*/ 795866 w 4089400"/>
              <a:gd name="connsiteY42" fmla="*/ 1430867 h 2870200"/>
              <a:gd name="connsiteX43" fmla="*/ 829733 w 4089400"/>
              <a:gd name="connsiteY43" fmla="*/ 1388534 h 2870200"/>
              <a:gd name="connsiteX44" fmla="*/ 838200 w 4089400"/>
              <a:gd name="connsiteY44" fmla="*/ 1498600 h 2870200"/>
              <a:gd name="connsiteX45" fmla="*/ 863600 w 4089400"/>
              <a:gd name="connsiteY45" fmla="*/ 1811867 h 2870200"/>
              <a:gd name="connsiteX46" fmla="*/ 872066 w 4089400"/>
              <a:gd name="connsiteY46" fmla="*/ 1642534 h 2870200"/>
              <a:gd name="connsiteX47" fmla="*/ 897466 w 4089400"/>
              <a:gd name="connsiteY47" fmla="*/ 1583267 h 2870200"/>
              <a:gd name="connsiteX48" fmla="*/ 905933 w 4089400"/>
              <a:gd name="connsiteY48" fmla="*/ 1557867 h 2870200"/>
              <a:gd name="connsiteX49" fmla="*/ 914400 w 4089400"/>
              <a:gd name="connsiteY49" fmla="*/ 2006600 h 2870200"/>
              <a:gd name="connsiteX50" fmla="*/ 939800 w 4089400"/>
              <a:gd name="connsiteY50" fmla="*/ 2116667 h 2870200"/>
              <a:gd name="connsiteX51" fmla="*/ 948266 w 4089400"/>
              <a:gd name="connsiteY51" fmla="*/ 1948424 h 2870200"/>
              <a:gd name="connsiteX52" fmla="*/ 965200 w 4089400"/>
              <a:gd name="connsiteY52" fmla="*/ 1794934 h 2870200"/>
              <a:gd name="connsiteX53" fmla="*/ 973666 w 4089400"/>
              <a:gd name="connsiteY53" fmla="*/ 1761067 h 2870200"/>
              <a:gd name="connsiteX54" fmla="*/ 990600 w 4089400"/>
              <a:gd name="connsiteY54" fmla="*/ 1871134 h 2870200"/>
              <a:gd name="connsiteX55" fmla="*/ 1007533 w 4089400"/>
              <a:gd name="connsiteY55" fmla="*/ 1947334 h 2870200"/>
              <a:gd name="connsiteX56" fmla="*/ 1024466 w 4089400"/>
              <a:gd name="connsiteY56" fmla="*/ 2040467 h 2870200"/>
              <a:gd name="connsiteX57" fmla="*/ 1049866 w 4089400"/>
              <a:gd name="connsiteY57" fmla="*/ 2108200 h 2870200"/>
              <a:gd name="connsiteX58" fmla="*/ 1058333 w 4089400"/>
              <a:gd name="connsiteY58" fmla="*/ 2150534 h 2870200"/>
              <a:gd name="connsiteX59" fmla="*/ 1100666 w 4089400"/>
              <a:gd name="connsiteY59" fmla="*/ 2209800 h 2870200"/>
              <a:gd name="connsiteX60" fmla="*/ 1109133 w 4089400"/>
              <a:gd name="connsiteY60" fmla="*/ 2108200 h 2870200"/>
              <a:gd name="connsiteX61" fmla="*/ 1159933 w 4089400"/>
              <a:gd name="connsiteY61" fmla="*/ 1989667 h 2870200"/>
              <a:gd name="connsiteX62" fmla="*/ 1210733 w 4089400"/>
              <a:gd name="connsiteY62" fmla="*/ 1913467 h 2870200"/>
              <a:gd name="connsiteX63" fmla="*/ 1219200 w 4089400"/>
              <a:gd name="connsiteY63" fmla="*/ 2167467 h 2870200"/>
              <a:gd name="connsiteX64" fmla="*/ 1236133 w 4089400"/>
              <a:gd name="connsiteY64" fmla="*/ 2082800 h 2870200"/>
              <a:gd name="connsiteX65" fmla="*/ 1244600 w 4089400"/>
              <a:gd name="connsiteY65" fmla="*/ 2015067 h 2870200"/>
              <a:gd name="connsiteX66" fmla="*/ 1286933 w 4089400"/>
              <a:gd name="connsiteY66" fmla="*/ 1854200 h 2870200"/>
              <a:gd name="connsiteX67" fmla="*/ 1295400 w 4089400"/>
              <a:gd name="connsiteY67" fmla="*/ 1803400 h 2870200"/>
              <a:gd name="connsiteX68" fmla="*/ 1320800 w 4089400"/>
              <a:gd name="connsiteY68" fmla="*/ 1701800 h 2870200"/>
              <a:gd name="connsiteX69" fmla="*/ 1346200 w 4089400"/>
              <a:gd name="connsiteY69" fmla="*/ 1718734 h 2870200"/>
              <a:gd name="connsiteX70" fmla="*/ 1354666 w 4089400"/>
              <a:gd name="connsiteY70" fmla="*/ 1744134 h 2870200"/>
              <a:gd name="connsiteX71" fmla="*/ 1380066 w 4089400"/>
              <a:gd name="connsiteY71" fmla="*/ 1828800 h 2870200"/>
              <a:gd name="connsiteX72" fmla="*/ 1397000 w 4089400"/>
              <a:gd name="connsiteY72" fmla="*/ 1879600 h 2870200"/>
              <a:gd name="connsiteX73" fmla="*/ 1405466 w 4089400"/>
              <a:gd name="connsiteY73" fmla="*/ 1913467 h 2870200"/>
              <a:gd name="connsiteX74" fmla="*/ 1430866 w 4089400"/>
              <a:gd name="connsiteY74" fmla="*/ 1947334 h 2870200"/>
              <a:gd name="connsiteX75" fmla="*/ 1447800 w 4089400"/>
              <a:gd name="connsiteY75" fmla="*/ 1938867 h 2870200"/>
              <a:gd name="connsiteX76" fmla="*/ 1490133 w 4089400"/>
              <a:gd name="connsiteY76" fmla="*/ 1803400 h 2870200"/>
              <a:gd name="connsiteX77" fmla="*/ 1549400 w 4089400"/>
              <a:gd name="connsiteY77" fmla="*/ 1651000 h 2870200"/>
              <a:gd name="connsiteX78" fmla="*/ 1557866 w 4089400"/>
              <a:gd name="connsiteY78" fmla="*/ 1591734 h 2870200"/>
              <a:gd name="connsiteX79" fmla="*/ 1574800 w 4089400"/>
              <a:gd name="connsiteY79" fmla="*/ 1566334 h 2870200"/>
              <a:gd name="connsiteX80" fmla="*/ 1583266 w 4089400"/>
              <a:gd name="connsiteY80" fmla="*/ 1524000 h 2870200"/>
              <a:gd name="connsiteX81" fmla="*/ 1591733 w 4089400"/>
              <a:gd name="connsiteY81" fmla="*/ 1498600 h 2870200"/>
              <a:gd name="connsiteX82" fmla="*/ 1608666 w 4089400"/>
              <a:gd name="connsiteY82" fmla="*/ 1524000 h 2870200"/>
              <a:gd name="connsiteX83" fmla="*/ 1634066 w 4089400"/>
              <a:gd name="connsiteY83" fmla="*/ 1490134 h 2870200"/>
              <a:gd name="connsiteX84" fmla="*/ 1659466 w 4089400"/>
              <a:gd name="connsiteY84" fmla="*/ 1388534 h 2870200"/>
              <a:gd name="connsiteX85" fmla="*/ 1718733 w 4089400"/>
              <a:gd name="connsiteY85" fmla="*/ 1286934 h 2870200"/>
              <a:gd name="connsiteX86" fmla="*/ 1769533 w 4089400"/>
              <a:gd name="connsiteY86" fmla="*/ 1176867 h 2870200"/>
              <a:gd name="connsiteX87" fmla="*/ 1794933 w 4089400"/>
              <a:gd name="connsiteY87" fmla="*/ 1202267 h 2870200"/>
              <a:gd name="connsiteX88" fmla="*/ 1803400 w 4089400"/>
              <a:gd name="connsiteY88" fmla="*/ 1227667 h 2870200"/>
              <a:gd name="connsiteX89" fmla="*/ 1820333 w 4089400"/>
              <a:gd name="connsiteY89" fmla="*/ 1261534 h 2870200"/>
              <a:gd name="connsiteX90" fmla="*/ 1862666 w 4089400"/>
              <a:gd name="connsiteY90" fmla="*/ 1422400 h 2870200"/>
              <a:gd name="connsiteX91" fmla="*/ 1913466 w 4089400"/>
              <a:gd name="connsiteY91" fmla="*/ 1600200 h 2870200"/>
              <a:gd name="connsiteX92" fmla="*/ 1964266 w 4089400"/>
              <a:gd name="connsiteY92" fmla="*/ 1744134 h 2870200"/>
              <a:gd name="connsiteX93" fmla="*/ 1981200 w 4089400"/>
              <a:gd name="connsiteY93" fmla="*/ 1498600 h 2870200"/>
              <a:gd name="connsiteX94" fmla="*/ 1998133 w 4089400"/>
              <a:gd name="connsiteY94" fmla="*/ 1464734 h 2870200"/>
              <a:gd name="connsiteX95" fmla="*/ 2006600 w 4089400"/>
              <a:gd name="connsiteY95" fmla="*/ 1439334 h 2870200"/>
              <a:gd name="connsiteX96" fmla="*/ 2057400 w 4089400"/>
              <a:gd name="connsiteY96" fmla="*/ 2032000 h 2870200"/>
              <a:gd name="connsiteX97" fmla="*/ 2065866 w 4089400"/>
              <a:gd name="connsiteY97" fmla="*/ 2150534 h 2870200"/>
              <a:gd name="connsiteX98" fmla="*/ 2074333 w 4089400"/>
              <a:gd name="connsiteY98" fmla="*/ 2489200 h 2870200"/>
              <a:gd name="connsiteX99" fmla="*/ 2108200 w 4089400"/>
              <a:gd name="connsiteY99" fmla="*/ 2421467 h 2870200"/>
              <a:gd name="connsiteX100" fmla="*/ 2150533 w 4089400"/>
              <a:gd name="connsiteY100" fmla="*/ 2319867 h 2870200"/>
              <a:gd name="connsiteX101" fmla="*/ 2175933 w 4089400"/>
              <a:gd name="connsiteY101" fmla="*/ 2286000 h 2870200"/>
              <a:gd name="connsiteX102" fmla="*/ 2209800 w 4089400"/>
              <a:gd name="connsiteY102" fmla="*/ 2235200 h 2870200"/>
              <a:gd name="connsiteX103" fmla="*/ 2226733 w 4089400"/>
              <a:gd name="connsiteY103" fmla="*/ 2514600 h 2870200"/>
              <a:gd name="connsiteX104" fmla="*/ 2252133 w 4089400"/>
              <a:gd name="connsiteY104" fmla="*/ 2565400 h 2870200"/>
              <a:gd name="connsiteX105" fmla="*/ 2260600 w 4089400"/>
              <a:gd name="connsiteY105" fmla="*/ 2489200 h 2870200"/>
              <a:gd name="connsiteX106" fmla="*/ 2277533 w 4089400"/>
              <a:gd name="connsiteY106" fmla="*/ 2421467 h 2870200"/>
              <a:gd name="connsiteX107" fmla="*/ 2286000 w 4089400"/>
              <a:gd name="connsiteY107" fmla="*/ 1718734 h 2870200"/>
              <a:gd name="connsiteX108" fmla="*/ 2311400 w 4089400"/>
              <a:gd name="connsiteY108" fmla="*/ 1811867 h 2870200"/>
              <a:gd name="connsiteX109" fmla="*/ 2336800 w 4089400"/>
              <a:gd name="connsiteY109" fmla="*/ 1871134 h 2870200"/>
              <a:gd name="connsiteX110" fmla="*/ 2362200 w 4089400"/>
              <a:gd name="connsiteY110" fmla="*/ 1938867 h 2870200"/>
              <a:gd name="connsiteX111" fmla="*/ 2370666 w 4089400"/>
              <a:gd name="connsiteY111" fmla="*/ 1972734 h 2870200"/>
              <a:gd name="connsiteX112" fmla="*/ 2379133 w 4089400"/>
              <a:gd name="connsiteY112" fmla="*/ 1574800 h 2870200"/>
              <a:gd name="connsiteX113" fmla="*/ 2404533 w 4089400"/>
              <a:gd name="connsiteY113" fmla="*/ 1236134 h 2870200"/>
              <a:gd name="connsiteX114" fmla="*/ 2421466 w 4089400"/>
              <a:gd name="connsiteY114" fmla="*/ 1092200 h 2870200"/>
              <a:gd name="connsiteX115" fmla="*/ 2429933 w 4089400"/>
              <a:gd name="connsiteY115" fmla="*/ 1066800 h 2870200"/>
              <a:gd name="connsiteX116" fmla="*/ 2438400 w 4089400"/>
              <a:gd name="connsiteY116" fmla="*/ 1092200 h 2870200"/>
              <a:gd name="connsiteX117" fmla="*/ 2455333 w 4089400"/>
              <a:gd name="connsiteY117" fmla="*/ 1117600 h 2870200"/>
              <a:gd name="connsiteX118" fmla="*/ 2463800 w 4089400"/>
              <a:gd name="connsiteY118" fmla="*/ 1227667 h 2870200"/>
              <a:gd name="connsiteX119" fmla="*/ 2489200 w 4089400"/>
              <a:gd name="connsiteY119" fmla="*/ 753534 h 2870200"/>
              <a:gd name="connsiteX120" fmla="*/ 2506133 w 4089400"/>
              <a:gd name="connsiteY120" fmla="*/ 685800 h 2870200"/>
              <a:gd name="connsiteX121" fmla="*/ 2514600 w 4089400"/>
              <a:gd name="connsiteY121" fmla="*/ 609600 h 2870200"/>
              <a:gd name="connsiteX122" fmla="*/ 2523066 w 4089400"/>
              <a:gd name="connsiteY122" fmla="*/ 558800 h 2870200"/>
              <a:gd name="connsiteX123" fmla="*/ 2540000 w 4089400"/>
              <a:gd name="connsiteY123" fmla="*/ 584200 h 2870200"/>
              <a:gd name="connsiteX124" fmla="*/ 2548466 w 4089400"/>
              <a:gd name="connsiteY124" fmla="*/ 778934 h 2870200"/>
              <a:gd name="connsiteX125" fmla="*/ 2590800 w 4089400"/>
              <a:gd name="connsiteY125" fmla="*/ 914400 h 2870200"/>
              <a:gd name="connsiteX126" fmla="*/ 2607733 w 4089400"/>
              <a:gd name="connsiteY126" fmla="*/ 973667 h 2870200"/>
              <a:gd name="connsiteX127" fmla="*/ 2624666 w 4089400"/>
              <a:gd name="connsiteY127" fmla="*/ 812800 h 2870200"/>
              <a:gd name="connsiteX128" fmla="*/ 2641600 w 4089400"/>
              <a:gd name="connsiteY128" fmla="*/ 694267 h 2870200"/>
              <a:gd name="connsiteX129" fmla="*/ 2667000 w 4089400"/>
              <a:gd name="connsiteY129" fmla="*/ 558800 h 2870200"/>
              <a:gd name="connsiteX130" fmla="*/ 2692400 w 4089400"/>
              <a:gd name="connsiteY130" fmla="*/ 321734 h 2870200"/>
              <a:gd name="connsiteX131" fmla="*/ 2709333 w 4089400"/>
              <a:gd name="connsiteY131" fmla="*/ 1058334 h 2870200"/>
              <a:gd name="connsiteX132" fmla="*/ 2735730 w 4089400"/>
              <a:gd name="connsiteY132" fmla="*/ 1023969 h 2870200"/>
              <a:gd name="connsiteX133" fmla="*/ 2785533 w 4089400"/>
              <a:gd name="connsiteY133" fmla="*/ 905934 h 2870200"/>
              <a:gd name="connsiteX134" fmla="*/ 2819400 w 4089400"/>
              <a:gd name="connsiteY134" fmla="*/ 855134 h 2870200"/>
              <a:gd name="connsiteX135" fmla="*/ 2844800 w 4089400"/>
              <a:gd name="connsiteY135" fmla="*/ 1422400 h 2870200"/>
              <a:gd name="connsiteX136" fmla="*/ 2853266 w 4089400"/>
              <a:gd name="connsiteY136" fmla="*/ 1388534 h 2870200"/>
              <a:gd name="connsiteX137" fmla="*/ 2870200 w 4089400"/>
              <a:gd name="connsiteY137" fmla="*/ 1363134 h 2870200"/>
              <a:gd name="connsiteX138" fmla="*/ 2895600 w 4089400"/>
              <a:gd name="connsiteY138" fmla="*/ 1278467 h 2870200"/>
              <a:gd name="connsiteX139" fmla="*/ 2912533 w 4089400"/>
              <a:gd name="connsiteY139" fmla="*/ 1320800 h 2870200"/>
              <a:gd name="connsiteX140" fmla="*/ 2929466 w 4089400"/>
              <a:gd name="connsiteY140" fmla="*/ 1388534 h 2870200"/>
              <a:gd name="connsiteX141" fmla="*/ 2946400 w 4089400"/>
              <a:gd name="connsiteY141" fmla="*/ 1422400 h 2870200"/>
              <a:gd name="connsiteX142" fmla="*/ 2988733 w 4089400"/>
              <a:gd name="connsiteY142" fmla="*/ 1540934 h 2870200"/>
              <a:gd name="connsiteX143" fmla="*/ 3005666 w 4089400"/>
              <a:gd name="connsiteY143" fmla="*/ 1566334 h 2870200"/>
              <a:gd name="connsiteX144" fmla="*/ 3039533 w 4089400"/>
              <a:gd name="connsiteY144" fmla="*/ 1718734 h 2870200"/>
              <a:gd name="connsiteX145" fmla="*/ 3064933 w 4089400"/>
              <a:gd name="connsiteY145" fmla="*/ 1761067 h 2870200"/>
              <a:gd name="connsiteX146" fmla="*/ 3098800 w 4089400"/>
              <a:gd name="connsiteY146" fmla="*/ 1879600 h 2870200"/>
              <a:gd name="connsiteX147" fmla="*/ 3090333 w 4089400"/>
              <a:gd name="connsiteY147" fmla="*/ 1913467 h 2870200"/>
              <a:gd name="connsiteX148" fmla="*/ 3102783 w 4089400"/>
              <a:gd name="connsiteY148" fmla="*/ 1901016 h 2870200"/>
              <a:gd name="connsiteX149" fmla="*/ 3081866 w 4089400"/>
              <a:gd name="connsiteY149" fmla="*/ 1888067 h 2870200"/>
              <a:gd name="connsiteX150" fmla="*/ 3107266 w 4089400"/>
              <a:gd name="connsiteY150" fmla="*/ 1871134 h 2870200"/>
              <a:gd name="connsiteX151" fmla="*/ 3115733 w 4089400"/>
              <a:gd name="connsiteY151" fmla="*/ 1769534 h 2870200"/>
              <a:gd name="connsiteX152" fmla="*/ 3132666 w 4089400"/>
              <a:gd name="connsiteY152" fmla="*/ 1710267 h 2870200"/>
              <a:gd name="connsiteX153" fmla="*/ 3141133 w 4089400"/>
              <a:gd name="connsiteY153" fmla="*/ 1684867 h 2870200"/>
              <a:gd name="connsiteX154" fmla="*/ 3166533 w 4089400"/>
              <a:gd name="connsiteY154" fmla="*/ 1676400 h 2870200"/>
              <a:gd name="connsiteX155" fmla="*/ 3175000 w 4089400"/>
              <a:gd name="connsiteY155" fmla="*/ 2006600 h 2870200"/>
              <a:gd name="connsiteX156" fmla="*/ 3183466 w 4089400"/>
              <a:gd name="connsiteY156" fmla="*/ 2048934 h 2870200"/>
              <a:gd name="connsiteX157" fmla="*/ 3191933 w 4089400"/>
              <a:gd name="connsiteY157" fmla="*/ 2099734 h 2870200"/>
              <a:gd name="connsiteX158" fmla="*/ 3208866 w 4089400"/>
              <a:gd name="connsiteY158" fmla="*/ 2048934 h 2870200"/>
              <a:gd name="connsiteX159" fmla="*/ 3217333 w 4089400"/>
              <a:gd name="connsiteY159" fmla="*/ 1998134 h 2870200"/>
              <a:gd name="connsiteX160" fmla="*/ 3251200 w 4089400"/>
              <a:gd name="connsiteY160" fmla="*/ 2353734 h 2870200"/>
              <a:gd name="connsiteX161" fmla="*/ 3276600 w 4089400"/>
              <a:gd name="connsiteY161" fmla="*/ 2387600 h 2870200"/>
              <a:gd name="connsiteX162" fmla="*/ 3285066 w 4089400"/>
              <a:gd name="connsiteY162" fmla="*/ 2497667 h 2870200"/>
              <a:gd name="connsiteX163" fmla="*/ 3302000 w 4089400"/>
              <a:gd name="connsiteY163" fmla="*/ 2531534 h 2870200"/>
              <a:gd name="connsiteX164" fmla="*/ 3318933 w 4089400"/>
              <a:gd name="connsiteY164" fmla="*/ 2599267 h 2870200"/>
              <a:gd name="connsiteX165" fmla="*/ 3344333 w 4089400"/>
              <a:gd name="connsiteY165" fmla="*/ 2667000 h 2870200"/>
              <a:gd name="connsiteX166" fmla="*/ 3386666 w 4089400"/>
              <a:gd name="connsiteY166" fmla="*/ 2810934 h 2870200"/>
              <a:gd name="connsiteX167" fmla="*/ 3412066 w 4089400"/>
              <a:gd name="connsiteY167" fmla="*/ 2870200 h 2870200"/>
              <a:gd name="connsiteX168" fmla="*/ 3437466 w 4089400"/>
              <a:gd name="connsiteY168" fmla="*/ 1828800 h 2870200"/>
              <a:gd name="connsiteX169" fmla="*/ 3436968 w 4089400"/>
              <a:gd name="connsiteY169" fmla="*/ 2090271 h 2870200"/>
              <a:gd name="connsiteX170" fmla="*/ 3462866 w 4089400"/>
              <a:gd name="connsiteY170" fmla="*/ 1735667 h 2870200"/>
              <a:gd name="connsiteX171" fmla="*/ 3488266 w 4089400"/>
              <a:gd name="connsiteY171" fmla="*/ 1651000 h 2870200"/>
              <a:gd name="connsiteX172" fmla="*/ 3496733 w 4089400"/>
              <a:gd name="connsiteY172" fmla="*/ 1701800 h 2870200"/>
              <a:gd name="connsiteX173" fmla="*/ 3500717 w 4089400"/>
              <a:gd name="connsiteY173" fmla="*/ 1875118 h 2870200"/>
              <a:gd name="connsiteX174" fmla="*/ 3522133 w 4089400"/>
              <a:gd name="connsiteY174" fmla="*/ 1752600 h 2870200"/>
              <a:gd name="connsiteX175" fmla="*/ 3530600 w 4089400"/>
              <a:gd name="connsiteY175" fmla="*/ 1693334 h 2870200"/>
              <a:gd name="connsiteX176" fmla="*/ 3572933 w 4089400"/>
              <a:gd name="connsiteY176" fmla="*/ 1608667 h 2870200"/>
              <a:gd name="connsiteX177" fmla="*/ 3589866 w 4089400"/>
              <a:gd name="connsiteY177" fmla="*/ 1566334 h 2870200"/>
              <a:gd name="connsiteX178" fmla="*/ 3632200 w 4089400"/>
              <a:gd name="connsiteY178" fmla="*/ 1464734 h 2870200"/>
              <a:gd name="connsiteX179" fmla="*/ 3636184 w 4089400"/>
              <a:gd name="connsiteY179" fmla="*/ 1373094 h 2870200"/>
              <a:gd name="connsiteX180" fmla="*/ 3657600 w 4089400"/>
              <a:gd name="connsiteY180" fmla="*/ 1363134 h 2870200"/>
              <a:gd name="connsiteX181" fmla="*/ 3674533 w 4089400"/>
              <a:gd name="connsiteY181" fmla="*/ 1320800 h 2870200"/>
              <a:gd name="connsiteX182" fmla="*/ 3669553 w 4089400"/>
              <a:gd name="connsiteY182" fmla="*/ 1151964 h 2870200"/>
              <a:gd name="connsiteX183" fmla="*/ 3716866 w 4089400"/>
              <a:gd name="connsiteY183" fmla="*/ 1227667 h 2870200"/>
              <a:gd name="connsiteX184" fmla="*/ 3725333 w 4089400"/>
              <a:gd name="connsiteY184" fmla="*/ 1176867 h 2870200"/>
              <a:gd name="connsiteX185" fmla="*/ 3742266 w 4089400"/>
              <a:gd name="connsiteY185" fmla="*/ 1126067 h 2870200"/>
              <a:gd name="connsiteX186" fmla="*/ 3750733 w 4089400"/>
              <a:gd name="connsiteY186" fmla="*/ 1058334 h 2870200"/>
              <a:gd name="connsiteX187" fmla="*/ 3759200 w 4089400"/>
              <a:gd name="connsiteY187" fmla="*/ 1270000 h 2870200"/>
              <a:gd name="connsiteX188" fmla="*/ 3788048 w 4089400"/>
              <a:gd name="connsiteY188" fmla="*/ 678606 h 2870200"/>
              <a:gd name="connsiteX189" fmla="*/ 3793066 w 4089400"/>
              <a:gd name="connsiteY189" fmla="*/ 558800 h 2870200"/>
              <a:gd name="connsiteX190" fmla="*/ 3810000 w 4089400"/>
              <a:gd name="connsiteY190" fmla="*/ 482600 h 2870200"/>
              <a:gd name="connsiteX191" fmla="*/ 3818466 w 4089400"/>
              <a:gd name="connsiteY191" fmla="*/ 533400 h 2870200"/>
              <a:gd name="connsiteX192" fmla="*/ 3835400 w 4089400"/>
              <a:gd name="connsiteY192" fmla="*/ 660400 h 2870200"/>
              <a:gd name="connsiteX193" fmla="*/ 3843866 w 4089400"/>
              <a:gd name="connsiteY193" fmla="*/ 702734 h 2870200"/>
              <a:gd name="connsiteX194" fmla="*/ 3860800 w 4089400"/>
              <a:gd name="connsiteY194" fmla="*/ 736600 h 2870200"/>
              <a:gd name="connsiteX195" fmla="*/ 3877733 w 4089400"/>
              <a:gd name="connsiteY195" fmla="*/ 702734 h 2870200"/>
              <a:gd name="connsiteX196" fmla="*/ 3937000 w 4089400"/>
              <a:gd name="connsiteY196" fmla="*/ 482600 h 2870200"/>
              <a:gd name="connsiteX197" fmla="*/ 3953933 w 4089400"/>
              <a:gd name="connsiteY197" fmla="*/ 457200 h 2870200"/>
              <a:gd name="connsiteX198" fmla="*/ 3979333 w 4089400"/>
              <a:gd name="connsiteY198" fmla="*/ 177800 h 2870200"/>
              <a:gd name="connsiteX199" fmla="*/ 4004733 w 4089400"/>
              <a:gd name="connsiteY199" fmla="*/ 135467 h 2870200"/>
              <a:gd name="connsiteX200" fmla="*/ 4013200 w 4089400"/>
              <a:gd name="connsiteY200" fmla="*/ 101600 h 2870200"/>
              <a:gd name="connsiteX201" fmla="*/ 4021666 w 4089400"/>
              <a:gd name="connsiteY201" fmla="*/ 76200 h 2870200"/>
              <a:gd name="connsiteX202" fmla="*/ 4030133 w 4089400"/>
              <a:gd name="connsiteY202" fmla="*/ 110067 h 2870200"/>
              <a:gd name="connsiteX203" fmla="*/ 4047066 w 4089400"/>
              <a:gd name="connsiteY203" fmla="*/ 160867 h 2870200"/>
              <a:gd name="connsiteX204" fmla="*/ 4089400 w 4089400"/>
              <a:gd name="connsiteY204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42333 w 4089400"/>
              <a:gd name="connsiteY2" fmla="*/ 567267 h 2870200"/>
              <a:gd name="connsiteX3" fmla="*/ 36774 w 4089400"/>
              <a:gd name="connsiteY3" fmla="*/ 828517 h 2870200"/>
              <a:gd name="connsiteX4" fmla="*/ 32533 w 4089400"/>
              <a:gd name="connsiteY4" fmla="*/ 1083293 h 2870200"/>
              <a:gd name="connsiteX5" fmla="*/ 30266 w 4089400"/>
              <a:gd name="connsiteY5" fmla="*/ 1212385 h 2870200"/>
              <a:gd name="connsiteX6" fmla="*/ 44857 w 4089400"/>
              <a:gd name="connsiteY6" fmla="*/ 1401791 h 2870200"/>
              <a:gd name="connsiteX7" fmla="*/ 87319 w 4089400"/>
              <a:gd name="connsiteY7" fmla="*/ 1209517 h 2870200"/>
              <a:gd name="connsiteX8" fmla="*/ 110066 w 4089400"/>
              <a:gd name="connsiteY8" fmla="*/ 1100667 h 2870200"/>
              <a:gd name="connsiteX9" fmla="*/ 143933 w 4089400"/>
              <a:gd name="connsiteY9" fmla="*/ 999067 h 2870200"/>
              <a:gd name="connsiteX10" fmla="*/ 160866 w 4089400"/>
              <a:gd name="connsiteY10" fmla="*/ 948267 h 2870200"/>
              <a:gd name="connsiteX11" fmla="*/ 177800 w 4089400"/>
              <a:gd name="connsiteY11" fmla="*/ 1134534 h 2870200"/>
              <a:gd name="connsiteX12" fmla="*/ 194733 w 4089400"/>
              <a:gd name="connsiteY12" fmla="*/ 1464734 h 2870200"/>
              <a:gd name="connsiteX13" fmla="*/ 254000 w 4089400"/>
              <a:gd name="connsiteY13" fmla="*/ 1363134 h 2870200"/>
              <a:gd name="connsiteX14" fmla="*/ 279400 w 4089400"/>
              <a:gd name="connsiteY14" fmla="*/ 1371600 h 2870200"/>
              <a:gd name="connsiteX15" fmla="*/ 287866 w 4089400"/>
              <a:gd name="connsiteY15" fmla="*/ 2243667 h 2870200"/>
              <a:gd name="connsiteX16" fmla="*/ 313266 w 4089400"/>
              <a:gd name="connsiteY16" fmla="*/ 2201334 h 2870200"/>
              <a:gd name="connsiteX17" fmla="*/ 321733 w 4089400"/>
              <a:gd name="connsiteY17" fmla="*/ 2150534 h 2870200"/>
              <a:gd name="connsiteX18" fmla="*/ 346635 w 4089400"/>
              <a:gd name="connsiteY18" fmla="*/ 2376146 h 2870200"/>
              <a:gd name="connsiteX19" fmla="*/ 364066 w 4089400"/>
              <a:gd name="connsiteY19" fmla="*/ 2082800 h 2870200"/>
              <a:gd name="connsiteX20" fmla="*/ 389965 w 4089400"/>
              <a:gd name="connsiteY20" fmla="*/ 1792444 h 2870200"/>
              <a:gd name="connsiteX21" fmla="*/ 397933 w 4089400"/>
              <a:gd name="connsiteY21" fmla="*/ 2032000 h 2870200"/>
              <a:gd name="connsiteX22" fmla="*/ 423333 w 4089400"/>
              <a:gd name="connsiteY22" fmla="*/ 1998134 h 2870200"/>
              <a:gd name="connsiteX23" fmla="*/ 440266 w 4089400"/>
              <a:gd name="connsiteY23" fmla="*/ 1752600 h 2870200"/>
              <a:gd name="connsiteX24" fmla="*/ 465666 w 4089400"/>
              <a:gd name="connsiteY24" fmla="*/ 1651000 h 2870200"/>
              <a:gd name="connsiteX25" fmla="*/ 491066 w 4089400"/>
              <a:gd name="connsiteY25" fmla="*/ 1710267 h 2870200"/>
              <a:gd name="connsiteX26" fmla="*/ 499533 w 4089400"/>
              <a:gd name="connsiteY26" fmla="*/ 1851666 h 2870200"/>
              <a:gd name="connsiteX27" fmla="*/ 533400 w 4089400"/>
              <a:gd name="connsiteY27" fmla="*/ 1820334 h 2870200"/>
              <a:gd name="connsiteX28" fmla="*/ 558800 w 4089400"/>
              <a:gd name="connsiteY28" fmla="*/ 1938867 h 2870200"/>
              <a:gd name="connsiteX29" fmla="*/ 575733 w 4089400"/>
              <a:gd name="connsiteY29" fmla="*/ 1998134 h 2870200"/>
              <a:gd name="connsiteX30" fmla="*/ 592666 w 4089400"/>
              <a:gd name="connsiteY30" fmla="*/ 2023534 h 2870200"/>
              <a:gd name="connsiteX31" fmla="*/ 618066 w 4089400"/>
              <a:gd name="connsiteY31" fmla="*/ 1786467 h 2870200"/>
              <a:gd name="connsiteX32" fmla="*/ 626533 w 4089400"/>
              <a:gd name="connsiteY32" fmla="*/ 1744134 h 2870200"/>
              <a:gd name="connsiteX33" fmla="*/ 643466 w 4089400"/>
              <a:gd name="connsiteY33" fmla="*/ 1718734 h 2870200"/>
              <a:gd name="connsiteX34" fmla="*/ 660400 w 4089400"/>
              <a:gd name="connsiteY34" fmla="*/ 1617134 h 2870200"/>
              <a:gd name="connsiteX35" fmla="*/ 677333 w 4089400"/>
              <a:gd name="connsiteY35" fmla="*/ 1557867 h 2870200"/>
              <a:gd name="connsiteX36" fmla="*/ 685800 w 4089400"/>
              <a:gd name="connsiteY36" fmla="*/ 1524000 h 2870200"/>
              <a:gd name="connsiteX37" fmla="*/ 702733 w 4089400"/>
              <a:gd name="connsiteY37" fmla="*/ 1312334 h 2870200"/>
              <a:gd name="connsiteX38" fmla="*/ 719666 w 4089400"/>
              <a:gd name="connsiteY38" fmla="*/ 1380067 h 2870200"/>
              <a:gd name="connsiteX39" fmla="*/ 736600 w 4089400"/>
              <a:gd name="connsiteY39" fmla="*/ 1532467 h 2870200"/>
              <a:gd name="connsiteX40" fmla="*/ 753533 w 4089400"/>
              <a:gd name="connsiteY40" fmla="*/ 1566334 h 2870200"/>
              <a:gd name="connsiteX41" fmla="*/ 778933 w 4089400"/>
              <a:gd name="connsiteY41" fmla="*/ 1456267 h 2870200"/>
              <a:gd name="connsiteX42" fmla="*/ 795866 w 4089400"/>
              <a:gd name="connsiteY42" fmla="*/ 1430867 h 2870200"/>
              <a:gd name="connsiteX43" fmla="*/ 829733 w 4089400"/>
              <a:gd name="connsiteY43" fmla="*/ 1388534 h 2870200"/>
              <a:gd name="connsiteX44" fmla="*/ 838200 w 4089400"/>
              <a:gd name="connsiteY44" fmla="*/ 1498600 h 2870200"/>
              <a:gd name="connsiteX45" fmla="*/ 863600 w 4089400"/>
              <a:gd name="connsiteY45" fmla="*/ 1811867 h 2870200"/>
              <a:gd name="connsiteX46" fmla="*/ 872066 w 4089400"/>
              <a:gd name="connsiteY46" fmla="*/ 1642534 h 2870200"/>
              <a:gd name="connsiteX47" fmla="*/ 897466 w 4089400"/>
              <a:gd name="connsiteY47" fmla="*/ 1583267 h 2870200"/>
              <a:gd name="connsiteX48" fmla="*/ 905933 w 4089400"/>
              <a:gd name="connsiteY48" fmla="*/ 1557867 h 2870200"/>
              <a:gd name="connsiteX49" fmla="*/ 914400 w 4089400"/>
              <a:gd name="connsiteY49" fmla="*/ 2006600 h 2870200"/>
              <a:gd name="connsiteX50" fmla="*/ 939800 w 4089400"/>
              <a:gd name="connsiteY50" fmla="*/ 2116667 h 2870200"/>
              <a:gd name="connsiteX51" fmla="*/ 948266 w 4089400"/>
              <a:gd name="connsiteY51" fmla="*/ 1948424 h 2870200"/>
              <a:gd name="connsiteX52" fmla="*/ 965200 w 4089400"/>
              <a:gd name="connsiteY52" fmla="*/ 1794934 h 2870200"/>
              <a:gd name="connsiteX53" fmla="*/ 973666 w 4089400"/>
              <a:gd name="connsiteY53" fmla="*/ 1761067 h 2870200"/>
              <a:gd name="connsiteX54" fmla="*/ 990600 w 4089400"/>
              <a:gd name="connsiteY54" fmla="*/ 1871134 h 2870200"/>
              <a:gd name="connsiteX55" fmla="*/ 1007533 w 4089400"/>
              <a:gd name="connsiteY55" fmla="*/ 1947334 h 2870200"/>
              <a:gd name="connsiteX56" fmla="*/ 1024466 w 4089400"/>
              <a:gd name="connsiteY56" fmla="*/ 2040467 h 2870200"/>
              <a:gd name="connsiteX57" fmla="*/ 1049866 w 4089400"/>
              <a:gd name="connsiteY57" fmla="*/ 2108200 h 2870200"/>
              <a:gd name="connsiteX58" fmla="*/ 1058333 w 4089400"/>
              <a:gd name="connsiteY58" fmla="*/ 2150534 h 2870200"/>
              <a:gd name="connsiteX59" fmla="*/ 1100666 w 4089400"/>
              <a:gd name="connsiteY59" fmla="*/ 2209800 h 2870200"/>
              <a:gd name="connsiteX60" fmla="*/ 1109133 w 4089400"/>
              <a:gd name="connsiteY60" fmla="*/ 2108200 h 2870200"/>
              <a:gd name="connsiteX61" fmla="*/ 1159933 w 4089400"/>
              <a:gd name="connsiteY61" fmla="*/ 1989667 h 2870200"/>
              <a:gd name="connsiteX62" fmla="*/ 1210733 w 4089400"/>
              <a:gd name="connsiteY62" fmla="*/ 1913467 h 2870200"/>
              <a:gd name="connsiteX63" fmla="*/ 1219200 w 4089400"/>
              <a:gd name="connsiteY63" fmla="*/ 2167467 h 2870200"/>
              <a:gd name="connsiteX64" fmla="*/ 1236133 w 4089400"/>
              <a:gd name="connsiteY64" fmla="*/ 2082800 h 2870200"/>
              <a:gd name="connsiteX65" fmla="*/ 1244600 w 4089400"/>
              <a:gd name="connsiteY65" fmla="*/ 2015067 h 2870200"/>
              <a:gd name="connsiteX66" fmla="*/ 1286933 w 4089400"/>
              <a:gd name="connsiteY66" fmla="*/ 1854200 h 2870200"/>
              <a:gd name="connsiteX67" fmla="*/ 1295400 w 4089400"/>
              <a:gd name="connsiteY67" fmla="*/ 1803400 h 2870200"/>
              <a:gd name="connsiteX68" fmla="*/ 1320800 w 4089400"/>
              <a:gd name="connsiteY68" fmla="*/ 1701800 h 2870200"/>
              <a:gd name="connsiteX69" fmla="*/ 1346200 w 4089400"/>
              <a:gd name="connsiteY69" fmla="*/ 1718734 h 2870200"/>
              <a:gd name="connsiteX70" fmla="*/ 1354666 w 4089400"/>
              <a:gd name="connsiteY70" fmla="*/ 1744134 h 2870200"/>
              <a:gd name="connsiteX71" fmla="*/ 1380066 w 4089400"/>
              <a:gd name="connsiteY71" fmla="*/ 1828800 h 2870200"/>
              <a:gd name="connsiteX72" fmla="*/ 1397000 w 4089400"/>
              <a:gd name="connsiteY72" fmla="*/ 1879600 h 2870200"/>
              <a:gd name="connsiteX73" fmla="*/ 1405466 w 4089400"/>
              <a:gd name="connsiteY73" fmla="*/ 1913467 h 2870200"/>
              <a:gd name="connsiteX74" fmla="*/ 1430866 w 4089400"/>
              <a:gd name="connsiteY74" fmla="*/ 1947334 h 2870200"/>
              <a:gd name="connsiteX75" fmla="*/ 1447800 w 4089400"/>
              <a:gd name="connsiteY75" fmla="*/ 1938867 h 2870200"/>
              <a:gd name="connsiteX76" fmla="*/ 1490133 w 4089400"/>
              <a:gd name="connsiteY76" fmla="*/ 1803400 h 2870200"/>
              <a:gd name="connsiteX77" fmla="*/ 1549400 w 4089400"/>
              <a:gd name="connsiteY77" fmla="*/ 1651000 h 2870200"/>
              <a:gd name="connsiteX78" fmla="*/ 1557866 w 4089400"/>
              <a:gd name="connsiteY78" fmla="*/ 1591734 h 2870200"/>
              <a:gd name="connsiteX79" fmla="*/ 1574800 w 4089400"/>
              <a:gd name="connsiteY79" fmla="*/ 1566334 h 2870200"/>
              <a:gd name="connsiteX80" fmla="*/ 1583266 w 4089400"/>
              <a:gd name="connsiteY80" fmla="*/ 1524000 h 2870200"/>
              <a:gd name="connsiteX81" fmla="*/ 1591733 w 4089400"/>
              <a:gd name="connsiteY81" fmla="*/ 1498600 h 2870200"/>
              <a:gd name="connsiteX82" fmla="*/ 1608666 w 4089400"/>
              <a:gd name="connsiteY82" fmla="*/ 1524000 h 2870200"/>
              <a:gd name="connsiteX83" fmla="*/ 1634066 w 4089400"/>
              <a:gd name="connsiteY83" fmla="*/ 1490134 h 2870200"/>
              <a:gd name="connsiteX84" fmla="*/ 1659466 w 4089400"/>
              <a:gd name="connsiteY84" fmla="*/ 1388534 h 2870200"/>
              <a:gd name="connsiteX85" fmla="*/ 1718733 w 4089400"/>
              <a:gd name="connsiteY85" fmla="*/ 1286934 h 2870200"/>
              <a:gd name="connsiteX86" fmla="*/ 1769533 w 4089400"/>
              <a:gd name="connsiteY86" fmla="*/ 1176867 h 2870200"/>
              <a:gd name="connsiteX87" fmla="*/ 1794933 w 4089400"/>
              <a:gd name="connsiteY87" fmla="*/ 1202267 h 2870200"/>
              <a:gd name="connsiteX88" fmla="*/ 1803400 w 4089400"/>
              <a:gd name="connsiteY88" fmla="*/ 1227667 h 2870200"/>
              <a:gd name="connsiteX89" fmla="*/ 1820333 w 4089400"/>
              <a:gd name="connsiteY89" fmla="*/ 1261534 h 2870200"/>
              <a:gd name="connsiteX90" fmla="*/ 1862666 w 4089400"/>
              <a:gd name="connsiteY90" fmla="*/ 1422400 h 2870200"/>
              <a:gd name="connsiteX91" fmla="*/ 1913466 w 4089400"/>
              <a:gd name="connsiteY91" fmla="*/ 1600200 h 2870200"/>
              <a:gd name="connsiteX92" fmla="*/ 1964266 w 4089400"/>
              <a:gd name="connsiteY92" fmla="*/ 1744134 h 2870200"/>
              <a:gd name="connsiteX93" fmla="*/ 1981200 w 4089400"/>
              <a:gd name="connsiteY93" fmla="*/ 1498600 h 2870200"/>
              <a:gd name="connsiteX94" fmla="*/ 1998133 w 4089400"/>
              <a:gd name="connsiteY94" fmla="*/ 1464734 h 2870200"/>
              <a:gd name="connsiteX95" fmla="*/ 2006600 w 4089400"/>
              <a:gd name="connsiteY95" fmla="*/ 1439334 h 2870200"/>
              <a:gd name="connsiteX96" fmla="*/ 2057400 w 4089400"/>
              <a:gd name="connsiteY96" fmla="*/ 2032000 h 2870200"/>
              <a:gd name="connsiteX97" fmla="*/ 2065866 w 4089400"/>
              <a:gd name="connsiteY97" fmla="*/ 2150534 h 2870200"/>
              <a:gd name="connsiteX98" fmla="*/ 2074333 w 4089400"/>
              <a:gd name="connsiteY98" fmla="*/ 2489200 h 2870200"/>
              <a:gd name="connsiteX99" fmla="*/ 2108200 w 4089400"/>
              <a:gd name="connsiteY99" fmla="*/ 2421467 h 2870200"/>
              <a:gd name="connsiteX100" fmla="*/ 2150533 w 4089400"/>
              <a:gd name="connsiteY100" fmla="*/ 2319867 h 2870200"/>
              <a:gd name="connsiteX101" fmla="*/ 2175933 w 4089400"/>
              <a:gd name="connsiteY101" fmla="*/ 2286000 h 2870200"/>
              <a:gd name="connsiteX102" fmla="*/ 2209800 w 4089400"/>
              <a:gd name="connsiteY102" fmla="*/ 2235200 h 2870200"/>
              <a:gd name="connsiteX103" fmla="*/ 2226733 w 4089400"/>
              <a:gd name="connsiteY103" fmla="*/ 2514600 h 2870200"/>
              <a:gd name="connsiteX104" fmla="*/ 2252133 w 4089400"/>
              <a:gd name="connsiteY104" fmla="*/ 2565400 h 2870200"/>
              <a:gd name="connsiteX105" fmla="*/ 2260600 w 4089400"/>
              <a:gd name="connsiteY105" fmla="*/ 2489200 h 2870200"/>
              <a:gd name="connsiteX106" fmla="*/ 2277533 w 4089400"/>
              <a:gd name="connsiteY106" fmla="*/ 2421467 h 2870200"/>
              <a:gd name="connsiteX107" fmla="*/ 2286000 w 4089400"/>
              <a:gd name="connsiteY107" fmla="*/ 1718734 h 2870200"/>
              <a:gd name="connsiteX108" fmla="*/ 2311400 w 4089400"/>
              <a:gd name="connsiteY108" fmla="*/ 1811867 h 2870200"/>
              <a:gd name="connsiteX109" fmla="*/ 2336800 w 4089400"/>
              <a:gd name="connsiteY109" fmla="*/ 1871134 h 2870200"/>
              <a:gd name="connsiteX110" fmla="*/ 2362200 w 4089400"/>
              <a:gd name="connsiteY110" fmla="*/ 1938867 h 2870200"/>
              <a:gd name="connsiteX111" fmla="*/ 2370666 w 4089400"/>
              <a:gd name="connsiteY111" fmla="*/ 1972734 h 2870200"/>
              <a:gd name="connsiteX112" fmla="*/ 2379133 w 4089400"/>
              <a:gd name="connsiteY112" fmla="*/ 1574800 h 2870200"/>
              <a:gd name="connsiteX113" fmla="*/ 2404533 w 4089400"/>
              <a:gd name="connsiteY113" fmla="*/ 1236134 h 2870200"/>
              <a:gd name="connsiteX114" fmla="*/ 2421466 w 4089400"/>
              <a:gd name="connsiteY114" fmla="*/ 1092200 h 2870200"/>
              <a:gd name="connsiteX115" fmla="*/ 2429933 w 4089400"/>
              <a:gd name="connsiteY115" fmla="*/ 1066800 h 2870200"/>
              <a:gd name="connsiteX116" fmla="*/ 2438400 w 4089400"/>
              <a:gd name="connsiteY116" fmla="*/ 1092200 h 2870200"/>
              <a:gd name="connsiteX117" fmla="*/ 2455333 w 4089400"/>
              <a:gd name="connsiteY117" fmla="*/ 1117600 h 2870200"/>
              <a:gd name="connsiteX118" fmla="*/ 2463800 w 4089400"/>
              <a:gd name="connsiteY118" fmla="*/ 1227667 h 2870200"/>
              <a:gd name="connsiteX119" fmla="*/ 2489200 w 4089400"/>
              <a:gd name="connsiteY119" fmla="*/ 753534 h 2870200"/>
              <a:gd name="connsiteX120" fmla="*/ 2506133 w 4089400"/>
              <a:gd name="connsiteY120" fmla="*/ 685800 h 2870200"/>
              <a:gd name="connsiteX121" fmla="*/ 2514600 w 4089400"/>
              <a:gd name="connsiteY121" fmla="*/ 609600 h 2870200"/>
              <a:gd name="connsiteX122" fmla="*/ 2523066 w 4089400"/>
              <a:gd name="connsiteY122" fmla="*/ 558800 h 2870200"/>
              <a:gd name="connsiteX123" fmla="*/ 2540000 w 4089400"/>
              <a:gd name="connsiteY123" fmla="*/ 584200 h 2870200"/>
              <a:gd name="connsiteX124" fmla="*/ 2548466 w 4089400"/>
              <a:gd name="connsiteY124" fmla="*/ 778934 h 2870200"/>
              <a:gd name="connsiteX125" fmla="*/ 2590800 w 4089400"/>
              <a:gd name="connsiteY125" fmla="*/ 914400 h 2870200"/>
              <a:gd name="connsiteX126" fmla="*/ 2607733 w 4089400"/>
              <a:gd name="connsiteY126" fmla="*/ 973667 h 2870200"/>
              <a:gd name="connsiteX127" fmla="*/ 2624666 w 4089400"/>
              <a:gd name="connsiteY127" fmla="*/ 812800 h 2870200"/>
              <a:gd name="connsiteX128" fmla="*/ 2641600 w 4089400"/>
              <a:gd name="connsiteY128" fmla="*/ 694267 h 2870200"/>
              <a:gd name="connsiteX129" fmla="*/ 2667000 w 4089400"/>
              <a:gd name="connsiteY129" fmla="*/ 558800 h 2870200"/>
              <a:gd name="connsiteX130" fmla="*/ 2692400 w 4089400"/>
              <a:gd name="connsiteY130" fmla="*/ 321734 h 2870200"/>
              <a:gd name="connsiteX131" fmla="*/ 2709333 w 4089400"/>
              <a:gd name="connsiteY131" fmla="*/ 1058334 h 2870200"/>
              <a:gd name="connsiteX132" fmla="*/ 2735730 w 4089400"/>
              <a:gd name="connsiteY132" fmla="*/ 1023969 h 2870200"/>
              <a:gd name="connsiteX133" fmla="*/ 2785533 w 4089400"/>
              <a:gd name="connsiteY133" fmla="*/ 905934 h 2870200"/>
              <a:gd name="connsiteX134" fmla="*/ 2819400 w 4089400"/>
              <a:gd name="connsiteY134" fmla="*/ 855134 h 2870200"/>
              <a:gd name="connsiteX135" fmla="*/ 2844800 w 4089400"/>
              <a:gd name="connsiteY135" fmla="*/ 1422400 h 2870200"/>
              <a:gd name="connsiteX136" fmla="*/ 2853266 w 4089400"/>
              <a:gd name="connsiteY136" fmla="*/ 1388534 h 2870200"/>
              <a:gd name="connsiteX137" fmla="*/ 2870200 w 4089400"/>
              <a:gd name="connsiteY137" fmla="*/ 1363134 h 2870200"/>
              <a:gd name="connsiteX138" fmla="*/ 2895600 w 4089400"/>
              <a:gd name="connsiteY138" fmla="*/ 1278467 h 2870200"/>
              <a:gd name="connsiteX139" fmla="*/ 2912533 w 4089400"/>
              <a:gd name="connsiteY139" fmla="*/ 1320800 h 2870200"/>
              <a:gd name="connsiteX140" fmla="*/ 2929466 w 4089400"/>
              <a:gd name="connsiteY140" fmla="*/ 1388534 h 2870200"/>
              <a:gd name="connsiteX141" fmla="*/ 2946400 w 4089400"/>
              <a:gd name="connsiteY141" fmla="*/ 1422400 h 2870200"/>
              <a:gd name="connsiteX142" fmla="*/ 2988733 w 4089400"/>
              <a:gd name="connsiteY142" fmla="*/ 1540934 h 2870200"/>
              <a:gd name="connsiteX143" fmla="*/ 3005666 w 4089400"/>
              <a:gd name="connsiteY143" fmla="*/ 1566334 h 2870200"/>
              <a:gd name="connsiteX144" fmla="*/ 3039533 w 4089400"/>
              <a:gd name="connsiteY144" fmla="*/ 1718734 h 2870200"/>
              <a:gd name="connsiteX145" fmla="*/ 3064933 w 4089400"/>
              <a:gd name="connsiteY145" fmla="*/ 1761067 h 2870200"/>
              <a:gd name="connsiteX146" fmla="*/ 3098800 w 4089400"/>
              <a:gd name="connsiteY146" fmla="*/ 1879600 h 2870200"/>
              <a:gd name="connsiteX147" fmla="*/ 3090333 w 4089400"/>
              <a:gd name="connsiteY147" fmla="*/ 1913467 h 2870200"/>
              <a:gd name="connsiteX148" fmla="*/ 3102783 w 4089400"/>
              <a:gd name="connsiteY148" fmla="*/ 1901016 h 2870200"/>
              <a:gd name="connsiteX149" fmla="*/ 3081866 w 4089400"/>
              <a:gd name="connsiteY149" fmla="*/ 1888067 h 2870200"/>
              <a:gd name="connsiteX150" fmla="*/ 3107266 w 4089400"/>
              <a:gd name="connsiteY150" fmla="*/ 1871134 h 2870200"/>
              <a:gd name="connsiteX151" fmla="*/ 3115733 w 4089400"/>
              <a:gd name="connsiteY151" fmla="*/ 1769534 h 2870200"/>
              <a:gd name="connsiteX152" fmla="*/ 3132666 w 4089400"/>
              <a:gd name="connsiteY152" fmla="*/ 1710267 h 2870200"/>
              <a:gd name="connsiteX153" fmla="*/ 3141133 w 4089400"/>
              <a:gd name="connsiteY153" fmla="*/ 1684867 h 2870200"/>
              <a:gd name="connsiteX154" fmla="*/ 3166533 w 4089400"/>
              <a:gd name="connsiteY154" fmla="*/ 1676400 h 2870200"/>
              <a:gd name="connsiteX155" fmla="*/ 3175000 w 4089400"/>
              <a:gd name="connsiteY155" fmla="*/ 2006600 h 2870200"/>
              <a:gd name="connsiteX156" fmla="*/ 3183466 w 4089400"/>
              <a:gd name="connsiteY156" fmla="*/ 2048934 h 2870200"/>
              <a:gd name="connsiteX157" fmla="*/ 3191933 w 4089400"/>
              <a:gd name="connsiteY157" fmla="*/ 2099734 h 2870200"/>
              <a:gd name="connsiteX158" fmla="*/ 3208866 w 4089400"/>
              <a:gd name="connsiteY158" fmla="*/ 2048934 h 2870200"/>
              <a:gd name="connsiteX159" fmla="*/ 3217333 w 4089400"/>
              <a:gd name="connsiteY159" fmla="*/ 1998134 h 2870200"/>
              <a:gd name="connsiteX160" fmla="*/ 3251200 w 4089400"/>
              <a:gd name="connsiteY160" fmla="*/ 2353734 h 2870200"/>
              <a:gd name="connsiteX161" fmla="*/ 3276600 w 4089400"/>
              <a:gd name="connsiteY161" fmla="*/ 2387600 h 2870200"/>
              <a:gd name="connsiteX162" fmla="*/ 3285066 w 4089400"/>
              <a:gd name="connsiteY162" fmla="*/ 2497667 h 2870200"/>
              <a:gd name="connsiteX163" fmla="*/ 3302000 w 4089400"/>
              <a:gd name="connsiteY163" fmla="*/ 2531534 h 2870200"/>
              <a:gd name="connsiteX164" fmla="*/ 3318933 w 4089400"/>
              <a:gd name="connsiteY164" fmla="*/ 2599267 h 2870200"/>
              <a:gd name="connsiteX165" fmla="*/ 3344333 w 4089400"/>
              <a:gd name="connsiteY165" fmla="*/ 2667000 h 2870200"/>
              <a:gd name="connsiteX166" fmla="*/ 3386666 w 4089400"/>
              <a:gd name="connsiteY166" fmla="*/ 2810934 h 2870200"/>
              <a:gd name="connsiteX167" fmla="*/ 3412066 w 4089400"/>
              <a:gd name="connsiteY167" fmla="*/ 2870200 h 2870200"/>
              <a:gd name="connsiteX168" fmla="*/ 3437466 w 4089400"/>
              <a:gd name="connsiteY168" fmla="*/ 1828800 h 2870200"/>
              <a:gd name="connsiteX169" fmla="*/ 3436968 w 4089400"/>
              <a:gd name="connsiteY169" fmla="*/ 2090271 h 2870200"/>
              <a:gd name="connsiteX170" fmla="*/ 3462866 w 4089400"/>
              <a:gd name="connsiteY170" fmla="*/ 1735667 h 2870200"/>
              <a:gd name="connsiteX171" fmla="*/ 3488266 w 4089400"/>
              <a:gd name="connsiteY171" fmla="*/ 1651000 h 2870200"/>
              <a:gd name="connsiteX172" fmla="*/ 3496733 w 4089400"/>
              <a:gd name="connsiteY172" fmla="*/ 1701800 h 2870200"/>
              <a:gd name="connsiteX173" fmla="*/ 3500717 w 4089400"/>
              <a:gd name="connsiteY173" fmla="*/ 1875118 h 2870200"/>
              <a:gd name="connsiteX174" fmla="*/ 3522133 w 4089400"/>
              <a:gd name="connsiteY174" fmla="*/ 1752600 h 2870200"/>
              <a:gd name="connsiteX175" fmla="*/ 3530600 w 4089400"/>
              <a:gd name="connsiteY175" fmla="*/ 1693334 h 2870200"/>
              <a:gd name="connsiteX176" fmla="*/ 3572933 w 4089400"/>
              <a:gd name="connsiteY176" fmla="*/ 1608667 h 2870200"/>
              <a:gd name="connsiteX177" fmla="*/ 3589866 w 4089400"/>
              <a:gd name="connsiteY177" fmla="*/ 1566334 h 2870200"/>
              <a:gd name="connsiteX178" fmla="*/ 3632200 w 4089400"/>
              <a:gd name="connsiteY178" fmla="*/ 1464734 h 2870200"/>
              <a:gd name="connsiteX179" fmla="*/ 3636184 w 4089400"/>
              <a:gd name="connsiteY179" fmla="*/ 1373094 h 2870200"/>
              <a:gd name="connsiteX180" fmla="*/ 3657600 w 4089400"/>
              <a:gd name="connsiteY180" fmla="*/ 1363134 h 2870200"/>
              <a:gd name="connsiteX181" fmla="*/ 3674533 w 4089400"/>
              <a:gd name="connsiteY181" fmla="*/ 1320800 h 2870200"/>
              <a:gd name="connsiteX182" fmla="*/ 3669553 w 4089400"/>
              <a:gd name="connsiteY182" fmla="*/ 1151964 h 2870200"/>
              <a:gd name="connsiteX183" fmla="*/ 3716866 w 4089400"/>
              <a:gd name="connsiteY183" fmla="*/ 1227667 h 2870200"/>
              <a:gd name="connsiteX184" fmla="*/ 3725333 w 4089400"/>
              <a:gd name="connsiteY184" fmla="*/ 1176867 h 2870200"/>
              <a:gd name="connsiteX185" fmla="*/ 3742266 w 4089400"/>
              <a:gd name="connsiteY185" fmla="*/ 1126067 h 2870200"/>
              <a:gd name="connsiteX186" fmla="*/ 3750733 w 4089400"/>
              <a:gd name="connsiteY186" fmla="*/ 1058334 h 2870200"/>
              <a:gd name="connsiteX187" fmla="*/ 3759200 w 4089400"/>
              <a:gd name="connsiteY187" fmla="*/ 1270000 h 2870200"/>
              <a:gd name="connsiteX188" fmla="*/ 3788048 w 4089400"/>
              <a:gd name="connsiteY188" fmla="*/ 678606 h 2870200"/>
              <a:gd name="connsiteX189" fmla="*/ 3793066 w 4089400"/>
              <a:gd name="connsiteY189" fmla="*/ 558800 h 2870200"/>
              <a:gd name="connsiteX190" fmla="*/ 3810000 w 4089400"/>
              <a:gd name="connsiteY190" fmla="*/ 482600 h 2870200"/>
              <a:gd name="connsiteX191" fmla="*/ 3818466 w 4089400"/>
              <a:gd name="connsiteY191" fmla="*/ 533400 h 2870200"/>
              <a:gd name="connsiteX192" fmla="*/ 3835400 w 4089400"/>
              <a:gd name="connsiteY192" fmla="*/ 660400 h 2870200"/>
              <a:gd name="connsiteX193" fmla="*/ 3843866 w 4089400"/>
              <a:gd name="connsiteY193" fmla="*/ 702734 h 2870200"/>
              <a:gd name="connsiteX194" fmla="*/ 3860800 w 4089400"/>
              <a:gd name="connsiteY194" fmla="*/ 736600 h 2870200"/>
              <a:gd name="connsiteX195" fmla="*/ 3877733 w 4089400"/>
              <a:gd name="connsiteY195" fmla="*/ 702734 h 2870200"/>
              <a:gd name="connsiteX196" fmla="*/ 3937000 w 4089400"/>
              <a:gd name="connsiteY196" fmla="*/ 482600 h 2870200"/>
              <a:gd name="connsiteX197" fmla="*/ 3953933 w 4089400"/>
              <a:gd name="connsiteY197" fmla="*/ 457200 h 2870200"/>
              <a:gd name="connsiteX198" fmla="*/ 3979333 w 4089400"/>
              <a:gd name="connsiteY198" fmla="*/ 177800 h 2870200"/>
              <a:gd name="connsiteX199" fmla="*/ 4004733 w 4089400"/>
              <a:gd name="connsiteY199" fmla="*/ 135467 h 2870200"/>
              <a:gd name="connsiteX200" fmla="*/ 4013200 w 4089400"/>
              <a:gd name="connsiteY200" fmla="*/ 101600 h 2870200"/>
              <a:gd name="connsiteX201" fmla="*/ 4021666 w 4089400"/>
              <a:gd name="connsiteY201" fmla="*/ 76200 h 2870200"/>
              <a:gd name="connsiteX202" fmla="*/ 4030133 w 4089400"/>
              <a:gd name="connsiteY202" fmla="*/ 110067 h 2870200"/>
              <a:gd name="connsiteX203" fmla="*/ 4047066 w 4089400"/>
              <a:gd name="connsiteY203" fmla="*/ 160867 h 2870200"/>
              <a:gd name="connsiteX204" fmla="*/ 4089400 w 4089400"/>
              <a:gd name="connsiteY204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28435 w 4089400"/>
              <a:gd name="connsiteY2" fmla="*/ 567267 h 2870200"/>
              <a:gd name="connsiteX3" fmla="*/ 36774 w 4089400"/>
              <a:gd name="connsiteY3" fmla="*/ 828517 h 2870200"/>
              <a:gd name="connsiteX4" fmla="*/ 32533 w 4089400"/>
              <a:gd name="connsiteY4" fmla="*/ 1083293 h 2870200"/>
              <a:gd name="connsiteX5" fmla="*/ 30266 w 4089400"/>
              <a:gd name="connsiteY5" fmla="*/ 1212385 h 2870200"/>
              <a:gd name="connsiteX6" fmla="*/ 44857 w 4089400"/>
              <a:gd name="connsiteY6" fmla="*/ 1401791 h 2870200"/>
              <a:gd name="connsiteX7" fmla="*/ 87319 w 4089400"/>
              <a:gd name="connsiteY7" fmla="*/ 1209517 h 2870200"/>
              <a:gd name="connsiteX8" fmla="*/ 110066 w 4089400"/>
              <a:gd name="connsiteY8" fmla="*/ 1100667 h 2870200"/>
              <a:gd name="connsiteX9" fmla="*/ 143933 w 4089400"/>
              <a:gd name="connsiteY9" fmla="*/ 999067 h 2870200"/>
              <a:gd name="connsiteX10" fmla="*/ 160866 w 4089400"/>
              <a:gd name="connsiteY10" fmla="*/ 948267 h 2870200"/>
              <a:gd name="connsiteX11" fmla="*/ 177800 w 4089400"/>
              <a:gd name="connsiteY11" fmla="*/ 1134534 h 2870200"/>
              <a:gd name="connsiteX12" fmla="*/ 194733 w 4089400"/>
              <a:gd name="connsiteY12" fmla="*/ 1464734 h 2870200"/>
              <a:gd name="connsiteX13" fmla="*/ 254000 w 4089400"/>
              <a:gd name="connsiteY13" fmla="*/ 1363134 h 2870200"/>
              <a:gd name="connsiteX14" fmla="*/ 279400 w 4089400"/>
              <a:gd name="connsiteY14" fmla="*/ 1371600 h 2870200"/>
              <a:gd name="connsiteX15" fmla="*/ 287866 w 4089400"/>
              <a:gd name="connsiteY15" fmla="*/ 2243667 h 2870200"/>
              <a:gd name="connsiteX16" fmla="*/ 313266 w 4089400"/>
              <a:gd name="connsiteY16" fmla="*/ 2201334 h 2870200"/>
              <a:gd name="connsiteX17" fmla="*/ 321733 w 4089400"/>
              <a:gd name="connsiteY17" fmla="*/ 2150534 h 2870200"/>
              <a:gd name="connsiteX18" fmla="*/ 346635 w 4089400"/>
              <a:gd name="connsiteY18" fmla="*/ 2376146 h 2870200"/>
              <a:gd name="connsiteX19" fmla="*/ 364066 w 4089400"/>
              <a:gd name="connsiteY19" fmla="*/ 2082800 h 2870200"/>
              <a:gd name="connsiteX20" fmla="*/ 389965 w 4089400"/>
              <a:gd name="connsiteY20" fmla="*/ 1792444 h 2870200"/>
              <a:gd name="connsiteX21" fmla="*/ 397933 w 4089400"/>
              <a:gd name="connsiteY21" fmla="*/ 2032000 h 2870200"/>
              <a:gd name="connsiteX22" fmla="*/ 423333 w 4089400"/>
              <a:gd name="connsiteY22" fmla="*/ 1998134 h 2870200"/>
              <a:gd name="connsiteX23" fmla="*/ 440266 w 4089400"/>
              <a:gd name="connsiteY23" fmla="*/ 1752600 h 2870200"/>
              <a:gd name="connsiteX24" fmla="*/ 465666 w 4089400"/>
              <a:gd name="connsiteY24" fmla="*/ 1651000 h 2870200"/>
              <a:gd name="connsiteX25" fmla="*/ 491066 w 4089400"/>
              <a:gd name="connsiteY25" fmla="*/ 1710267 h 2870200"/>
              <a:gd name="connsiteX26" fmla="*/ 499533 w 4089400"/>
              <a:gd name="connsiteY26" fmla="*/ 1851666 h 2870200"/>
              <a:gd name="connsiteX27" fmla="*/ 533400 w 4089400"/>
              <a:gd name="connsiteY27" fmla="*/ 1820334 h 2870200"/>
              <a:gd name="connsiteX28" fmla="*/ 558800 w 4089400"/>
              <a:gd name="connsiteY28" fmla="*/ 1938867 h 2870200"/>
              <a:gd name="connsiteX29" fmla="*/ 575733 w 4089400"/>
              <a:gd name="connsiteY29" fmla="*/ 1998134 h 2870200"/>
              <a:gd name="connsiteX30" fmla="*/ 592666 w 4089400"/>
              <a:gd name="connsiteY30" fmla="*/ 2023534 h 2870200"/>
              <a:gd name="connsiteX31" fmla="*/ 618066 w 4089400"/>
              <a:gd name="connsiteY31" fmla="*/ 1786467 h 2870200"/>
              <a:gd name="connsiteX32" fmla="*/ 626533 w 4089400"/>
              <a:gd name="connsiteY32" fmla="*/ 1744134 h 2870200"/>
              <a:gd name="connsiteX33" fmla="*/ 643466 w 4089400"/>
              <a:gd name="connsiteY33" fmla="*/ 1718734 h 2870200"/>
              <a:gd name="connsiteX34" fmla="*/ 660400 w 4089400"/>
              <a:gd name="connsiteY34" fmla="*/ 1617134 h 2870200"/>
              <a:gd name="connsiteX35" fmla="*/ 677333 w 4089400"/>
              <a:gd name="connsiteY35" fmla="*/ 1557867 h 2870200"/>
              <a:gd name="connsiteX36" fmla="*/ 685800 w 4089400"/>
              <a:gd name="connsiteY36" fmla="*/ 1524000 h 2870200"/>
              <a:gd name="connsiteX37" fmla="*/ 702733 w 4089400"/>
              <a:gd name="connsiteY37" fmla="*/ 1312334 h 2870200"/>
              <a:gd name="connsiteX38" fmla="*/ 719666 w 4089400"/>
              <a:gd name="connsiteY38" fmla="*/ 1380067 h 2870200"/>
              <a:gd name="connsiteX39" fmla="*/ 736600 w 4089400"/>
              <a:gd name="connsiteY39" fmla="*/ 1532467 h 2870200"/>
              <a:gd name="connsiteX40" fmla="*/ 753533 w 4089400"/>
              <a:gd name="connsiteY40" fmla="*/ 1566334 h 2870200"/>
              <a:gd name="connsiteX41" fmla="*/ 778933 w 4089400"/>
              <a:gd name="connsiteY41" fmla="*/ 1456267 h 2870200"/>
              <a:gd name="connsiteX42" fmla="*/ 795866 w 4089400"/>
              <a:gd name="connsiteY42" fmla="*/ 1430867 h 2870200"/>
              <a:gd name="connsiteX43" fmla="*/ 829733 w 4089400"/>
              <a:gd name="connsiteY43" fmla="*/ 1388534 h 2870200"/>
              <a:gd name="connsiteX44" fmla="*/ 838200 w 4089400"/>
              <a:gd name="connsiteY44" fmla="*/ 1498600 h 2870200"/>
              <a:gd name="connsiteX45" fmla="*/ 863600 w 4089400"/>
              <a:gd name="connsiteY45" fmla="*/ 1811867 h 2870200"/>
              <a:gd name="connsiteX46" fmla="*/ 872066 w 4089400"/>
              <a:gd name="connsiteY46" fmla="*/ 1642534 h 2870200"/>
              <a:gd name="connsiteX47" fmla="*/ 897466 w 4089400"/>
              <a:gd name="connsiteY47" fmla="*/ 1583267 h 2870200"/>
              <a:gd name="connsiteX48" fmla="*/ 905933 w 4089400"/>
              <a:gd name="connsiteY48" fmla="*/ 1557867 h 2870200"/>
              <a:gd name="connsiteX49" fmla="*/ 914400 w 4089400"/>
              <a:gd name="connsiteY49" fmla="*/ 2006600 h 2870200"/>
              <a:gd name="connsiteX50" fmla="*/ 939800 w 4089400"/>
              <a:gd name="connsiteY50" fmla="*/ 2116667 h 2870200"/>
              <a:gd name="connsiteX51" fmla="*/ 948266 w 4089400"/>
              <a:gd name="connsiteY51" fmla="*/ 1948424 h 2870200"/>
              <a:gd name="connsiteX52" fmla="*/ 965200 w 4089400"/>
              <a:gd name="connsiteY52" fmla="*/ 1794934 h 2870200"/>
              <a:gd name="connsiteX53" fmla="*/ 973666 w 4089400"/>
              <a:gd name="connsiteY53" fmla="*/ 1761067 h 2870200"/>
              <a:gd name="connsiteX54" fmla="*/ 990600 w 4089400"/>
              <a:gd name="connsiteY54" fmla="*/ 1871134 h 2870200"/>
              <a:gd name="connsiteX55" fmla="*/ 1007533 w 4089400"/>
              <a:gd name="connsiteY55" fmla="*/ 1947334 h 2870200"/>
              <a:gd name="connsiteX56" fmla="*/ 1024466 w 4089400"/>
              <a:gd name="connsiteY56" fmla="*/ 2040467 h 2870200"/>
              <a:gd name="connsiteX57" fmla="*/ 1049866 w 4089400"/>
              <a:gd name="connsiteY57" fmla="*/ 2108200 h 2870200"/>
              <a:gd name="connsiteX58" fmla="*/ 1058333 w 4089400"/>
              <a:gd name="connsiteY58" fmla="*/ 2150534 h 2870200"/>
              <a:gd name="connsiteX59" fmla="*/ 1100666 w 4089400"/>
              <a:gd name="connsiteY59" fmla="*/ 2209800 h 2870200"/>
              <a:gd name="connsiteX60" fmla="*/ 1109133 w 4089400"/>
              <a:gd name="connsiteY60" fmla="*/ 2108200 h 2870200"/>
              <a:gd name="connsiteX61" fmla="*/ 1159933 w 4089400"/>
              <a:gd name="connsiteY61" fmla="*/ 1989667 h 2870200"/>
              <a:gd name="connsiteX62" fmla="*/ 1210733 w 4089400"/>
              <a:gd name="connsiteY62" fmla="*/ 1913467 h 2870200"/>
              <a:gd name="connsiteX63" fmla="*/ 1219200 w 4089400"/>
              <a:gd name="connsiteY63" fmla="*/ 2167467 h 2870200"/>
              <a:gd name="connsiteX64" fmla="*/ 1236133 w 4089400"/>
              <a:gd name="connsiteY64" fmla="*/ 2082800 h 2870200"/>
              <a:gd name="connsiteX65" fmla="*/ 1244600 w 4089400"/>
              <a:gd name="connsiteY65" fmla="*/ 2015067 h 2870200"/>
              <a:gd name="connsiteX66" fmla="*/ 1286933 w 4089400"/>
              <a:gd name="connsiteY66" fmla="*/ 1854200 h 2870200"/>
              <a:gd name="connsiteX67" fmla="*/ 1295400 w 4089400"/>
              <a:gd name="connsiteY67" fmla="*/ 1803400 h 2870200"/>
              <a:gd name="connsiteX68" fmla="*/ 1320800 w 4089400"/>
              <a:gd name="connsiteY68" fmla="*/ 1701800 h 2870200"/>
              <a:gd name="connsiteX69" fmla="*/ 1346200 w 4089400"/>
              <a:gd name="connsiteY69" fmla="*/ 1718734 h 2870200"/>
              <a:gd name="connsiteX70" fmla="*/ 1354666 w 4089400"/>
              <a:gd name="connsiteY70" fmla="*/ 1744134 h 2870200"/>
              <a:gd name="connsiteX71" fmla="*/ 1380066 w 4089400"/>
              <a:gd name="connsiteY71" fmla="*/ 1828800 h 2870200"/>
              <a:gd name="connsiteX72" fmla="*/ 1397000 w 4089400"/>
              <a:gd name="connsiteY72" fmla="*/ 1879600 h 2870200"/>
              <a:gd name="connsiteX73" fmla="*/ 1405466 w 4089400"/>
              <a:gd name="connsiteY73" fmla="*/ 1913467 h 2870200"/>
              <a:gd name="connsiteX74" fmla="*/ 1430866 w 4089400"/>
              <a:gd name="connsiteY74" fmla="*/ 1947334 h 2870200"/>
              <a:gd name="connsiteX75" fmla="*/ 1447800 w 4089400"/>
              <a:gd name="connsiteY75" fmla="*/ 1938867 h 2870200"/>
              <a:gd name="connsiteX76" fmla="*/ 1490133 w 4089400"/>
              <a:gd name="connsiteY76" fmla="*/ 1803400 h 2870200"/>
              <a:gd name="connsiteX77" fmla="*/ 1549400 w 4089400"/>
              <a:gd name="connsiteY77" fmla="*/ 1651000 h 2870200"/>
              <a:gd name="connsiteX78" fmla="*/ 1557866 w 4089400"/>
              <a:gd name="connsiteY78" fmla="*/ 1591734 h 2870200"/>
              <a:gd name="connsiteX79" fmla="*/ 1574800 w 4089400"/>
              <a:gd name="connsiteY79" fmla="*/ 1566334 h 2870200"/>
              <a:gd name="connsiteX80" fmla="*/ 1583266 w 4089400"/>
              <a:gd name="connsiteY80" fmla="*/ 1524000 h 2870200"/>
              <a:gd name="connsiteX81" fmla="*/ 1591733 w 4089400"/>
              <a:gd name="connsiteY81" fmla="*/ 1498600 h 2870200"/>
              <a:gd name="connsiteX82" fmla="*/ 1608666 w 4089400"/>
              <a:gd name="connsiteY82" fmla="*/ 1524000 h 2870200"/>
              <a:gd name="connsiteX83" fmla="*/ 1634066 w 4089400"/>
              <a:gd name="connsiteY83" fmla="*/ 1490134 h 2870200"/>
              <a:gd name="connsiteX84" fmla="*/ 1659466 w 4089400"/>
              <a:gd name="connsiteY84" fmla="*/ 1388534 h 2870200"/>
              <a:gd name="connsiteX85" fmla="*/ 1718733 w 4089400"/>
              <a:gd name="connsiteY85" fmla="*/ 1286934 h 2870200"/>
              <a:gd name="connsiteX86" fmla="*/ 1769533 w 4089400"/>
              <a:gd name="connsiteY86" fmla="*/ 1176867 h 2870200"/>
              <a:gd name="connsiteX87" fmla="*/ 1794933 w 4089400"/>
              <a:gd name="connsiteY87" fmla="*/ 1202267 h 2870200"/>
              <a:gd name="connsiteX88" fmla="*/ 1803400 w 4089400"/>
              <a:gd name="connsiteY88" fmla="*/ 1227667 h 2870200"/>
              <a:gd name="connsiteX89" fmla="*/ 1820333 w 4089400"/>
              <a:gd name="connsiteY89" fmla="*/ 1261534 h 2870200"/>
              <a:gd name="connsiteX90" fmla="*/ 1862666 w 4089400"/>
              <a:gd name="connsiteY90" fmla="*/ 1422400 h 2870200"/>
              <a:gd name="connsiteX91" fmla="*/ 1913466 w 4089400"/>
              <a:gd name="connsiteY91" fmla="*/ 1600200 h 2870200"/>
              <a:gd name="connsiteX92" fmla="*/ 1964266 w 4089400"/>
              <a:gd name="connsiteY92" fmla="*/ 1744134 h 2870200"/>
              <a:gd name="connsiteX93" fmla="*/ 1981200 w 4089400"/>
              <a:gd name="connsiteY93" fmla="*/ 1498600 h 2870200"/>
              <a:gd name="connsiteX94" fmla="*/ 1998133 w 4089400"/>
              <a:gd name="connsiteY94" fmla="*/ 1464734 h 2870200"/>
              <a:gd name="connsiteX95" fmla="*/ 2006600 w 4089400"/>
              <a:gd name="connsiteY95" fmla="*/ 1439334 h 2870200"/>
              <a:gd name="connsiteX96" fmla="*/ 2057400 w 4089400"/>
              <a:gd name="connsiteY96" fmla="*/ 2032000 h 2870200"/>
              <a:gd name="connsiteX97" fmla="*/ 2065866 w 4089400"/>
              <a:gd name="connsiteY97" fmla="*/ 2150534 h 2870200"/>
              <a:gd name="connsiteX98" fmla="*/ 2074333 w 4089400"/>
              <a:gd name="connsiteY98" fmla="*/ 2489200 h 2870200"/>
              <a:gd name="connsiteX99" fmla="*/ 2108200 w 4089400"/>
              <a:gd name="connsiteY99" fmla="*/ 2421467 h 2870200"/>
              <a:gd name="connsiteX100" fmla="*/ 2150533 w 4089400"/>
              <a:gd name="connsiteY100" fmla="*/ 2319867 h 2870200"/>
              <a:gd name="connsiteX101" fmla="*/ 2175933 w 4089400"/>
              <a:gd name="connsiteY101" fmla="*/ 2286000 h 2870200"/>
              <a:gd name="connsiteX102" fmla="*/ 2209800 w 4089400"/>
              <a:gd name="connsiteY102" fmla="*/ 2235200 h 2870200"/>
              <a:gd name="connsiteX103" fmla="*/ 2226733 w 4089400"/>
              <a:gd name="connsiteY103" fmla="*/ 2514600 h 2870200"/>
              <a:gd name="connsiteX104" fmla="*/ 2252133 w 4089400"/>
              <a:gd name="connsiteY104" fmla="*/ 2565400 h 2870200"/>
              <a:gd name="connsiteX105" fmla="*/ 2260600 w 4089400"/>
              <a:gd name="connsiteY105" fmla="*/ 2489200 h 2870200"/>
              <a:gd name="connsiteX106" fmla="*/ 2277533 w 4089400"/>
              <a:gd name="connsiteY106" fmla="*/ 2421467 h 2870200"/>
              <a:gd name="connsiteX107" fmla="*/ 2286000 w 4089400"/>
              <a:gd name="connsiteY107" fmla="*/ 1718734 h 2870200"/>
              <a:gd name="connsiteX108" fmla="*/ 2311400 w 4089400"/>
              <a:gd name="connsiteY108" fmla="*/ 1811867 h 2870200"/>
              <a:gd name="connsiteX109" fmla="*/ 2336800 w 4089400"/>
              <a:gd name="connsiteY109" fmla="*/ 1871134 h 2870200"/>
              <a:gd name="connsiteX110" fmla="*/ 2362200 w 4089400"/>
              <a:gd name="connsiteY110" fmla="*/ 1938867 h 2870200"/>
              <a:gd name="connsiteX111" fmla="*/ 2370666 w 4089400"/>
              <a:gd name="connsiteY111" fmla="*/ 1972734 h 2870200"/>
              <a:gd name="connsiteX112" fmla="*/ 2379133 w 4089400"/>
              <a:gd name="connsiteY112" fmla="*/ 1574800 h 2870200"/>
              <a:gd name="connsiteX113" fmla="*/ 2404533 w 4089400"/>
              <a:gd name="connsiteY113" fmla="*/ 1236134 h 2870200"/>
              <a:gd name="connsiteX114" fmla="*/ 2421466 w 4089400"/>
              <a:gd name="connsiteY114" fmla="*/ 1092200 h 2870200"/>
              <a:gd name="connsiteX115" fmla="*/ 2429933 w 4089400"/>
              <a:gd name="connsiteY115" fmla="*/ 1066800 h 2870200"/>
              <a:gd name="connsiteX116" fmla="*/ 2438400 w 4089400"/>
              <a:gd name="connsiteY116" fmla="*/ 1092200 h 2870200"/>
              <a:gd name="connsiteX117" fmla="*/ 2455333 w 4089400"/>
              <a:gd name="connsiteY117" fmla="*/ 1117600 h 2870200"/>
              <a:gd name="connsiteX118" fmla="*/ 2463800 w 4089400"/>
              <a:gd name="connsiteY118" fmla="*/ 1227667 h 2870200"/>
              <a:gd name="connsiteX119" fmla="*/ 2489200 w 4089400"/>
              <a:gd name="connsiteY119" fmla="*/ 753534 h 2870200"/>
              <a:gd name="connsiteX120" fmla="*/ 2506133 w 4089400"/>
              <a:gd name="connsiteY120" fmla="*/ 685800 h 2870200"/>
              <a:gd name="connsiteX121" fmla="*/ 2514600 w 4089400"/>
              <a:gd name="connsiteY121" fmla="*/ 609600 h 2870200"/>
              <a:gd name="connsiteX122" fmla="*/ 2523066 w 4089400"/>
              <a:gd name="connsiteY122" fmla="*/ 558800 h 2870200"/>
              <a:gd name="connsiteX123" fmla="*/ 2540000 w 4089400"/>
              <a:gd name="connsiteY123" fmla="*/ 584200 h 2870200"/>
              <a:gd name="connsiteX124" fmla="*/ 2548466 w 4089400"/>
              <a:gd name="connsiteY124" fmla="*/ 778934 h 2870200"/>
              <a:gd name="connsiteX125" fmla="*/ 2590800 w 4089400"/>
              <a:gd name="connsiteY125" fmla="*/ 914400 h 2870200"/>
              <a:gd name="connsiteX126" fmla="*/ 2607733 w 4089400"/>
              <a:gd name="connsiteY126" fmla="*/ 973667 h 2870200"/>
              <a:gd name="connsiteX127" fmla="*/ 2624666 w 4089400"/>
              <a:gd name="connsiteY127" fmla="*/ 812800 h 2870200"/>
              <a:gd name="connsiteX128" fmla="*/ 2641600 w 4089400"/>
              <a:gd name="connsiteY128" fmla="*/ 694267 h 2870200"/>
              <a:gd name="connsiteX129" fmla="*/ 2667000 w 4089400"/>
              <a:gd name="connsiteY129" fmla="*/ 558800 h 2870200"/>
              <a:gd name="connsiteX130" fmla="*/ 2692400 w 4089400"/>
              <a:gd name="connsiteY130" fmla="*/ 321734 h 2870200"/>
              <a:gd name="connsiteX131" fmla="*/ 2709333 w 4089400"/>
              <a:gd name="connsiteY131" fmla="*/ 1058334 h 2870200"/>
              <a:gd name="connsiteX132" fmla="*/ 2735730 w 4089400"/>
              <a:gd name="connsiteY132" fmla="*/ 1023969 h 2870200"/>
              <a:gd name="connsiteX133" fmla="*/ 2785533 w 4089400"/>
              <a:gd name="connsiteY133" fmla="*/ 905934 h 2870200"/>
              <a:gd name="connsiteX134" fmla="*/ 2819400 w 4089400"/>
              <a:gd name="connsiteY134" fmla="*/ 855134 h 2870200"/>
              <a:gd name="connsiteX135" fmla="*/ 2844800 w 4089400"/>
              <a:gd name="connsiteY135" fmla="*/ 1422400 h 2870200"/>
              <a:gd name="connsiteX136" fmla="*/ 2853266 w 4089400"/>
              <a:gd name="connsiteY136" fmla="*/ 1388534 h 2870200"/>
              <a:gd name="connsiteX137" fmla="*/ 2870200 w 4089400"/>
              <a:gd name="connsiteY137" fmla="*/ 1363134 h 2870200"/>
              <a:gd name="connsiteX138" fmla="*/ 2895600 w 4089400"/>
              <a:gd name="connsiteY138" fmla="*/ 1278467 h 2870200"/>
              <a:gd name="connsiteX139" fmla="*/ 2912533 w 4089400"/>
              <a:gd name="connsiteY139" fmla="*/ 1320800 h 2870200"/>
              <a:gd name="connsiteX140" fmla="*/ 2929466 w 4089400"/>
              <a:gd name="connsiteY140" fmla="*/ 1388534 h 2870200"/>
              <a:gd name="connsiteX141" fmla="*/ 2946400 w 4089400"/>
              <a:gd name="connsiteY141" fmla="*/ 1422400 h 2870200"/>
              <a:gd name="connsiteX142" fmla="*/ 2988733 w 4089400"/>
              <a:gd name="connsiteY142" fmla="*/ 1540934 h 2870200"/>
              <a:gd name="connsiteX143" fmla="*/ 3005666 w 4089400"/>
              <a:gd name="connsiteY143" fmla="*/ 1566334 h 2870200"/>
              <a:gd name="connsiteX144" fmla="*/ 3039533 w 4089400"/>
              <a:gd name="connsiteY144" fmla="*/ 1718734 h 2870200"/>
              <a:gd name="connsiteX145" fmla="*/ 3064933 w 4089400"/>
              <a:gd name="connsiteY145" fmla="*/ 1761067 h 2870200"/>
              <a:gd name="connsiteX146" fmla="*/ 3098800 w 4089400"/>
              <a:gd name="connsiteY146" fmla="*/ 1879600 h 2870200"/>
              <a:gd name="connsiteX147" fmla="*/ 3090333 w 4089400"/>
              <a:gd name="connsiteY147" fmla="*/ 1913467 h 2870200"/>
              <a:gd name="connsiteX148" fmla="*/ 3102783 w 4089400"/>
              <a:gd name="connsiteY148" fmla="*/ 1901016 h 2870200"/>
              <a:gd name="connsiteX149" fmla="*/ 3081866 w 4089400"/>
              <a:gd name="connsiteY149" fmla="*/ 1888067 h 2870200"/>
              <a:gd name="connsiteX150" fmla="*/ 3107266 w 4089400"/>
              <a:gd name="connsiteY150" fmla="*/ 1871134 h 2870200"/>
              <a:gd name="connsiteX151" fmla="*/ 3115733 w 4089400"/>
              <a:gd name="connsiteY151" fmla="*/ 1769534 h 2870200"/>
              <a:gd name="connsiteX152" fmla="*/ 3132666 w 4089400"/>
              <a:gd name="connsiteY152" fmla="*/ 1710267 h 2870200"/>
              <a:gd name="connsiteX153" fmla="*/ 3141133 w 4089400"/>
              <a:gd name="connsiteY153" fmla="*/ 1684867 h 2870200"/>
              <a:gd name="connsiteX154" fmla="*/ 3166533 w 4089400"/>
              <a:gd name="connsiteY154" fmla="*/ 1676400 h 2870200"/>
              <a:gd name="connsiteX155" fmla="*/ 3175000 w 4089400"/>
              <a:gd name="connsiteY155" fmla="*/ 2006600 h 2870200"/>
              <a:gd name="connsiteX156" fmla="*/ 3183466 w 4089400"/>
              <a:gd name="connsiteY156" fmla="*/ 2048934 h 2870200"/>
              <a:gd name="connsiteX157" fmla="*/ 3191933 w 4089400"/>
              <a:gd name="connsiteY157" fmla="*/ 2099734 h 2870200"/>
              <a:gd name="connsiteX158" fmla="*/ 3208866 w 4089400"/>
              <a:gd name="connsiteY158" fmla="*/ 2048934 h 2870200"/>
              <a:gd name="connsiteX159" fmla="*/ 3217333 w 4089400"/>
              <a:gd name="connsiteY159" fmla="*/ 1998134 h 2870200"/>
              <a:gd name="connsiteX160" fmla="*/ 3251200 w 4089400"/>
              <a:gd name="connsiteY160" fmla="*/ 2353734 h 2870200"/>
              <a:gd name="connsiteX161" fmla="*/ 3276600 w 4089400"/>
              <a:gd name="connsiteY161" fmla="*/ 2387600 h 2870200"/>
              <a:gd name="connsiteX162" fmla="*/ 3285066 w 4089400"/>
              <a:gd name="connsiteY162" fmla="*/ 2497667 h 2870200"/>
              <a:gd name="connsiteX163" fmla="*/ 3302000 w 4089400"/>
              <a:gd name="connsiteY163" fmla="*/ 2531534 h 2870200"/>
              <a:gd name="connsiteX164" fmla="*/ 3318933 w 4089400"/>
              <a:gd name="connsiteY164" fmla="*/ 2599267 h 2870200"/>
              <a:gd name="connsiteX165" fmla="*/ 3344333 w 4089400"/>
              <a:gd name="connsiteY165" fmla="*/ 2667000 h 2870200"/>
              <a:gd name="connsiteX166" fmla="*/ 3386666 w 4089400"/>
              <a:gd name="connsiteY166" fmla="*/ 2810934 h 2870200"/>
              <a:gd name="connsiteX167" fmla="*/ 3412066 w 4089400"/>
              <a:gd name="connsiteY167" fmla="*/ 2870200 h 2870200"/>
              <a:gd name="connsiteX168" fmla="*/ 3437466 w 4089400"/>
              <a:gd name="connsiteY168" fmla="*/ 1828800 h 2870200"/>
              <a:gd name="connsiteX169" fmla="*/ 3436968 w 4089400"/>
              <a:gd name="connsiteY169" fmla="*/ 2090271 h 2870200"/>
              <a:gd name="connsiteX170" fmla="*/ 3462866 w 4089400"/>
              <a:gd name="connsiteY170" fmla="*/ 1735667 h 2870200"/>
              <a:gd name="connsiteX171" fmla="*/ 3488266 w 4089400"/>
              <a:gd name="connsiteY171" fmla="*/ 1651000 h 2870200"/>
              <a:gd name="connsiteX172" fmla="*/ 3496733 w 4089400"/>
              <a:gd name="connsiteY172" fmla="*/ 1701800 h 2870200"/>
              <a:gd name="connsiteX173" fmla="*/ 3500717 w 4089400"/>
              <a:gd name="connsiteY173" fmla="*/ 1875118 h 2870200"/>
              <a:gd name="connsiteX174" fmla="*/ 3522133 w 4089400"/>
              <a:gd name="connsiteY174" fmla="*/ 1752600 h 2870200"/>
              <a:gd name="connsiteX175" fmla="*/ 3530600 w 4089400"/>
              <a:gd name="connsiteY175" fmla="*/ 1693334 h 2870200"/>
              <a:gd name="connsiteX176" fmla="*/ 3572933 w 4089400"/>
              <a:gd name="connsiteY176" fmla="*/ 1608667 h 2870200"/>
              <a:gd name="connsiteX177" fmla="*/ 3589866 w 4089400"/>
              <a:gd name="connsiteY177" fmla="*/ 1566334 h 2870200"/>
              <a:gd name="connsiteX178" fmla="*/ 3632200 w 4089400"/>
              <a:gd name="connsiteY178" fmla="*/ 1464734 h 2870200"/>
              <a:gd name="connsiteX179" fmla="*/ 3636184 w 4089400"/>
              <a:gd name="connsiteY179" fmla="*/ 1373094 h 2870200"/>
              <a:gd name="connsiteX180" fmla="*/ 3657600 w 4089400"/>
              <a:gd name="connsiteY180" fmla="*/ 1363134 h 2870200"/>
              <a:gd name="connsiteX181" fmla="*/ 3674533 w 4089400"/>
              <a:gd name="connsiteY181" fmla="*/ 1320800 h 2870200"/>
              <a:gd name="connsiteX182" fmla="*/ 3669553 w 4089400"/>
              <a:gd name="connsiteY182" fmla="*/ 1151964 h 2870200"/>
              <a:gd name="connsiteX183" fmla="*/ 3716866 w 4089400"/>
              <a:gd name="connsiteY183" fmla="*/ 1227667 h 2870200"/>
              <a:gd name="connsiteX184" fmla="*/ 3725333 w 4089400"/>
              <a:gd name="connsiteY184" fmla="*/ 1176867 h 2870200"/>
              <a:gd name="connsiteX185" fmla="*/ 3742266 w 4089400"/>
              <a:gd name="connsiteY185" fmla="*/ 1126067 h 2870200"/>
              <a:gd name="connsiteX186" fmla="*/ 3750733 w 4089400"/>
              <a:gd name="connsiteY186" fmla="*/ 1058334 h 2870200"/>
              <a:gd name="connsiteX187" fmla="*/ 3759200 w 4089400"/>
              <a:gd name="connsiteY187" fmla="*/ 1270000 h 2870200"/>
              <a:gd name="connsiteX188" fmla="*/ 3788048 w 4089400"/>
              <a:gd name="connsiteY188" fmla="*/ 678606 h 2870200"/>
              <a:gd name="connsiteX189" fmla="*/ 3793066 w 4089400"/>
              <a:gd name="connsiteY189" fmla="*/ 558800 h 2870200"/>
              <a:gd name="connsiteX190" fmla="*/ 3810000 w 4089400"/>
              <a:gd name="connsiteY190" fmla="*/ 482600 h 2870200"/>
              <a:gd name="connsiteX191" fmla="*/ 3818466 w 4089400"/>
              <a:gd name="connsiteY191" fmla="*/ 533400 h 2870200"/>
              <a:gd name="connsiteX192" fmla="*/ 3835400 w 4089400"/>
              <a:gd name="connsiteY192" fmla="*/ 660400 h 2870200"/>
              <a:gd name="connsiteX193" fmla="*/ 3843866 w 4089400"/>
              <a:gd name="connsiteY193" fmla="*/ 702734 h 2870200"/>
              <a:gd name="connsiteX194" fmla="*/ 3860800 w 4089400"/>
              <a:gd name="connsiteY194" fmla="*/ 736600 h 2870200"/>
              <a:gd name="connsiteX195" fmla="*/ 3877733 w 4089400"/>
              <a:gd name="connsiteY195" fmla="*/ 702734 h 2870200"/>
              <a:gd name="connsiteX196" fmla="*/ 3937000 w 4089400"/>
              <a:gd name="connsiteY196" fmla="*/ 482600 h 2870200"/>
              <a:gd name="connsiteX197" fmla="*/ 3953933 w 4089400"/>
              <a:gd name="connsiteY197" fmla="*/ 457200 h 2870200"/>
              <a:gd name="connsiteX198" fmla="*/ 3979333 w 4089400"/>
              <a:gd name="connsiteY198" fmla="*/ 177800 h 2870200"/>
              <a:gd name="connsiteX199" fmla="*/ 4004733 w 4089400"/>
              <a:gd name="connsiteY199" fmla="*/ 135467 h 2870200"/>
              <a:gd name="connsiteX200" fmla="*/ 4013200 w 4089400"/>
              <a:gd name="connsiteY200" fmla="*/ 101600 h 2870200"/>
              <a:gd name="connsiteX201" fmla="*/ 4021666 w 4089400"/>
              <a:gd name="connsiteY201" fmla="*/ 76200 h 2870200"/>
              <a:gd name="connsiteX202" fmla="*/ 4030133 w 4089400"/>
              <a:gd name="connsiteY202" fmla="*/ 110067 h 2870200"/>
              <a:gd name="connsiteX203" fmla="*/ 4047066 w 4089400"/>
              <a:gd name="connsiteY203" fmla="*/ 160867 h 2870200"/>
              <a:gd name="connsiteX204" fmla="*/ 4089400 w 4089400"/>
              <a:gd name="connsiteY204" fmla="*/ 0 h 2870200"/>
              <a:gd name="connsiteX0" fmla="*/ 3927 w 4093327"/>
              <a:gd name="connsiteY0" fmla="*/ 702734 h 2870200"/>
              <a:gd name="connsiteX1" fmla="*/ 1274 w 4093327"/>
              <a:gd name="connsiteY1" fmla="*/ 647092 h 2870200"/>
              <a:gd name="connsiteX2" fmla="*/ 32362 w 4093327"/>
              <a:gd name="connsiteY2" fmla="*/ 567267 h 2870200"/>
              <a:gd name="connsiteX3" fmla="*/ 40701 w 4093327"/>
              <a:gd name="connsiteY3" fmla="*/ 828517 h 2870200"/>
              <a:gd name="connsiteX4" fmla="*/ 36460 w 4093327"/>
              <a:gd name="connsiteY4" fmla="*/ 1083293 h 2870200"/>
              <a:gd name="connsiteX5" fmla="*/ 34193 w 4093327"/>
              <a:gd name="connsiteY5" fmla="*/ 1212385 h 2870200"/>
              <a:gd name="connsiteX6" fmla="*/ 48784 w 4093327"/>
              <a:gd name="connsiteY6" fmla="*/ 1401791 h 2870200"/>
              <a:gd name="connsiteX7" fmla="*/ 91246 w 4093327"/>
              <a:gd name="connsiteY7" fmla="*/ 1209517 h 2870200"/>
              <a:gd name="connsiteX8" fmla="*/ 113993 w 4093327"/>
              <a:gd name="connsiteY8" fmla="*/ 1100667 h 2870200"/>
              <a:gd name="connsiteX9" fmla="*/ 147860 w 4093327"/>
              <a:gd name="connsiteY9" fmla="*/ 999067 h 2870200"/>
              <a:gd name="connsiteX10" fmla="*/ 164793 w 4093327"/>
              <a:gd name="connsiteY10" fmla="*/ 948267 h 2870200"/>
              <a:gd name="connsiteX11" fmla="*/ 181727 w 4093327"/>
              <a:gd name="connsiteY11" fmla="*/ 1134534 h 2870200"/>
              <a:gd name="connsiteX12" fmla="*/ 198660 w 4093327"/>
              <a:gd name="connsiteY12" fmla="*/ 1464734 h 2870200"/>
              <a:gd name="connsiteX13" fmla="*/ 257927 w 4093327"/>
              <a:gd name="connsiteY13" fmla="*/ 1363134 h 2870200"/>
              <a:gd name="connsiteX14" fmla="*/ 283327 w 4093327"/>
              <a:gd name="connsiteY14" fmla="*/ 1371600 h 2870200"/>
              <a:gd name="connsiteX15" fmla="*/ 291793 w 4093327"/>
              <a:gd name="connsiteY15" fmla="*/ 2243667 h 2870200"/>
              <a:gd name="connsiteX16" fmla="*/ 317193 w 4093327"/>
              <a:gd name="connsiteY16" fmla="*/ 2201334 h 2870200"/>
              <a:gd name="connsiteX17" fmla="*/ 325660 w 4093327"/>
              <a:gd name="connsiteY17" fmla="*/ 2150534 h 2870200"/>
              <a:gd name="connsiteX18" fmla="*/ 350562 w 4093327"/>
              <a:gd name="connsiteY18" fmla="*/ 2376146 h 2870200"/>
              <a:gd name="connsiteX19" fmla="*/ 367993 w 4093327"/>
              <a:gd name="connsiteY19" fmla="*/ 2082800 h 2870200"/>
              <a:gd name="connsiteX20" fmla="*/ 393892 w 4093327"/>
              <a:gd name="connsiteY20" fmla="*/ 1792444 h 2870200"/>
              <a:gd name="connsiteX21" fmla="*/ 401860 w 4093327"/>
              <a:gd name="connsiteY21" fmla="*/ 2032000 h 2870200"/>
              <a:gd name="connsiteX22" fmla="*/ 427260 w 4093327"/>
              <a:gd name="connsiteY22" fmla="*/ 1998134 h 2870200"/>
              <a:gd name="connsiteX23" fmla="*/ 444193 w 4093327"/>
              <a:gd name="connsiteY23" fmla="*/ 1752600 h 2870200"/>
              <a:gd name="connsiteX24" fmla="*/ 469593 w 4093327"/>
              <a:gd name="connsiteY24" fmla="*/ 1651000 h 2870200"/>
              <a:gd name="connsiteX25" fmla="*/ 494993 w 4093327"/>
              <a:gd name="connsiteY25" fmla="*/ 1710267 h 2870200"/>
              <a:gd name="connsiteX26" fmla="*/ 503460 w 4093327"/>
              <a:gd name="connsiteY26" fmla="*/ 1851666 h 2870200"/>
              <a:gd name="connsiteX27" fmla="*/ 537327 w 4093327"/>
              <a:gd name="connsiteY27" fmla="*/ 1820334 h 2870200"/>
              <a:gd name="connsiteX28" fmla="*/ 562727 w 4093327"/>
              <a:gd name="connsiteY28" fmla="*/ 1938867 h 2870200"/>
              <a:gd name="connsiteX29" fmla="*/ 579660 w 4093327"/>
              <a:gd name="connsiteY29" fmla="*/ 1998134 h 2870200"/>
              <a:gd name="connsiteX30" fmla="*/ 596593 w 4093327"/>
              <a:gd name="connsiteY30" fmla="*/ 2023534 h 2870200"/>
              <a:gd name="connsiteX31" fmla="*/ 621993 w 4093327"/>
              <a:gd name="connsiteY31" fmla="*/ 1786467 h 2870200"/>
              <a:gd name="connsiteX32" fmla="*/ 630460 w 4093327"/>
              <a:gd name="connsiteY32" fmla="*/ 1744134 h 2870200"/>
              <a:gd name="connsiteX33" fmla="*/ 647393 w 4093327"/>
              <a:gd name="connsiteY33" fmla="*/ 1718734 h 2870200"/>
              <a:gd name="connsiteX34" fmla="*/ 664327 w 4093327"/>
              <a:gd name="connsiteY34" fmla="*/ 1617134 h 2870200"/>
              <a:gd name="connsiteX35" fmla="*/ 681260 w 4093327"/>
              <a:gd name="connsiteY35" fmla="*/ 1557867 h 2870200"/>
              <a:gd name="connsiteX36" fmla="*/ 689727 w 4093327"/>
              <a:gd name="connsiteY36" fmla="*/ 1524000 h 2870200"/>
              <a:gd name="connsiteX37" fmla="*/ 706660 w 4093327"/>
              <a:gd name="connsiteY37" fmla="*/ 1312334 h 2870200"/>
              <a:gd name="connsiteX38" fmla="*/ 723593 w 4093327"/>
              <a:gd name="connsiteY38" fmla="*/ 1380067 h 2870200"/>
              <a:gd name="connsiteX39" fmla="*/ 740527 w 4093327"/>
              <a:gd name="connsiteY39" fmla="*/ 1532467 h 2870200"/>
              <a:gd name="connsiteX40" fmla="*/ 757460 w 4093327"/>
              <a:gd name="connsiteY40" fmla="*/ 1566334 h 2870200"/>
              <a:gd name="connsiteX41" fmla="*/ 782860 w 4093327"/>
              <a:gd name="connsiteY41" fmla="*/ 1456267 h 2870200"/>
              <a:gd name="connsiteX42" fmla="*/ 799793 w 4093327"/>
              <a:gd name="connsiteY42" fmla="*/ 1430867 h 2870200"/>
              <a:gd name="connsiteX43" fmla="*/ 833660 w 4093327"/>
              <a:gd name="connsiteY43" fmla="*/ 1388534 h 2870200"/>
              <a:gd name="connsiteX44" fmla="*/ 842127 w 4093327"/>
              <a:gd name="connsiteY44" fmla="*/ 1498600 h 2870200"/>
              <a:gd name="connsiteX45" fmla="*/ 867527 w 4093327"/>
              <a:gd name="connsiteY45" fmla="*/ 1811867 h 2870200"/>
              <a:gd name="connsiteX46" fmla="*/ 875993 w 4093327"/>
              <a:gd name="connsiteY46" fmla="*/ 1642534 h 2870200"/>
              <a:gd name="connsiteX47" fmla="*/ 901393 w 4093327"/>
              <a:gd name="connsiteY47" fmla="*/ 1583267 h 2870200"/>
              <a:gd name="connsiteX48" fmla="*/ 909860 w 4093327"/>
              <a:gd name="connsiteY48" fmla="*/ 1557867 h 2870200"/>
              <a:gd name="connsiteX49" fmla="*/ 918327 w 4093327"/>
              <a:gd name="connsiteY49" fmla="*/ 2006600 h 2870200"/>
              <a:gd name="connsiteX50" fmla="*/ 943727 w 4093327"/>
              <a:gd name="connsiteY50" fmla="*/ 2116667 h 2870200"/>
              <a:gd name="connsiteX51" fmla="*/ 952193 w 4093327"/>
              <a:gd name="connsiteY51" fmla="*/ 1948424 h 2870200"/>
              <a:gd name="connsiteX52" fmla="*/ 969127 w 4093327"/>
              <a:gd name="connsiteY52" fmla="*/ 1794934 h 2870200"/>
              <a:gd name="connsiteX53" fmla="*/ 977593 w 4093327"/>
              <a:gd name="connsiteY53" fmla="*/ 1761067 h 2870200"/>
              <a:gd name="connsiteX54" fmla="*/ 994527 w 4093327"/>
              <a:gd name="connsiteY54" fmla="*/ 1871134 h 2870200"/>
              <a:gd name="connsiteX55" fmla="*/ 1011460 w 4093327"/>
              <a:gd name="connsiteY55" fmla="*/ 1947334 h 2870200"/>
              <a:gd name="connsiteX56" fmla="*/ 1028393 w 4093327"/>
              <a:gd name="connsiteY56" fmla="*/ 2040467 h 2870200"/>
              <a:gd name="connsiteX57" fmla="*/ 1053793 w 4093327"/>
              <a:gd name="connsiteY57" fmla="*/ 2108200 h 2870200"/>
              <a:gd name="connsiteX58" fmla="*/ 1062260 w 4093327"/>
              <a:gd name="connsiteY58" fmla="*/ 2150534 h 2870200"/>
              <a:gd name="connsiteX59" fmla="*/ 1104593 w 4093327"/>
              <a:gd name="connsiteY59" fmla="*/ 2209800 h 2870200"/>
              <a:gd name="connsiteX60" fmla="*/ 1113060 w 4093327"/>
              <a:gd name="connsiteY60" fmla="*/ 2108200 h 2870200"/>
              <a:gd name="connsiteX61" fmla="*/ 1163860 w 4093327"/>
              <a:gd name="connsiteY61" fmla="*/ 1989667 h 2870200"/>
              <a:gd name="connsiteX62" fmla="*/ 1214660 w 4093327"/>
              <a:gd name="connsiteY62" fmla="*/ 1913467 h 2870200"/>
              <a:gd name="connsiteX63" fmla="*/ 1223127 w 4093327"/>
              <a:gd name="connsiteY63" fmla="*/ 2167467 h 2870200"/>
              <a:gd name="connsiteX64" fmla="*/ 1240060 w 4093327"/>
              <a:gd name="connsiteY64" fmla="*/ 2082800 h 2870200"/>
              <a:gd name="connsiteX65" fmla="*/ 1248527 w 4093327"/>
              <a:gd name="connsiteY65" fmla="*/ 2015067 h 2870200"/>
              <a:gd name="connsiteX66" fmla="*/ 1290860 w 4093327"/>
              <a:gd name="connsiteY66" fmla="*/ 1854200 h 2870200"/>
              <a:gd name="connsiteX67" fmla="*/ 1299327 w 4093327"/>
              <a:gd name="connsiteY67" fmla="*/ 1803400 h 2870200"/>
              <a:gd name="connsiteX68" fmla="*/ 1324727 w 4093327"/>
              <a:gd name="connsiteY68" fmla="*/ 1701800 h 2870200"/>
              <a:gd name="connsiteX69" fmla="*/ 1350127 w 4093327"/>
              <a:gd name="connsiteY69" fmla="*/ 1718734 h 2870200"/>
              <a:gd name="connsiteX70" fmla="*/ 1358593 w 4093327"/>
              <a:gd name="connsiteY70" fmla="*/ 1744134 h 2870200"/>
              <a:gd name="connsiteX71" fmla="*/ 1383993 w 4093327"/>
              <a:gd name="connsiteY71" fmla="*/ 1828800 h 2870200"/>
              <a:gd name="connsiteX72" fmla="*/ 1400927 w 4093327"/>
              <a:gd name="connsiteY72" fmla="*/ 1879600 h 2870200"/>
              <a:gd name="connsiteX73" fmla="*/ 1409393 w 4093327"/>
              <a:gd name="connsiteY73" fmla="*/ 1913467 h 2870200"/>
              <a:gd name="connsiteX74" fmla="*/ 1434793 w 4093327"/>
              <a:gd name="connsiteY74" fmla="*/ 1947334 h 2870200"/>
              <a:gd name="connsiteX75" fmla="*/ 1451727 w 4093327"/>
              <a:gd name="connsiteY75" fmla="*/ 1938867 h 2870200"/>
              <a:gd name="connsiteX76" fmla="*/ 1494060 w 4093327"/>
              <a:gd name="connsiteY76" fmla="*/ 1803400 h 2870200"/>
              <a:gd name="connsiteX77" fmla="*/ 1553327 w 4093327"/>
              <a:gd name="connsiteY77" fmla="*/ 1651000 h 2870200"/>
              <a:gd name="connsiteX78" fmla="*/ 1561793 w 4093327"/>
              <a:gd name="connsiteY78" fmla="*/ 1591734 h 2870200"/>
              <a:gd name="connsiteX79" fmla="*/ 1578727 w 4093327"/>
              <a:gd name="connsiteY79" fmla="*/ 1566334 h 2870200"/>
              <a:gd name="connsiteX80" fmla="*/ 1587193 w 4093327"/>
              <a:gd name="connsiteY80" fmla="*/ 1524000 h 2870200"/>
              <a:gd name="connsiteX81" fmla="*/ 1595660 w 4093327"/>
              <a:gd name="connsiteY81" fmla="*/ 1498600 h 2870200"/>
              <a:gd name="connsiteX82" fmla="*/ 1612593 w 4093327"/>
              <a:gd name="connsiteY82" fmla="*/ 1524000 h 2870200"/>
              <a:gd name="connsiteX83" fmla="*/ 1637993 w 4093327"/>
              <a:gd name="connsiteY83" fmla="*/ 1490134 h 2870200"/>
              <a:gd name="connsiteX84" fmla="*/ 1663393 w 4093327"/>
              <a:gd name="connsiteY84" fmla="*/ 1388534 h 2870200"/>
              <a:gd name="connsiteX85" fmla="*/ 1722660 w 4093327"/>
              <a:gd name="connsiteY85" fmla="*/ 1286934 h 2870200"/>
              <a:gd name="connsiteX86" fmla="*/ 1773460 w 4093327"/>
              <a:gd name="connsiteY86" fmla="*/ 1176867 h 2870200"/>
              <a:gd name="connsiteX87" fmla="*/ 1798860 w 4093327"/>
              <a:gd name="connsiteY87" fmla="*/ 1202267 h 2870200"/>
              <a:gd name="connsiteX88" fmla="*/ 1807327 w 4093327"/>
              <a:gd name="connsiteY88" fmla="*/ 1227667 h 2870200"/>
              <a:gd name="connsiteX89" fmla="*/ 1824260 w 4093327"/>
              <a:gd name="connsiteY89" fmla="*/ 1261534 h 2870200"/>
              <a:gd name="connsiteX90" fmla="*/ 1866593 w 4093327"/>
              <a:gd name="connsiteY90" fmla="*/ 1422400 h 2870200"/>
              <a:gd name="connsiteX91" fmla="*/ 1917393 w 4093327"/>
              <a:gd name="connsiteY91" fmla="*/ 1600200 h 2870200"/>
              <a:gd name="connsiteX92" fmla="*/ 1968193 w 4093327"/>
              <a:gd name="connsiteY92" fmla="*/ 1744134 h 2870200"/>
              <a:gd name="connsiteX93" fmla="*/ 1985127 w 4093327"/>
              <a:gd name="connsiteY93" fmla="*/ 1498600 h 2870200"/>
              <a:gd name="connsiteX94" fmla="*/ 2002060 w 4093327"/>
              <a:gd name="connsiteY94" fmla="*/ 1464734 h 2870200"/>
              <a:gd name="connsiteX95" fmla="*/ 2010527 w 4093327"/>
              <a:gd name="connsiteY95" fmla="*/ 1439334 h 2870200"/>
              <a:gd name="connsiteX96" fmla="*/ 2061327 w 4093327"/>
              <a:gd name="connsiteY96" fmla="*/ 2032000 h 2870200"/>
              <a:gd name="connsiteX97" fmla="*/ 2069793 w 4093327"/>
              <a:gd name="connsiteY97" fmla="*/ 2150534 h 2870200"/>
              <a:gd name="connsiteX98" fmla="*/ 2078260 w 4093327"/>
              <a:gd name="connsiteY98" fmla="*/ 2489200 h 2870200"/>
              <a:gd name="connsiteX99" fmla="*/ 2112127 w 4093327"/>
              <a:gd name="connsiteY99" fmla="*/ 2421467 h 2870200"/>
              <a:gd name="connsiteX100" fmla="*/ 2154460 w 4093327"/>
              <a:gd name="connsiteY100" fmla="*/ 2319867 h 2870200"/>
              <a:gd name="connsiteX101" fmla="*/ 2179860 w 4093327"/>
              <a:gd name="connsiteY101" fmla="*/ 2286000 h 2870200"/>
              <a:gd name="connsiteX102" fmla="*/ 2213727 w 4093327"/>
              <a:gd name="connsiteY102" fmla="*/ 2235200 h 2870200"/>
              <a:gd name="connsiteX103" fmla="*/ 2230660 w 4093327"/>
              <a:gd name="connsiteY103" fmla="*/ 2514600 h 2870200"/>
              <a:gd name="connsiteX104" fmla="*/ 2256060 w 4093327"/>
              <a:gd name="connsiteY104" fmla="*/ 2565400 h 2870200"/>
              <a:gd name="connsiteX105" fmla="*/ 2264527 w 4093327"/>
              <a:gd name="connsiteY105" fmla="*/ 2489200 h 2870200"/>
              <a:gd name="connsiteX106" fmla="*/ 2281460 w 4093327"/>
              <a:gd name="connsiteY106" fmla="*/ 2421467 h 2870200"/>
              <a:gd name="connsiteX107" fmla="*/ 2289927 w 4093327"/>
              <a:gd name="connsiteY107" fmla="*/ 1718734 h 2870200"/>
              <a:gd name="connsiteX108" fmla="*/ 2315327 w 4093327"/>
              <a:gd name="connsiteY108" fmla="*/ 1811867 h 2870200"/>
              <a:gd name="connsiteX109" fmla="*/ 2340727 w 4093327"/>
              <a:gd name="connsiteY109" fmla="*/ 1871134 h 2870200"/>
              <a:gd name="connsiteX110" fmla="*/ 2366127 w 4093327"/>
              <a:gd name="connsiteY110" fmla="*/ 1938867 h 2870200"/>
              <a:gd name="connsiteX111" fmla="*/ 2374593 w 4093327"/>
              <a:gd name="connsiteY111" fmla="*/ 1972734 h 2870200"/>
              <a:gd name="connsiteX112" fmla="*/ 2383060 w 4093327"/>
              <a:gd name="connsiteY112" fmla="*/ 1574800 h 2870200"/>
              <a:gd name="connsiteX113" fmla="*/ 2408460 w 4093327"/>
              <a:gd name="connsiteY113" fmla="*/ 1236134 h 2870200"/>
              <a:gd name="connsiteX114" fmla="*/ 2425393 w 4093327"/>
              <a:gd name="connsiteY114" fmla="*/ 1092200 h 2870200"/>
              <a:gd name="connsiteX115" fmla="*/ 2433860 w 4093327"/>
              <a:gd name="connsiteY115" fmla="*/ 1066800 h 2870200"/>
              <a:gd name="connsiteX116" fmla="*/ 2442327 w 4093327"/>
              <a:gd name="connsiteY116" fmla="*/ 1092200 h 2870200"/>
              <a:gd name="connsiteX117" fmla="*/ 2459260 w 4093327"/>
              <a:gd name="connsiteY117" fmla="*/ 1117600 h 2870200"/>
              <a:gd name="connsiteX118" fmla="*/ 2467727 w 4093327"/>
              <a:gd name="connsiteY118" fmla="*/ 1227667 h 2870200"/>
              <a:gd name="connsiteX119" fmla="*/ 2493127 w 4093327"/>
              <a:gd name="connsiteY119" fmla="*/ 753534 h 2870200"/>
              <a:gd name="connsiteX120" fmla="*/ 2510060 w 4093327"/>
              <a:gd name="connsiteY120" fmla="*/ 685800 h 2870200"/>
              <a:gd name="connsiteX121" fmla="*/ 2518527 w 4093327"/>
              <a:gd name="connsiteY121" fmla="*/ 609600 h 2870200"/>
              <a:gd name="connsiteX122" fmla="*/ 2526993 w 4093327"/>
              <a:gd name="connsiteY122" fmla="*/ 558800 h 2870200"/>
              <a:gd name="connsiteX123" fmla="*/ 2543927 w 4093327"/>
              <a:gd name="connsiteY123" fmla="*/ 584200 h 2870200"/>
              <a:gd name="connsiteX124" fmla="*/ 2552393 w 4093327"/>
              <a:gd name="connsiteY124" fmla="*/ 778934 h 2870200"/>
              <a:gd name="connsiteX125" fmla="*/ 2594727 w 4093327"/>
              <a:gd name="connsiteY125" fmla="*/ 914400 h 2870200"/>
              <a:gd name="connsiteX126" fmla="*/ 2611660 w 4093327"/>
              <a:gd name="connsiteY126" fmla="*/ 973667 h 2870200"/>
              <a:gd name="connsiteX127" fmla="*/ 2628593 w 4093327"/>
              <a:gd name="connsiteY127" fmla="*/ 812800 h 2870200"/>
              <a:gd name="connsiteX128" fmla="*/ 2645527 w 4093327"/>
              <a:gd name="connsiteY128" fmla="*/ 694267 h 2870200"/>
              <a:gd name="connsiteX129" fmla="*/ 2670927 w 4093327"/>
              <a:gd name="connsiteY129" fmla="*/ 558800 h 2870200"/>
              <a:gd name="connsiteX130" fmla="*/ 2696327 w 4093327"/>
              <a:gd name="connsiteY130" fmla="*/ 321734 h 2870200"/>
              <a:gd name="connsiteX131" fmla="*/ 2713260 w 4093327"/>
              <a:gd name="connsiteY131" fmla="*/ 1058334 h 2870200"/>
              <a:gd name="connsiteX132" fmla="*/ 2739657 w 4093327"/>
              <a:gd name="connsiteY132" fmla="*/ 1023969 h 2870200"/>
              <a:gd name="connsiteX133" fmla="*/ 2789460 w 4093327"/>
              <a:gd name="connsiteY133" fmla="*/ 905934 h 2870200"/>
              <a:gd name="connsiteX134" fmla="*/ 2823327 w 4093327"/>
              <a:gd name="connsiteY134" fmla="*/ 855134 h 2870200"/>
              <a:gd name="connsiteX135" fmla="*/ 2848727 w 4093327"/>
              <a:gd name="connsiteY135" fmla="*/ 1422400 h 2870200"/>
              <a:gd name="connsiteX136" fmla="*/ 2857193 w 4093327"/>
              <a:gd name="connsiteY136" fmla="*/ 1388534 h 2870200"/>
              <a:gd name="connsiteX137" fmla="*/ 2874127 w 4093327"/>
              <a:gd name="connsiteY137" fmla="*/ 1363134 h 2870200"/>
              <a:gd name="connsiteX138" fmla="*/ 2899527 w 4093327"/>
              <a:gd name="connsiteY138" fmla="*/ 1278467 h 2870200"/>
              <a:gd name="connsiteX139" fmla="*/ 2916460 w 4093327"/>
              <a:gd name="connsiteY139" fmla="*/ 1320800 h 2870200"/>
              <a:gd name="connsiteX140" fmla="*/ 2933393 w 4093327"/>
              <a:gd name="connsiteY140" fmla="*/ 1388534 h 2870200"/>
              <a:gd name="connsiteX141" fmla="*/ 2950327 w 4093327"/>
              <a:gd name="connsiteY141" fmla="*/ 1422400 h 2870200"/>
              <a:gd name="connsiteX142" fmla="*/ 2992660 w 4093327"/>
              <a:gd name="connsiteY142" fmla="*/ 1540934 h 2870200"/>
              <a:gd name="connsiteX143" fmla="*/ 3009593 w 4093327"/>
              <a:gd name="connsiteY143" fmla="*/ 1566334 h 2870200"/>
              <a:gd name="connsiteX144" fmla="*/ 3043460 w 4093327"/>
              <a:gd name="connsiteY144" fmla="*/ 1718734 h 2870200"/>
              <a:gd name="connsiteX145" fmla="*/ 3068860 w 4093327"/>
              <a:gd name="connsiteY145" fmla="*/ 1761067 h 2870200"/>
              <a:gd name="connsiteX146" fmla="*/ 3102727 w 4093327"/>
              <a:gd name="connsiteY146" fmla="*/ 1879600 h 2870200"/>
              <a:gd name="connsiteX147" fmla="*/ 3094260 w 4093327"/>
              <a:gd name="connsiteY147" fmla="*/ 1913467 h 2870200"/>
              <a:gd name="connsiteX148" fmla="*/ 3106710 w 4093327"/>
              <a:gd name="connsiteY148" fmla="*/ 1901016 h 2870200"/>
              <a:gd name="connsiteX149" fmla="*/ 3085793 w 4093327"/>
              <a:gd name="connsiteY149" fmla="*/ 1888067 h 2870200"/>
              <a:gd name="connsiteX150" fmla="*/ 3111193 w 4093327"/>
              <a:gd name="connsiteY150" fmla="*/ 1871134 h 2870200"/>
              <a:gd name="connsiteX151" fmla="*/ 3119660 w 4093327"/>
              <a:gd name="connsiteY151" fmla="*/ 1769534 h 2870200"/>
              <a:gd name="connsiteX152" fmla="*/ 3136593 w 4093327"/>
              <a:gd name="connsiteY152" fmla="*/ 1710267 h 2870200"/>
              <a:gd name="connsiteX153" fmla="*/ 3145060 w 4093327"/>
              <a:gd name="connsiteY153" fmla="*/ 1684867 h 2870200"/>
              <a:gd name="connsiteX154" fmla="*/ 3170460 w 4093327"/>
              <a:gd name="connsiteY154" fmla="*/ 1676400 h 2870200"/>
              <a:gd name="connsiteX155" fmla="*/ 3178927 w 4093327"/>
              <a:gd name="connsiteY155" fmla="*/ 2006600 h 2870200"/>
              <a:gd name="connsiteX156" fmla="*/ 3187393 w 4093327"/>
              <a:gd name="connsiteY156" fmla="*/ 2048934 h 2870200"/>
              <a:gd name="connsiteX157" fmla="*/ 3195860 w 4093327"/>
              <a:gd name="connsiteY157" fmla="*/ 2099734 h 2870200"/>
              <a:gd name="connsiteX158" fmla="*/ 3212793 w 4093327"/>
              <a:gd name="connsiteY158" fmla="*/ 2048934 h 2870200"/>
              <a:gd name="connsiteX159" fmla="*/ 3221260 w 4093327"/>
              <a:gd name="connsiteY159" fmla="*/ 1998134 h 2870200"/>
              <a:gd name="connsiteX160" fmla="*/ 3255127 w 4093327"/>
              <a:gd name="connsiteY160" fmla="*/ 2353734 h 2870200"/>
              <a:gd name="connsiteX161" fmla="*/ 3280527 w 4093327"/>
              <a:gd name="connsiteY161" fmla="*/ 2387600 h 2870200"/>
              <a:gd name="connsiteX162" fmla="*/ 3288993 w 4093327"/>
              <a:gd name="connsiteY162" fmla="*/ 2497667 h 2870200"/>
              <a:gd name="connsiteX163" fmla="*/ 3305927 w 4093327"/>
              <a:gd name="connsiteY163" fmla="*/ 2531534 h 2870200"/>
              <a:gd name="connsiteX164" fmla="*/ 3322860 w 4093327"/>
              <a:gd name="connsiteY164" fmla="*/ 2599267 h 2870200"/>
              <a:gd name="connsiteX165" fmla="*/ 3348260 w 4093327"/>
              <a:gd name="connsiteY165" fmla="*/ 2667000 h 2870200"/>
              <a:gd name="connsiteX166" fmla="*/ 3390593 w 4093327"/>
              <a:gd name="connsiteY166" fmla="*/ 2810934 h 2870200"/>
              <a:gd name="connsiteX167" fmla="*/ 3415993 w 4093327"/>
              <a:gd name="connsiteY167" fmla="*/ 2870200 h 2870200"/>
              <a:gd name="connsiteX168" fmla="*/ 3441393 w 4093327"/>
              <a:gd name="connsiteY168" fmla="*/ 1828800 h 2870200"/>
              <a:gd name="connsiteX169" fmla="*/ 3440895 w 4093327"/>
              <a:gd name="connsiteY169" fmla="*/ 2090271 h 2870200"/>
              <a:gd name="connsiteX170" fmla="*/ 3466793 w 4093327"/>
              <a:gd name="connsiteY170" fmla="*/ 1735667 h 2870200"/>
              <a:gd name="connsiteX171" fmla="*/ 3492193 w 4093327"/>
              <a:gd name="connsiteY171" fmla="*/ 1651000 h 2870200"/>
              <a:gd name="connsiteX172" fmla="*/ 3500660 w 4093327"/>
              <a:gd name="connsiteY172" fmla="*/ 1701800 h 2870200"/>
              <a:gd name="connsiteX173" fmla="*/ 3504644 w 4093327"/>
              <a:gd name="connsiteY173" fmla="*/ 1875118 h 2870200"/>
              <a:gd name="connsiteX174" fmla="*/ 3526060 w 4093327"/>
              <a:gd name="connsiteY174" fmla="*/ 1752600 h 2870200"/>
              <a:gd name="connsiteX175" fmla="*/ 3534527 w 4093327"/>
              <a:gd name="connsiteY175" fmla="*/ 1693334 h 2870200"/>
              <a:gd name="connsiteX176" fmla="*/ 3576860 w 4093327"/>
              <a:gd name="connsiteY176" fmla="*/ 1608667 h 2870200"/>
              <a:gd name="connsiteX177" fmla="*/ 3593793 w 4093327"/>
              <a:gd name="connsiteY177" fmla="*/ 1566334 h 2870200"/>
              <a:gd name="connsiteX178" fmla="*/ 3636127 w 4093327"/>
              <a:gd name="connsiteY178" fmla="*/ 1464734 h 2870200"/>
              <a:gd name="connsiteX179" fmla="*/ 3640111 w 4093327"/>
              <a:gd name="connsiteY179" fmla="*/ 1373094 h 2870200"/>
              <a:gd name="connsiteX180" fmla="*/ 3661527 w 4093327"/>
              <a:gd name="connsiteY180" fmla="*/ 1363134 h 2870200"/>
              <a:gd name="connsiteX181" fmla="*/ 3678460 w 4093327"/>
              <a:gd name="connsiteY181" fmla="*/ 1320800 h 2870200"/>
              <a:gd name="connsiteX182" fmla="*/ 3673480 w 4093327"/>
              <a:gd name="connsiteY182" fmla="*/ 1151964 h 2870200"/>
              <a:gd name="connsiteX183" fmla="*/ 3720793 w 4093327"/>
              <a:gd name="connsiteY183" fmla="*/ 1227667 h 2870200"/>
              <a:gd name="connsiteX184" fmla="*/ 3729260 w 4093327"/>
              <a:gd name="connsiteY184" fmla="*/ 1176867 h 2870200"/>
              <a:gd name="connsiteX185" fmla="*/ 3746193 w 4093327"/>
              <a:gd name="connsiteY185" fmla="*/ 1126067 h 2870200"/>
              <a:gd name="connsiteX186" fmla="*/ 3754660 w 4093327"/>
              <a:gd name="connsiteY186" fmla="*/ 1058334 h 2870200"/>
              <a:gd name="connsiteX187" fmla="*/ 3763127 w 4093327"/>
              <a:gd name="connsiteY187" fmla="*/ 1270000 h 2870200"/>
              <a:gd name="connsiteX188" fmla="*/ 3791975 w 4093327"/>
              <a:gd name="connsiteY188" fmla="*/ 678606 h 2870200"/>
              <a:gd name="connsiteX189" fmla="*/ 3796993 w 4093327"/>
              <a:gd name="connsiteY189" fmla="*/ 558800 h 2870200"/>
              <a:gd name="connsiteX190" fmla="*/ 3813927 w 4093327"/>
              <a:gd name="connsiteY190" fmla="*/ 482600 h 2870200"/>
              <a:gd name="connsiteX191" fmla="*/ 3822393 w 4093327"/>
              <a:gd name="connsiteY191" fmla="*/ 533400 h 2870200"/>
              <a:gd name="connsiteX192" fmla="*/ 3839327 w 4093327"/>
              <a:gd name="connsiteY192" fmla="*/ 660400 h 2870200"/>
              <a:gd name="connsiteX193" fmla="*/ 3847793 w 4093327"/>
              <a:gd name="connsiteY193" fmla="*/ 702734 h 2870200"/>
              <a:gd name="connsiteX194" fmla="*/ 3864727 w 4093327"/>
              <a:gd name="connsiteY194" fmla="*/ 736600 h 2870200"/>
              <a:gd name="connsiteX195" fmla="*/ 3881660 w 4093327"/>
              <a:gd name="connsiteY195" fmla="*/ 702734 h 2870200"/>
              <a:gd name="connsiteX196" fmla="*/ 3940927 w 4093327"/>
              <a:gd name="connsiteY196" fmla="*/ 482600 h 2870200"/>
              <a:gd name="connsiteX197" fmla="*/ 3957860 w 4093327"/>
              <a:gd name="connsiteY197" fmla="*/ 457200 h 2870200"/>
              <a:gd name="connsiteX198" fmla="*/ 3983260 w 4093327"/>
              <a:gd name="connsiteY198" fmla="*/ 177800 h 2870200"/>
              <a:gd name="connsiteX199" fmla="*/ 4008660 w 4093327"/>
              <a:gd name="connsiteY199" fmla="*/ 135467 h 2870200"/>
              <a:gd name="connsiteX200" fmla="*/ 4017127 w 4093327"/>
              <a:gd name="connsiteY200" fmla="*/ 101600 h 2870200"/>
              <a:gd name="connsiteX201" fmla="*/ 4025593 w 4093327"/>
              <a:gd name="connsiteY201" fmla="*/ 76200 h 2870200"/>
              <a:gd name="connsiteX202" fmla="*/ 4034060 w 4093327"/>
              <a:gd name="connsiteY202" fmla="*/ 110067 h 2870200"/>
              <a:gd name="connsiteX203" fmla="*/ 4050993 w 4093327"/>
              <a:gd name="connsiteY203" fmla="*/ 160867 h 2870200"/>
              <a:gd name="connsiteX204" fmla="*/ 4093327 w 4093327"/>
              <a:gd name="connsiteY204" fmla="*/ 0 h 2870200"/>
              <a:gd name="connsiteX0" fmla="*/ 0 w 4128314"/>
              <a:gd name="connsiteY0" fmla="*/ 724484 h 2870200"/>
              <a:gd name="connsiteX1" fmla="*/ 36261 w 4128314"/>
              <a:gd name="connsiteY1" fmla="*/ 647092 h 2870200"/>
              <a:gd name="connsiteX2" fmla="*/ 67349 w 4128314"/>
              <a:gd name="connsiteY2" fmla="*/ 567267 h 2870200"/>
              <a:gd name="connsiteX3" fmla="*/ 75688 w 4128314"/>
              <a:gd name="connsiteY3" fmla="*/ 828517 h 2870200"/>
              <a:gd name="connsiteX4" fmla="*/ 71447 w 4128314"/>
              <a:gd name="connsiteY4" fmla="*/ 1083293 h 2870200"/>
              <a:gd name="connsiteX5" fmla="*/ 69180 w 4128314"/>
              <a:gd name="connsiteY5" fmla="*/ 1212385 h 2870200"/>
              <a:gd name="connsiteX6" fmla="*/ 83771 w 4128314"/>
              <a:gd name="connsiteY6" fmla="*/ 1401791 h 2870200"/>
              <a:gd name="connsiteX7" fmla="*/ 126233 w 4128314"/>
              <a:gd name="connsiteY7" fmla="*/ 1209517 h 2870200"/>
              <a:gd name="connsiteX8" fmla="*/ 148980 w 4128314"/>
              <a:gd name="connsiteY8" fmla="*/ 1100667 h 2870200"/>
              <a:gd name="connsiteX9" fmla="*/ 182847 w 4128314"/>
              <a:gd name="connsiteY9" fmla="*/ 999067 h 2870200"/>
              <a:gd name="connsiteX10" fmla="*/ 199780 w 4128314"/>
              <a:gd name="connsiteY10" fmla="*/ 948267 h 2870200"/>
              <a:gd name="connsiteX11" fmla="*/ 216714 w 4128314"/>
              <a:gd name="connsiteY11" fmla="*/ 1134534 h 2870200"/>
              <a:gd name="connsiteX12" fmla="*/ 233647 w 4128314"/>
              <a:gd name="connsiteY12" fmla="*/ 1464734 h 2870200"/>
              <a:gd name="connsiteX13" fmla="*/ 292914 w 4128314"/>
              <a:gd name="connsiteY13" fmla="*/ 1363134 h 2870200"/>
              <a:gd name="connsiteX14" fmla="*/ 318314 w 4128314"/>
              <a:gd name="connsiteY14" fmla="*/ 1371600 h 2870200"/>
              <a:gd name="connsiteX15" fmla="*/ 326780 w 4128314"/>
              <a:gd name="connsiteY15" fmla="*/ 2243667 h 2870200"/>
              <a:gd name="connsiteX16" fmla="*/ 352180 w 4128314"/>
              <a:gd name="connsiteY16" fmla="*/ 2201334 h 2870200"/>
              <a:gd name="connsiteX17" fmla="*/ 360647 w 4128314"/>
              <a:gd name="connsiteY17" fmla="*/ 2150534 h 2870200"/>
              <a:gd name="connsiteX18" fmla="*/ 385549 w 4128314"/>
              <a:gd name="connsiteY18" fmla="*/ 2376146 h 2870200"/>
              <a:gd name="connsiteX19" fmla="*/ 402980 w 4128314"/>
              <a:gd name="connsiteY19" fmla="*/ 2082800 h 2870200"/>
              <a:gd name="connsiteX20" fmla="*/ 428879 w 4128314"/>
              <a:gd name="connsiteY20" fmla="*/ 1792444 h 2870200"/>
              <a:gd name="connsiteX21" fmla="*/ 436847 w 4128314"/>
              <a:gd name="connsiteY21" fmla="*/ 2032000 h 2870200"/>
              <a:gd name="connsiteX22" fmla="*/ 462247 w 4128314"/>
              <a:gd name="connsiteY22" fmla="*/ 1998134 h 2870200"/>
              <a:gd name="connsiteX23" fmla="*/ 479180 w 4128314"/>
              <a:gd name="connsiteY23" fmla="*/ 1752600 h 2870200"/>
              <a:gd name="connsiteX24" fmla="*/ 504580 w 4128314"/>
              <a:gd name="connsiteY24" fmla="*/ 1651000 h 2870200"/>
              <a:gd name="connsiteX25" fmla="*/ 529980 w 4128314"/>
              <a:gd name="connsiteY25" fmla="*/ 1710267 h 2870200"/>
              <a:gd name="connsiteX26" fmla="*/ 538447 w 4128314"/>
              <a:gd name="connsiteY26" fmla="*/ 1851666 h 2870200"/>
              <a:gd name="connsiteX27" fmla="*/ 572314 w 4128314"/>
              <a:gd name="connsiteY27" fmla="*/ 1820334 h 2870200"/>
              <a:gd name="connsiteX28" fmla="*/ 597714 w 4128314"/>
              <a:gd name="connsiteY28" fmla="*/ 1938867 h 2870200"/>
              <a:gd name="connsiteX29" fmla="*/ 614647 w 4128314"/>
              <a:gd name="connsiteY29" fmla="*/ 1998134 h 2870200"/>
              <a:gd name="connsiteX30" fmla="*/ 631580 w 4128314"/>
              <a:gd name="connsiteY30" fmla="*/ 2023534 h 2870200"/>
              <a:gd name="connsiteX31" fmla="*/ 656980 w 4128314"/>
              <a:gd name="connsiteY31" fmla="*/ 1786467 h 2870200"/>
              <a:gd name="connsiteX32" fmla="*/ 665447 w 4128314"/>
              <a:gd name="connsiteY32" fmla="*/ 1744134 h 2870200"/>
              <a:gd name="connsiteX33" fmla="*/ 682380 w 4128314"/>
              <a:gd name="connsiteY33" fmla="*/ 1718734 h 2870200"/>
              <a:gd name="connsiteX34" fmla="*/ 699314 w 4128314"/>
              <a:gd name="connsiteY34" fmla="*/ 1617134 h 2870200"/>
              <a:gd name="connsiteX35" fmla="*/ 716247 w 4128314"/>
              <a:gd name="connsiteY35" fmla="*/ 1557867 h 2870200"/>
              <a:gd name="connsiteX36" fmla="*/ 724714 w 4128314"/>
              <a:gd name="connsiteY36" fmla="*/ 1524000 h 2870200"/>
              <a:gd name="connsiteX37" fmla="*/ 741647 w 4128314"/>
              <a:gd name="connsiteY37" fmla="*/ 1312334 h 2870200"/>
              <a:gd name="connsiteX38" fmla="*/ 758580 w 4128314"/>
              <a:gd name="connsiteY38" fmla="*/ 1380067 h 2870200"/>
              <a:gd name="connsiteX39" fmla="*/ 775514 w 4128314"/>
              <a:gd name="connsiteY39" fmla="*/ 1532467 h 2870200"/>
              <a:gd name="connsiteX40" fmla="*/ 792447 w 4128314"/>
              <a:gd name="connsiteY40" fmla="*/ 1566334 h 2870200"/>
              <a:gd name="connsiteX41" fmla="*/ 817847 w 4128314"/>
              <a:gd name="connsiteY41" fmla="*/ 1456267 h 2870200"/>
              <a:gd name="connsiteX42" fmla="*/ 834780 w 4128314"/>
              <a:gd name="connsiteY42" fmla="*/ 1430867 h 2870200"/>
              <a:gd name="connsiteX43" fmla="*/ 868647 w 4128314"/>
              <a:gd name="connsiteY43" fmla="*/ 1388534 h 2870200"/>
              <a:gd name="connsiteX44" fmla="*/ 877114 w 4128314"/>
              <a:gd name="connsiteY44" fmla="*/ 1498600 h 2870200"/>
              <a:gd name="connsiteX45" fmla="*/ 902514 w 4128314"/>
              <a:gd name="connsiteY45" fmla="*/ 1811867 h 2870200"/>
              <a:gd name="connsiteX46" fmla="*/ 910980 w 4128314"/>
              <a:gd name="connsiteY46" fmla="*/ 1642534 h 2870200"/>
              <a:gd name="connsiteX47" fmla="*/ 936380 w 4128314"/>
              <a:gd name="connsiteY47" fmla="*/ 1583267 h 2870200"/>
              <a:gd name="connsiteX48" fmla="*/ 944847 w 4128314"/>
              <a:gd name="connsiteY48" fmla="*/ 1557867 h 2870200"/>
              <a:gd name="connsiteX49" fmla="*/ 953314 w 4128314"/>
              <a:gd name="connsiteY49" fmla="*/ 2006600 h 2870200"/>
              <a:gd name="connsiteX50" fmla="*/ 978714 w 4128314"/>
              <a:gd name="connsiteY50" fmla="*/ 2116667 h 2870200"/>
              <a:gd name="connsiteX51" fmla="*/ 987180 w 4128314"/>
              <a:gd name="connsiteY51" fmla="*/ 1948424 h 2870200"/>
              <a:gd name="connsiteX52" fmla="*/ 1004114 w 4128314"/>
              <a:gd name="connsiteY52" fmla="*/ 1794934 h 2870200"/>
              <a:gd name="connsiteX53" fmla="*/ 1012580 w 4128314"/>
              <a:gd name="connsiteY53" fmla="*/ 1761067 h 2870200"/>
              <a:gd name="connsiteX54" fmla="*/ 1029514 w 4128314"/>
              <a:gd name="connsiteY54" fmla="*/ 1871134 h 2870200"/>
              <a:gd name="connsiteX55" fmla="*/ 1046447 w 4128314"/>
              <a:gd name="connsiteY55" fmla="*/ 1947334 h 2870200"/>
              <a:gd name="connsiteX56" fmla="*/ 1063380 w 4128314"/>
              <a:gd name="connsiteY56" fmla="*/ 2040467 h 2870200"/>
              <a:gd name="connsiteX57" fmla="*/ 1088780 w 4128314"/>
              <a:gd name="connsiteY57" fmla="*/ 2108200 h 2870200"/>
              <a:gd name="connsiteX58" fmla="*/ 1097247 w 4128314"/>
              <a:gd name="connsiteY58" fmla="*/ 2150534 h 2870200"/>
              <a:gd name="connsiteX59" fmla="*/ 1139580 w 4128314"/>
              <a:gd name="connsiteY59" fmla="*/ 2209800 h 2870200"/>
              <a:gd name="connsiteX60" fmla="*/ 1148047 w 4128314"/>
              <a:gd name="connsiteY60" fmla="*/ 2108200 h 2870200"/>
              <a:gd name="connsiteX61" fmla="*/ 1198847 w 4128314"/>
              <a:gd name="connsiteY61" fmla="*/ 1989667 h 2870200"/>
              <a:gd name="connsiteX62" fmla="*/ 1249647 w 4128314"/>
              <a:gd name="connsiteY62" fmla="*/ 1913467 h 2870200"/>
              <a:gd name="connsiteX63" fmla="*/ 1258114 w 4128314"/>
              <a:gd name="connsiteY63" fmla="*/ 2167467 h 2870200"/>
              <a:gd name="connsiteX64" fmla="*/ 1275047 w 4128314"/>
              <a:gd name="connsiteY64" fmla="*/ 2082800 h 2870200"/>
              <a:gd name="connsiteX65" fmla="*/ 1283514 w 4128314"/>
              <a:gd name="connsiteY65" fmla="*/ 2015067 h 2870200"/>
              <a:gd name="connsiteX66" fmla="*/ 1325847 w 4128314"/>
              <a:gd name="connsiteY66" fmla="*/ 1854200 h 2870200"/>
              <a:gd name="connsiteX67" fmla="*/ 1334314 w 4128314"/>
              <a:gd name="connsiteY67" fmla="*/ 1803400 h 2870200"/>
              <a:gd name="connsiteX68" fmla="*/ 1359714 w 4128314"/>
              <a:gd name="connsiteY68" fmla="*/ 1701800 h 2870200"/>
              <a:gd name="connsiteX69" fmla="*/ 1385114 w 4128314"/>
              <a:gd name="connsiteY69" fmla="*/ 1718734 h 2870200"/>
              <a:gd name="connsiteX70" fmla="*/ 1393580 w 4128314"/>
              <a:gd name="connsiteY70" fmla="*/ 1744134 h 2870200"/>
              <a:gd name="connsiteX71" fmla="*/ 1418980 w 4128314"/>
              <a:gd name="connsiteY71" fmla="*/ 1828800 h 2870200"/>
              <a:gd name="connsiteX72" fmla="*/ 1435914 w 4128314"/>
              <a:gd name="connsiteY72" fmla="*/ 1879600 h 2870200"/>
              <a:gd name="connsiteX73" fmla="*/ 1444380 w 4128314"/>
              <a:gd name="connsiteY73" fmla="*/ 1913467 h 2870200"/>
              <a:gd name="connsiteX74" fmla="*/ 1469780 w 4128314"/>
              <a:gd name="connsiteY74" fmla="*/ 1947334 h 2870200"/>
              <a:gd name="connsiteX75" fmla="*/ 1486714 w 4128314"/>
              <a:gd name="connsiteY75" fmla="*/ 1938867 h 2870200"/>
              <a:gd name="connsiteX76" fmla="*/ 1529047 w 4128314"/>
              <a:gd name="connsiteY76" fmla="*/ 1803400 h 2870200"/>
              <a:gd name="connsiteX77" fmla="*/ 1588314 w 4128314"/>
              <a:gd name="connsiteY77" fmla="*/ 1651000 h 2870200"/>
              <a:gd name="connsiteX78" fmla="*/ 1596780 w 4128314"/>
              <a:gd name="connsiteY78" fmla="*/ 1591734 h 2870200"/>
              <a:gd name="connsiteX79" fmla="*/ 1613714 w 4128314"/>
              <a:gd name="connsiteY79" fmla="*/ 1566334 h 2870200"/>
              <a:gd name="connsiteX80" fmla="*/ 1622180 w 4128314"/>
              <a:gd name="connsiteY80" fmla="*/ 1524000 h 2870200"/>
              <a:gd name="connsiteX81" fmla="*/ 1630647 w 4128314"/>
              <a:gd name="connsiteY81" fmla="*/ 1498600 h 2870200"/>
              <a:gd name="connsiteX82" fmla="*/ 1647580 w 4128314"/>
              <a:gd name="connsiteY82" fmla="*/ 1524000 h 2870200"/>
              <a:gd name="connsiteX83" fmla="*/ 1672980 w 4128314"/>
              <a:gd name="connsiteY83" fmla="*/ 1490134 h 2870200"/>
              <a:gd name="connsiteX84" fmla="*/ 1698380 w 4128314"/>
              <a:gd name="connsiteY84" fmla="*/ 1388534 h 2870200"/>
              <a:gd name="connsiteX85" fmla="*/ 1757647 w 4128314"/>
              <a:gd name="connsiteY85" fmla="*/ 1286934 h 2870200"/>
              <a:gd name="connsiteX86" fmla="*/ 1808447 w 4128314"/>
              <a:gd name="connsiteY86" fmla="*/ 1176867 h 2870200"/>
              <a:gd name="connsiteX87" fmla="*/ 1833847 w 4128314"/>
              <a:gd name="connsiteY87" fmla="*/ 1202267 h 2870200"/>
              <a:gd name="connsiteX88" fmla="*/ 1842314 w 4128314"/>
              <a:gd name="connsiteY88" fmla="*/ 1227667 h 2870200"/>
              <a:gd name="connsiteX89" fmla="*/ 1859247 w 4128314"/>
              <a:gd name="connsiteY89" fmla="*/ 1261534 h 2870200"/>
              <a:gd name="connsiteX90" fmla="*/ 1901580 w 4128314"/>
              <a:gd name="connsiteY90" fmla="*/ 1422400 h 2870200"/>
              <a:gd name="connsiteX91" fmla="*/ 1952380 w 4128314"/>
              <a:gd name="connsiteY91" fmla="*/ 1600200 h 2870200"/>
              <a:gd name="connsiteX92" fmla="*/ 2003180 w 4128314"/>
              <a:gd name="connsiteY92" fmla="*/ 1744134 h 2870200"/>
              <a:gd name="connsiteX93" fmla="*/ 2020114 w 4128314"/>
              <a:gd name="connsiteY93" fmla="*/ 1498600 h 2870200"/>
              <a:gd name="connsiteX94" fmla="*/ 2037047 w 4128314"/>
              <a:gd name="connsiteY94" fmla="*/ 1464734 h 2870200"/>
              <a:gd name="connsiteX95" fmla="*/ 2045514 w 4128314"/>
              <a:gd name="connsiteY95" fmla="*/ 1439334 h 2870200"/>
              <a:gd name="connsiteX96" fmla="*/ 2096314 w 4128314"/>
              <a:gd name="connsiteY96" fmla="*/ 2032000 h 2870200"/>
              <a:gd name="connsiteX97" fmla="*/ 2104780 w 4128314"/>
              <a:gd name="connsiteY97" fmla="*/ 2150534 h 2870200"/>
              <a:gd name="connsiteX98" fmla="*/ 2113247 w 4128314"/>
              <a:gd name="connsiteY98" fmla="*/ 2489200 h 2870200"/>
              <a:gd name="connsiteX99" fmla="*/ 2147114 w 4128314"/>
              <a:gd name="connsiteY99" fmla="*/ 2421467 h 2870200"/>
              <a:gd name="connsiteX100" fmla="*/ 2189447 w 4128314"/>
              <a:gd name="connsiteY100" fmla="*/ 2319867 h 2870200"/>
              <a:gd name="connsiteX101" fmla="*/ 2214847 w 4128314"/>
              <a:gd name="connsiteY101" fmla="*/ 2286000 h 2870200"/>
              <a:gd name="connsiteX102" fmla="*/ 2248714 w 4128314"/>
              <a:gd name="connsiteY102" fmla="*/ 2235200 h 2870200"/>
              <a:gd name="connsiteX103" fmla="*/ 2265647 w 4128314"/>
              <a:gd name="connsiteY103" fmla="*/ 2514600 h 2870200"/>
              <a:gd name="connsiteX104" fmla="*/ 2291047 w 4128314"/>
              <a:gd name="connsiteY104" fmla="*/ 2565400 h 2870200"/>
              <a:gd name="connsiteX105" fmla="*/ 2299514 w 4128314"/>
              <a:gd name="connsiteY105" fmla="*/ 2489200 h 2870200"/>
              <a:gd name="connsiteX106" fmla="*/ 2316447 w 4128314"/>
              <a:gd name="connsiteY106" fmla="*/ 2421467 h 2870200"/>
              <a:gd name="connsiteX107" fmla="*/ 2324914 w 4128314"/>
              <a:gd name="connsiteY107" fmla="*/ 1718734 h 2870200"/>
              <a:gd name="connsiteX108" fmla="*/ 2350314 w 4128314"/>
              <a:gd name="connsiteY108" fmla="*/ 1811867 h 2870200"/>
              <a:gd name="connsiteX109" fmla="*/ 2375714 w 4128314"/>
              <a:gd name="connsiteY109" fmla="*/ 1871134 h 2870200"/>
              <a:gd name="connsiteX110" fmla="*/ 2401114 w 4128314"/>
              <a:gd name="connsiteY110" fmla="*/ 1938867 h 2870200"/>
              <a:gd name="connsiteX111" fmla="*/ 2409580 w 4128314"/>
              <a:gd name="connsiteY111" fmla="*/ 1972734 h 2870200"/>
              <a:gd name="connsiteX112" fmla="*/ 2418047 w 4128314"/>
              <a:gd name="connsiteY112" fmla="*/ 1574800 h 2870200"/>
              <a:gd name="connsiteX113" fmla="*/ 2443447 w 4128314"/>
              <a:gd name="connsiteY113" fmla="*/ 1236134 h 2870200"/>
              <a:gd name="connsiteX114" fmla="*/ 2460380 w 4128314"/>
              <a:gd name="connsiteY114" fmla="*/ 1092200 h 2870200"/>
              <a:gd name="connsiteX115" fmla="*/ 2468847 w 4128314"/>
              <a:gd name="connsiteY115" fmla="*/ 1066800 h 2870200"/>
              <a:gd name="connsiteX116" fmla="*/ 2477314 w 4128314"/>
              <a:gd name="connsiteY116" fmla="*/ 1092200 h 2870200"/>
              <a:gd name="connsiteX117" fmla="*/ 2494247 w 4128314"/>
              <a:gd name="connsiteY117" fmla="*/ 1117600 h 2870200"/>
              <a:gd name="connsiteX118" fmla="*/ 2502714 w 4128314"/>
              <a:gd name="connsiteY118" fmla="*/ 1227667 h 2870200"/>
              <a:gd name="connsiteX119" fmla="*/ 2528114 w 4128314"/>
              <a:gd name="connsiteY119" fmla="*/ 753534 h 2870200"/>
              <a:gd name="connsiteX120" fmla="*/ 2545047 w 4128314"/>
              <a:gd name="connsiteY120" fmla="*/ 685800 h 2870200"/>
              <a:gd name="connsiteX121" fmla="*/ 2553514 w 4128314"/>
              <a:gd name="connsiteY121" fmla="*/ 609600 h 2870200"/>
              <a:gd name="connsiteX122" fmla="*/ 2561980 w 4128314"/>
              <a:gd name="connsiteY122" fmla="*/ 558800 h 2870200"/>
              <a:gd name="connsiteX123" fmla="*/ 2578914 w 4128314"/>
              <a:gd name="connsiteY123" fmla="*/ 584200 h 2870200"/>
              <a:gd name="connsiteX124" fmla="*/ 2587380 w 4128314"/>
              <a:gd name="connsiteY124" fmla="*/ 778934 h 2870200"/>
              <a:gd name="connsiteX125" fmla="*/ 2629714 w 4128314"/>
              <a:gd name="connsiteY125" fmla="*/ 914400 h 2870200"/>
              <a:gd name="connsiteX126" fmla="*/ 2646647 w 4128314"/>
              <a:gd name="connsiteY126" fmla="*/ 973667 h 2870200"/>
              <a:gd name="connsiteX127" fmla="*/ 2663580 w 4128314"/>
              <a:gd name="connsiteY127" fmla="*/ 812800 h 2870200"/>
              <a:gd name="connsiteX128" fmla="*/ 2680514 w 4128314"/>
              <a:gd name="connsiteY128" fmla="*/ 694267 h 2870200"/>
              <a:gd name="connsiteX129" fmla="*/ 2705914 w 4128314"/>
              <a:gd name="connsiteY129" fmla="*/ 558800 h 2870200"/>
              <a:gd name="connsiteX130" fmla="*/ 2731314 w 4128314"/>
              <a:gd name="connsiteY130" fmla="*/ 321734 h 2870200"/>
              <a:gd name="connsiteX131" fmla="*/ 2748247 w 4128314"/>
              <a:gd name="connsiteY131" fmla="*/ 1058334 h 2870200"/>
              <a:gd name="connsiteX132" fmla="*/ 2774644 w 4128314"/>
              <a:gd name="connsiteY132" fmla="*/ 1023969 h 2870200"/>
              <a:gd name="connsiteX133" fmla="*/ 2824447 w 4128314"/>
              <a:gd name="connsiteY133" fmla="*/ 905934 h 2870200"/>
              <a:gd name="connsiteX134" fmla="*/ 2858314 w 4128314"/>
              <a:gd name="connsiteY134" fmla="*/ 855134 h 2870200"/>
              <a:gd name="connsiteX135" fmla="*/ 2883714 w 4128314"/>
              <a:gd name="connsiteY135" fmla="*/ 1422400 h 2870200"/>
              <a:gd name="connsiteX136" fmla="*/ 2892180 w 4128314"/>
              <a:gd name="connsiteY136" fmla="*/ 1388534 h 2870200"/>
              <a:gd name="connsiteX137" fmla="*/ 2909114 w 4128314"/>
              <a:gd name="connsiteY137" fmla="*/ 1363134 h 2870200"/>
              <a:gd name="connsiteX138" fmla="*/ 2934514 w 4128314"/>
              <a:gd name="connsiteY138" fmla="*/ 1278467 h 2870200"/>
              <a:gd name="connsiteX139" fmla="*/ 2951447 w 4128314"/>
              <a:gd name="connsiteY139" fmla="*/ 1320800 h 2870200"/>
              <a:gd name="connsiteX140" fmla="*/ 2968380 w 4128314"/>
              <a:gd name="connsiteY140" fmla="*/ 1388534 h 2870200"/>
              <a:gd name="connsiteX141" fmla="*/ 2985314 w 4128314"/>
              <a:gd name="connsiteY141" fmla="*/ 1422400 h 2870200"/>
              <a:gd name="connsiteX142" fmla="*/ 3027647 w 4128314"/>
              <a:gd name="connsiteY142" fmla="*/ 1540934 h 2870200"/>
              <a:gd name="connsiteX143" fmla="*/ 3044580 w 4128314"/>
              <a:gd name="connsiteY143" fmla="*/ 1566334 h 2870200"/>
              <a:gd name="connsiteX144" fmla="*/ 3078447 w 4128314"/>
              <a:gd name="connsiteY144" fmla="*/ 1718734 h 2870200"/>
              <a:gd name="connsiteX145" fmla="*/ 3103847 w 4128314"/>
              <a:gd name="connsiteY145" fmla="*/ 1761067 h 2870200"/>
              <a:gd name="connsiteX146" fmla="*/ 3137714 w 4128314"/>
              <a:gd name="connsiteY146" fmla="*/ 1879600 h 2870200"/>
              <a:gd name="connsiteX147" fmla="*/ 3129247 w 4128314"/>
              <a:gd name="connsiteY147" fmla="*/ 1913467 h 2870200"/>
              <a:gd name="connsiteX148" fmla="*/ 3141697 w 4128314"/>
              <a:gd name="connsiteY148" fmla="*/ 1901016 h 2870200"/>
              <a:gd name="connsiteX149" fmla="*/ 3120780 w 4128314"/>
              <a:gd name="connsiteY149" fmla="*/ 1888067 h 2870200"/>
              <a:gd name="connsiteX150" fmla="*/ 3146180 w 4128314"/>
              <a:gd name="connsiteY150" fmla="*/ 1871134 h 2870200"/>
              <a:gd name="connsiteX151" fmla="*/ 3154647 w 4128314"/>
              <a:gd name="connsiteY151" fmla="*/ 1769534 h 2870200"/>
              <a:gd name="connsiteX152" fmla="*/ 3171580 w 4128314"/>
              <a:gd name="connsiteY152" fmla="*/ 1710267 h 2870200"/>
              <a:gd name="connsiteX153" fmla="*/ 3180047 w 4128314"/>
              <a:gd name="connsiteY153" fmla="*/ 1684867 h 2870200"/>
              <a:gd name="connsiteX154" fmla="*/ 3205447 w 4128314"/>
              <a:gd name="connsiteY154" fmla="*/ 1676400 h 2870200"/>
              <a:gd name="connsiteX155" fmla="*/ 3213914 w 4128314"/>
              <a:gd name="connsiteY155" fmla="*/ 2006600 h 2870200"/>
              <a:gd name="connsiteX156" fmla="*/ 3222380 w 4128314"/>
              <a:gd name="connsiteY156" fmla="*/ 2048934 h 2870200"/>
              <a:gd name="connsiteX157" fmla="*/ 3230847 w 4128314"/>
              <a:gd name="connsiteY157" fmla="*/ 2099734 h 2870200"/>
              <a:gd name="connsiteX158" fmla="*/ 3247780 w 4128314"/>
              <a:gd name="connsiteY158" fmla="*/ 2048934 h 2870200"/>
              <a:gd name="connsiteX159" fmla="*/ 3256247 w 4128314"/>
              <a:gd name="connsiteY159" fmla="*/ 1998134 h 2870200"/>
              <a:gd name="connsiteX160" fmla="*/ 3290114 w 4128314"/>
              <a:gd name="connsiteY160" fmla="*/ 2353734 h 2870200"/>
              <a:gd name="connsiteX161" fmla="*/ 3315514 w 4128314"/>
              <a:gd name="connsiteY161" fmla="*/ 2387600 h 2870200"/>
              <a:gd name="connsiteX162" fmla="*/ 3323980 w 4128314"/>
              <a:gd name="connsiteY162" fmla="*/ 2497667 h 2870200"/>
              <a:gd name="connsiteX163" fmla="*/ 3340914 w 4128314"/>
              <a:gd name="connsiteY163" fmla="*/ 2531534 h 2870200"/>
              <a:gd name="connsiteX164" fmla="*/ 3357847 w 4128314"/>
              <a:gd name="connsiteY164" fmla="*/ 2599267 h 2870200"/>
              <a:gd name="connsiteX165" fmla="*/ 3383247 w 4128314"/>
              <a:gd name="connsiteY165" fmla="*/ 2667000 h 2870200"/>
              <a:gd name="connsiteX166" fmla="*/ 3425580 w 4128314"/>
              <a:gd name="connsiteY166" fmla="*/ 2810934 h 2870200"/>
              <a:gd name="connsiteX167" fmla="*/ 3450980 w 4128314"/>
              <a:gd name="connsiteY167" fmla="*/ 2870200 h 2870200"/>
              <a:gd name="connsiteX168" fmla="*/ 3476380 w 4128314"/>
              <a:gd name="connsiteY168" fmla="*/ 1828800 h 2870200"/>
              <a:gd name="connsiteX169" fmla="*/ 3475882 w 4128314"/>
              <a:gd name="connsiteY169" fmla="*/ 2090271 h 2870200"/>
              <a:gd name="connsiteX170" fmla="*/ 3501780 w 4128314"/>
              <a:gd name="connsiteY170" fmla="*/ 1735667 h 2870200"/>
              <a:gd name="connsiteX171" fmla="*/ 3527180 w 4128314"/>
              <a:gd name="connsiteY171" fmla="*/ 1651000 h 2870200"/>
              <a:gd name="connsiteX172" fmla="*/ 3535647 w 4128314"/>
              <a:gd name="connsiteY172" fmla="*/ 1701800 h 2870200"/>
              <a:gd name="connsiteX173" fmla="*/ 3539631 w 4128314"/>
              <a:gd name="connsiteY173" fmla="*/ 1875118 h 2870200"/>
              <a:gd name="connsiteX174" fmla="*/ 3561047 w 4128314"/>
              <a:gd name="connsiteY174" fmla="*/ 1752600 h 2870200"/>
              <a:gd name="connsiteX175" fmla="*/ 3569514 w 4128314"/>
              <a:gd name="connsiteY175" fmla="*/ 1693334 h 2870200"/>
              <a:gd name="connsiteX176" fmla="*/ 3611847 w 4128314"/>
              <a:gd name="connsiteY176" fmla="*/ 1608667 h 2870200"/>
              <a:gd name="connsiteX177" fmla="*/ 3628780 w 4128314"/>
              <a:gd name="connsiteY177" fmla="*/ 1566334 h 2870200"/>
              <a:gd name="connsiteX178" fmla="*/ 3671114 w 4128314"/>
              <a:gd name="connsiteY178" fmla="*/ 1464734 h 2870200"/>
              <a:gd name="connsiteX179" fmla="*/ 3675098 w 4128314"/>
              <a:gd name="connsiteY179" fmla="*/ 1373094 h 2870200"/>
              <a:gd name="connsiteX180" fmla="*/ 3696514 w 4128314"/>
              <a:gd name="connsiteY180" fmla="*/ 1363134 h 2870200"/>
              <a:gd name="connsiteX181" fmla="*/ 3713447 w 4128314"/>
              <a:gd name="connsiteY181" fmla="*/ 1320800 h 2870200"/>
              <a:gd name="connsiteX182" fmla="*/ 3708467 w 4128314"/>
              <a:gd name="connsiteY182" fmla="*/ 1151964 h 2870200"/>
              <a:gd name="connsiteX183" fmla="*/ 3755780 w 4128314"/>
              <a:gd name="connsiteY183" fmla="*/ 1227667 h 2870200"/>
              <a:gd name="connsiteX184" fmla="*/ 3764247 w 4128314"/>
              <a:gd name="connsiteY184" fmla="*/ 1176867 h 2870200"/>
              <a:gd name="connsiteX185" fmla="*/ 3781180 w 4128314"/>
              <a:gd name="connsiteY185" fmla="*/ 1126067 h 2870200"/>
              <a:gd name="connsiteX186" fmla="*/ 3789647 w 4128314"/>
              <a:gd name="connsiteY186" fmla="*/ 1058334 h 2870200"/>
              <a:gd name="connsiteX187" fmla="*/ 3798114 w 4128314"/>
              <a:gd name="connsiteY187" fmla="*/ 1270000 h 2870200"/>
              <a:gd name="connsiteX188" fmla="*/ 3826962 w 4128314"/>
              <a:gd name="connsiteY188" fmla="*/ 678606 h 2870200"/>
              <a:gd name="connsiteX189" fmla="*/ 3831980 w 4128314"/>
              <a:gd name="connsiteY189" fmla="*/ 558800 h 2870200"/>
              <a:gd name="connsiteX190" fmla="*/ 3848914 w 4128314"/>
              <a:gd name="connsiteY190" fmla="*/ 482600 h 2870200"/>
              <a:gd name="connsiteX191" fmla="*/ 3857380 w 4128314"/>
              <a:gd name="connsiteY191" fmla="*/ 533400 h 2870200"/>
              <a:gd name="connsiteX192" fmla="*/ 3874314 w 4128314"/>
              <a:gd name="connsiteY192" fmla="*/ 660400 h 2870200"/>
              <a:gd name="connsiteX193" fmla="*/ 3882780 w 4128314"/>
              <a:gd name="connsiteY193" fmla="*/ 702734 h 2870200"/>
              <a:gd name="connsiteX194" fmla="*/ 3899714 w 4128314"/>
              <a:gd name="connsiteY194" fmla="*/ 736600 h 2870200"/>
              <a:gd name="connsiteX195" fmla="*/ 3916647 w 4128314"/>
              <a:gd name="connsiteY195" fmla="*/ 702734 h 2870200"/>
              <a:gd name="connsiteX196" fmla="*/ 3975914 w 4128314"/>
              <a:gd name="connsiteY196" fmla="*/ 482600 h 2870200"/>
              <a:gd name="connsiteX197" fmla="*/ 3992847 w 4128314"/>
              <a:gd name="connsiteY197" fmla="*/ 457200 h 2870200"/>
              <a:gd name="connsiteX198" fmla="*/ 4018247 w 4128314"/>
              <a:gd name="connsiteY198" fmla="*/ 177800 h 2870200"/>
              <a:gd name="connsiteX199" fmla="*/ 4043647 w 4128314"/>
              <a:gd name="connsiteY199" fmla="*/ 135467 h 2870200"/>
              <a:gd name="connsiteX200" fmla="*/ 4052114 w 4128314"/>
              <a:gd name="connsiteY200" fmla="*/ 101600 h 2870200"/>
              <a:gd name="connsiteX201" fmla="*/ 4060580 w 4128314"/>
              <a:gd name="connsiteY201" fmla="*/ 76200 h 2870200"/>
              <a:gd name="connsiteX202" fmla="*/ 4069047 w 4128314"/>
              <a:gd name="connsiteY202" fmla="*/ 110067 h 2870200"/>
              <a:gd name="connsiteX203" fmla="*/ 4085980 w 4128314"/>
              <a:gd name="connsiteY203" fmla="*/ 160867 h 2870200"/>
              <a:gd name="connsiteX204" fmla="*/ 4128314 w 4128314"/>
              <a:gd name="connsiteY204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48349 w 4114416"/>
              <a:gd name="connsiteY22" fmla="*/ 199813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17682 w 4114416"/>
              <a:gd name="connsiteY30" fmla="*/ 2023534 h 2870200"/>
              <a:gd name="connsiteX31" fmla="*/ 643082 w 4114416"/>
              <a:gd name="connsiteY31" fmla="*/ 1786467 h 2870200"/>
              <a:gd name="connsiteX32" fmla="*/ 651549 w 4114416"/>
              <a:gd name="connsiteY32" fmla="*/ 1744134 h 2870200"/>
              <a:gd name="connsiteX33" fmla="*/ 668482 w 4114416"/>
              <a:gd name="connsiteY33" fmla="*/ 1718734 h 2870200"/>
              <a:gd name="connsiteX34" fmla="*/ 685416 w 4114416"/>
              <a:gd name="connsiteY34" fmla="*/ 1617134 h 2870200"/>
              <a:gd name="connsiteX35" fmla="*/ 702349 w 4114416"/>
              <a:gd name="connsiteY35" fmla="*/ 1557867 h 2870200"/>
              <a:gd name="connsiteX36" fmla="*/ 710816 w 4114416"/>
              <a:gd name="connsiteY36" fmla="*/ 1524000 h 2870200"/>
              <a:gd name="connsiteX37" fmla="*/ 727749 w 4114416"/>
              <a:gd name="connsiteY37" fmla="*/ 1312334 h 2870200"/>
              <a:gd name="connsiteX38" fmla="*/ 744682 w 4114416"/>
              <a:gd name="connsiteY38" fmla="*/ 1380067 h 2870200"/>
              <a:gd name="connsiteX39" fmla="*/ 761616 w 4114416"/>
              <a:gd name="connsiteY39" fmla="*/ 1532467 h 2870200"/>
              <a:gd name="connsiteX40" fmla="*/ 778549 w 4114416"/>
              <a:gd name="connsiteY40" fmla="*/ 1566334 h 2870200"/>
              <a:gd name="connsiteX41" fmla="*/ 803949 w 4114416"/>
              <a:gd name="connsiteY41" fmla="*/ 1456267 h 2870200"/>
              <a:gd name="connsiteX42" fmla="*/ 820882 w 4114416"/>
              <a:gd name="connsiteY42" fmla="*/ 1430867 h 2870200"/>
              <a:gd name="connsiteX43" fmla="*/ 854749 w 4114416"/>
              <a:gd name="connsiteY43" fmla="*/ 1388534 h 2870200"/>
              <a:gd name="connsiteX44" fmla="*/ 863216 w 4114416"/>
              <a:gd name="connsiteY44" fmla="*/ 1498600 h 2870200"/>
              <a:gd name="connsiteX45" fmla="*/ 888616 w 4114416"/>
              <a:gd name="connsiteY45" fmla="*/ 1811867 h 2870200"/>
              <a:gd name="connsiteX46" fmla="*/ 897082 w 4114416"/>
              <a:gd name="connsiteY46" fmla="*/ 1642534 h 2870200"/>
              <a:gd name="connsiteX47" fmla="*/ 922482 w 4114416"/>
              <a:gd name="connsiteY47" fmla="*/ 1583267 h 2870200"/>
              <a:gd name="connsiteX48" fmla="*/ 930949 w 4114416"/>
              <a:gd name="connsiteY48" fmla="*/ 1557867 h 2870200"/>
              <a:gd name="connsiteX49" fmla="*/ 939416 w 4114416"/>
              <a:gd name="connsiteY49" fmla="*/ 2006600 h 2870200"/>
              <a:gd name="connsiteX50" fmla="*/ 964816 w 4114416"/>
              <a:gd name="connsiteY50" fmla="*/ 2116667 h 2870200"/>
              <a:gd name="connsiteX51" fmla="*/ 973282 w 4114416"/>
              <a:gd name="connsiteY51" fmla="*/ 1948424 h 2870200"/>
              <a:gd name="connsiteX52" fmla="*/ 990216 w 4114416"/>
              <a:gd name="connsiteY52" fmla="*/ 1794934 h 2870200"/>
              <a:gd name="connsiteX53" fmla="*/ 998682 w 4114416"/>
              <a:gd name="connsiteY53" fmla="*/ 1761067 h 2870200"/>
              <a:gd name="connsiteX54" fmla="*/ 1015616 w 4114416"/>
              <a:gd name="connsiteY54" fmla="*/ 1871134 h 2870200"/>
              <a:gd name="connsiteX55" fmla="*/ 1032549 w 4114416"/>
              <a:gd name="connsiteY55" fmla="*/ 1947334 h 2870200"/>
              <a:gd name="connsiteX56" fmla="*/ 1049482 w 4114416"/>
              <a:gd name="connsiteY56" fmla="*/ 2040467 h 2870200"/>
              <a:gd name="connsiteX57" fmla="*/ 1074882 w 4114416"/>
              <a:gd name="connsiteY57" fmla="*/ 2108200 h 2870200"/>
              <a:gd name="connsiteX58" fmla="*/ 1083349 w 4114416"/>
              <a:gd name="connsiteY58" fmla="*/ 2150534 h 2870200"/>
              <a:gd name="connsiteX59" fmla="*/ 1125682 w 4114416"/>
              <a:gd name="connsiteY59" fmla="*/ 2209800 h 2870200"/>
              <a:gd name="connsiteX60" fmla="*/ 1134149 w 4114416"/>
              <a:gd name="connsiteY60" fmla="*/ 2108200 h 2870200"/>
              <a:gd name="connsiteX61" fmla="*/ 1184949 w 4114416"/>
              <a:gd name="connsiteY61" fmla="*/ 1989667 h 2870200"/>
              <a:gd name="connsiteX62" fmla="*/ 1235749 w 4114416"/>
              <a:gd name="connsiteY62" fmla="*/ 1913467 h 2870200"/>
              <a:gd name="connsiteX63" fmla="*/ 1244216 w 4114416"/>
              <a:gd name="connsiteY63" fmla="*/ 2167467 h 2870200"/>
              <a:gd name="connsiteX64" fmla="*/ 1261149 w 4114416"/>
              <a:gd name="connsiteY64" fmla="*/ 2082800 h 2870200"/>
              <a:gd name="connsiteX65" fmla="*/ 1269616 w 4114416"/>
              <a:gd name="connsiteY65" fmla="*/ 2015067 h 2870200"/>
              <a:gd name="connsiteX66" fmla="*/ 1311949 w 4114416"/>
              <a:gd name="connsiteY66" fmla="*/ 1854200 h 2870200"/>
              <a:gd name="connsiteX67" fmla="*/ 1320416 w 4114416"/>
              <a:gd name="connsiteY67" fmla="*/ 1803400 h 2870200"/>
              <a:gd name="connsiteX68" fmla="*/ 1345816 w 4114416"/>
              <a:gd name="connsiteY68" fmla="*/ 1701800 h 2870200"/>
              <a:gd name="connsiteX69" fmla="*/ 1371216 w 4114416"/>
              <a:gd name="connsiteY69" fmla="*/ 1718734 h 2870200"/>
              <a:gd name="connsiteX70" fmla="*/ 1379682 w 4114416"/>
              <a:gd name="connsiteY70" fmla="*/ 1744134 h 2870200"/>
              <a:gd name="connsiteX71" fmla="*/ 1405082 w 4114416"/>
              <a:gd name="connsiteY71" fmla="*/ 1828800 h 2870200"/>
              <a:gd name="connsiteX72" fmla="*/ 1422016 w 4114416"/>
              <a:gd name="connsiteY72" fmla="*/ 1879600 h 2870200"/>
              <a:gd name="connsiteX73" fmla="*/ 1430482 w 4114416"/>
              <a:gd name="connsiteY73" fmla="*/ 1913467 h 2870200"/>
              <a:gd name="connsiteX74" fmla="*/ 1455882 w 4114416"/>
              <a:gd name="connsiteY74" fmla="*/ 1947334 h 2870200"/>
              <a:gd name="connsiteX75" fmla="*/ 1472816 w 4114416"/>
              <a:gd name="connsiteY75" fmla="*/ 1938867 h 2870200"/>
              <a:gd name="connsiteX76" fmla="*/ 1515149 w 4114416"/>
              <a:gd name="connsiteY76" fmla="*/ 1803400 h 2870200"/>
              <a:gd name="connsiteX77" fmla="*/ 1574416 w 4114416"/>
              <a:gd name="connsiteY77" fmla="*/ 1651000 h 2870200"/>
              <a:gd name="connsiteX78" fmla="*/ 1582882 w 4114416"/>
              <a:gd name="connsiteY78" fmla="*/ 1591734 h 2870200"/>
              <a:gd name="connsiteX79" fmla="*/ 1599816 w 4114416"/>
              <a:gd name="connsiteY79" fmla="*/ 1566334 h 2870200"/>
              <a:gd name="connsiteX80" fmla="*/ 1608282 w 4114416"/>
              <a:gd name="connsiteY80" fmla="*/ 1524000 h 2870200"/>
              <a:gd name="connsiteX81" fmla="*/ 1616749 w 4114416"/>
              <a:gd name="connsiteY81" fmla="*/ 1498600 h 2870200"/>
              <a:gd name="connsiteX82" fmla="*/ 1633682 w 4114416"/>
              <a:gd name="connsiteY82" fmla="*/ 1524000 h 2870200"/>
              <a:gd name="connsiteX83" fmla="*/ 1659082 w 4114416"/>
              <a:gd name="connsiteY83" fmla="*/ 1490134 h 2870200"/>
              <a:gd name="connsiteX84" fmla="*/ 1684482 w 4114416"/>
              <a:gd name="connsiteY84" fmla="*/ 1388534 h 2870200"/>
              <a:gd name="connsiteX85" fmla="*/ 1743749 w 4114416"/>
              <a:gd name="connsiteY85" fmla="*/ 1286934 h 2870200"/>
              <a:gd name="connsiteX86" fmla="*/ 1794549 w 4114416"/>
              <a:gd name="connsiteY86" fmla="*/ 1176867 h 2870200"/>
              <a:gd name="connsiteX87" fmla="*/ 1819949 w 4114416"/>
              <a:gd name="connsiteY87" fmla="*/ 1202267 h 2870200"/>
              <a:gd name="connsiteX88" fmla="*/ 1828416 w 4114416"/>
              <a:gd name="connsiteY88" fmla="*/ 1227667 h 2870200"/>
              <a:gd name="connsiteX89" fmla="*/ 1845349 w 4114416"/>
              <a:gd name="connsiteY89" fmla="*/ 1261534 h 2870200"/>
              <a:gd name="connsiteX90" fmla="*/ 1887682 w 4114416"/>
              <a:gd name="connsiteY90" fmla="*/ 1422400 h 2870200"/>
              <a:gd name="connsiteX91" fmla="*/ 1938482 w 4114416"/>
              <a:gd name="connsiteY91" fmla="*/ 1600200 h 2870200"/>
              <a:gd name="connsiteX92" fmla="*/ 1989282 w 4114416"/>
              <a:gd name="connsiteY92" fmla="*/ 1744134 h 2870200"/>
              <a:gd name="connsiteX93" fmla="*/ 2006216 w 4114416"/>
              <a:gd name="connsiteY93" fmla="*/ 1498600 h 2870200"/>
              <a:gd name="connsiteX94" fmla="*/ 2023149 w 4114416"/>
              <a:gd name="connsiteY94" fmla="*/ 1464734 h 2870200"/>
              <a:gd name="connsiteX95" fmla="*/ 2031616 w 4114416"/>
              <a:gd name="connsiteY95" fmla="*/ 1439334 h 2870200"/>
              <a:gd name="connsiteX96" fmla="*/ 2082416 w 4114416"/>
              <a:gd name="connsiteY96" fmla="*/ 2032000 h 2870200"/>
              <a:gd name="connsiteX97" fmla="*/ 2090882 w 4114416"/>
              <a:gd name="connsiteY97" fmla="*/ 2150534 h 2870200"/>
              <a:gd name="connsiteX98" fmla="*/ 2099349 w 4114416"/>
              <a:gd name="connsiteY98" fmla="*/ 2489200 h 2870200"/>
              <a:gd name="connsiteX99" fmla="*/ 2133216 w 4114416"/>
              <a:gd name="connsiteY99" fmla="*/ 2421467 h 2870200"/>
              <a:gd name="connsiteX100" fmla="*/ 2175549 w 4114416"/>
              <a:gd name="connsiteY100" fmla="*/ 2319867 h 2870200"/>
              <a:gd name="connsiteX101" fmla="*/ 2200949 w 4114416"/>
              <a:gd name="connsiteY101" fmla="*/ 2286000 h 2870200"/>
              <a:gd name="connsiteX102" fmla="*/ 2234816 w 4114416"/>
              <a:gd name="connsiteY102" fmla="*/ 2235200 h 2870200"/>
              <a:gd name="connsiteX103" fmla="*/ 2251749 w 4114416"/>
              <a:gd name="connsiteY103" fmla="*/ 2514600 h 2870200"/>
              <a:gd name="connsiteX104" fmla="*/ 2277149 w 4114416"/>
              <a:gd name="connsiteY104" fmla="*/ 2565400 h 2870200"/>
              <a:gd name="connsiteX105" fmla="*/ 2285616 w 4114416"/>
              <a:gd name="connsiteY105" fmla="*/ 2489200 h 2870200"/>
              <a:gd name="connsiteX106" fmla="*/ 2302549 w 4114416"/>
              <a:gd name="connsiteY106" fmla="*/ 2421467 h 2870200"/>
              <a:gd name="connsiteX107" fmla="*/ 2311016 w 4114416"/>
              <a:gd name="connsiteY107" fmla="*/ 1718734 h 2870200"/>
              <a:gd name="connsiteX108" fmla="*/ 2336416 w 4114416"/>
              <a:gd name="connsiteY108" fmla="*/ 1811867 h 2870200"/>
              <a:gd name="connsiteX109" fmla="*/ 2361816 w 4114416"/>
              <a:gd name="connsiteY109" fmla="*/ 1871134 h 2870200"/>
              <a:gd name="connsiteX110" fmla="*/ 2387216 w 4114416"/>
              <a:gd name="connsiteY110" fmla="*/ 1938867 h 2870200"/>
              <a:gd name="connsiteX111" fmla="*/ 2395682 w 4114416"/>
              <a:gd name="connsiteY111" fmla="*/ 1972734 h 2870200"/>
              <a:gd name="connsiteX112" fmla="*/ 2404149 w 4114416"/>
              <a:gd name="connsiteY112" fmla="*/ 1574800 h 2870200"/>
              <a:gd name="connsiteX113" fmla="*/ 2429549 w 4114416"/>
              <a:gd name="connsiteY113" fmla="*/ 1236134 h 2870200"/>
              <a:gd name="connsiteX114" fmla="*/ 2446482 w 4114416"/>
              <a:gd name="connsiteY114" fmla="*/ 1092200 h 2870200"/>
              <a:gd name="connsiteX115" fmla="*/ 2454949 w 4114416"/>
              <a:gd name="connsiteY115" fmla="*/ 1066800 h 2870200"/>
              <a:gd name="connsiteX116" fmla="*/ 2463416 w 4114416"/>
              <a:gd name="connsiteY116" fmla="*/ 1092200 h 2870200"/>
              <a:gd name="connsiteX117" fmla="*/ 2480349 w 4114416"/>
              <a:gd name="connsiteY117" fmla="*/ 1117600 h 2870200"/>
              <a:gd name="connsiteX118" fmla="*/ 2488816 w 4114416"/>
              <a:gd name="connsiteY118" fmla="*/ 1227667 h 2870200"/>
              <a:gd name="connsiteX119" fmla="*/ 2514216 w 4114416"/>
              <a:gd name="connsiteY119" fmla="*/ 753534 h 2870200"/>
              <a:gd name="connsiteX120" fmla="*/ 2531149 w 4114416"/>
              <a:gd name="connsiteY120" fmla="*/ 685800 h 2870200"/>
              <a:gd name="connsiteX121" fmla="*/ 2539616 w 4114416"/>
              <a:gd name="connsiteY121" fmla="*/ 609600 h 2870200"/>
              <a:gd name="connsiteX122" fmla="*/ 2548082 w 4114416"/>
              <a:gd name="connsiteY122" fmla="*/ 558800 h 2870200"/>
              <a:gd name="connsiteX123" fmla="*/ 2565016 w 4114416"/>
              <a:gd name="connsiteY123" fmla="*/ 584200 h 2870200"/>
              <a:gd name="connsiteX124" fmla="*/ 2573482 w 4114416"/>
              <a:gd name="connsiteY124" fmla="*/ 778934 h 2870200"/>
              <a:gd name="connsiteX125" fmla="*/ 2615816 w 4114416"/>
              <a:gd name="connsiteY125" fmla="*/ 914400 h 2870200"/>
              <a:gd name="connsiteX126" fmla="*/ 2632749 w 4114416"/>
              <a:gd name="connsiteY126" fmla="*/ 973667 h 2870200"/>
              <a:gd name="connsiteX127" fmla="*/ 2649682 w 4114416"/>
              <a:gd name="connsiteY127" fmla="*/ 812800 h 2870200"/>
              <a:gd name="connsiteX128" fmla="*/ 2666616 w 4114416"/>
              <a:gd name="connsiteY128" fmla="*/ 694267 h 2870200"/>
              <a:gd name="connsiteX129" fmla="*/ 2692016 w 4114416"/>
              <a:gd name="connsiteY129" fmla="*/ 558800 h 2870200"/>
              <a:gd name="connsiteX130" fmla="*/ 2717416 w 4114416"/>
              <a:gd name="connsiteY130" fmla="*/ 321734 h 2870200"/>
              <a:gd name="connsiteX131" fmla="*/ 2734349 w 4114416"/>
              <a:gd name="connsiteY131" fmla="*/ 1058334 h 2870200"/>
              <a:gd name="connsiteX132" fmla="*/ 2760746 w 4114416"/>
              <a:gd name="connsiteY132" fmla="*/ 1023969 h 2870200"/>
              <a:gd name="connsiteX133" fmla="*/ 2810549 w 4114416"/>
              <a:gd name="connsiteY133" fmla="*/ 905934 h 2870200"/>
              <a:gd name="connsiteX134" fmla="*/ 2844416 w 4114416"/>
              <a:gd name="connsiteY134" fmla="*/ 855134 h 2870200"/>
              <a:gd name="connsiteX135" fmla="*/ 2869816 w 4114416"/>
              <a:gd name="connsiteY135" fmla="*/ 1422400 h 2870200"/>
              <a:gd name="connsiteX136" fmla="*/ 2878282 w 4114416"/>
              <a:gd name="connsiteY136" fmla="*/ 1388534 h 2870200"/>
              <a:gd name="connsiteX137" fmla="*/ 2895216 w 4114416"/>
              <a:gd name="connsiteY137" fmla="*/ 1363134 h 2870200"/>
              <a:gd name="connsiteX138" fmla="*/ 2920616 w 4114416"/>
              <a:gd name="connsiteY138" fmla="*/ 1278467 h 2870200"/>
              <a:gd name="connsiteX139" fmla="*/ 2937549 w 4114416"/>
              <a:gd name="connsiteY139" fmla="*/ 1320800 h 2870200"/>
              <a:gd name="connsiteX140" fmla="*/ 2954482 w 4114416"/>
              <a:gd name="connsiteY140" fmla="*/ 1388534 h 2870200"/>
              <a:gd name="connsiteX141" fmla="*/ 2971416 w 4114416"/>
              <a:gd name="connsiteY141" fmla="*/ 1422400 h 2870200"/>
              <a:gd name="connsiteX142" fmla="*/ 3013749 w 4114416"/>
              <a:gd name="connsiteY142" fmla="*/ 1540934 h 2870200"/>
              <a:gd name="connsiteX143" fmla="*/ 3030682 w 4114416"/>
              <a:gd name="connsiteY143" fmla="*/ 1566334 h 2870200"/>
              <a:gd name="connsiteX144" fmla="*/ 3064549 w 4114416"/>
              <a:gd name="connsiteY144" fmla="*/ 1718734 h 2870200"/>
              <a:gd name="connsiteX145" fmla="*/ 3089949 w 4114416"/>
              <a:gd name="connsiteY145" fmla="*/ 1761067 h 2870200"/>
              <a:gd name="connsiteX146" fmla="*/ 3123816 w 4114416"/>
              <a:gd name="connsiteY146" fmla="*/ 1879600 h 2870200"/>
              <a:gd name="connsiteX147" fmla="*/ 3115349 w 4114416"/>
              <a:gd name="connsiteY147" fmla="*/ 1913467 h 2870200"/>
              <a:gd name="connsiteX148" fmla="*/ 3127799 w 4114416"/>
              <a:gd name="connsiteY148" fmla="*/ 1901016 h 2870200"/>
              <a:gd name="connsiteX149" fmla="*/ 3106882 w 4114416"/>
              <a:gd name="connsiteY149" fmla="*/ 1888067 h 2870200"/>
              <a:gd name="connsiteX150" fmla="*/ 3132282 w 4114416"/>
              <a:gd name="connsiteY150" fmla="*/ 1871134 h 2870200"/>
              <a:gd name="connsiteX151" fmla="*/ 3140749 w 4114416"/>
              <a:gd name="connsiteY151" fmla="*/ 1769534 h 2870200"/>
              <a:gd name="connsiteX152" fmla="*/ 3157682 w 4114416"/>
              <a:gd name="connsiteY152" fmla="*/ 1710267 h 2870200"/>
              <a:gd name="connsiteX153" fmla="*/ 3166149 w 4114416"/>
              <a:gd name="connsiteY153" fmla="*/ 1684867 h 2870200"/>
              <a:gd name="connsiteX154" fmla="*/ 3191549 w 4114416"/>
              <a:gd name="connsiteY154" fmla="*/ 1676400 h 2870200"/>
              <a:gd name="connsiteX155" fmla="*/ 3200016 w 4114416"/>
              <a:gd name="connsiteY155" fmla="*/ 2006600 h 2870200"/>
              <a:gd name="connsiteX156" fmla="*/ 3208482 w 4114416"/>
              <a:gd name="connsiteY156" fmla="*/ 2048934 h 2870200"/>
              <a:gd name="connsiteX157" fmla="*/ 3216949 w 4114416"/>
              <a:gd name="connsiteY157" fmla="*/ 2099734 h 2870200"/>
              <a:gd name="connsiteX158" fmla="*/ 3233882 w 4114416"/>
              <a:gd name="connsiteY158" fmla="*/ 2048934 h 2870200"/>
              <a:gd name="connsiteX159" fmla="*/ 3242349 w 4114416"/>
              <a:gd name="connsiteY159" fmla="*/ 1998134 h 2870200"/>
              <a:gd name="connsiteX160" fmla="*/ 3276216 w 4114416"/>
              <a:gd name="connsiteY160" fmla="*/ 2353734 h 2870200"/>
              <a:gd name="connsiteX161" fmla="*/ 3301616 w 4114416"/>
              <a:gd name="connsiteY161" fmla="*/ 2387600 h 2870200"/>
              <a:gd name="connsiteX162" fmla="*/ 3310082 w 4114416"/>
              <a:gd name="connsiteY162" fmla="*/ 2497667 h 2870200"/>
              <a:gd name="connsiteX163" fmla="*/ 3327016 w 4114416"/>
              <a:gd name="connsiteY163" fmla="*/ 2531534 h 2870200"/>
              <a:gd name="connsiteX164" fmla="*/ 3343949 w 4114416"/>
              <a:gd name="connsiteY164" fmla="*/ 2599267 h 2870200"/>
              <a:gd name="connsiteX165" fmla="*/ 3369349 w 4114416"/>
              <a:gd name="connsiteY165" fmla="*/ 2667000 h 2870200"/>
              <a:gd name="connsiteX166" fmla="*/ 3411682 w 4114416"/>
              <a:gd name="connsiteY166" fmla="*/ 2810934 h 2870200"/>
              <a:gd name="connsiteX167" fmla="*/ 3437082 w 4114416"/>
              <a:gd name="connsiteY167" fmla="*/ 2870200 h 2870200"/>
              <a:gd name="connsiteX168" fmla="*/ 3462482 w 4114416"/>
              <a:gd name="connsiteY168" fmla="*/ 1828800 h 2870200"/>
              <a:gd name="connsiteX169" fmla="*/ 3461984 w 4114416"/>
              <a:gd name="connsiteY169" fmla="*/ 2090271 h 2870200"/>
              <a:gd name="connsiteX170" fmla="*/ 3487882 w 4114416"/>
              <a:gd name="connsiteY170" fmla="*/ 1735667 h 2870200"/>
              <a:gd name="connsiteX171" fmla="*/ 3513282 w 4114416"/>
              <a:gd name="connsiteY171" fmla="*/ 1651000 h 2870200"/>
              <a:gd name="connsiteX172" fmla="*/ 3521749 w 4114416"/>
              <a:gd name="connsiteY172" fmla="*/ 1701800 h 2870200"/>
              <a:gd name="connsiteX173" fmla="*/ 3525733 w 4114416"/>
              <a:gd name="connsiteY173" fmla="*/ 1875118 h 2870200"/>
              <a:gd name="connsiteX174" fmla="*/ 3547149 w 4114416"/>
              <a:gd name="connsiteY174" fmla="*/ 1752600 h 2870200"/>
              <a:gd name="connsiteX175" fmla="*/ 3555616 w 4114416"/>
              <a:gd name="connsiteY175" fmla="*/ 1693334 h 2870200"/>
              <a:gd name="connsiteX176" fmla="*/ 3597949 w 4114416"/>
              <a:gd name="connsiteY176" fmla="*/ 1608667 h 2870200"/>
              <a:gd name="connsiteX177" fmla="*/ 3614882 w 4114416"/>
              <a:gd name="connsiteY177" fmla="*/ 1566334 h 2870200"/>
              <a:gd name="connsiteX178" fmla="*/ 3657216 w 4114416"/>
              <a:gd name="connsiteY178" fmla="*/ 1464734 h 2870200"/>
              <a:gd name="connsiteX179" fmla="*/ 3661200 w 4114416"/>
              <a:gd name="connsiteY179" fmla="*/ 1373094 h 2870200"/>
              <a:gd name="connsiteX180" fmla="*/ 3682616 w 4114416"/>
              <a:gd name="connsiteY180" fmla="*/ 1363134 h 2870200"/>
              <a:gd name="connsiteX181" fmla="*/ 3699549 w 4114416"/>
              <a:gd name="connsiteY181" fmla="*/ 1320800 h 2870200"/>
              <a:gd name="connsiteX182" fmla="*/ 3694569 w 4114416"/>
              <a:gd name="connsiteY182" fmla="*/ 1151964 h 2870200"/>
              <a:gd name="connsiteX183" fmla="*/ 3741882 w 4114416"/>
              <a:gd name="connsiteY183" fmla="*/ 1227667 h 2870200"/>
              <a:gd name="connsiteX184" fmla="*/ 3750349 w 4114416"/>
              <a:gd name="connsiteY184" fmla="*/ 1176867 h 2870200"/>
              <a:gd name="connsiteX185" fmla="*/ 3767282 w 4114416"/>
              <a:gd name="connsiteY185" fmla="*/ 1126067 h 2870200"/>
              <a:gd name="connsiteX186" fmla="*/ 3775749 w 4114416"/>
              <a:gd name="connsiteY186" fmla="*/ 1058334 h 2870200"/>
              <a:gd name="connsiteX187" fmla="*/ 3784216 w 4114416"/>
              <a:gd name="connsiteY187" fmla="*/ 1270000 h 2870200"/>
              <a:gd name="connsiteX188" fmla="*/ 3813064 w 4114416"/>
              <a:gd name="connsiteY188" fmla="*/ 678606 h 2870200"/>
              <a:gd name="connsiteX189" fmla="*/ 3818082 w 4114416"/>
              <a:gd name="connsiteY189" fmla="*/ 558800 h 2870200"/>
              <a:gd name="connsiteX190" fmla="*/ 3835016 w 4114416"/>
              <a:gd name="connsiteY190" fmla="*/ 482600 h 2870200"/>
              <a:gd name="connsiteX191" fmla="*/ 3843482 w 4114416"/>
              <a:gd name="connsiteY191" fmla="*/ 533400 h 2870200"/>
              <a:gd name="connsiteX192" fmla="*/ 3860416 w 4114416"/>
              <a:gd name="connsiteY192" fmla="*/ 660400 h 2870200"/>
              <a:gd name="connsiteX193" fmla="*/ 3868882 w 4114416"/>
              <a:gd name="connsiteY193" fmla="*/ 702734 h 2870200"/>
              <a:gd name="connsiteX194" fmla="*/ 3885816 w 4114416"/>
              <a:gd name="connsiteY194" fmla="*/ 736600 h 2870200"/>
              <a:gd name="connsiteX195" fmla="*/ 3902749 w 4114416"/>
              <a:gd name="connsiteY195" fmla="*/ 702734 h 2870200"/>
              <a:gd name="connsiteX196" fmla="*/ 3962016 w 4114416"/>
              <a:gd name="connsiteY196" fmla="*/ 482600 h 2870200"/>
              <a:gd name="connsiteX197" fmla="*/ 3978949 w 4114416"/>
              <a:gd name="connsiteY197" fmla="*/ 457200 h 2870200"/>
              <a:gd name="connsiteX198" fmla="*/ 4004349 w 4114416"/>
              <a:gd name="connsiteY198" fmla="*/ 177800 h 2870200"/>
              <a:gd name="connsiteX199" fmla="*/ 4029749 w 4114416"/>
              <a:gd name="connsiteY199" fmla="*/ 135467 h 2870200"/>
              <a:gd name="connsiteX200" fmla="*/ 4038216 w 4114416"/>
              <a:gd name="connsiteY200" fmla="*/ 101600 h 2870200"/>
              <a:gd name="connsiteX201" fmla="*/ 4046682 w 4114416"/>
              <a:gd name="connsiteY201" fmla="*/ 76200 h 2870200"/>
              <a:gd name="connsiteX202" fmla="*/ 4055149 w 4114416"/>
              <a:gd name="connsiteY202" fmla="*/ 110067 h 2870200"/>
              <a:gd name="connsiteX203" fmla="*/ 4072082 w 4114416"/>
              <a:gd name="connsiteY203" fmla="*/ 160867 h 2870200"/>
              <a:gd name="connsiteX204" fmla="*/ 4114416 w 4114416"/>
              <a:gd name="connsiteY204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9467 w 4114416"/>
              <a:gd name="connsiteY22" fmla="*/ 1994509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17682 w 4114416"/>
              <a:gd name="connsiteY30" fmla="*/ 2023534 h 2870200"/>
              <a:gd name="connsiteX31" fmla="*/ 643082 w 4114416"/>
              <a:gd name="connsiteY31" fmla="*/ 1786467 h 2870200"/>
              <a:gd name="connsiteX32" fmla="*/ 651549 w 4114416"/>
              <a:gd name="connsiteY32" fmla="*/ 1744134 h 2870200"/>
              <a:gd name="connsiteX33" fmla="*/ 668482 w 4114416"/>
              <a:gd name="connsiteY33" fmla="*/ 1718734 h 2870200"/>
              <a:gd name="connsiteX34" fmla="*/ 685416 w 4114416"/>
              <a:gd name="connsiteY34" fmla="*/ 1617134 h 2870200"/>
              <a:gd name="connsiteX35" fmla="*/ 702349 w 4114416"/>
              <a:gd name="connsiteY35" fmla="*/ 1557867 h 2870200"/>
              <a:gd name="connsiteX36" fmla="*/ 710816 w 4114416"/>
              <a:gd name="connsiteY36" fmla="*/ 1524000 h 2870200"/>
              <a:gd name="connsiteX37" fmla="*/ 727749 w 4114416"/>
              <a:gd name="connsiteY37" fmla="*/ 1312334 h 2870200"/>
              <a:gd name="connsiteX38" fmla="*/ 744682 w 4114416"/>
              <a:gd name="connsiteY38" fmla="*/ 1380067 h 2870200"/>
              <a:gd name="connsiteX39" fmla="*/ 761616 w 4114416"/>
              <a:gd name="connsiteY39" fmla="*/ 1532467 h 2870200"/>
              <a:gd name="connsiteX40" fmla="*/ 778549 w 4114416"/>
              <a:gd name="connsiteY40" fmla="*/ 1566334 h 2870200"/>
              <a:gd name="connsiteX41" fmla="*/ 803949 w 4114416"/>
              <a:gd name="connsiteY41" fmla="*/ 1456267 h 2870200"/>
              <a:gd name="connsiteX42" fmla="*/ 820882 w 4114416"/>
              <a:gd name="connsiteY42" fmla="*/ 1430867 h 2870200"/>
              <a:gd name="connsiteX43" fmla="*/ 854749 w 4114416"/>
              <a:gd name="connsiteY43" fmla="*/ 1388534 h 2870200"/>
              <a:gd name="connsiteX44" fmla="*/ 863216 w 4114416"/>
              <a:gd name="connsiteY44" fmla="*/ 1498600 h 2870200"/>
              <a:gd name="connsiteX45" fmla="*/ 888616 w 4114416"/>
              <a:gd name="connsiteY45" fmla="*/ 1811867 h 2870200"/>
              <a:gd name="connsiteX46" fmla="*/ 897082 w 4114416"/>
              <a:gd name="connsiteY46" fmla="*/ 1642534 h 2870200"/>
              <a:gd name="connsiteX47" fmla="*/ 922482 w 4114416"/>
              <a:gd name="connsiteY47" fmla="*/ 1583267 h 2870200"/>
              <a:gd name="connsiteX48" fmla="*/ 930949 w 4114416"/>
              <a:gd name="connsiteY48" fmla="*/ 1557867 h 2870200"/>
              <a:gd name="connsiteX49" fmla="*/ 939416 w 4114416"/>
              <a:gd name="connsiteY49" fmla="*/ 2006600 h 2870200"/>
              <a:gd name="connsiteX50" fmla="*/ 964816 w 4114416"/>
              <a:gd name="connsiteY50" fmla="*/ 2116667 h 2870200"/>
              <a:gd name="connsiteX51" fmla="*/ 973282 w 4114416"/>
              <a:gd name="connsiteY51" fmla="*/ 1948424 h 2870200"/>
              <a:gd name="connsiteX52" fmla="*/ 990216 w 4114416"/>
              <a:gd name="connsiteY52" fmla="*/ 1794934 h 2870200"/>
              <a:gd name="connsiteX53" fmla="*/ 998682 w 4114416"/>
              <a:gd name="connsiteY53" fmla="*/ 1761067 h 2870200"/>
              <a:gd name="connsiteX54" fmla="*/ 1015616 w 4114416"/>
              <a:gd name="connsiteY54" fmla="*/ 1871134 h 2870200"/>
              <a:gd name="connsiteX55" fmla="*/ 1032549 w 4114416"/>
              <a:gd name="connsiteY55" fmla="*/ 1947334 h 2870200"/>
              <a:gd name="connsiteX56" fmla="*/ 1049482 w 4114416"/>
              <a:gd name="connsiteY56" fmla="*/ 2040467 h 2870200"/>
              <a:gd name="connsiteX57" fmla="*/ 1074882 w 4114416"/>
              <a:gd name="connsiteY57" fmla="*/ 2108200 h 2870200"/>
              <a:gd name="connsiteX58" fmla="*/ 1083349 w 4114416"/>
              <a:gd name="connsiteY58" fmla="*/ 2150534 h 2870200"/>
              <a:gd name="connsiteX59" fmla="*/ 1125682 w 4114416"/>
              <a:gd name="connsiteY59" fmla="*/ 2209800 h 2870200"/>
              <a:gd name="connsiteX60" fmla="*/ 1134149 w 4114416"/>
              <a:gd name="connsiteY60" fmla="*/ 2108200 h 2870200"/>
              <a:gd name="connsiteX61" fmla="*/ 1184949 w 4114416"/>
              <a:gd name="connsiteY61" fmla="*/ 1989667 h 2870200"/>
              <a:gd name="connsiteX62" fmla="*/ 1235749 w 4114416"/>
              <a:gd name="connsiteY62" fmla="*/ 1913467 h 2870200"/>
              <a:gd name="connsiteX63" fmla="*/ 1244216 w 4114416"/>
              <a:gd name="connsiteY63" fmla="*/ 2167467 h 2870200"/>
              <a:gd name="connsiteX64" fmla="*/ 1261149 w 4114416"/>
              <a:gd name="connsiteY64" fmla="*/ 2082800 h 2870200"/>
              <a:gd name="connsiteX65" fmla="*/ 1269616 w 4114416"/>
              <a:gd name="connsiteY65" fmla="*/ 2015067 h 2870200"/>
              <a:gd name="connsiteX66" fmla="*/ 1311949 w 4114416"/>
              <a:gd name="connsiteY66" fmla="*/ 1854200 h 2870200"/>
              <a:gd name="connsiteX67" fmla="*/ 1320416 w 4114416"/>
              <a:gd name="connsiteY67" fmla="*/ 1803400 h 2870200"/>
              <a:gd name="connsiteX68" fmla="*/ 1345816 w 4114416"/>
              <a:gd name="connsiteY68" fmla="*/ 1701800 h 2870200"/>
              <a:gd name="connsiteX69" fmla="*/ 1371216 w 4114416"/>
              <a:gd name="connsiteY69" fmla="*/ 1718734 h 2870200"/>
              <a:gd name="connsiteX70" fmla="*/ 1379682 w 4114416"/>
              <a:gd name="connsiteY70" fmla="*/ 1744134 h 2870200"/>
              <a:gd name="connsiteX71" fmla="*/ 1405082 w 4114416"/>
              <a:gd name="connsiteY71" fmla="*/ 1828800 h 2870200"/>
              <a:gd name="connsiteX72" fmla="*/ 1422016 w 4114416"/>
              <a:gd name="connsiteY72" fmla="*/ 1879600 h 2870200"/>
              <a:gd name="connsiteX73" fmla="*/ 1430482 w 4114416"/>
              <a:gd name="connsiteY73" fmla="*/ 1913467 h 2870200"/>
              <a:gd name="connsiteX74" fmla="*/ 1455882 w 4114416"/>
              <a:gd name="connsiteY74" fmla="*/ 1947334 h 2870200"/>
              <a:gd name="connsiteX75" fmla="*/ 1472816 w 4114416"/>
              <a:gd name="connsiteY75" fmla="*/ 1938867 h 2870200"/>
              <a:gd name="connsiteX76" fmla="*/ 1515149 w 4114416"/>
              <a:gd name="connsiteY76" fmla="*/ 1803400 h 2870200"/>
              <a:gd name="connsiteX77" fmla="*/ 1574416 w 4114416"/>
              <a:gd name="connsiteY77" fmla="*/ 1651000 h 2870200"/>
              <a:gd name="connsiteX78" fmla="*/ 1582882 w 4114416"/>
              <a:gd name="connsiteY78" fmla="*/ 1591734 h 2870200"/>
              <a:gd name="connsiteX79" fmla="*/ 1599816 w 4114416"/>
              <a:gd name="connsiteY79" fmla="*/ 1566334 h 2870200"/>
              <a:gd name="connsiteX80" fmla="*/ 1608282 w 4114416"/>
              <a:gd name="connsiteY80" fmla="*/ 1524000 h 2870200"/>
              <a:gd name="connsiteX81" fmla="*/ 1616749 w 4114416"/>
              <a:gd name="connsiteY81" fmla="*/ 1498600 h 2870200"/>
              <a:gd name="connsiteX82" fmla="*/ 1633682 w 4114416"/>
              <a:gd name="connsiteY82" fmla="*/ 1524000 h 2870200"/>
              <a:gd name="connsiteX83" fmla="*/ 1659082 w 4114416"/>
              <a:gd name="connsiteY83" fmla="*/ 1490134 h 2870200"/>
              <a:gd name="connsiteX84" fmla="*/ 1684482 w 4114416"/>
              <a:gd name="connsiteY84" fmla="*/ 1388534 h 2870200"/>
              <a:gd name="connsiteX85" fmla="*/ 1743749 w 4114416"/>
              <a:gd name="connsiteY85" fmla="*/ 1286934 h 2870200"/>
              <a:gd name="connsiteX86" fmla="*/ 1794549 w 4114416"/>
              <a:gd name="connsiteY86" fmla="*/ 1176867 h 2870200"/>
              <a:gd name="connsiteX87" fmla="*/ 1819949 w 4114416"/>
              <a:gd name="connsiteY87" fmla="*/ 1202267 h 2870200"/>
              <a:gd name="connsiteX88" fmla="*/ 1828416 w 4114416"/>
              <a:gd name="connsiteY88" fmla="*/ 1227667 h 2870200"/>
              <a:gd name="connsiteX89" fmla="*/ 1845349 w 4114416"/>
              <a:gd name="connsiteY89" fmla="*/ 1261534 h 2870200"/>
              <a:gd name="connsiteX90" fmla="*/ 1887682 w 4114416"/>
              <a:gd name="connsiteY90" fmla="*/ 1422400 h 2870200"/>
              <a:gd name="connsiteX91" fmla="*/ 1938482 w 4114416"/>
              <a:gd name="connsiteY91" fmla="*/ 1600200 h 2870200"/>
              <a:gd name="connsiteX92" fmla="*/ 1989282 w 4114416"/>
              <a:gd name="connsiteY92" fmla="*/ 1744134 h 2870200"/>
              <a:gd name="connsiteX93" fmla="*/ 2006216 w 4114416"/>
              <a:gd name="connsiteY93" fmla="*/ 1498600 h 2870200"/>
              <a:gd name="connsiteX94" fmla="*/ 2023149 w 4114416"/>
              <a:gd name="connsiteY94" fmla="*/ 1464734 h 2870200"/>
              <a:gd name="connsiteX95" fmla="*/ 2031616 w 4114416"/>
              <a:gd name="connsiteY95" fmla="*/ 1439334 h 2870200"/>
              <a:gd name="connsiteX96" fmla="*/ 2082416 w 4114416"/>
              <a:gd name="connsiteY96" fmla="*/ 2032000 h 2870200"/>
              <a:gd name="connsiteX97" fmla="*/ 2090882 w 4114416"/>
              <a:gd name="connsiteY97" fmla="*/ 2150534 h 2870200"/>
              <a:gd name="connsiteX98" fmla="*/ 2099349 w 4114416"/>
              <a:gd name="connsiteY98" fmla="*/ 2489200 h 2870200"/>
              <a:gd name="connsiteX99" fmla="*/ 2133216 w 4114416"/>
              <a:gd name="connsiteY99" fmla="*/ 2421467 h 2870200"/>
              <a:gd name="connsiteX100" fmla="*/ 2175549 w 4114416"/>
              <a:gd name="connsiteY100" fmla="*/ 2319867 h 2870200"/>
              <a:gd name="connsiteX101" fmla="*/ 2200949 w 4114416"/>
              <a:gd name="connsiteY101" fmla="*/ 2286000 h 2870200"/>
              <a:gd name="connsiteX102" fmla="*/ 2234816 w 4114416"/>
              <a:gd name="connsiteY102" fmla="*/ 2235200 h 2870200"/>
              <a:gd name="connsiteX103" fmla="*/ 2251749 w 4114416"/>
              <a:gd name="connsiteY103" fmla="*/ 2514600 h 2870200"/>
              <a:gd name="connsiteX104" fmla="*/ 2277149 w 4114416"/>
              <a:gd name="connsiteY104" fmla="*/ 2565400 h 2870200"/>
              <a:gd name="connsiteX105" fmla="*/ 2285616 w 4114416"/>
              <a:gd name="connsiteY105" fmla="*/ 2489200 h 2870200"/>
              <a:gd name="connsiteX106" fmla="*/ 2302549 w 4114416"/>
              <a:gd name="connsiteY106" fmla="*/ 2421467 h 2870200"/>
              <a:gd name="connsiteX107" fmla="*/ 2311016 w 4114416"/>
              <a:gd name="connsiteY107" fmla="*/ 1718734 h 2870200"/>
              <a:gd name="connsiteX108" fmla="*/ 2336416 w 4114416"/>
              <a:gd name="connsiteY108" fmla="*/ 1811867 h 2870200"/>
              <a:gd name="connsiteX109" fmla="*/ 2361816 w 4114416"/>
              <a:gd name="connsiteY109" fmla="*/ 1871134 h 2870200"/>
              <a:gd name="connsiteX110" fmla="*/ 2387216 w 4114416"/>
              <a:gd name="connsiteY110" fmla="*/ 1938867 h 2870200"/>
              <a:gd name="connsiteX111" fmla="*/ 2395682 w 4114416"/>
              <a:gd name="connsiteY111" fmla="*/ 1972734 h 2870200"/>
              <a:gd name="connsiteX112" fmla="*/ 2404149 w 4114416"/>
              <a:gd name="connsiteY112" fmla="*/ 1574800 h 2870200"/>
              <a:gd name="connsiteX113" fmla="*/ 2429549 w 4114416"/>
              <a:gd name="connsiteY113" fmla="*/ 1236134 h 2870200"/>
              <a:gd name="connsiteX114" fmla="*/ 2446482 w 4114416"/>
              <a:gd name="connsiteY114" fmla="*/ 1092200 h 2870200"/>
              <a:gd name="connsiteX115" fmla="*/ 2454949 w 4114416"/>
              <a:gd name="connsiteY115" fmla="*/ 1066800 h 2870200"/>
              <a:gd name="connsiteX116" fmla="*/ 2463416 w 4114416"/>
              <a:gd name="connsiteY116" fmla="*/ 1092200 h 2870200"/>
              <a:gd name="connsiteX117" fmla="*/ 2480349 w 4114416"/>
              <a:gd name="connsiteY117" fmla="*/ 1117600 h 2870200"/>
              <a:gd name="connsiteX118" fmla="*/ 2488816 w 4114416"/>
              <a:gd name="connsiteY118" fmla="*/ 1227667 h 2870200"/>
              <a:gd name="connsiteX119" fmla="*/ 2514216 w 4114416"/>
              <a:gd name="connsiteY119" fmla="*/ 753534 h 2870200"/>
              <a:gd name="connsiteX120" fmla="*/ 2531149 w 4114416"/>
              <a:gd name="connsiteY120" fmla="*/ 685800 h 2870200"/>
              <a:gd name="connsiteX121" fmla="*/ 2539616 w 4114416"/>
              <a:gd name="connsiteY121" fmla="*/ 609600 h 2870200"/>
              <a:gd name="connsiteX122" fmla="*/ 2548082 w 4114416"/>
              <a:gd name="connsiteY122" fmla="*/ 558800 h 2870200"/>
              <a:gd name="connsiteX123" fmla="*/ 2565016 w 4114416"/>
              <a:gd name="connsiteY123" fmla="*/ 584200 h 2870200"/>
              <a:gd name="connsiteX124" fmla="*/ 2573482 w 4114416"/>
              <a:gd name="connsiteY124" fmla="*/ 778934 h 2870200"/>
              <a:gd name="connsiteX125" fmla="*/ 2615816 w 4114416"/>
              <a:gd name="connsiteY125" fmla="*/ 914400 h 2870200"/>
              <a:gd name="connsiteX126" fmla="*/ 2632749 w 4114416"/>
              <a:gd name="connsiteY126" fmla="*/ 973667 h 2870200"/>
              <a:gd name="connsiteX127" fmla="*/ 2649682 w 4114416"/>
              <a:gd name="connsiteY127" fmla="*/ 812800 h 2870200"/>
              <a:gd name="connsiteX128" fmla="*/ 2666616 w 4114416"/>
              <a:gd name="connsiteY128" fmla="*/ 694267 h 2870200"/>
              <a:gd name="connsiteX129" fmla="*/ 2692016 w 4114416"/>
              <a:gd name="connsiteY129" fmla="*/ 558800 h 2870200"/>
              <a:gd name="connsiteX130" fmla="*/ 2717416 w 4114416"/>
              <a:gd name="connsiteY130" fmla="*/ 321734 h 2870200"/>
              <a:gd name="connsiteX131" fmla="*/ 2734349 w 4114416"/>
              <a:gd name="connsiteY131" fmla="*/ 1058334 h 2870200"/>
              <a:gd name="connsiteX132" fmla="*/ 2760746 w 4114416"/>
              <a:gd name="connsiteY132" fmla="*/ 1023969 h 2870200"/>
              <a:gd name="connsiteX133" fmla="*/ 2810549 w 4114416"/>
              <a:gd name="connsiteY133" fmla="*/ 905934 h 2870200"/>
              <a:gd name="connsiteX134" fmla="*/ 2844416 w 4114416"/>
              <a:gd name="connsiteY134" fmla="*/ 855134 h 2870200"/>
              <a:gd name="connsiteX135" fmla="*/ 2869816 w 4114416"/>
              <a:gd name="connsiteY135" fmla="*/ 1422400 h 2870200"/>
              <a:gd name="connsiteX136" fmla="*/ 2878282 w 4114416"/>
              <a:gd name="connsiteY136" fmla="*/ 1388534 h 2870200"/>
              <a:gd name="connsiteX137" fmla="*/ 2895216 w 4114416"/>
              <a:gd name="connsiteY137" fmla="*/ 1363134 h 2870200"/>
              <a:gd name="connsiteX138" fmla="*/ 2920616 w 4114416"/>
              <a:gd name="connsiteY138" fmla="*/ 1278467 h 2870200"/>
              <a:gd name="connsiteX139" fmla="*/ 2937549 w 4114416"/>
              <a:gd name="connsiteY139" fmla="*/ 1320800 h 2870200"/>
              <a:gd name="connsiteX140" fmla="*/ 2954482 w 4114416"/>
              <a:gd name="connsiteY140" fmla="*/ 1388534 h 2870200"/>
              <a:gd name="connsiteX141" fmla="*/ 2971416 w 4114416"/>
              <a:gd name="connsiteY141" fmla="*/ 1422400 h 2870200"/>
              <a:gd name="connsiteX142" fmla="*/ 3013749 w 4114416"/>
              <a:gd name="connsiteY142" fmla="*/ 1540934 h 2870200"/>
              <a:gd name="connsiteX143" fmla="*/ 3030682 w 4114416"/>
              <a:gd name="connsiteY143" fmla="*/ 1566334 h 2870200"/>
              <a:gd name="connsiteX144" fmla="*/ 3064549 w 4114416"/>
              <a:gd name="connsiteY144" fmla="*/ 1718734 h 2870200"/>
              <a:gd name="connsiteX145" fmla="*/ 3089949 w 4114416"/>
              <a:gd name="connsiteY145" fmla="*/ 1761067 h 2870200"/>
              <a:gd name="connsiteX146" fmla="*/ 3123816 w 4114416"/>
              <a:gd name="connsiteY146" fmla="*/ 1879600 h 2870200"/>
              <a:gd name="connsiteX147" fmla="*/ 3115349 w 4114416"/>
              <a:gd name="connsiteY147" fmla="*/ 1913467 h 2870200"/>
              <a:gd name="connsiteX148" fmla="*/ 3127799 w 4114416"/>
              <a:gd name="connsiteY148" fmla="*/ 1901016 h 2870200"/>
              <a:gd name="connsiteX149" fmla="*/ 3106882 w 4114416"/>
              <a:gd name="connsiteY149" fmla="*/ 1888067 h 2870200"/>
              <a:gd name="connsiteX150" fmla="*/ 3132282 w 4114416"/>
              <a:gd name="connsiteY150" fmla="*/ 1871134 h 2870200"/>
              <a:gd name="connsiteX151" fmla="*/ 3140749 w 4114416"/>
              <a:gd name="connsiteY151" fmla="*/ 1769534 h 2870200"/>
              <a:gd name="connsiteX152" fmla="*/ 3157682 w 4114416"/>
              <a:gd name="connsiteY152" fmla="*/ 1710267 h 2870200"/>
              <a:gd name="connsiteX153" fmla="*/ 3166149 w 4114416"/>
              <a:gd name="connsiteY153" fmla="*/ 1684867 h 2870200"/>
              <a:gd name="connsiteX154" fmla="*/ 3191549 w 4114416"/>
              <a:gd name="connsiteY154" fmla="*/ 1676400 h 2870200"/>
              <a:gd name="connsiteX155" fmla="*/ 3200016 w 4114416"/>
              <a:gd name="connsiteY155" fmla="*/ 2006600 h 2870200"/>
              <a:gd name="connsiteX156" fmla="*/ 3208482 w 4114416"/>
              <a:gd name="connsiteY156" fmla="*/ 2048934 h 2870200"/>
              <a:gd name="connsiteX157" fmla="*/ 3216949 w 4114416"/>
              <a:gd name="connsiteY157" fmla="*/ 2099734 h 2870200"/>
              <a:gd name="connsiteX158" fmla="*/ 3233882 w 4114416"/>
              <a:gd name="connsiteY158" fmla="*/ 2048934 h 2870200"/>
              <a:gd name="connsiteX159" fmla="*/ 3242349 w 4114416"/>
              <a:gd name="connsiteY159" fmla="*/ 1998134 h 2870200"/>
              <a:gd name="connsiteX160" fmla="*/ 3276216 w 4114416"/>
              <a:gd name="connsiteY160" fmla="*/ 2353734 h 2870200"/>
              <a:gd name="connsiteX161" fmla="*/ 3301616 w 4114416"/>
              <a:gd name="connsiteY161" fmla="*/ 2387600 h 2870200"/>
              <a:gd name="connsiteX162" fmla="*/ 3310082 w 4114416"/>
              <a:gd name="connsiteY162" fmla="*/ 2497667 h 2870200"/>
              <a:gd name="connsiteX163" fmla="*/ 3327016 w 4114416"/>
              <a:gd name="connsiteY163" fmla="*/ 2531534 h 2870200"/>
              <a:gd name="connsiteX164" fmla="*/ 3343949 w 4114416"/>
              <a:gd name="connsiteY164" fmla="*/ 2599267 h 2870200"/>
              <a:gd name="connsiteX165" fmla="*/ 3369349 w 4114416"/>
              <a:gd name="connsiteY165" fmla="*/ 2667000 h 2870200"/>
              <a:gd name="connsiteX166" fmla="*/ 3411682 w 4114416"/>
              <a:gd name="connsiteY166" fmla="*/ 2810934 h 2870200"/>
              <a:gd name="connsiteX167" fmla="*/ 3437082 w 4114416"/>
              <a:gd name="connsiteY167" fmla="*/ 2870200 h 2870200"/>
              <a:gd name="connsiteX168" fmla="*/ 3462482 w 4114416"/>
              <a:gd name="connsiteY168" fmla="*/ 1828800 h 2870200"/>
              <a:gd name="connsiteX169" fmla="*/ 3461984 w 4114416"/>
              <a:gd name="connsiteY169" fmla="*/ 2090271 h 2870200"/>
              <a:gd name="connsiteX170" fmla="*/ 3487882 w 4114416"/>
              <a:gd name="connsiteY170" fmla="*/ 1735667 h 2870200"/>
              <a:gd name="connsiteX171" fmla="*/ 3513282 w 4114416"/>
              <a:gd name="connsiteY171" fmla="*/ 1651000 h 2870200"/>
              <a:gd name="connsiteX172" fmla="*/ 3521749 w 4114416"/>
              <a:gd name="connsiteY172" fmla="*/ 1701800 h 2870200"/>
              <a:gd name="connsiteX173" fmla="*/ 3525733 w 4114416"/>
              <a:gd name="connsiteY173" fmla="*/ 1875118 h 2870200"/>
              <a:gd name="connsiteX174" fmla="*/ 3547149 w 4114416"/>
              <a:gd name="connsiteY174" fmla="*/ 1752600 h 2870200"/>
              <a:gd name="connsiteX175" fmla="*/ 3555616 w 4114416"/>
              <a:gd name="connsiteY175" fmla="*/ 1693334 h 2870200"/>
              <a:gd name="connsiteX176" fmla="*/ 3597949 w 4114416"/>
              <a:gd name="connsiteY176" fmla="*/ 1608667 h 2870200"/>
              <a:gd name="connsiteX177" fmla="*/ 3614882 w 4114416"/>
              <a:gd name="connsiteY177" fmla="*/ 1566334 h 2870200"/>
              <a:gd name="connsiteX178" fmla="*/ 3657216 w 4114416"/>
              <a:gd name="connsiteY178" fmla="*/ 1464734 h 2870200"/>
              <a:gd name="connsiteX179" fmla="*/ 3661200 w 4114416"/>
              <a:gd name="connsiteY179" fmla="*/ 1373094 h 2870200"/>
              <a:gd name="connsiteX180" fmla="*/ 3682616 w 4114416"/>
              <a:gd name="connsiteY180" fmla="*/ 1363134 h 2870200"/>
              <a:gd name="connsiteX181" fmla="*/ 3699549 w 4114416"/>
              <a:gd name="connsiteY181" fmla="*/ 1320800 h 2870200"/>
              <a:gd name="connsiteX182" fmla="*/ 3694569 w 4114416"/>
              <a:gd name="connsiteY182" fmla="*/ 1151964 h 2870200"/>
              <a:gd name="connsiteX183" fmla="*/ 3741882 w 4114416"/>
              <a:gd name="connsiteY183" fmla="*/ 1227667 h 2870200"/>
              <a:gd name="connsiteX184" fmla="*/ 3750349 w 4114416"/>
              <a:gd name="connsiteY184" fmla="*/ 1176867 h 2870200"/>
              <a:gd name="connsiteX185" fmla="*/ 3767282 w 4114416"/>
              <a:gd name="connsiteY185" fmla="*/ 1126067 h 2870200"/>
              <a:gd name="connsiteX186" fmla="*/ 3775749 w 4114416"/>
              <a:gd name="connsiteY186" fmla="*/ 1058334 h 2870200"/>
              <a:gd name="connsiteX187" fmla="*/ 3784216 w 4114416"/>
              <a:gd name="connsiteY187" fmla="*/ 1270000 h 2870200"/>
              <a:gd name="connsiteX188" fmla="*/ 3813064 w 4114416"/>
              <a:gd name="connsiteY188" fmla="*/ 678606 h 2870200"/>
              <a:gd name="connsiteX189" fmla="*/ 3818082 w 4114416"/>
              <a:gd name="connsiteY189" fmla="*/ 558800 h 2870200"/>
              <a:gd name="connsiteX190" fmla="*/ 3835016 w 4114416"/>
              <a:gd name="connsiteY190" fmla="*/ 482600 h 2870200"/>
              <a:gd name="connsiteX191" fmla="*/ 3843482 w 4114416"/>
              <a:gd name="connsiteY191" fmla="*/ 533400 h 2870200"/>
              <a:gd name="connsiteX192" fmla="*/ 3860416 w 4114416"/>
              <a:gd name="connsiteY192" fmla="*/ 660400 h 2870200"/>
              <a:gd name="connsiteX193" fmla="*/ 3868882 w 4114416"/>
              <a:gd name="connsiteY193" fmla="*/ 702734 h 2870200"/>
              <a:gd name="connsiteX194" fmla="*/ 3885816 w 4114416"/>
              <a:gd name="connsiteY194" fmla="*/ 736600 h 2870200"/>
              <a:gd name="connsiteX195" fmla="*/ 3902749 w 4114416"/>
              <a:gd name="connsiteY195" fmla="*/ 702734 h 2870200"/>
              <a:gd name="connsiteX196" fmla="*/ 3962016 w 4114416"/>
              <a:gd name="connsiteY196" fmla="*/ 482600 h 2870200"/>
              <a:gd name="connsiteX197" fmla="*/ 3978949 w 4114416"/>
              <a:gd name="connsiteY197" fmla="*/ 457200 h 2870200"/>
              <a:gd name="connsiteX198" fmla="*/ 4004349 w 4114416"/>
              <a:gd name="connsiteY198" fmla="*/ 177800 h 2870200"/>
              <a:gd name="connsiteX199" fmla="*/ 4029749 w 4114416"/>
              <a:gd name="connsiteY199" fmla="*/ 135467 h 2870200"/>
              <a:gd name="connsiteX200" fmla="*/ 4038216 w 4114416"/>
              <a:gd name="connsiteY200" fmla="*/ 101600 h 2870200"/>
              <a:gd name="connsiteX201" fmla="*/ 4046682 w 4114416"/>
              <a:gd name="connsiteY201" fmla="*/ 76200 h 2870200"/>
              <a:gd name="connsiteX202" fmla="*/ 4055149 w 4114416"/>
              <a:gd name="connsiteY202" fmla="*/ 110067 h 2870200"/>
              <a:gd name="connsiteX203" fmla="*/ 4072082 w 4114416"/>
              <a:gd name="connsiteY203" fmla="*/ 160867 h 2870200"/>
              <a:gd name="connsiteX204" fmla="*/ 4114416 w 4114416"/>
              <a:gd name="connsiteY204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9467 w 4114416"/>
              <a:gd name="connsiteY22" fmla="*/ 1994509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17682 w 4114416"/>
              <a:gd name="connsiteY30" fmla="*/ 2023534 h 2870200"/>
              <a:gd name="connsiteX31" fmla="*/ 643082 w 4114416"/>
              <a:gd name="connsiteY31" fmla="*/ 1786467 h 2870200"/>
              <a:gd name="connsiteX32" fmla="*/ 651549 w 4114416"/>
              <a:gd name="connsiteY32" fmla="*/ 1744134 h 2870200"/>
              <a:gd name="connsiteX33" fmla="*/ 668482 w 4114416"/>
              <a:gd name="connsiteY33" fmla="*/ 1718734 h 2870200"/>
              <a:gd name="connsiteX34" fmla="*/ 685416 w 4114416"/>
              <a:gd name="connsiteY34" fmla="*/ 1617134 h 2870200"/>
              <a:gd name="connsiteX35" fmla="*/ 702349 w 4114416"/>
              <a:gd name="connsiteY35" fmla="*/ 1557867 h 2870200"/>
              <a:gd name="connsiteX36" fmla="*/ 710816 w 4114416"/>
              <a:gd name="connsiteY36" fmla="*/ 1524000 h 2870200"/>
              <a:gd name="connsiteX37" fmla="*/ 727749 w 4114416"/>
              <a:gd name="connsiteY37" fmla="*/ 1312334 h 2870200"/>
              <a:gd name="connsiteX38" fmla="*/ 744682 w 4114416"/>
              <a:gd name="connsiteY38" fmla="*/ 1380067 h 2870200"/>
              <a:gd name="connsiteX39" fmla="*/ 761616 w 4114416"/>
              <a:gd name="connsiteY39" fmla="*/ 1532467 h 2870200"/>
              <a:gd name="connsiteX40" fmla="*/ 778549 w 4114416"/>
              <a:gd name="connsiteY40" fmla="*/ 1566334 h 2870200"/>
              <a:gd name="connsiteX41" fmla="*/ 803949 w 4114416"/>
              <a:gd name="connsiteY41" fmla="*/ 1456267 h 2870200"/>
              <a:gd name="connsiteX42" fmla="*/ 820882 w 4114416"/>
              <a:gd name="connsiteY42" fmla="*/ 1430867 h 2870200"/>
              <a:gd name="connsiteX43" fmla="*/ 854749 w 4114416"/>
              <a:gd name="connsiteY43" fmla="*/ 1388534 h 2870200"/>
              <a:gd name="connsiteX44" fmla="*/ 863216 w 4114416"/>
              <a:gd name="connsiteY44" fmla="*/ 1498600 h 2870200"/>
              <a:gd name="connsiteX45" fmla="*/ 888616 w 4114416"/>
              <a:gd name="connsiteY45" fmla="*/ 1811867 h 2870200"/>
              <a:gd name="connsiteX46" fmla="*/ 897082 w 4114416"/>
              <a:gd name="connsiteY46" fmla="*/ 1642534 h 2870200"/>
              <a:gd name="connsiteX47" fmla="*/ 922482 w 4114416"/>
              <a:gd name="connsiteY47" fmla="*/ 1583267 h 2870200"/>
              <a:gd name="connsiteX48" fmla="*/ 930949 w 4114416"/>
              <a:gd name="connsiteY48" fmla="*/ 1557867 h 2870200"/>
              <a:gd name="connsiteX49" fmla="*/ 939416 w 4114416"/>
              <a:gd name="connsiteY49" fmla="*/ 2006600 h 2870200"/>
              <a:gd name="connsiteX50" fmla="*/ 964816 w 4114416"/>
              <a:gd name="connsiteY50" fmla="*/ 2116667 h 2870200"/>
              <a:gd name="connsiteX51" fmla="*/ 973282 w 4114416"/>
              <a:gd name="connsiteY51" fmla="*/ 1948424 h 2870200"/>
              <a:gd name="connsiteX52" fmla="*/ 990216 w 4114416"/>
              <a:gd name="connsiteY52" fmla="*/ 1794934 h 2870200"/>
              <a:gd name="connsiteX53" fmla="*/ 998682 w 4114416"/>
              <a:gd name="connsiteY53" fmla="*/ 1761067 h 2870200"/>
              <a:gd name="connsiteX54" fmla="*/ 1015616 w 4114416"/>
              <a:gd name="connsiteY54" fmla="*/ 1871134 h 2870200"/>
              <a:gd name="connsiteX55" fmla="*/ 1032549 w 4114416"/>
              <a:gd name="connsiteY55" fmla="*/ 1947334 h 2870200"/>
              <a:gd name="connsiteX56" fmla="*/ 1049482 w 4114416"/>
              <a:gd name="connsiteY56" fmla="*/ 2040467 h 2870200"/>
              <a:gd name="connsiteX57" fmla="*/ 1074882 w 4114416"/>
              <a:gd name="connsiteY57" fmla="*/ 2108200 h 2870200"/>
              <a:gd name="connsiteX58" fmla="*/ 1083349 w 4114416"/>
              <a:gd name="connsiteY58" fmla="*/ 2150534 h 2870200"/>
              <a:gd name="connsiteX59" fmla="*/ 1125682 w 4114416"/>
              <a:gd name="connsiteY59" fmla="*/ 2209800 h 2870200"/>
              <a:gd name="connsiteX60" fmla="*/ 1134149 w 4114416"/>
              <a:gd name="connsiteY60" fmla="*/ 2108200 h 2870200"/>
              <a:gd name="connsiteX61" fmla="*/ 1184949 w 4114416"/>
              <a:gd name="connsiteY61" fmla="*/ 1989667 h 2870200"/>
              <a:gd name="connsiteX62" fmla="*/ 1235749 w 4114416"/>
              <a:gd name="connsiteY62" fmla="*/ 1913467 h 2870200"/>
              <a:gd name="connsiteX63" fmla="*/ 1244216 w 4114416"/>
              <a:gd name="connsiteY63" fmla="*/ 2167467 h 2870200"/>
              <a:gd name="connsiteX64" fmla="*/ 1261149 w 4114416"/>
              <a:gd name="connsiteY64" fmla="*/ 2082800 h 2870200"/>
              <a:gd name="connsiteX65" fmla="*/ 1269616 w 4114416"/>
              <a:gd name="connsiteY65" fmla="*/ 2015067 h 2870200"/>
              <a:gd name="connsiteX66" fmla="*/ 1311949 w 4114416"/>
              <a:gd name="connsiteY66" fmla="*/ 1854200 h 2870200"/>
              <a:gd name="connsiteX67" fmla="*/ 1320416 w 4114416"/>
              <a:gd name="connsiteY67" fmla="*/ 1803400 h 2870200"/>
              <a:gd name="connsiteX68" fmla="*/ 1345816 w 4114416"/>
              <a:gd name="connsiteY68" fmla="*/ 1701800 h 2870200"/>
              <a:gd name="connsiteX69" fmla="*/ 1371216 w 4114416"/>
              <a:gd name="connsiteY69" fmla="*/ 1718734 h 2870200"/>
              <a:gd name="connsiteX70" fmla="*/ 1379682 w 4114416"/>
              <a:gd name="connsiteY70" fmla="*/ 1744134 h 2870200"/>
              <a:gd name="connsiteX71" fmla="*/ 1405082 w 4114416"/>
              <a:gd name="connsiteY71" fmla="*/ 1828800 h 2870200"/>
              <a:gd name="connsiteX72" fmla="*/ 1422016 w 4114416"/>
              <a:gd name="connsiteY72" fmla="*/ 1879600 h 2870200"/>
              <a:gd name="connsiteX73" fmla="*/ 1430482 w 4114416"/>
              <a:gd name="connsiteY73" fmla="*/ 1913467 h 2870200"/>
              <a:gd name="connsiteX74" fmla="*/ 1455882 w 4114416"/>
              <a:gd name="connsiteY74" fmla="*/ 1947334 h 2870200"/>
              <a:gd name="connsiteX75" fmla="*/ 1472816 w 4114416"/>
              <a:gd name="connsiteY75" fmla="*/ 1938867 h 2870200"/>
              <a:gd name="connsiteX76" fmla="*/ 1515149 w 4114416"/>
              <a:gd name="connsiteY76" fmla="*/ 1803400 h 2870200"/>
              <a:gd name="connsiteX77" fmla="*/ 1574416 w 4114416"/>
              <a:gd name="connsiteY77" fmla="*/ 1651000 h 2870200"/>
              <a:gd name="connsiteX78" fmla="*/ 1582882 w 4114416"/>
              <a:gd name="connsiteY78" fmla="*/ 1591734 h 2870200"/>
              <a:gd name="connsiteX79" fmla="*/ 1599816 w 4114416"/>
              <a:gd name="connsiteY79" fmla="*/ 1566334 h 2870200"/>
              <a:gd name="connsiteX80" fmla="*/ 1608282 w 4114416"/>
              <a:gd name="connsiteY80" fmla="*/ 1524000 h 2870200"/>
              <a:gd name="connsiteX81" fmla="*/ 1616749 w 4114416"/>
              <a:gd name="connsiteY81" fmla="*/ 1498600 h 2870200"/>
              <a:gd name="connsiteX82" fmla="*/ 1633682 w 4114416"/>
              <a:gd name="connsiteY82" fmla="*/ 1524000 h 2870200"/>
              <a:gd name="connsiteX83" fmla="*/ 1659082 w 4114416"/>
              <a:gd name="connsiteY83" fmla="*/ 1490134 h 2870200"/>
              <a:gd name="connsiteX84" fmla="*/ 1684482 w 4114416"/>
              <a:gd name="connsiteY84" fmla="*/ 1388534 h 2870200"/>
              <a:gd name="connsiteX85" fmla="*/ 1743749 w 4114416"/>
              <a:gd name="connsiteY85" fmla="*/ 1286934 h 2870200"/>
              <a:gd name="connsiteX86" fmla="*/ 1794549 w 4114416"/>
              <a:gd name="connsiteY86" fmla="*/ 1176867 h 2870200"/>
              <a:gd name="connsiteX87" fmla="*/ 1819949 w 4114416"/>
              <a:gd name="connsiteY87" fmla="*/ 1202267 h 2870200"/>
              <a:gd name="connsiteX88" fmla="*/ 1828416 w 4114416"/>
              <a:gd name="connsiteY88" fmla="*/ 1227667 h 2870200"/>
              <a:gd name="connsiteX89" fmla="*/ 1845349 w 4114416"/>
              <a:gd name="connsiteY89" fmla="*/ 1261534 h 2870200"/>
              <a:gd name="connsiteX90" fmla="*/ 1887682 w 4114416"/>
              <a:gd name="connsiteY90" fmla="*/ 1422400 h 2870200"/>
              <a:gd name="connsiteX91" fmla="*/ 1938482 w 4114416"/>
              <a:gd name="connsiteY91" fmla="*/ 1600200 h 2870200"/>
              <a:gd name="connsiteX92" fmla="*/ 1989282 w 4114416"/>
              <a:gd name="connsiteY92" fmla="*/ 1744134 h 2870200"/>
              <a:gd name="connsiteX93" fmla="*/ 2006216 w 4114416"/>
              <a:gd name="connsiteY93" fmla="*/ 1498600 h 2870200"/>
              <a:gd name="connsiteX94" fmla="*/ 2023149 w 4114416"/>
              <a:gd name="connsiteY94" fmla="*/ 1464734 h 2870200"/>
              <a:gd name="connsiteX95" fmla="*/ 2031616 w 4114416"/>
              <a:gd name="connsiteY95" fmla="*/ 1439334 h 2870200"/>
              <a:gd name="connsiteX96" fmla="*/ 2082416 w 4114416"/>
              <a:gd name="connsiteY96" fmla="*/ 2032000 h 2870200"/>
              <a:gd name="connsiteX97" fmla="*/ 2090882 w 4114416"/>
              <a:gd name="connsiteY97" fmla="*/ 2150534 h 2870200"/>
              <a:gd name="connsiteX98" fmla="*/ 2099349 w 4114416"/>
              <a:gd name="connsiteY98" fmla="*/ 2489200 h 2870200"/>
              <a:gd name="connsiteX99" fmla="*/ 2133216 w 4114416"/>
              <a:gd name="connsiteY99" fmla="*/ 2421467 h 2870200"/>
              <a:gd name="connsiteX100" fmla="*/ 2175549 w 4114416"/>
              <a:gd name="connsiteY100" fmla="*/ 2319867 h 2870200"/>
              <a:gd name="connsiteX101" fmla="*/ 2200949 w 4114416"/>
              <a:gd name="connsiteY101" fmla="*/ 2286000 h 2870200"/>
              <a:gd name="connsiteX102" fmla="*/ 2234816 w 4114416"/>
              <a:gd name="connsiteY102" fmla="*/ 2235200 h 2870200"/>
              <a:gd name="connsiteX103" fmla="*/ 2251749 w 4114416"/>
              <a:gd name="connsiteY103" fmla="*/ 2514600 h 2870200"/>
              <a:gd name="connsiteX104" fmla="*/ 2277149 w 4114416"/>
              <a:gd name="connsiteY104" fmla="*/ 2565400 h 2870200"/>
              <a:gd name="connsiteX105" fmla="*/ 2285616 w 4114416"/>
              <a:gd name="connsiteY105" fmla="*/ 2489200 h 2870200"/>
              <a:gd name="connsiteX106" fmla="*/ 2302549 w 4114416"/>
              <a:gd name="connsiteY106" fmla="*/ 2421467 h 2870200"/>
              <a:gd name="connsiteX107" fmla="*/ 2311016 w 4114416"/>
              <a:gd name="connsiteY107" fmla="*/ 1718734 h 2870200"/>
              <a:gd name="connsiteX108" fmla="*/ 2336416 w 4114416"/>
              <a:gd name="connsiteY108" fmla="*/ 1811867 h 2870200"/>
              <a:gd name="connsiteX109" fmla="*/ 2361816 w 4114416"/>
              <a:gd name="connsiteY109" fmla="*/ 1871134 h 2870200"/>
              <a:gd name="connsiteX110" fmla="*/ 2387216 w 4114416"/>
              <a:gd name="connsiteY110" fmla="*/ 1938867 h 2870200"/>
              <a:gd name="connsiteX111" fmla="*/ 2395682 w 4114416"/>
              <a:gd name="connsiteY111" fmla="*/ 1972734 h 2870200"/>
              <a:gd name="connsiteX112" fmla="*/ 2404149 w 4114416"/>
              <a:gd name="connsiteY112" fmla="*/ 1574800 h 2870200"/>
              <a:gd name="connsiteX113" fmla="*/ 2429549 w 4114416"/>
              <a:gd name="connsiteY113" fmla="*/ 1236134 h 2870200"/>
              <a:gd name="connsiteX114" fmla="*/ 2446482 w 4114416"/>
              <a:gd name="connsiteY114" fmla="*/ 1092200 h 2870200"/>
              <a:gd name="connsiteX115" fmla="*/ 2454949 w 4114416"/>
              <a:gd name="connsiteY115" fmla="*/ 1066800 h 2870200"/>
              <a:gd name="connsiteX116" fmla="*/ 2463416 w 4114416"/>
              <a:gd name="connsiteY116" fmla="*/ 1092200 h 2870200"/>
              <a:gd name="connsiteX117" fmla="*/ 2480349 w 4114416"/>
              <a:gd name="connsiteY117" fmla="*/ 1117600 h 2870200"/>
              <a:gd name="connsiteX118" fmla="*/ 2488816 w 4114416"/>
              <a:gd name="connsiteY118" fmla="*/ 1227667 h 2870200"/>
              <a:gd name="connsiteX119" fmla="*/ 2514216 w 4114416"/>
              <a:gd name="connsiteY119" fmla="*/ 753534 h 2870200"/>
              <a:gd name="connsiteX120" fmla="*/ 2531149 w 4114416"/>
              <a:gd name="connsiteY120" fmla="*/ 685800 h 2870200"/>
              <a:gd name="connsiteX121" fmla="*/ 2539616 w 4114416"/>
              <a:gd name="connsiteY121" fmla="*/ 609600 h 2870200"/>
              <a:gd name="connsiteX122" fmla="*/ 2548082 w 4114416"/>
              <a:gd name="connsiteY122" fmla="*/ 558800 h 2870200"/>
              <a:gd name="connsiteX123" fmla="*/ 2565016 w 4114416"/>
              <a:gd name="connsiteY123" fmla="*/ 584200 h 2870200"/>
              <a:gd name="connsiteX124" fmla="*/ 2573482 w 4114416"/>
              <a:gd name="connsiteY124" fmla="*/ 778934 h 2870200"/>
              <a:gd name="connsiteX125" fmla="*/ 2615816 w 4114416"/>
              <a:gd name="connsiteY125" fmla="*/ 914400 h 2870200"/>
              <a:gd name="connsiteX126" fmla="*/ 2632749 w 4114416"/>
              <a:gd name="connsiteY126" fmla="*/ 973667 h 2870200"/>
              <a:gd name="connsiteX127" fmla="*/ 2649682 w 4114416"/>
              <a:gd name="connsiteY127" fmla="*/ 812800 h 2870200"/>
              <a:gd name="connsiteX128" fmla="*/ 2666616 w 4114416"/>
              <a:gd name="connsiteY128" fmla="*/ 694267 h 2870200"/>
              <a:gd name="connsiteX129" fmla="*/ 2692016 w 4114416"/>
              <a:gd name="connsiteY129" fmla="*/ 558800 h 2870200"/>
              <a:gd name="connsiteX130" fmla="*/ 2717416 w 4114416"/>
              <a:gd name="connsiteY130" fmla="*/ 321734 h 2870200"/>
              <a:gd name="connsiteX131" fmla="*/ 2734349 w 4114416"/>
              <a:gd name="connsiteY131" fmla="*/ 1058334 h 2870200"/>
              <a:gd name="connsiteX132" fmla="*/ 2760746 w 4114416"/>
              <a:gd name="connsiteY132" fmla="*/ 1023969 h 2870200"/>
              <a:gd name="connsiteX133" fmla="*/ 2810549 w 4114416"/>
              <a:gd name="connsiteY133" fmla="*/ 905934 h 2870200"/>
              <a:gd name="connsiteX134" fmla="*/ 2844416 w 4114416"/>
              <a:gd name="connsiteY134" fmla="*/ 855134 h 2870200"/>
              <a:gd name="connsiteX135" fmla="*/ 2869816 w 4114416"/>
              <a:gd name="connsiteY135" fmla="*/ 1422400 h 2870200"/>
              <a:gd name="connsiteX136" fmla="*/ 2878282 w 4114416"/>
              <a:gd name="connsiteY136" fmla="*/ 1388534 h 2870200"/>
              <a:gd name="connsiteX137" fmla="*/ 2895216 w 4114416"/>
              <a:gd name="connsiteY137" fmla="*/ 1363134 h 2870200"/>
              <a:gd name="connsiteX138" fmla="*/ 2920616 w 4114416"/>
              <a:gd name="connsiteY138" fmla="*/ 1278467 h 2870200"/>
              <a:gd name="connsiteX139" fmla="*/ 2937549 w 4114416"/>
              <a:gd name="connsiteY139" fmla="*/ 1320800 h 2870200"/>
              <a:gd name="connsiteX140" fmla="*/ 2954482 w 4114416"/>
              <a:gd name="connsiteY140" fmla="*/ 1388534 h 2870200"/>
              <a:gd name="connsiteX141" fmla="*/ 2971416 w 4114416"/>
              <a:gd name="connsiteY141" fmla="*/ 1422400 h 2870200"/>
              <a:gd name="connsiteX142" fmla="*/ 3013749 w 4114416"/>
              <a:gd name="connsiteY142" fmla="*/ 1540934 h 2870200"/>
              <a:gd name="connsiteX143" fmla="*/ 3030682 w 4114416"/>
              <a:gd name="connsiteY143" fmla="*/ 1566334 h 2870200"/>
              <a:gd name="connsiteX144" fmla="*/ 3064549 w 4114416"/>
              <a:gd name="connsiteY144" fmla="*/ 1718734 h 2870200"/>
              <a:gd name="connsiteX145" fmla="*/ 3089949 w 4114416"/>
              <a:gd name="connsiteY145" fmla="*/ 1761067 h 2870200"/>
              <a:gd name="connsiteX146" fmla="*/ 3123816 w 4114416"/>
              <a:gd name="connsiteY146" fmla="*/ 1879600 h 2870200"/>
              <a:gd name="connsiteX147" fmla="*/ 3115349 w 4114416"/>
              <a:gd name="connsiteY147" fmla="*/ 1913467 h 2870200"/>
              <a:gd name="connsiteX148" fmla="*/ 3127799 w 4114416"/>
              <a:gd name="connsiteY148" fmla="*/ 1901016 h 2870200"/>
              <a:gd name="connsiteX149" fmla="*/ 3106882 w 4114416"/>
              <a:gd name="connsiteY149" fmla="*/ 1888067 h 2870200"/>
              <a:gd name="connsiteX150" fmla="*/ 3132282 w 4114416"/>
              <a:gd name="connsiteY150" fmla="*/ 1871134 h 2870200"/>
              <a:gd name="connsiteX151" fmla="*/ 3140749 w 4114416"/>
              <a:gd name="connsiteY151" fmla="*/ 1769534 h 2870200"/>
              <a:gd name="connsiteX152" fmla="*/ 3157682 w 4114416"/>
              <a:gd name="connsiteY152" fmla="*/ 1710267 h 2870200"/>
              <a:gd name="connsiteX153" fmla="*/ 3166149 w 4114416"/>
              <a:gd name="connsiteY153" fmla="*/ 1684867 h 2870200"/>
              <a:gd name="connsiteX154" fmla="*/ 3191549 w 4114416"/>
              <a:gd name="connsiteY154" fmla="*/ 1676400 h 2870200"/>
              <a:gd name="connsiteX155" fmla="*/ 3200016 w 4114416"/>
              <a:gd name="connsiteY155" fmla="*/ 2006600 h 2870200"/>
              <a:gd name="connsiteX156" fmla="*/ 3208482 w 4114416"/>
              <a:gd name="connsiteY156" fmla="*/ 2048934 h 2870200"/>
              <a:gd name="connsiteX157" fmla="*/ 3216949 w 4114416"/>
              <a:gd name="connsiteY157" fmla="*/ 2099734 h 2870200"/>
              <a:gd name="connsiteX158" fmla="*/ 3233882 w 4114416"/>
              <a:gd name="connsiteY158" fmla="*/ 2048934 h 2870200"/>
              <a:gd name="connsiteX159" fmla="*/ 3242349 w 4114416"/>
              <a:gd name="connsiteY159" fmla="*/ 1998134 h 2870200"/>
              <a:gd name="connsiteX160" fmla="*/ 3276216 w 4114416"/>
              <a:gd name="connsiteY160" fmla="*/ 2353734 h 2870200"/>
              <a:gd name="connsiteX161" fmla="*/ 3301616 w 4114416"/>
              <a:gd name="connsiteY161" fmla="*/ 2387600 h 2870200"/>
              <a:gd name="connsiteX162" fmla="*/ 3310082 w 4114416"/>
              <a:gd name="connsiteY162" fmla="*/ 2497667 h 2870200"/>
              <a:gd name="connsiteX163" fmla="*/ 3327016 w 4114416"/>
              <a:gd name="connsiteY163" fmla="*/ 2531534 h 2870200"/>
              <a:gd name="connsiteX164" fmla="*/ 3343949 w 4114416"/>
              <a:gd name="connsiteY164" fmla="*/ 2599267 h 2870200"/>
              <a:gd name="connsiteX165" fmla="*/ 3369349 w 4114416"/>
              <a:gd name="connsiteY165" fmla="*/ 2667000 h 2870200"/>
              <a:gd name="connsiteX166" fmla="*/ 3411682 w 4114416"/>
              <a:gd name="connsiteY166" fmla="*/ 2810934 h 2870200"/>
              <a:gd name="connsiteX167" fmla="*/ 3437082 w 4114416"/>
              <a:gd name="connsiteY167" fmla="*/ 2870200 h 2870200"/>
              <a:gd name="connsiteX168" fmla="*/ 3462482 w 4114416"/>
              <a:gd name="connsiteY168" fmla="*/ 1828800 h 2870200"/>
              <a:gd name="connsiteX169" fmla="*/ 3461984 w 4114416"/>
              <a:gd name="connsiteY169" fmla="*/ 2090271 h 2870200"/>
              <a:gd name="connsiteX170" fmla="*/ 3487882 w 4114416"/>
              <a:gd name="connsiteY170" fmla="*/ 1735667 h 2870200"/>
              <a:gd name="connsiteX171" fmla="*/ 3513282 w 4114416"/>
              <a:gd name="connsiteY171" fmla="*/ 1651000 h 2870200"/>
              <a:gd name="connsiteX172" fmla="*/ 3521749 w 4114416"/>
              <a:gd name="connsiteY172" fmla="*/ 1701800 h 2870200"/>
              <a:gd name="connsiteX173" fmla="*/ 3525733 w 4114416"/>
              <a:gd name="connsiteY173" fmla="*/ 1875118 h 2870200"/>
              <a:gd name="connsiteX174" fmla="*/ 3547149 w 4114416"/>
              <a:gd name="connsiteY174" fmla="*/ 1752600 h 2870200"/>
              <a:gd name="connsiteX175" fmla="*/ 3555616 w 4114416"/>
              <a:gd name="connsiteY175" fmla="*/ 1693334 h 2870200"/>
              <a:gd name="connsiteX176" fmla="*/ 3597949 w 4114416"/>
              <a:gd name="connsiteY176" fmla="*/ 1608667 h 2870200"/>
              <a:gd name="connsiteX177" fmla="*/ 3614882 w 4114416"/>
              <a:gd name="connsiteY177" fmla="*/ 1566334 h 2870200"/>
              <a:gd name="connsiteX178" fmla="*/ 3657216 w 4114416"/>
              <a:gd name="connsiteY178" fmla="*/ 1464734 h 2870200"/>
              <a:gd name="connsiteX179" fmla="*/ 3661200 w 4114416"/>
              <a:gd name="connsiteY179" fmla="*/ 1373094 h 2870200"/>
              <a:gd name="connsiteX180" fmla="*/ 3682616 w 4114416"/>
              <a:gd name="connsiteY180" fmla="*/ 1363134 h 2870200"/>
              <a:gd name="connsiteX181" fmla="*/ 3699549 w 4114416"/>
              <a:gd name="connsiteY181" fmla="*/ 1320800 h 2870200"/>
              <a:gd name="connsiteX182" fmla="*/ 3694569 w 4114416"/>
              <a:gd name="connsiteY182" fmla="*/ 1151964 h 2870200"/>
              <a:gd name="connsiteX183" fmla="*/ 3741882 w 4114416"/>
              <a:gd name="connsiteY183" fmla="*/ 1227667 h 2870200"/>
              <a:gd name="connsiteX184" fmla="*/ 3750349 w 4114416"/>
              <a:gd name="connsiteY184" fmla="*/ 1176867 h 2870200"/>
              <a:gd name="connsiteX185" fmla="*/ 3767282 w 4114416"/>
              <a:gd name="connsiteY185" fmla="*/ 1126067 h 2870200"/>
              <a:gd name="connsiteX186" fmla="*/ 3775749 w 4114416"/>
              <a:gd name="connsiteY186" fmla="*/ 1058334 h 2870200"/>
              <a:gd name="connsiteX187" fmla="*/ 3784216 w 4114416"/>
              <a:gd name="connsiteY187" fmla="*/ 1270000 h 2870200"/>
              <a:gd name="connsiteX188" fmla="*/ 3813064 w 4114416"/>
              <a:gd name="connsiteY188" fmla="*/ 678606 h 2870200"/>
              <a:gd name="connsiteX189" fmla="*/ 3818082 w 4114416"/>
              <a:gd name="connsiteY189" fmla="*/ 558800 h 2870200"/>
              <a:gd name="connsiteX190" fmla="*/ 3835016 w 4114416"/>
              <a:gd name="connsiteY190" fmla="*/ 482600 h 2870200"/>
              <a:gd name="connsiteX191" fmla="*/ 3843482 w 4114416"/>
              <a:gd name="connsiteY191" fmla="*/ 533400 h 2870200"/>
              <a:gd name="connsiteX192" fmla="*/ 3860416 w 4114416"/>
              <a:gd name="connsiteY192" fmla="*/ 660400 h 2870200"/>
              <a:gd name="connsiteX193" fmla="*/ 3868882 w 4114416"/>
              <a:gd name="connsiteY193" fmla="*/ 702734 h 2870200"/>
              <a:gd name="connsiteX194" fmla="*/ 3885816 w 4114416"/>
              <a:gd name="connsiteY194" fmla="*/ 736600 h 2870200"/>
              <a:gd name="connsiteX195" fmla="*/ 3902749 w 4114416"/>
              <a:gd name="connsiteY195" fmla="*/ 702734 h 2870200"/>
              <a:gd name="connsiteX196" fmla="*/ 3962016 w 4114416"/>
              <a:gd name="connsiteY196" fmla="*/ 482600 h 2870200"/>
              <a:gd name="connsiteX197" fmla="*/ 3978949 w 4114416"/>
              <a:gd name="connsiteY197" fmla="*/ 457200 h 2870200"/>
              <a:gd name="connsiteX198" fmla="*/ 4004349 w 4114416"/>
              <a:gd name="connsiteY198" fmla="*/ 177800 h 2870200"/>
              <a:gd name="connsiteX199" fmla="*/ 4029749 w 4114416"/>
              <a:gd name="connsiteY199" fmla="*/ 135467 h 2870200"/>
              <a:gd name="connsiteX200" fmla="*/ 4038216 w 4114416"/>
              <a:gd name="connsiteY200" fmla="*/ 101600 h 2870200"/>
              <a:gd name="connsiteX201" fmla="*/ 4046682 w 4114416"/>
              <a:gd name="connsiteY201" fmla="*/ 76200 h 2870200"/>
              <a:gd name="connsiteX202" fmla="*/ 4055149 w 4114416"/>
              <a:gd name="connsiteY202" fmla="*/ 110067 h 2870200"/>
              <a:gd name="connsiteX203" fmla="*/ 4072082 w 4114416"/>
              <a:gd name="connsiteY203" fmla="*/ 160867 h 2870200"/>
              <a:gd name="connsiteX204" fmla="*/ 4114416 w 4114416"/>
              <a:gd name="connsiteY204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17682 w 4114416"/>
              <a:gd name="connsiteY30" fmla="*/ 2023534 h 2870200"/>
              <a:gd name="connsiteX31" fmla="*/ 643082 w 4114416"/>
              <a:gd name="connsiteY31" fmla="*/ 1786467 h 2870200"/>
              <a:gd name="connsiteX32" fmla="*/ 651549 w 4114416"/>
              <a:gd name="connsiteY32" fmla="*/ 1744134 h 2870200"/>
              <a:gd name="connsiteX33" fmla="*/ 668482 w 4114416"/>
              <a:gd name="connsiteY33" fmla="*/ 1718734 h 2870200"/>
              <a:gd name="connsiteX34" fmla="*/ 685416 w 4114416"/>
              <a:gd name="connsiteY34" fmla="*/ 1617134 h 2870200"/>
              <a:gd name="connsiteX35" fmla="*/ 702349 w 4114416"/>
              <a:gd name="connsiteY35" fmla="*/ 1557867 h 2870200"/>
              <a:gd name="connsiteX36" fmla="*/ 710816 w 4114416"/>
              <a:gd name="connsiteY36" fmla="*/ 1524000 h 2870200"/>
              <a:gd name="connsiteX37" fmla="*/ 727749 w 4114416"/>
              <a:gd name="connsiteY37" fmla="*/ 1312334 h 2870200"/>
              <a:gd name="connsiteX38" fmla="*/ 744682 w 4114416"/>
              <a:gd name="connsiteY38" fmla="*/ 1380067 h 2870200"/>
              <a:gd name="connsiteX39" fmla="*/ 761616 w 4114416"/>
              <a:gd name="connsiteY39" fmla="*/ 1532467 h 2870200"/>
              <a:gd name="connsiteX40" fmla="*/ 778549 w 4114416"/>
              <a:gd name="connsiteY40" fmla="*/ 1566334 h 2870200"/>
              <a:gd name="connsiteX41" fmla="*/ 803949 w 4114416"/>
              <a:gd name="connsiteY41" fmla="*/ 1456267 h 2870200"/>
              <a:gd name="connsiteX42" fmla="*/ 820882 w 4114416"/>
              <a:gd name="connsiteY42" fmla="*/ 1430867 h 2870200"/>
              <a:gd name="connsiteX43" fmla="*/ 854749 w 4114416"/>
              <a:gd name="connsiteY43" fmla="*/ 1388534 h 2870200"/>
              <a:gd name="connsiteX44" fmla="*/ 863216 w 4114416"/>
              <a:gd name="connsiteY44" fmla="*/ 1498600 h 2870200"/>
              <a:gd name="connsiteX45" fmla="*/ 888616 w 4114416"/>
              <a:gd name="connsiteY45" fmla="*/ 1811867 h 2870200"/>
              <a:gd name="connsiteX46" fmla="*/ 897082 w 4114416"/>
              <a:gd name="connsiteY46" fmla="*/ 1642534 h 2870200"/>
              <a:gd name="connsiteX47" fmla="*/ 922482 w 4114416"/>
              <a:gd name="connsiteY47" fmla="*/ 1583267 h 2870200"/>
              <a:gd name="connsiteX48" fmla="*/ 930949 w 4114416"/>
              <a:gd name="connsiteY48" fmla="*/ 1557867 h 2870200"/>
              <a:gd name="connsiteX49" fmla="*/ 939416 w 4114416"/>
              <a:gd name="connsiteY49" fmla="*/ 2006600 h 2870200"/>
              <a:gd name="connsiteX50" fmla="*/ 964816 w 4114416"/>
              <a:gd name="connsiteY50" fmla="*/ 2116667 h 2870200"/>
              <a:gd name="connsiteX51" fmla="*/ 973282 w 4114416"/>
              <a:gd name="connsiteY51" fmla="*/ 1948424 h 2870200"/>
              <a:gd name="connsiteX52" fmla="*/ 990216 w 4114416"/>
              <a:gd name="connsiteY52" fmla="*/ 1794934 h 2870200"/>
              <a:gd name="connsiteX53" fmla="*/ 998682 w 4114416"/>
              <a:gd name="connsiteY53" fmla="*/ 1761067 h 2870200"/>
              <a:gd name="connsiteX54" fmla="*/ 1015616 w 4114416"/>
              <a:gd name="connsiteY54" fmla="*/ 1871134 h 2870200"/>
              <a:gd name="connsiteX55" fmla="*/ 1032549 w 4114416"/>
              <a:gd name="connsiteY55" fmla="*/ 1947334 h 2870200"/>
              <a:gd name="connsiteX56" fmla="*/ 1049482 w 4114416"/>
              <a:gd name="connsiteY56" fmla="*/ 2040467 h 2870200"/>
              <a:gd name="connsiteX57" fmla="*/ 1074882 w 4114416"/>
              <a:gd name="connsiteY57" fmla="*/ 2108200 h 2870200"/>
              <a:gd name="connsiteX58" fmla="*/ 1083349 w 4114416"/>
              <a:gd name="connsiteY58" fmla="*/ 2150534 h 2870200"/>
              <a:gd name="connsiteX59" fmla="*/ 1125682 w 4114416"/>
              <a:gd name="connsiteY59" fmla="*/ 2209800 h 2870200"/>
              <a:gd name="connsiteX60" fmla="*/ 1134149 w 4114416"/>
              <a:gd name="connsiteY60" fmla="*/ 2108200 h 2870200"/>
              <a:gd name="connsiteX61" fmla="*/ 1184949 w 4114416"/>
              <a:gd name="connsiteY61" fmla="*/ 1989667 h 2870200"/>
              <a:gd name="connsiteX62" fmla="*/ 1235749 w 4114416"/>
              <a:gd name="connsiteY62" fmla="*/ 1913467 h 2870200"/>
              <a:gd name="connsiteX63" fmla="*/ 1244216 w 4114416"/>
              <a:gd name="connsiteY63" fmla="*/ 2167467 h 2870200"/>
              <a:gd name="connsiteX64" fmla="*/ 1261149 w 4114416"/>
              <a:gd name="connsiteY64" fmla="*/ 2082800 h 2870200"/>
              <a:gd name="connsiteX65" fmla="*/ 1269616 w 4114416"/>
              <a:gd name="connsiteY65" fmla="*/ 2015067 h 2870200"/>
              <a:gd name="connsiteX66" fmla="*/ 1311949 w 4114416"/>
              <a:gd name="connsiteY66" fmla="*/ 1854200 h 2870200"/>
              <a:gd name="connsiteX67" fmla="*/ 1320416 w 4114416"/>
              <a:gd name="connsiteY67" fmla="*/ 1803400 h 2870200"/>
              <a:gd name="connsiteX68" fmla="*/ 1345816 w 4114416"/>
              <a:gd name="connsiteY68" fmla="*/ 1701800 h 2870200"/>
              <a:gd name="connsiteX69" fmla="*/ 1371216 w 4114416"/>
              <a:gd name="connsiteY69" fmla="*/ 1718734 h 2870200"/>
              <a:gd name="connsiteX70" fmla="*/ 1379682 w 4114416"/>
              <a:gd name="connsiteY70" fmla="*/ 1744134 h 2870200"/>
              <a:gd name="connsiteX71" fmla="*/ 1405082 w 4114416"/>
              <a:gd name="connsiteY71" fmla="*/ 1828800 h 2870200"/>
              <a:gd name="connsiteX72" fmla="*/ 1422016 w 4114416"/>
              <a:gd name="connsiteY72" fmla="*/ 1879600 h 2870200"/>
              <a:gd name="connsiteX73" fmla="*/ 1430482 w 4114416"/>
              <a:gd name="connsiteY73" fmla="*/ 1913467 h 2870200"/>
              <a:gd name="connsiteX74" fmla="*/ 1455882 w 4114416"/>
              <a:gd name="connsiteY74" fmla="*/ 1947334 h 2870200"/>
              <a:gd name="connsiteX75" fmla="*/ 1472816 w 4114416"/>
              <a:gd name="connsiteY75" fmla="*/ 1938867 h 2870200"/>
              <a:gd name="connsiteX76" fmla="*/ 1515149 w 4114416"/>
              <a:gd name="connsiteY76" fmla="*/ 1803400 h 2870200"/>
              <a:gd name="connsiteX77" fmla="*/ 1574416 w 4114416"/>
              <a:gd name="connsiteY77" fmla="*/ 1651000 h 2870200"/>
              <a:gd name="connsiteX78" fmla="*/ 1582882 w 4114416"/>
              <a:gd name="connsiteY78" fmla="*/ 1591734 h 2870200"/>
              <a:gd name="connsiteX79" fmla="*/ 1599816 w 4114416"/>
              <a:gd name="connsiteY79" fmla="*/ 1566334 h 2870200"/>
              <a:gd name="connsiteX80" fmla="*/ 1608282 w 4114416"/>
              <a:gd name="connsiteY80" fmla="*/ 1524000 h 2870200"/>
              <a:gd name="connsiteX81" fmla="*/ 1616749 w 4114416"/>
              <a:gd name="connsiteY81" fmla="*/ 1498600 h 2870200"/>
              <a:gd name="connsiteX82" fmla="*/ 1633682 w 4114416"/>
              <a:gd name="connsiteY82" fmla="*/ 1524000 h 2870200"/>
              <a:gd name="connsiteX83" fmla="*/ 1659082 w 4114416"/>
              <a:gd name="connsiteY83" fmla="*/ 1490134 h 2870200"/>
              <a:gd name="connsiteX84" fmla="*/ 1684482 w 4114416"/>
              <a:gd name="connsiteY84" fmla="*/ 1388534 h 2870200"/>
              <a:gd name="connsiteX85" fmla="*/ 1743749 w 4114416"/>
              <a:gd name="connsiteY85" fmla="*/ 1286934 h 2870200"/>
              <a:gd name="connsiteX86" fmla="*/ 1794549 w 4114416"/>
              <a:gd name="connsiteY86" fmla="*/ 1176867 h 2870200"/>
              <a:gd name="connsiteX87" fmla="*/ 1819949 w 4114416"/>
              <a:gd name="connsiteY87" fmla="*/ 1202267 h 2870200"/>
              <a:gd name="connsiteX88" fmla="*/ 1828416 w 4114416"/>
              <a:gd name="connsiteY88" fmla="*/ 1227667 h 2870200"/>
              <a:gd name="connsiteX89" fmla="*/ 1845349 w 4114416"/>
              <a:gd name="connsiteY89" fmla="*/ 1261534 h 2870200"/>
              <a:gd name="connsiteX90" fmla="*/ 1887682 w 4114416"/>
              <a:gd name="connsiteY90" fmla="*/ 1422400 h 2870200"/>
              <a:gd name="connsiteX91" fmla="*/ 1938482 w 4114416"/>
              <a:gd name="connsiteY91" fmla="*/ 1600200 h 2870200"/>
              <a:gd name="connsiteX92" fmla="*/ 1989282 w 4114416"/>
              <a:gd name="connsiteY92" fmla="*/ 1744134 h 2870200"/>
              <a:gd name="connsiteX93" fmla="*/ 2006216 w 4114416"/>
              <a:gd name="connsiteY93" fmla="*/ 1498600 h 2870200"/>
              <a:gd name="connsiteX94" fmla="*/ 2023149 w 4114416"/>
              <a:gd name="connsiteY94" fmla="*/ 1464734 h 2870200"/>
              <a:gd name="connsiteX95" fmla="*/ 2031616 w 4114416"/>
              <a:gd name="connsiteY95" fmla="*/ 1439334 h 2870200"/>
              <a:gd name="connsiteX96" fmla="*/ 2082416 w 4114416"/>
              <a:gd name="connsiteY96" fmla="*/ 2032000 h 2870200"/>
              <a:gd name="connsiteX97" fmla="*/ 2090882 w 4114416"/>
              <a:gd name="connsiteY97" fmla="*/ 2150534 h 2870200"/>
              <a:gd name="connsiteX98" fmla="*/ 2099349 w 4114416"/>
              <a:gd name="connsiteY98" fmla="*/ 2489200 h 2870200"/>
              <a:gd name="connsiteX99" fmla="*/ 2133216 w 4114416"/>
              <a:gd name="connsiteY99" fmla="*/ 2421467 h 2870200"/>
              <a:gd name="connsiteX100" fmla="*/ 2175549 w 4114416"/>
              <a:gd name="connsiteY100" fmla="*/ 2319867 h 2870200"/>
              <a:gd name="connsiteX101" fmla="*/ 2200949 w 4114416"/>
              <a:gd name="connsiteY101" fmla="*/ 2286000 h 2870200"/>
              <a:gd name="connsiteX102" fmla="*/ 2234816 w 4114416"/>
              <a:gd name="connsiteY102" fmla="*/ 2235200 h 2870200"/>
              <a:gd name="connsiteX103" fmla="*/ 2251749 w 4114416"/>
              <a:gd name="connsiteY103" fmla="*/ 2514600 h 2870200"/>
              <a:gd name="connsiteX104" fmla="*/ 2277149 w 4114416"/>
              <a:gd name="connsiteY104" fmla="*/ 2565400 h 2870200"/>
              <a:gd name="connsiteX105" fmla="*/ 2285616 w 4114416"/>
              <a:gd name="connsiteY105" fmla="*/ 2489200 h 2870200"/>
              <a:gd name="connsiteX106" fmla="*/ 2302549 w 4114416"/>
              <a:gd name="connsiteY106" fmla="*/ 2421467 h 2870200"/>
              <a:gd name="connsiteX107" fmla="*/ 2311016 w 4114416"/>
              <a:gd name="connsiteY107" fmla="*/ 1718734 h 2870200"/>
              <a:gd name="connsiteX108" fmla="*/ 2336416 w 4114416"/>
              <a:gd name="connsiteY108" fmla="*/ 1811867 h 2870200"/>
              <a:gd name="connsiteX109" fmla="*/ 2361816 w 4114416"/>
              <a:gd name="connsiteY109" fmla="*/ 1871134 h 2870200"/>
              <a:gd name="connsiteX110" fmla="*/ 2387216 w 4114416"/>
              <a:gd name="connsiteY110" fmla="*/ 1938867 h 2870200"/>
              <a:gd name="connsiteX111" fmla="*/ 2395682 w 4114416"/>
              <a:gd name="connsiteY111" fmla="*/ 1972734 h 2870200"/>
              <a:gd name="connsiteX112" fmla="*/ 2404149 w 4114416"/>
              <a:gd name="connsiteY112" fmla="*/ 1574800 h 2870200"/>
              <a:gd name="connsiteX113" fmla="*/ 2429549 w 4114416"/>
              <a:gd name="connsiteY113" fmla="*/ 1236134 h 2870200"/>
              <a:gd name="connsiteX114" fmla="*/ 2446482 w 4114416"/>
              <a:gd name="connsiteY114" fmla="*/ 1092200 h 2870200"/>
              <a:gd name="connsiteX115" fmla="*/ 2454949 w 4114416"/>
              <a:gd name="connsiteY115" fmla="*/ 1066800 h 2870200"/>
              <a:gd name="connsiteX116" fmla="*/ 2463416 w 4114416"/>
              <a:gd name="connsiteY116" fmla="*/ 1092200 h 2870200"/>
              <a:gd name="connsiteX117" fmla="*/ 2480349 w 4114416"/>
              <a:gd name="connsiteY117" fmla="*/ 1117600 h 2870200"/>
              <a:gd name="connsiteX118" fmla="*/ 2488816 w 4114416"/>
              <a:gd name="connsiteY118" fmla="*/ 1227667 h 2870200"/>
              <a:gd name="connsiteX119" fmla="*/ 2514216 w 4114416"/>
              <a:gd name="connsiteY119" fmla="*/ 753534 h 2870200"/>
              <a:gd name="connsiteX120" fmla="*/ 2531149 w 4114416"/>
              <a:gd name="connsiteY120" fmla="*/ 685800 h 2870200"/>
              <a:gd name="connsiteX121" fmla="*/ 2539616 w 4114416"/>
              <a:gd name="connsiteY121" fmla="*/ 609600 h 2870200"/>
              <a:gd name="connsiteX122" fmla="*/ 2548082 w 4114416"/>
              <a:gd name="connsiteY122" fmla="*/ 558800 h 2870200"/>
              <a:gd name="connsiteX123" fmla="*/ 2565016 w 4114416"/>
              <a:gd name="connsiteY123" fmla="*/ 584200 h 2870200"/>
              <a:gd name="connsiteX124" fmla="*/ 2573482 w 4114416"/>
              <a:gd name="connsiteY124" fmla="*/ 778934 h 2870200"/>
              <a:gd name="connsiteX125" fmla="*/ 2615816 w 4114416"/>
              <a:gd name="connsiteY125" fmla="*/ 914400 h 2870200"/>
              <a:gd name="connsiteX126" fmla="*/ 2632749 w 4114416"/>
              <a:gd name="connsiteY126" fmla="*/ 973667 h 2870200"/>
              <a:gd name="connsiteX127" fmla="*/ 2649682 w 4114416"/>
              <a:gd name="connsiteY127" fmla="*/ 812800 h 2870200"/>
              <a:gd name="connsiteX128" fmla="*/ 2666616 w 4114416"/>
              <a:gd name="connsiteY128" fmla="*/ 694267 h 2870200"/>
              <a:gd name="connsiteX129" fmla="*/ 2692016 w 4114416"/>
              <a:gd name="connsiteY129" fmla="*/ 558800 h 2870200"/>
              <a:gd name="connsiteX130" fmla="*/ 2717416 w 4114416"/>
              <a:gd name="connsiteY130" fmla="*/ 321734 h 2870200"/>
              <a:gd name="connsiteX131" fmla="*/ 2734349 w 4114416"/>
              <a:gd name="connsiteY131" fmla="*/ 1058334 h 2870200"/>
              <a:gd name="connsiteX132" fmla="*/ 2760746 w 4114416"/>
              <a:gd name="connsiteY132" fmla="*/ 1023969 h 2870200"/>
              <a:gd name="connsiteX133" fmla="*/ 2810549 w 4114416"/>
              <a:gd name="connsiteY133" fmla="*/ 905934 h 2870200"/>
              <a:gd name="connsiteX134" fmla="*/ 2844416 w 4114416"/>
              <a:gd name="connsiteY134" fmla="*/ 855134 h 2870200"/>
              <a:gd name="connsiteX135" fmla="*/ 2869816 w 4114416"/>
              <a:gd name="connsiteY135" fmla="*/ 1422400 h 2870200"/>
              <a:gd name="connsiteX136" fmla="*/ 2878282 w 4114416"/>
              <a:gd name="connsiteY136" fmla="*/ 1388534 h 2870200"/>
              <a:gd name="connsiteX137" fmla="*/ 2895216 w 4114416"/>
              <a:gd name="connsiteY137" fmla="*/ 1363134 h 2870200"/>
              <a:gd name="connsiteX138" fmla="*/ 2920616 w 4114416"/>
              <a:gd name="connsiteY138" fmla="*/ 1278467 h 2870200"/>
              <a:gd name="connsiteX139" fmla="*/ 2937549 w 4114416"/>
              <a:gd name="connsiteY139" fmla="*/ 1320800 h 2870200"/>
              <a:gd name="connsiteX140" fmla="*/ 2954482 w 4114416"/>
              <a:gd name="connsiteY140" fmla="*/ 1388534 h 2870200"/>
              <a:gd name="connsiteX141" fmla="*/ 2971416 w 4114416"/>
              <a:gd name="connsiteY141" fmla="*/ 1422400 h 2870200"/>
              <a:gd name="connsiteX142" fmla="*/ 3013749 w 4114416"/>
              <a:gd name="connsiteY142" fmla="*/ 1540934 h 2870200"/>
              <a:gd name="connsiteX143" fmla="*/ 3030682 w 4114416"/>
              <a:gd name="connsiteY143" fmla="*/ 1566334 h 2870200"/>
              <a:gd name="connsiteX144" fmla="*/ 3064549 w 4114416"/>
              <a:gd name="connsiteY144" fmla="*/ 1718734 h 2870200"/>
              <a:gd name="connsiteX145" fmla="*/ 3089949 w 4114416"/>
              <a:gd name="connsiteY145" fmla="*/ 1761067 h 2870200"/>
              <a:gd name="connsiteX146" fmla="*/ 3123816 w 4114416"/>
              <a:gd name="connsiteY146" fmla="*/ 1879600 h 2870200"/>
              <a:gd name="connsiteX147" fmla="*/ 3115349 w 4114416"/>
              <a:gd name="connsiteY147" fmla="*/ 1913467 h 2870200"/>
              <a:gd name="connsiteX148" fmla="*/ 3127799 w 4114416"/>
              <a:gd name="connsiteY148" fmla="*/ 1901016 h 2870200"/>
              <a:gd name="connsiteX149" fmla="*/ 3106882 w 4114416"/>
              <a:gd name="connsiteY149" fmla="*/ 1888067 h 2870200"/>
              <a:gd name="connsiteX150" fmla="*/ 3132282 w 4114416"/>
              <a:gd name="connsiteY150" fmla="*/ 1871134 h 2870200"/>
              <a:gd name="connsiteX151" fmla="*/ 3140749 w 4114416"/>
              <a:gd name="connsiteY151" fmla="*/ 1769534 h 2870200"/>
              <a:gd name="connsiteX152" fmla="*/ 3157682 w 4114416"/>
              <a:gd name="connsiteY152" fmla="*/ 1710267 h 2870200"/>
              <a:gd name="connsiteX153" fmla="*/ 3166149 w 4114416"/>
              <a:gd name="connsiteY153" fmla="*/ 1684867 h 2870200"/>
              <a:gd name="connsiteX154" fmla="*/ 3191549 w 4114416"/>
              <a:gd name="connsiteY154" fmla="*/ 1676400 h 2870200"/>
              <a:gd name="connsiteX155" fmla="*/ 3200016 w 4114416"/>
              <a:gd name="connsiteY155" fmla="*/ 2006600 h 2870200"/>
              <a:gd name="connsiteX156" fmla="*/ 3208482 w 4114416"/>
              <a:gd name="connsiteY156" fmla="*/ 2048934 h 2870200"/>
              <a:gd name="connsiteX157" fmla="*/ 3216949 w 4114416"/>
              <a:gd name="connsiteY157" fmla="*/ 2099734 h 2870200"/>
              <a:gd name="connsiteX158" fmla="*/ 3233882 w 4114416"/>
              <a:gd name="connsiteY158" fmla="*/ 2048934 h 2870200"/>
              <a:gd name="connsiteX159" fmla="*/ 3242349 w 4114416"/>
              <a:gd name="connsiteY159" fmla="*/ 1998134 h 2870200"/>
              <a:gd name="connsiteX160" fmla="*/ 3276216 w 4114416"/>
              <a:gd name="connsiteY160" fmla="*/ 2353734 h 2870200"/>
              <a:gd name="connsiteX161" fmla="*/ 3301616 w 4114416"/>
              <a:gd name="connsiteY161" fmla="*/ 2387600 h 2870200"/>
              <a:gd name="connsiteX162" fmla="*/ 3310082 w 4114416"/>
              <a:gd name="connsiteY162" fmla="*/ 2497667 h 2870200"/>
              <a:gd name="connsiteX163" fmla="*/ 3327016 w 4114416"/>
              <a:gd name="connsiteY163" fmla="*/ 2531534 h 2870200"/>
              <a:gd name="connsiteX164" fmla="*/ 3343949 w 4114416"/>
              <a:gd name="connsiteY164" fmla="*/ 2599267 h 2870200"/>
              <a:gd name="connsiteX165" fmla="*/ 3369349 w 4114416"/>
              <a:gd name="connsiteY165" fmla="*/ 2667000 h 2870200"/>
              <a:gd name="connsiteX166" fmla="*/ 3411682 w 4114416"/>
              <a:gd name="connsiteY166" fmla="*/ 2810934 h 2870200"/>
              <a:gd name="connsiteX167" fmla="*/ 3437082 w 4114416"/>
              <a:gd name="connsiteY167" fmla="*/ 2870200 h 2870200"/>
              <a:gd name="connsiteX168" fmla="*/ 3462482 w 4114416"/>
              <a:gd name="connsiteY168" fmla="*/ 1828800 h 2870200"/>
              <a:gd name="connsiteX169" fmla="*/ 3461984 w 4114416"/>
              <a:gd name="connsiteY169" fmla="*/ 2090271 h 2870200"/>
              <a:gd name="connsiteX170" fmla="*/ 3487882 w 4114416"/>
              <a:gd name="connsiteY170" fmla="*/ 1735667 h 2870200"/>
              <a:gd name="connsiteX171" fmla="*/ 3513282 w 4114416"/>
              <a:gd name="connsiteY171" fmla="*/ 1651000 h 2870200"/>
              <a:gd name="connsiteX172" fmla="*/ 3521749 w 4114416"/>
              <a:gd name="connsiteY172" fmla="*/ 1701800 h 2870200"/>
              <a:gd name="connsiteX173" fmla="*/ 3525733 w 4114416"/>
              <a:gd name="connsiteY173" fmla="*/ 1875118 h 2870200"/>
              <a:gd name="connsiteX174" fmla="*/ 3547149 w 4114416"/>
              <a:gd name="connsiteY174" fmla="*/ 1752600 h 2870200"/>
              <a:gd name="connsiteX175" fmla="*/ 3555616 w 4114416"/>
              <a:gd name="connsiteY175" fmla="*/ 1693334 h 2870200"/>
              <a:gd name="connsiteX176" fmla="*/ 3597949 w 4114416"/>
              <a:gd name="connsiteY176" fmla="*/ 1608667 h 2870200"/>
              <a:gd name="connsiteX177" fmla="*/ 3614882 w 4114416"/>
              <a:gd name="connsiteY177" fmla="*/ 1566334 h 2870200"/>
              <a:gd name="connsiteX178" fmla="*/ 3657216 w 4114416"/>
              <a:gd name="connsiteY178" fmla="*/ 1464734 h 2870200"/>
              <a:gd name="connsiteX179" fmla="*/ 3661200 w 4114416"/>
              <a:gd name="connsiteY179" fmla="*/ 1373094 h 2870200"/>
              <a:gd name="connsiteX180" fmla="*/ 3682616 w 4114416"/>
              <a:gd name="connsiteY180" fmla="*/ 1363134 h 2870200"/>
              <a:gd name="connsiteX181" fmla="*/ 3699549 w 4114416"/>
              <a:gd name="connsiteY181" fmla="*/ 1320800 h 2870200"/>
              <a:gd name="connsiteX182" fmla="*/ 3694569 w 4114416"/>
              <a:gd name="connsiteY182" fmla="*/ 1151964 h 2870200"/>
              <a:gd name="connsiteX183" fmla="*/ 3741882 w 4114416"/>
              <a:gd name="connsiteY183" fmla="*/ 1227667 h 2870200"/>
              <a:gd name="connsiteX184" fmla="*/ 3750349 w 4114416"/>
              <a:gd name="connsiteY184" fmla="*/ 1176867 h 2870200"/>
              <a:gd name="connsiteX185" fmla="*/ 3767282 w 4114416"/>
              <a:gd name="connsiteY185" fmla="*/ 1126067 h 2870200"/>
              <a:gd name="connsiteX186" fmla="*/ 3775749 w 4114416"/>
              <a:gd name="connsiteY186" fmla="*/ 1058334 h 2870200"/>
              <a:gd name="connsiteX187" fmla="*/ 3784216 w 4114416"/>
              <a:gd name="connsiteY187" fmla="*/ 1270000 h 2870200"/>
              <a:gd name="connsiteX188" fmla="*/ 3813064 w 4114416"/>
              <a:gd name="connsiteY188" fmla="*/ 678606 h 2870200"/>
              <a:gd name="connsiteX189" fmla="*/ 3818082 w 4114416"/>
              <a:gd name="connsiteY189" fmla="*/ 558800 h 2870200"/>
              <a:gd name="connsiteX190" fmla="*/ 3835016 w 4114416"/>
              <a:gd name="connsiteY190" fmla="*/ 482600 h 2870200"/>
              <a:gd name="connsiteX191" fmla="*/ 3843482 w 4114416"/>
              <a:gd name="connsiteY191" fmla="*/ 533400 h 2870200"/>
              <a:gd name="connsiteX192" fmla="*/ 3860416 w 4114416"/>
              <a:gd name="connsiteY192" fmla="*/ 660400 h 2870200"/>
              <a:gd name="connsiteX193" fmla="*/ 3868882 w 4114416"/>
              <a:gd name="connsiteY193" fmla="*/ 702734 h 2870200"/>
              <a:gd name="connsiteX194" fmla="*/ 3885816 w 4114416"/>
              <a:gd name="connsiteY194" fmla="*/ 736600 h 2870200"/>
              <a:gd name="connsiteX195" fmla="*/ 3902749 w 4114416"/>
              <a:gd name="connsiteY195" fmla="*/ 702734 h 2870200"/>
              <a:gd name="connsiteX196" fmla="*/ 3962016 w 4114416"/>
              <a:gd name="connsiteY196" fmla="*/ 482600 h 2870200"/>
              <a:gd name="connsiteX197" fmla="*/ 3978949 w 4114416"/>
              <a:gd name="connsiteY197" fmla="*/ 457200 h 2870200"/>
              <a:gd name="connsiteX198" fmla="*/ 4004349 w 4114416"/>
              <a:gd name="connsiteY198" fmla="*/ 177800 h 2870200"/>
              <a:gd name="connsiteX199" fmla="*/ 4029749 w 4114416"/>
              <a:gd name="connsiteY199" fmla="*/ 135467 h 2870200"/>
              <a:gd name="connsiteX200" fmla="*/ 4038216 w 4114416"/>
              <a:gd name="connsiteY200" fmla="*/ 101600 h 2870200"/>
              <a:gd name="connsiteX201" fmla="*/ 4046682 w 4114416"/>
              <a:gd name="connsiteY201" fmla="*/ 76200 h 2870200"/>
              <a:gd name="connsiteX202" fmla="*/ 4055149 w 4114416"/>
              <a:gd name="connsiteY202" fmla="*/ 110067 h 2870200"/>
              <a:gd name="connsiteX203" fmla="*/ 4072082 w 4114416"/>
              <a:gd name="connsiteY203" fmla="*/ 160867 h 2870200"/>
              <a:gd name="connsiteX204" fmla="*/ 4114416 w 4114416"/>
              <a:gd name="connsiteY204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17682 w 4114416"/>
              <a:gd name="connsiteY30" fmla="*/ 2023534 h 2870200"/>
              <a:gd name="connsiteX31" fmla="*/ 643082 w 4114416"/>
              <a:gd name="connsiteY31" fmla="*/ 1786467 h 2870200"/>
              <a:gd name="connsiteX32" fmla="*/ 651549 w 4114416"/>
              <a:gd name="connsiteY32" fmla="*/ 1744134 h 2870200"/>
              <a:gd name="connsiteX33" fmla="*/ 668482 w 4114416"/>
              <a:gd name="connsiteY33" fmla="*/ 1718734 h 2870200"/>
              <a:gd name="connsiteX34" fmla="*/ 685416 w 4114416"/>
              <a:gd name="connsiteY34" fmla="*/ 1617134 h 2870200"/>
              <a:gd name="connsiteX35" fmla="*/ 702349 w 4114416"/>
              <a:gd name="connsiteY35" fmla="*/ 1557867 h 2870200"/>
              <a:gd name="connsiteX36" fmla="*/ 710816 w 4114416"/>
              <a:gd name="connsiteY36" fmla="*/ 1524000 h 2870200"/>
              <a:gd name="connsiteX37" fmla="*/ 727749 w 4114416"/>
              <a:gd name="connsiteY37" fmla="*/ 1312334 h 2870200"/>
              <a:gd name="connsiteX38" fmla="*/ 744682 w 4114416"/>
              <a:gd name="connsiteY38" fmla="*/ 1380067 h 2870200"/>
              <a:gd name="connsiteX39" fmla="*/ 761616 w 4114416"/>
              <a:gd name="connsiteY39" fmla="*/ 1532467 h 2870200"/>
              <a:gd name="connsiteX40" fmla="*/ 778549 w 4114416"/>
              <a:gd name="connsiteY40" fmla="*/ 1566334 h 2870200"/>
              <a:gd name="connsiteX41" fmla="*/ 803949 w 4114416"/>
              <a:gd name="connsiteY41" fmla="*/ 1456267 h 2870200"/>
              <a:gd name="connsiteX42" fmla="*/ 820882 w 4114416"/>
              <a:gd name="connsiteY42" fmla="*/ 1430867 h 2870200"/>
              <a:gd name="connsiteX43" fmla="*/ 854749 w 4114416"/>
              <a:gd name="connsiteY43" fmla="*/ 1388534 h 2870200"/>
              <a:gd name="connsiteX44" fmla="*/ 863216 w 4114416"/>
              <a:gd name="connsiteY44" fmla="*/ 1498600 h 2870200"/>
              <a:gd name="connsiteX45" fmla="*/ 888616 w 4114416"/>
              <a:gd name="connsiteY45" fmla="*/ 1811867 h 2870200"/>
              <a:gd name="connsiteX46" fmla="*/ 897082 w 4114416"/>
              <a:gd name="connsiteY46" fmla="*/ 1642534 h 2870200"/>
              <a:gd name="connsiteX47" fmla="*/ 922482 w 4114416"/>
              <a:gd name="connsiteY47" fmla="*/ 1583267 h 2870200"/>
              <a:gd name="connsiteX48" fmla="*/ 930949 w 4114416"/>
              <a:gd name="connsiteY48" fmla="*/ 1557867 h 2870200"/>
              <a:gd name="connsiteX49" fmla="*/ 939416 w 4114416"/>
              <a:gd name="connsiteY49" fmla="*/ 2006600 h 2870200"/>
              <a:gd name="connsiteX50" fmla="*/ 964816 w 4114416"/>
              <a:gd name="connsiteY50" fmla="*/ 2116667 h 2870200"/>
              <a:gd name="connsiteX51" fmla="*/ 973282 w 4114416"/>
              <a:gd name="connsiteY51" fmla="*/ 1948424 h 2870200"/>
              <a:gd name="connsiteX52" fmla="*/ 990216 w 4114416"/>
              <a:gd name="connsiteY52" fmla="*/ 1794934 h 2870200"/>
              <a:gd name="connsiteX53" fmla="*/ 998682 w 4114416"/>
              <a:gd name="connsiteY53" fmla="*/ 1761067 h 2870200"/>
              <a:gd name="connsiteX54" fmla="*/ 1015616 w 4114416"/>
              <a:gd name="connsiteY54" fmla="*/ 1871134 h 2870200"/>
              <a:gd name="connsiteX55" fmla="*/ 1032549 w 4114416"/>
              <a:gd name="connsiteY55" fmla="*/ 1947334 h 2870200"/>
              <a:gd name="connsiteX56" fmla="*/ 1049482 w 4114416"/>
              <a:gd name="connsiteY56" fmla="*/ 2040467 h 2870200"/>
              <a:gd name="connsiteX57" fmla="*/ 1074882 w 4114416"/>
              <a:gd name="connsiteY57" fmla="*/ 2108200 h 2870200"/>
              <a:gd name="connsiteX58" fmla="*/ 1083349 w 4114416"/>
              <a:gd name="connsiteY58" fmla="*/ 2150534 h 2870200"/>
              <a:gd name="connsiteX59" fmla="*/ 1125682 w 4114416"/>
              <a:gd name="connsiteY59" fmla="*/ 2209800 h 2870200"/>
              <a:gd name="connsiteX60" fmla="*/ 1134149 w 4114416"/>
              <a:gd name="connsiteY60" fmla="*/ 2108200 h 2870200"/>
              <a:gd name="connsiteX61" fmla="*/ 1184949 w 4114416"/>
              <a:gd name="connsiteY61" fmla="*/ 1989667 h 2870200"/>
              <a:gd name="connsiteX62" fmla="*/ 1235749 w 4114416"/>
              <a:gd name="connsiteY62" fmla="*/ 1913467 h 2870200"/>
              <a:gd name="connsiteX63" fmla="*/ 1244216 w 4114416"/>
              <a:gd name="connsiteY63" fmla="*/ 2167467 h 2870200"/>
              <a:gd name="connsiteX64" fmla="*/ 1261149 w 4114416"/>
              <a:gd name="connsiteY64" fmla="*/ 2082800 h 2870200"/>
              <a:gd name="connsiteX65" fmla="*/ 1269616 w 4114416"/>
              <a:gd name="connsiteY65" fmla="*/ 2015067 h 2870200"/>
              <a:gd name="connsiteX66" fmla="*/ 1311949 w 4114416"/>
              <a:gd name="connsiteY66" fmla="*/ 1854200 h 2870200"/>
              <a:gd name="connsiteX67" fmla="*/ 1320416 w 4114416"/>
              <a:gd name="connsiteY67" fmla="*/ 1803400 h 2870200"/>
              <a:gd name="connsiteX68" fmla="*/ 1345816 w 4114416"/>
              <a:gd name="connsiteY68" fmla="*/ 1701800 h 2870200"/>
              <a:gd name="connsiteX69" fmla="*/ 1371216 w 4114416"/>
              <a:gd name="connsiteY69" fmla="*/ 1718734 h 2870200"/>
              <a:gd name="connsiteX70" fmla="*/ 1379682 w 4114416"/>
              <a:gd name="connsiteY70" fmla="*/ 1744134 h 2870200"/>
              <a:gd name="connsiteX71" fmla="*/ 1405082 w 4114416"/>
              <a:gd name="connsiteY71" fmla="*/ 1828800 h 2870200"/>
              <a:gd name="connsiteX72" fmla="*/ 1422016 w 4114416"/>
              <a:gd name="connsiteY72" fmla="*/ 1879600 h 2870200"/>
              <a:gd name="connsiteX73" fmla="*/ 1430482 w 4114416"/>
              <a:gd name="connsiteY73" fmla="*/ 1913467 h 2870200"/>
              <a:gd name="connsiteX74" fmla="*/ 1455882 w 4114416"/>
              <a:gd name="connsiteY74" fmla="*/ 1947334 h 2870200"/>
              <a:gd name="connsiteX75" fmla="*/ 1472816 w 4114416"/>
              <a:gd name="connsiteY75" fmla="*/ 1938867 h 2870200"/>
              <a:gd name="connsiteX76" fmla="*/ 1515149 w 4114416"/>
              <a:gd name="connsiteY76" fmla="*/ 1803400 h 2870200"/>
              <a:gd name="connsiteX77" fmla="*/ 1574416 w 4114416"/>
              <a:gd name="connsiteY77" fmla="*/ 1651000 h 2870200"/>
              <a:gd name="connsiteX78" fmla="*/ 1582882 w 4114416"/>
              <a:gd name="connsiteY78" fmla="*/ 1591734 h 2870200"/>
              <a:gd name="connsiteX79" fmla="*/ 1599816 w 4114416"/>
              <a:gd name="connsiteY79" fmla="*/ 1566334 h 2870200"/>
              <a:gd name="connsiteX80" fmla="*/ 1608282 w 4114416"/>
              <a:gd name="connsiteY80" fmla="*/ 1524000 h 2870200"/>
              <a:gd name="connsiteX81" fmla="*/ 1616749 w 4114416"/>
              <a:gd name="connsiteY81" fmla="*/ 1498600 h 2870200"/>
              <a:gd name="connsiteX82" fmla="*/ 1633682 w 4114416"/>
              <a:gd name="connsiteY82" fmla="*/ 1524000 h 2870200"/>
              <a:gd name="connsiteX83" fmla="*/ 1659082 w 4114416"/>
              <a:gd name="connsiteY83" fmla="*/ 1490134 h 2870200"/>
              <a:gd name="connsiteX84" fmla="*/ 1684482 w 4114416"/>
              <a:gd name="connsiteY84" fmla="*/ 1388534 h 2870200"/>
              <a:gd name="connsiteX85" fmla="*/ 1743749 w 4114416"/>
              <a:gd name="connsiteY85" fmla="*/ 1286934 h 2870200"/>
              <a:gd name="connsiteX86" fmla="*/ 1794549 w 4114416"/>
              <a:gd name="connsiteY86" fmla="*/ 1176867 h 2870200"/>
              <a:gd name="connsiteX87" fmla="*/ 1819949 w 4114416"/>
              <a:gd name="connsiteY87" fmla="*/ 1202267 h 2870200"/>
              <a:gd name="connsiteX88" fmla="*/ 1828416 w 4114416"/>
              <a:gd name="connsiteY88" fmla="*/ 1227667 h 2870200"/>
              <a:gd name="connsiteX89" fmla="*/ 1845349 w 4114416"/>
              <a:gd name="connsiteY89" fmla="*/ 1261534 h 2870200"/>
              <a:gd name="connsiteX90" fmla="*/ 1887682 w 4114416"/>
              <a:gd name="connsiteY90" fmla="*/ 1422400 h 2870200"/>
              <a:gd name="connsiteX91" fmla="*/ 1938482 w 4114416"/>
              <a:gd name="connsiteY91" fmla="*/ 1600200 h 2870200"/>
              <a:gd name="connsiteX92" fmla="*/ 1989282 w 4114416"/>
              <a:gd name="connsiteY92" fmla="*/ 1744134 h 2870200"/>
              <a:gd name="connsiteX93" fmla="*/ 2006216 w 4114416"/>
              <a:gd name="connsiteY93" fmla="*/ 1498600 h 2870200"/>
              <a:gd name="connsiteX94" fmla="*/ 2023149 w 4114416"/>
              <a:gd name="connsiteY94" fmla="*/ 1464734 h 2870200"/>
              <a:gd name="connsiteX95" fmla="*/ 2031616 w 4114416"/>
              <a:gd name="connsiteY95" fmla="*/ 1439334 h 2870200"/>
              <a:gd name="connsiteX96" fmla="*/ 2082416 w 4114416"/>
              <a:gd name="connsiteY96" fmla="*/ 2032000 h 2870200"/>
              <a:gd name="connsiteX97" fmla="*/ 2090882 w 4114416"/>
              <a:gd name="connsiteY97" fmla="*/ 2150534 h 2870200"/>
              <a:gd name="connsiteX98" fmla="*/ 2099349 w 4114416"/>
              <a:gd name="connsiteY98" fmla="*/ 2489200 h 2870200"/>
              <a:gd name="connsiteX99" fmla="*/ 2133216 w 4114416"/>
              <a:gd name="connsiteY99" fmla="*/ 2421467 h 2870200"/>
              <a:gd name="connsiteX100" fmla="*/ 2175549 w 4114416"/>
              <a:gd name="connsiteY100" fmla="*/ 2319867 h 2870200"/>
              <a:gd name="connsiteX101" fmla="*/ 2200949 w 4114416"/>
              <a:gd name="connsiteY101" fmla="*/ 2286000 h 2870200"/>
              <a:gd name="connsiteX102" fmla="*/ 2234816 w 4114416"/>
              <a:gd name="connsiteY102" fmla="*/ 2235200 h 2870200"/>
              <a:gd name="connsiteX103" fmla="*/ 2251749 w 4114416"/>
              <a:gd name="connsiteY103" fmla="*/ 2514600 h 2870200"/>
              <a:gd name="connsiteX104" fmla="*/ 2277149 w 4114416"/>
              <a:gd name="connsiteY104" fmla="*/ 2565400 h 2870200"/>
              <a:gd name="connsiteX105" fmla="*/ 2285616 w 4114416"/>
              <a:gd name="connsiteY105" fmla="*/ 2489200 h 2870200"/>
              <a:gd name="connsiteX106" fmla="*/ 2302549 w 4114416"/>
              <a:gd name="connsiteY106" fmla="*/ 2421467 h 2870200"/>
              <a:gd name="connsiteX107" fmla="*/ 2311016 w 4114416"/>
              <a:gd name="connsiteY107" fmla="*/ 1718734 h 2870200"/>
              <a:gd name="connsiteX108" fmla="*/ 2336416 w 4114416"/>
              <a:gd name="connsiteY108" fmla="*/ 1811867 h 2870200"/>
              <a:gd name="connsiteX109" fmla="*/ 2361816 w 4114416"/>
              <a:gd name="connsiteY109" fmla="*/ 1871134 h 2870200"/>
              <a:gd name="connsiteX110" fmla="*/ 2387216 w 4114416"/>
              <a:gd name="connsiteY110" fmla="*/ 1938867 h 2870200"/>
              <a:gd name="connsiteX111" fmla="*/ 2395682 w 4114416"/>
              <a:gd name="connsiteY111" fmla="*/ 1972734 h 2870200"/>
              <a:gd name="connsiteX112" fmla="*/ 2404149 w 4114416"/>
              <a:gd name="connsiteY112" fmla="*/ 1574800 h 2870200"/>
              <a:gd name="connsiteX113" fmla="*/ 2429549 w 4114416"/>
              <a:gd name="connsiteY113" fmla="*/ 1236134 h 2870200"/>
              <a:gd name="connsiteX114" fmla="*/ 2446482 w 4114416"/>
              <a:gd name="connsiteY114" fmla="*/ 1092200 h 2870200"/>
              <a:gd name="connsiteX115" fmla="*/ 2454949 w 4114416"/>
              <a:gd name="connsiteY115" fmla="*/ 1066800 h 2870200"/>
              <a:gd name="connsiteX116" fmla="*/ 2463416 w 4114416"/>
              <a:gd name="connsiteY116" fmla="*/ 1092200 h 2870200"/>
              <a:gd name="connsiteX117" fmla="*/ 2480349 w 4114416"/>
              <a:gd name="connsiteY117" fmla="*/ 1117600 h 2870200"/>
              <a:gd name="connsiteX118" fmla="*/ 2488816 w 4114416"/>
              <a:gd name="connsiteY118" fmla="*/ 1227667 h 2870200"/>
              <a:gd name="connsiteX119" fmla="*/ 2514216 w 4114416"/>
              <a:gd name="connsiteY119" fmla="*/ 753534 h 2870200"/>
              <a:gd name="connsiteX120" fmla="*/ 2531149 w 4114416"/>
              <a:gd name="connsiteY120" fmla="*/ 685800 h 2870200"/>
              <a:gd name="connsiteX121" fmla="*/ 2539616 w 4114416"/>
              <a:gd name="connsiteY121" fmla="*/ 609600 h 2870200"/>
              <a:gd name="connsiteX122" fmla="*/ 2548082 w 4114416"/>
              <a:gd name="connsiteY122" fmla="*/ 558800 h 2870200"/>
              <a:gd name="connsiteX123" fmla="*/ 2565016 w 4114416"/>
              <a:gd name="connsiteY123" fmla="*/ 584200 h 2870200"/>
              <a:gd name="connsiteX124" fmla="*/ 2573482 w 4114416"/>
              <a:gd name="connsiteY124" fmla="*/ 778934 h 2870200"/>
              <a:gd name="connsiteX125" fmla="*/ 2615816 w 4114416"/>
              <a:gd name="connsiteY125" fmla="*/ 914400 h 2870200"/>
              <a:gd name="connsiteX126" fmla="*/ 2632749 w 4114416"/>
              <a:gd name="connsiteY126" fmla="*/ 973667 h 2870200"/>
              <a:gd name="connsiteX127" fmla="*/ 2649682 w 4114416"/>
              <a:gd name="connsiteY127" fmla="*/ 812800 h 2870200"/>
              <a:gd name="connsiteX128" fmla="*/ 2666616 w 4114416"/>
              <a:gd name="connsiteY128" fmla="*/ 694267 h 2870200"/>
              <a:gd name="connsiteX129" fmla="*/ 2692016 w 4114416"/>
              <a:gd name="connsiteY129" fmla="*/ 558800 h 2870200"/>
              <a:gd name="connsiteX130" fmla="*/ 2717416 w 4114416"/>
              <a:gd name="connsiteY130" fmla="*/ 321734 h 2870200"/>
              <a:gd name="connsiteX131" fmla="*/ 2734349 w 4114416"/>
              <a:gd name="connsiteY131" fmla="*/ 1058334 h 2870200"/>
              <a:gd name="connsiteX132" fmla="*/ 2760746 w 4114416"/>
              <a:gd name="connsiteY132" fmla="*/ 1023969 h 2870200"/>
              <a:gd name="connsiteX133" fmla="*/ 2810549 w 4114416"/>
              <a:gd name="connsiteY133" fmla="*/ 905934 h 2870200"/>
              <a:gd name="connsiteX134" fmla="*/ 2844416 w 4114416"/>
              <a:gd name="connsiteY134" fmla="*/ 855134 h 2870200"/>
              <a:gd name="connsiteX135" fmla="*/ 2869816 w 4114416"/>
              <a:gd name="connsiteY135" fmla="*/ 1422400 h 2870200"/>
              <a:gd name="connsiteX136" fmla="*/ 2878282 w 4114416"/>
              <a:gd name="connsiteY136" fmla="*/ 1388534 h 2870200"/>
              <a:gd name="connsiteX137" fmla="*/ 2895216 w 4114416"/>
              <a:gd name="connsiteY137" fmla="*/ 1363134 h 2870200"/>
              <a:gd name="connsiteX138" fmla="*/ 2920616 w 4114416"/>
              <a:gd name="connsiteY138" fmla="*/ 1278467 h 2870200"/>
              <a:gd name="connsiteX139" fmla="*/ 2937549 w 4114416"/>
              <a:gd name="connsiteY139" fmla="*/ 1320800 h 2870200"/>
              <a:gd name="connsiteX140" fmla="*/ 2954482 w 4114416"/>
              <a:gd name="connsiteY140" fmla="*/ 1388534 h 2870200"/>
              <a:gd name="connsiteX141" fmla="*/ 2971416 w 4114416"/>
              <a:gd name="connsiteY141" fmla="*/ 1422400 h 2870200"/>
              <a:gd name="connsiteX142" fmla="*/ 3013749 w 4114416"/>
              <a:gd name="connsiteY142" fmla="*/ 1540934 h 2870200"/>
              <a:gd name="connsiteX143" fmla="*/ 3030682 w 4114416"/>
              <a:gd name="connsiteY143" fmla="*/ 1566334 h 2870200"/>
              <a:gd name="connsiteX144" fmla="*/ 3064549 w 4114416"/>
              <a:gd name="connsiteY144" fmla="*/ 1718734 h 2870200"/>
              <a:gd name="connsiteX145" fmla="*/ 3089949 w 4114416"/>
              <a:gd name="connsiteY145" fmla="*/ 1761067 h 2870200"/>
              <a:gd name="connsiteX146" fmla="*/ 3123816 w 4114416"/>
              <a:gd name="connsiteY146" fmla="*/ 1879600 h 2870200"/>
              <a:gd name="connsiteX147" fmla="*/ 3115349 w 4114416"/>
              <a:gd name="connsiteY147" fmla="*/ 1913467 h 2870200"/>
              <a:gd name="connsiteX148" fmla="*/ 3127799 w 4114416"/>
              <a:gd name="connsiteY148" fmla="*/ 1901016 h 2870200"/>
              <a:gd name="connsiteX149" fmla="*/ 3106882 w 4114416"/>
              <a:gd name="connsiteY149" fmla="*/ 1888067 h 2870200"/>
              <a:gd name="connsiteX150" fmla="*/ 3132282 w 4114416"/>
              <a:gd name="connsiteY150" fmla="*/ 1871134 h 2870200"/>
              <a:gd name="connsiteX151" fmla="*/ 3140749 w 4114416"/>
              <a:gd name="connsiteY151" fmla="*/ 1769534 h 2870200"/>
              <a:gd name="connsiteX152" fmla="*/ 3157682 w 4114416"/>
              <a:gd name="connsiteY152" fmla="*/ 1710267 h 2870200"/>
              <a:gd name="connsiteX153" fmla="*/ 3166149 w 4114416"/>
              <a:gd name="connsiteY153" fmla="*/ 1684867 h 2870200"/>
              <a:gd name="connsiteX154" fmla="*/ 3191549 w 4114416"/>
              <a:gd name="connsiteY154" fmla="*/ 1676400 h 2870200"/>
              <a:gd name="connsiteX155" fmla="*/ 3200016 w 4114416"/>
              <a:gd name="connsiteY155" fmla="*/ 2006600 h 2870200"/>
              <a:gd name="connsiteX156" fmla="*/ 3208482 w 4114416"/>
              <a:gd name="connsiteY156" fmla="*/ 2048934 h 2870200"/>
              <a:gd name="connsiteX157" fmla="*/ 3216949 w 4114416"/>
              <a:gd name="connsiteY157" fmla="*/ 2099734 h 2870200"/>
              <a:gd name="connsiteX158" fmla="*/ 3233882 w 4114416"/>
              <a:gd name="connsiteY158" fmla="*/ 2048934 h 2870200"/>
              <a:gd name="connsiteX159" fmla="*/ 3242349 w 4114416"/>
              <a:gd name="connsiteY159" fmla="*/ 1998134 h 2870200"/>
              <a:gd name="connsiteX160" fmla="*/ 3276216 w 4114416"/>
              <a:gd name="connsiteY160" fmla="*/ 2353734 h 2870200"/>
              <a:gd name="connsiteX161" fmla="*/ 3301616 w 4114416"/>
              <a:gd name="connsiteY161" fmla="*/ 2387600 h 2870200"/>
              <a:gd name="connsiteX162" fmla="*/ 3310082 w 4114416"/>
              <a:gd name="connsiteY162" fmla="*/ 2497667 h 2870200"/>
              <a:gd name="connsiteX163" fmla="*/ 3327016 w 4114416"/>
              <a:gd name="connsiteY163" fmla="*/ 2531534 h 2870200"/>
              <a:gd name="connsiteX164" fmla="*/ 3343949 w 4114416"/>
              <a:gd name="connsiteY164" fmla="*/ 2599267 h 2870200"/>
              <a:gd name="connsiteX165" fmla="*/ 3369349 w 4114416"/>
              <a:gd name="connsiteY165" fmla="*/ 2667000 h 2870200"/>
              <a:gd name="connsiteX166" fmla="*/ 3411682 w 4114416"/>
              <a:gd name="connsiteY166" fmla="*/ 2810934 h 2870200"/>
              <a:gd name="connsiteX167" fmla="*/ 3437082 w 4114416"/>
              <a:gd name="connsiteY167" fmla="*/ 2870200 h 2870200"/>
              <a:gd name="connsiteX168" fmla="*/ 3462482 w 4114416"/>
              <a:gd name="connsiteY168" fmla="*/ 1828800 h 2870200"/>
              <a:gd name="connsiteX169" fmla="*/ 3461984 w 4114416"/>
              <a:gd name="connsiteY169" fmla="*/ 2090271 h 2870200"/>
              <a:gd name="connsiteX170" fmla="*/ 3487882 w 4114416"/>
              <a:gd name="connsiteY170" fmla="*/ 1735667 h 2870200"/>
              <a:gd name="connsiteX171" fmla="*/ 3513282 w 4114416"/>
              <a:gd name="connsiteY171" fmla="*/ 1651000 h 2870200"/>
              <a:gd name="connsiteX172" fmla="*/ 3521749 w 4114416"/>
              <a:gd name="connsiteY172" fmla="*/ 1701800 h 2870200"/>
              <a:gd name="connsiteX173" fmla="*/ 3525733 w 4114416"/>
              <a:gd name="connsiteY173" fmla="*/ 1875118 h 2870200"/>
              <a:gd name="connsiteX174" fmla="*/ 3547149 w 4114416"/>
              <a:gd name="connsiteY174" fmla="*/ 1752600 h 2870200"/>
              <a:gd name="connsiteX175" fmla="*/ 3555616 w 4114416"/>
              <a:gd name="connsiteY175" fmla="*/ 1693334 h 2870200"/>
              <a:gd name="connsiteX176" fmla="*/ 3597949 w 4114416"/>
              <a:gd name="connsiteY176" fmla="*/ 1608667 h 2870200"/>
              <a:gd name="connsiteX177" fmla="*/ 3614882 w 4114416"/>
              <a:gd name="connsiteY177" fmla="*/ 1566334 h 2870200"/>
              <a:gd name="connsiteX178" fmla="*/ 3657216 w 4114416"/>
              <a:gd name="connsiteY178" fmla="*/ 1464734 h 2870200"/>
              <a:gd name="connsiteX179" fmla="*/ 3661200 w 4114416"/>
              <a:gd name="connsiteY179" fmla="*/ 1373094 h 2870200"/>
              <a:gd name="connsiteX180" fmla="*/ 3682616 w 4114416"/>
              <a:gd name="connsiteY180" fmla="*/ 1363134 h 2870200"/>
              <a:gd name="connsiteX181" fmla="*/ 3699549 w 4114416"/>
              <a:gd name="connsiteY181" fmla="*/ 1320800 h 2870200"/>
              <a:gd name="connsiteX182" fmla="*/ 3694569 w 4114416"/>
              <a:gd name="connsiteY182" fmla="*/ 1151964 h 2870200"/>
              <a:gd name="connsiteX183" fmla="*/ 3741882 w 4114416"/>
              <a:gd name="connsiteY183" fmla="*/ 1227667 h 2870200"/>
              <a:gd name="connsiteX184" fmla="*/ 3750349 w 4114416"/>
              <a:gd name="connsiteY184" fmla="*/ 1176867 h 2870200"/>
              <a:gd name="connsiteX185" fmla="*/ 3767282 w 4114416"/>
              <a:gd name="connsiteY185" fmla="*/ 1126067 h 2870200"/>
              <a:gd name="connsiteX186" fmla="*/ 3775749 w 4114416"/>
              <a:gd name="connsiteY186" fmla="*/ 1058334 h 2870200"/>
              <a:gd name="connsiteX187" fmla="*/ 3784216 w 4114416"/>
              <a:gd name="connsiteY187" fmla="*/ 1270000 h 2870200"/>
              <a:gd name="connsiteX188" fmla="*/ 3813064 w 4114416"/>
              <a:gd name="connsiteY188" fmla="*/ 678606 h 2870200"/>
              <a:gd name="connsiteX189" fmla="*/ 3818082 w 4114416"/>
              <a:gd name="connsiteY189" fmla="*/ 558800 h 2870200"/>
              <a:gd name="connsiteX190" fmla="*/ 3835016 w 4114416"/>
              <a:gd name="connsiteY190" fmla="*/ 482600 h 2870200"/>
              <a:gd name="connsiteX191" fmla="*/ 3843482 w 4114416"/>
              <a:gd name="connsiteY191" fmla="*/ 533400 h 2870200"/>
              <a:gd name="connsiteX192" fmla="*/ 3860416 w 4114416"/>
              <a:gd name="connsiteY192" fmla="*/ 660400 h 2870200"/>
              <a:gd name="connsiteX193" fmla="*/ 3868882 w 4114416"/>
              <a:gd name="connsiteY193" fmla="*/ 702734 h 2870200"/>
              <a:gd name="connsiteX194" fmla="*/ 3885816 w 4114416"/>
              <a:gd name="connsiteY194" fmla="*/ 736600 h 2870200"/>
              <a:gd name="connsiteX195" fmla="*/ 3902749 w 4114416"/>
              <a:gd name="connsiteY195" fmla="*/ 702734 h 2870200"/>
              <a:gd name="connsiteX196" fmla="*/ 3962016 w 4114416"/>
              <a:gd name="connsiteY196" fmla="*/ 482600 h 2870200"/>
              <a:gd name="connsiteX197" fmla="*/ 3978949 w 4114416"/>
              <a:gd name="connsiteY197" fmla="*/ 457200 h 2870200"/>
              <a:gd name="connsiteX198" fmla="*/ 4004349 w 4114416"/>
              <a:gd name="connsiteY198" fmla="*/ 177800 h 2870200"/>
              <a:gd name="connsiteX199" fmla="*/ 4029749 w 4114416"/>
              <a:gd name="connsiteY199" fmla="*/ 135467 h 2870200"/>
              <a:gd name="connsiteX200" fmla="*/ 4038216 w 4114416"/>
              <a:gd name="connsiteY200" fmla="*/ 101600 h 2870200"/>
              <a:gd name="connsiteX201" fmla="*/ 4046682 w 4114416"/>
              <a:gd name="connsiteY201" fmla="*/ 76200 h 2870200"/>
              <a:gd name="connsiteX202" fmla="*/ 4055149 w 4114416"/>
              <a:gd name="connsiteY202" fmla="*/ 110067 h 2870200"/>
              <a:gd name="connsiteX203" fmla="*/ 4072082 w 4114416"/>
              <a:gd name="connsiteY203" fmla="*/ 160867 h 2870200"/>
              <a:gd name="connsiteX204" fmla="*/ 4114416 w 4114416"/>
              <a:gd name="connsiteY204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51549 w 4114416"/>
              <a:gd name="connsiteY31" fmla="*/ 1744134 h 2870200"/>
              <a:gd name="connsiteX32" fmla="*/ 668482 w 4114416"/>
              <a:gd name="connsiteY32" fmla="*/ 1718734 h 2870200"/>
              <a:gd name="connsiteX33" fmla="*/ 685416 w 4114416"/>
              <a:gd name="connsiteY33" fmla="*/ 1617134 h 2870200"/>
              <a:gd name="connsiteX34" fmla="*/ 702349 w 4114416"/>
              <a:gd name="connsiteY34" fmla="*/ 1557867 h 2870200"/>
              <a:gd name="connsiteX35" fmla="*/ 710816 w 4114416"/>
              <a:gd name="connsiteY35" fmla="*/ 1524000 h 2870200"/>
              <a:gd name="connsiteX36" fmla="*/ 727749 w 4114416"/>
              <a:gd name="connsiteY36" fmla="*/ 1312334 h 2870200"/>
              <a:gd name="connsiteX37" fmla="*/ 744682 w 4114416"/>
              <a:gd name="connsiteY37" fmla="*/ 1380067 h 2870200"/>
              <a:gd name="connsiteX38" fmla="*/ 761616 w 4114416"/>
              <a:gd name="connsiteY38" fmla="*/ 1532467 h 2870200"/>
              <a:gd name="connsiteX39" fmla="*/ 778549 w 4114416"/>
              <a:gd name="connsiteY39" fmla="*/ 1566334 h 2870200"/>
              <a:gd name="connsiteX40" fmla="*/ 803949 w 4114416"/>
              <a:gd name="connsiteY40" fmla="*/ 1456267 h 2870200"/>
              <a:gd name="connsiteX41" fmla="*/ 820882 w 4114416"/>
              <a:gd name="connsiteY41" fmla="*/ 1430867 h 2870200"/>
              <a:gd name="connsiteX42" fmla="*/ 854749 w 4114416"/>
              <a:gd name="connsiteY42" fmla="*/ 1388534 h 2870200"/>
              <a:gd name="connsiteX43" fmla="*/ 863216 w 4114416"/>
              <a:gd name="connsiteY43" fmla="*/ 1498600 h 2870200"/>
              <a:gd name="connsiteX44" fmla="*/ 888616 w 4114416"/>
              <a:gd name="connsiteY44" fmla="*/ 1811867 h 2870200"/>
              <a:gd name="connsiteX45" fmla="*/ 897082 w 4114416"/>
              <a:gd name="connsiteY45" fmla="*/ 1642534 h 2870200"/>
              <a:gd name="connsiteX46" fmla="*/ 922482 w 4114416"/>
              <a:gd name="connsiteY46" fmla="*/ 1583267 h 2870200"/>
              <a:gd name="connsiteX47" fmla="*/ 930949 w 4114416"/>
              <a:gd name="connsiteY47" fmla="*/ 1557867 h 2870200"/>
              <a:gd name="connsiteX48" fmla="*/ 939416 w 4114416"/>
              <a:gd name="connsiteY48" fmla="*/ 2006600 h 2870200"/>
              <a:gd name="connsiteX49" fmla="*/ 964816 w 4114416"/>
              <a:gd name="connsiteY49" fmla="*/ 2116667 h 2870200"/>
              <a:gd name="connsiteX50" fmla="*/ 973282 w 4114416"/>
              <a:gd name="connsiteY50" fmla="*/ 1948424 h 2870200"/>
              <a:gd name="connsiteX51" fmla="*/ 990216 w 4114416"/>
              <a:gd name="connsiteY51" fmla="*/ 1794934 h 2870200"/>
              <a:gd name="connsiteX52" fmla="*/ 998682 w 4114416"/>
              <a:gd name="connsiteY52" fmla="*/ 1761067 h 2870200"/>
              <a:gd name="connsiteX53" fmla="*/ 1015616 w 4114416"/>
              <a:gd name="connsiteY53" fmla="*/ 1871134 h 2870200"/>
              <a:gd name="connsiteX54" fmla="*/ 1032549 w 4114416"/>
              <a:gd name="connsiteY54" fmla="*/ 1947334 h 2870200"/>
              <a:gd name="connsiteX55" fmla="*/ 1049482 w 4114416"/>
              <a:gd name="connsiteY55" fmla="*/ 2040467 h 2870200"/>
              <a:gd name="connsiteX56" fmla="*/ 1074882 w 4114416"/>
              <a:gd name="connsiteY56" fmla="*/ 2108200 h 2870200"/>
              <a:gd name="connsiteX57" fmla="*/ 1083349 w 4114416"/>
              <a:gd name="connsiteY57" fmla="*/ 2150534 h 2870200"/>
              <a:gd name="connsiteX58" fmla="*/ 1125682 w 4114416"/>
              <a:gd name="connsiteY58" fmla="*/ 2209800 h 2870200"/>
              <a:gd name="connsiteX59" fmla="*/ 1134149 w 4114416"/>
              <a:gd name="connsiteY59" fmla="*/ 2108200 h 2870200"/>
              <a:gd name="connsiteX60" fmla="*/ 1184949 w 4114416"/>
              <a:gd name="connsiteY60" fmla="*/ 1989667 h 2870200"/>
              <a:gd name="connsiteX61" fmla="*/ 1235749 w 4114416"/>
              <a:gd name="connsiteY61" fmla="*/ 1913467 h 2870200"/>
              <a:gd name="connsiteX62" fmla="*/ 1244216 w 4114416"/>
              <a:gd name="connsiteY62" fmla="*/ 2167467 h 2870200"/>
              <a:gd name="connsiteX63" fmla="*/ 1261149 w 4114416"/>
              <a:gd name="connsiteY63" fmla="*/ 2082800 h 2870200"/>
              <a:gd name="connsiteX64" fmla="*/ 1269616 w 4114416"/>
              <a:gd name="connsiteY64" fmla="*/ 2015067 h 2870200"/>
              <a:gd name="connsiteX65" fmla="*/ 1311949 w 4114416"/>
              <a:gd name="connsiteY65" fmla="*/ 1854200 h 2870200"/>
              <a:gd name="connsiteX66" fmla="*/ 1320416 w 4114416"/>
              <a:gd name="connsiteY66" fmla="*/ 1803400 h 2870200"/>
              <a:gd name="connsiteX67" fmla="*/ 1345816 w 4114416"/>
              <a:gd name="connsiteY67" fmla="*/ 1701800 h 2870200"/>
              <a:gd name="connsiteX68" fmla="*/ 1371216 w 4114416"/>
              <a:gd name="connsiteY68" fmla="*/ 1718734 h 2870200"/>
              <a:gd name="connsiteX69" fmla="*/ 1379682 w 4114416"/>
              <a:gd name="connsiteY69" fmla="*/ 1744134 h 2870200"/>
              <a:gd name="connsiteX70" fmla="*/ 1405082 w 4114416"/>
              <a:gd name="connsiteY70" fmla="*/ 1828800 h 2870200"/>
              <a:gd name="connsiteX71" fmla="*/ 1422016 w 4114416"/>
              <a:gd name="connsiteY71" fmla="*/ 1879600 h 2870200"/>
              <a:gd name="connsiteX72" fmla="*/ 1430482 w 4114416"/>
              <a:gd name="connsiteY72" fmla="*/ 1913467 h 2870200"/>
              <a:gd name="connsiteX73" fmla="*/ 1455882 w 4114416"/>
              <a:gd name="connsiteY73" fmla="*/ 1947334 h 2870200"/>
              <a:gd name="connsiteX74" fmla="*/ 1472816 w 4114416"/>
              <a:gd name="connsiteY74" fmla="*/ 1938867 h 2870200"/>
              <a:gd name="connsiteX75" fmla="*/ 1515149 w 4114416"/>
              <a:gd name="connsiteY75" fmla="*/ 1803400 h 2870200"/>
              <a:gd name="connsiteX76" fmla="*/ 1574416 w 4114416"/>
              <a:gd name="connsiteY76" fmla="*/ 1651000 h 2870200"/>
              <a:gd name="connsiteX77" fmla="*/ 1582882 w 4114416"/>
              <a:gd name="connsiteY77" fmla="*/ 1591734 h 2870200"/>
              <a:gd name="connsiteX78" fmla="*/ 1599816 w 4114416"/>
              <a:gd name="connsiteY78" fmla="*/ 1566334 h 2870200"/>
              <a:gd name="connsiteX79" fmla="*/ 1608282 w 4114416"/>
              <a:gd name="connsiteY79" fmla="*/ 1524000 h 2870200"/>
              <a:gd name="connsiteX80" fmla="*/ 1616749 w 4114416"/>
              <a:gd name="connsiteY80" fmla="*/ 1498600 h 2870200"/>
              <a:gd name="connsiteX81" fmla="*/ 1633682 w 4114416"/>
              <a:gd name="connsiteY81" fmla="*/ 1524000 h 2870200"/>
              <a:gd name="connsiteX82" fmla="*/ 1659082 w 4114416"/>
              <a:gd name="connsiteY82" fmla="*/ 1490134 h 2870200"/>
              <a:gd name="connsiteX83" fmla="*/ 1684482 w 4114416"/>
              <a:gd name="connsiteY83" fmla="*/ 1388534 h 2870200"/>
              <a:gd name="connsiteX84" fmla="*/ 1743749 w 4114416"/>
              <a:gd name="connsiteY84" fmla="*/ 1286934 h 2870200"/>
              <a:gd name="connsiteX85" fmla="*/ 1794549 w 4114416"/>
              <a:gd name="connsiteY85" fmla="*/ 1176867 h 2870200"/>
              <a:gd name="connsiteX86" fmla="*/ 1819949 w 4114416"/>
              <a:gd name="connsiteY86" fmla="*/ 1202267 h 2870200"/>
              <a:gd name="connsiteX87" fmla="*/ 1828416 w 4114416"/>
              <a:gd name="connsiteY87" fmla="*/ 1227667 h 2870200"/>
              <a:gd name="connsiteX88" fmla="*/ 1845349 w 4114416"/>
              <a:gd name="connsiteY88" fmla="*/ 1261534 h 2870200"/>
              <a:gd name="connsiteX89" fmla="*/ 1887682 w 4114416"/>
              <a:gd name="connsiteY89" fmla="*/ 1422400 h 2870200"/>
              <a:gd name="connsiteX90" fmla="*/ 1938482 w 4114416"/>
              <a:gd name="connsiteY90" fmla="*/ 1600200 h 2870200"/>
              <a:gd name="connsiteX91" fmla="*/ 1989282 w 4114416"/>
              <a:gd name="connsiteY91" fmla="*/ 1744134 h 2870200"/>
              <a:gd name="connsiteX92" fmla="*/ 2006216 w 4114416"/>
              <a:gd name="connsiteY92" fmla="*/ 1498600 h 2870200"/>
              <a:gd name="connsiteX93" fmla="*/ 2023149 w 4114416"/>
              <a:gd name="connsiteY93" fmla="*/ 1464734 h 2870200"/>
              <a:gd name="connsiteX94" fmla="*/ 2031616 w 4114416"/>
              <a:gd name="connsiteY94" fmla="*/ 1439334 h 2870200"/>
              <a:gd name="connsiteX95" fmla="*/ 2082416 w 4114416"/>
              <a:gd name="connsiteY95" fmla="*/ 2032000 h 2870200"/>
              <a:gd name="connsiteX96" fmla="*/ 2090882 w 4114416"/>
              <a:gd name="connsiteY96" fmla="*/ 2150534 h 2870200"/>
              <a:gd name="connsiteX97" fmla="*/ 2099349 w 4114416"/>
              <a:gd name="connsiteY97" fmla="*/ 2489200 h 2870200"/>
              <a:gd name="connsiteX98" fmla="*/ 2133216 w 4114416"/>
              <a:gd name="connsiteY98" fmla="*/ 2421467 h 2870200"/>
              <a:gd name="connsiteX99" fmla="*/ 2175549 w 4114416"/>
              <a:gd name="connsiteY99" fmla="*/ 2319867 h 2870200"/>
              <a:gd name="connsiteX100" fmla="*/ 2200949 w 4114416"/>
              <a:gd name="connsiteY100" fmla="*/ 2286000 h 2870200"/>
              <a:gd name="connsiteX101" fmla="*/ 2234816 w 4114416"/>
              <a:gd name="connsiteY101" fmla="*/ 2235200 h 2870200"/>
              <a:gd name="connsiteX102" fmla="*/ 2251749 w 4114416"/>
              <a:gd name="connsiteY102" fmla="*/ 2514600 h 2870200"/>
              <a:gd name="connsiteX103" fmla="*/ 2277149 w 4114416"/>
              <a:gd name="connsiteY103" fmla="*/ 2565400 h 2870200"/>
              <a:gd name="connsiteX104" fmla="*/ 2285616 w 4114416"/>
              <a:gd name="connsiteY104" fmla="*/ 2489200 h 2870200"/>
              <a:gd name="connsiteX105" fmla="*/ 2302549 w 4114416"/>
              <a:gd name="connsiteY105" fmla="*/ 2421467 h 2870200"/>
              <a:gd name="connsiteX106" fmla="*/ 2311016 w 4114416"/>
              <a:gd name="connsiteY106" fmla="*/ 1718734 h 2870200"/>
              <a:gd name="connsiteX107" fmla="*/ 2336416 w 4114416"/>
              <a:gd name="connsiteY107" fmla="*/ 1811867 h 2870200"/>
              <a:gd name="connsiteX108" fmla="*/ 2361816 w 4114416"/>
              <a:gd name="connsiteY108" fmla="*/ 1871134 h 2870200"/>
              <a:gd name="connsiteX109" fmla="*/ 2387216 w 4114416"/>
              <a:gd name="connsiteY109" fmla="*/ 1938867 h 2870200"/>
              <a:gd name="connsiteX110" fmla="*/ 2395682 w 4114416"/>
              <a:gd name="connsiteY110" fmla="*/ 1972734 h 2870200"/>
              <a:gd name="connsiteX111" fmla="*/ 2404149 w 4114416"/>
              <a:gd name="connsiteY111" fmla="*/ 1574800 h 2870200"/>
              <a:gd name="connsiteX112" fmla="*/ 2429549 w 4114416"/>
              <a:gd name="connsiteY112" fmla="*/ 1236134 h 2870200"/>
              <a:gd name="connsiteX113" fmla="*/ 2446482 w 4114416"/>
              <a:gd name="connsiteY113" fmla="*/ 1092200 h 2870200"/>
              <a:gd name="connsiteX114" fmla="*/ 2454949 w 4114416"/>
              <a:gd name="connsiteY114" fmla="*/ 1066800 h 2870200"/>
              <a:gd name="connsiteX115" fmla="*/ 2463416 w 4114416"/>
              <a:gd name="connsiteY115" fmla="*/ 1092200 h 2870200"/>
              <a:gd name="connsiteX116" fmla="*/ 2480349 w 4114416"/>
              <a:gd name="connsiteY116" fmla="*/ 1117600 h 2870200"/>
              <a:gd name="connsiteX117" fmla="*/ 2488816 w 4114416"/>
              <a:gd name="connsiteY117" fmla="*/ 1227667 h 2870200"/>
              <a:gd name="connsiteX118" fmla="*/ 2514216 w 4114416"/>
              <a:gd name="connsiteY118" fmla="*/ 753534 h 2870200"/>
              <a:gd name="connsiteX119" fmla="*/ 2531149 w 4114416"/>
              <a:gd name="connsiteY119" fmla="*/ 685800 h 2870200"/>
              <a:gd name="connsiteX120" fmla="*/ 2539616 w 4114416"/>
              <a:gd name="connsiteY120" fmla="*/ 609600 h 2870200"/>
              <a:gd name="connsiteX121" fmla="*/ 2548082 w 4114416"/>
              <a:gd name="connsiteY121" fmla="*/ 558800 h 2870200"/>
              <a:gd name="connsiteX122" fmla="*/ 2565016 w 4114416"/>
              <a:gd name="connsiteY122" fmla="*/ 584200 h 2870200"/>
              <a:gd name="connsiteX123" fmla="*/ 2573482 w 4114416"/>
              <a:gd name="connsiteY123" fmla="*/ 778934 h 2870200"/>
              <a:gd name="connsiteX124" fmla="*/ 2615816 w 4114416"/>
              <a:gd name="connsiteY124" fmla="*/ 914400 h 2870200"/>
              <a:gd name="connsiteX125" fmla="*/ 2632749 w 4114416"/>
              <a:gd name="connsiteY125" fmla="*/ 973667 h 2870200"/>
              <a:gd name="connsiteX126" fmla="*/ 2649682 w 4114416"/>
              <a:gd name="connsiteY126" fmla="*/ 812800 h 2870200"/>
              <a:gd name="connsiteX127" fmla="*/ 2666616 w 4114416"/>
              <a:gd name="connsiteY127" fmla="*/ 694267 h 2870200"/>
              <a:gd name="connsiteX128" fmla="*/ 2692016 w 4114416"/>
              <a:gd name="connsiteY128" fmla="*/ 558800 h 2870200"/>
              <a:gd name="connsiteX129" fmla="*/ 2717416 w 4114416"/>
              <a:gd name="connsiteY129" fmla="*/ 321734 h 2870200"/>
              <a:gd name="connsiteX130" fmla="*/ 2734349 w 4114416"/>
              <a:gd name="connsiteY130" fmla="*/ 1058334 h 2870200"/>
              <a:gd name="connsiteX131" fmla="*/ 2760746 w 4114416"/>
              <a:gd name="connsiteY131" fmla="*/ 1023969 h 2870200"/>
              <a:gd name="connsiteX132" fmla="*/ 2810549 w 4114416"/>
              <a:gd name="connsiteY132" fmla="*/ 905934 h 2870200"/>
              <a:gd name="connsiteX133" fmla="*/ 2844416 w 4114416"/>
              <a:gd name="connsiteY133" fmla="*/ 855134 h 2870200"/>
              <a:gd name="connsiteX134" fmla="*/ 2869816 w 4114416"/>
              <a:gd name="connsiteY134" fmla="*/ 1422400 h 2870200"/>
              <a:gd name="connsiteX135" fmla="*/ 2878282 w 4114416"/>
              <a:gd name="connsiteY135" fmla="*/ 1388534 h 2870200"/>
              <a:gd name="connsiteX136" fmla="*/ 2895216 w 4114416"/>
              <a:gd name="connsiteY136" fmla="*/ 1363134 h 2870200"/>
              <a:gd name="connsiteX137" fmla="*/ 2920616 w 4114416"/>
              <a:gd name="connsiteY137" fmla="*/ 1278467 h 2870200"/>
              <a:gd name="connsiteX138" fmla="*/ 2937549 w 4114416"/>
              <a:gd name="connsiteY138" fmla="*/ 1320800 h 2870200"/>
              <a:gd name="connsiteX139" fmla="*/ 2954482 w 4114416"/>
              <a:gd name="connsiteY139" fmla="*/ 1388534 h 2870200"/>
              <a:gd name="connsiteX140" fmla="*/ 2971416 w 4114416"/>
              <a:gd name="connsiteY140" fmla="*/ 1422400 h 2870200"/>
              <a:gd name="connsiteX141" fmla="*/ 3013749 w 4114416"/>
              <a:gd name="connsiteY141" fmla="*/ 1540934 h 2870200"/>
              <a:gd name="connsiteX142" fmla="*/ 3030682 w 4114416"/>
              <a:gd name="connsiteY142" fmla="*/ 1566334 h 2870200"/>
              <a:gd name="connsiteX143" fmla="*/ 3064549 w 4114416"/>
              <a:gd name="connsiteY143" fmla="*/ 1718734 h 2870200"/>
              <a:gd name="connsiteX144" fmla="*/ 3089949 w 4114416"/>
              <a:gd name="connsiteY144" fmla="*/ 1761067 h 2870200"/>
              <a:gd name="connsiteX145" fmla="*/ 3123816 w 4114416"/>
              <a:gd name="connsiteY145" fmla="*/ 1879600 h 2870200"/>
              <a:gd name="connsiteX146" fmla="*/ 3115349 w 4114416"/>
              <a:gd name="connsiteY146" fmla="*/ 1913467 h 2870200"/>
              <a:gd name="connsiteX147" fmla="*/ 3127799 w 4114416"/>
              <a:gd name="connsiteY147" fmla="*/ 1901016 h 2870200"/>
              <a:gd name="connsiteX148" fmla="*/ 3106882 w 4114416"/>
              <a:gd name="connsiteY148" fmla="*/ 1888067 h 2870200"/>
              <a:gd name="connsiteX149" fmla="*/ 3132282 w 4114416"/>
              <a:gd name="connsiteY149" fmla="*/ 1871134 h 2870200"/>
              <a:gd name="connsiteX150" fmla="*/ 3140749 w 4114416"/>
              <a:gd name="connsiteY150" fmla="*/ 1769534 h 2870200"/>
              <a:gd name="connsiteX151" fmla="*/ 3157682 w 4114416"/>
              <a:gd name="connsiteY151" fmla="*/ 1710267 h 2870200"/>
              <a:gd name="connsiteX152" fmla="*/ 3166149 w 4114416"/>
              <a:gd name="connsiteY152" fmla="*/ 1684867 h 2870200"/>
              <a:gd name="connsiteX153" fmla="*/ 3191549 w 4114416"/>
              <a:gd name="connsiteY153" fmla="*/ 1676400 h 2870200"/>
              <a:gd name="connsiteX154" fmla="*/ 3200016 w 4114416"/>
              <a:gd name="connsiteY154" fmla="*/ 2006600 h 2870200"/>
              <a:gd name="connsiteX155" fmla="*/ 3208482 w 4114416"/>
              <a:gd name="connsiteY155" fmla="*/ 2048934 h 2870200"/>
              <a:gd name="connsiteX156" fmla="*/ 3216949 w 4114416"/>
              <a:gd name="connsiteY156" fmla="*/ 2099734 h 2870200"/>
              <a:gd name="connsiteX157" fmla="*/ 3233882 w 4114416"/>
              <a:gd name="connsiteY157" fmla="*/ 2048934 h 2870200"/>
              <a:gd name="connsiteX158" fmla="*/ 3242349 w 4114416"/>
              <a:gd name="connsiteY158" fmla="*/ 1998134 h 2870200"/>
              <a:gd name="connsiteX159" fmla="*/ 3276216 w 4114416"/>
              <a:gd name="connsiteY159" fmla="*/ 2353734 h 2870200"/>
              <a:gd name="connsiteX160" fmla="*/ 3301616 w 4114416"/>
              <a:gd name="connsiteY160" fmla="*/ 2387600 h 2870200"/>
              <a:gd name="connsiteX161" fmla="*/ 3310082 w 4114416"/>
              <a:gd name="connsiteY161" fmla="*/ 2497667 h 2870200"/>
              <a:gd name="connsiteX162" fmla="*/ 3327016 w 4114416"/>
              <a:gd name="connsiteY162" fmla="*/ 2531534 h 2870200"/>
              <a:gd name="connsiteX163" fmla="*/ 3343949 w 4114416"/>
              <a:gd name="connsiteY163" fmla="*/ 2599267 h 2870200"/>
              <a:gd name="connsiteX164" fmla="*/ 3369349 w 4114416"/>
              <a:gd name="connsiteY164" fmla="*/ 2667000 h 2870200"/>
              <a:gd name="connsiteX165" fmla="*/ 3411682 w 4114416"/>
              <a:gd name="connsiteY165" fmla="*/ 2810934 h 2870200"/>
              <a:gd name="connsiteX166" fmla="*/ 3437082 w 4114416"/>
              <a:gd name="connsiteY166" fmla="*/ 2870200 h 2870200"/>
              <a:gd name="connsiteX167" fmla="*/ 3462482 w 4114416"/>
              <a:gd name="connsiteY167" fmla="*/ 1828800 h 2870200"/>
              <a:gd name="connsiteX168" fmla="*/ 3461984 w 4114416"/>
              <a:gd name="connsiteY168" fmla="*/ 2090271 h 2870200"/>
              <a:gd name="connsiteX169" fmla="*/ 3487882 w 4114416"/>
              <a:gd name="connsiteY169" fmla="*/ 1735667 h 2870200"/>
              <a:gd name="connsiteX170" fmla="*/ 3513282 w 4114416"/>
              <a:gd name="connsiteY170" fmla="*/ 1651000 h 2870200"/>
              <a:gd name="connsiteX171" fmla="*/ 3521749 w 4114416"/>
              <a:gd name="connsiteY171" fmla="*/ 1701800 h 2870200"/>
              <a:gd name="connsiteX172" fmla="*/ 3525733 w 4114416"/>
              <a:gd name="connsiteY172" fmla="*/ 1875118 h 2870200"/>
              <a:gd name="connsiteX173" fmla="*/ 3547149 w 4114416"/>
              <a:gd name="connsiteY173" fmla="*/ 1752600 h 2870200"/>
              <a:gd name="connsiteX174" fmla="*/ 3555616 w 4114416"/>
              <a:gd name="connsiteY174" fmla="*/ 1693334 h 2870200"/>
              <a:gd name="connsiteX175" fmla="*/ 3597949 w 4114416"/>
              <a:gd name="connsiteY175" fmla="*/ 1608667 h 2870200"/>
              <a:gd name="connsiteX176" fmla="*/ 3614882 w 4114416"/>
              <a:gd name="connsiteY176" fmla="*/ 1566334 h 2870200"/>
              <a:gd name="connsiteX177" fmla="*/ 3657216 w 4114416"/>
              <a:gd name="connsiteY177" fmla="*/ 1464734 h 2870200"/>
              <a:gd name="connsiteX178" fmla="*/ 3661200 w 4114416"/>
              <a:gd name="connsiteY178" fmla="*/ 1373094 h 2870200"/>
              <a:gd name="connsiteX179" fmla="*/ 3682616 w 4114416"/>
              <a:gd name="connsiteY179" fmla="*/ 1363134 h 2870200"/>
              <a:gd name="connsiteX180" fmla="*/ 3699549 w 4114416"/>
              <a:gd name="connsiteY180" fmla="*/ 1320800 h 2870200"/>
              <a:gd name="connsiteX181" fmla="*/ 3694569 w 4114416"/>
              <a:gd name="connsiteY181" fmla="*/ 1151964 h 2870200"/>
              <a:gd name="connsiteX182" fmla="*/ 3741882 w 4114416"/>
              <a:gd name="connsiteY182" fmla="*/ 1227667 h 2870200"/>
              <a:gd name="connsiteX183" fmla="*/ 3750349 w 4114416"/>
              <a:gd name="connsiteY183" fmla="*/ 1176867 h 2870200"/>
              <a:gd name="connsiteX184" fmla="*/ 3767282 w 4114416"/>
              <a:gd name="connsiteY184" fmla="*/ 1126067 h 2870200"/>
              <a:gd name="connsiteX185" fmla="*/ 3775749 w 4114416"/>
              <a:gd name="connsiteY185" fmla="*/ 1058334 h 2870200"/>
              <a:gd name="connsiteX186" fmla="*/ 3784216 w 4114416"/>
              <a:gd name="connsiteY186" fmla="*/ 1270000 h 2870200"/>
              <a:gd name="connsiteX187" fmla="*/ 3813064 w 4114416"/>
              <a:gd name="connsiteY187" fmla="*/ 678606 h 2870200"/>
              <a:gd name="connsiteX188" fmla="*/ 3818082 w 4114416"/>
              <a:gd name="connsiteY188" fmla="*/ 558800 h 2870200"/>
              <a:gd name="connsiteX189" fmla="*/ 3835016 w 4114416"/>
              <a:gd name="connsiteY189" fmla="*/ 482600 h 2870200"/>
              <a:gd name="connsiteX190" fmla="*/ 3843482 w 4114416"/>
              <a:gd name="connsiteY190" fmla="*/ 533400 h 2870200"/>
              <a:gd name="connsiteX191" fmla="*/ 3860416 w 4114416"/>
              <a:gd name="connsiteY191" fmla="*/ 660400 h 2870200"/>
              <a:gd name="connsiteX192" fmla="*/ 3868882 w 4114416"/>
              <a:gd name="connsiteY192" fmla="*/ 702734 h 2870200"/>
              <a:gd name="connsiteX193" fmla="*/ 3885816 w 4114416"/>
              <a:gd name="connsiteY193" fmla="*/ 736600 h 2870200"/>
              <a:gd name="connsiteX194" fmla="*/ 3902749 w 4114416"/>
              <a:gd name="connsiteY194" fmla="*/ 702734 h 2870200"/>
              <a:gd name="connsiteX195" fmla="*/ 3962016 w 4114416"/>
              <a:gd name="connsiteY195" fmla="*/ 482600 h 2870200"/>
              <a:gd name="connsiteX196" fmla="*/ 3978949 w 4114416"/>
              <a:gd name="connsiteY196" fmla="*/ 457200 h 2870200"/>
              <a:gd name="connsiteX197" fmla="*/ 4004349 w 4114416"/>
              <a:gd name="connsiteY197" fmla="*/ 177800 h 2870200"/>
              <a:gd name="connsiteX198" fmla="*/ 4029749 w 4114416"/>
              <a:gd name="connsiteY198" fmla="*/ 135467 h 2870200"/>
              <a:gd name="connsiteX199" fmla="*/ 4038216 w 4114416"/>
              <a:gd name="connsiteY199" fmla="*/ 101600 h 2870200"/>
              <a:gd name="connsiteX200" fmla="*/ 4046682 w 4114416"/>
              <a:gd name="connsiteY200" fmla="*/ 76200 h 2870200"/>
              <a:gd name="connsiteX201" fmla="*/ 4055149 w 4114416"/>
              <a:gd name="connsiteY201" fmla="*/ 110067 h 2870200"/>
              <a:gd name="connsiteX202" fmla="*/ 4072082 w 4114416"/>
              <a:gd name="connsiteY202" fmla="*/ 160867 h 2870200"/>
              <a:gd name="connsiteX203" fmla="*/ 4114416 w 4114416"/>
              <a:gd name="connsiteY203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03949 w 4114416"/>
              <a:gd name="connsiteY39" fmla="*/ 1456267 h 2870200"/>
              <a:gd name="connsiteX40" fmla="*/ 820882 w 4114416"/>
              <a:gd name="connsiteY40" fmla="*/ 1430867 h 2870200"/>
              <a:gd name="connsiteX41" fmla="*/ 854749 w 4114416"/>
              <a:gd name="connsiteY41" fmla="*/ 1388534 h 2870200"/>
              <a:gd name="connsiteX42" fmla="*/ 863216 w 4114416"/>
              <a:gd name="connsiteY42" fmla="*/ 1498600 h 2870200"/>
              <a:gd name="connsiteX43" fmla="*/ 888616 w 4114416"/>
              <a:gd name="connsiteY43" fmla="*/ 1811867 h 2870200"/>
              <a:gd name="connsiteX44" fmla="*/ 897082 w 4114416"/>
              <a:gd name="connsiteY44" fmla="*/ 1642534 h 2870200"/>
              <a:gd name="connsiteX45" fmla="*/ 922482 w 4114416"/>
              <a:gd name="connsiteY45" fmla="*/ 1583267 h 2870200"/>
              <a:gd name="connsiteX46" fmla="*/ 930949 w 4114416"/>
              <a:gd name="connsiteY46" fmla="*/ 1557867 h 2870200"/>
              <a:gd name="connsiteX47" fmla="*/ 939416 w 4114416"/>
              <a:gd name="connsiteY47" fmla="*/ 2006600 h 2870200"/>
              <a:gd name="connsiteX48" fmla="*/ 964816 w 4114416"/>
              <a:gd name="connsiteY48" fmla="*/ 2116667 h 2870200"/>
              <a:gd name="connsiteX49" fmla="*/ 973282 w 4114416"/>
              <a:gd name="connsiteY49" fmla="*/ 1948424 h 2870200"/>
              <a:gd name="connsiteX50" fmla="*/ 990216 w 4114416"/>
              <a:gd name="connsiteY50" fmla="*/ 1794934 h 2870200"/>
              <a:gd name="connsiteX51" fmla="*/ 998682 w 4114416"/>
              <a:gd name="connsiteY51" fmla="*/ 1761067 h 2870200"/>
              <a:gd name="connsiteX52" fmla="*/ 1015616 w 4114416"/>
              <a:gd name="connsiteY52" fmla="*/ 1871134 h 2870200"/>
              <a:gd name="connsiteX53" fmla="*/ 1032549 w 4114416"/>
              <a:gd name="connsiteY53" fmla="*/ 1947334 h 2870200"/>
              <a:gd name="connsiteX54" fmla="*/ 1049482 w 4114416"/>
              <a:gd name="connsiteY54" fmla="*/ 2040467 h 2870200"/>
              <a:gd name="connsiteX55" fmla="*/ 1074882 w 4114416"/>
              <a:gd name="connsiteY55" fmla="*/ 2108200 h 2870200"/>
              <a:gd name="connsiteX56" fmla="*/ 1083349 w 4114416"/>
              <a:gd name="connsiteY56" fmla="*/ 2150534 h 2870200"/>
              <a:gd name="connsiteX57" fmla="*/ 1125682 w 4114416"/>
              <a:gd name="connsiteY57" fmla="*/ 2209800 h 2870200"/>
              <a:gd name="connsiteX58" fmla="*/ 1134149 w 4114416"/>
              <a:gd name="connsiteY58" fmla="*/ 2108200 h 2870200"/>
              <a:gd name="connsiteX59" fmla="*/ 1184949 w 4114416"/>
              <a:gd name="connsiteY59" fmla="*/ 1989667 h 2870200"/>
              <a:gd name="connsiteX60" fmla="*/ 1235749 w 4114416"/>
              <a:gd name="connsiteY60" fmla="*/ 1913467 h 2870200"/>
              <a:gd name="connsiteX61" fmla="*/ 1244216 w 4114416"/>
              <a:gd name="connsiteY61" fmla="*/ 2167467 h 2870200"/>
              <a:gd name="connsiteX62" fmla="*/ 1261149 w 4114416"/>
              <a:gd name="connsiteY62" fmla="*/ 2082800 h 2870200"/>
              <a:gd name="connsiteX63" fmla="*/ 1269616 w 4114416"/>
              <a:gd name="connsiteY63" fmla="*/ 2015067 h 2870200"/>
              <a:gd name="connsiteX64" fmla="*/ 1311949 w 4114416"/>
              <a:gd name="connsiteY64" fmla="*/ 1854200 h 2870200"/>
              <a:gd name="connsiteX65" fmla="*/ 1320416 w 4114416"/>
              <a:gd name="connsiteY65" fmla="*/ 1803400 h 2870200"/>
              <a:gd name="connsiteX66" fmla="*/ 1345816 w 4114416"/>
              <a:gd name="connsiteY66" fmla="*/ 1701800 h 2870200"/>
              <a:gd name="connsiteX67" fmla="*/ 1371216 w 4114416"/>
              <a:gd name="connsiteY67" fmla="*/ 1718734 h 2870200"/>
              <a:gd name="connsiteX68" fmla="*/ 1379682 w 4114416"/>
              <a:gd name="connsiteY68" fmla="*/ 1744134 h 2870200"/>
              <a:gd name="connsiteX69" fmla="*/ 1405082 w 4114416"/>
              <a:gd name="connsiteY69" fmla="*/ 1828800 h 2870200"/>
              <a:gd name="connsiteX70" fmla="*/ 1422016 w 4114416"/>
              <a:gd name="connsiteY70" fmla="*/ 1879600 h 2870200"/>
              <a:gd name="connsiteX71" fmla="*/ 1430482 w 4114416"/>
              <a:gd name="connsiteY71" fmla="*/ 1913467 h 2870200"/>
              <a:gd name="connsiteX72" fmla="*/ 1455882 w 4114416"/>
              <a:gd name="connsiteY72" fmla="*/ 1947334 h 2870200"/>
              <a:gd name="connsiteX73" fmla="*/ 1472816 w 4114416"/>
              <a:gd name="connsiteY73" fmla="*/ 1938867 h 2870200"/>
              <a:gd name="connsiteX74" fmla="*/ 1515149 w 4114416"/>
              <a:gd name="connsiteY74" fmla="*/ 1803400 h 2870200"/>
              <a:gd name="connsiteX75" fmla="*/ 1574416 w 4114416"/>
              <a:gd name="connsiteY75" fmla="*/ 1651000 h 2870200"/>
              <a:gd name="connsiteX76" fmla="*/ 1582882 w 4114416"/>
              <a:gd name="connsiteY76" fmla="*/ 1591734 h 2870200"/>
              <a:gd name="connsiteX77" fmla="*/ 1599816 w 4114416"/>
              <a:gd name="connsiteY77" fmla="*/ 1566334 h 2870200"/>
              <a:gd name="connsiteX78" fmla="*/ 1608282 w 4114416"/>
              <a:gd name="connsiteY78" fmla="*/ 1524000 h 2870200"/>
              <a:gd name="connsiteX79" fmla="*/ 1616749 w 4114416"/>
              <a:gd name="connsiteY79" fmla="*/ 1498600 h 2870200"/>
              <a:gd name="connsiteX80" fmla="*/ 1633682 w 4114416"/>
              <a:gd name="connsiteY80" fmla="*/ 1524000 h 2870200"/>
              <a:gd name="connsiteX81" fmla="*/ 1659082 w 4114416"/>
              <a:gd name="connsiteY81" fmla="*/ 1490134 h 2870200"/>
              <a:gd name="connsiteX82" fmla="*/ 1684482 w 4114416"/>
              <a:gd name="connsiteY82" fmla="*/ 1388534 h 2870200"/>
              <a:gd name="connsiteX83" fmla="*/ 1743749 w 4114416"/>
              <a:gd name="connsiteY83" fmla="*/ 1286934 h 2870200"/>
              <a:gd name="connsiteX84" fmla="*/ 1794549 w 4114416"/>
              <a:gd name="connsiteY84" fmla="*/ 1176867 h 2870200"/>
              <a:gd name="connsiteX85" fmla="*/ 1819949 w 4114416"/>
              <a:gd name="connsiteY85" fmla="*/ 1202267 h 2870200"/>
              <a:gd name="connsiteX86" fmla="*/ 1828416 w 4114416"/>
              <a:gd name="connsiteY86" fmla="*/ 1227667 h 2870200"/>
              <a:gd name="connsiteX87" fmla="*/ 1845349 w 4114416"/>
              <a:gd name="connsiteY87" fmla="*/ 1261534 h 2870200"/>
              <a:gd name="connsiteX88" fmla="*/ 1887682 w 4114416"/>
              <a:gd name="connsiteY88" fmla="*/ 1422400 h 2870200"/>
              <a:gd name="connsiteX89" fmla="*/ 1938482 w 4114416"/>
              <a:gd name="connsiteY89" fmla="*/ 1600200 h 2870200"/>
              <a:gd name="connsiteX90" fmla="*/ 1989282 w 4114416"/>
              <a:gd name="connsiteY90" fmla="*/ 1744134 h 2870200"/>
              <a:gd name="connsiteX91" fmla="*/ 2006216 w 4114416"/>
              <a:gd name="connsiteY91" fmla="*/ 1498600 h 2870200"/>
              <a:gd name="connsiteX92" fmla="*/ 2023149 w 4114416"/>
              <a:gd name="connsiteY92" fmla="*/ 1464734 h 2870200"/>
              <a:gd name="connsiteX93" fmla="*/ 2031616 w 4114416"/>
              <a:gd name="connsiteY93" fmla="*/ 1439334 h 2870200"/>
              <a:gd name="connsiteX94" fmla="*/ 2082416 w 4114416"/>
              <a:gd name="connsiteY94" fmla="*/ 2032000 h 2870200"/>
              <a:gd name="connsiteX95" fmla="*/ 2090882 w 4114416"/>
              <a:gd name="connsiteY95" fmla="*/ 2150534 h 2870200"/>
              <a:gd name="connsiteX96" fmla="*/ 2099349 w 4114416"/>
              <a:gd name="connsiteY96" fmla="*/ 2489200 h 2870200"/>
              <a:gd name="connsiteX97" fmla="*/ 2133216 w 4114416"/>
              <a:gd name="connsiteY97" fmla="*/ 2421467 h 2870200"/>
              <a:gd name="connsiteX98" fmla="*/ 2175549 w 4114416"/>
              <a:gd name="connsiteY98" fmla="*/ 2319867 h 2870200"/>
              <a:gd name="connsiteX99" fmla="*/ 2200949 w 4114416"/>
              <a:gd name="connsiteY99" fmla="*/ 2286000 h 2870200"/>
              <a:gd name="connsiteX100" fmla="*/ 2234816 w 4114416"/>
              <a:gd name="connsiteY100" fmla="*/ 2235200 h 2870200"/>
              <a:gd name="connsiteX101" fmla="*/ 2251749 w 4114416"/>
              <a:gd name="connsiteY101" fmla="*/ 2514600 h 2870200"/>
              <a:gd name="connsiteX102" fmla="*/ 2277149 w 4114416"/>
              <a:gd name="connsiteY102" fmla="*/ 2565400 h 2870200"/>
              <a:gd name="connsiteX103" fmla="*/ 2285616 w 4114416"/>
              <a:gd name="connsiteY103" fmla="*/ 2489200 h 2870200"/>
              <a:gd name="connsiteX104" fmla="*/ 2302549 w 4114416"/>
              <a:gd name="connsiteY104" fmla="*/ 2421467 h 2870200"/>
              <a:gd name="connsiteX105" fmla="*/ 2311016 w 4114416"/>
              <a:gd name="connsiteY105" fmla="*/ 1718734 h 2870200"/>
              <a:gd name="connsiteX106" fmla="*/ 2336416 w 4114416"/>
              <a:gd name="connsiteY106" fmla="*/ 1811867 h 2870200"/>
              <a:gd name="connsiteX107" fmla="*/ 2361816 w 4114416"/>
              <a:gd name="connsiteY107" fmla="*/ 1871134 h 2870200"/>
              <a:gd name="connsiteX108" fmla="*/ 2387216 w 4114416"/>
              <a:gd name="connsiteY108" fmla="*/ 1938867 h 2870200"/>
              <a:gd name="connsiteX109" fmla="*/ 2395682 w 4114416"/>
              <a:gd name="connsiteY109" fmla="*/ 1972734 h 2870200"/>
              <a:gd name="connsiteX110" fmla="*/ 2404149 w 4114416"/>
              <a:gd name="connsiteY110" fmla="*/ 1574800 h 2870200"/>
              <a:gd name="connsiteX111" fmla="*/ 2429549 w 4114416"/>
              <a:gd name="connsiteY111" fmla="*/ 1236134 h 2870200"/>
              <a:gd name="connsiteX112" fmla="*/ 2446482 w 4114416"/>
              <a:gd name="connsiteY112" fmla="*/ 1092200 h 2870200"/>
              <a:gd name="connsiteX113" fmla="*/ 2454949 w 4114416"/>
              <a:gd name="connsiteY113" fmla="*/ 1066800 h 2870200"/>
              <a:gd name="connsiteX114" fmla="*/ 2463416 w 4114416"/>
              <a:gd name="connsiteY114" fmla="*/ 1092200 h 2870200"/>
              <a:gd name="connsiteX115" fmla="*/ 2480349 w 4114416"/>
              <a:gd name="connsiteY115" fmla="*/ 1117600 h 2870200"/>
              <a:gd name="connsiteX116" fmla="*/ 2488816 w 4114416"/>
              <a:gd name="connsiteY116" fmla="*/ 1227667 h 2870200"/>
              <a:gd name="connsiteX117" fmla="*/ 2514216 w 4114416"/>
              <a:gd name="connsiteY117" fmla="*/ 753534 h 2870200"/>
              <a:gd name="connsiteX118" fmla="*/ 2531149 w 4114416"/>
              <a:gd name="connsiteY118" fmla="*/ 685800 h 2870200"/>
              <a:gd name="connsiteX119" fmla="*/ 2539616 w 4114416"/>
              <a:gd name="connsiteY119" fmla="*/ 609600 h 2870200"/>
              <a:gd name="connsiteX120" fmla="*/ 2548082 w 4114416"/>
              <a:gd name="connsiteY120" fmla="*/ 558800 h 2870200"/>
              <a:gd name="connsiteX121" fmla="*/ 2565016 w 4114416"/>
              <a:gd name="connsiteY121" fmla="*/ 584200 h 2870200"/>
              <a:gd name="connsiteX122" fmla="*/ 2573482 w 4114416"/>
              <a:gd name="connsiteY122" fmla="*/ 778934 h 2870200"/>
              <a:gd name="connsiteX123" fmla="*/ 2615816 w 4114416"/>
              <a:gd name="connsiteY123" fmla="*/ 914400 h 2870200"/>
              <a:gd name="connsiteX124" fmla="*/ 2632749 w 4114416"/>
              <a:gd name="connsiteY124" fmla="*/ 973667 h 2870200"/>
              <a:gd name="connsiteX125" fmla="*/ 2649682 w 4114416"/>
              <a:gd name="connsiteY125" fmla="*/ 812800 h 2870200"/>
              <a:gd name="connsiteX126" fmla="*/ 2666616 w 4114416"/>
              <a:gd name="connsiteY126" fmla="*/ 694267 h 2870200"/>
              <a:gd name="connsiteX127" fmla="*/ 2692016 w 4114416"/>
              <a:gd name="connsiteY127" fmla="*/ 558800 h 2870200"/>
              <a:gd name="connsiteX128" fmla="*/ 2717416 w 4114416"/>
              <a:gd name="connsiteY128" fmla="*/ 321734 h 2870200"/>
              <a:gd name="connsiteX129" fmla="*/ 2734349 w 4114416"/>
              <a:gd name="connsiteY129" fmla="*/ 1058334 h 2870200"/>
              <a:gd name="connsiteX130" fmla="*/ 2760746 w 4114416"/>
              <a:gd name="connsiteY130" fmla="*/ 1023969 h 2870200"/>
              <a:gd name="connsiteX131" fmla="*/ 2810549 w 4114416"/>
              <a:gd name="connsiteY131" fmla="*/ 905934 h 2870200"/>
              <a:gd name="connsiteX132" fmla="*/ 2844416 w 4114416"/>
              <a:gd name="connsiteY132" fmla="*/ 855134 h 2870200"/>
              <a:gd name="connsiteX133" fmla="*/ 2869816 w 4114416"/>
              <a:gd name="connsiteY133" fmla="*/ 1422400 h 2870200"/>
              <a:gd name="connsiteX134" fmla="*/ 2878282 w 4114416"/>
              <a:gd name="connsiteY134" fmla="*/ 1388534 h 2870200"/>
              <a:gd name="connsiteX135" fmla="*/ 2895216 w 4114416"/>
              <a:gd name="connsiteY135" fmla="*/ 1363134 h 2870200"/>
              <a:gd name="connsiteX136" fmla="*/ 2920616 w 4114416"/>
              <a:gd name="connsiteY136" fmla="*/ 1278467 h 2870200"/>
              <a:gd name="connsiteX137" fmla="*/ 2937549 w 4114416"/>
              <a:gd name="connsiteY137" fmla="*/ 1320800 h 2870200"/>
              <a:gd name="connsiteX138" fmla="*/ 2954482 w 4114416"/>
              <a:gd name="connsiteY138" fmla="*/ 1388534 h 2870200"/>
              <a:gd name="connsiteX139" fmla="*/ 2971416 w 4114416"/>
              <a:gd name="connsiteY139" fmla="*/ 1422400 h 2870200"/>
              <a:gd name="connsiteX140" fmla="*/ 3013749 w 4114416"/>
              <a:gd name="connsiteY140" fmla="*/ 1540934 h 2870200"/>
              <a:gd name="connsiteX141" fmla="*/ 3030682 w 4114416"/>
              <a:gd name="connsiteY141" fmla="*/ 1566334 h 2870200"/>
              <a:gd name="connsiteX142" fmla="*/ 3064549 w 4114416"/>
              <a:gd name="connsiteY142" fmla="*/ 1718734 h 2870200"/>
              <a:gd name="connsiteX143" fmla="*/ 3089949 w 4114416"/>
              <a:gd name="connsiteY143" fmla="*/ 1761067 h 2870200"/>
              <a:gd name="connsiteX144" fmla="*/ 3123816 w 4114416"/>
              <a:gd name="connsiteY144" fmla="*/ 1879600 h 2870200"/>
              <a:gd name="connsiteX145" fmla="*/ 3115349 w 4114416"/>
              <a:gd name="connsiteY145" fmla="*/ 1913467 h 2870200"/>
              <a:gd name="connsiteX146" fmla="*/ 3127799 w 4114416"/>
              <a:gd name="connsiteY146" fmla="*/ 1901016 h 2870200"/>
              <a:gd name="connsiteX147" fmla="*/ 3106882 w 4114416"/>
              <a:gd name="connsiteY147" fmla="*/ 1888067 h 2870200"/>
              <a:gd name="connsiteX148" fmla="*/ 3132282 w 4114416"/>
              <a:gd name="connsiteY148" fmla="*/ 1871134 h 2870200"/>
              <a:gd name="connsiteX149" fmla="*/ 3140749 w 4114416"/>
              <a:gd name="connsiteY149" fmla="*/ 1769534 h 2870200"/>
              <a:gd name="connsiteX150" fmla="*/ 3157682 w 4114416"/>
              <a:gd name="connsiteY150" fmla="*/ 1710267 h 2870200"/>
              <a:gd name="connsiteX151" fmla="*/ 3166149 w 4114416"/>
              <a:gd name="connsiteY151" fmla="*/ 1684867 h 2870200"/>
              <a:gd name="connsiteX152" fmla="*/ 3191549 w 4114416"/>
              <a:gd name="connsiteY152" fmla="*/ 1676400 h 2870200"/>
              <a:gd name="connsiteX153" fmla="*/ 3200016 w 4114416"/>
              <a:gd name="connsiteY153" fmla="*/ 2006600 h 2870200"/>
              <a:gd name="connsiteX154" fmla="*/ 3208482 w 4114416"/>
              <a:gd name="connsiteY154" fmla="*/ 2048934 h 2870200"/>
              <a:gd name="connsiteX155" fmla="*/ 3216949 w 4114416"/>
              <a:gd name="connsiteY155" fmla="*/ 2099734 h 2870200"/>
              <a:gd name="connsiteX156" fmla="*/ 3233882 w 4114416"/>
              <a:gd name="connsiteY156" fmla="*/ 2048934 h 2870200"/>
              <a:gd name="connsiteX157" fmla="*/ 3242349 w 4114416"/>
              <a:gd name="connsiteY157" fmla="*/ 1998134 h 2870200"/>
              <a:gd name="connsiteX158" fmla="*/ 3276216 w 4114416"/>
              <a:gd name="connsiteY158" fmla="*/ 2353734 h 2870200"/>
              <a:gd name="connsiteX159" fmla="*/ 3301616 w 4114416"/>
              <a:gd name="connsiteY159" fmla="*/ 2387600 h 2870200"/>
              <a:gd name="connsiteX160" fmla="*/ 3310082 w 4114416"/>
              <a:gd name="connsiteY160" fmla="*/ 2497667 h 2870200"/>
              <a:gd name="connsiteX161" fmla="*/ 3327016 w 4114416"/>
              <a:gd name="connsiteY161" fmla="*/ 2531534 h 2870200"/>
              <a:gd name="connsiteX162" fmla="*/ 3343949 w 4114416"/>
              <a:gd name="connsiteY162" fmla="*/ 2599267 h 2870200"/>
              <a:gd name="connsiteX163" fmla="*/ 3369349 w 4114416"/>
              <a:gd name="connsiteY163" fmla="*/ 2667000 h 2870200"/>
              <a:gd name="connsiteX164" fmla="*/ 3411682 w 4114416"/>
              <a:gd name="connsiteY164" fmla="*/ 2810934 h 2870200"/>
              <a:gd name="connsiteX165" fmla="*/ 3437082 w 4114416"/>
              <a:gd name="connsiteY165" fmla="*/ 2870200 h 2870200"/>
              <a:gd name="connsiteX166" fmla="*/ 3462482 w 4114416"/>
              <a:gd name="connsiteY166" fmla="*/ 1828800 h 2870200"/>
              <a:gd name="connsiteX167" fmla="*/ 3461984 w 4114416"/>
              <a:gd name="connsiteY167" fmla="*/ 2090271 h 2870200"/>
              <a:gd name="connsiteX168" fmla="*/ 3487882 w 4114416"/>
              <a:gd name="connsiteY168" fmla="*/ 1735667 h 2870200"/>
              <a:gd name="connsiteX169" fmla="*/ 3513282 w 4114416"/>
              <a:gd name="connsiteY169" fmla="*/ 1651000 h 2870200"/>
              <a:gd name="connsiteX170" fmla="*/ 3521749 w 4114416"/>
              <a:gd name="connsiteY170" fmla="*/ 1701800 h 2870200"/>
              <a:gd name="connsiteX171" fmla="*/ 3525733 w 4114416"/>
              <a:gd name="connsiteY171" fmla="*/ 1875118 h 2870200"/>
              <a:gd name="connsiteX172" fmla="*/ 3547149 w 4114416"/>
              <a:gd name="connsiteY172" fmla="*/ 1752600 h 2870200"/>
              <a:gd name="connsiteX173" fmla="*/ 3555616 w 4114416"/>
              <a:gd name="connsiteY173" fmla="*/ 1693334 h 2870200"/>
              <a:gd name="connsiteX174" fmla="*/ 3597949 w 4114416"/>
              <a:gd name="connsiteY174" fmla="*/ 1608667 h 2870200"/>
              <a:gd name="connsiteX175" fmla="*/ 3614882 w 4114416"/>
              <a:gd name="connsiteY175" fmla="*/ 1566334 h 2870200"/>
              <a:gd name="connsiteX176" fmla="*/ 3657216 w 4114416"/>
              <a:gd name="connsiteY176" fmla="*/ 1464734 h 2870200"/>
              <a:gd name="connsiteX177" fmla="*/ 3661200 w 4114416"/>
              <a:gd name="connsiteY177" fmla="*/ 1373094 h 2870200"/>
              <a:gd name="connsiteX178" fmla="*/ 3682616 w 4114416"/>
              <a:gd name="connsiteY178" fmla="*/ 1363134 h 2870200"/>
              <a:gd name="connsiteX179" fmla="*/ 3699549 w 4114416"/>
              <a:gd name="connsiteY179" fmla="*/ 1320800 h 2870200"/>
              <a:gd name="connsiteX180" fmla="*/ 3694569 w 4114416"/>
              <a:gd name="connsiteY180" fmla="*/ 1151964 h 2870200"/>
              <a:gd name="connsiteX181" fmla="*/ 3741882 w 4114416"/>
              <a:gd name="connsiteY181" fmla="*/ 1227667 h 2870200"/>
              <a:gd name="connsiteX182" fmla="*/ 3750349 w 4114416"/>
              <a:gd name="connsiteY182" fmla="*/ 1176867 h 2870200"/>
              <a:gd name="connsiteX183" fmla="*/ 3767282 w 4114416"/>
              <a:gd name="connsiteY183" fmla="*/ 1126067 h 2870200"/>
              <a:gd name="connsiteX184" fmla="*/ 3775749 w 4114416"/>
              <a:gd name="connsiteY184" fmla="*/ 1058334 h 2870200"/>
              <a:gd name="connsiteX185" fmla="*/ 3784216 w 4114416"/>
              <a:gd name="connsiteY185" fmla="*/ 1270000 h 2870200"/>
              <a:gd name="connsiteX186" fmla="*/ 3813064 w 4114416"/>
              <a:gd name="connsiteY186" fmla="*/ 678606 h 2870200"/>
              <a:gd name="connsiteX187" fmla="*/ 3818082 w 4114416"/>
              <a:gd name="connsiteY187" fmla="*/ 558800 h 2870200"/>
              <a:gd name="connsiteX188" fmla="*/ 3835016 w 4114416"/>
              <a:gd name="connsiteY188" fmla="*/ 482600 h 2870200"/>
              <a:gd name="connsiteX189" fmla="*/ 3843482 w 4114416"/>
              <a:gd name="connsiteY189" fmla="*/ 533400 h 2870200"/>
              <a:gd name="connsiteX190" fmla="*/ 3860416 w 4114416"/>
              <a:gd name="connsiteY190" fmla="*/ 660400 h 2870200"/>
              <a:gd name="connsiteX191" fmla="*/ 3868882 w 4114416"/>
              <a:gd name="connsiteY191" fmla="*/ 702734 h 2870200"/>
              <a:gd name="connsiteX192" fmla="*/ 3885816 w 4114416"/>
              <a:gd name="connsiteY192" fmla="*/ 736600 h 2870200"/>
              <a:gd name="connsiteX193" fmla="*/ 3902749 w 4114416"/>
              <a:gd name="connsiteY193" fmla="*/ 702734 h 2870200"/>
              <a:gd name="connsiteX194" fmla="*/ 3962016 w 4114416"/>
              <a:gd name="connsiteY194" fmla="*/ 482600 h 2870200"/>
              <a:gd name="connsiteX195" fmla="*/ 3978949 w 4114416"/>
              <a:gd name="connsiteY195" fmla="*/ 457200 h 2870200"/>
              <a:gd name="connsiteX196" fmla="*/ 4004349 w 4114416"/>
              <a:gd name="connsiteY196" fmla="*/ 177800 h 2870200"/>
              <a:gd name="connsiteX197" fmla="*/ 4029749 w 4114416"/>
              <a:gd name="connsiteY197" fmla="*/ 135467 h 2870200"/>
              <a:gd name="connsiteX198" fmla="*/ 4038216 w 4114416"/>
              <a:gd name="connsiteY198" fmla="*/ 101600 h 2870200"/>
              <a:gd name="connsiteX199" fmla="*/ 4046682 w 4114416"/>
              <a:gd name="connsiteY199" fmla="*/ 76200 h 2870200"/>
              <a:gd name="connsiteX200" fmla="*/ 4055149 w 4114416"/>
              <a:gd name="connsiteY200" fmla="*/ 110067 h 2870200"/>
              <a:gd name="connsiteX201" fmla="*/ 4072082 w 4114416"/>
              <a:gd name="connsiteY201" fmla="*/ 160867 h 2870200"/>
              <a:gd name="connsiteX202" fmla="*/ 4114416 w 4114416"/>
              <a:gd name="connsiteY202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22482 w 4114416"/>
              <a:gd name="connsiteY44" fmla="*/ 1583267 h 2870200"/>
              <a:gd name="connsiteX45" fmla="*/ 930949 w 4114416"/>
              <a:gd name="connsiteY45" fmla="*/ 1557867 h 2870200"/>
              <a:gd name="connsiteX46" fmla="*/ 939416 w 4114416"/>
              <a:gd name="connsiteY46" fmla="*/ 2006600 h 2870200"/>
              <a:gd name="connsiteX47" fmla="*/ 964816 w 4114416"/>
              <a:gd name="connsiteY47" fmla="*/ 2116667 h 2870200"/>
              <a:gd name="connsiteX48" fmla="*/ 973282 w 4114416"/>
              <a:gd name="connsiteY48" fmla="*/ 1948424 h 2870200"/>
              <a:gd name="connsiteX49" fmla="*/ 990216 w 4114416"/>
              <a:gd name="connsiteY49" fmla="*/ 1794934 h 2870200"/>
              <a:gd name="connsiteX50" fmla="*/ 998682 w 4114416"/>
              <a:gd name="connsiteY50" fmla="*/ 1761067 h 2870200"/>
              <a:gd name="connsiteX51" fmla="*/ 1015616 w 4114416"/>
              <a:gd name="connsiteY51" fmla="*/ 1871134 h 2870200"/>
              <a:gd name="connsiteX52" fmla="*/ 1032549 w 4114416"/>
              <a:gd name="connsiteY52" fmla="*/ 1947334 h 2870200"/>
              <a:gd name="connsiteX53" fmla="*/ 1049482 w 4114416"/>
              <a:gd name="connsiteY53" fmla="*/ 2040467 h 2870200"/>
              <a:gd name="connsiteX54" fmla="*/ 1074882 w 4114416"/>
              <a:gd name="connsiteY54" fmla="*/ 2108200 h 2870200"/>
              <a:gd name="connsiteX55" fmla="*/ 1083349 w 4114416"/>
              <a:gd name="connsiteY55" fmla="*/ 2150534 h 2870200"/>
              <a:gd name="connsiteX56" fmla="*/ 1125682 w 4114416"/>
              <a:gd name="connsiteY56" fmla="*/ 2209800 h 2870200"/>
              <a:gd name="connsiteX57" fmla="*/ 1134149 w 4114416"/>
              <a:gd name="connsiteY57" fmla="*/ 2108200 h 2870200"/>
              <a:gd name="connsiteX58" fmla="*/ 1184949 w 4114416"/>
              <a:gd name="connsiteY58" fmla="*/ 1989667 h 2870200"/>
              <a:gd name="connsiteX59" fmla="*/ 1235749 w 4114416"/>
              <a:gd name="connsiteY59" fmla="*/ 1913467 h 2870200"/>
              <a:gd name="connsiteX60" fmla="*/ 1244216 w 4114416"/>
              <a:gd name="connsiteY60" fmla="*/ 2167467 h 2870200"/>
              <a:gd name="connsiteX61" fmla="*/ 1261149 w 4114416"/>
              <a:gd name="connsiteY61" fmla="*/ 2082800 h 2870200"/>
              <a:gd name="connsiteX62" fmla="*/ 1269616 w 4114416"/>
              <a:gd name="connsiteY62" fmla="*/ 2015067 h 2870200"/>
              <a:gd name="connsiteX63" fmla="*/ 1311949 w 4114416"/>
              <a:gd name="connsiteY63" fmla="*/ 1854200 h 2870200"/>
              <a:gd name="connsiteX64" fmla="*/ 1320416 w 4114416"/>
              <a:gd name="connsiteY64" fmla="*/ 1803400 h 2870200"/>
              <a:gd name="connsiteX65" fmla="*/ 1345816 w 4114416"/>
              <a:gd name="connsiteY65" fmla="*/ 1701800 h 2870200"/>
              <a:gd name="connsiteX66" fmla="*/ 1371216 w 4114416"/>
              <a:gd name="connsiteY66" fmla="*/ 1718734 h 2870200"/>
              <a:gd name="connsiteX67" fmla="*/ 1379682 w 4114416"/>
              <a:gd name="connsiteY67" fmla="*/ 1744134 h 2870200"/>
              <a:gd name="connsiteX68" fmla="*/ 1405082 w 4114416"/>
              <a:gd name="connsiteY68" fmla="*/ 1828800 h 2870200"/>
              <a:gd name="connsiteX69" fmla="*/ 1422016 w 4114416"/>
              <a:gd name="connsiteY69" fmla="*/ 1879600 h 2870200"/>
              <a:gd name="connsiteX70" fmla="*/ 1430482 w 4114416"/>
              <a:gd name="connsiteY70" fmla="*/ 1913467 h 2870200"/>
              <a:gd name="connsiteX71" fmla="*/ 1455882 w 4114416"/>
              <a:gd name="connsiteY71" fmla="*/ 1947334 h 2870200"/>
              <a:gd name="connsiteX72" fmla="*/ 1472816 w 4114416"/>
              <a:gd name="connsiteY72" fmla="*/ 1938867 h 2870200"/>
              <a:gd name="connsiteX73" fmla="*/ 1515149 w 4114416"/>
              <a:gd name="connsiteY73" fmla="*/ 1803400 h 2870200"/>
              <a:gd name="connsiteX74" fmla="*/ 1574416 w 4114416"/>
              <a:gd name="connsiteY74" fmla="*/ 1651000 h 2870200"/>
              <a:gd name="connsiteX75" fmla="*/ 1582882 w 4114416"/>
              <a:gd name="connsiteY75" fmla="*/ 1591734 h 2870200"/>
              <a:gd name="connsiteX76" fmla="*/ 1599816 w 4114416"/>
              <a:gd name="connsiteY76" fmla="*/ 1566334 h 2870200"/>
              <a:gd name="connsiteX77" fmla="*/ 1608282 w 4114416"/>
              <a:gd name="connsiteY77" fmla="*/ 1524000 h 2870200"/>
              <a:gd name="connsiteX78" fmla="*/ 1616749 w 4114416"/>
              <a:gd name="connsiteY78" fmla="*/ 1498600 h 2870200"/>
              <a:gd name="connsiteX79" fmla="*/ 1633682 w 4114416"/>
              <a:gd name="connsiteY79" fmla="*/ 1524000 h 2870200"/>
              <a:gd name="connsiteX80" fmla="*/ 1659082 w 4114416"/>
              <a:gd name="connsiteY80" fmla="*/ 1490134 h 2870200"/>
              <a:gd name="connsiteX81" fmla="*/ 1684482 w 4114416"/>
              <a:gd name="connsiteY81" fmla="*/ 1388534 h 2870200"/>
              <a:gd name="connsiteX82" fmla="*/ 1743749 w 4114416"/>
              <a:gd name="connsiteY82" fmla="*/ 1286934 h 2870200"/>
              <a:gd name="connsiteX83" fmla="*/ 1794549 w 4114416"/>
              <a:gd name="connsiteY83" fmla="*/ 1176867 h 2870200"/>
              <a:gd name="connsiteX84" fmla="*/ 1819949 w 4114416"/>
              <a:gd name="connsiteY84" fmla="*/ 1202267 h 2870200"/>
              <a:gd name="connsiteX85" fmla="*/ 1828416 w 4114416"/>
              <a:gd name="connsiteY85" fmla="*/ 1227667 h 2870200"/>
              <a:gd name="connsiteX86" fmla="*/ 1845349 w 4114416"/>
              <a:gd name="connsiteY86" fmla="*/ 1261534 h 2870200"/>
              <a:gd name="connsiteX87" fmla="*/ 1887682 w 4114416"/>
              <a:gd name="connsiteY87" fmla="*/ 1422400 h 2870200"/>
              <a:gd name="connsiteX88" fmla="*/ 1938482 w 4114416"/>
              <a:gd name="connsiteY88" fmla="*/ 1600200 h 2870200"/>
              <a:gd name="connsiteX89" fmla="*/ 1989282 w 4114416"/>
              <a:gd name="connsiteY89" fmla="*/ 1744134 h 2870200"/>
              <a:gd name="connsiteX90" fmla="*/ 2006216 w 4114416"/>
              <a:gd name="connsiteY90" fmla="*/ 1498600 h 2870200"/>
              <a:gd name="connsiteX91" fmla="*/ 2023149 w 4114416"/>
              <a:gd name="connsiteY91" fmla="*/ 1464734 h 2870200"/>
              <a:gd name="connsiteX92" fmla="*/ 2031616 w 4114416"/>
              <a:gd name="connsiteY92" fmla="*/ 1439334 h 2870200"/>
              <a:gd name="connsiteX93" fmla="*/ 2082416 w 4114416"/>
              <a:gd name="connsiteY93" fmla="*/ 2032000 h 2870200"/>
              <a:gd name="connsiteX94" fmla="*/ 2090882 w 4114416"/>
              <a:gd name="connsiteY94" fmla="*/ 2150534 h 2870200"/>
              <a:gd name="connsiteX95" fmla="*/ 2099349 w 4114416"/>
              <a:gd name="connsiteY95" fmla="*/ 2489200 h 2870200"/>
              <a:gd name="connsiteX96" fmla="*/ 2133216 w 4114416"/>
              <a:gd name="connsiteY96" fmla="*/ 2421467 h 2870200"/>
              <a:gd name="connsiteX97" fmla="*/ 2175549 w 4114416"/>
              <a:gd name="connsiteY97" fmla="*/ 2319867 h 2870200"/>
              <a:gd name="connsiteX98" fmla="*/ 2200949 w 4114416"/>
              <a:gd name="connsiteY98" fmla="*/ 2286000 h 2870200"/>
              <a:gd name="connsiteX99" fmla="*/ 2234816 w 4114416"/>
              <a:gd name="connsiteY99" fmla="*/ 2235200 h 2870200"/>
              <a:gd name="connsiteX100" fmla="*/ 2251749 w 4114416"/>
              <a:gd name="connsiteY100" fmla="*/ 2514600 h 2870200"/>
              <a:gd name="connsiteX101" fmla="*/ 2277149 w 4114416"/>
              <a:gd name="connsiteY101" fmla="*/ 2565400 h 2870200"/>
              <a:gd name="connsiteX102" fmla="*/ 2285616 w 4114416"/>
              <a:gd name="connsiteY102" fmla="*/ 2489200 h 2870200"/>
              <a:gd name="connsiteX103" fmla="*/ 2302549 w 4114416"/>
              <a:gd name="connsiteY103" fmla="*/ 2421467 h 2870200"/>
              <a:gd name="connsiteX104" fmla="*/ 2311016 w 4114416"/>
              <a:gd name="connsiteY104" fmla="*/ 1718734 h 2870200"/>
              <a:gd name="connsiteX105" fmla="*/ 2336416 w 4114416"/>
              <a:gd name="connsiteY105" fmla="*/ 1811867 h 2870200"/>
              <a:gd name="connsiteX106" fmla="*/ 2361816 w 4114416"/>
              <a:gd name="connsiteY106" fmla="*/ 1871134 h 2870200"/>
              <a:gd name="connsiteX107" fmla="*/ 2387216 w 4114416"/>
              <a:gd name="connsiteY107" fmla="*/ 1938867 h 2870200"/>
              <a:gd name="connsiteX108" fmla="*/ 2395682 w 4114416"/>
              <a:gd name="connsiteY108" fmla="*/ 1972734 h 2870200"/>
              <a:gd name="connsiteX109" fmla="*/ 2404149 w 4114416"/>
              <a:gd name="connsiteY109" fmla="*/ 1574800 h 2870200"/>
              <a:gd name="connsiteX110" fmla="*/ 2429549 w 4114416"/>
              <a:gd name="connsiteY110" fmla="*/ 1236134 h 2870200"/>
              <a:gd name="connsiteX111" fmla="*/ 2446482 w 4114416"/>
              <a:gd name="connsiteY111" fmla="*/ 1092200 h 2870200"/>
              <a:gd name="connsiteX112" fmla="*/ 2454949 w 4114416"/>
              <a:gd name="connsiteY112" fmla="*/ 1066800 h 2870200"/>
              <a:gd name="connsiteX113" fmla="*/ 2463416 w 4114416"/>
              <a:gd name="connsiteY113" fmla="*/ 1092200 h 2870200"/>
              <a:gd name="connsiteX114" fmla="*/ 2480349 w 4114416"/>
              <a:gd name="connsiteY114" fmla="*/ 1117600 h 2870200"/>
              <a:gd name="connsiteX115" fmla="*/ 2488816 w 4114416"/>
              <a:gd name="connsiteY115" fmla="*/ 1227667 h 2870200"/>
              <a:gd name="connsiteX116" fmla="*/ 2514216 w 4114416"/>
              <a:gd name="connsiteY116" fmla="*/ 753534 h 2870200"/>
              <a:gd name="connsiteX117" fmla="*/ 2531149 w 4114416"/>
              <a:gd name="connsiteY117" fmla="*/ 685800 h 2870200"/>
              <a:gd name="connsiteX118" fmla="*/ 2539616 w 4114416"/>
              <a:gd name="connsiteY118" fmla="*/ 609600 h 2870200"/>
              <a:gd name="connsiteX119" fmla="*/ 2548082 w 4114416"/>
              <a:gd name="connsiteY119" fmla="*/ 558800 h 2870200"/>
              <a:gd name="connsiteX120" fmla="*/ 2565016 w 4114416"/>
              <a:gd name="connsiteY120" fmla="*/ 584200 h 2870200"/>
              <a:gd name="connsiteX121" fmla="*/ 2573482 w 4114416"/>
              <a:gd name="connsiteY121" fmla="*/ 778934 h 2870200"/>
              <a:gd name="connsiteX122" fmla="*/ 2615816 w 4114416"/>
              <a:gd name="connsiteY122" fmla="*/ 914400 h 2870200"/>
              <a:gd name="connsiteX123" fmla="*/ 2632749 w 4114416"/>
              <a:gd name="connsiteY123" fmla="*/ 973667 h 2870200"/>
              <a:gd name="connsiteX124" fmla="*/ 2649682 w 4114416"/>
              <a:gd name="connsiteY124" fmla="*/ 812800 h 2870200"/>
              <a:gd name="connsiteX125" fmla="*/ 2666616 w 4114416"/>
              <a:gd name="connsiteY125" fmla="*/ 694267 h 2870200"/>
              <a:gd name="connsiteX126" fmla="*/ 2692016 w 4114416"/>
              <a:gd name="connsiteY126" fmla="*/ 558800 h 2870200"/>
              <a:gd name="connsiteX127" fmla="*/ 2717416 w 4114416"/>
              <a:gd name="connsiteY127" fmla="*/ 321734 h 2870200"/>
              <a:gd name="connsiteX128" fmla="*/ 2734349 w 4114416"/>
              <a:gd name="connsiteY128" fmla="*/ 1058334 h 2870200"/>
              <a:gd name="connsiteX129" fmla="*/ 2760746 w 4114416"/>
              <a:gd name="connsiteY129" fmla="*/ 1023969 h 2870200"/>
              <a:gd name="connsiteX130" fmla="*/ 2810549 w 4114416"/>
              <a:gd name="connsiteY130" fmla="*/ 905934 h 2870200"/>
              <a:gd name="connsiteX131" fmla="*/ 2844416 w 4114416"/>
              <a:gd name="connsiteY131" fmla="*/ 855134 h 2870200"/>
              <a:gd name="connsiteX132" fmla="*/ 2869816 w 4114416"/>
              <a:gd name="connsiteY132" fmla="*/ 1422400 h 2870200"/>
              <a:gd name="connsiteX133" fmla="*/ 2878282 w 4114416"/>
              <a:gd name="connsiteY133" fmla="*/ 1388534 h 2870200"/>
              <a:gd name="connsiteX134" fmla="*/ 2895216 w 4114416"/>
              <a:gd name="connsiteY134" fmla="*/ 1363134 h 2870200"/>
              <a:gd name="connsiteX135" fmla="*/ 2920616 w 4114416"/>
              <a:gd name="connsiteY135" fmla="*/ 1278467 h 2870200"/>
              <a:gd name="connsiteX136" fmla="*/ 2937549 w 4114416"/>
              <a:gd name="connsiteY136" fmla="*/ 1320800 h 2870200"/>
              <a:gd name="connsiteX137" fmla="*/ 2954482 w 4114416"/>
              <a:gd name="connsiteY137" fmla="*/ 1388534 h 2870200"/>
              <a:gd name="connsiteX138" fmla="*/ 2971416 w 4114416"/>
              <a:gd name="connsiteY138" fmla="*/ 1422400 h 2870200"/>
              <a:gd name="connsiteX139" fmla="*/ 3013749 w 4114416"/>
              <a:gd name="connsiteY139" fmla="*/ 1540934 h 2870200"/>
              <a:gd name="connsiteX140" fmla="*/ 3030682 w 4114416"/>
              <a:gd name="connsiteY140" fmla="*/ 1566334 h 2870200"/>
              <a:gd name="connsiteX141" fmla="*/ 3064549 w 4114416"/>
              <a:gd name="connsiteY141" fmla="*/ 1718734 h 2870200"/>
              <a:gd name="connsiteX142" fmla="*/ 3089949 w 4114416"/>
              <a:gd name="connsiteY142" fmla="*/ 1761067 h 2870200"/>
              <a:gd name="connsiteX143" fmla="*/ 3123816 w 4114416"/>
              <a:gd name="connsiteY143" fmla="*/ 1879600 h 2870200"/>
              <a:gd name="connsiteX144" fmla="*/ 3115349 w 4114416"/>
              <a:gd name="connsiteY144" fmla="*/ 1913467 h 2870200"/>
              <a:gd name="connsiteX145" fmla="*/ 3127799 w 4114416"/>
              <a:gd name="connsiteY145" fmla="*/ 1901016 h 2870200"/>
              <a:gd name="connsiteX146" fmla="*/ 3106882 w 4114416"/>
              <a:gd name="connsiteY146" fmla="*/ 1888067 h 2870200"/>
              <a:gd name="connsiteX147" fmla="*/ 3132282 w 4114416"/>
              <a:gd name="connsiteY147" fmla="*/ 1871134 h 2870200"/>
              <a:gd name="connsiteX148" fmla="*/ 3140749 w 4114416"/>
              <a:gd name="connsiteY148" fmla="*/ 1769534 h 2870200"/>
              <a:gd name="connsiteX149" fmla="*/ 3157682 w 4114416"/>
              <a:gd name="connsiteY149" fmla="*/ 1710267 h 2870200"/>
              <a:gd name="connsiteX150" fmla="*/ 3166149 w 4114416"/>
              <a:gd name="connsiteY150" fmla="*/ 1684867 h 2870200"/>
              <a:gd name="connsiteX151" fmla="*/ 3191549 w 4114416"/>
              <a:gd name="connsiteY151" fmla="*/ 1676400 h 2870200"/>
              <a:gd name="connsiteX152" fmla="*/ 3200016 w 4114416"/>
              <a:gd name="connsiteY152" fmla="*/ 2006600 h 2870200"/>
              <a:gd name="connsiteX153" fmla="*/ 3208482 w 4114416"/>
              <a:gd name="connsiteY153" fmla="*/ 2048934 h 2870200"/>
              <a:gd name="connsiteX154" fmla="*/ 3216949 w 4114416"/>
              <a:gd name="connsiteY154" fmla="*/ 2099734 h 2870200"/>
              <a:gd name="connsiteX155" fmla="*/ 3233882 w 4114416"/>
              <a:gd name="connsiteY155" fmla="*/ 2048934 h 2870200"/>
              <a:gd name="connsiteX156" fmla="*/ 3242349 w 4114416"/>
              <a:gd name="connsiteY156" fmla="*/ 1998134 h 2870200"/>
              <a:gd name="connsiteX157" fmla="*/ 3276216 w 4114416"/>
              <a:gd name="connsiteY157" fmla="*/ 2353734 h 2870200"/>
              <a:gd name="connsiteX158" fmla="*/ 3301616 w 4114416"/>
              <a:gd name="connsiteY158" fmla="*/ 2387600 h 2870200"/>
              <a:gd name="connsiteX159" fmla="*/ 3310082 w 4114416"/>
              <a:gd name="connsiteY159" fmla="*/ 2497667 h 2870200"/>
              <a:gd name="connsiteX160" fmla="*/ 3327016 w 4114416"/>
              <a:gd name="connsiteY160" fmla="*/ 2531534 h 2870200"/>
              <a:gd name="connsiteX161" fmla="*/ 3343949 w 4114416"/>
              <a:gd name="connsiteY161" fmla="*/ 2599267 h 2870200"/>
              <a:gd name="connsiteX162" fmla="*/ 3369349 w 4114416"/>
              <a:gd name="connsiteY162" fmla="*/ 2667000 h 2870200"/>
              <a:gd name="connsiteX163" fmla="*/ 3411682 w 4114416"/>
              <a:gd name="connsiteY163" fmla="*/ 2810934 h 2870200"/>
              <a:gd name="connsiteX164" fmla="*/ 3437082 w 4114416"/>
              <a:gd name="connsiteY164" fmla="*/ 2870200 h 2870200"/>
              <a:gd name="connsiteX165" fmla="*/ 3462482 w 4114416"/>
              <a:gd name="connsiteY165" fmla="*/ 1828800 h 2870200"/>
              <a:gd name="connsiteX166" fmla="*/ 3461984 w 4114416"/>
              <a:gd name="connsiteY166" fmla="*/ 2090271 h 2870200"/>
              <a:gd name="connsiteX167" fmla="*/ 3487882 w 4114416"/>
              <a:gd name="connsiteY167" fmla="*/ 1735667 h 2870200"/>
              <a:gd name="connsiteX168" fmla="*/ 3513282 w 4114416"/>
              <a:gd name="connsiteY168" fmla="*/ 1651000 h 2870200"/>
              <a:gd name="connsiteX169" fmla="*/ 3521749 w 4114416"/>
              <a:gd name="connsiteY169" fmla="*/ 1701800 h 2870200"/>
              <a:gd name="connsiteX170" fmla="*/ 3525733 w 4114416"/>
              <a:gd name="connsiteY170" fmla="*/ 1875118 h 2870200"/>
              <a:gd name="connsiteX171" fmla="*/ 3547149 w 4114416"/>
              <a:gd name="connsiteY171" fmla="*/ 1752600 h 2870200"/>
              <a:gd name="connsiteX172" fmla="*/ 3555616 w 4114416"/>
              <a:gd name="connsiteY172" fmla="*/ 1693334 h 2870200"/>
              <a:gd name="connsiteX173" fmla="*/ 3597949 w 4114416"/>
              <a:gd name="connsiteY173" fmla="*/ 1608667 h 2870200"/>
              <a:gd name="connsiteX174" fmla="*/ 3614882 w 4114416"/>
              <a:gd name="connsiteY174" fmla="*/ 1566334 h 2870200"/>
              <a:gd name="connsiteX175" fmla="*/ 3657216 w 4114416"/>
              <a:gd name="connsiteY175" fmla="*/ 1464734 h 2870200"/>
              <a:gd name="connsiteX176" fmla="*/ 3661200 w 4114416"/>
              <a:gd name="connsiteY176" fmla="*/ 1373094 h 2870200"/>
              <a:gd name="connsiteX177" fmla="*/ 3682616 w 4114416"/>
              <a:gd name="connsiteY177" fmla="*/ 1363134 h 2870200"/>
              <a:gd name="connsiteX178" fmla="*/ 3699549 w 4114416"/>
              <a:gd name="connsiteY178" fmla="*/ 1320800 h 2870200"/>
              <a:gd name="connsiteX179" fmla="*/ 3694569 w 4114416"/>
              <a:gd name="connsiteY179" fmla="*/ 1151964 h 2870200"/>
              <a:gd name="connsiteX180" fmla="*/ 3741882 w 4114416"/>
              <a:gd name="connsiteY180" fmla="*/ 1227667 h 2870200"/>
              <a:gd name="connsiteX181" fmla="*/ 3750349 w 4114416"/>
              <a:gd name="connsiteY181" fmla="*/ 1176867 h 2870200"/>
              <a:gd name="connsiteX182" fmla="*/ 3767282 w 4114416"/>
              <a:gd name="connsiteY182" fmla="*/ 1126067 h 2870200"/>
              <a:gd name="connsiteX183" fmla="*/ 3775749 w 4114416"/>
              <a:gd name="connsiteY183" fmla="*/ 1058334 h 2870200"/>
              <a:gd name="connsiteX184" fmla="*/ 3784216 w 4114416"/>
              <a:gd name="connsiteY184" fmla="*/ 1270000 h 2870200"/>
              <a:gd name="connsiteX185" fmla="*/ 3813064 w 4114416"/>
              <a:gd name="connsiteY185" fmla="*/ 678606 h 2870200"/>
              <a:gd name="connsiteX186" fmla="*/ 3818082 w 4114416"/>
              <a:gd name="connsiteY186" fmla="*/ 558800 h 2870200"/>
              <a:gd name="connsiteX187" fmla="*/ 3835016 w 4114416"/>
              <a:gd name="connsiteY187" fmla="*/ 482600 h 2870200"/>
              <a:gd name="connsiteX188" fmla="*/ 3843482 w 4114416"/>
              <a:gd name="connsiteY188" fmla="*/ 533400 h 2870200"/>
              <a:gd name="connsiteX189" fmla="*/ 3860416 w 4114416"/>
              <a:gd name="connsiteY189" fmla="*/ 660400 h 2870200"/>
              <a:gd name="connsiteX190" fmla="*/ 3868882 w 4114416"/>
              <a:gd name="connsiteY190" fmla="*/ 702734 h 2870200"/>
              <a:gd name="connsiteX191" fmla="*/ 3885816 w 4114416"/>
              <a:gd name="connsiteY191" fmla="*/ 736600 h 2870200"/>
              <a:gd name="connsiteX192" fmla="*/ 3902749 w 4114416"/>
              <a:gd name="connsiteY192" fmla="*/ 702734 h 2870200"/>
              <a:gd name="connsiteX193" fmla="*/ 3962016 w 4114416"/>
              <a:gd name="connsiteY193" fmla="*/ 482600 h 2870200"/>
              <a:gd name="connsiteX194" fmla="*/ 3978949 w 4114416"/>
              <a:gd name="connsiteY194" fmla="*/ 457200 h 2870200"/>
              <a:gd name="connsiteX195" fmla="*/ 4004349 w 4114416"/>
              <a:gd name="connsiteY195" fmla="*/ 177800 h 2870200"/>
              <a:gd name="connsiteX196" fmla="*/ 4029749 w 4114416"/>
              <a:gd name="connsiteY196" fmla="*/ 135467 h 2870200"/>
              <a:gd name="connsiteX197" fmla="*/ 4038216 w 4114416"/>
              <a:gd name="connsiteY197" fmla="*/ 101600 h 2870200"/>
              <a:gd name="connsiteX198" fmla="*/ 4046682 w 4114416"/>
              <a:gd name="connsiteY198" fmla="*/ 76200 h 2870200"/>
              <a:gd name="connsiteX199" fmla="*/ 4055149 w 4114416"/>
              <a:gd name="connsiteY199" fmla="*/ 110067 h 2870200"/>
              <a:gd name="connsiteX200" fmla="*/ 4072082 w 4114416"/>
              <a:gd name="connsiteY200" fmla="*/ 160867 h 2870200"/>
              <a:gd name="connsiteX201" fmla="*/ 4114416 w 4114416"/>
              <a:gd name="connsiteY201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083349 w 4114416"/>
              <a:gd name="connsiteY54" fmla="*/ 2150534 h 2870200"/>
              <a:gd name="connsiteX55" fmla="*/ 1125682 w 4114416"/>
              <a:gd name="connsiteY55" fmla="*/ 2209800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35749 w 4114416"/>
              <a:gd name="connsiteY58" fmla="*/ 19134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1216 w 4114416"/>
              <a:gd name="connsiteY65" fmla="*/ 1718734 h 2870200"/>
              <a:gd name="connsiteX66" fmla="*/ 1379682 w 4114416"/>
              <a:gd name="connsiteY66" fmla="*/ 1744134 h 2870200"/>
              <a:gd name="connsiteX67" fmla="*/ 1405082 w 4114416"/>
              <a:gd name="connsiteY67" fmla="*/ 1828800 h 2870200"/>
              <a:gd name="connsiteX68" fmla="*/ 1422016 w 4114416"/>
              <a:gd name="connsiteY68" fmla="*/ 1879600 h 2870200"/>
              <a:gd name="connsiteX69" fmla="*/ 1430482 w 4114416"/>
              <a:gd name="connsiteY69" fmla="*/ 1913467 h 2870200"/>
              <a:gd name="connsiteX70" fmla="*/ 1455882 w 4114416"/>
              <a:gd name="connsiteY70" fmla="*/ 1947334 h 2870200"/>
              <a:gd name="connsiteX71" fmla="*/ 1472816 w 4114416"/>
              <a:gd name="connsiteY71" fmla="*/ 1938867 h 2870200"/>
              <a:gd name="connsiteX72" fmla="*/ 1515149 w 4114416"/>
              <a:gd name="connsiteY72" fmla="*/ 1803400 h 2870200"/>
              <a:gd name="connsiteX73" fmla="*/ 1574416 w 4114416"/>
              <a:gd name="connsiteY73" fmla="*/ 1651000 h 2870200"/>
              <a:gd name="connsiteX74" fmla="*/ 1582882 w 4114416"/>
              <a:gd name="connsiteY74" fmla="*/ 1591734 h 2870200"/>
              <a:gd name="connsiteX75" fmla="*/ 1599816 w 4114416"/>
              <a:gd name="connsiteY75" fmla="*/ 1566334 h 2870200"/>
              <a:gd name="connsiteX76" fmla="*/ 1608282 w 4114416"/>
              <a:gd name="connsiteY76" fmla="*/ 1524000 h 2870200"/>
              <a:gd name="connsiteX77" fmla="*/ 1616749 w 4114416"/>
              <a:gd name="connsiteY77" fmla="*/ 1498600 h 2870200"/>
              <a:gd name="connsiteX78" fmla="*/ 1633682 w 4114416"/>
              <a:gd name="connsiteY78" fmla="*/ 1524000 h 2870200"/>
              <a:gd name="connsiteX79" fmla="*/ 1659082 w 4114416"/>
              <a:gd name="connsiteY79" fmla="*/ 1490134 h 2870200"/>
              <a:gd name="connsiteX80" fmla="*/ 1684482 w 4114416"/>
              <a:gd name="connsiteY80" fmla="*/ 1388534 h 2870200"/>
              <a:gd name="connsiteX81" fmla="*/ 1743749 w 4114416"/>
              <a:gd name="connsiteY81" fmla="*/ 1286934 h 2870200"/>
              <a:gd name="connsiteX82" fmla="*/ 1794549 w 4114416"/>
              <a:gd name="connsiteY82" fmla="*/ 1176867 h 2870200"/>
              <a:gd name="connsiteX83" fmla="*/ 1819949 w 4114416"/>
              <a:gd name="connsiteY83" fmla="*/ 1202267 h 2870200"/>
              <a:gd name="connsiteX84" fmla="*/ 1828416 w 4114416"/>
              <a:gd name="connsiteY84" fmla="*/ 1227667 h 2870200"/>
              <a:gd name="connsiteX85" fmla="*/ 1845349 w 4114416"/>
              <a:gd name="connsiteY85" fmla="*/ 1261534 h 2870200"/>
              <a:gd name="connsiteX86" fmla="*/ 1887682 w 4114416"/>
              <a:gd name="connsiteY86" fmla="*/ 1422400 h 2870200"/>
              <a:gd name="connsiteX87" fmla="*/ 1938482 w 4114416"/>
              <a:gd name="connsiteY87" fmla="*/ 1600200 h 2870200"/>
              <a:gd name="connsiteX88" fmla="*/ 1989282 w 4114416"/>
              <a:gd name="connsiteY88" fmla="*/ 1744134 h 2870200"/>
              <a:gd name="connsiteX89" fmla="*/ 2006216 w 4114416"/>
              <a:gd name="connsiteY89" fmla="*/ 1498600 h 2870200"/>
              <a:gd name="connsiteX90" fmla="*/ 2023149 w 4114416"/>
              <a:gd name="connsiteY90" fmla="*/ 1464734 h 2870200"/>
              <a:gd name="connsiteX91" fmla="*/ 2031616 w 4114416"/>
              <a:gd name="connsiteY91" fmla="*/ 1439334 h 2870200"/>
              <a:gd name="connsiteX92" fmla="*/ 2082416 w 4114416"/>
              <a:gd name="connsiteY92" fmla="*/ 2032000 h 2870200"/>
              <a:gd name="connsiteX93" fmla="*/ 2090882 w 4114416"/>
              <a:gd name="connsiteY93" fmla="*/ 2150534 h 2870200"/>
              <a:gd name="connsiteX94" fmla="*/ 2099349 w 4114416"/>
              <a:gd name="connsiteY94" fmla="*/ 2489200 h 2870200"/>
              <a:gd name="connsiteX95" fmla="*/ 2133216 w 4114416"/>
              <a:gd name="connsiteY95" fmla="*/ 2421467 h 2870200"/>
              <a:gd name="connsiteX96" fmla="*/ 2175549 w 4114416"/>
              <a:gd name="connsiteY96" fmla="*/ 2319867 h 2870200"/>
              <a:gd name="connsiteX97" fmla="*/ 2200949 w 4114416"/>
              <a:gd name="connsiteY97" fmla="*/ 2286000 h 2870200"/>
              <a:gd name="connsiteX98" fmla="*/ 2234816 w 4114416"/>
              <a:gd name="connsiteY98" fmla="*/ 2235200 h 2870200"/>
              <a:gd name="connsiteX99" fmla="*/ 2251749 w 4114416"/>
              <a:gd name="connsiteY99" fmla="*/ 2514600 h 2870200"/>
              <a:gd name="connsiteX100" fmla="*/ 2277149 w 4114416"/>
              <a:gd name="connsiteY100" fmla="*/ 2565400 h 2870200"/>
              <a:gd name="connsiteX101" fmla="*/ 2285616 w 4114416"/>
              <a:gd name="connsiteY101" fmla="*/ 2489200 h 2870200"/>
              <a:gd name="connsiteX102" fmla="*/ 2302549 w 4114416"/>
              <a:gd name="connsiteY102" fmla="*/ 2421467 h 2870200"/>
              <a:gd name="connsiteX103" fmla="*/ 2311016 w 4114416"/>
              <a:gd name="connsiteY103" fmla="*/ 1718734 h 2870200"/>
              <a:gd name="connsiteX104" fmla="*/ 2336416 w 4114416"/>
              <a:gd name="connsiteY104" fmla="*/ 1811867 h 2870200"/>
              <a:gd name="connsiteX105" fmla="*/ 2361816 w 4114416"/>
              <a:gd name="connsiteY105" fmla="*/ 1871134 h 2870200"/>
              <a:gd name="connsiteX106" fmla="*/ 2387216 w 4114416"/>
              <a:gd name="connsiteY106" fmla="*/ 1938867 h 2870200"/>
              <a:gd name="connsiteX107" fmla="*/ 2395682 w 4114416"/>
              <a:gd name="connsiteY107" fmla="*/ 1972734 h 2870200"/>
              <a:gd name="connsiteX108" fmla="*/ 2404149 w 4114416"/>
              <a:gd name="connsiteY108" fmla="*/ 1574800 h 2870200"/>
              <a:gd name="connsiteX109" fmla="*/ 2429549 w 4114416"/>
              <a:gd name="connsiteY109" fmla="*/ 1236134 h 2870200"/>
              <a:gd name="connsiteX110" fmla="*/ 2446482 w 4114416"/>
              <a:gd name="connsiteY110" fmla="*/ 1092200 h 2870200"/>
              <a:gd name="connsiteX111" fmla="*/ 2454949 w 4114416"/>
              <a:gd name="connsiteY111" fmla="*/ 1066800 h 2870200"/>
              <a:gd name="connsiteX112" fmla="*/ 2463416 w 4114416"/>
              <a:gd name="connsiteY112" fmla="*/ 1092200 h 2870200"/>
              <a:gd name="connsiteX113" fmla="*/ 2480349 w 4114416"/>
              <a:gd name="connsiteY113" fmla="*/ 1117600 h 2870200"/>
              <a:gd name="connsiteX114" fmla="*/ 2488816 w 4114416"/>
              <a:gd name="connsiteY114" fmla="*/ 1227667 h 2870200"/>
              <a:gd name="connsiteX115" fmla="*/ 2514216 w 4114416"/>
              <a:gd name="connsiteY115" fmla="*/ 753534 h 2870200"/>
              <a:gd name="connsiteX116" fmla="*/ 2531149 w 4114416"/>
              <a:gd name="connsiteY116" fmla="*/ 685800 h 2870200"/>
              <a:gd name="connsiteX117" fmla="*/ 2539616 w 4114416"/>
              <a:gd name="connsiteY117" fmla="*/ 609600 h 2870200"/>
              <a:gd name="connsiteX118" fmla="*/ 2548082 w 4114416"/>
              <a:gd name="connsiteY118" fmla="*/ 558800 h 2870200"/>
              <a:gd name="connsiteX119" fmla="*/ 2565016 w 4114416"/>
              <a:gd name="connsiteY119" fmla="*/ 584200 h 2870200"/>
              <a:gd name="connsiteX120" fmla="*/ 2573482 w 4114416"/>
              <a:gd name="connsiteY120" fmla="*/ 778934 h 2870200"/>
              <a:gd name="connsiteX121" fmla="*/ 2615816 w 4114416"/>
              <a:gd name="connsiteY121" fmla="*/ 914400 h 2870200"/>
              <a:gd name="connsiteX122" fmla="*/ 2632749 w 4114416"/>
              <a:gd name="connsiteY122" fmla="*/ 973667 h 2870200"/>
              <a:gd name="connsiteX123" fmla="*/ 2649682 w 4114416"/>
              <a:gd name="connsiteY123" fmla="*/ 812800 h 2870200"/>
              <a:gd name="connsiteX124" fmla="*/ 2666616 w 4114416"/>
              <a:gd name="connsiteY124" fmla="*/ 694267 h 2870200"/>
              <a:gd name="connsiteX125" fmla="*/ 2692016 w 4114416"/>
              <a:gd name="connsiteY125" fmla="*/ 558800 h 2870200"/>
              <a:gd name="connsiteX126" fmla="*/ 2717416 w 4114416"/>
              <a:gd name="connsiteY126" fmla="*/ 321734 h 2870200"/>
              <a:gd name="connsiteX127" fmla="*/ 2734349 w 4114416"/>
              <a:gd name="connsiteY127" fmla="*/ 1058334 h 2870200"/>
              <a:gd name="connsiteX128" fmla="*/ 2760746 w 4114416"/>
              <a:gd name="connsiteY128" fmla="*/ 1023969 h 2870200"/>
              <a:gd name="connsiteX129" fmla="*/ 2810549 w 4114416"/>
              <a:gd name="connsiteY129" fmla="*/ 905934 h 2870200"/>
              <a:gd name="connsiteX130" fmla="*/ 2844416 w 4114416"/>
              <a:gd name="connsiteY130" fmla="*/ 855134 h 2870200"/>
              <a:gd name="connsiteX131" fmla="*/ 2869816 w 4114416"/>
              <a:gd name="connsiteY131" fmla="*/ 1422400 h 2870200"/>
              <a:gd name="connsiteX132" fmla="*/ 2878282 w 4114416"/>
              <a:gd name="connsiteY132" fmla="*/ 1388534 h 2870200"/>
              <a:gd name="connsiteX133" fmla="*/ 2895216 w 4114416"/>
              <a:gd name="connsiteY133" fmla="*/ 1363134 h 2870200"/>
              <a:gd name="connsiteX134" fmla="*/ 2920616 w 4114416"/>
              <a:gd name="connsiteY134" fmla="*/ 1278467 h 2870200"/>
              <a:gd name="connsiteX135" fmla="*/ 2937549 w 4114416"/>
              <a:gd name="connsiteY135" fmla="*/ 1320800 h 2870200"/>
              <a:gd name="connsiteX136" fmla="*/ 2954482 w 4114416"/>
              <a:gd name="connsiteY136" fmla="*/ 1388534 h 2870200"/>
              <a:gd name="connsiteX137" fmla="*/ 2971416 w 4114416"/>
              <a:gd name="connsiteY137" fmla="*/ 1422400 h 2870200"/>
              <a:gd name="connsiteX138" fmla="*/ 3013749 w 4114416"/>
              <a:gd name="connsiteY138" fmla="*/ 1540934 h 2870200"/>
              <a:gd name="connsiteX139" fmla="*/ 3030682 w 4114416"/>
              <a:gd name="connsiteY139" fmla="*/ 1566334 h 2870200"/>
              <a:gd name="connsiteX140" fmla="*/ 3064549 w 4114416"/>
              <a:gd name="connsiteY140" fmla="*/ 1718734 h 2870200"/>
              <a:gd name="connsiteX141" fmla="*/ 3089949 w 4114416"/>
              <a:gd name="connsiteY141" fmla="*/ 1761067 h 2870200"/>
              <a:gd name="connsiteX142" fmla="*/ 3123816 w 4114416"/>
              <a:gd name="connsiteY142" fmla="*/ 1879600 h 2870200"/>
              <a:gd name="connsiteX143" fmla="*/ 3115349 w 4114416"/>
              <a:gd name="connsiteY143" fmla="*/ 1913467 h 2870200"/>
              <a:gd name="connsiteX144" fmla="*/ 3127799 w 4114416"/>
              <a:gd name="connsiteY144" fmla="*/ 1901016 h 2870200"/>
              <a:gd name="connsiteX145" fmla="*/ 3106882 w 4114416"/>
              <a:gd name="connsiteY145" fmla="*/ 1888067 h 2870200"/>
              <a:gd name="connsiteX146" fmla="*/ 3132282 w 4114416"/>
              <a:gd name="connsiteY146" fmla="*/ 1871134 h 2870200"/>
              <a:gd name="connsiteX147" fmla="*/ 3140749 w 4114416"/>
              <a:gd name="connsiteY147" fmla="*/ 1769534 h 2870200"/>
              <a:gd name="connsiteX148" fmla="*/ 3157682 w 4114416"/>
              <a:gd name="connsiteY148" fmla="*/ 1710267 h 2870200"/>
              <a:gd name="connsiteX149" fmla="*/ 3166149 w 4114416"/>
              <a:gd name="connsiteY149" fmla="*/ 1684867 h 2870200"/>
              <a:gd name="connsiteX150" fmla="*/ 3191549 w 4114416"/>
              <a:gd name="connsiteY150" fmla="*/ 1676400 h 2870200"/>
              <a:gd name="connsiteX151" fmla="*/ 3200016 w 4114416"/>
              <a:gd name="connsiteY151" fmla="*/ 2006600 h 2870200"/>
              <a:gd name="connsiteX152" fmla="*/ 3208482 w 4114416"/>
              <a:gd name="connsiteY152" fmla="*/ 2048934 h 2870200"/>
              <a:gd name="connsiteX153" fmla="*/ 3216949 w 4114416"/>
              <a:gd name="connsiteY153" fmla="*/ 2099734 h 2870200"/>
              <a:gd name="connsiteX154" fmla="*/ 3233882 w 4114416"/>
              <a:gd name="connsiteY154" fmla="*/ 2048934 h 2870200"/>
              <a:gd name="connsiteX155" fmla="*/ 3242349 w 4114416"/>
              <a:gd name="connsiteY155" fmla="*/ 1998134 h 2870200"/>
              <a:gd name="connsiteX156" fmla="*/ 3276216 w 4114416"/>
              <a:gd name="connsiteY156" fmla="*/ 2353734 h 2870200"/>
              <a:gd name="connsiteX157" fmla="*/ 3301616 w 4114416"/>
              <a:gd name="connsiteY157" fmla="*/ 2387600 h 2870200"/>
              <a:gd name="connsiteX158" fmla="*/ 3310082 w 4114416"/>
              <a:gd name="connsiteY158" fmla="*/ 2497667 h 2870200"/>
              <a:gd name="connsiteX159" fmla="*/ 3327016 w 4114416"/>
              <a:gd name="connsiteY159" fmla="*/ 2531534 h 2870200"/>
              <a:gd name="connsiteX160" fmla="*/ 3343949 w 4114416"/>
              <a:gd name="connsiteY160" fmla="*/ 2599267 h 2870200"/>
              <a:gd name="connsiteX161" fmla="*/ 3369349 w 4114416"/>
              <a:gd name="connsiteY161" fmla="*/ 2667000 h 2870200"/>
              <a:gd name="connsiteX162" fmla="*/ 3411682 w 4114416"/>
              <a:gd name="connsiteY162" fmla="*/ 2810934 h 2870200"/>
              <a:gd name="connsiteX163" fmla="*/ 3437082 w 4114416"/>
              <a:gd name="connsiteY163" fmla="*/ 2870200 h 2870200"/>
              <a:gd name="connsiteX164" fmla="*/ 3462482 w 4114416"/>
              <a:gd name="connsiteY164" fmla="*/ 1828800 h 2870200"/>
              <a:gd name="connsiteX165" fmla="*/ 3461984 w 4114416"/>
              <a:gd name="connsiteY165" fmla="*/ 2090271 h 2870200"/>
              <a:gd name="connsiteX166" fmla="*/ 3487882 w 4114416"/>
              <a:gd name="connsiteY166" fmla="*/ 1735667 h 2870200"/>
              <a:gd name="connsiteX167" fmla="*/ 3513282 w 4114416"/>
              <a:gd name="connsiteY167" fmla="*/ 1651000 h 2870200"/>
              <a:gd name="connsiteX168" fmla="*/ 3521749 w 4114416"/>
              <a:gd name="connsiteY168" fmla="*/ 1701800 h 2870200"/>
              <a:gd name="connsiteX169" fmla="*/ 3525733 w 4114416"/>
              <a:gd name="connsiteY169" fmla="*/ 1875118 h 2870200"/>
              <a:gd name="connsiteX170" fmla="*/ 3547149 w 4114416"/>
              <a:gd name="connsiteY170" fmla="*/ 1752600 h 2870200"/>
              <a:gd name="connsiteX171" fmla="*/ 3555616 w 4114416"/>
              <a:gd name="connsiteY171" fmla="*/ 1693334 h 2870200"/>
              <a:gd name="connsiteX172" fmla="*/ 3597949 w 4114416"/>
              <a:gd name="connsiteY172" fmla="*/ 1608667 h 2870200"/>
              <a:gd name="connsiteX173" fmla="*/ 3614882 w 4114416"/>
              <a:gd name="connsiteY173" fmla="*/ 1566334 h 2870200"/>
              <a:gd name="connsiteX174" fmla="*/ 3657216 w 4114416"/>
              <a:gd name="connsiteY174" fmla="*/ 1464734 h 2870200"/>
              <a:gd name="connsiteX175" fmla="*/ 3661200 w 4114416"/>
              <a:gd name="connsiteY175" fmla="*/ 1373094 h 2870200"/>
              <a:gd name="connsiteX176" fmla="*/ 3682616 w 4114416"/>
              <a:gd name="connsiteY176" fmla="*/ 1363134 h 2870200"/>
              <a:gd name="connsiteX177" fmla="*/ 3699549 w 4114416"/>
              <a:gd name="connsiteY177" fmla="*/ 1320800 h 2870200"/>
              <a:gd name="connsiteX178" fmla="*/ 3694569 w 4114416"/>
              <a:gd name="connsiteY178" fmla="*/ 1151964 h 2870200"/>
              <a:gd name="connsiteX179" fmla="*/ 3741882 w 4114416"/>
              <a:gd name="connsiteY179" fmla="*/ 1227667 h 2870200"/>
              <a:gd name="connsiteX180" fmla="*/ 3750349 w 4114416"/>
              <a:gd name="connsiteY180" fmla="*/ 1176867 h 2870200"/>
              <a:gd name="connsiteX181" fmla="*/ 3767282 w 4114416"/>
              <a:gd name="connsiteY181" fmla="*/ 1126067 h 2870200"/>
              <a:gd name="connsiteX182" fmla="*/ 3775749 w 4114416"/>
              <a:gd name="connsiteY182" fmla="*/ 1058334 h 2870200"/>
              <a:gd name="connsiteX183" fmla="*/ 3784216 w 4114416"/>
              <a:gd name="connsiteY183" fmla="*/ 1270000 h 2870200"/>
              <a:gd name="connsiteX184" fmla="*/ 3813064 w 4114416"/>
              <a:gd name="connsiteY184" fmla="*/ 678606 h 2870200"/>
              <a:gd name="connsiteX185" fmla="*/ 3818082 w 4114416"/>
              <a:gd name="connsiteY185" fmla="*/ 558800 h 2870200"/>
              <a:gd name="connsiteX186" fmla="*/ 3835016 w 4114416"/>
              <a:gd name="connsiteY186" fmla="*/ 482600 h 2870200"/>
              <a:gd name="connsiteX187" fmla="*/ 3843482 w 4114416"/>
              <a:gd name="connsiteY187" fmla="*/ 533400 h 2870200"/>
              <a:gd name="connsiteX188" fmla="*/ 3860416 w 4114416"/>
              <a:gd name="connsiteY188" fmla="*/ 660400 h 2870200"/>
              <a:gd name="connsiteX189" fmla="*/ 3868882 w 4114416"/>
              <a:gd name="connsiteY189" fmla="*/ 702734 h 2870200"/>
              <a:gd name="connsiteX190" fmla="*/ 3885816 w 4114416"/>
              <a:gd name="connsiteY190" fmla="*/ 736600 h 2870200"/>
              <a:gd name="connsiteX191" fmla="*/ 3902749 w 4114416"/>
              <a:gd name="connsiteY191" fmla="*/ 702734 h 2870200"/>
              <a:gd name="connsiteX192" fmla="*/ 3962016 w 4114416"/>
              <a:gd name="connsiteY192" fmla="*/ 482600 h 2870200"/>
              <a:gd name="connsiteX193" fmla="*/ 3978949 w 4114416"/>
              <a:gd name="connsiteY193" fmla="*/ 457200 h 2870200"/>
              <a:gd name="connsiteX194" fmla="*/ 4004349 w 4114416"/>
              <a:gd name="connsiteY194" fmla="*/ 177800 h 2870200"/>
              <a:gd name="connsiteX195" fmla="*/ 4029749 w 4114416"/>
              <a:gd name="connsiteY195" fmla="*/ 135467 h 2870200"/>
              <a:gd name="connsiteX196" fmla="*/ 4038216 w 4114416"/>
              <a:gd name="connsiteY196" fmla="*/ 101600 h 2870200"/>
              <a:gd name="connsiteX197" fmla="*/ 4046682 w 4114416"/>
              <a:gd name="connsiteY197" fmla="*/ 76200 h 2870200"/>
              <a:gd name="connsiteX198" fmla="*/ 4055149 w 4114416"/>
              <a:gd name="connsiteY198" fmla="*/ 110067 h 2870200"/>
              <a:gd name="connsiteX199" fmla="*/ 4072082 w 4114416"/>
              <a:gd name="connsiteY199" fmla="*/ 160867 h 2870200"/>
              <a:gd name="connsiteX200" fmla="*/ 4114416 w 4114416"/>
              <a:gd name="connsiteY200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083349 w 4114416"/>
              <a:gd name="connsiteY54" fmla="*/ 2150534 h 2870200"/>
              <a:gd name="connsiteX55" fmla="*/ 1125682 w 4114416"/>
              <a:gd name="connsiteY55" fmla="*/ 2209800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35749 w 4114416"/>
              <a:gd name="connsiteY58" fmla="*/ 19134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1216 w 4114416"/>
              <a:gd name="connsiteY65" fmla="*/ 1718734 h 2870200"/>
              <a:gd name="connsiteX66" fmla="*/ 1379682 w 4114416"/>
              <a:gd name="connsiteY66" fmla="*/ 1744134 h 2870200"/>
              <a:gd name="connsiteX67" fmla="*/ 1405082 w 4114416"/>
              <a:gd name="connsiteY67" fmla="*/ 1828800 h 2870200"/>
              <a:gd name="connsiteX68" fmla="*/ 1422016 w 4114416"/>
              <a:gd name="connsiteY68" fmla="*/ 1879600 h 2870200"/>
              <a:gd name="connsiteX69" fmla="*/ 1430482 w 4114416"/>
              <a:gd name="connsiteY69" fmla="*/ 1913467 h 2870200"/>
              <a:gd name="connsiteX70" fmla="*/ 1455882 w 4114416"/>
              <a:gd name="connsiteY70" fmla="*/ 1947334 h 2870200"/>
              <a:gd name="connsiteX71" fmla="*/ 1472816 w 4114416"/>
              <a:gd name="connsiteY71" fmla="*/ 1938867 h 2870200"/>
              <a:gd name="connsiteX72" fmla="*/ 1515149 w 4114416"/>
              <a:gd name="connsiteY72" fmla="*/ 1803400 h 2870200"/>
              <a:gd name="connsiteX73" fmla="*/ 1574416 w 4114416"/>
              <a:gd name="connsiteY73" fmla="*/ 1651000 h 2870200"/>
              <a:gd name="connsiteX74" fmla="*/ 1582882 w 4114416"/>
              <a:gd name="connsiteY74" fmla="*/ 1591734 h 2870200"/>
              <a:gd name="connsiteX75" fmla="*/ 1599816 w 4114416"/>
              <a:gd name="connsiteY75" fmla="*/ 1566334 h 2870200"/>
              <a:gd name="connsiteX76" fmla="*/ 1608282 w 4114416"/>
              <a:gd name="connsiteY76" fmla="*/ 1524000 h 2870200"/>
              <a:gd name="connsiteX77" fmla="*/ 1616749 w 4114416"/>
              <a:gd name="connsiteY77" fmla="*/ 1498600 h 2870200"/>
              <a:gd name="connsiteX78" fmla="*/ 1633682 w 4114416"/>
              <a:gd name="connsiteY78" fmla="*/ 1524000 h 2870200"/>
              <a:gd name="connsiteX79" fmla="*/ 1659082 w 4114416"/>
              <a:gd name="connsiteY79" fmla="*/ 1490134 h 2870200"/>
              <a:gd name="connsiteX80" fmla="*/ 1684482 w 4114416"/>
              <a:gd name="connsiteY80" fmla="*/ 1388534 h 2870200"/>
              <a:gd name="connsiteX81" fmla="*/ 1743749 w 4114416"/>
              <a:gd name="connsiteY81" fmla="*/ 1286934 h 2870200"/>
              <a:gd name="connsiteX82" fmla="*/ 1794549 w 4114416"/>
              <a:gd name="connsiteY82" fmla="*/ 1176867 h 2870200"/>
              <a:gd name="connsiteX83" fmla="*/ 1819949 w 4114416"/>
              <a:gd name="connsiteY83" fmla="*/ 1202267 h 2870200"/>
              <a:gd name="connsiteX84" fmla="*/ 1828416 w 4114416"/>
              <a:gd name="connsiteY84" fmla="*/ 1227667 h 2870200"/>
              <a:gd name="connsiteX85" fmla="*/ 1845349 w 4114416"/>
              <a:gd name="connsiteY85" fmla="*/ 1261534 h 2870200"/>
              <a:gd name="connsiteX86" fmla="*/ 1887682 w 4114416"/>
              <a:gd name="connsiteY86" fmla="*/ 1422400 h 2870200"/>
              <a:gd name="connsiteX87" fmla="*/ 1938482 w 4114416"/>
              <a:gd name="connsiteY87" fmla="*/ 1600200 h 2870200"/>
              <a:gd name="connsiteX88" fmla="*/ 1989282 w 4114416"/>
              <a:gd name="connsiteY88" fmla="*/ 1744134 h 2870200"/>
              <a:gd name="connsiteX89" fmla="*/ 2006216 w 4114416"/>
              <a:gd name="connsiteY89" fmla="*/ 1498600 h 2870200"/>
              <a:gd name="connsiteX90" fmla="*/ 2023149 w 4114416"/>
              <a:gd name="connsiteY90" fmla="*/ 1464734 h 2870200"/>
              <a:gd name="connsiteX91" fmla="*/ 2031616 w 4114416"/>
              <a:gd name="connsiteY91" fmla="*/ 1439334 h 2870200"/>
              <a:gd name="connsiteX92" fmla="*/ 2082416 w 4114416"/>
              <a:gd name="connsiteY92" fmla="*/ 2032000 h 2870200"/>
              <a:gd name="connsiteX93" fmla="*/ 2090882 w 4114416"/>
              <a:gd name="connsiteY93" fmla="*/ 2150534 h 2870200"/>
              <a:gd name="connsiteX94" fmla="*/ 2099349 w 4114416"/>
              <a:gd name="connsiteY94" fmla="*/ 2489200 h 2870200"/>
              <a:gd name="connsiteX95" fmla="*/ 2133216 w 4114416"/>
              <a:gd name="connsiteY95" fmla="*/ 2421467 h 2870200"/>
              <a:gd name="connsiteX96" fmla="*/ 2175549 w 4114416"/>
              <a:gd name="connsiteY96" fmla="*/ 2319867 h 2870200"/>
              <a:gd name="connsiteX97" fmla="*/ 2200949 w 4114416"/>
              <a:gd name="connsiteY97" fmla="*/ 2286000 h 2870200"/>
              <a:gd name="connsiteX98" fmla="*/ 2234816 w 4114416"/>
              <a:gd name="connsiteY98" fmla="*/ 2235200 h 2870200"/>
              <a:gd name="connsiteX99" fmla="*/ 2251749 w 4114416"/>
              <a:gd name="connsiteY99" fmla="*/ 2514600 h 2870200"/>
              <a:gd name="connsiteX100" fmla="*/ 2277149 w 4114416"/>
              <a:gd name="connsiteY100" fmla="*/ 2565400 h 2870200"/>
              <a:gd name="connsiteX101" fmla="*/ 2285616 w 4114416"/>
              <a:gd name="connsiteY101" fmla="*/ 2489200 h 2870200"/>
              <a:gd name="connsiteX102" fmla="*/ 2302549 w 4114416"/>
              <a:gd name="connsiteY102" fmla="*/ 2421467 h 2870200"/>
              <a:gd name="connsiteX103" fmla="*/ 2311016 w 4114416"/>
              <a:gd name="connsiteY103" fmla="*/ 1718734 h 2870200"/>
              <a:gd name="connsiteX104" fmla="*/ 2336416 w 4114416"/>
              <a:gd name="connsiteY104" fmla="*/ 1811867 h 2870200"/>
              <a:gd name="connsiteX105" fmla="*/ 2361816 w 4114416"/>
              <a:gd name="connsiteY105" fmla="*/ 1871134 h 2870200"/>
              <a:gd name="connsiteX106" fmla="*/ 2387216 w 4114416"/>
              <a:gd name="connsiteY106" fmla="*/ 1938867 h 2870200"/>
              <a:gd name="connsiteX107" fmla="*/ 2395682 w 4114416"/>
              <a:gd name="connsiteY107" fmla="*/ 1972734 h 2870200"/>
              <a:gd name="connsiteX108" fmla="*/ 2404149 w 4114416"/>
              <a:gd name="connsiteY108" fmla="*/ 1574800 h 2870200"/>
              <a:gd name="connsiteX109" fmla="*/ 2429549 w 4114416"/>
              <a:gd name="connsiteY109" fmla="*/ 1236134 h 2870200"/>
              <a:gd name="connsiteX110" fmla="*/ 2446482 w 4114416"/>
              <a:gd name="connsiteY110" fmla="*/ 1092200 h 2870200"/>
              <a:gd name="connsiteX111" fmla="*/ 2454949 w 4114416"/>
              <a:gd name="connsiteY111" fmla="*/ 1066800 h 2870200"/>
              <a:gd name="connsiteX112" fmla="*/ 2463416 w 4114416"/>
              <a:gd name="connsiteY112" fmla="*/ 1092200 h 2870200"/>
              <a:gd name="connsiteX113" fmla="*/ 2480349 w 4114416"/>
              <a:gd name="connsiteY113" fmla="*/ 1117600 h 2870200"/>
              <a:gd name="connsiteX114" fmla="*/ 2488816 w 4114416"/>
              <a:gd name="connsiteY114" fmla="*/ 1227667 h 2870200"/>
              <a:gd name="connsiteX115" fmla="*/ 2514216 w 4114416"/>
              <a:gd name="connsiteY115" fmla="*/ 753534 h 2870200"/>
              <a:gd name="connsiteX116" fmla="*/ 2531149 w 4114416"/>
              <a:gd name="connsiteY116" fmla="*/ 685800 h 2870200"/>
              <a:gd name="connsiteX117" fmla="*/ 2539616 w 4114416"/>
              <a:gd name="connsiteY117" fmla="*/ 609600 h 2870200"/>
              <a:gd name="connsiteX118" fmla="*/ 2548082 w 4114416"/>
              <a:gd name="connsiteY118" fmla="*/ 558800 h 2870200"/>
              <a:gd name="connsiteX119" fmla="*/ 2565016 w 4114416"/>
              <a:gd name="connsiteY119" fmla="*/ 584200 h 2870200"/>
              <a:gd name="connsiteX120" fmla="*/ 2573482 w 4114416"/>
              <a:gd name="connsiteY120" fmla="*/ 778934 h 2870200"/>
              <a:gd name="connsiteX121" fmla="*/ 2615816 w 4114416"/>
              <a:gd name="connsiteY121" fmla="*/ 914400 h 2870200"/>
              <a:gd name="connsiteX122" fmla="*/ 2632749 w 4114416"/>
              <a:gd name="connsiteY122" fmla="*/ 973667 h 2870200"/>
              <a:gd name="connsiteX123" fmla="*/ 2649682 w 4114416"/>
              <a:gd name="connsiteY123" fmla="*/ 812800 h 2870200"/>
              <a:gd name="connsiteX124" fmla="*/ 2666616 w 4114416"/>
              <a:gd name="connsiteY124" fmla="*/ 694267 h 2870200"/>
              <a:gd name="connsiteX125" fmla="*/ 2692016 w 4114416"/>
              <a:gd name="connsiteY125" fmla="*/ 558800 h 2870200"/>
              <a:gd name="connsiteX126" fmla="*/ 2717416 w 4114416"/>
              <a:gd name="connsiteY126" fmla="*/ 321734 h 2870200"/>
              <a:gd name="connsiteX127" fmla="*/ 2734349 w 4114416"/>
              <a:gd name="connsiteY127" fmla="*/ 1058334 h 2870200"/>
              <a:gd name="connsiteX128" fmla="*/ 2760746 w 4114416"/>
              <a:gd name="connsiteY128" fmla="*/ 1023969 h 2870200"/>
              <a:gd name="connsiteX129" fmla="*/ 2810549 w 4114416"/>
              <a:gd name="connsiteY129" fmla="*/ 905934 h 2870200"/>
              <a:gd name="connsiteX130" fmla="*/ 2844416 w 4114416"/>
              <a:gd name="connsiteY130" fmla="*/ 855134 h 2870200"/>
              <a:gd name="connsiteX131" fmla="*/ 2869816 w 4114416"/>
              <a:gd name="connsiteY131" fmla="*/ 1422400 h 2870200"/>
              <a:gd name="connsiteX132" fmla="*/ 2878282 w 4114416"/>
              <a:gd name="connsiteY132" fmla="*/ 1388534 h 2870200"/>
              <a:gd name="connsiteX133" fmla="*/ 2895216 w 4114416"/>
              <a:gd name="connsiteY133" fmla="*/ 1363134 h 2870200"/>
              <a:gd name="connsiteX134" fmla="*/ 2920616 w 4114416"/>
              <a:gd name="connsiteY134" fmla="*/ 1278467 h 2870200"/>
              <a:gd name="connsiteX135" fmla="*/ 2937549 w 4114416"/>
              <a:gd name="connsiteY135" fmla="*/ 1320800 h 2870200"/>
              <a:gd name="connsiteX136" fmla="*/ 2954482 w 4114416"/>
              <a:gd name="connsiteY136" fmla="*/ 1388534 h 2870200"/>
              <a:gd name="connsiteX137" fmla="*/ 2971416 w 4114416"/>
              <a:gd name="connsiteY137" fmla="*/ 1422400 h 2870200"/>
              <a:gd name="connsiteX138" fmla="*/ 3013749 w 4114416"/>
              <a:gd name="connsiteY138" fmla="*/ 1540934 h 2870200"/>
              <a:gd name="connsiteX139" fmla="*/ 3030682 w 4114416"/>
              <a:gd name="connsiteY139" fmla="*/ 1566334 h 2870200"/>
              <a:gd name="connsiteX140" fmla="*/ 3064549 w 4114416"/>
              <a:gd name="connsiteY140" fmla="*/ 1718734 h 2870200"/>
              <a:gd name="connsiteX141" fmla="*/ 3089949 w 4114416"/>
              <a:gd name="connsiteY141" fmla="*/ 1761067 h 2870200"/>
              <a:gd name="connsiteX142" fmla="*/ 3123816 w 4114416"/>
              <a:gd name="connsiteY142" fmla="*/ 1879600 h 2870200"/>
              <a:gd name="connsiteX143" fmla="*/ 3115349 w 4114416"/>
              <a:gd name="connsiteY143" fmla="*/ 1913467 h 2870200"/>
              <a:gd name="connsiteX144" fmla="*/ 3127799 w 4114416"/>
              <a:gd name="connsiteY144" fmla="*/ 1901016 h 2870200"/>
              <a:gd name="connsiteX145" fmla="*/ 3106882 w 4114416"/>
              <a:gd name="connsiteY145" fmla="*/ 1888067 h 2870200"/>
              <a:gd name="connsiteX146" fmla="*/ 3132282 w 4114416"/>
              <a:gd name="connsiteY146" fmla="*/ 1871134 h 2870200"/>
              <a:gd name="connsiteX147" fmla="*/ 3140749 w 4114416"/>
              <a:gd name="connsiteY147" fmla="*/ 1769534 h 2870200"/>
              <a:gd name="connsiteX148" fmla="*/ 3157682 w 4114416"/>
              <a:gd name="connsiteY148" fmla="*/ 1710267 h 2870200"/>
              <a:gd name="connsiteX149" fmla="*/ 3166149 w 4114416"/>
              <a:gd name="connsiteY149" fmla="*/ 1684867 h 2870200"/>
              <a:gd name="connsiteX150" fmla="*/ 3191549 w 4114416"/>
              <a:gd name="connsiteY150" fmla="*/ 1676400 h 2870200"/>
              <a:gd name="connsiteX151" fmla="*/ 3200016 w 4114416"/>
              <a:gd name="connsiteY151" fmla="*/ 2006600 h 2870200"/>
              <a:gd name="connsiteX152" fmla="*/ 3208482 w 4114416"/>
              <a:gd name="connsiteY152" fmla="*/ 2048934 h 2870200"/>
              <a:gd name="connsiteX153" fmla="*/ 3216949 w 4114416"/>
              <a:gd name="connsiteY153" fmla="*/ 2099734 h 2870200"/>
              <a:gd name="connsiteX154" fmla="*/ 3233882 w 4114416"/>
              <a:gd name="connsiteY154" fmla="*/ 2048934 h 2870200"/>
              <a:gd name="connsiteX155" fmla="*/ 3242349 w 4114416"/>
              <a:gd name="connsiteY155" fmla="*/ 1998134 h 2870200"/>
              <a:gd name="connsiteX156" fmla="*/ 3276216 w 4114416"/>
              <a:gd name="connsiteY156" fmla="*/ 2353734 h 2870200"/>
              <a:gd name="connsiteX157" fmla="*/ 3301616 w 4114416"/>
              <a:gd name="connsiteY157" fmla="*/ 2387600 h 2870200"/>
              <a:gd name="connsiteX158" fmla="*/ 3310082 w 4114416"/>
              <a:gd name="connsiteY158" fmla="*/ 2497667 h 2870200"/>
              <a:gd name="connsiteX159" fmla="*/ 3327016 w 4114416"/>
              <a:gd name="connsiteY159" fmla="*/ 2531534 h 2870200"/>
              <a:gd name="connsiteX160" fmla="*/ 3343949 w 4114416"/>
              <a:gd name="connsiteY160" fmla="*/ 2599267 h 2870200"/>
              <a:gd name="connsiteX161" fmla="*/ 3369349 w 4114416"/>
              <a:gd name="connsiteY161" fmla="*/ 2667000 h 2870200"/>
              <a:gd name="connsiteX162" fmla="*/ 3411682 w 4114416"/>
              <a:gd name="connsiteY162" fmla="*/ 2810934 h 2870200"/>
              <a:gd name="connsiteX163" fmla="*/ 3437082 w 4114416"/>
              <a:gd name="connsiteY163" fmla="*/ 2870200 h 2870200"/>
              <a:gd name="connsiteX164" fmla="*/ 3462482 w 4114416"/>
              <a:gd name="connsiteY164" fmla="*/ 1828800 h 2870200"/>
              <a:gd name="connsiteX165" fmla="*/ 3461984 w 4114416"/>
              <a:gd name="connsiteY165" fmla="*/ 2090271 h 2870200"/>
              <a:gd name="connsiteX166" fmla="*/ 3487882 w 4114416"/>
              <a:gd name="connsiteY166" fmla="*/ 1735667 h 2870200"/>
              <a:gd name="connsiteX167" fmla="*/ 3513282 w 4114416"/>
              <a:gd name="connsiteY167" fmla="*/ 1651000 h 2870200"/>
              <a:gd name="connsiteX168" fmla="*/ 3521749 w 4114416"/>
              <a:gd name="connsiteY168" fmla="*/ 1701800 h 2870200"/>
              <a:gd name="connsiteX169" fmla="*/ 3525733 w 4114416"/>
              <a:gd name="connsiteY169" fmla="*/ 1875118 h 2870200"/>
              <a:gd name="connsiteX170" fmla="*/ 3547149 w 4114416"/>
              <a:gd name="connsiteY170" fmla="*/ 1752600 h 2870200"/>
              <a:gd name="connsiteX171" fmla="*/ 3555616 w 4114416"/>
              <a:gd name="connsiteY171" fmla="*/ 1693334 h 2870200"/>
              <a:gd name="connsiteX172" fmla="*/ 3597949 w 4114416"/>
              <a:gd name="connsiteY172" fmla="*/ 1608667 h 2870200"/>
              <a:gd name="connsiteX173" fmla="*/ 3614882 w 4114416"/>
              <a:gd name="connsiteY173" fmla="*/ 1566334 h 2870200"/>
              <a:gd name="connsiteX174" fmla="*/ 3657216 w 4114416"/>
              <a:gd name="connsiteY174" fmla="*/ 1464734 h 2870200"/>
              <a:gd name="connsiteX175" fmla="*/ 3661200 w 4114416"/>
              <a:gd name="connsiteY175" fmla="*/ 1373094 h 2870200"/>
              <a:gd name="connsiteX176" fmla="*/ 3682616 w 4114416"/>
              <a:gd name="connsiteY176" fmla="*/ 1363134 h 2870200"/>
              <a:gd name="connsiteX177" fmla="*/ 3699549 w 4114416"/>
              <a:gd name="connsiteY177" fmla="*/ 1320800 h 2870200"/>
              <a:gd name="connsiteX178" fmla="*/ 3694569 w 4114416"/>
              <a:gd name="connsiteY178" fmla="*/ 1151964 h 2870200"/>
              <a:gd name="connsiteX179" fmla="*/ 3741882 w 4114416"/>
              <a:gd name="connsiteY179" fmla="*/ 1227667 h 2870200"/>
              <a:gd name="connsiteX180" fmla="*/ 3750349 w 4114416"/>
              <a:gd name="connsiteY180" fmla="*/ 1176867 h 2870200"/>
              <a:gd name="connsiteX181" fmla="*/ 3767282 w 4114416"/>
              <a:gd name="connsiteY181" fmla="*/ 1126067 h 2870200"/>
              <a:gd name="connsiteX182" fmla="*/ 3775749 w 4114416"/>
              <a:gd name="connsiteY182" fmla="*/ 1058334 h 2870200"/>
              <a:gd name="connsiteX183" fmla="*/ 3784216 w 4114416"/>
              <a:gd name="connsiteY183" fmla="*/ 1270000 h 2870200"/>
              <a:gd name="connsiteX184" fmla="*/ 3813064 w 4114416"/>
              <a:gd name="connsiteY184" fmla="*/ 678606 h 2870200"/>
              <a:gd name="connsiteX185" fmla="*/ 3818082 w 4114416"/>
              <a:gd name="connsiteY185" fmla="*/ 558800 h 2870200"/>
              <a:gd name="connsiteX186" fmla="*/ 3835016 w 4114416"/>
              <a:gd name="connsiteY186" fmla="*/ 482600 h 2870200"/>
              <a:gd name="connsiteX187" fmla="*/ 3843482 w 4114416"/>
              <a:gd name="connsiteY187" fmla="*/ 533400 h 2870200"/>
              <a:gd name="connsiteX188" fmla="*/ 3860416 w 4114416"/>
              <a:gd name="connsiteY188" fmla="*/ 660400 h 2870200"/>
              <a:gd name="connsiteX189" fmla="*/ 3868882 w 4114416"/>
              <a:gd name="connsiteY189" fmla="*/ 702734 h 2870200"/>
              <a:gd name="connsiteX190" fmla="*/ 3885816 w 4114416"/>
              <a:gd name="connsiteY190" fmla="*/ 736600 h 2870200"/>
              <a:gd name="connsiteX191" fmla="*/ 3902749 w 4114416"/>
              <a:gd name="connsiteY191" fmla="*/ 702734 h 2870200"/>
              <a:gd name="connsiteX192" fmla="*/ 3962016 w 4114416"/>
              <a:gd name="connsiteY192" fmla="*/ 482600 h 2870200"/>
              <a:gd name="connsiteX193" fmla="*/ 3978949 w 4114416"/>
              <a:gd name="connsiteY193" fmla="*/ 457200 h 2870200"/>
              <a:gd name="connsiteX194" fmla="*/ 4004349 w 4114416"/>
              <a:gd name="connsiteY194" fmla="*/ 177800 h 2870200"/>
              <a:gd name="connsiteX195" fmla="*/ 4029749 w 4114416"/>
              <a:gd name="connsiteY195" fmla="*/ 135467 h 2870200"/>
              <a:gd name="connsiteX196" fmla="*/ 4038216 w 4114416"/>
              <a:gd name="connsiteY196" fmla="*/ 101600 h 2870200"/>
              <a:gd name="connsiteX197" fmla="*/ 4046682 w 4114416"/>
              <a:gd name="connsiteY197" fmla="*/ 76200 h 2870200"/>
              <a:gd name="connsiteX198" fmla="*/ 4055149 w 4114416"/>
              <a:gd name="connsiteY198" fmla="*/ 110067 h 2870200"/>
              <a:gd name="connsiteX199" fmla="*/ 4072082 w 4114416"/>
              <a:gd name="connsiteY199" fmla="*/ 160867 h 2870200"/>
              <a:gd name="connsiteX200" fmla="*/ 4114416 w 4114416"/>
              <a:gd name="connsiteY200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083349 w 4114416"/>
              <a:gd name="connsiteY54" fmla="*/ 21505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35749 w 4114416"/>
              <a:gd name="connsiteY58" fmla="*/ 19134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1216 w 4114416"/>
              <a:gd name="connsiteY65" fmla="*/ 1718734 h 2870200"/>
              <a:gd name="connsiteX66" fmla="*/ 1379682 w 4114416"/>
              <a:gd name="connsiteY66" fmla="*/ 1744134 h 2870200"/>
              <a:gd name="connsiteX67" fmla="*/ 1405082 w 4114416"/>
              <a:gd name="connsiteY67" fmla="*/ 1828800 h 2870200"/>
              <a:gd name="connsiteX68" fmla="*/ 1422016 w 4114416"/>
              <a:gd name="connsiteY68" fmla="*/ 1879600 h 2870200"/>
              <a:gd name="connsiteX69" fmla="*/ 1430482 w 4114416"/>
              <a:gd name="connsiteY69" fmla="*/ 1913467 h 2870200"/>
              <a:gd name="connsiteX70" fmla="*/ 1455882 w 4114416"/>
              <a:gd name="connsiteY70" fmla="*/ 1947334 h 2870200"/>
              <a:gd name="connsiteX71" fmla="*/ 1472816 w 4114416"/>
              <a:gd name="connsiteY71" fmla="*/ 1938867 h 2870200"/>
              <a:gd name="connsiteX72" fmla="*/ 1515149 w 4114416"/>
              <a:gd name="connsiteY72" fmla="*/ 1803400 h 2870200"/>
              <a:gd name="connsiteX73" fmla="*/ 1574416 w 4114416"/>
              <a:gd name="connsiteY73" fmla="*/ 1651000 h 2870200"/>
              <a:gd name="connsiteX74" fmla="*/ 1582882 w 4114416"/>
              <a:gd name="connsiteY74" fmla="*/ 1591734 h 2870200"/>
              <a:gd name="connsiteX75" fmla="*/ 1599816 w 4114416"/>
              <a:gd name="connsiteY75" fmla="*/ 1566334 h 2870200"/>
              <a:gd name="connsiteX76" fmla="*/ 1608282 w 4114416"/>
              <a:gd name="connsiteY76" fmla="*/ 1524000 h 2870200"/>
              <a:gd name="connsiteX77" fmla="*/ 1616749 w 4114416"/>
              <a:gd name="connsiteY77" fmla="*/ 1498600 h 2870200"/>
              <a:gd name="connsiteX78" fmla="*/ 1633682 w 4114416"/>
              <a:gd name="connsiteY78" fmla="*/ 1524000 h 2870200"/>
              <a:gd name="connsiteX79" fmla="*/ 1659082 w 4114416"/>
              <a:gd name="connsiteY79" fmla="*/ 1490134 h 2870200"/>
              <a:gd name="connsiteX80" fmla="*/ 1684482 w 4114416"/>
              <a:gd name="connsiteY80" fmla="*/ 1388534 h 2870200"/>
              <a:gd name="connsiteX81" fmla="*/ 1743749 w 4114416"/>
              <a:gd name="connsiteY81" fmla="*/ 1286934 h 2870200"/>
              <a:gd name="connsiteX82" fmla="*/ 1794549 w 4114416"/>
              <a:gd name="connsiteY82" fmla="*/ 1176867 h 2870200"/>
              <a:gd name="connsiteX83" fmla="*/ 1819949 w 4114416"/>
              <a:gd name="connsiteY83" fmla="*/ 1202267 h 2870200"/>
              <a:gd name="connsiteX84" fmla="*/ 1828416 w 4114416"/>
              <a:gd name="connsiteY84" fmla="*/ 1227667 h 2870200"/>
              <a:gd name="connsiteX85" fmla="*/ 1845349 w 4114416"/>
              <a:gd name="connsiteY85" fmla="*/ 1261534 h 2870200"/>
              <a:gd name="connsiteX86" fmla="*/ 1887682 w 4114416"/>
              <a:gd name="connsiteY86" fmla="*/ 1422400 h 2870200"/>
              <a:gd name="connsiteX87" fmla="*/ 1938482 w 4114416"/>
              <a:gd name="connsiteY87" fmla="*/ 1600200 h 2870200"/>
              <a:gd name="connsiteX88" fmla="*/ 1989282 w 4114416"/>
              <a:gd name="connsiteY88" fmla="*/ 1744134 h 2870200"/>
              <a:gd name="connsiteX89" fmla="*/ 2006216 w 4114416"/>
              <a:gd name="connsiteY89" fmla="*/ 1498600 h 2870200"/>
              <a:gd name="connsiteX90" fmla="*/ 2023149 w 4114416"/>
              <a:gd name="connsiteY90" fmla="*/ 1464734 h 2870200"/>
              <a:gd name="connsiteX91" fmla="*/ 2031616 w 4114416"/>
              <a:gd name="connsiteY91" fmla="*/ 1439334 h 2870200"/>
              <a:gd name="connsiteX92" fmla="*/ 2082416 w 4114416"/>
              <a:gd name="connsiteY92" fmla="*/ 2032000 h 2870200"/>
              <a:gd name="connsiteX93" fmla="*/ 2090882 w 4114416"/>
              <a:gd name="connsiteY93" fmla="*/ 2150534 h 2870200"/>
              <a:gd name="connsiteX94" fmla="*/ 2099349 w 4114416"/>
              <a:gd name="connsiteY94" fmla="*/ 2489200 h 2870200"/>
              <a:gd name="connsiteX95" fmla="*/ 2133216 w 4114416"/>
              <a:gd name="connsiteY95" fmla="*/ 2421467 h 2870200"/>
              <a:gd name="connsiteX96" fmla="*/ 2175549 w 4114416"/>
              <a:gd name="connsiteY96" fmla="*/ 2319867 h 2870200"/>
              <a:gd name="connsiteX97" fmla="*/ 2200949 w 4114416"/>
              <a:gd name="connsiteY97" fmla="*/ 2286000 h 2870200"/>
              <a:gd name="connsiteX98" fmla="*/ 2234816 w 4114416"/>
              <a:gd name="connsiteY98" fmla="*/ 2235200 h 2870200"/>
              <a:gd name="connsiteX99" fmla="*/ 2251749 w 4114416"/>
              <a:gd name="connsiteY99" fmla="*/ 2514600 h 2870200"/>
              <a:gd name="connsiteX100" fmla="*/ 2277149 w 4114416"/>
              <a:gd name="connsiteY100" fmla="*/ 2565400 h 2870200"/>
              <a:gd name="connsiteX101" fmla="*/ 2285616 w 4114416"/>
              <a:gd name="connsiteY101" fmla="*/ 2489200 h 2870200"/>
              <a:gd name="connsiteX102" fmla="*/ 2302549 w 4114416"/>
              <a:gd name="connsiteY102" fmla="*/ 2421467 h 2870200"/>
              <a:gd name="connsiteX103" fmla="*/ 2311016 w 4114416"/>
              <a:gd name="connsiteY103" fmla="*/ 1718734 h 2870200"/>
              <a:gd name="connsiteX104" fmla="*/ 2336416 w 4114416"/>
              <a:gd name="connsiteY104" fmla="*/ 1811867 h 2870200"/>
              <a:gd name="connsiteX105" fmla="*/ 2361816 w 4114416"/>
              <a:gd name="connsiteY105" fmla="*/ 1871134 h 2870200"/>
              <a:gd name="connsiteX106" fmla="*/ 2387216 w 4114416"/>
              <a:gd name="connsiteY106" fmla="*/ 1938867 h 2870200"/>
              <a:gd name="connsiteX107" fmla="*/ 2395682 w 4114416"/>
              <a:gd name="connsiteY107" fmla="*/ 1972734 h 2870200"/>
              <a:gd name="connsiteX108" fmla="*/ 2404149 w 4114416"/>
              <a:gd name="connsiteY108" fmla="*/ 1574800 h 2870200"/>
              <a:gd name="connsiteX109" fmla="*/ 2429549 w 4114416"/>
              <a:gd name="connsiteY109" fmla="*/ 1236134 h 2870200"/>
              <a:gd name="connsiteX110" fmla="*/ 2446482 w 4114416"/>
              <a:gd name="connsiteY110" fmla="*/ 1092200 h 2870200"/>
              <a:gd name="connsiteX111" fmla="*/ 2454949 w 4114416"/>
              <a:gd name="connsiteY111" fmla="*/ 1066800 h 2870200"/>
              <a:gd name="connsiteX112" fmla="*/ 2463416 w 4114416"/>
              <a:gd name="connsiteY112" fmla="*/ 1092200 h 2870200"/>
              <a:gd name="connsiteX113" fmla="*/ 2480349 w 4114416"/>
              <a:gd name="connsiteY113" fmla="*/ 1117600 h 2870200"/>
              <a:gd name="connsiteX114" fmla="*/ 2488816 w 4114416"/>
              <a:gd name="connsiteY114" fmla="*/ 1227667 h 2870200"/>
              <a:gd name="connsiteX115" fmla="*/ 2514216 w 4114416"/>
              <a:gd name="connsiteY115" fmla="*/ 753534 h 2870200"/>
              <a:gd name="connsiteX116" fmla="*/ 2531149 w 4114416"/>
              <a:gd name="connsiteY116" fmla="*/ 685800 h 2870200"/>
              <a:gd name="connsiteX117" fmla="*/ 2539616 w 4114416"/>
              <a:gd name="connsiteY117" fmla="*/ 609600 h 2870200"/>
              <a:gd name="connsiteX118" fmla="*/ 2548082 w 4114416"/>
              <a:gd name="connsiteY118" fmla="*/ 558800 h 2870200"/>
              <a:gd name="connsiteX119" fmla="*/ 2565016 w 4114416"/>
              <a:gd name="connsiteY119" fmla="*/ 584200 h 2870200"/>
              <a:gd name="connsiteX120" fmla="*/ 2573482 w 4114416"/>
              <a:gd name="connsiteY120" fmla="*/ 778934 h 2870200"/>
              <a:gd name="connsiteX121" fmla="*/ 2615816 w 4114416"/>
              <a:gd name="connsiteY121" fmla="*/ 914400 h 2870200"/>
              <a:gd name="connsiteX122" fmla="*/ 2632749 w 4114416"/>
              <a:gd name="connsiteY122" fmla="*/ 973667 h 2870200"/>
              <a:gd name="connsiteX123" fmla="*/ 2649682 w 4114416"/>
              <a:gd name="connsiteY123" fmla="*/ 812800 h 2870200"/>
              <a:gd name="connsiteX124" fmla="*/ 2666616 w 4114416"/>
              <a:gd name="connsiteY124" fmla="*/ 694267 h 2870200"/>
              <a:gd name="connsiteX125" fmla="*/ 2692016 w 4114416"/>
              <a:gd name="connsiteY125" fmla="*/ 558800 h 2870200"/>
              <a:gd name="connsiteX126" fmla="*/ 2717416 w 4114416"/>
              <a:gd name="connsiteY126" fmla="*/ 321734 h 2870200"/>
              <a:gd name="connsiteX127" fmla="*/ 2734349 w 4114416"/>
              <a:gd name="connsiteY127" fmla="*/ 1058334 h 2870200"/>
              <a:gd name="connsiteX128" fmla="*/ 2760746 w 4114416"/>
              <a:gd name="connsiteY128" fmla="*/ 1023969 h 2870200"/>
              <a:gd name="connsiteX129" fmla="*/ 2810549 w 4114416"/>
              <a:gd name="connsiteY129" fmla="*/ 905934 h 2870200"/>
              <a:gd name="connsiteX130" fmla="*/ 2844416 w 4114416"/>
              <a:gd name="connsiteY130" fmla="*/ 855134 h 2870200"/>
              <a:gd name="connsiteX131" fmla="*/ 2869816 w 4114416"/>
              <a:gd name="connsiteY131" fmla="*/ 1422400 h 2870200"/>
              <a:gd name="connsiteX132" fmla="*/ 2878282 w 4114416"/>
              <a:gd name="connsiteY132" fmla="*/ 1388534 h 2870200"/>
              <a:gd name="connsiteX133" fmla="*/ 2895216 w 4114416"/>
              <a:gd name="connsiteY133" fmla="*/ 1363134 h 2870200"/>
              <a:gd name="connsiteX134" fmla="*/ 2920616 w 4114416"/>
              <a:gd name="connsiteY134" fmla="*/ 1278467 h 2870200"/>
              <a:gd name="connsiteX135" fmla="*/ 2937549 w 4114416"/>
              <a:gd name="connsiteY135" fmla="*/ 1320800 h 2870200"/>
              <a:gd name="connsiteX136" fmla="*/ 2954482 w 4114416"/>
              <a:gd name="connsiteY136" fmla="*/ 1388534 h 2870200"/>
              <a:gd name="connsiteX137" fmla="*/ 2971416 w 4114416"/>
              <a:gd name="connsiteY137" fmla="*/ 1422400 h 2870200"/>
              <a:gd name="connsiteX138" fmla="*/ 3013749 w 4114416"/>
              <a:gd name="connsiteY138" fmla="*/ 1540934 h 2870200"/>
              <a:gd name="connsiteX139" fmla="*/ 3030682 w 4114416"/>
              <a:gd name="connsiteY139" fmla="*/ 1566334 h 2870200"/>
              <a:gd name="connsiteX140" fmla="*/ 3064549 w 4114416"/>
              <a:gd name="connsiteY140" fmla="*/ 1718734 h 2870200"/>
              <a:gd name="connsiteX141" fmla="*/ 3089949 w 4114416"/>
              <a:gd name="connsiteY141" fmla="*/ 1761067 h 2870200"/>
              <a:gd name="connsiteX142" fmla="*/ 3123816 w 4114416"/>
              <a:gd name="connsiteY142" fmla="*/ 1879600 h 2870200"/>
              <a:gd name="connsiteX143" fmla="*/ 3115349 w 4114416"/>
              <a:gd name="connsiteY143" fmla="*/ 1913467 h 2870200"/>
              <a:gd name="connsiteX144" fmla="*/ 3127799 w 4114416"/>
              <a:gd name="connsiteY144" fmla="*/ 1901016 h 2870200"/>
              <a:gd name="connsiteX145" fmla="*/ 3106882 w 4114416"/>
              <a:gd name="connsiteY145" fmla="*/ 1888067 h 2870200"/>
              <a:gd name="connsiteX146" fmla="*/ 3132282 w 4114416"/>
              <a:gd name="connsiteY146" fmla="*/ 1871134 h 2870200"/>
              <a:gd name="connsiteX147" fmla="*/ 3140749 w 4114416"/>
              <a:gd name="connsiteY147" fmla="*/ 1769534 h 2870200"/>
              <a:gd name="connsiteX148" fmla="*/ 3157682 w 4114416"/>
              <a:gd name="connsiteY148" fmla="*/ 1710267 h 2870200"/>
              <a:gd name="connsiteX149" fmla="*/ 3166149 w 4114416"/>
              <a:gd name="connsiteY149" fmla="*/ 1684867 h 2870200"/>
              <a:gd name="connsiteX150" fmla="*/ 3191549 w 4114416"/>
              <a:gd name="connsiteY150" fmla="*/ 1676400 h 2870200"/>
              <a:gd name="connsiteX151" fmla="*/ 3200016 w 4114416"/>
              <a:gd name="connsiteY151" fmla="*/ 2006600 h 2870200"/>
              <a:gd name="connsiteX152" fmla="*/ 3208482 w 4114416"/>
              <a:gd name="connsiteY152" fmla="*/ 2048934 h 2870200"/>
              <a:gd name="connsiteX153" fmla="*/ 3216949 w 4114416"/>
              <a:gd name="connsiteY153" fmla="*/ 2099734 h 2870200"/>
              <a:gd name="connsiteX154" fmla="*/ 3233882 w 4114416"/>
              <a:gd name="connsiteY154" fmla="*/ 2048934 h 2870200"/>
              <a:gd name="connsiteX155" fmla="*/ 3242349 w 4114416"/>
              <a:gd name="connsiteY155" fmla="*/ 1998134 h 2870200"/>
              <a:gd name="connsiteX156" fmla="*/ 3276216 w 4114416"/>
              <a:gd name="connsiteY156" fmla="*/ 2353734 h 2870200"/>
              <a:gd name="connsiteX157" fmla="*/ 3301616 w 4114416"/>
              <a:gd name="connsiteY157" fmla="*/ 2387600 h 2870200"/>
              <a:gd name="connsiteX158" fmla="*/ 3310082 w 4114416"/>
              <a:gd name="connsiteY158" fmla="*/ 2497667 h 2870200"/>
              <a:gd name="connsiteX159" fmla="*/ 3327016 w 4114416"/>
              <a:gd name="connsiteY159" fmla="*/ 2531534 h 2870200"/>
              <a:gd name="connsiteX160" fmla="*/ 3343949 w 4114416"/>
              <a:gd name="connsiteY160" fmla="*/ 2599267 h 2870200"/>
              <a:gd name="connsiteX161" fmla="*/ 3369349 w 4114416"/>
              <a:gd name="connsiteY161" fmla="*/ 2667000 h 2870200"/>
              <a:gd name="connsiteX162" fmla="*/ 3411682 w 4114416"/>
              <a:gd name="connsiteY162" fmla="*/ 2810934 h 2870200"/>
              <a:gd name="connsiteX163" fmla="*/ 3437082 w 4114416"/>
              <a:gd name="connsiteY163" fmla="*/ 2870200 h 2870200"/>
              <a:gd name="connsiteX164" fmla="*/ 3462482 w 4114416"/>
              <a:gd name="connsiteY164" fmla="*/ 1828800 h 2870200"/>
              <a:gd name="connsiteX165" fmla="*/ 3461984 w 4114416"/>
              <a:gd name="connsiteY165" fmla="*/ 2090271 h 2870200"/>
              <a:gd name="connsiteX166" fmla="*/ 3487882 w 4114416"/>
              <a:gd name="connsiteY166" fmla="*/ 1735667 h 2870200"/>
              <a:gd name="connsiteX167" fmla="*/ 3513282 w 4114416"/>
              <a:gd name="connsiteY167" fmla="*/ 1651000 h 2870200"/>
              <a:gd name="connsiteX168" fmla="*/ 3521749 w 4114416"/>
              <a:gd name="connsiteY168" fmla="*/ 1701800 h 2870200"/>
              <a:gd name="connsiteX169" fmla="*/ 3525733 w 4114416"/>
              <a:gd name="connsiteY169" fmla="*/ 1875118 h 2870200"/>
              <a:gd name="connsiteX170" fmla="*/ 3547149 w 4114416"/>
              <a:gd name="connsiteY170" fmla="*/ 1752600 h 2870200"/>
              <a:gd name="connsiteX171" fmla="*/ 3555616 w 4114416"/>
              <a:gd name="connsiteY171" fmla="*/ 1693334 h 2870200"/>
              <a:gd name="connsiteX172" fmla="*/ 3597949 w 4114416"/>
              <a:gd name="connsiteY172" fmla="*/ 1608667 h 2870200"/>
              <a:gd name="connsiteX173" fmla="*/ 3614882 w 4114416"/>
              <a:gd name="connsiteY173" fmla="*/ 1566334 h 2870200"/>
              <a:gd name="connsiteX174" fmla="*/ 3657216 w 4114416"/>
              <a:gd name="connsiteY174" fmla="*/ 1464734 h 2870200"/>
              <a:gd name="connsiteX175" fmla="*/ 3661200 w 4114416"/>
              <a:gd name="connsiteY175" fmla="*/ 1373094 h 2870200"/>
              <a:gd name="connsiteX176" fmla="*/ 3682616 w 4114416"/>
              <a:gd name="connsiteY176" fmla="*/ 1363134 h 2870200"/>
              <a:gd name="connsiteX177" fmla="*/ 3699549 w 4114416"/>
              <a:gd name="connsiteY177" fmla="*/ 1320800 h 2870200"/>
              <a:gd name="connsiteX178" fmla="*/ 3694569 w 4114416"/>
              <a:gd name="connsiteY178" fmla="*/ 1151964 h 2870200"/>
              <a:gd name="connsiteX179" fmla="*/ 3741882 w 4114416"/>
              <a:gd name="connsiteY179" fmla="*/ 1227667 h 2870200"/>
              <a:gd name="connsiteX180" fmla="*/ 3750349 w 4114416"/>
              <a:gd name="connsiteY180" fmla="*/ 1176867 h 2870200"/>
              <a:gd name="connsiteX181" fmla="*/ 3767282 w 4114416"/>
              <a:gd name="connsiteY181" fmla="*/ 1126067 h 2870200"/>
              <a:gd name="connsiteX182" fmla="*/ 3775749 w 4114416"/>
              <a:gd name="connsiteY182" fmla="*/ 1058334 h 2870200"/>
              <a:gd name="connsiteX183" fmla="*/ 3784216 w 4114416"/>
              <a:gd name="connsiteY183" fmla="*/ 1270000 h 2870200"/>
              <a:gd name="connsiteX184" fmla="*/ 3813064 w 4114416"/>
              <a:gd name="connsiteY184" fmla="*/ 678606 h 2870200"/>
              <a:gd name="connsiteX185" fmla="*/ 3818082 w 4114416"/>
              <a:gd name="connsiteY185" fmla="*/ 558800 h 2870200"/>
              <a:gd name="connsiteX186" fmla="*/ 3835016 w 4114416"/>
              <a:gd name="connsiteY186" fmla="*/ 482600 h 2870200"/>
              <a:gd name="connsiteX187" fmla="*/ 3843482 w 4114416"/>
              <a:gd name="connsiteY187" fmla="*/ 533400 h 2870200"/>
              <a:gd name="connsiteX188" fmla="*/ 3860416 w 4114416"/>
              <a:gd name="connsiteY188" fmla="*/ 660400 h 2870200"/>
              <a:gd name="connsiteX189" fmla="*/ 3868882 w 4114416"/>
              <a:gd name="connsiteY189" fmla="*/ 702734 h 2870200"/>
              <a:gd name="connsiteX190" fmla="*/ 3885816 w 4114416"/>
              <a:gd name="connsiteY190" fmla="*/ 736600 h 2870200"/>
              <a:gd name="connsiteX191" fmla="*/ 3902749 w 4114416"/>
              <a:gd name="connsiteY191" fmla="*/ 702734 h 2870200"/>
              <a:gd name="connsiteX192" fmla="*/ 3962016 w 4114416"/>
              <a:gd name="connsiteY192" fmla="*/ 482600 h 2870200"/>
              <a:gd name="connsiteX193" fmla="*/ 3978949 w 4114416"/>
              <a:gd name="connsiteY193" fmla="*/ 457200 h 2870200"/>
              <a:gd name="connsiteX194" fmla="*/ 4004349 w 4114416"/>
              <a:gd name="connsiteY194" fmla="*/ 177800 h 2870200"/>
              <a:gd name="connsiteX195" fmla="*/ 4029749 w 4114416"/>
              <a:gd name="connsiteY195" fmla="*/ 135467 h 2870200"/>
              <a:gd name="connsiteX196" fmla="*/ 4038216 w 4114416"/>
              <a:gd name="connsiteY196" fmla="*/ 101600 h 2870200"/>
              <a:gd name="connsiteX197" fmla="*/ 4046682 w 4114416"/>
              <a:gd name="connsiteY197" fmla="*/ 76200 h 2870200"/>
              <a:gd name="connsiteX198" fmla="*/ 4055149 w 4114416"/>
              <a:gd name="connsiteY198" fmla="*/ 110067 h 2870200"/>
              <a:gd name="connsiteX199" fmla="*/ 4072082 w 4114416"/>
              <a:gd name="connsiteY199" fmla="*/ 160867 h 2870200"/>
              <a:gd name="connsiteX200" fmla="*/ 4114416 w 4114416"/>
              <a:gd name="connsiteY200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35749 w 4114416"/>
              <a:gd name="connsiteY58" fmla="*/ 19134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1216 w 4114416"/>
              <a:gd name="connsiteY65" fmla="*/ 1718734 h 2870200"/>
              <a:gd name="connsiteX66" fmla="*/ 1379682 w 4114416"/>
              <a:gd name="connsiteY66" fmla="*/ 1744134 h 2870200"/>
              <a:gd name="connsiteX67" fmla="*/ 1405082 w 4114416"/>
              <a:gd name="connsiteY67" fmla="*/ 1828800 h 2870200"/>
              <a:gd name="connsiteX68" fmla="*/ 1422016 w 4114416"/>
              <a:gd name="connsiteY68" fmla="*/ 1879600 h 2870200"/>
              <a:gd name="connsiteX69" fmla="*/ 1430482 w 4114416"/>
              <a:gd name="connsiteY69" fmla="*/ 1913467 h 2870200"/>
              <a:gd name="connsiteX70" fmla="*/ 1455882 w 4114416"/>
              <a:gd name="connsiteY70" fmla="*/ 1947334 h 2870200"/>
              <a:gd name="connsiteX71" fmla="*/ 1472816 w 4114416"/>
              <a:gd name="connsiteY71" fmla="*/ 1938867 h 2870200"/>
              <a:gd name="connsiteX72" fmla="*/ 1515149 w 4114416"/>
              <a:gd name="connsiteY72" fmla="*/ 1803400 h 2870200"/>
              <a:gd name="connsiteX73" fmla="*/ 1574416 w 4114416"/>
              <a:gd name="connsiteY73" fmla="*/ 1651000 h 2870200"/>
              <a:gd name="connsiteX74" fmla="*/ 1582882 w 4114416"/>
              <a:gd name="connsiteY74" fmla="*/ 1591734 h 2870200"/>
              <a:gd name="connsiteX75" fmla="*/ 1599816 w 4114416"/>
              <a:gd name="connsiteY75" fmla="*/ 1566334 h 2870200"/>
              <a:gd name="connsiteX76" fmla="*/ 1608282 w 4114416"/>
              <a:gd name="connsiteY76" fmla="*/ 1524000 h 2870200"/>
              <a:gd name="connsiteX77" fmla="*/ 1616749 w 4114416"/>
              <a:gd name="connsiteY77" fmla="*/ 1498600 h 2870200"/>
              <a:gd name="connsiteX78" fmla="*/ 1633682 w 4114416"/>
              <a:gd name="connsiteY78" fmla="*/ 1524000 h 2870200"/>
              <a:gd name="connsiteX79" fmla="*/ 1659082 w 4114416"/>
              <a:gd name="connsiteY79" fmla="*/ 1490134 h 2870200"/>
              <a:gd name="connsiteX80" fmla="*/ 1684482 w 4114416"/>
              <a:gd name="connsiteY80" fmla="*/ 1388534 h 2870200"/>
              <a:gd name="connsiteX81" fmla="*/ 1743749 w 4114416"/>
              <a:gd name="connsiteY81" fmla="*/ 1286934 h 2870200"/>
              <a:gd name="connsiteX82" fmla="*/ 1794549 w 4114416"/>
              <a:gd name="connsiteY82" fmla="*/ 1176867 h 2870200"/>
              <a:gd name="connsiteX83" fmla="*/ 1819949 w 4114416"/>
              <a:gd name="connsiteY83" fmla="*/ 1202267 h 2870200"/>
              <a:gd name="connsiteX84" fmla="*/ 1828416 w 4114416"/>
              <a:gd name="connsiteY84" fmla="*/ 1227667 h 2870200"/>
              <a:gd name="connsiteX85" fmla="*/ 1845349 w 4114416"/>
              <a:gd name="connsiteY85" fmla="*/ 1261534 h 2870200"/>
              <a:gd name="connsiteX86" fmla="*/ 1887682 w 4114416"/>
              <a:gd name="connsiteY86" fmla="*/ 1422400 h 2870200"/>
              <a:gd name="connsiteX87" fmla="*/ 1938482 w 4114416"/>
              <a:gd name="connsiteY87" fmla="*/ 1600200 h 2870200"/>
              <a:gd name="connsiteX88" fmla="*/ 1989282 w 4114416"/>
              <a:gd name="connsiteY88" fmla="*/ 1744134 h 2870200"/>
              <a:gd name="connsiteX89" fmla="*/ 2006216 w 4114416"/>
              <a:gd name="connsiteY89" fmla="*/ 1498600 h 2870200"/>
              <a:gd name="connsiteX90" fmla="*/ 2023149 w 4114416"/>
              <a:gd name="connsiteY90" fmla="*/ 1464734 h 2870200"/>
              <a:gd name="connsiteX91" fmla="*/ 2031616 w 4114416"/>
              <a:gd name="connsiteY91" fmla="*/ 1439334 h 2870200"/>
              <a:gd name="connsiteX92" fmla="*/ 2082416 w 4114416"/>
              <a:gd name="connsiteY92" fmla="*/ 2032000 h 2870200"/>
              <a:gd name="connsiteX93" fmla="*/ 2090882 w 4114416"/>
              <a:gd name="connsiteY93" fmla="*/ 2150534 h 2870200"/>
              <a:gd name="connsiteX94" fmla="*/ 2099349 w 4114416"/>
              <a:gd name="connsiteY94" fmla="*/ 2489200 h 2870200"/>
              <a:gd name="connsiteX95" fmla="*/ 2133216 w 4114416"/>
              <a:gd name="connsiteY95" fmla="*/ 2421467 h 2870200"/>
              <a:gd name="connsiteX96" fmla="*/ 2175549 w 4114416"/>
              <a:gd name="connsiteY96" fmla="*/ 2319867 h 2870200"/>
              <a:gd name="connsiteX97" fmla="*/ 2200949 w 4114416"/>
              <a:gd name="connsiteY97" fmla="*/ 2286000 h 2870200"/>
              <a:gd name="connsiteX98" fmla="*/ 2234816 w 4114416"/>
              <a:gd name="connsiteY98" fmla="*/ 2235200 h 2870200"/>
              <a:gd name="connsiteX99" fmla="*/ 2251749 w 4114416"/>
              <a:gd name="connsiteY99" fmla="*/ 2514600 h 2870200"/>
              <a:gd name="connsiteX100" fmla="*/ 2277149 w 4114416"/>
              <a:gd name="connsiteY100" fmla="*/ 2565400 h 2870200"/>
              <a:gd name="connsiteX101" fmla="*/ 2285616 w 4114416"/>
              <a:gd name="connsiteY101" fmla="*/ 2489200 h 2870200"/>
              <a:gd name="connsiteX102" fmla="*/ 2302549 w 4114416"/>
              <a:gd name="connsiteY102" fmla="*/ 2421467 h 2870200"/>
              <a:gd name="connsiteX103" fmla="*/ 2311016 w 4114416"/>
              <a:gd name="connsiteY103" fmla="*/ 1718734 h 2870200"/>
              <a:gd name="connsiteX104" fmla="*/ 2336416 w 4114416"/>
              <a:gd name="connsiteY104" fmla="*/ 1811867 h 2870200"/>
              <a:gd name="connsiteX105" fmla="*/ 2361816 w 4114416"/>
              <a:gd name="connsiteY105" fmla="*/ 1871134 h 2870200"/>
              <a:gd name="connsiteX106" fmla="*/ 2387216 w 4114416"/>
              <a:gd name="connsiteY106" fmla="*/ 1938867 h 2870200"/>
              <a:gd name="connsiteX107" fmla="*/ 2395682 w 4114416"/>
              <a:gd name="connsiteY107" fmla="*/ 1972734 h 2870200"/>
              <a:gd name="connsiteX108" fmla="*/ 2404149 w 4114416"/>
              <a:gd name="connsiteY108" fmla="*/ 1574800 h 2870200"/>
              <a:gd name="connsiteX109" fmla="*/ 2429549 w 4114416"/>
              <a:gd name="connsiteY109" fmla="*/ 1236134 h 2870200"/>
              <a:gd name="connsiteX110" fmla="*/ 2446482 w 4114416"/>
              <a:gd name="connsiteY110" fmla="*/ 1092200 h 2870200"/>
              <a:gd name="connsiteX111" fmla="*/ 2454949 w 4114416"/>
              <a:gd name="connsiteY111" fmla="*/ 1066800 h 2870200"/>
              <a:gd name="connsiteX112" fmla="*/ 2463416 w 4114416"/>
              <a:gd name="connsiteY112" fmla="*/ 1092200 h 2870200"/>
              <a:gd name="connsiteX113" fmla="*/ 2480349 w 4114416"/>
              <a:gd name="connsiteY113" fmla="*/ 1117600 h 2870200"/>
              <a:gd name="connsiteX114" fmla="*/ 2488816 w 4114416"/>
              <a:gd name="connsiteY114" fmla="*/ 1227667 h 2870200"/>
              <a:gd name="connsiteX115" fmla="*/ 2514216 w 4114416"/>
              <a:gd name="connsiteY115" fmla="*/ 753534 h 2870200"/>
              <a:gd name="connsiteX116" fmla="*/ 2531149 w 4114416"/>
              <a:gd name="connsiteY116" fmla="*/ 685800 h 2870200"/>
              <a:gd name="connsiteX117" fmla="*/ 2539616 w 4114416"/>
              <a:gd name="connsiteY117" fmla="*/ 609600 h 2870200"/>
              <a:gd name="connsiteX118" fmla="*/ 2548082 w 4114416"/>
              <a:gd name="connsiteY118" fmla="*/ 558800 h 2870200"/>
              <a:gd name="connsiteX119" fmla="*/ 2565016 w 4114416"/>
              <a:gd name="connsiteY119" fmla="*/ 584200 h 2870200"/>
              <a:gd name="connsiteX120" fmla="*/ 2573482 w 4114416"/>
              <a:gd name="connsiteY120" fmla="*/ 778934 h 2870200"/>
              <a:gd name="connsiteX121" fmla="*/ 2615816 w 4114416"/>
              <a:gd name="connsiteY121" fmla="*/ 914400 h 2870200"/>
              <a:gd name="connsiteX122" fmla="*/ 2632749 w 4114416"/>
              <a:gd name="connsiteY122" fmla="*/ 973667 h 2870200"/>
              <a:gd name="connsiteX123" fmla="*/ 2649682 w 4114416"/>
              <a:gd name="connsiteY123" fmla="*/ 812800 h 2870200"/>
              <a:gd name="connsiteX124" fmla="*/ 2666616 w 4114416"/>
              <a:gd name="connsiteY124" fmla="*/ 694267 h 2870200"/>
              <a:gd name="connsiteX125" fmla="*/ 2692016 w 4114416"/>
              <a:gd name="connsiteY125" fmla="*/ 558800 h 2870200"/>
              <a:gd name="connsiteX126" fmla="*/ 2717416 w 4114416"/>
              <a:gd name="connsiteY126" fmla="*/ 321734 h 2870200"/>
              <a:gd name="connsiteX127" fmla="*/ 2734349 w 4114416"/>
              <a:gd name="connsiteY127" fmla="*/ 1058334 h 2870200"/>
              <a:gd name="connsiteX128" fmla="*/ 2760746 w 4114416"/>
              <a:gd name="connsiteY128" fmla="*/ 1023969 h 2870200"/>
              <a:gd name="connsiteX129" fmla="*/ 2810549 w 4114416"/>
              <a:gd name="connsiteY129" fmla="*/ 905934 h 2870200"/>
              <a:gd name="connsiteX130" fmla="*/ 2844416 w 4114416"/>
              <a:gd name="connsiteY130" fmla="*/ 855134 h 2870200"/>
              <a:gd name="connsiteX131" fmla="*/ 2869816 w 4114416"/>
              <a:gd name="connsiteY131" fmla="*/ 1422400 h 2870200"/>
              <a:gd name="connsiteX132" fmla="*/ 2878282 w 4114416"/>
              <a:gd name="connsiteY132" fmla="*/ 1388534 h 2870200"/>
              <a:gd name="connsiteX133" fmla="*/ 2895216 w 4114416"/>
              <a:gd name="connsiteY133" fmla="*/ 1363134 h 2870200"/>
              <a:gd name="connsiteX134" fmla="*/ 2920616 w 4114416"/>
              <a:gd name="connsiteY134" fmla="*/ 1278467 h 2870200"/>
              <a:gd name="connsiteX135" fmla="*/ 2937549 w 4114416"/>
              <a:gd name="connsiteY135" fmla="*/ 1320800 h 2870200"/>
              <a:gd name="connsiteX136" fmla="*/ 2954482 w 4114416"/>
              <a:gd name="connsiteY136" fmla="*/ 1388534 h 2870200"/>
              <a:gd name="connsiteX137" fmla="*/ 2971416 w 4114416"/>
              <a:gd name="connsiteY137" fmla="*/ 1422400 h 2870200"/>
              <a:gd name="connsiteX138" fmla="*/ 3013749 w 4114416"/>
              <a:gd name="connsiteY138" fmla="*/ 1540934 h 2870200"/>
              <a:gd name="connsiteX139" fmla="*/ 3030682 w 4114416"/>
              <a:gd name="connsiteY139" fmla="*/ 1566334 h 2870200"/>
              <a:gd name="connsiteX140" fmla="*/ 3064549 w 4114416"/>
              <a:gd name="connsiteY140" fmla="*/ 1718734 h 2870200"/>
              <a:gd name="connsiteX141" fmla="*/ 3089949 w 4114416"/>
              <a:gd name="connsiteY141" fmla="*/ 1761067 h 2870200"/>
              <a:gd name="connsiteX142" fmla="*/ 3123816 w 4114416"/>
              <a:gd name="connsiteY142" fmla="*/ 1879600 h 2870200"/>
              <a:gd name="connsiteX143" fmla="*/ 3115349 w 4114416"/>
              <a:gd name="connsiteY143" fmla="*/ 1913467 h 2870200"/>
              <a:gd name="connsiteX144" fmla="*/ 3127799 w 4114416"/>
              <a:gd name="connsiteY144" fmla="*/ 1901016 h 2870200"/>
              <a:gd name="connsiteX145" fmla="*/ 3106882 w 4114416"/>
              <a:gd name="connsiteY145" fmla="*/ 1888067 h 2870200"/>
              <a:gd name="connsiteX146" fmla="*/ 3132282 w 4114416"/>
              <a:gd name="connsiteY146" fmla="*/ 1871134 h 2870200"/>
              <a:gd name="connsiteX147" fmla="*/ 3140749 w 4114416"/>
              <a:gd name="connsiteY147" fmla="*/ 1769534 h 2870200"/>
              <a:gd name="connsiteX148" fmla="*/ 3157682 w 4114416"/>
              <a:gd name="connsiteY148" fmla="*/ 1710267 h 2870200"/>
              <a:gd name="connsiteX149" fmla="*/ 3166149 w 4114416"/>
              <a:gd name="connsiteY149" fmla="*/ 1684867 h 2870200"/>
              <a:gd name="connsiteX150" fmla="*/ 3191549 w 4114416"/>
              <a:gd name="connsiteY150" fmla="*/ 1676400 h 2870200"/>
              <a:gd name="connsiteX151" fmla="*/ 3200016 w 4114416"/>
              <a:gd name="connsiteY151" fmla="*/ 2006600 h 2870200"/>
              <a:gd name="connsiteX152" fmla="*/ 3208482 w 4114416"/>
              <a:gd name="connsiteY152" fmla="*/ 2048934 h 2870200"/>
              <a:gd name="connsiteX153" fmla="*/ 3216949 w 4114416"/>
              <a:gd name="connsiteY153" fmla="*/ 2099734 h 2870200"/>
              <a:gd name="connsiteX154" fmla="*/ 3233882 w 4114416"/>
              <a:gd name="connsiteY154" fmla="*/ 2048934 h 2870200"/>
              <a:gd name="connsiteX155" fmla="*/ 3242349 w 4114416"/>
              <a:gd name="connsiteY155" fmla="*/ 1998134 h 2870200"/>
              <a:gd name="connsiteX156" fmla="*/ 3276216 w 4114416"/>
              <a:gd name="connsiteY156" fmla="*/ 2353734 h 2870200"/>
              <a:gd name="connsiteX157" fmla="*/ 3301616 w 4114416"/>
              <a:gd name="connsiteY157" fmla="*/ 2387600 h 2870200"/>
              <a:gd name="connsiteX158" fmla="*/ 3310082 w 4114416"/>
              <a:gd name="connsiteY158" fmla="*/ 2497667 h 2870200"/>
              <a:gd name="connsiteX159" fmla="*/ 3327016 w 4114416"/>
              <a:gd name="connsiteY159" fmla="*/ 2531534 h 2870200"/>
              <a:gd name="connsiteX160" fmla="*/ 3343949 w 4114416"/>
              <a:gd name="connsiteY160" fmla="*/ 2599267 h 2870200"/>
              <a:gd name="connsiteX161" fmla="*/ 3369349 w 4114416"/>
              <a:gd name="connsiteY161" fmla="*/ 2667000 h 2870200"/>
              <a:gd name="connsiteX162" fmla="*/ 3411682 w 4114416"/>
              <a:gd name="connsiteY162" fmla="*/ 2810934 h 2870200"/>
              <a:gd name="connsiteX163" fmla="*/ 3437082 w 4114416"/>
              <a:gd name="connsiteY163" fmla="*/ 2870200 h 2870200"/>
              <a:gd name="connsiteX164" fmla="*/ 3462482 w 4114416"/>
              <a:gd name="connsiteY164" fmla="*/ 1828800 h 2870200"/>
              <a:gd name="connsiteX165" fmla="*/ 3461984 w 4114416"/>
              <a:gd name="connsiteY165" fmla="*/ 2090271 h 2870200"/>
              <a:gd name="connsiteX166" fmla="*/ 3487882 w 4114416"/>
              <a:gd name="connsiteY166" fmla="*/ 1735667 h 2870200"/>
              <a:gd name="connsiteX167" fmla="*/ 3513282 w 4114416"/>
              <a:gd name="connsiteY167" fmla="*/ 1651000 h 2870200"/>
              <a:gd name="connsiteX168" fmla="*/ 3521749 w 4114416"/>
              <a:gd name="connsiteY168" fmla="*/ 1701800 h 2870200"/>
              <a:gd name="connsiteX169" fmla="*/ 3525733 w 4114416"/>
              <a:gd name="connsiteY169" fmla="*/ 1875118 h 2870200"/>
              <a:gd name="connsiteX170" fmla="*/ 3547149 w 4114416"/>
              <a:gd name="connsiteY170" fmla="*/ 1752600 h 2870200"/>
              <a:gd name="connsiteX171" fmla="*/ 3555616 w 4114416"/>
              <a:gd name="connsiteY171" fmla="*/ 1693334 h 2870200"/>
              <a:gd name="connsiteX172" fmla="*/ 3597949 w 4114416"/>
              <a:gd name="connsiteY172" fmla="*/ 1608667 h 2870200"/>
              <a:gd name="connsiteX173" fmla="*/ 3614882 w 4114416"/>
              <a:gd name="connsiteY173" fmla="*/ 1566334 h 2870200"/>
              <a:gd name="connsiteX174" fmla="*/ 3657216 w 4114416"/>
              <a:gd name="connsiteY174" fmla="*/ 1464734 h 2870200"/>
              <a:gd name="connsiteX175" fmla="*/ 3661200 w 4114416"/>
              <a:gd name="connsiteY175" fmla="*/ 1373094 h 2870200"/>
              <a:gd name="connsiteX176" fmla="*/ 3682616 w 4114416"/>
              <a:gd name="connsiteY176" fmla="*/ 1363134 h 2870200"/>
              <a:gd name="connsiteX177" fmla="*/ 3699549 w 4114416"/>
              <a:gd name="connsiteY177" fmla="*/ 1320800 h 2870200"/>
              <a:gd name="connsiteX178" fmla="*/ 3694569 w 4114416"/>
              <a:gd name="connsiteY178" fmla="*/ 1151964 h 2870200"/>
              <a:gd name="connsiteX179" fmla="*/ 3741882 w 4114416"/>
              <a:gd name="connsiteY179" fmla="*/ 1227667 h 2870200"/>
              <a:gd name="connsiteX180" fmla="*/ 3750349 w 4114416"/>
              <a:gd name="connsiteY180" fmla="*/ 1176867 h 2870200"/>
              <a:gd name="connsiteX181" fmla="*/ 3767282 w 4114416"/>
              <a:gd name="connsiteY181" fmla="*/ 1126067 h 2870200"/>
              <a:gd name="connsiteX182" fmla="*/ 3775749 w 4114416"/>
              <a:gd name="connsiteY182" fmla="*/ 1058334 h 2870200"/>
              <a:gd name="connsiteX183" fmla="*/ 3784216 w 4114416"/>
              <a:gd name="connsiteY183" fmla="*/ 1270000 h 2870200"/>
              <a:gd name="connsiteX184" fmla="*/ 3813064 w 4114416"/>
              <a:gd name="connsiteY184" fmla="*/ 678606 h 2870200"/>
              <a:gd name="connsiteX185" fmla="*/ 3818082 w 4114416"/>
              <a:gd name="connsiteY185" fmla="*/ 558800 h 2870200"/>
              <a:gd name="connsiteX186" fmla="*/ 3835016 w 4114416"/>
              <a:gd name="connsiteY186" fmla="*/ 482600 h 2870200"/>
              <a:gd name="connsiteX187" fmla="*/ 3843482 w 4114416"/>
              <a:gd name="connsiteY187" fmla="*/ 533400 h 2870200"/>
              <a:gd name="connsiteX188" fmla="*/ 3860416 w 4114416"/>
              <a:gd name="connsiteY188" fmla="*/ 660400 h 2870200"/>
              <a:gd name="connsiteX189" fmla="*/ 3868882 w 4114416"/>
              <a:gd name="connsiteY189" fmla="*/ 702734 h 2870200"/>
              <a:gd name="connsiteX190" fmla="*/ 3885816 w 4114416"/>
              <a:gd name="connsiteY190" fmla="*/ 736600 h 2870200"/>
              <a:gd name="connsiteX191" fmla="*/ 3902749 w 4114416"/>
              <a:gd name="connsiteY191" fmla="*/ 702734 h 2870200"/>
              <a:gd name="connsiteX192" fmla="*/ 3962016 w 4114416"/>
              <a:gd name="connsiteY192" fmla="*/ 482600 h 2870200"/>
              <a:gd name="connsiteX193" fmla="*/ 3978949 w 4114416"/>
              <a:gd name="connsiteY193" fmla="*/ 457200 h 2870200"/>
              <a:gd name="connsiteX194" fmla="*/ 4004349 w 4114416"/>
              <a:gd name="connsiteY194" fmla="*/ 177800 h 2870200"/>
              <a:gd name="connsiteX195" fmla="*/ 4029749 w 4114416"/>
              <a:gd name="connsiteY195" fmla="*/ 135467 h 2870200"/>
              <a:gd name="connsiteX196" fmla="*/ 4038216 w 4114416"/>
              <a:gd name="connsiteY196" fmla="*/ 101600 h 2870200"/>
              <a:gd name="connsiteX197" fmla="*/ 4046682 w 4114416"/>
              <a:gd name="connsiteY197" fmla="*/ 76200 h 2870200"/>
              <a:gd name="connsiteX198" fmla="*/ 4055149 w 4114416"/>
              <a:gd name="connsiteY198" fmla="*/ 110067 h 2870200"/>
              <a:gd name="connsiteX199" fmla="*/ 4072082 w 4114416"/>
              <a:gd name="connsiteY199" fmla="*/ 160867 h 2870200"/>
              <a:gd name="connsiteX200" fmla="*/ 4114416 w 4114416"/>
              <a:gd name="connsiteY200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1216 w 4114416"/>
              <a:gd name="connsiteY65" fmla="*/ 1718734 h 2870200"/>
              <a:gd name="connsiteX66" fmla="*/ 1379682 w 4114416"/>
              <a:gd name="connsiteY66" fmla="*/ 1744134 h 2870200"/>
              <a:gd name="connsiteX67" fmla="*/ 1405082 w 4114416"/>
              <a:gd name="connsiteY67" fmla="*/ 1828800 h 2870200"/>
              <a:gd name="connsiteX68" fmla="*/ 1422016 w 4114416"/>
              <a:gd name="connsiteY68" fmla="*/ 1879600 h 2870200"/>
              <a:gd name="connsiteX69" fmla="*/ 1430482 w 4114416"/>
              <a:gd name="connsiteY69" fmla="*/ 1913467 h 2870200"/>
              <a:gd name="connsiteX70" fmla="*/ 1455882 w 4114416"/>
              <a:gd name="connsiteY70" fmla="*/ 1947334 h 2870200"/>
              <a:gd name="connsiteX71" fmla="*/ 1472816 w 4114416"/>
              <a:gd name="connsiteY71" fmla="*/ 1938867 h 2870200"/>
              <a:gd name="connsiteX72" fmla="*/ 1515149 w 4114416"/>
              <a:gd name="connsiteY72" fmla="*/ 1803400 h 2870200"/>
              <a:gd name="connsiteX73" fmla="*/ 1574416 w 4114416"/>
              <a:gd name="connsiteY73" fmla="*/ 1651000 h 2870200"/>
              <a:gd name="connsiteX74" fmla="*/ 1582882 w 4114416"/>
              <a:gd name="connsiteY74" fmla="*/ 1591734 h 2870200"/>
              <a:gd name="connsiteX75" fmla="*/ 1599816 w 4114416"/>
              <a:gd name="connsiteY75" fmla="*/ 1566334 h 2870200"/>
              <a:gd name="connsiteX76" fmla="*/ 1608282 w 4114416"/>
              <a:gd name="connsiteY76" fmla="*/ 1524000 h 2870200"/>
              <a:gd name="connsiteX77" fmla="*/ 1616749 w 4114416"/>
              <a:gd name="connsiteY77" fmla="*/ 1498600 h 2870200"/>
              <a:gd name="connsiteX78" fmla="*/ 1633682 w 4114416"/>
              <a:gd name="connsiteY78" fmla="*/ 1524000 h 2870200"/>
              <a:gd name="connsiteX79" fmla="*/ 1659082 w 4114416"/>
              <a:gd name="connsiteY79" fmla="*/ 1490134 h 2870200"/>
              <a:gd name="connsiteX80" fmla="*/ 1684482 w 4114416"/>
              <a:gd name="connsiteY80" fmla="*/ 1388534 h 2870200"/>
              <a:gd name="connsiteX81" fmla="*/ 1743749 w 4114416"/>
              <a:gd name="connsiteY81" fmla="*/ 1286934 h 2870200"/>
              <a:gd name="connsiteX82" fmla="*/ 1794549 w 4114416"/>
              <a:gd name="connsiteY82" fmla="*/ 1176867 h 2870200"/>
              <a:gd name="connsiteX83" fmla="*/ 1819949 w 4114416"/>
              <a:gd name="connsiteY83" fmla="*/ 1202267 h 2870200"/>
              <a:gd name="connsiteX84" fmla="*/ 1828416 w 4114416"/>
              <a:gd name="connsiteY84" fmla="*/ 1227667 h 2870200"/>
              <a:gd name="connsiteX85" fmla="*/ 1845349 w 4114416"/>
              <a:gd name="connsiteY85" fmla="*/ 1261534 h 2870200"/>
              <a:gd name="connsiteX86" fmla="*/ 1887682 w 4114416"/>
              <a:gd name="connsiteY86" fmla="*/ 1422400 h 2870200"/>
              <a:gd name="connsiteX87" fmla="*/ 1938482 w 4114416"/>
              <a:gd name="connsiteY87" fmla="*/ 1600200 h 2870200"/>
              <a:gd name="connsiteX88" fmla="*/ 1989282 w 4114416"/>
              <a:gd name="connsiteY88" fmla="*/ 1744134 h 2870200"/>
              <a:gd name="connsiteX89" fmla="*/ 2006216 w 4114416"/>
              <a:gd name="connsiteY89" fmla="*/ 1498600 h 2870200"/>
              <a:gd name="connsiteX90" fmla="*/ 2023149 w 4114416"/>
              <a:gd name="connsiteY90" fmla="*/ 1464734 h 2870200"/>
              <a:gd name="connsiteX91" fmla="*/ 2031616 w 4114416"/>
              <a:gd name="connsiteY91" fmla="*/ 1439334 h 2870200"/>
              <a:gd name="connsiteX92" fmla="*/ 2082416 w 4114416"/>
              <a:gd name="connsiteY92" fmla="*/ 2032000 h 2870200"/>
              <a:gd name="connsiteX93" fmla="*/ 2090882 w 4114416"/>
              <a:gd name="connsiteY93" fmla="*/ 2150534 h 2870200"/>
              <a:gd name="connsiteX94" fmla="*/ 2099349 w 4114416"/>
              <a:gd name="connsiteY94" fmla="*/ 2489200 h 2870200"/>
              <a:gd name="connsiteX95" fmla="*/ 2133216 w 4114416"/>
              <a:gd name="connsiteY95" fmla="*/ 2421467 h 2870200"/>
              <a:gd name="connsiteX96" fmla="*/ 2175549 w 4114416"/>
              <a:gd name="connsiteY96" fmla="*/ 2319867 h 2870200"/>
              <a:gd name="connsiteX97" fmla="*/ 2200949 w 4114416"/>
              <a:gd name="connsiteY97" fmla="*/ 2286000 h 2870200"/>
              <a:gd name="connsiteX98" fmla="*/ 2234816 w 4114416"/>
              <a:gd name="connsiteY98" fmla="*/ 2235200 h 2870200"/>
              <a:gd name="connsiteX99" fmla="*/ 2251749 w 4114416"/>
              <a:gd name="connsiteY99" fmla="*/ 2514600 h 2870200"/>
              <a:gd name="connsiteX100" fmla="*/ 2277149 w 4114416"/>
              <a:gd name="connsiteY100" fmla="*/ 2565400 h 2870200"/>
              <a:gd name="connsiteX101" fmla="*/ 2285616 w 4114416"/>
              <a:gd name="connsiteY101" fmla="*/ 2489200 h 2870200"/>
              <a:gd name="connsiteX102" fmla="*/ 2302549 w 4114416"/>
              <a:gd name="connsiteY102" fmla="*/ 2421467 h 2870200"/>
              <a:gd name="connsiteX103" fmla="*/ 2311016 w 4114416"/>
              <a:gd name="connsiteY103" fmla="*/ 1718734 h 2870200"/>
              <a:gd name="connsiteX104" fmla="*/ 2336416 w 4114416"/>
              <a:gd name="connsiteY104" fmla="*/ 1811867 h 2870200"/>
              <a:gd name="connsiteX105" fmla="*/ 2361816 w 4114416"/>
              <a:gd name="connsiteY105" fmla="*/ 1871134 h 2870200"/>
              <a:gd name="connsiteX106" fmla="*/ 2387216 w 4114416"/>
              <a:gd name="connsiteY106" fmla="*/ 1938867 h 2870200"/>
              <a:gd name="connsiteX107" fmla="*/ 2395682 w 4114416"/>
              <a:gd name="connsiteY107" fmla="*/ 1972734 h 2870200"/>
              <a:gd name="connsiteX108" fmla="*/ 2404149 w 4114416"/>
              <a:gd name="connsiteY108" fmla="*/ 1574800 h 2870200"/>
              <a:gd name="connsiteX109" fmla="*/ 2429549 w 4114416"/>
              <a:gd name="connsiteY109" fmla="*/ 1236134 h 2870200"/>
              <a:gd name="connsiteX110" fmla="*/ 2446482 w 4114416"/>
              <a:gd name="connsiteY110" fmla="*/ 1092200 h 2870200"/>
              <a:gd name="connsiteX111" fmla="*/ 2454949 w 4114416"/>
              <a:gd name="connsiteY111" fmla="*/ 1066800 h 2870200"/>
              <a:gd name="connsiteX112" fmla="*/ 2463416 w 4114416"/>
              <a:gd name="connsiteY112" fmla="*/ 1092200 h 2870200"/>
              <a:gd name="connsiteX113" fmla="*/ 2480349 w 4114416"/>
              <a:gd name="connsiteY113" fmla="*/ 1117600 h 2870200"/>
              <a:gd name="connsiteX114" fmla="*/ 2488816 w 4114416"/>
              <a:gd name="connsiteY114" fmla="*/ 1227667 h 2870200"/>
              <a:gd name="connsiteX115" fmla="*/ 2514216 w 4114416"/>
              <a:gd name="connsiteY115" fmla="*/ 753534 h 2870200"/>
              <a:gd name="connsiteX116" fmla="*/ 2531149 w 4114416"/>
              <a:gd name="connsiteY116" fmla="*/ 685800 h 2870200"/>
              <a:gd name="connsiteX117" fmla="*/ 2539616 w 4114416"/>
              <a:gd name="connsiteY117" fmla="*/ 609600 h 2870200"/>
              <a:gd name="connsiteX118" fmla="*/ 2548082 w 4114416"/>
              <a:gd name="connsiteY118" fmla="*/ 558800 h 2870200"/>
              <a:gd name="connsiteX119" fmla="*/ 2565016 w 4114416"/>
              <a:gd name="connsiteY119" fmla="*/ 584200 h 2870200"/>
              <a:gd name="connsiteX120" fmla="*/ 2573482 w 4114416"/>
              <a:gd name="connsiteY120" fmla="*/ 778934 h 2870200"/>
              <a:gd name="connsiteX121" fmla="*/ 2615816 w 4114416"/>
              <a:gd name="connsiteY121" fmla="*/ 914400 h 2870200"/>
              <a:gd name="connsiteX122" fmla="*/ 2632749 w 4114416"/>
              <a:gd name="connsiteY122" fmla="*/ 973667 h 2870200"/>
              <a:gd name="connsiteX123" fmla="*/ 2649682 w 4114416"/>
              <a:gd name="connsiteY123" fmla="*/ 812800 h 2870200"/>
              <a:gd name="connsiteX124" fmla="*/ 2666616 w 4114416"/>
              <a:gd name="connsiteY124" fmla="*/ 694267 h 2870200"/>
              <a:gd name="connsiteX125" fmla="*/ 2692016 w 4114416"/>
              <a:gd name="connsiteY125" fmla="*/ 558800 h 2870200"/>
              <a:gd name="connsiteX126" fmla="*/ 2717416 w 4114416"/>
              <a:gd name="connsiteY126" fmla="*/ 321734 h 2870200"/>
              <a:gd name="connsiteX127" fmla="*/ 2734349 w 4114416"/>
              <a:gd name="connsiteY127" fmla="*/ 1058334 h 2870200"/>
              <a:gd name="connsiteX128" fmla="*/ 2760746 w 4114416"/>
              <a:gd name="connsiteY128" fmla="*/ 1023969 h 2870200"/>
              <a:gd name="connsiteX129" fmla="*/ 2810549 w 4114416"/>
              <a:gd name="connsiteY129" fmla="*/ 905934 h 2870200"/>
              <a:gd name="connsiteX130" fmla="*/ 2844416 w 4114416"/>
              <a:gd name="connsiteY130" fmla="*/ 855134 h 2870200"/>
              <a:gd name="connsiteX131" fmla="*/ 2869816 w 4114416"/>
              <a:gd name="connsiteY131" fmla="*/ 1422400 h 2870200"/>
              <a:gd name="connsiteX132" fmla="*/ 2878282 w 4114416"/>
              <a:gd name="connsiteY132" fmla="*/ 1388534 h 2870200"/>
              <a:gd name="connsiteX133" fmla="*/ 2895216 w 4114416"/>
              <a:gd name="connsiteY133" fmla="*/ 1363134 h 2870200"/>
              <a:gd name="connsiteX134" fmla="*/ 2920616 w 4114416"/>
              <a:gd name="connsiteY134" fmla="*/ 1278467 h 2870200"/>
              <a:gd name="connsiteX135" fmla="*/ 2937549 w 4114416"/>
              <a:gd name="connsiteY135" fmla="*/ 1320800 h 2870200"/>
              <a:gd name="connsiteX136" fmla="*/ 2954482 w 4114416"/>
              <a:gd name="connsiteY136" fmla="*/ 1388534 h 2870200"/>
              <a:gd name="connsiteX137" fmla="*/ 2971416 w 4114416"/>
              <a:gd name="connsiteY137" fmla="*/ 1422400 h 2870200"/>
              <a:gd name="connsiteX138" fmla="*/ 3013749 w 4114416"/>
              <a:gd name="connsiteY138" fmla="*/ 1540934 h 2870200"/>
              <a:gd name="connsiteX139" fmla="*/ 3030682 w 4114416"/>
              <a:gd name="connsiteY139" fmla="*/ 1566334 h 2870200"/>
              <a:gd name="connsiteX140" fmla="*/ 3064549 w 4114416"/>
              <a:gd name="connsiteY140" fmla="*/ 1718734 h 2870200"/>
              <a:gd name="connsiteX141" fmla="*/ 3089949 w 4114416"/>
              <a:gd name="connsiteY141" fmla="*/ 1761067 h 2870200"/>
              <a:gd name="connsiteX142" fmla="*/ 3123816 w 4114416"/>
              <a:gd name="connsiteY142" fmla="*/ 1879600 h 2870200"/>
              <a:gd name="connsiteX143" fmla="*/ 3115349 w 4114416"/>
              <a:gd name="connsiteY143" fmla="*/ 1913467 h 2870200"/>
              <a:gd name="connsiteX144" fmla="*/ 3127799 w 4114416"/>
              <a:gd name="connsiteY144" fmla="*/ 1901016 h 2870200"/>
              <a:gd name="connsiteX145" fmla="*/ 3106882 w 4114416"/>
              <a:gd name="connsiteY145" fmla="*/ 1888067 h 2870200"/>
              <a:gd name="connsiteX146" fmla="*/ 3132282 w 4114416"/>
              <a:gd name="connsiteY146" fmla="*/ 1871134 h 2870200"/>
              <a:gd name="connsiteX147" fmla="*/ 3140749 w 4114416"/>
              <a:gd name="connsiteY147" fmla="*/ 1769534 h 2870200"/>
              <a:gd name="connsiteX148" fmla="*/ 3157682 w 4114416"/>
              <a:gd name="connsiteY148" fmla="*/ 1710267 h 2870200"/>
              <a:gd name="connsiteX149" fmla="*/ 3166149 w 4114416"/>
              <a:gd name="connsiteY149" fmla="*/ 1684867 h 2870200"/>
              <a:gd name="connsiteX150" fmla="*/ 3191549 w 4114416"/>
              <a:gd name="connsiteY150" fmla="*/ 1676400 h 2870200"/>
              <a:gd name="connsiteX151" fmla="*/ 3200016 w 4114416"/>
              <a:gd name="connsiteY151" fmla="*/ 2006600 h 2870200"/>
              <a:gd name="connsiteX152" fmla="*/ 3208482 w 4114416"/>
              <a:gd name="connsiteY152" fmla="*/ 2048934 h 2870200"/>
              <a:gd name="connsiteX153" fmla="*/ 3216949 w 4114416"/>
              <a:gd name="connsiteY153" fmla="*/ 2099734 h 2870200"/>
              <a:gd name="connsiteX154" fmla="*/ 3233882 w 4114416"/>
              <a:gd name="connsiteY154" fmla="*/ 2048934 h 2870200"/>
              <a:gd name="connsiteX155" fmla="*/ 3242349 w 4114416"/>
              <a:gd name="connsiteY155" fmla="*/ 1998134 h 2870200"/>
              <a:gd name="connsiteX156" fmla="*/ 3276216 w 4114416"/>
              <a:gd name="connsiteY156" fmla="*/ 2353734 h 2870200"/>
              <a:gd name="connsiteX157" fmla="*/ 3301616 w 4114416"/>
              <a:gd name="connsiteY157" fmla="*/ 2387600 h 2870200"/>
              <a:gd name="connsiteX158" fmla="*/ 3310082 w 4114416"/>
              <a:gd name="connsiteY158" fmla="*/ 2497667 h 2870200"/>
              <a:gd name="connsiteX159" fmla="*/ 3327016 w 4114416"/>
              <a:gd name="connsiteY159" fmla="*/ 2531534 h 2870200"/>
              <a:gd name="connsiteX160" fmla="*/ 3343949 w 4114416"/>
              <a:gd name="connsiteY160" fmla="*/ 2599267 h 2870200"/>
              <a:gd name="connsiteX161" fmla="*/ 3369349 w 4114416"/>
              <a:gd name="connsiteY161" fmla="*/ 2667000 h 2870200"/>
              <a:gd name="connsiteX162" fmla="*/ 3411682 w 4114416"/>
              <a:gd name="connsiteY162" fmla="*/ 2810934 h 2870200"/>
              <a:gd name="connsiteX163" fmla="*/ 3437082 w 4114416"/>
              <a:gd name="connsiteY163" fmla="*/ 2870200 h 2870200"/>
              <a:gd name="connsiteX164" fmla="*/ 3462482 w 4114416"/>
              <a:gd name="connsiteY164" fmla="*/ 1828800 h 2870200"/>
              <a:gd name="connsiteX165" fmla="*/ 3461984 w 4114416"/>
              <a:gd name="connsiteY165" fmla="*/ 2090271 h 2870200"/>
              <a:gd name="connsiteX166" fmla="*/ 3487882 w 4114416"/>
              <a:gd name="connsiteY166" fmla="*/ 1735667 h 2870200"/>
              <a:gd name="connsiteX167" fmla="*/ 3513282 w 4114416"/>
              <a:gd name="connsiteY167" fmla="*/ 1651000 h 2870200"/>
              <a:gd name="connsiteX168" fmla="*/ 3521749 w 4114416"/>
              <a:gd name="connsiteY168" fmla="*/ 1701800 h 2870200"/>
              <a:gd name="connsiteX169" fmla="*/ 3525733 w 4114416"/>
              <a:gd name="connsiteY169" fmla="*/ 1875118 h 2870200"/>
              <a:gd name="connsiteX170" fmla="*/ 3547149 w 4114416"/>
              <a:gd name="connsiteY170" fmla="*/ 1752600 h 2870200"/>
              <a:gd name="connsiteX171" fmla="*/ 3555616 w 4114416"/>
              <a:gd name="connsiteY171" fmla="*/ 1693334 h 2870200"/>
              <a:gd name="connsiteX172" fmla="*/ 3597949 w 4114416"/>
              <a:gd name="connsiteY172" fmla="*/ 1608667 h 2870200"/>
              <a:gd name="connsiteX173" fmla="*/ 3614882 w 4114416"/>
              <a:gd name="connsiteY173" fmla="*/ 1566334 h 2870200"/>
              <a:gd name="connsiteX174" fmla="*/ 3657216 w 4114416"/>
              <a:gd name="connsiteY174" fmla="*/ 1464734 h 2870200"/>
              <a:gd name="connsiteX175" fmla="*/ 3661200 w 4114416"/>
              <a:gd name="connsiteY175" fmla="*/ 1373094 h 2870200"/>
              <a:gd name="connsiteX176" fmla="*/ 3682616 w 4114416"/>
              <a:gd name="connsiteY176" fmla="*/ 1363134 h 2870200"/>
              <a:gd name="connsiteX177" fmla="*/ 3699549 w 4114416"/>
              <a:gd name="connsiteY177" fmla="*/ 1320800 h 2870200"/>
              <a:gd name="connsiteX178" fmla="*/ 3694569 w 4114416"/>
              <a:gd name="connsiteY178" fmla="*/ 1151964 h 2870200"/>
              <a:gd name="connsiteX179" fmla="*/ 3741882 w 4114416"/>
              <a:gd name="connsiteY179" fmla="*/ 1227667 h 2870200"/>
              <a:gd name="connsiteX180" fmla="*/ 3750349 w 4114416"/>
              <a:gd name="connsiteY180" fmla="*/ 1176867 h 2870200"/>
              <a:gd name="connsiteX181" fmla="*/ 3767282 w 4114416"/>
              <a:gd name="connsiteY181" fmla="*/ 1126067 h 2870200"/>
              <a:gd name="connsiteX182" fmla="*/ 3775749 w 4114416"/>
              <a:gd name="connsiteY182" fmla="*/ 1058334 h 2870200"/>
              <a:gd name="connsiteX183" fmla="*/ 3784216 w 4114416"/>
              <a:gd name="connsiteY183" fmla="*/ 1270000 h 2870200"/>
              <a:gd name="connsiteX184" fmla="*/ 3813064 w 4114416"/>
              <a:gd name="connsiteY184" fmla="*/ 678606 h 2870200"/>
              <a:gd name="connsiteX185" fmla="*/ 3818082 w 4114416"/>
              <a:gd name="connsiteY185" fmla="*/ 558800 h 2870200"/>
              <a:gd name="connsiteX186" fmla="*/ 3835016 w 4114416"/>
              <a:gd name="connsiteY186" fmla="*/ 482600 h 2870200"/>
              <a:gd name="connsiteX187" fmla="*/ 3843482 w 4114416"/>
              <a:gd name="connsiteY187" fmla="*/ 533400 h 2870200"/>
              <a:gd name="connsiteX188" fmla="*/ 3860416 w 4114416"/>
              <a:gd name="connsiteY188" fmla="*/ 660400 h 2870200"/>
              <a:gd name="connsiteX189" fmla="*/ 3868882 w 4114416"/>
              <a:gd name="connsiteY189" fmla="*/ 702734 h 2870200"/>
              <a:gd name="connsiteX190" fmla="*/ 3885816 w 4114416"/>
              <a:gd name="connsiteY190" fmla="*/ 736600 h 2870200"/>
              <a:gd name="connsiteX191" fmla="*/ 3902749 w 4114416"/>
              <a:gd name="connsiteY191" fmla="*/ 702734 h 2870200"/>
              <a:gd name="connsiteX192" fmla="*/ 3962016 w 4114416"/>
              <a:gd name="connsiteY192" fmla="*/ 482600 h 2870200"/>
              <a:gd name="connsiteX193" fmla="*/ 3978949 w 4114416"/>
              <a:gd name="connsiteY193" fmla="*/ 457200 h 2870200"/>
              <a:gd name="connsiteX194" fmla="*/ 4004349 w 4114416"/>
              <a:gd name="connsiteY194" fmla="*/ 177800 h 2870200"/>
              <a:gd name="connsiteX195" fmla="*/ 4029749 w 4114416"/>
              <a:gd name="connsiteY195" fmla="*/ 135467 h 2870200"/>
              <a:gd name="connsiteX196" fmla="*/ 4038216 w 4114416"/>
              <a:gd name="connsiteY196" fmla="*/ 101600 h 2870200"/>
              <a:gd name="connsiteX197" fmla="*/ 4046682 w 4114416"/>
              <a:gd name="connsiteY197" fmla="*/ 76200 h 2870200"/>
              <a:gd name="connsiteX198" fmla="*/ 4055149 w 4114416"/>
              <a:gd name="connsiteY198" fmla="*/ 110067 h 2870200"/>
              <a:gd name="connsiteX199" fmla="*/ 4072082 w 4114416"/>
              <a:gd name="connsiteY199" fmla="*/ 160867 h 2870200"/>
              <a:gd name="connsiteX200" fmla="*/ 4114416 w 4114416"/>
              <a:gd name="connsiteY200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1216 w 4114416"/>
              <a:gd name="connsiteY65" fmla="*/ 1718734 h 2870200"/>
              <a:gd name="connsiteX66" fmla="*/ 1379682 w 4114416"/>
              <a:gd name="connsiteY66" fmla="*/ 1744134 h 2870200"/>
              <a:gd name="connsiteX67" fmla="*/ 1405082 w 4114416"/>
              <a:gd name="connsiteY67" fmla="*/ 1828800 h 2870200"/>
              <a:gd name="connsiteX68" fmla="*/ 1422016 w 4114416"/>
              <a:gd name="connsiteY68" fmla="*/ 1879600 h 2870200"/>
              <a:gd name="connsiteX69" fmla="*/ 1455882 w 4114416"/>
              <a:gd name="connsiteY69" fmla="*/ 1947334 h 2870200"/>
              <a:gd name="connsiteX70" fmla="*/ 1472816 w 4114416"/>
              <a:gd name="connsiteY70" fmla="*/ 1938867 h 2870200"/>
              <a:gd name="connsiteX71" fmla="*/ 1515149 w 4114416"/>
              <a:gd name="connsiteY71" fmla="*/ 1803400 h 2870200"/>
              <a:gd name="connsiteX72" fmla="*/ 1574416 w 4114416"/>
              <a:gd name="connsiteY72" fmla="*/ 1651000 h 2870200"/>
              <a:gd name="connsiteX73" fmla="*/ 1582882 w 4114416"/>
              <a:gd name="connsiteY73" fmla="*/ 1591734 h 2870200"/>
              <a:gd name="connsiteX74" fmla="*/ 1599816 w 4114416"/>
              <a:gd name="connsiteY74" fmla="*/ 1566334 h 2870200"/>
              <a:gd name="connsiteX75" fmla="*/ 1608282 w 4114416"/>
              <a:gd name="connsiteY75" fmla="*/ 1524000 h 2870200"/>
              <a:gd name="connsiteX76" fmla="*/ 1616749 w 4114416"/>
              <a:gd name="connsiteY76" fmla="*/ 1498600 h 2870200"/>
              <a:gd name="connsiteX77" fmla="*/ 1633682 w 4114416"/>
              <a:gd name="connsiteY77" fmla="*/ 1524000 h 2870200"/>
              <a:gd name="connsiteX78" fmla="*/ 1659082 w 4114416"/>
              <a:gd name="connsiteY78" fmla="*/ 1490134 h 2870200"/>
              <a:gd name="connsiteX79" fmla="*/ 1684482 w 4114416"/>
              <a:gd name="connsiteY79" fmla="*/ 1388534 h 2870200"/>
              <a:gd name="connsiteX80" fmla="*/ 1743749 w 4114416"/>
              <a:gd name="connsiteY80" fmla="*/ 1286934 h 2870200"/>
              <a:gd name="connsiteX81" fmla="*/ 1794549 w 4114416"/>
              <a:gd name="connsiteY81" fmla="*/ 1176867 h 2870200"/>
              <a:gd name="connsiteX82" fmla="*/ 1819949 w 4114416"/>
              <a:gd name="connsiteY82" fmla="*/ 1202267 h 2870200"/>
              <a:gd name="connsiteX83" fmla="*/ 1828416 w 4114416"/>
              <a:gd name="connsiteY83" fmla="*/ 1227667 h 2870200"/>
              <a:gd name="connsiteX84" fmla="*/ 1845349 w 4114416"/>
              <a:gd name="connsiteY84" fmla="*/ 1261534 h 2870200"/>
              <a:gd name="connsiteX85" fmla="*/ 1887682 w 4114416"/>
              <a:gd name="connsiteY85" fmla="*/ 1422400 h 2870200"/>
              <a:gd name="connsiteX86" fmla="*/ 1938482 w 4114416"/>
              <a:gd name="connsiteY86" fmla="*/ 1600200 h 2870200"/>
              <a:gd name="connsiteX87" fmla="*/ 1989282 w 4114416"/>
              <a:gd name="connsiteY87" fmla="*/ 1744134 h 2870200"/>
              <a:gd name="connsiteX88" fmla="*/ 2006216 w 4114416"/>
              <a:gd name="connsiteY88" fmla="*/ 1498600 h 2870200"/>
              <a:gd name="connsiteX89" fmla="*/ 2023149 w 4114416"/>
              <a:gd name="connsiteY89" fmla="*/ 1464734 h 2870200"/>
              <a:gd name="connsiteX90" fmla="*/ 2031616 w 4114416"/>
              <a:gd name="connsiteY90" fmla="*/ 1439334 h 2870200"/>
              <a:gd name="connsiteX91" fmla="*/ 2082416 w 4114416"/>
              <a:gd name="connsiteY91" fmla="*/ 2032000 h 2870200"/>
              <a:gd name="connsiteX92" fmla="*/ 2090882 w 4114416"/>
              <a:gd name="connsiteY92" fmla="*/ 2150534 h 2870200"/>
              <a:gd name="connsiteX93" fmla="*/ 2099349 w 4114416"/>
              <a:gd name="connsiteY93" fmla="*/ 2489200 h 2870200"/>
              <a:gd name="connsiteX94" fmla="*/ 2133216 w 4114416"/>
              <a:gd name="connsiteY94" fmla="*/ 2421467 h 2870200"/>
              <a:gd name="connsiteX95" fmla="*/ 2175549 w 4114416"/>
              <a:gd name="connsiteY95" fmla="*/ 2319867 h 2870200"/>
              <a:gd name="connsiteX96" fmla="*/ 2200949 w 4114416"/>
              <a:gd name="connsiteY96" fmla="*/ 2286000 h 2870200"/>
              <a:gd name="connsiteX97" fmla="*/ 2234816 w 4114416"/>
              <a:gd name="connsiteY97" fmla="*/ 2235200 h 2870200"/>
              <a:gd name="connsiteX98" fmla="*/ 2251749 w 4114416"/>
              <a:gd name="connsiteY98" fmla="*/ 2514600 h 2870200"/>
              <a:gd name="connsiteX99" fmla="*/ 2277149 w 4114416"/>
              <a:gd name="connsiteY99" fmla="*/ 2565400 h 2870200"/>
              <a:gd name="connsiteX100" fmla="*/ 2285616 w 4114416"/>
              <a:gd name="connsiteY100" fmla="*/ 2489200 h 2870200"/>
              <a:gd name="connsiteX101" fmla="*/ 2302549 w 4114416"/>
              <a:gd name="connsiteY101" fmla="*/ 2421467 h 2870200"/>
              <a:gd name="connsiteX102" fmla="*/ 2311016 w 4114416"/>
              <a:gd name="connsiteY102" fmla="*/ 1718734 h 2870200"/>
              <a:gd name="connsiteX103" fmla="*/ 2336416 w 4114416"/>
              <a:gd name="connsiteY103" fmla="*/ 1811867 h 2870200"/>
              <a:gd name="connsiteX104" fmla="*/ 2361816 w 4114416"/>
              <a:gd name="connsiteY104" fmla="*/ 1871134 h 2870200"/>
              <a:gd name="connsiteX105" fmla="*/ 2387216 w 4114416"/>
              <a:gd name="connsiteY105" fmla="*/ 1938867 h 2870200"/>
              <a:gd name="connsiteX106" fmla="*/ 2395682 w 4114416"/>
              <a:gd name="connsiteY106" fmla="*/ 1972734 h 2870200"/>
              <a:gd name="connsiteX107" fmla="*/ 2404149 w 4114416"/>
              <a:gd name="connsiteY107" fmla="*/ 1574800 h 2870200"/>
              <a:gd name="connsiteX108" fmla="*/ 2429549 w 4114416"/>
              <a:gd name="connsiteY108" fmla="*/ 1236134 h 2870200"/>
              <a:gd name="connsiteX109" fmla="*/ 2446482 w 4114416"/>
              <a:gd name="connsiteY109" fmla="*/ 1092200 h 2870200"/>
              <a:gd name="connsiteX110" fmla="*/ 2454949 w 4114416"/>
              <a:gd name="connsiteY110" fmla="*/ 1066800 h 2870200"/>
              <a:gd name="connsiteX111" fmla="*/ 2463416 w 4114416"/>
              <a:gd name="connsiteY111" fmla="*/ 1092200 h 2870200"/>
              <a:gd name="connsiteX112" fmla="*/ 2480349 w 4114416"/>
              <a:gd name="connsiteY112" fmla="*/ 1117600 h 2870200"/>
              <a:gd name="connsiteX113" fmla="*/ 2488816 w 4114416"/>
              <a:gd name="connsiteY113" fmla="*/ 1227667 h 2870200"/>
              <a:gd name="connsiteX114" fmla="*/ 2514216 w 4114416"/>
              <a:gd name="connsiteY114" fmla="*/ 753534 h 2870200"/>
              <a:gd name="connsiteX115" fmla="*/ 2531149 w 4114416"/>
              <a:gd name="connsiteY115" fmla="*/ 685800 h 2870200"/>
              <a:gd name="connsiteX116" fmla="*/ 2539616 w 4114416"/>
              <a:gd name="connsiteY116" fmla="*/ 609600 h 2870200"/>
              <a:gd name="connsiteX117" fmla="*/ 2548082 w 4114416"/>
              <a:gd name="connsiteY117" fmla="*/ 558800 h 2870200"/>
              <a:gd name="connsiteX118" fmla="*/ 2565016 w 4114416"/>
              <a:gd name="connsiteY118" fmla="*/ 584200 h 2870200"/>
              <a:gd name="connsiteX119" fmla="*/ 2573482 w 4114416"/>
              <a:gd name="connsiteY119" fmla="*/ 778934 h 2870200"/>
              <a:gd name="connsiteX120" fmla="*/ 2615816 w 4114416"/>
              <a:gd name="connsiteY120" fmla="*/ 914400 h 2870200"/>
              <a:gd name="connsiteX121" fmla="*/ 2632749 w 4114416"/>
              <a:gd name="connsiteY121" fmla="*/ 973667 h 2870200"/>
              <a:gd name="connsiteX122" fmla="*/ 2649682 w 4114416"/>
              <a:gd name="connsiteY122" fmla="*/ 812800 h 2870200"/>
              <a:gd name="connsiteX123" fmla="*/ 2666616 w 4114416"/>
              <a:gd name="connsiteY123" fmla="*/ 694267 h 2870200"/>
              <a:gd name="connsiteX124" fmla="*/ 2692016 w 4114416"/>
              <a:gd name="connsiteY124" fmla="*/ 558800 h 2870200"/>
              <a:gd name="connsiteX125" fmla="*/ 2717416 w 4114416"/>
              <a:gd name="connsiteY125" fmla="*/ 321734 h 2870200"/>
              <a:gd name="connsiteX126" fmla="*/ 2734349 w 4114416"/>
              <a:gd name="connsiteY126" fmla="*/ 1058334 h 2870200"/>
              <a:gd name="connsiteX127" fmla="*/ 2760746 w 4114416"/>
              <a:gd name="connsiteY127" fmla="*/ 1023969 h 2870200"/>
              <a:gd name="connsiteX128" fmla="*/ 2810549 w 4114416"/>
              <a:gd name="connsiteY128" fmla="*/ 905934 h 2870200"/>
              <a:gd name="connsiteX129" fmla="*/ 2844416 w 4114416"/>
              <a:gd name="connsiteY129" fmla="*/ 855134 h 2870200"/>
              <a:gd name="connsiteX130" fmla="*/ 2869816 w 4114416"/>
              <a:gd name="connsiteY130" fmla="*/ 1422400 h 2870200"/>
              <a:gd name="connsiteX131" fmla="*/ 2878282 w 4114416"/>
              <a:gd name="connsiteY131" fmla="*/ 1388534 h 2870200"/>
              <a:gd name="connsiteX132" fmla="*/ 2895216 w 4114416"/>
              <a:gd name="connsiteY132" fmla="*/ 1363134 h 2870200"/>
              <a:gd name="connsiteX133" fmla="*/ 2920616 w 4114416"/>
              <a:gd name="connsiteY133" fmla="*/ 1278467 h 2870200"/>
              <a:gd name="connsiteX134" fmla="*/ 2937549 w 4114416"/>
              <a:gd name="connsiteY134" fmla="*/ 1320800 h 2870200"/>
              <a:gd name="connsiteX135" fmla="*/ 2954482 w 4114416"/>
              <a:gd name="connsiteY135" fmla="*/ 1388534 h 2870200"/>
              <a:gd name="connsiteX136" fmla="*/ 2971416 w 4114416"/>
              <a:gd name="connsiteY136" fmla="*/ 1422400 h 2870200"/>
              <a:gd name="connsiteX137" fmla="*/ 3013749 w 4114416"/>
              <a:gd name="connsiteY137" fmla="*/ 1540934 h 2870200"/>
              <a:gd name="connsiteX138" fmla="*/ 3030682 w 4114416"/>
              <a:gd name="connsiteY138" fmla="*/ 1566334 h 2870200"/>
              <a:gd name="connsiteX139" fmla="*/ 3064549 w 4114416"/>
              <a:gd name="connsiteY139" fmla="*/ 1718734 h 2870200"/>
              <a:gd name="connsiteX140" fmla="*/ 3089949 w 4114416"/>
              <a:gd name="connsiteY140" fmla="*/ 1761067 h 2870200"/>
              <a:gd name="connsiteX141" fmla="*/ 3123816 w 4114416"/>
              <a:gd name="connsiteY141" fmla="*/ 1879600 h 2870200"/>
              <a:gd name="connsiteX142" fmla="*/ 3115349 w 4114416"/>
              <a:gd name="connsiteY142" fmla="*/ 1913467 h 2870200"/>
              <a:gd name="connsiteX143" fmla="*/ 3127799 w 4114416"/>
              <a:gd name="connsiteY143" fmla="*/ 1901016 h 2870200"/>
              <a:gd name="connsiteX144" fmla="*/ 3106882 w 4114416"/>
              <a:gd name="connsiteY144" fmla="*/ 1888067 h 2870200"/>
              <a:gd name="connsiteX145" fmla="*/ 3132282 w 4114416"/>
              <a:gd name="connsiteY145" fmla="*/ 1871134 h 2870200"/>
              <a:gd name="connsiteX146" fmla="*/ 3140749 w 4114416"/>
              <a:gd name="connsiteY146" fmla="*/ 1769534 h 2870200"/>
              <a:gd name="connsiteX147" fmla="*/ 3157682 w 4114416"/>
              <a:gd name="connsiteY147" fmla="*/ 1710267 h 2870200"/>
              <a:gd name="connsiteX148" fmla="*/ 3166149 w 4114416"/>
              <a:gd name="connsiteY148" fmla="*/ 1684867 h 2870200"/>
              <a:gd name="connsiteX149" fmla="*/ 3191549 w 4114416"/>
              <a:gd name="connsiteY149" fmla="*/ 1676400 h 2870200"/>
              <a:gd name="connsiteX150" fmla="*/ 3200016 w 4114416"/>
              <a:gd name="connsiteY150" fmla="*/ 2006600 h 2870200"/>
              <a:gd name="connsiteX151" fmla="*/ 3208482 w 4114416"/>
              <a:gd name="connsiteY151" fmla="*/ 2048934 h 2870200"/>
              <a:gd name="connsiteX152" fmla="*/ 3216949 w 4114416"/>
              <a:gd name="connsiteY152" fmla="*/ 2099734 h 2870200"/>
              <a:gd name="connsiteX153" fmla="*/ 3233882 w 4114416"/>
              <a:gd name="connsiteY153" fmla="*/ 2048934 h 2870200"/>
              <a:gd name="connsiteX154" fmla="*/ 3242349 w 4114416"/>
              <a:gd name="connsiteY154" fmla="*/ 1998134 h 2870200"/>
              <a:gd name="connsiteX155" fmla="*/ 3276216 w 4114416"/>
              <a:gd name="connsiteY155" fmla="*/ 2353734 h 2870200"/>
              <a:gd name="connsiteX156" fmla="*/ 3301616 w 4114416"/>
              <a:gd name="connsiteY156" fmla="*/ 2387600 h 2870200"/>
              <a:gd name="connsiteX157" fmla="*/ 3310082 w 4114416"/>
              <a:gd name="connsiteY157" fmla="*/ 2497667 h 2870200"/>
              <a:gd name="connsiteX158" fmla="*/ 3327016 w 4114416"/>
              <a:gd name="connsiteY158" fmla="*/ 2531534 h 2870200"/>
              <a:gd name="connsiteX159" fmla="*/ 3343949 w 4114416"/>
              <a:gd name="connsiteY159" fmla="*/ 2599267 h 2870200"/>
              <a:gd name="connsiteX160" fmla="*/ 3369349 w 4114416"/>
              <a:gd name="connsiteY160" fmla="*/ 2667000 h 2870200"/>
              <a:gd name="connsiteX161" fmla="*/ 3411682 w 4114416"/>
              <a:gd name="connsiteY161" fmla="*/ 2810934 h 2870200"/>
              <a:gd name="connsiteX162" fmla="*/ 3437082 w 4114416"/>
              <a:gd name="connsiteY162" fmla="*/ 2870200 h 2870200"/>
              <a:gd name="connsiteX163" fmla="*/ 3462482 w 4114416"/>
              <a:gd name="connsiteY163" fmla="*/ 1828800 h 2870200"/>
              <a:gd name="connsiteX164" fmla="*/ 3461984 w 4114416"/>
              <a:gd name="connsiteY164" fmla="*/ 2090271 h 2870200"/>
              <a:gd name="connsiteX165" fmla="*/ 3487882 w 4114416"/>
              <a:gd name="connsiteY165" fmla="*/ 1735667 h 2870200"/>
              <a:gd name="connsiteX166" fmla="*/ 3513282 w 4114416"/>
              <a:gd name="connsiteY166" fmla="*/ 1651000 h 2870200"/>
              <a:gd name="connsiteX167" fmla="*/ 3521749 w 4114416"/>
              <a:gd name="connsiteY167" fmla="*/ 1701800 h 2870200"/>
              <a:gd name="connsiteX168" fmla="*/ 3525733 w 4114416"/>
              <a:gd name="connsiteY168" fmla="*/ 1875118 h 2870200"/>
              <a:gd name="connsiteX169" fmla="*/ 3547149 w 4114416"/>
              <a:gd name="connsiteY169" fmla="*/ 1752600 h 2870200"/>
              <a:gd name="connsiteX170" fmla="*/ 3555616 w 4114416"/>
              <a:gd name="connsiteY170" fmla="*/ 1693334 h 2870200"/>
              <a:gd name="connsiteX171" fmla="*/ 3597949 w 4114416"/>
              <a:gd name="connsiteY171" fmla="*/ 1608667 h 2870200"/>
              <a:gd name="connsiteX172" fmla="*/ 3614882 w 4114416"/>
              <a:gd name="connsiteY172" fmla="*/ 1566334 h 2870200"/>
              <a:gd name="connsiteX173" fmla="*/ 3657216 w 4114416"/>
              <a:gd name="connsiteY173" fmla="*/ 1464734 h 2870200"/>
              <a:gd name="connsiteX174" fmla="*/ 3661200 w 4114416"/>
              <a:gd name="connsiteY174" fmla="*/ 1373094 h 2870200"/>
              <a:gd name="connsiteX175" fmla="*/ 3682616 w 4114416"/>
              <a:gd name="connsiteY175" fmla="*/ 1363134 h 2870200"/>
              <a:gd name="connsiteX176" fmla="*/ 3699549 w 4114416"/>
              <a:gd name="connsiteY176" fmla="*/ 1320800 h 2870200"/>
              <a:gd name="connsiteX177" fmla="*/ 3694569 w 4114416"/>
              <a:gd name="connsiteY177" fmla="*/ 1151964 h 2870200"/>
              <a:gd name="connsiteX178" fmla="*/ 3741882 w 4114416"/>
              <a:gd name="connsiteY178" fmla="*/ 1227667 h 2870200"/>
              <a:gd name="connsiteX179" fmla="*/ 3750349 w 4114416"/>
              <a:gd name="connsiteY179" fmla="*/ 1176867 h 2870200"/>
              <a:gd name="connsiteX180" fmla="*/ 3767282 w 4114416"/>
              <a:gd name="connsiteY180" fmla="*/ 1126067 h 2870200"/>
              <a:gd name="connsiteX181" fmla="*/ 3775749 w 4114416"/>
              <a:gd name="connsiteY181" fmla="*/ 1058334 h 2870200"/>
              <a:gd name="connsiteX182" fmla="*/ 3784216 w 4114416"/>
              <a:gd name="connsiteY182" fmla="*/ 1270000 h 2870200"/>
              <a:gd name="connsiteX183" fmla="*/ 3813064 w 4114416"/>
              <a:gd name="connsiteY183" fmla="*/ 678606 h 2870200"/>
              <a:gd name="connsiteX184" fmla="*/ 3818082 w 4114416"/>
              <a:gd name="connsiteY184" fmla="*/ 558800 h 2870200"/>
              <a:gd name="connsiteX185" fmla="*/ 3835016 w 4114416"/>
              <a:gd name="connsiteY185" fmla="*/ 482600 h 2870200"/>
              <a:gd name="connsiteX186" fmla="*/ 3843482 w 4114416"/>
              <a:gd name="connsiteY186" fmla="*/ 533400 h 2870200"/>
              <a:gd name="connsiteX187" fmla="*/ 3860416 w 4114416"/>
              <a:gd name="connsiteY187" fmla="*/ 660400 h 2870200"/>
              <a:gd name="connsiteX188" fmla="*/ 3868882 w 4114416"/>
              <a:gd name="connsiteY188" fmla="*/ 702734 h 2870200"/>
              <a:gd name="connsiteX189" fmla="*/ 3885816 w 4114416"/>
              <a:gd name="connsiteY189" fmla="*/ 736600 h 2870200"/>
              <a:gd name="connsiteX190" fmla="*/ 3902749 w 4114416"/>
              <a:gd name="connsiteY190" fmla="*/ 702734 h 2870200"/>
              <a:gd name="connsiteX191" fmla="*/ 3962016 w 4114416"/>
              <a:gd name="connsiteY191" fmla="*/ 482600 h 2870200"/>
              <a:gd name="connsiteX192" fmla="*/ 3978949 w 4114416"/>
              <a:gd name="connsiteY192" fmla="*/ 457200 h 2870200"/>
              <a:gd name="connsiteX193" fmla="*/ 4004349 w 4114416"/>
              <a:gd name="connsiteY193" fmla="*/ 177800 h 2870200"/>
              <a:gd name="connsiteX194" fmla="*/ 4029749 w 4114416"/>
              <a:gd name="connsiteY194" fmla="*/ 135467 h 2870200"/>
              <a:gd name="connsiteX195" fmla="*/ 4038216 w 4114416"/>
              <a:gd name="connsiteY195" fmla="*/ 101600 h 2870200"/>
              <a:gd name="connsiteX196" fmla="*/ 4046682 w 4114416"/>
              <a:gd name="connsiteY196" fmla="*/ 76200 h 2870200"/>
              <a:gd name="connsiteX197" fmla="*/ 4055149 w 4114416"/>
              <a:gd name="connsiteY197" fmla="*/ 110067 h 2870200"/>
              <a:gd name="connsiteX198" fmla="*/ 4072082 w 4114416"/>
              <a:gd name="connsiteY198" fmla="*/ 160867 h 2870200"/>
              <a:gd name="connsiteX199" fmla="*/ 4114416 w 4114416"/>
              <a:gd name="connsiteY199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1216 w 4114416"/>
              <a:gd name="connsiteY65" fmla="*/ 1718734 h 2870200"/>
              <a:gd name="connsiteX66" fmla="*/ 1379682 w 4114416"/>
              <a:gd name="connsiteY66" fmla="*/ 1744134 h 2870200"/>
              <a:gd name="connsiteX67" fmla="*/ 1422016 w 4114416"/>
              <a:gd name="connsiteY67" fmla="*/ 1879600 h 2870200"/>
              <a:gd name="connsiteX68" fmla="*/ 1455882 w 4114416"/>
              <a:gd name="connsiteY68" fmla="*/ 1947334 h 2870200"/>
              <a:gd name="connsiteX69" fmla="*/ 1472816 w 4114416"/>
              <a:gd name="connsiteY69" fmla="*/ 1938867 h 2870200"/>
              <a:gd name="connsiteX70" fmla="*/ 1515149 w 4114416"/>
              <a:gd name="connsiteY70" fmla="*/ 1803400 h 2870200"/>
              <a:gd name="connsiteX71" fmla="*/ 1574416 w 4114416"/>
              <a:gd name="connsiteY71" fmla="*/ 1651000 h 2870200"/>
              <a:gd name="connsiteX72" fmla="*/ 1582882 w 4114416"/>
              <a:gd name="connsiteY72" fmla="*/ 1591734 h 2870200"/>
              <a:gd name="connsiteX73" fmla="*/ 1599816 w 4114416"/>
              <a:gd name="connsiteY73" fmla="*/ 1566334 h 2870200"/>
              <a:gd name="connsiteX74" fmla="*/ 1608282 w 4114416"/>
              <a:gd name="connsiteY74" fmla="*/ 1524000 h 2870200"/>
              <a:gd name="connsiteX75" fmla="*/ 1616749 w 4114416"/>
              <a:gd name="connsiteY75" fmla="*/ 1498600 h 2870200"/>
              <a:gd name="connsiteX76" fmla="*/ 1633682 w 4114416"/>
              <a:gd name="connsiteY76" fmla="*/ 1524000 h 2870200"/>
              <a:gd name="connsiteX77" fmla="*/ 1659082 w 4114416"/>
              <a:gd name="connsiteY77" fmla="*/ 1490134 h 2870200"/>
              <a:gd name="connsiteX78" fmla="*/ 1684482 w 4114416"/>
              <a:gd name="connsiteY78" fmla="*/ 1388534 h 2870200"/>
              <a:gd name="connsiteX79" fmla="*/ 1743749 w 4114416"/>
              <a:gd name="connsiteY79" fmla="*/ 1286934 h 2870200"/>
              <a:gd name="connsiteX80" fmla="*/ 1794549 w 4114416"/>
              <a:gd name="connsiteY80" fmla="*/ 1176867 h 2870200"/>
              <a:gd name="connsiteX81" fmla="*/ 1819949 w 4114416"/>
              <a:gd name="connsiteY81" fmla="*/ 1202267 h 2870200"/>
              <a:gd name="connsiteX82" fmla="*/ 1828416 w 4114416"/>
              <a:gd name="connsiteY82" fmla="*/ 1227667 h 2870200"/>
              <a:gd name="connsiteX83" fmla="*/ 1845349 w 4114416"/>
              <a:gd name="connsiteY83" fmla="*/ 1261534 h 2870200"/>
              <a:gd name="connsiteX84" fmla="*/ 1887682 w 4114416"/>
              <a:gd name="connsiteY84" fmla="*/ 1422400 h 2870200"/>
              <a:gd name="connsiteX85" fmla="*/ 1938482 w 4114416"/>
              <a:gd name="connsiteY85" fmla="*/ 1600200 h 2870200"/>
              <a:gd name="connsiteX86" fmla="*/ 1989282 w 4114416"/>
              <a:gd name="connsiteY86" fmla="*/ 1744134 h 2870200"/>
              <a:gd name="connsiteX87" fmla="*/ 2006216 w 4114416"/>
              <a:gd name="connsiteY87" fmla="*/ 1498600 h 2870200"/>
              <a:gd name="connsiteX88" fmla="*/ 2023149 w 4114416"/>
              <a:gd name="connsiteY88" fmla="*/ 1464734 h 2870200"/>
              <a:gd name="connsiteX89" fmla="*/ 2031616 w 4114416"/>
              <a:gd name="connsiteY89" fmla="*/ 1439334 h 2870200"/>
              <a:gd name="connsiteX90" fmla="*/ 2082416 w 4114416"/>
              <a:gd name="connsiteY90" fmla="*/ 2032000 h 2870200"/>
              <a:gd name="connsiteX91" fmla="*/ 2090882 w 4114416"/>
              <a:gd name="connsiteY91" fmla="*/ 2150534 h 2870200"/>
              <a:gd name="connsiteX92" fmla="*/ 2099349 w 4114416"/>
              <a:gd name="connsiteY92" fmla="*/ 2489200 h 2870200"/>
              <a:gd name="connsiteX93" fmla="*/ 2133216 w 4114416"/>
              <a:gd name="connsiteY93" fmla="*/ 2421467 h 2870200"/>
              <a:gd name="connsiteX94" fmla="*/ 2175549 w 4114416"/>
              <a:gd name="connsiteY94" fmla="*/ 2319867 h 2870200"/>
              <a:gd name="connsiteX95" fmla="*/ 2200949 w 4114416"/>
              <a:gd name="connsiteY95" fmla="*/ 2286000 h 2870200"/>
              <a:gd name="connsiteX96" fmla="*/ 2234816 w 4114416"/>
              <a:gd name="connsiteY96" fmla="*/ 2235200 h 2870200"/>
              <a:gd name="connsiteX97" fmla="*/ 2251749 w 4114416"/>
              <a:gd name="connsiteY97" fmla="*/ 2514600 h 2870200"/>
              <a:gd name="connsiteX98" fmla="*/ 2277149 w 4114416"/>
              <a:gd name="connsiteY98" fmla="*/ 2565400 h 2870200"/>
              <a:gd name="connsiteX99" fmla="*/ 2285616 w 4114416"/>
              <a:gd name="connsiteY99" fmla="*/ 2489200 h 2870200"/>
              <a:gd name="connsiteX100" fmla="*/ 2302549 w 4114416"/>
              <a:gd name="connsiteY100" fmla="*/ 2421467 h 2870200"/>
              <a:gd name="connsiteX101" fmla="*/ 2311016 w 4114416"/>
              <a:gd name="connsiteY101" fmla="*/ 1718734 h 2870200"/>
              <a:gd name="connsiteX102" fmla="*/ 2336416 w 4114416"/>
              <a:gd name="connsiteY102" fmla="*/ 1811867 h 2870200"/>
              <a:gd name="connsiteX103" fmla="*/ 2361816 w 4114416"/>
              <a:gd name="connsiteY103" fmla="*/ 1871134 h 2870200"/>
              <a:gd name="connsiteX104" fmla="*/ 2387216 w 4114416"/>
              <a:gd name="connsiteY104" fmla="*/ 1938867 h 2870200"/>
              <a:gd name="connsiteX105" fmla="*/ 2395682 w 4114416"/>
              <a:gd name="connsiteY105" fmla="*/ 1972734 h 2870200"/>
              <a:gd name="connsiteX106" fmla="*/ 2404149 w 4114416"/>
              <a:gd name="connsiteY106" fmla="*/ 1574800 h 2870200"/>
              <a:gd name="connsiteX107" fmla="*/ 2429549 w 4114416"/>
              <a:gd name="connsiteY107" fmla="*/ 1236134 h 2870200"/>
              <a:gd name="connsiteX108" fmla="*/ 2446482 w 4114416"/>
              <a:gd name="connsiteY108" fmla="*/ 1092200 h 2870200"/>
              <a:gd name="connsiteX109" fmla="*/ 2454949 w 4114416"/>
              <a:gd name="connsiteY109" fmla="*/ 1066800 h 2870200"/>
              <a:gd name="connsiteX110" fmla="*/ 2463416 w 4114416"/>
              <a:gd name="connsiteY110" fmla="*/ 1092200 h 2870200"/>
              <a:gd name="connsiteX111" fmla="*/ 2480349 w 4114416"/>
              <a:gd name="connsiteY111" fmla="*/ 1117600 h 2870200"/>
              <a:gd name="connsiteX112" fmla="*/ 2488816 w 4114416"/>
              <a:gd name="connsiteY112" fmla="*/ 1227667 h 2870200"/>
              <a:gd name="connsiteX113" fmla="*/ 2514216 w 4114416"/>
              <a:gd name="connsiteY113" fmla="*/ 753534 h 2870200"/>
              <a:gd name="connsiteX114" fmla="*/ 2531149 w 4114416"/>
              <a:gd name="connsiteY114" fmla="*/ 685800 h 2870200"/>
              <a:gd name="connsiteX115" fmla="*/ 2539616 w 4114416"/>
              <a:gd name="connsiteY115" fmla="*/ 609600 h 2870200"/>
              <a:gd name="connsiteX116" fmla="*/ 2548082 w 4114416"/>
              <a:gd name="connsiteY116" fmla="*/ 558800 h 2870200"/>
              <a:gd name="connsiteX117" fmla="*/ 2565016 w 4114416"/>
              <a:gd name="connsiteY117" fmla="*/ 584200 h 2870200"/>
              <a:gd name="connsiteX118" fmla="*/ 2573482 w 4114416"/>
              <a:gd name="connsiteY118" fmla="*/ 778934 h 2870200"/>
              <a:gd name="connsiteX119" fmla="*/ 2615816 w 4114416"/>
              <a:gd name="connsiteY119" fmla="*/ 914400 h 2870200"/>
              <a:gd name="connsiteX120" fmla="*/ 2632749 w 4114416"/>
              <a:gd name="connsiteY120" fmla="*/ 973667 h 2870200"/>
              <a:gd name="connsiteX121" fmla="*/ 2649682 w 4114416"/>
              <a:gd name="connsiteY121" fmla="*/ 812800 h 2870200"/>
              <a:gd name="connsiteX122" fmla="*/ 2666616 w 4114416"/>
              <a:gd name="connsiteY122" fmla="*/ 694267 h 2870200"/>
              <a:gd name="connsiteX123" fmla="*/ 2692016 w 4114416"/>
              <a:gd name="connsiteY123" fmla="*/ 558800 h 2870200"/>
              <a:gd name="connsiteX124" fmla="*/ 2717416 w 4114416"/>
              <a:gd name="connsiteY124" fmla="*/ 321734 h 2870200"/>
              <a:gd name="connsiteX125" fmla="*/ 2734349 w 4114416"/>
              <a:gd name="connsiteY125" fmla="*/ 1058334 h 2870200"/>
              <a:gd name="connsiteX126" fmla="*/ 2760746 w 4114416"/>
              <a:gd name="connsiteY126" fmla="*/ 1023969 h 2870200"/>
              <a:gd name="connsiteX127" fmla="*/ 2810549 w 4114416"/>
              <a:gd name="connsiteY127" fmla="*/ 905934 h 2870200"/>
              <a:gd name="connsiteX128" fmla="*/ 2844416 w 4114416"/>
              <a:gd name="connsiteY128" fmla="*/ 855134 h 2870200"/>
              <a:gd name="connsiteX129" fmla="*/ 2869816 w 4114416"/>
              <a:gd name="connsiteY129" fmla="*/ 1422400 h 2870200"/>
              <a:gd name="connsiteX130" fmla="*/ 2878282 w 4114416"/>
              <a:gd name="connsiteY130" fmla="*/ 1388534 h 2870200"/>
              <a:gd name="connsiteX131" fmla="*/ 2895216 w 4114416"/>
              <a:gd name="connsiteY131" fmla="*/ 1363134 h 2870200"/>
              <a:gd name="connsiteX132" fmla="*/ 2920616 w 4114416"/>
              <a:gd name="connsiteY132" fmla="*/ 1278467 h 2870200"/>
              <a:gd name="connsiteX133" fmla="*/ 2937549 w 4114416"/>
              <a:gd name="connsiteY133" fmla="*/ 1320800 h 2870200"/>
              <a:gd name="connsiteX134" fmla="*/ 2954482 w 4114416"/>
              <a:gd name="connsiteY134" fmla="*/ 1388534 h 2870200"/>
              <a:gd name="connsiteX135" fmla="*/ 2971416 w 4114416"/>
              <a:gd name="connsiteY135" fmla="*/ 1422400 h 2870200"/>
              <a:gd name="connsiteX136" fmla="*/ 3013749 w 4114416"/>
              <a:gd name="connsiteY136" fmla="*/ 1540934 h 2870200"/>
              <a:gd name="connsiteX137" fmla="*/ 3030682 w 4114416"/>
              <a:gd name="connsiteY137" fmla="*/ 1566334 h 2870200"/>
              <a:gd name="connsiteX138" fmla="*/ 3064549 w 4114416"/>
              <a:gd name="connsiteY138" fmla="*/ 1718734 h 2870200"/>
              <a:gd name="connsiteX139" fmla="*/ 3089949 w 4114416"/>
              <a:gd name="connsiteY139" fmla="*/ 1761067 h 2870200"/>
              <a:gd name="connsiteX140" fmla="*/ 3123816 w 4114416"/>
              <a:gd name="connsiteY140" fmla="*/ 1879600 h 2870200"/>
              <a:gd name="connsiteX141" fmla="*/ 3115349 w 4114416"/>
              <a:gd name="connsiteY141" fmla="*/ 1913467 h 2870200"/>
              <a:gd name="connsiteX142" fmla="*/ 3127799 w 4114416"/>
              <a:gd name="connsiteY142" fmla="*/ 1901016 h 2870200"/>
              <a:gd name="connsiteX143" fmla="*/ 3106882 w 4114416"/>
              <a:gd name="connsiteY143" fmla="*/ 1888067 h 2870200"/>
              <a:gd name="connsiteX144" fmla="*/ 3132282 w 4114416"/>
              <a:gd name="connsiteY144" fmla="*/ 1871134 h 2870200"/>
              <a:gd name="connsiteX145" fmla="*/ 3140749 w 4114416"/>
              <a:gd name="connsiteY145" fmla="*/ 1769534 h 2870200"/>
              <a:gd name="connsiteX146" fmla="*/ 3157682 w 4114416"/>
              <a:gd name="connsiteY146" fmla="*/ 1710267 h 2870200"/>
              <a:gd name="connsiteX147" fmla="*/ 3166149 w 4114416"/>
              <a:gd name="connsiteY147" fmla="*/ 1684867 h 2870200"/>
              <a:gd name="connsiteX148" fmla="*/ 3191549 w 4114416"/>
              <a:gd name="connsiteY148" fmla="*/ 1676400 h 2870200"/>
              <a:gd name="connsiteX149" fmla="*/ 3200016 w 4114416"/>
              <a:gd name="connsiteY149" fmla="*/ 2006600 h 2870200"/>
              <a:gd name="connsiteX150" fmla="*/ 3208482 w 4114416"/>
              <a:gd name="connsiteY150" fmla="*/ 2048934 h 2870200"/>
              <a:gd name="connsiteX151" fmla="*/ 3216949 w 4114416"/>
              <a:gd name="connsiteY151" fmla="*/ 2099734 h 2870200"/>
              <a:gd name="connsiteX152" fmla="*/ 3233882 w 4114416"/>
              <a:gd name="connsiteY152" fmla="*/ 2048934 h 2870200"/>
              <a:gd name="connsiteX153" fmla="*/ 3242349 w 4114416"/>
              <a:gd name="connsiteY153" fmla="*/ 1998134 h 2870200"/>
              <a:gd name="connsiteX154" fmla="*/ 3276216 w 4114416"/>
              <a:gd name="connsiteY154" fmla="*/ 2353734 h 2870200"/>
              <a:gd name="connsiteX155" fmla="*/ 3301616 w 4114416"/>
              <a:gd name="connsiteY155" fmla="*/ 2387600 h 2870200"/>
              <a:gd name="connsiteX156" fmla="*/ 3310082 w 4114416"/>
              <a:gd name="connsiteY156" fmla="*/ 2497667 h 2870200"/>
              <a:gd name="connsiteX157" fmla="*/ 3327016 w 4114416"/>
              <a:gd name="connsiteY157" fmla="*/ 2531534 h 2870200"/>
              <a:gd name="connsiteX158" fmla="*/ 3343949 w 4114416"/>
              <a:gd name="connsiteY158" fmla="*/ 2599267 h 2870200"/>
              <a:gd name="connsiteX159" fmla="*/ 3369349 w 4114416"/>
              <a:gd name="connsiteY159" fmla="*/ 2667000 h 2870200"/>
              <a:gd name="connsiteX160" fmla="*/ 3411682 w 4114416"/>
              <a:gd name="connsiteY160" fmla="*/ 2810934 h 2870200"/>
              <a:gd name="connsiteX161" fmla="*/ 3437082 w 4114416"/>
              <a:gd name="connsiteY161" fmla="*/ 2870200 h 2870200"/>
              <a:gd name="connsiteX162" fmla="*/ 3462482 w 4114416"/>
              <a:gd name="connsiteY162" fmla="*/ 1828800 h 2870200"/>
              <a:gd name="connsiteX163" fmla="*/ 3461984 w 4114416"/>
              <a:gd name="connsiteY163" fmla="*/ 2090271 h 2870200"/>
              <a:gd name="connsiteX164" fmla="*/ 3487882 w 4114416"/>
              <a:gd name="connsiteY164" fmla="*/ 1735667 h 2870200"/>
              <a:gd name="connsiteX165" fmla="*/ 3513282 w 4114416"/>
              <a:gd name="connsiteY165" fmla="*/ 1651000 h 2870200"/>
              <a:gd name="connsiteX166" fmla="*/ 3521749 w 4114416"/>
              <a:gd name="connsiteY166" fmla="*/ 1701800 h 2870200"/>
              <a:gd name="connsiteX167" fmla="*/ 3525733 w 4114416"/>
              <a:gd name="connsiteY167" fmla="*/ 1875118 h 2870200"/>
              <a:gd name="connsiteX168" fmla="*/ 3547149 w 4114416"/>
              <a:gd name="connsiteY168" fmla="*/ 1752600 h 2870200"/>
              <a:gd name="connsiteX169" fmla="*/ 3555616 w 4114416"/>
              <a:gd name="connsiteY169" fmla="*/ 1693334 h 2870200"/>
              <a:gd name="connsiteX170" fmla="*/ 3597949 w 4114416"/>
              <a:gd name="connsiteY170" fmla="*/ 1608667 h 2870200"/>
              <a:gd name="connsiteX171" fmla="*/ 3614882 w 4114416"/>
              <a:gd name="connsiteY171" fmla="*/ 1566334 h 2870200"/>
              <a:gd name="connsiteX172" fmla="*/ 3657216 w 4114416"/>
              <a:gd name="connsiteY172" fmla="*/ 1464734 h 2870200"/>
              <a:gd name="connsiteX173" fmla="*/ 3661200 w 4114416"/>
              <a:gd name="connsiteY173" fmla="*/ 1373094 h 2870200"/>
              <a:gd name="connsiteX174" fmla="*/ 3682616 w 4114416"/>
              <a:gd name="connsiteY174" fmla="*/ 1363134 h 2870200"/>
              <a:gd name="connsiteX175" fmla="*/ 3699549 w 4114416"/>
              <a:gd name="connsiteY175" fmla="*/ 1320800 h 2870200"/>
              <a:gd name="connsiteX176" fmla="*/ 3694569 w 4114416"/>
              <a:gd name="connsiteY176" fmla="*/ 1151964 h 2870200"/>
              <a:gd name="connsiteX177" fmla="*/ 3741882 w 4114416"/>
              <a:gd name="connsiteY177" fmla="*/ 1227667 h 2870200"/>
              <a:gd name="connsiteX178" fmla="*/ 3750349 w 4114416"/>
              <a:gd name="connsiteY178" fmla="*/ 1176867 h 2870200"/>
              <a:gd name="connsiteX179" fmla="*/ 3767282 w 4114416"/>
              <a:gd name="connsiteY179" fmla="*/ 1126067 h 2870200"/>
              <a:gd name="connsiteX180" fmla="*/ 3775749 w 4114416"/>
              <a:gd name="connsiteY180" fmla="*/ 1058334 h 2870200"/>
              <a:gd name="connsiteX181" fmla="*/ 3784216 w 4114416"/>
              <a:gd name="connsiteY181" fmla="*/ 1270000 h 2870200"/>
              <a:gd name="connsiteX182" fmla="*/ 3813064 w 4114416"/>
              <a:gd name="connsiteY182" fmla="*/ 678606 h 2870200"/>
              <a:gd name="connsiteX183" fmla="*/ 3818082 w 4114416"/>
              <a:gd name="connsiteY183" fmla="*/ 558800 h 2870200"/>
              <a:gd name="connsiteX184" fmla="*/ 3835016 w 4114416"/>
              <a:gd name="connsiteY184" fmla="*/ 482600 h 2870200"/>
              <a:gd name="connsiteX185" fmla="*/ 3843482 w 4114416"/>
              <a:gd name="connsiteY185" fmla="*/ 533400 h 2870200"/>
              <a:gd name="connsiteX186" fmla="*/ 3860416 w 4114416"/>
              <a:gd name="connsiteY186" fmla="*/ 660400 h 2870200"/>
              <a:gd name="connsiteX187" fmla="*/ 3868882 w 4114416"/>
              <a:gd name="connsiteY187" fmla="*/ 702734 h 2870200"/>
              <a:gd name="connsiteX188" fmla="*/ 3885816 w 4114416"/>
              <a:gd name="connsiteY188" fmla="*/ 736600 h 2870200"/>
              <a:gd name="connsiteX189" fmla="*/ 3902749 w 4114416"/>
              <a:gd name="connsiteY189" fmla="*/ 702734 h 2870200"/>
              <a:gd name="connsiteX190" fmla="*/ 3962016 w 4114416"/>
              <a:gd name="connsiteY190" fmla="*/ 482600 h 2870200"/>
              <a:gd name="connsiteX191" fmla="*/ 3978949 w 4114416"/>
              <a:gd name="connsiteY191" fmla="*/ 457200 h 2870200"/>
              <a:gd name="connsiteX192" fmla="*/ 4004349 w 4114416"/>
              <a:gd name="connsiteY192" fmla="*/ 177800 h 2870200"/>
              <a:gd name="connsiteX193" fmla="*/ 4029749 w 4114416"/>
              <a:gd name="connsiteY193" fmla="*/ 135467 h 2870200"/>
              <a:gd name="connsiteX194" fmla="*/ 4038216 w 4114416"/>
              <a:gd name="connsiteY194" fmla="*/ 101600 h 2870200"/>
              <a:gd name="connsiteX195" fmla="*/ 4046682 w 4114416"/>
              <a:gd name="connsiteY195" fmla="*/ 76200 h 2870200"/>
              <a:gd name="connsiteX196" fmla="*/ 4055149 w 4114416"/>
              <a:gd name="connsiteY196" fmla="*/ 110067 h 2870200"/>
              <a:gd name="connsiteX197" fmla="*/ 4072082 w 4114416"/>
              <a:gd name="connsiteY197" fmla="*/ 160867 h 2870200"/>
              <a:gd name="connsiteX198" fmla="*/ 4114416 w 4114416"/>
              <a:gd name="connsiteY198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599816 w 4114416"/>
              <a:gd name="connsiteY72" fmla="*/ 1566334 h 2870200"/>
              <a:gd name="connsiteX73" fmla="*/ 1608282 w 4114416"/>
              <a:gd name="connsiteY73" fmla="*/ 1524000 h 2870200"/>
              <a:gd name="connsiteX74" fmla="*/ 1616749 w 4114416"/>
              <a:gd name="connsiteY74" fmla="*/ 1498600 h 2870200"/>
              <a:gd name="connsiteX75" fmla="*/ 1633682 w 4114416"/>
              <a:gd name="connsiteY75" fmla="*/ 1524000 h 2870200"/>
              <a:gd name="connsiteX76" fmla="*/ 1659082 w 4114416"/>
              <a:gd name="connsiteY76" fmla="*/ 1490134 h 2870200"/>
              <a:gd name="connsiteX77" fmla="*/ 1684482 w 4114416"/>
              <a:gd name="connsiteY77" fmla="*/ 1388534 h 2870200"/>
              <a:gd name="connsiteX78" fmla="*/ 1743749 w 4114416"/>
              <a:gd name="connsiteY78" fmla="*/ 1286934 h 2870200"/>
              <a:gd name="connsiteX79" fmla="*/ 1794549 w 4114416"/>
              <a:gd name="connsiteY79" fmla="*/ 1176867 h 2870200"/>
              <a:gd name="connsiteX80" fmla="*/ 1819949 w 4114416"/>
              <a:gd name="connsiteY80" fmla="*/ 1202267 h 2870200"/>
              <a:gd name="connsiteX81" fmla="*/ 1828416 w 4114416"/>
              <a:gd name="connsiteY81" fmla="*/ 1227667 h 2870200"/>
              <a:gd name="connsiteX82" fmla="*/ 1845349 w 4114416"/>
              <a:gd name="connsiteY82" fmla="*/ 1261534 h 2870200"/>
              <a:gd name="connsiteX83" fmla="*/ 1887682 w 4114416"/>
              <a:gd name="connsiteY83" fmla="*/ 1422400 h 2870200"/>
              <a:gd name="connsiteX84" fmla="*/ 1938482 w 4114416"/>
              <a:gd name="connsiteY84" fmla="*/ 1600200 h 2870200"/>
              <a:gd name="connsiteX85" fmla="*/ 1989282 w 4114416"/>
              <a:gd name="connsiteY85" fmla="*/ 1744134 h 2870200"/>
              <a:gd name="connsiteX86" fmla="*/ 2006216 w 4114416"/>
              <a:gd name="connsiteY86" fmla="*/ 1498600 h 2870200"/>
              <a:gd name="connsiteX87" fmla="*/ 2023149 w 4114416"/>
              <a:gd name="connsiteY87" fmla="*/ 1464734 h 2870200"/>
              <a:gd name="connsiteX88" fmla="*/ 2031616 w 4114416"/>
              <a:gd name="connsiteY88" fmla="*/ 1439334 h 2870200"/>
              <a:gd name="connsiteX89" fmla="*/ 2082416 w 4114416"/>
              <a:gd name="connsiteY89" fmla="*/ 2032000 h 2870200"/>
              <a:gd name="connsiteX90" fmla="*/ 2090882 w 4114416"/>
              <a:gd name="connsiteY90" fmla="*/ 2150534 h 2870200"/>
              <a:gd name="connsiteX91" fmla="*/ 2099349 w 4114416"/>
              <a:gd name="connsiteY91" fmla="*/ 2489200 h 2870200"/>
              <a:gd name="connsiteX92" fmla="*/ 2133216 w 4114416"/>
              <a:gd name="connsiteY92" fmla="*/ 2421467 h 2870200"/>
              <a:gd name="connsiteX93" fmla="*/ 2175549 w 4114416"/>
              <a:gd name="connsiteY93" fmla="*/ 2319867 h 2870200"/>
              <a:gd name="connsiteX94" fmla="*/ 2200949 w 4114416"/>
              <a:gd name="connsiteY94" fmla="*/ 2286000 h 2870200"/>
              <a:gd name="connsiteX95" fmla="*/ 2234816 w 4114416"/>
              <a:gd name="connsiteY95" fmla="*/ 2235200 h 2870200"/>
              <a:gd name="connsiteX96" fmla="*/ 2251749 w 4114416"/>
              <a:gd name="connsiteY96" fmla="*/ 2514600 h 2870200"/>
              <a:gd name="connsiteX97" fmla="*/ 2277149 w 4114416"/>
              <a:gd name="connsiteY97" fmla="*/ 2565400 h 2870200"/>
              <a:gd name="connsiteX98" fmla="*/ 2285616 w 4114416"/>
              <a:gd name="connsiteY98" fmla="*/ 2489200 h 2870200"/>
              <a:gd name="connsiteX99" fmla="*/ 2302549 w 4114416"/>
              <a:gd name="connsiteY99" fmla="*/ 2421467 h 2870200"/>
              <a:gd name="connsiteX100" fmla="*/ 2311016 w 4114416"/>
              <a:gd name="connsiteY100" fmla="*/ 1718734 h 2870200"/>
              <a:gd name="connsiteX101" fmla="*/ 2336416 w 4114416"/>
              <a:gd name="connsiteY101" fmla="*/ 1811867 h 2870200"/>
              <a:gd name="connsiteX102" fmla="*/ 2361816 w 4114416"/>
              <a:gd name="connsiteY102" fmla="*/ 1871134 h 2870200"/>
              <a:gd name="connsiteX103" fmla="*/ 2387216 w 4114416"/>
              <a:gd name="connsiteY103" fmla="*/ 1938867 h 2870200"/>
              <a:gd name="connsiteX104" fmla="*/ 2395682 w 4114416"/>
              <a:gd name="connsiteY104" fmla="*/ 1972734 h 2870200"/>
              <a:gd name="connsiteX105" fmla="*/ 2404149 w 4114416"/>
              <a:gd name="connsiteY105" fmla="*/ 1574800 h 2870200"/>
              <a:gd name="connsiteX106" fmla="*/ 2429549 w 4114416"/>
              <a:gd name="connsiteY106" fmla="*/ 1236134 h 2870200"/>
              <a:gd name="connsiteX107" fmla="*/ 2446482 w 4114416"/>
              <a:gd name="connsiteY107" fmla="*/ 1092200 h 2870200"/>
              <a:gd name="connsiteX108" fmla="*/ 2454949 w 4114416"/>
              <a:gd name="connsiteY108" fmla="*/ 1066800 h 2870200"/>
              <a:gd name="connsiteX109" fmla="*/ 2463416 w 4114416"/>
              <a:gd name="connsiteY109" fmla="*/ 1092200 h 2870200"/>
              <a:gd name="connsiteX110" fmla="*/ 2480349 w 4114416"/>
              <a:gd name="connsiteY110" fmla="*/ 1117600 h 2870200"/>
              <a:gd name="connsiteX111" fmla="*/ 2488816 w 4114416"/>
              <a:gd name="connsiteY111" fmla="*/ 1227667 h 2870200"/>
              <a:gd name="connsiteX112" fmla="*/ 2514216 w 4114416"/>
              <a:gd name="connsiteY112" fmla="*/ 753534 h 2870200"/>
              <a:gd name="connsiteX113" fmla="*/ 2531149 w 4114416"/>
              <a:gd name="connsiteY113" fmla="*/ 685800 h 2870200"/>
              <a:gd name="connsiteX114" fmla="*/ 2539616 w 4114416"/>
              <a:gd name="connsiteY114" fmla="*/ 609600 h 2870200"/>
              <a:gd name="connsiteX115" fmla="*/ 2548082 w 4114416"/>
              <a:gd name="connsiteY115" fmla="*/ 558800 h 2870200"/>
              <a:gd name="connsiteX116" fmla="*/ 2565016 w 4114416"/>
              <a:gd name="connsiteY116" fmla="*/ 584200 h 2870200"/>
              <a:gd name="connsiteX117" fmla="*/ 2573482 w 4114416"/>
              <a:gd name="connsiteY117" fmla="*/ 778934 h 2870200"/>
              <a:gd name="connsiteX118" fmla="*/ 2615816 w 4114416"/>
              <a:gd name="connsiteY118" fmla="*/ 914400 h 2870200"/>
              <a:gd name="connsiteX119" fmla="*/ 2632749 w 4114416"/>
              <a:gd name="connsiteY119" fmla="*/ 973667 h 2870200"/>
              <a:gd name="connsiteX120" fmla="*/ 2649682 w 4114416"/>
              <a:gd name="connsiteY120" fmla="*/ 812800 h 2870200"/>
              <a:gd name="connsiteX121" fmla="*/ 2666616 w 4114416"/>
              <a:gd name="connsiteY121" fmla="*/ 694267 h 2870200"/>
              <a:gd name="connsiteX122" fmla="*/ 2692016 w 4114416"/>
              <a:gd name="connsiteY122" fmla="*/ 558800 h 2870200"/>
              <a:gd name="connsiteX123" fmla="*/ 2717416 w 4114416"/>
              <a:gd name="connsiteY123" fmla="*/ 321734 h 2870200"/>
              <a:gd name="connsiteX124" fmla="*/ 2734349 w 4114416"/>
              <a:gd name="connsiteY124" fmla="*/ 1058334 h 2870200"/>
              <a:gd name="connsiteX125" fmla="*/ 2760746 w 4114416"/>
              <a:gd name="connsiteY125" fmla="*/ 1023969 h 2870200"/>
              <a:gd name="connsiteX126" fmla="*/ 2810549 w 4114416"/>
              <a:gd name="connsiteY126" fmla="*/ 905934 h 2870200"/>
              <a:gd name="connsiteX127" fmla="*/ 2844416 w 4114416"/>
              <a:gd name="connsiteY127" fmla="*/ 855134 h 2870200"/>
              <a:gd name="connsiteX128" fmla="*/ 2869816 w 4114416"/>
              <a:gd name="connsiteY128" fmla="*/ 1422400 h 2870200"/>
              <a:gd name="connsiteX129" fmla="*/ 2878282 w 4114416"/>
              <a:gd name="connsiteY129" fmla="*/ 1388534 h 2870200"/>
              <a:gd name="connsiteX130" fmla="*/ 2895216 w 4114416"/>
              <a:gd name="connsiteY130" fmla="*/ 1363134 h 2870200"/>
              <a:gd name="connsiteX131" fmla="*/ 2920616 w 4114416"/>
              <a:gd name="connsiteY131" fmla="*/ 1278467 h 2870200"/>
              <a:gd name="connsiteX132" fmla="*/ 2937549 w 4114416"/>
              <a:gd name="connsiteY132" fmla="*/ 1320800 h 2870200"/>
              <a:gd name="connsiteX133" fmla="*/ 2954482 w 4114416"/>
              <a:gd name="connsiteY133" fmla="*/ 1388534 h 2870200"/>
              <a:gd name="connsiteX134" fmla="*/ 2971416 w 4114416"/>
              <a:gd name="connsiteY134" fmla="*/ 1422400 h 2870200"/>
              <a:gd name="connsiteX135" fmla="*/ 3013749 w 4114416"/>
              <a:gd name="connsiteY135" fmla="*/ 1540934 h 2870200"/>
              <a:gd name="connsiteX136" fmla="*/ 3030682 w 4114416"/>
              <a:gd name="connsiteY136" fmla="*/ 1566334 h 2870200"/>
              <a:gd name="connsiteX137" fmla="*/ 3064549 w 4114416"/>
              <a:gd name="connsiteY137" fmla="*/ 1718734 h 2870200"/>
              <a:gd name="connsiteX138" fmla="*/ 3089949 w 4114416"/>
              <a:gd name="connsiteY138" fmla="*/ 1761067 h 2870200"/>
              <a:gd name="connsiteX139" fmla="*/ 3123816 w 4114416"/>
              <a:gd name="connsiteY139" fmla="*/ 1879600 h 2870200"/>
              <a:gd name="connsiteX140" fmla="*/ 3115349 w 4114416"/>
              <a:gd name="connsiteY140" fmla="*/ 1913467 h 2870200"/>
              <a:gd name="connsiteX141" fmla="*/ 3127799 w 4114416"/>
              <a:gd name="connsiteY141" fmla="*/ 1901016 h 2870200"/>
              <a:gd name="connsiteX142" fmla="*/ 3106882 w 4114416"/>
              <a:gd name="connsiteY142" fmla="*/ 1888067 h 2870200"/>
              <a:gd name="connsiteX143" fmla="*/ 3132282 w 4114416"/>
              <a:gd name="connsiteY143" fmla="*/ 1871134 h 2870200"/>
              <a:gd name="connsiteX144" fmla="*/ 3140749 w 4114416"/>
              <a:gd name="connsiteY144" fmla="*/ 1769534 h 2870200"/>
              <a:gd name="connsiteX145" fmla="*/ 3157682 w 4114416"/>
              <a:gd name="connsiteY145" fmla="*/ 1710267 h 2870200"/>
              <a:gd name="connsiteX146" fmla="*/ 3166149 w 4114416"/>
              <a:gd name="connsiteY146" fmla="*/ 1684867 h 2870200"/>
              <a:gd name="connsiteX147" fmla="*/ 3191549 w 4114416"/>
              <a:gd name="connsiteY147" fmla="*/ 1676400 h 2870200"/>
              <a:gd name="connsiteX148" fmla="*/ 3200016 w 4114416"/>
              <a:gd name="connsiteY148" fmla="*/ 2006600 h 2870200"/>
              <a:gd name="connsiteX149" fmla="*/ 3208482 w 4114416"/>
              <a:gd name="connsiteY149" fmla="*/ 2048934 h 2870200"/>
              <a:gd name="connsiteX150" fmla="*/ 3216949 w 4114416"/>
              <a:gd name="connsiteY150" fmla="*/ 2099734 h 2870200"/>
              <a:gd name="connsiteX151" fmla="*/ 3233882 w 4114416"/>
              <a:gd name="connsiteY151" fmla="*/ 2048934 h 2870200"/>
              <a:gd name="connsiteX152" fmla="*/ 3242349 w 4114416"/>
              <a:gd name="connsiteY152" fmla="*/ 1998134 h 2870200"/>
              <a:gd name="connsiteX153" fmla="*/ 3276216 w 4114416"/>
              <a:gd name="connsiteY153" fmla="*/ 2353734 h 2870200"/>
              <a:gd name="connsiteX154" fmla="*/ 3301616 w 4114416"/>
              <a:gd name="connsiteY154" fmla="*/ 2387600 h 2870200"/>
              <a:gd name="connsiteX155" fmla="*/ 3310082 w 4114416"/>
              <a:gd name="connsiteY155" fmla="*/ 2497667 h 2870200"/>
              <a:gd name="connsiteX156" fmla="*/ 3327016 w 4114416"/>
              <a:gd name="connsiteY156" fmla="*/ 2531534 h 2870200"/>
              <a:gd name="connsiteX157" fmla="*/ 3343949 w 4114416"/>
              <a:gd name="connsiteY157" fmla="*/ 2599267 h 2870200"/>
              <a:gd name="connsiteX158" fmla="*/ 3369349 w 4114416"/>
              <a:gd name="connsiteY158" fmla="*/ 2667000 h 2870200"/>
              <a:gd name="connsiteX159" fmla="*/ 3411682 w 4114416"/>
              <a:gd name="connsiteY159" fmla="*/ 2810934 h 2870200"/>
              <a:gd name="connsiteX160" fmla="*/ 3437082 w 4114416"/>
              <a:gd name="connsiteY160" fmla="*/ 2870200 h 2870200"/>
              <a:gd name="connsiteX161" fmla="*/ 3462482 w 4114416"/>
              <a:gd name="connsiteY161" fmla="*/ 1828800 h 2870200"/>
              <a:gd name="connsiteX162" fmla="*/ 3461984 w 4114416"/>
              <a:gd name="connsiteY162" fmla="*/ 2090271 h 2870200"/>
              <a:gd name="connsiteX163" fmla="*/ 3487882 w 4114416"/>
              <a:gd name="connsiteY163" fmla="*/ 1735667 h 2870200"/>
              <a:gd name="connsiteX164" fmla="*/ 3513282 w 4114416"/>
              <a:gd name="connsiteY164" fmla="*/ 1651000 h 2870200"/>
              <a:gd name="connsiteX165" fmla="*/ 3521749 w 4114416"/>
              <a:gd name="connsiteY165" fmla="*/ 1701800 h 2870200"/>
              <a:gd name="connsiteX166" fmla="*/ 3525733 w 4114416"/>
              <a:gd name="connsiteY166" fmla="*/ 1875118 h 2870200"/>
              <a:gd name="connsiteX167" fmla="*/ 3547149 w 4114416"/>
              <a:gd name="connsiteY167" fmla="*/ 1752600 h 2870200"/>
              <a:gd name="connsiteX168" fmla="*/ 3555616 w 4114416"/>
              <a:gd name="connsiteY168" fmla="*/ 1693334 h 2870200"/>
              <a:gd name="connsiteX169" fmla="*/ 3597949 w 4114416"/>
              <a:gd name="connsiteY169" fmla="*/ 1608667 h 2870200"/>
              <a:gd name="connsiteX170" fmla="*/ 3614882 w 4114416"/>
              <a:gd name="connsiteY170" fmla="*/ 1566334 h 2870200"/>
              <a:gd name="connsiteX171" fmla="*/ 3657216 w 4114416"/>
              <a:gd name="connsiteY171" fmla="*/ 1464734 h 2870200"/>
              <a:gd name="connsiteX172" fmla="*/ 3661200 w 4114416"/>
              <a:gd name="connsiteY172" fmla="*/ 1373094 h 2870200"/>
              <a:gd name="connsiteX173" fmla="*/ 3682616 w 4114416"/>
              <a:gd name="connsiteY173" fmla="*/ 1363134 h 2870200"/>
              <a:gd name="connsiteX174" fmla="*/ 3699549 w 4114416"/>
              <a:gd name="connsiteY174" fmla="*/ 1320800 h 2870200"/>
              <a:gd name="connsiteX175" fmla="*/ 3694569 w 4114416"/>
              <a:gd name="connsiteY175" fmla="*/ 1151964 h 2870200"/>
              <a:gd name="connsiteX176" fmla="*/ 3741882 w 4114416"/>
              <a:gd name="connsiteY176" fmla="*/ 1227667 h 2870200"/>
              <a:gd name="connsiteX177" fmla="*/ 3750349 w 4114416"/>
              <a:gd name="connsiteY177" fmla="*/ 1176867 h 2870200"/>
              <a:gd name="connsiteX178" fmla="*/ 3767282 w 4114416"/>
              <a:gd name="connsiteY178" fmla="*/ 1126067 h 2870200"/>
              <a:gd name="connsiteX179" fmla="*/ 3775749 w 4114416"/>
              <a:gd name="connsiteY179" fmla="*/ 1058334 h 2870200"/>
              <a:gd name="connsiteX180" fmla="*/ 3784216 w 4114416"/>
              <a:gd name="connsiteY180" fmla="*/ 1270000 h 2870200"/>
              <a:gd name="connsiteX181" fmla="*/ 3813064 w 4114416"/>
              <a:gd name="connsiteY181" fmla="*/ 678606 h 2870200"/>
              <a:gd name="connsiteX182" fmla="*/ 3818082 w 4114416"/>
              <a:gd name="connsiteY182" fmla="*/ 558800 h 2870200"/>
              <a:gd name="connsiteX183" fmla="*/ 3835016 w 4114416"/>
              <a:gd name="connsiteY183" fmla="*/ 482600 h 2870200"/>
              <a:gd name="connsiteX184" fmla="*/ 3843482 w 4114416"/>
              <a:gd name="connsiteY184" fmla="*/ 533400 h 2870200"/>
              <a:gd name="connsiteX185" fmla="*/ 3860416 w 4114416"/>
              <a:gd name="connsiteY185" fmla="*/ 660400 h 2870200"/>
              <a:gd name="connsiteX186" fmla="*/ 3868882 w 4114416"/>
              <a:gd name="connsiteY186" fmla="*/ 702734 h 2870200"/>
              <a:gd name="connsiteX187" fmla="*/ 3885816 w 4114416"/>
              <a:gd name="connsiteY187" fmla="*/ 736600 h 2870200"/>
              <a:gd name="connsiteX188" fmla="*/ 3902749 w 4114416"/>
              <a:gd name="connsiteY188" fmla="*/ 702734 h 2870200"/>
              <a:gd name="connsiteX189" fmla="*/ 3962016 w 4114416"/>
              <a:gd name="connsiteY189" fmla="*/ 482600 h 2870200"/>
              <a:gd name="connsiteX190" fmla="*/ 3978949 w 4114416"/>
              <a:gd name="connsiteY190" fmla="*/ 457200 h 2870200"/>
              <a:gd name="connsiteX191" fmla="*/ 4004349 w 4114416"/>
              <a:gd name="connsiteY191" fmla="*/ 177800 h 2870200"/>
              <a:gd name="connsiteX192" fmla="*/ 4029749 w 4114416"/>
              <a:gd name="connsiteY192" fmla="*/ 135467 h 2870200"/>
              <a:gd name="connsiteX193" fmla="*/ 4038216 w 4114416"/>
              <a:gd name="connsiteY193" fmla="*/ 101600 h 2870200"/>
              <a:gd name="connsiteX194" fmla="*/ 4046682 w 4114416"/>
              <a:gd name="connsiteY194" fmla="*/ 76200 h 2870200"/>
              <a:gd name="connsiteX195" fmla="*/ 4055149 w 4114416"/>
              <a:gd name="connsiteY195" fmla="*/ 110067 h 2870200"/>
              <a:gd name="connsiteX196" fmla="*/ 4072082 w 4114416"/>
              <a:gd name="connsiteY196" fmla="*/ 160867 h 2870200"/>
              <a:gd name="connsiteX197" fmla="*/ 4114416 w 4114416"/>
              <a:gd name="connsiteY197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608282 w 4114416"/>
              <a:gd name="connsiteY72" fmla="*/ 1524000 h 2870200"/>
              <a:gd name="connsiteX73" fmla="*/ 1616749 w 4114416"/>
              <a:gd name="connsiteY73" fmla="*/ 1498600 h 2870200"/>
              <a:gd name="connsiteX74" fmla="*/ 1633682 w 4114416"/>
              <a:gd name="connsiteY74" fmla="*/ 1524000 h 2870200"/>
              <a:gd name="connsiteX75" fmla="*/ 1659082 w 4114416"/>
              <a:gd name="connsiteY75" fmla="*/ 1490134 h 2870200"/>
              <a:gd name="connsiteX76" fmla="*/ 1684482 w 4114416"/>
              <a:gd name="connsiteY76" fmla="*/ 1388534 h 2870200"/>
              <a:gd name="connsiteX77" fmla="*/ 1743749 w 4114416"/>
              <a:gd name="connsiteY77" fmla="*/ 1286934 h 2870200"/>
              <a:gd name="connsiteX78" fmla="*/ 1794549 w 4114416"/>
              <a:gd name="connsiteY78" fmla="*/ 1176867 h 2870200"/>
              <a:gd name="connsiteX79" fmla="*/ 1819949 w 4114416"/>
              <a:gd name="connsiteY79" fmla="*/ 1202267 h 2870200"/>
              <a:gd name="connsiteX80" fmla="*/ 1828416 w 4114416"/>
              <a:gd name="connsiteY80" fmla="*/ 1227667 h 2870200"/>
              <a:gd name="connsiteX81" fmla="*/ 1845349 w 4114416"/>
              <a:gd name="connsiteY81" fmla="*/ 1261534 h 2870200"/>
              <a:gd name="connsiteX82" fmla="*/ 1887682 w 4114416"/>
              <a:gd name="connsiteY82" fmla="*/ 1422400 h 2870200"/>
              <a:gd name="connsiteX83" fmla="*/ 1938482 w 4114416"/>
              <a:gd name="connsiteY83" fmla="*/ 1600200 h 2870200"/>
              <a:gd name="connsiteX84" fmla="*/ 1989282 w 4114416"/>
              <a:gd name="connsiteY84" fmla="*/ 1744134 h 2870200"/>
              <a:gd name="connsiteX85" fmla="*/ 2006216 w 4114416"/>
              <a:gd name="connsiteY85" fmla="*/ 1498600 h 2870200"/>
              <a:gd name="connsiteX86" fmla="*/ 2023149 w 4114416"/>
              <a:gd name="connsiteY86" fmla="*/ 1464734 h 2870200"/>
              <a:gd name="connsiteX87" fmla="*/ 2031616 w 4114416"/>
              <a:gd name="connsiteY87" fmla="*/ 1439334 h 2870200"/>
              <a:gd name="connsiteX88" fmla="*/ 2082416 w 4114416"/>
              <a:gd name="connsiteY88" fmla="*/ 2032000 h 2870200"/>
              <a:gd name="connsiteX89" fmla="*/ 2090882 w 4114416"/>
              <a:gd name="connsiteY89" fmla="*/ 2150534 h 2870200"/>
              <a:gd name="connsiteX90" fmla="*/ 2099349 w 4114416"/>
              <a:gd name="connsiteY90" fmla="*/ 2489200 h 2870200"/>
              <a:gd name="connsiteX91" fmla="*/ 2133216 w 4114416"/>
              <a:gd name="connsiteY91" fmla="*/ 2421467 h 2870200"/>
              <a:gd name="connsiteX92" fmla="*/ 2175549 w 4114416"/>
              <a:gd name="connsiteY92" fmla="*/ 2319867 h 2870200"/>
              <a:gd name="connsiteX93" fmla="*/ 2200949 w 4114416"/>
              <a:gd name="connsiteY93" fmla="*/ 2286000 h 2870200"/>
              <a:gd name="connsiteX94" fmla="*/ 2234816 w 4114416"/>
              <a:gd name="connsiteY94" fmla="*/ 2235200 h 2870200"/>
              <a:gd name="connsiteX95" fmla="*/ 2251749 w 4114416"/>
              <a:gd name="connsiteY95" fmla="*/ 2514600 h 2870200"/>
              <a:gd name="connsiteX96" fmla="*/ 2277149 w 4114416"/>
              <a:gd name="connsiteY96" fmla="*/ 2565400 h 2870200"/>
              <a:gd name="connsiteX97" fmla="*/ 2285616 w 4114416"/>
              <a:gd name="connsiteY97" fmla="*/ 2489200 h 2870200"/>
              <a:gd name="connsiteX98" fmla="*/ 2302549 w 4114416"/>
              <a:gd name="connsiteY98" fmla="*/ 2421467 h 2870200"/>
              <a:gd name="connsiteX99" fmla="*/ 2311016 w 4114416"/>
              <a:gd name="connsiteY99" fmla="*/ 1718734 h 2870200"/>
              <a:gd name="connsiteX100" fmla="*/ 2336416 w 4114416"/>
              <a:gd name="connsiteY100" fmla="*/ 1811867 h 2870200"/>
              <a:gd name="connsiteX101" fmla="*/ 2361816 w 4114416"/>
              <a:gd name="connsiteY101" fmla="*/ 1871134 h 2870200"/>
              <a:gd name="connsiteX102" fmla="*/ 2387216 w 4114416"/>
              <a:gd name="connsiteY102" fmla="*/ 1938867 h 2870200"/>
              <a:gd name="connsiteX103" fmla="*/ 2395682 w 4114416"/>
              <a:gd name="connsiteY103" fmla="*/ 1972734 h 2870200"/>
              <a:gd name="connsiteX104" fmla="*/ 2404149 w 4114416"/>
              <a:gd name="connsiteY104" fmla="*/ 1574800 h 2870200"/>
              <a:gd name="connsiteX105" fmla="*/ 2429549 w 4114416"/>
              <a:gd name="connsiteY105" fmla="*/ 1236134 h 2870200"/>
              <a:gd name="connsiteX106" fmla="*/ 2446482 w 4114416"/>
              <a:gd name="connsiteY106" fmla="*/ 1092200 h 2870200"/>
              <a:gd name="connsiteX107" fmla="*/ 2454949 w 4114416"/>
              <a:gd name="connsiteY107" fmla="*/ 1066800 h 2870200"/>
              <a:gd name="connsiteX108" fmla="*/ 2463416 w 4114416"/>
              <a:gd name="connsiteY108" fmla="*/ 1092200 h 2870200"/>
              <a:gd name="connsiteX109" fmla="*/ 2480349 w 4114416"/>
              <a:gd name="connsiteY109" fmla="*/ 1117600 h 2870200"/>
              <a:gd name="connsiteX110" fmla="*/ 2488816 w 4114416"/>
              <a:gd name="connsiteY110" fmla="*/ 1227667 h 2870200"/>
              <a:gd name="connsiteX111" fmla="*/ 2514216 w 4114416"/>
              <a:gd name="connsiteY111" fmla="*/ 753534 h 2870200"/>
              <a:gd name="connsiteX112" fmla="*/ 2531149 w 4114416"/>
              <a:gd name="connsiteY112" fmla="*/ 685800 h 2870200"/>
              <a:gd name="connsiteX113" fmla="*/ 2539616 w 4114416"/>
              <a:gd name="connsiteY113" fmla="*/ 609600 h 2870200"/>
              <a:gd name="connsiteX114" fmla="*/ 2548082 w 4114416"/>
              <a:gd name="connsiteY114" fmla="*/ 558800 h 2870200"/>
              <a:gd name="connsiteX115" fmla="*/ 2565016 w 4114416"/>
              <a:gd name="connsiteY115" fmla="*/ 584200 h 2870200"/>
              <a:gd name="connsiteX116" fmla="*/ 2573482 w 4114416"/>
              <a:gd name="connsiteY116" fmla="*/ 778934 h 2870200"/>
              <a:gd name="connsiteX117" fmla="*/ 2615816 w 4114416"/>
              <a:gd name="connsiteY117" fmla="*/ 914400 h 2870200"/>
              <a:gd name="connsiteX118" fmla="*/ 2632749 w 4114416"/>
              <a:gd name="connsiteY118" fmla="*/ 973667 h 2870200"/>
              <a:gd name="connsiteX119" fmla="*/ 2649682 w 4114416"/>
              <a:gd name="connsiteY119" fmla="*/ 812800 h 2870200"/>
              <a:gd name="connsiteX120" fmla="*/ 2666616 w 4114416"/>
              <a:gd name="connsiteY120" fmla="*/ 694267 h 2870200"/>
              <a:gd name="connsiteX121" fmla="*/ 2692016 w 4114416"/>
              <a:gd name="connsiteY121" fmla="*/ 558800 h 2870200"/>
              <a:gd name="connsiteX122" fmla="*/ 2717416 w 4114416"/>
              <a:gd name="connsiteY122" fmla="*/ 321734 h 2870200"/>
              <a:gd name="connsiteX123" fmla="*/ 2734349 w 4114416"/>
              <a:gd name="connsiteY123" fmla="*/ 1058334 h 2870200"/>
              <a:gd name="connsiteX124" fmla="*/ 2760746 w 4114416"/>
              <a:gd name="connsiteY124" fmla="*/ 1023969 h 2870200"/>
              <a:gd name="connsiteX125" fmla="*/ 2810549 w 4114416"/>
              <a:gd name="connsiteY125" fmla="*/ 905934 h 2870200"/>
              <a:gd name="connsiteX126" fmla="*/ 2844416 w 4114416"/>
              <a:gd name="connsiteY126" fmla="*/ 855134 h 2870200"/>
              <a:gd name="connsiteX127" fmla="*/ 2869816 w 4114416"/>
              <a:gd name="connsiteY127" fmla="*/ 1422400 h 2870200"/>
              <a:gd name="connsiteX128" fmla="*/ 2878282 w 4114416"/>
              <a:gd name="connsiteY128" fmla="*/ 1388534 h 2870200"/>
              <a:gd name="connsiteX129" fmla="*/ 2895216 w 4114416"/>
              <a:gd name="connsiteY129" fmla="*/ 1363134 h 2870200"/>
              <a:gd name="connsiteX130" fmla="*/ 2920616 w 4114416"/>
              <a:gd name="connsiteY130" fmla="*/ 1278467 h 2870200"/>
              <a:gd name="connsiteX131" fmla="*/ 2937549 w 4114416"/>
              <a:gd name="connsiteY131" fmla="*/ 1320800 h 2870200"/>
              <a:gd name="connsiteX132" fmla="*/ 2954482 w 4114416"/>
              <a:gd name="connsiteY132" fmla="*/ 1388534 h 2870200"/>
              <a:gd name="connsiteX133" fmla="*/ 2971416 w 4114416"/>
              <a:gd name="connsiteY133" fmla="*/ 1422400 h 2870200"/>
              <a:gd name="connsiteX134" fmla="*/ 3013749 w 4114416"/>
              <a:gd name="connsiteY134" fmla="*/ 1540934 h 2870200"/>
              <a:gd name="connsiteX135" fmla="*/ 3030682 w 4114416"/>
              <a:gd name="connsiteY135" fmla="*/ 1566334 h 2870200"/>
              <a:gd name="connsiteX136" fmla="*/ 3064549 w 4114416"/>
              <a:gd name="connsiteY136" fmla="*/ 1718734 h 2870200"/>
              <a:gd name="connsiteX137" fmla="*/ 3089949 w 4114416"/>
              <a:gd name="connsiteY137" fmla="*/ 1761067 h 2870200"/>
              <a:gd name="connsiteX138" fmla="*/ 3123816 w 4114416"/>
              <a:gd name="connsiteY138" fmla="*/ 1879600 h 2870200"/>
              <a:gd name="connsiteX139" fmla="*/ 3115349 w 4114416"/>
              <a:gd name="connsiteY139" fmla="*/ 1913467 h 2870200"/>
              <a:gd name="connsiteX140" fmla="*/ 3127799 w 4114416"/>
              <a:gd name="connsiteY140" fmla="*/ 1901016 h 2870200"/>
              <a:gd name="connsiteX141" fmla="*/ 3106882 w 4114416"/>
              <a:gd name="connsiteY141" fmla="*/ 1888067 h 2870200"/>
              <a:gd name="connsiteX142" fmla="*/ 3132282 w 4114416"/>
              <a:gd name="connsiteY142" fmla="*/ 1871134 h 2870200"/>
              <a:gd name="connsiteX143" fmla="*/ 3140749 w 4114416"/>
              <a:gd name="connsiteY143" fmla="*/ 1769534 h 2870200"/>
              <a:gd name="connsiteX144" fmla="*/ 3157682 w 4114416"/>
              <a:gd name="connsiteY144" fmla="*/ 1710267 h 2870200"/>
              <a:gd name="connsiteX145" fmla="*/ 3166149 w 4114416"/>
              <a:gd name="connsiteY145" fmla="*/ 1684867 h 2870200"/>
              <a:gd name="connsiteX146" fmla="*/ 3191549 w 4114416"/>
              <a:gd name="connsiteY146" fmla="*/ 1676400 h 2870200"/>
              <a:gd name="connsiteX147" fmla="*/ 3200016 w 4114416"/>
              <a:gd name="connsiteY147" fmla="*/ 2006600 h 2870200"/>
              <a:gd name="connsiteX148" fmla="*/ 3208482 w 4114416"/>
              <a:gd name="connsiteY148" fmla="*/ 2048934 h 2870200"/>
              <a:gd name="connsiteX149" fmla="*/ 3216949 w 4114416"/>
              <a:gd name="connsiteY149" fmla="*/ 2099734 h 2870200"/>
              <a:gd name="connsiteX150" fmla="*/ 3233882 w 4114416"/>
              <a:gd name="connsiteY150" fmla="*/ 2048934 h 2870200"/>
              <a:gd name="connsiteX151" fmla="*/ 3242349 w 4114416"/>
              <a:gd name="connsiteY151" fmla="*/ 1998134 h 2870200"/>
              <a:gd name="connsiteX152" fmla="*/ 3276216 w 4114416"/>
              <a:gd name="connsiteY152" fmla="*/ 2353734 h 2870200"/>
              <a:gd name="connsiteX153" fmla="*/ 3301616 w 4114416"/>
              <a:gd name="connsiteY153" fmla="*/ 2387600 h 2870200"/>
              <a:gd name="connsiteX154" fmla="*/ 3310082 w 4114416"/>
              <a:gd name="connsiteY154" fmla="*/ 2497667 h 2870200"/>
              <a:gd name="connsiteX155" fmla="*/ 3327016 w 4114416"/>
              <a:gd name="connsiteY155" fmla="*/ 2531534 h 2870200"/>
              <a:gd name="connsiteX156" fmla="*/ 3343949 w 4114416"/>
              <a:gd name="connsiteY156" fmla="*/ 2599267 h 2870200"/>
              <a:gd name="connsiteX157" fmla="*/ 3369349 w 4114416"/>
              <a:gd name="connsiteY157" fmla="*/ 2667000 h 2870200"/>
              <a:gd name="connsiteX158" fmla="*/ 3411682 w 4114416"/>
              <a:gd name="connsiteY158" fmla="*/ 2810934 h 2870200"/>
              <a:gd name="connsiteX159" fmla="*/ 3437082 w 4114416"/>
              <a:gd name="connsiteY159" fmla="*/ 2870200 h 2870200"/>
              <a:gd name="connsiteX160" fmla="*/ 3462482 w 4114416"/>
              <a:gd name="connsiteY160" fmla="*/ 1828800 h 2870200"/>
              <a:gd name="connsiteX161" fmla="*/ 3461984 w 4114416"/>
              <a:gd name="connsiteY161" fmla="*/ 2090271 h 2870200"/>
              <a:gd name="connsiteX162" fmla="*/ 3487882 w 4114416"/>
              <a:gd name="connsiteY162" fmla="*/ 1735667 h 2870200"/>
              <a:gd name="connsiteX163" fmla="*/ 3513282 w 4114416"/>
              <a:gd name="connsiteY163" fmla="*/ 1651000 h 2870200"/>
              <a:gd name="connsiteX164" fmla="*/ 3521749 w 4114416"/>
              <a:gd name="connsiteY164" fmla="*/ 1701800 h 2870200"/>
              <a:gd name="connsiteX165" fmla="*/ 3525733 w 4114416"/>
              <a:gd name="connsiteY165" fmla="*/ 1875118 h 2870200"/>
              <a:gd name="connsiteX166" fmla="*/ 3547149 w 4114416"/>
              <a:gd name="connsiteY166" fmla="*/ 1752600 h 2870200"/>
              <a:gd name="connsiteX167" fmla="*/ 3555616 w 4114416"/>
              <a:gd name="connsiteY167" fmla="*/ 1693334 h 2870200"/>
              <a:gd name="connsiteX168" fmla="*/ 3597949 w 4114416"/>
              <a:gd name="connsiteY168" fmla="*/ 1608667 h 2870200"/>
              <a:gd name="connsiteX169" fmla="*/ 3614882 w 4114416"/>
              <a:gd name="connsiteY169" fmla="*/ 1566334 h 2870200"/>
              <a:gd name="connsiteX170" fmla="*/ 3657216 w 4114416"/>
              <a:gd name="connsiteY170" fmla="*/ 1464734 h 2870200"/>
              <a:gd name="connsiteX171" fmla="*/ 3661200 w 4114416"/>
              <a:gd name="connsiteY171" fmla="*/ 1373094 h 2870200"/>
              <a:gd name="connsiteX172" fmla="*/ 3682616 w 4114416"/>
              <a:gd name="connsiteY172" fmla="*/ 1363134 h 2870200"/>
              <a:gd name="connsiteX173" fmla="*/ 3699549 w 4114416"/>
              <a:gd name="connsiteY173" fmla="*/ 1320800 h 2870200"/>
              <a:gd name="connsiteX174" fmla="*/ 3694569 w 4114416"/>
              <a:gd name="connsiteY174" fmla="*/ 1151964 h 2870200"/>
              <a:gd name="connsiteX175" fmla="*/ 3741882 w 4114416"/>
              <a:gd name="connsiteY175" fmla="*/ 1227667 h 2870200"/>
              <a:gd name="connsiteX176" fmla="*/ 3750349 w 4114416"/>
              <a:gd name="connsiteY176" fmla="*/ 1176867 h 2870200"/>
              <a:gd name="connsiteX177" fmla="*/ 3767282 w 4114416"/>
              <a:gd name="connsiteY177" fmla="*/ 1126067 h 2870200"/>
              <a:gd name="connsiteX178" fmla="*/ 3775749 w 4114416"/>
              <a:gd name="connsiteY178" fmla="*/ 1058334 h 2870200"/>
              <a:gd name="connsiteX179" fmla="*/ 3784216 w 4114416"/>
              <a:gd name="connsiteY179" fmla="*/ 1270000 h 2870200"/>
              <a:gd name="connsiteX180" fmla="*/ 3813064 w 4114416"/>
              <a:gd name="connsiteY180" fmla="*/ 678606 h 2870200"/>
              <a:gd name="connsiteX181" fmla="*/ 3818082 w 4114416"/>
              <a:gd name="connsiteY181" fmla="*/ 558800 h 2870200"/>
              <a:gd name="connsiteX182" fmla="*/ 3835016 w 4114416"/>
              <a:gd name="connsiteY182" fmla="*/ 482600 h 2870200"/>
              <a:gd name="connsiteX183" fmla="*/ 3843482 w 4114416"/>
              <a:gd name="connsiteY183" fmla="*/ 533400 h 2870200"/>
              <a:gd name="connsiteX184" fmla="*/ 3860416 w 4114416"/>
              <a:gd name="connsiteY184" fmla="*/ 660400 h 2870200"/>
              <a:gd name="connsiteX185" fmla="*/ 3868882 w 4114416"/>
              <a:gd name="connsiteY185" fmla="*/ 702734 h 2870200"/>
              <a:gd name="connsiteX186" fmla="*/ 3885816 w 4114416"/>
              <a:gd name="connsiteY186" fmla="*/ 736600 h 2870200"/>
              <a:gd name="connsiteX187" fmla="*/ 3902749 w 4114416"/>
              <a:gd name="connsiteY187" fmla="*/ 702734 h 2870200"/>
              <a:gd name="connsiteX188" fmla="*/ 3962016 w 4114416"/>
              <a:gd name="connsiteY188" fmla="*/ 482600 h 2870200"/>
              <a:gd name="connsiteX189" fmla="*/ 3978949 w 4114416"/>
              <a:gd name="connsiteY189" fmla="*/ 457200 h 2870200"/>
              <a:gd name="connsiteX190" fmla="*/ 4004349 w 4114416"/>
              <a:gd name="connsiteY190" fmla="*/ 177800 h 2870200"/>
              <a:gd name="connsiteX191" fmla="*/ 4029749 w 4114416"/>
              <a:gd name="connsiteY191" fmla="*/ 135467 h 2870200"/>
              <a:gd name="connsiteX192" fmla="*/ 4038216 w 4114416"/>
              <a:gd name="connsiteY192" fmla="*/ 101600 h 2870200"/>
              <a:gd name="connsiteX193" fmla="*/ 4046682 w 4114416"/>
              <a:gd name="connsiteY193" fmla="*/ 76200 h 2870200"/>
              <a:gd name="connsiteX194" fmla="*/ 4055149 w 4114416"/>
              <a:gd name="connsiteY194" fmla="*/ 110067 h 2870200"/>
              <a:gd name="connsiteX195" fmla="*/ 4072082 w 4114416"/>
              <a:gd name="connsiteY195" fmla="*/ 160867 h 2870200"/>
              <a:gd name="connsiteX196" fmla="*/ 4114416 w 4114416"/>
              <a:gd name="connsiteY196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616749 w 4114416"/>
              <a:gd name="connsiteY72" fmla="*/ 1498600 h 2870200"/>
              <a:gd name="connsiteX73" fmla="*/ 1633682 w 4114416"/>
              <a:gd name="connsiteY73" fmla="*/ 1524000 h 2870200"/>
              <a:gd name="connsiteX74" fmla="*/ 1659082 w 4114416"/>
              <a:gd name="connsiteY74" fmla="*/ 1490134 h 2870200"/>
              <a:gd name="connsiteX75" fmla="*/ 1684482 w 4114416"/>
              <a:gd name="connsiteY75" fmla="*/ 1388534 h 2870200"/>
              <a:gd name="connsiteX76" fmla="*/ 1743749 w 4114416"/>
              <a:gd name="connsiteY76" fmla="*/ 1286934 h 2870200"/>
              <a:gd name="connsiteX77" fmla="*/ 1794549 w 4114416"/>
              <a:gd name="connsiteY77" fmla="*/ 1176867 h 2870200"/>
              <a:gd name="connsiteX78" fmla="*/ 1819949 w 4114416"/>
              <a:gd name="connsiteY78" fmla="*/ 1202267 h 2870200"/>
              <a:gd name="connsiteX79" fmla="*/ 1828416 w 4114416"/>
              <a:gd name="connsiteY79" fmla="*/ 1227667 h 2870200"/>
              <a:gd name="connsiteX80" fmla="*/ 1845349 w 4114416"/>
              <a:gd name="connsiteY80" fmla="*/ 1261534 h 2870200"/>
              <a:gd name="connsiteX81" fmla="*/ 1887682 w 4114416"/>
              <a:gd name="connsiteY81" fmla="*/ 1422400 h 2870200"/>
              <a:gd name="connsiteX82" fmla="*/ 1938482 w 4114416"/>
              <a:gd name="connsiteY82" fmla="*/ 1600200 h 2870200"/>
              <a:gd name="connsiteX83" fmla="*/ 1989282 w 4114416"/>
              <a:gd name="connsiteY83" fmla="*/ 1744134 h 2870200"/>
              <a:gd name="connsiteX84" fmla="*/ 2006216 w 4114416"/>
              <a:gd name="connsiteY84" fmla="*/ 1498600 h 2870200"/>
              <a:gd name="connsiteX85" fmla="*/ 2023149 w 4114416"/>
              <a:gd name="connsiteY85" fmla="*/ 1464734 h 2870200"/>
              <a:gd name="connsiteX86" fmla="*/ 2031616 w 4114416"/>
              <a:gd name="connsiteY86" fmla="*/ 1439334 h 2870200"/>
              <a:gd name="connsiteX87" fmla="*/ 2082416 w 4114416"/>
              <a:gd name="connsiteY87" fmla="*/ 2032000 h 2870200"/>
              <a:gd name="connsiteX88" fmla="*/ 2090882 w 4114416"/>
              <a:gd name="connsiteY88" fmla="*/ 2150534 h 2870200"/>
              <a:gd name="connsiteX89" fmla="*/ 2099349 w 4114416"/>
              <a:gd name="connsiteY89" fmla="*/ 2489200 h 2870200"/>
              <a:gd name="connsiteX90" fmla="*/ 2133216 w 4114416"/>
              <a:gd name="connsiteY90" fmla="*/ 2421467 h 2870200"/>
              <a:gd name="connsiteX91" fmla="*/ 2175549 w 4114416"/>
              <a:gd name="connsiteY91" fmla="*/ 2319867 h 2870200"/>
              <a:gd name="connsiteX92" fmla="*/ 2200949 w 4114416"/>
              <a:gd name="connsiteY92" fmla="*/ 2286000 h 2870200"/>
              <a:gd name="connsiteX93" fmla="*/ 2234816 w 4114416"/>
              <a:gd name="connsiteY93" fmla="*/ 2235200 h 2870200"/>
              <a:gd name="connsiteX94" fmla="*/ 2251749 w 4114416"/>
              <a:gd name="connsiteY94" fmla="*/ 2514600 h 2870200"/>
              <a:gd name="connsiteX95" fmla="*/ 2277149 w 4114416"/>
              <a:gd name="connsiteY95" fmla="*/ 2565400 h 2870200"/>
              <a:gd name="connsiteX96" fmla="*/ 2285616 w 4114416"/>
              <a:gd name="connsiteY96" fmla="*/ 2489200 h 2870200"/>
              <a:gd name="connsiteX97" fmla="*/ 2302549 w 4114416"/>
              <a:gd name="connsiteY97" fmla="*/ 2421467 h 2870200"/>
              <a:gd name="connsiteX98" fmla="*/ 2311016 w 4114416"/>
              <a:gd name="connsiteY98" fmla="*/ 1718734 h 2870200"/>
              <a:gd name="connsiteX99" fmla="*/ 2336416 w 4114416"/>
              <a:gd name="connsiteY99" fmla="*/ 1811867 h 2870200"/>
              <a:gd name="connsiteX100" fmla="*/ 2361816 w 4114416"/>
              <a:gd name="connsiteY100" fmla="*/ 1871134 h 2870200"/>
              <a:gd name="connsiteX101" fmla="*/ 2387216 w 4114416"/>
              <a:gd name="connsiteY101" fmla="*/ 1938867 h 2870200"/>
              <a:gd name="connsiteX102" fmla="*/ 2395682 w 4114416"/>
              <a:gd name="connsiteY102" fmla="*/ 1972734 h 2870200"/>
              <a:gd name="connsiteX103" fmla="*/ 2404149 w 4114416"/>
              <a:gd name="connsiteY103" fmla="*/ 1574800 h 2870200"/>
              <a:gd name="connsiteX104" fmla="*/ 2429549 w 4114416"/>
              <a:gd name="connsiteY104" fmla="*/ 1236134 h 2870200"/>
              <a:gd name="connsiteX105" fmla="*/ 2446482 w 4114416"/>
              <a:gd name="connsiteY105" fmla="*/ 1092200 h 2870200"/>
              <a:gd name="connsiteX106" fmla="*/ 2454949 w 4114416"/>
              <a:gd name="connsiteY106" fmla="*/ 1066800 h 2870200"/>
              <a:gd name="connsiteX107" fmla="*/ 2463416 w 4114416"/>
              <a:gd name="connsiteY107" fmla="*/ 1092200 h 2870200"/>
              <a:gd name="connsiteX108" fmla="*/ 2480349 w 4114416"/>
              <a:gd name="connsiteY108" fmla="*/ 1117600 h 2870200"/>
              <a:gd name="connsiteX109" fmla="*/ 2488816 w 4114416"/>
              <a:gd name="connsiteY109" fmla="*/ 1227667 h 2870200"/>
              <a:gd name="connsiteX110" fmla="*/ 2514216 w 4114416"/>
              <a:gd name="connsiteY110" fmla="*/ 753534 h 2870200"/>
              <a:gd name="connsiteX111" fmla="*/ 2531149 w 4114416"/>
              <a:gd name="connsiteY111" fmla="*/ 685800 h 2870200"/>
              <a:gd name="connsiteX112" fmla="*/ 2539616 w 4114416"/>
              <a:gd name="connsiteY112" fmla="*/ 609600 h 2870200"/>
              <a:gd name="connsiteX113" fmla="*/ 2548082 w 4114416"/>
              <a:gd name="connsiteY113" fmla="*/ 558800 h 2870200"/>
              <a:gd name="connsiteX114" fmla="*/ 2565016 w 4114416"/>
              <a:gd name="connsiteY114" fmla="*/ 584200 h 2870200"/>
              <a:gd name="connsiteX115" fmla="*/ 2573482 w 4114416"/>
              <a:gd name="connsiteY115" fmla="*/ 778934 h 2870200"/>
              <a:gd name="connsiteX116" fmla="*/ 2615816 w 4114416"/>
              <a:gd name="connsiteY116" fmla="*/ 914400 h 2870200"/>
              <a:gd name="connsiteX117" fmla="*/ 2632749 w 4114416"/>
              <a:gd name="connsiteY117" fmla="*/ 973667 h 2870200"/>
              <a:gd name="connsiteX118" fmla="*/ 2649682 w 4114416"/>
              <a:gd name="connsiteY118" fmla="*/ 812800 h 2870200"/>
              <a:gd name="connsiteX119" fmla="*/ 2666616 w 4114416"/>
              <a:gd name="connsiteY119" fmla="*/ 694267 h 2870200"/>
              <a:gd name="connsiteX120" fmla="*/ 2692016 w 4114416"/>
              <a:gd name="connsiteY120" fmla="*/ 558800 h 2870200"/>
              <a:gd name="connsiteX121" fmla="*/ 2717416 w 4114416"/>
              <a:gd name="connsiteY121" fmla="*/ 321734 h 2870200"/>
              <a:gd name="connsiteX122" fmla="*/ 2734349 w 4114416"/>
              <a:gd name="connsiteY122" fmla="*/ 1058334 h 2870200"/>
              <a:gd name="connsiteX123" fmla="*/ 2760746 w 4114416"/>
              <a:gd name="connsiteY123" fmla="*/ 1023969 h 2870200"/>
              <a:gd name="connsiteX124" fmla="*/ 2810549 w 4114416"/>
              <a:gd name="connsiteY124" fmla="*/ 905934 h 2870200"/>
              <a:gd name="connsiteX125" fmla="*/ 2844416 w 4114416"/>
              <a:gd name="connsiteY125" fmla="*/ 855134 h 2870200"/>
              <a:gd name="connsiteX126" fmla="*/ 2869816 w 4114416"/>
              <a:gd name="connsiteY126" fmla="*/ 1422400 h 2870200"/>
              <a:gd name="connsiteX127" fmla="*/ 2878282 w 4114416"/>
              <a:gd name="connsiteY127" fmla="*/ 1388534 h 2870200"/>
              <a:gd name="connsiteX128" fmla="*/ 2895216 w 4114416"/>
              <a:gd name="connsiteY128" fmla="*/ 1363134 h 2870200"/>
              <a:gd name="connsiteX129" fmla="*/ 2920616 w 4114416"/>
              <a:gd name="connsiteY129" fmla="*/ 1278467 h 2870200"/>
              <a:gd name="connsiteX130" fmla="*/ 2937549 w 4114416"/>
              <a:gd name="connsiteY130" fmla="*/ 1320800 h 2870200"/>
              <a:gd name="connsiteX131" fmla="*/ 2954482 w 4114416"/>
              <a:gd name="connsiteY131" fmla="*/ 1388534 h 2870200"/>
              <a:gd name="connsiteX132" fmla="*/ 2971416 w 4114416"/>
              <a:gd name="connsiteY132" fmla="*/ 1422400 h 2870200"/>
              <a:gd name="connsiteX133" fmla="*/ 3013749 w 4114416"/>
              <a:gd name="connsiteY133" fmla="*/ 1540934 h 2870200"/>
              <a:gd name="connsiteX134" fmla="*/ 3030682 w 4114416"/>
              <a:gd name="connsiteY134" fmla="*/ 1566334 h 2870200"/>
              <a:gd name="connsiteX135" fmla="*/ 3064549 w 4114416"/>
              <a:gd name="connsiteY135" fmla="*/ 1718734 h 2870200"/>
              <a:gd name="connsiteX136" fmla="*/ 3089949 w 4114416"/>
              <a:gd name="connsiteY136" fmla="*/ 1761067 h 2870200"/>
              <a:gd name="connsiteX137" fmla="*/ 3123816 w 4114416"/>
              <a:gd name="connsiteY137" fmla="*/ 1879600 h 2870200"/>
              <a:gd name="connsiteX138" fmla="*/ 3115349 w 4114416"/>
              <a:gd name="connsiteY138" fmla="*/ 1913467 h 2870200"/>
              <a:gd name="connsiteX139" fmla="*/ 3127799 w 4114416"/>
              <a:gd name="connsiteY139" fmla="*/ 1901016 h 2870200"/>
              <a:gd name="connsiteX140" fmla="*/ 3106882 w 4114416"/>
              <a:gd name="connsiteY140" fmla="*/ 1888067 h 2870200"/>
              <a:gd name="connsiteX141" fmla="*/ 3132282 w 4114416"/>
              <a:gd name="connsiteY141" fmla="*/ 1871134 h 2870200"/>
              <a:gd name="connsiteX142" fmla="*/ 3140749 w 4114416"/>
              <a:gd name="connsiteY142" fmla="*/ 1769534 h 2870200"/>
              <a:gd name="connsiteX143" fmla="*/ 3157682 w 4114416"/>
              <a:gd name="connsiteY143" fmla="*/ 1710267 h 2870200"/>
              <a:gd name="connsiteX144" fmla="*/ 3166149 w 4114416"/>
              <a:gd name="connsiteY144" fmla="*/ 1684867 h 2870200"/>
              <a:gd name="connsiteX145" fmla="*/ 3191549 w 4114416"/>
              <a:gd name="connsiteY145" fmla="*/ 1676400 h 2870200"/>
              <a:gd name="connsiteX146" fmla="*/ 3200016 w 4114416"/>
              <a:gd name="connsiteY146" fmla="*/ 2006600 h 2870200"/>
              <a:gd name="connsiteX147" fmla="*/ 3208482 w 4114416"/>
              <a:gd name="connsiteY147" fmla="*/ 2048934 h 2870200"/>
              <a:gd name="connsiteX148" fmla="*/ 3216949 w 4114416"/>
              <a:gd name="connsiteY148" fmla="*/ 2099734 h 2870200"/>
              <a:gd name="connsiteX149" fmla="*/ 3233882 w 4114416"/>
              <a:gd name="connsiteY149" fmla="*/ 2048934 h 2870200"/>
              <a:gd name="connsiteX150" fmla="*/ 3242349 w 4114416"/>
              <a:gd name="connsiteY150" fmla="*/ 1998134 h 2870200"/>
              <a:gd name="connsiteX151" fmla="*/ 3276216 w 4114416"/>
              <a:gd name="connsiteY151" fmla="*/ 2353734 h 2870200"/>
              <a:gd name="connsiteX152" fmla="*/ 3301616 w 4114416"/>
              <a:gd name="connsiteY152" fmla="*/ 2387600 h 2870200"/>
              <a:gd name="connsiteX153" fmla="*/ 3310082 w 4114416"/>
              <a:gd name="connsiteY153" fmla="*/ 2497667 h 2870200"/>
              <a:gd name="connsiteX154" fmla="*/ 3327016 w 4114416"/>
              <a:gd name="connsiteY154" fmla="*/ 2531534 h 2870200"/>
              <a:gd name="connsiteX155" fmla="*/ 3343949 w 4114416"/>
              <a:gd name="connsiteY155" fmla="*/ 2599267 h 2870200"/>
              <a:gd name="connsiteX156" fmla="*/ 3369349 w 4114416"/>
              <a:gd name="connsiteY156" fmla="*/ 2667000 h 2870200"/>
              <a:gd name="connsiteX157" fmla="*/ 3411682 w 4114416"/>
              <a:gd name="connsiteY157" fmla="*/ 2810934 h 2870200"/>
              <a:gd name="connsiteX158" fmla="*/ 3437082 w 4114416"/>
              <a:gd name="connsiteY158" fmla="*/ 2870200 h 2870200"/>
              <a:gd name="connsiteX159" fmla="*/ 3462482 w 4114416"/>
              <a:gd name="connsiteY159" fmla="*/ 1828800 h 2870200"/>
              <a:gd name="connsiteX160" fmla="*/ 3461984 w 4114416"/>
              <a:gd name="connsiteY160" fmla="*/ 2090271 h 2870200"/>
              <a:gd name="connsiteX161" fmla="*/ 3487882 w 4114416"/>
              <a:gd name="connsiteY161" fmla="*/ 1735667 h 2870200"/>
              <a:gd name="connsiteX162" fmla="*/ 3513282 w 4114416"/>
              <a:gd name="connsiteY162" fmla="*/ 1651000 h 2870200"/>
              <a:gd name="connsiteX163" fmla="*/ 3521749 w 4114416"/>
              <a:gd name="connsiteY163" fmla="*/ 1701800 h 2870200"/>
              <a:gd name="connsiteX164" fmla="*/ 3525733 w 4114416"/>
              <a:gd name="connsiteY164" fmla="*/ 1875118 h 2870200"/>
              <a:gd name="connsiteX165" fmla="*/ 3547149 w 4114416"/>
              <a:gd name="connsiteY165" fmla="*/ 1752600 h 2870200"/>
              <a:gd name="connsiteX166" fmla="*/ 3555616 w 4114416"/>
              <a:gd name="connsiteY166" fmla="*/ 1693334 h 2870200"/>
              <a:gd name="connsiteX167" fmla="*/ 3597949 w 4114416"/>
              <a:gd name="connsiteY167" fmla="*/ 1608667 h 2870200"/>
              <a:gd name="connsiteX168" fmla="*/ 3614882 w 4114416"/>
              <a:gd name="connsiteY168" fmla="*/ 1566334 h 2870200"/>
              <a:gd name="connsiteX169" fmla="*/ 3657216 w 4114416"/>
              <a:gd name="connsiteY169" fmla="*/ 1464734 h 2870200"/>
              <a:gd name="connsiteX170" fmla="*/ 3661200 w 4114416"/>
              <a:gd name="connsiteY170" fmla="*/ 1373094 h 2870200"/>
              <a:gd name="connsiteX171" fmla="*/ 3682616 w 4114416"/>
              <a:gd name="connsiteY171" fmla="*/ 1363134 h 2870200"/>
              <a:gd name="connsiteX172" fmla="*/ 3699549 w 4114416"/>
              <a:gd name="connsiteY172" fmla="*/ 1320800 h 2870200"/>
              <a:gd name="connsiteX173" fmla="*/ 3694569 w 4114416"/>
              <a:gd name="connsiteY173" fmla="*/ 1151964 h 2870200"/>
              <a:gd name="connsiteX174" fmla="*/ 3741882 w 4114416"/>
              <a:gd name="connsiteY174" fmla="*/ 1227667 h 2870200"/>
              <a:gd name="connsiteX175" fmla="*/ 3750349 w 4114416"/>
              <a:gd name="connsiteY175" fmla="*/ 1176867 h 2870200"/>
              <a:gd name="connsiteX176" fmla="*/ 3767282 w 4114416"/>
              <a:gd name="connsiteY176" fmla="*/ 1126067 h 2870200"/>
              <a:gd name="connsiteX177" fmla="*/ 3775749 w 4114416"/>
              <a:gd name="connsiteY177" fmla="*/ 1058334 h 2870200"/>
              <a:gd name="connsiteX178" fmla="*/ 3784216 w 4114416"/>
              <a:gd name="connsiteY178" fmla="*/ 1270000 h 2870200"/>
              <a:gd name="connsiteX179" fmla="*/ 3813064 w 4114416"/>
              <a:gd name="connsiteY179" fmla="*/ 678606 h 2870200"/>
              <a:gd name="connsiteX180" fmla="*/ 3818082 w 4114416"/>
              <a:gd name="connsiteY180" fmla="*/ 558800 h 2870200"/>
              <a:gd name="connsiteX181" fmla="*/ 3835016 w 4114416"/>
              <a:gd name="connsiteY181" fmla="*/ 482600 h 2870200"/>
              <a:gd name="connsiteX182" fmla="*/ 3843482 w 4114416"/>
              <a:gd name="connsiteY182" fmla="*/ 533400 h 2870200"/>
              <a:gd name="connsiteX183" fmla="*/ 3860416 w 4114416"/>
              <a:gd name="connsiteY183" fmla="*/ 660400 h 2870200"/>
              <a:gd name="connsiteX184" fmla="*/ 3868882 w 4114416"/>
              <a:gd name="connsiteY184" fmla="*/ 702734 h 2870200"/>
              <a:gd name="connsiteX185" fmla="*/ 3885816 w 4114416"/>
              <a:gd name="connsiteY185" fmla="*/ 736600 h 2870200"/>
              <a:gd name="connsiteX186" fmla="*/ 3902749 w 4114416"/>
              <a:gd name="connsiteY186" fmla="*/ 702734 h 2870200"/>
              <a:gd name="connsiteX187" fmla="*/ 3962016 w 4114416"/>
              <a:gd name="connsiteY187" fmla="*/ 482600 h 2870200"/>
              <a:gd name="connsiteX188" fmla="*/ 3978949 w 4114416"/>
              <a:gd name="connsiteY188" fmla="*/ 457200 h 2870200"/>
              <a:gd name="connsiteX189" fmla="*/ 4004349 w 4114416"/>
              <a:gd name="connsiteY189" fmla="*/ 177800 h 2870200"/>
              <a:gd name="connsiteX190" fmla="*/ 4029749 w 4114416"/>
              <a:gd name="connsiteY190" fmla="*/ 135467 h 2870200"/>
              <a:gd name="connsiteX191" fmla="*/ 4038216 w 4114416"/>
              <a:gd name="connsiteY191" fmla="*/ 101600 h 2870200"/>
              <a:gd name="connsiteX192" fmla="*/ 4046682 w 4114416"/>
              <a:gd name="connsiteY192" fmla="*/ 76200 h 2870200"/>
              <a:gd name="connsiteX193" fmla="*/ 4055149 w 4114416"/>
              <a:gd name="connsiteY193" fmla="*/ 110067 h 2870200"/>
              <a:gd name="connsiteX194" fmla="*/ 4072082 w 4114416"/>
              <a:gd name="connsiteY194" fmla="*/ 160867 h 2870200"/>
              <a:gd name="connsiteX195" fmla="*/ 4114416 w 4114416"/>
              <a:gd name="connsiteY195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608410 w 4114416"/>
              <a:gd name="connsiteY72" fmla="*/ 1462351 h 2870200"/>
              <a:gd name="connsiteX73" fmla="*/ 1633682 w 4114416"/>
              <a:gd name="connsiteY73" fmla="*/ 1524000 h 2870200"/>
              <a:gd name="connsiteX74" fmla="*/ 1659082 w 4114416"/>
              <a:gd name="connsiteY74" fmla="*/ 1490134 h 2870200"/>
              <a:gd name="connsiteX75" fmla="*/ 1684482 w 4114416"/>
              <a:gd name="connsiteY75" fmla="*/ 1388534 h 2870200"/>
              <a:gd name="connsiteX76" fmla="*/ 1743749 w 4114416"/>
              <a:gd name="connsiteY76" fmla="*/ 1286934 h 2870200"/>
              <a:gd name="connsiteX77" fmla="*/ 1794549 w 4114416"/>
              <a:gd name="connsiteY77" fmla="*/ 1176867 h 2870200"/>
              <a:gd name="connsiteX78" fmla="*/ 1819949 w 4114416"/>
              <a:gd name="connsiteY78" fmla="*/ 1202267 h 2870200"/>
              <a:gd name="connsiteX79" fmla="*/ 1828416 w 4114416"/>
              <a:gd name="connsiteY79" fmla="*/ 1227667 h 2870200"/>
              <a:gd name="connsiteX80" fmla="*/ 1845349 w 4114416"/>
              <a:gd name="connsiteY80" fmla="*/ 1261534 h 2870200"/>
              <a:gd name="connsiteX81" fmla="*/ 1887682 w 4114416"/>
              <a:gd name="connsiteY81" fmla="*/ 1422400 h 2870200"/>
              <a:gd name="connsiteX82" fmla="*/ 1938482 w 4114416"/>
              <a:gd name="connsiteY82" fmla="*/ 1600200 h 2870200"/>
              <a:gd name="connsiteX83" fmla="*/ 1989282 w 4114416"/>
              <a:gd name="connsiteY83" fmla="*/ 1744134 h 2870200"/>
              <a:gd name="connsiteX84" fmla="*/ 2006216 w 4114416"/>
              <a:gd name="connsiteY84" fmla="*/ 1498600 h 2870200"/>
              <a:gd name="connsiteX85" fmla="*/ 2023149 w 4114416"/>
              <a:gd name="connsiteY85" fmla="*/ 1464734 h 2870200"/>
              <a:gd name="connsiteX86" fmla="*/ 2031616 w 4114416"/>
              <a:gd name="connsiteY86" fmla="*/ 1439334 h 2870200"/>
              <a:gd name="connsiteX87" fmla="*/ 2082416 w 4114416"/>
              <a:gd name="connsiteY87" fmla="*/ 2032000 h 2870200"/>
              <a:gd name="connsiteX88" fmla="*/ 2090882 w 4114416"/>
              <a:gd name="connsiteY88" fmla="*/ 2150534 h 2870200"/>
              <a:gd name="connsiteX89" fmla="*/ 2099349 w 4114416"/>
              <a:gd name="connsiteY89" fmla="*/ 2489200 h 2870200"/>
              <a:gd name="connsiteX90" fmla="*/ 2133216 w 4114416"/>
              <a:gd name="connsiteY90" fmla="*/ 2421467 h 2870200"/>
              <a:gd name="connsiteX91" fmla="*/ 2175549 w 4114416"/>
              <a:gd name="connsiteY91" fmla="*/ 2319867 h 2870200"/>
              <a:gd name="connsiteX92" fmla="*/ 2200949 w 4114416"/>
              <a:gd name="connsiteY92" fmla="*/ 2286000 h 2870200"/>
              <a:gd name="connsiteX93" fmla="*/ 2234816 w 4114416"/>
              <a:gd name="connsiteY93" fmla="*/ 2235200 h 2870200"/>
              <a:gd name="connsiteX94" fmla="*/ 2251749 w 4114416"/>
              <a:gd name="connsiteY94" fmla="*/ 2514600 h 2870200"/>
              <a:gd name="connsiteX95" fmla="*/ 2277149 w 4114416"/>
              <a:gd name="connsiteY95" fmla="*/ 2565400 h 2870200"/>
              <a:gd name="connsiteX96" fmla="*/ 2285616 w 4114416"/>
              <a:gd name="connsiteY96" fmla="*/ 2489200 h 2870200"/>
              <a:gd name="connsiteX97" fmla="*/ 2302549 w 4114416"/>
              <a:gd name="connsiteY97" fmla="*/ 2421467 h 2870200"/>
              <a:gd name="connsiteX98" fmla="*/ 2311016 w 4114416"/>
              <a:gd name="connsiteY98" fmla="*/ 1718734 h 2870200"/>
              <a:gd name="connsiteX99" fmla="*/ 2336416 w 4114416"/>
              <a:gd name="connsiteY99" fmla="*/ 1811867 h 2870200"/>
              <a:gd name="connsiteX100" fmla="*/ 2361816 w 4114416"/>
              <a:gd name="connsiteY100" fmla="*/ 1871134 h 2870200"/>
              <a:gd name="connsiteX101" fmla="*/ 2387216 w 4114416"/>
              <a:gd name="connsiteY101" fmla="*/ 1938867 h 2870200"/>
              <a:gd name="connsiteX102" fmla="*/ 2395682 w 4114416"/>
              <a:gd name="connsiteY102" fmla="*/ 1972734 h 2870200"/>
              <a:gd name="connsiteX103" fmla="*/ 2404149 w 4114416"/>
              <a:gd name="connsiteY103" fmla="*/ 1574800 h 2870200"/>
              <a:gd name="connsiteX104" fmla="*/ 2429549 w 4114416"/>
              <a:gd name="connsiteY104" fmla="*/ 1236134 h 2870200"/>
              <a:gd name="connsiteX105" fmla="*/ 2446482 w 4114416"/>
              <a:gd name="connsiteY105" fmla="*/ 1092200 h 2870200"/>
              <a:gd name="connsiteX106" fmla="*/ 2454949 w 4114416"/>
              <a:gd name="connsiteY106" fmla="*/ 1066800 h 2870200"/>
              <a:gd name="connsiteX107" fmla="*/ 2463416 w 4114416"/>
              <a:gd name="connsiteY107" fmla="*/ 1092200 h 2870200"/>
              <a:gd name="connsiteX108" fmla="*/ 2480349 w 4114416"/>
              <a:gd name="connsiteY108" fmla="*/ 1117600 h 2870200"/>
              <a:gd name="connsiteX109" fmla="*/ 2488816 w 4114416"/>
              <a:gd name="connsiteY109" fmla="*/ 1227667 h 2870200"/>
              <a:gd name="connsiteX110" fmla="*/ 2514216 w 4114416"/>
              <a:gd name="connsiteY110" fmla="*/ 753534 h 2870200"/>
              <a:gd name="connsiteX111" fmla="*/ 2531149 w 4114416"/>
              <a:gd name="connsiteY111" fmla="*/ 685800 h 2870200"/>
              <a:gd name="connsiteX112" fmla="*/ 2539616 w 4114416"/>
              <a:gd name="connsiteY112" fmla="*/ 609600 h 2870200"/>
              <a:gd name="connsiteX113" fmla="*/ 2548082 w 4114416"/>
              <a:gd name="connsiteY113" fmla="*/ 558800 h 2870200"/>
              <a:gd name="connsiteX114" fmla="*/ 2565016 w 4114416"/>
              <a:gd name="connsiteY114" fmla="*/ 584200 h 2870200"/>
              <a:gd name="connsiteX115" fmla="*/ 2573482 w 4114416"/>
              <a:gd name="connsiteY115" fmla="*/ 778934 h 2870200"/>
              <a:gd name="connsiteX116" fmla="*/ 2615816 w 4114416"/>
              <a:gd name="connsiteY116" fmla="*/ 914400 h 2870200"/>
              <a:gd name="connsiteX117" fmla="*/ 2632749 w 4114416"/>
              <a:gd name="connsiteY117" fmla="*/ 973667 h 2870200"/>
              <a:gd name="connsiteX118" fmla="*/ 2649682 w 4114416"/>
              <a:gd name="connsiteY118" fmla="*/ 812800 h 2870200"/>
              <a:gd name="connsiteX119" fmla="*/ 2666616 w 4114416"/>
              <a:gd name="connsiteY119" fmla="*/ 694267 h 2870200"/>
              <a:gd name="connsiteX120" fmla="*/ 2692016 w 4114416"/>
              <a:gd name="connsiteY120" fmla="*/ 558800 h 2870200"/>
              <a:gd name="connsiteX121" fmla="*/ 2717416 w 4114416"/>
              <a:gd name="connsiteY121" fmla="*/ 321734 h 2870200"/>
              <a:gd name="connsiteX122" fmla="*/ 2734349 w 4114416"/>
              <a:gd name="connsiteY122" fmla="*/ 1058334 h 2870200"/>
              <a:gd name="connsiteX123" fmla="*/ 2760746 w 4114416"/>
              <a:gd name="connsiteY123" fmla="*/ 1023969 h 2870200"/>
              <a:gd name="connsiteX124" fmla="*/ 2810549 w 4114416"/>
              <a:gd name="connsiteY124" fmla="*/ 905934 h 2870200"/>
              <a:gd name="connsiteX125" fmla="*/ 2844416 w 4114416"/>
              <a:gd name="connsiteY125" fmla="*/ 855134 h 2870200"/>
              <a:gd name="connsiteX126" fmla="*/ 2869816 w 4114416"/>
              <a:gd name="connsiteY126" fmla="*/ 1422400 h 2870200"/>
              <a:gd name="connsiteX127" fmla="*/ 2878282 w 4114416"/>
              <a:gd name="connsiteY127" fmla="*/ 1388534 h 2870200"/>
              <a:gd name="connsiteX128" fmla="*/ 2895216 w 4114416"/>
              <a:gd name="connsiteY128" fmla="*/ 1363134 h 2870200"/>
              <a:gd name="connsiteX129" fmla="*/ 2920616 w 4114416"/>
              <a:gd name="connsiteY129" fmla="*/ 1278467 h 2870200"/>
              <a:gd name="connsiteX130" fmla="*/ 2937549 w 4114416"/>
              <a:gd name="connsiteY130" fmla="*/ 1320800 h 2870200"/>
              <a:gd name="connsiteX131" fmla="*/ 2954482 w 4114416"/>
              <a:gd name="connsiteY131" fmla="*/ 1388534 h 2870200"/>
              <a:gd name="connsiteX132" fmla="*/ 2971416 w 4114416"/>
              <a:gd name="connsiteY132" fmla="*/ 1422400 h 2870200"/>
              <a:gd name="connsiteX133" fmla="*/ 3013749 w 4114416"/>
              <a:gd name="connsiteY133" fmla="*/ 1540934 h 2870200"/>
              <a:gd name="connsiteX134" fmla="*/ 3030682 w 4114416"/>
              <a:gd name="connsiteY134" fmla="*/ 1566334 h 2870200"/>
              <a:gd name="connsiteX135" fmla="*/ 3064549 w 4114416"/>
              <a:gd name="connsiteY135" fmla="*/ 1718734 h 2870200"/>
              <a:gd name="connsiteX136" fmla="*/ 3089949 w 4114416"/>
              <a:gd name="connsiteY136" fmla="*/ 1761067 h 2870200"/>
              <a:gd name="connsiteX137" fmla="*/ 3123816 w 4114416"/>
              <a:gd name="connsiteY137" fmla="*/ 1879600 h 2870200"/>
              <a:gd name="connsiteX138" fmla="*/ 3115349 w 4114416"/>
              <a:gd name="connsiteY138" fmla="*/ 1913467 h 2870200"/>
              <a:gd name="connsiteX139" fmla="*/ 3127799 w 4114416"/>
              <a:gd name="connsiteY139" fmla="*/ 1901016 h 2870200"/>
              <a:gd name="connsiteX140" fmla="*/ 3106882 w 4114416"/>
              <a:gd name="connsiteY140" fmla="*/ 1888067 h 2870200"/>
              <a:gd name="connsiteX141" fmla="*/ 3132282 w 4114416"/>
              <a:gd name="connsiteY141" fmla="*/ 1871134 h 2870200"/>
              <a:gd name="connsiteX142" fmla="*/ 3140749 w 4114416"/>
              <a:gd name="connsiteY142" fmla="*/ 1769534 h 2870200"/>
              <a:gd name="connsiteX143" fmla="*/ 3157682 w 4114416"/>
              <a:gd name="connsiteY143" fmla="*/ 1710267 h 2870200"/>
              <a:gd name="connsiteX144" fmla="*/ 3166149 w 4114416"/>
              <a:gd name="connsiteY144" fmla="*/ 1684867 h 2870200"/>
              <a:gd name="connsiteX145" fmla="*/ 3191549 w 4114416"/>
              <a:gd name="connsiteY145" fmla="*/ 1676400 h 2870200"/>
              <a:gd name="connsiteX146" fmla="*/ 3200016 w 4114416"/>
              <a:gd name="connsiteY146" fmla="*/ 2006600 h 2870200"/>
              <a:gd name="connsiteX147" fmla="*/ 3208482 w 4114416"/>
              <a:gd name="connsiteY147" fmla="*/ 2048934 h 2870200"/>
              <a:gd name="connsiteX148" fmla="*/ 3216949 w 4114416"/>
              <a:gd name="connsiteY148" fmla="*/ 2099734 h 2870200"/>
              <a:gd name="connsiteX149" fmla="*/ 3233882 w 4114416"/>
              <a:gd name="connsiteY149" fmla="*/ 2048934 h 2870200"/>
              <a:gd name="connsiteX150" fmla="*/ 3242349 w 4114416"/>
              <a:gd name="connsiteY150" fmla="*/ 1998134 h 2870200"/>
              <a:gd name="connsiteX151" fmla="*/ 3276216 w 4114416"/>
              <a:gd name="connsiteY151" fmla="*/ 2353734 h 2870200"/>
              <a:gd name="connsiteX152" fmla="*/ 3301616 w 4114416"/>
              <a:gd name="connsiteY152" fmla="*/ 2387600 h 2870200"/>
              <a:gd name="connsiteX153" fmla="*/ 3310082 w 4114416"/>
              <a:gd name="connsiteY153" fmla="*/ 2497667 h 2870200"/>
              <a:gd name="connsiteX154" fmla="*/ 3327016 w 4114416"/>
              <a:gd name="connsiteY154" fmla="*/ 2531534 h 2870200"/>
              <a:gd name="connsiteX155" fmla="*/ 3343949 w 4114416"/>
              <a:gd name="connsiteY155" fmla="*/ 2599267 h 2870200"/>
              <a:gd name="connsiteX156" fmla="*/ 3369349 w 4114416"/>
              <a:gd name="connsiteY156" fmla="*/ 2667000 h 2870200"/>
              <a:gd name="connsiteX157" fmla="*/ 3411682 w 4114416"/>
              <a:gd name="connsiteY157" fmla="*/ 2810934 h 2870200"/>
              <a:gd name="connsiteX158" fmla="*/ 3437082 w 4114416"/>
              <a:gd name="connsiteY158" fmla="*/ 2870200 h 2870200"/>
              <a:gd name="connsiteX159" fmla="*/ 3462482 w 4114416"/>
              <a:gd name="connsiteY159" fmla="*/ 1828800 h 2870200"/>
              <a:gd name="connsiteX160" fmla="*/ 3461984 w 4114416"/>
              <a:gd name="connsiteY160" fmla="*/ 2090271 h 2870200"/>
              <a:gd name="connsiteX161" fmla="*/ 3487882 w 4114416"/>
              <a:gd name="connsiteY161" fmla="*/ 1735667 h 2870200"/>
              <a:gd name="connsiteX162" fmla="*/ 3513282 w 4114416"/>
              <a:gd name="connsiteY162" fmla="*/ 1651000 h 2870200"/>
              <a:gd name="connsiteX163" fmla="*/ 3521749 w 4114416"/>
              <a:gd name="connsiteY163" fmla="*/ 1701800 h 2870200"/>
              <a:gd name="connsiteX164" fmla="*/ 3525733 w 4114416"/>
              <a:gd name="connsiteY164" fmla="*/ 1875118 h 2870200"/>
              <a:gd name="connsiteX165" fmla="*/ 3547149 w 4114416"/>
              <a:gd name="connsiteY165" fmla="*/ 1752600 h 2870200"/>
              <a:gd name="connsiteX166" fmla="*/ 3555616 w 4114416"/>
              <a:gd name="connsiteY166" fmla="*/ 1693334 h 2870200"/>
              <a:gd name="connsiteX167" fmla="*/ 3597949 w 4114416"/>
              <a:gd name="connsiteY167" fmla="*/ 1608667 h 2870200"/>
              <a:gd name="connsiteX168" fmla="*/ 3614882 w 4114416"/>
              <a:gd name="connsiteY168" fmla="*/ 1566334 h 2870200"/>
              <a:gd name="connsiteX169" fmla="*/ 3657216 w 4114416"/>
              <a:gd name="connsiteY169" fmla="*/ 1464734 h 2870200"/>
              <a:gd name="connsiteX170" fmla="*/ 3661200 w 4114416"/>
              <a:gd name="connsiteY170" fmla="*/ 1373094 h 2870200"/>
              <a:gd name="connsiteX171" fmla="*/ 3682616 w 4114416"/>
              <a:gd name="connsiteY171" fmla="*/ 1363134 h 2870200"/>
              <a:gd name="connsiteX172" fmla="*/ 3699549 w 4114416"/>
              <a:gd name="connsiteY172" fmla="*/ 1320800 h 2870200"/>
              <a:gd name="connsiteX173" fmla="*/ 3694569 w 4114416"/>
              <a:gd name="connsiteY173" fmla="*/ 1151964 h 2870200"/>
              <a:gd name="connsiteX174" fmla="*/ 3741882 w 4114416"/>
              <a:gd name="connsiteY174" fmla="*/ 1227667 h 2870200"/>
              <a:gd name="connsiteX175" fmla="*/ 3750349 w 4114416"/>
              <a:gd name="connsiteY175" fmla="*/ 1176867 h 2870200"/>
              <a:gd name="connsiteX176" fmla="*/ 3767282 w 4114416"/>
              <a:gd name="connsiteY176" fmla="*/ 1126067 h 2870200"/>
              <a:gd name="connsiteX177" fmla="*/ 3775749 w 4114416"/>
              <a:gd name="connsiteY177" fmla="*/ 1058334 h 2870200"/>
              <a:gd name="connsiteX178" fmla="*/ 3784216 w 4114416"/>
              <a:gd name="connsiteY178" fmla="*/ 1270000 h 2870200"/>
              <a:gd name="connsiteX179" fmla="*/ 3813064 w 4114416"/>
              <a:gd name="connsiteY179" fmla="*/ 678606 h 2870200"/>
              <a:gd name="connsiteX180" fmla="*/ 3818082 w 4114416"/>
              <a:gd name="connsiteY180" fmla="*/ 558800 h 2870200"/>
              <a:gd name="connsiteX181" fmla="*/ 3835016 w 4114416"/>
              <a:gd name="connsiteY181" fmla="*/ 482600 h 2870200"/>
              <a:gd name="connsiteX182" fmla="*/ 3843482 w 4114416"/>
              <a:gd name="connsiteY182" fmla="*/ 533400 h 2870200"/>
              <a:gd name="connsiteX183" fmla="*/ 3860416 w 4114416"/>
              <a:gd name="connsiteY183" fmla="*/ 660400 h 2870200"/>
              <a:gd name="connsiteX184" fmla="*/ 3868882 w 4114416"/>
              <a:gd name="connsiteY184" fmla="*/ 702734 h 2870200"/>
              <a:gd name="connsiteX185" fmla="*/ 3885816 w 4114416"/>
              <a:gd name="connsiteY185" fmla="*/ 736600 h 2870200"/>
              <a:gd name="connsiteX186" fmla="*/ 3902749 w 4114416"/>
              <a:gd name="connsiteY186" fmla="*/ 702734 h 2870200"/>
              <a:gd name="connsiteX187" fmla="*/ 3962016 w 4114416"/>
              <a:gd name="connsiteY187" fmla="*/ 482600 h 2870200"/>
              <a:gd name="connsiteX188" fmla="*/ 3978949 w 4114416"/>
              <a:gd name="connsiteY188" fmla="*/ 457200 h 2870200"/>
              <a:gd name="connsiteX189" fmla="*/ 4004349 w 4114416"/>
              <a:gd name="connsiteY189" fmla="*/ 177800 h 2870200"/>
              <a:gd name="connsiteX190" fmla="*/ 4029749 w 4114416"/>
              <a:gd name="connsiteY190" fmla="*/ 135467 h 2870200"/>
              <a:gd name="connsiteX191" fmla="*/ 4038216 w 4114416"/>
              <a:gd name="connsiteY191" fmla="*/ 101600 h 2870200"/>
              <a:gd name="connsiteX192" fmla="*/ 4046682 w 4114416"/>
              <a:gd name="connsiteY192" fmla="*/ 76200 h 2870200"/>
              <a:gd name="connsiteX193" fmla="*/ 4055149 w 4114416"/>
              <a:gd name="connsiteY193" fmla="*/ 110067 h 2870200"/>
              <a:gd name="connsiteX194" fmla="*/ 4072082 w 4114416"/>
              <a:gd name="connsiteY194" fmla="*/ 160867 h 2870200"/>
              <a:gd name="connsiteX195" fmla="*/ 4114416 w 4114416"/>
              <a:gd name="connsiteY195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608410 w 4114416"/>
              <a:gd name="connsiteY72" fmla="*/ 1462351 h 2870200"/>
              <a:gd name="connsiteX73" fmla="*/ 1633682 w 4114416"/>
              <a:gd name="connsiteY73" fmla="*/ 1524000 h 2870200"/>
              <a:gd name="connsiteX74" fmla="*/ 1659082 w 4114416"/>
              <a:gd name="connsiteY74" fmla="*/ 1490134 h 2870200"/>
              <a:gd name="connsiteX75" fmla="*/ 1684482 w 4114416"/>
              <a:gd name="connsiteY75" fmla="*/ 1388534 h 2870200"/>
              <a:gd name="connsiteX76" fmla="*/ 1732631 w 4114416"/>
              <a:gd name="connsiteY76" fmla="*/ 1294184 h 2870200"/>
              <a:gd name="connsiteX77" fmla="*/ 1794549 w 4114416"/>
              <a:gd name="connsiteY77" fmla="*/ 1176867 h 2870200"/>
              <a:gd name="connsiteX78" fmla="*/ 1819949 w 4114416"/>
              <a:gd name="connsiteY78" fmla="*/ 1202267 h 2870200"/>
              <a:gd name="connsiteX79" fmla="*/ 1828416 w 4114416"/>
              <a:gd name="connsiteY79" fmla="*/ 1227667 h 2870200"/>
              <a:gd name="connsiteX80" fmla="*/ 1845349 w 4114416"/>
              <a:gd name="connsiteY80" fmla="*/ 1261534 h 2870200"/>
              <a:gd name="connsiteX81" fmla="*/ 1887682 w 4114416"/>
              <a:gd name="connsiteY81" fmla="*/ 1422400 h 2870200"/>
              <a:gd name="connsiteX82" fmla="*/ 1938482 w 4114416"/>
              <a:gd name="connsiteY82" fmla="*/ 1600200 h 2870200"/>
              <a:gd name="connsiteX83" fmla="*/ 1989282 w 4114416"/>
              <a:gd name="connsiteY83" fmla="*/ 1744134 h 2870200"/>
              <a:gd name="connsiteX84" fmla="*/ 2006216 w 4114416"/>
              <a:gd name="connsiteY84" fmla="*/ 1498600 h 2870200"/>
              <a:gd name="connsiteX85" fmla="*/ 2023149 w 4114416"/>
              <a:gd name="connsiteY85" fmla="*/ 1464734 h 2870200"/>
              <a:gd name="connsiteX86" fmla="*/ 2031616 w 4114416"/>
              <a:gd name="connsiteY86" fmla="*/ 1439334 h 2870200"/>
              <a:gd name="connsiteX87" fmla="*/ 2082416 w 4114416"/>
              <a:gd name="connsiteY87" fmla="*/ 2032000 h 2870200"/>
              <a:gd name="connsiteX88" fmla="*/ 2090882 w 4114416"/>
              <a:gd name="connsiteY88" fmla="*/ 2150534 h 2870200"/>
              <a:gd name="connsiteX89" fmla="*/ 2099349 w 4114416"/>
              <a:gd name="connsiteY89" fmla="*/ 2489200 h 2870200"/>
              <a:gd name="connsiteX90" fmla="*/ 2133216 w 4114416"/>
              <a:gd name="connsiteY90" fmla="*/ 2421467 h 2870200"/>
              <a:gd name="connsiteX91" fmla="*/ 2175549 w 4114416"/>
              <a:gd name="connsiteY91" fmla="*/ 2319867 h 2870200"/>
              <a:gd name="connsiteX92" fmla="*/ 2200949 w 4114416"/>
              <a:gd name="connsiteY92" fmla="*/ 2286000 h 2870200"/>
              <a:gd name="connsiteX93" fmla="*/ 2234816 w 4114416"/>
              <a:gd name="connsiteY93" fmla="*/ 2235200 h 2870200"/>
              <a:gd name="connsiteX94" fmla="*/ 2251749 w 4114416"/>
              <a:gd name="connsiteY94" fmla="*/ 2514600 h 2870200"/>
              <a:gd name="connsiteX95" fmla="*/ 2277149 w 4114416"/>
              <a:gd name="connsiteY95" fmla="*/ 2565400 h 2870200"/>
              <a:gd name="connsiteX96" fmla="*/ 2285616 w 4114416"/>
              <a:gd name="connsiteY96" fmla="*/ 2489200 h 2870200"/>
              <a:gd name="connsiteX97" fmla="*/ 2302549 w 4114416"/>
              <a:gd name="connsiteY97" fmla="*/ 2421467 h 2870200"/>
              <a:gd name="connsiteX98" fmla="*/ 2311016 w 4114416"/>
              <a:gd name="connsiteY98" fmla="*/ 1718734 h 2870200"/>
              <a:gd name="connsiteX99" fmla="*/ 2336416 w 4114416"/>
              <a:gd name="connsiteY99" fmla="*/ 1811867 h 2870200"/>
              <a:gd name="connsiteX100" fmla="*/ 2361816 w 4114416"/>
              <a:gd name="connsiteY100" fmla="*/ 1871134 h 2870200"/>
              <a:gd name="connsiteX101" fmla="*/ 2387216 w 4114416"/>
              <a:gd name="connsiteY101" fmla="*/ 1938867 h 2870200"/>
              <a:gd name="connsiteX102" fmla="*/ 2395682 w 4114416"/>
              <a:gd name="connsiteY102" fmla="*/ 1972734 h 2870200"/>
              <a:gd name="connsiteX103" fmla="*/ 2404149 w 4114416"/>
              <a:gd name="connsiteY103" fmla="*/ 1574800 h 2870200"/>
              <a:gd name="connsiteX104" fmla="*/ 2429549 w 4114416"/>
              <a:gd name="connsiteY104" fmla="*/ 1236134 h 2870200"/>
              <a:gd name="connsiteX105" fmla="*/ 2446482 w 4114416"/>
              <a:gd name="connsiteY105" fmla="*/ 1092200 h 2870200"/>
              <a:gd name="connsiteX106" fmla="*/ 2454949 w 4114416"/>
              <a:gd name="connsiteY106" fmla="*/ 1066800 h 2870200"/>
              <a:gd name="connsiteX107" fmla="*/ 2463416 w 4114416"/>
              <a:gd name="connsiteY107" fmla="*/ 1092200 h 2870200"/>
              <a:gd name="connsiteX108" fmla="*/ 2480349 w 4114416"/>
              <a:gd name="connsiteY108" fmla="*/ 1117600 h 2870200"/>
              <a:gd name="connsiteX109" fmla="*/ 2488816 w 4114416"/>
              <a:gd name="connsiteY109" fmla="*/ 1227667 h 2870200"/>
              <a:gd name="connsiteX110" fmla="*/ 2514216 w 4114416"/>
              <a:gd name="connsiteY110" fmla="*/ 753534 h 2870200"/>
              <a:gd name="connsiteX111" fmla="*/ 2531149 w 4114416"/>
              <a:gd name="connsiteY111" fmla="*/ 685800 h 2870200"/>
              <a:gd name="connsiteX112" fmla="*/ 2539616 w 4114416"/>
              <a:gd name="connsiteY112" fmla="*/ 609600 h 2870200"/>
              <a:gd name="connsiteX113" fmla="*/ 2548082 w 4114416"/>
              <a:gd name="connsiteY113" fmla="*/ 558800 h 2870200"/>
              <a:gd name="connsiteX114" fmla="*/ 2565016 w 4114416"/>
              <a:gd name="connsiteY114" fmla="*/ 584200 h 2870200"/>
              <a:gd name="connsiteX115" fmla="*/ 2573482 w 4114416"/>
              <a:gd name="connsiteY115" fmla="*/ 778934 h 2870200"/>
              <a:gd name="connsiteX116" fmla="*/ 2615816 w 4114416"/>
              <a:gd name="connsiteY116" fmla="*/ 914400 h 2870200"/>
              <a:gd name="connsiteX117" fmla="*/ 2632749 w 4114416"/>
              <a:gd name="connsiteY117" fmla="*/ 973667 h 2870200"/>
              <a:gd name="connsiteX118" fmla="*/ 2649682 w 4114416"/>
              <a:gd name="connsiteY118" fmla="*/ 812800 h 2870200"/>
              <a:gd name="connsiteX119" fmla="*/ 2666616 w 4114416"/>
              <a:gd name="connsiteY119" fmla="*/ 694267 h 2870200"/>
              <a:gd name="connsiteX120" fmla="*/ 2692016 w 4114416"/>
              <a:gd name="connsiteY120" fmla="*/ 558800 h 2870200"/>
              <a:gd name="connsiteX121" fmla="*/ 2717416 w 4114416"/>
              <a:gd name="connsiteY121" fmla="*/ 321734 h 2870200"/>
              <a:gd name="connsiteX122" fmla="*/ 2734349 w 4114416"/>
              <a:gd name="connsiteY122" fmla="*/ 1058334 h 2870200"/>
              <a:gd name="connsiteX123" fmla="*/ 2760746 w 4114416"/>
              <a:gd name="connsiteY123" fmla="*/ 1023969 h 2870200"/>
              <a:gd name="connsiteX124" fmla="*/ 2810549 w 4114416"/>
              <a:gd name="connsiteY124" fmla="*/ 905934 h 2870200"/>
              <a:gd name="connsiteX125" fmla="*/ 2844416 w 4114416"/>
              <a:gd name="connsiteY125" fmla="*/ 855134 h 2870200"/>
              <a:gd name="connsiteX126" fmla="*/ 2869816 w 4114416"/>
              <a:gd name="connsiteY126" fmla="*/ 1422400 h 2870200"/>
              <a:gd name="connsiteX127" fmla="*/ 2878282 w 4114416"/>
              <a:gd name="connsiteY127" fmla="*/ 1388534 h 2870200"/>
              <a:gd name="connsiteX128" fmla="*/ 2895216 w 4114416"/>
              <a:gd name="connsiteY128" fmla="*/ 1363134 h 2870200"/>
              <a:gd name="connsiteX129" fmla="*/ 2920616 w 4114416"/>
              <a:gd name="connsiteY129" fmla="*/ 1278467 h 2870200"/>
              <a:gd name="connsiteX130" fmla="*/ 2937549 w 4114416"/>
              <a:gd name="connsiteY130" fmla="*/ 1320800 h 2870200"/>
              <a:gd name="connsiteX131" fmla="*/ 2954482 w 4114416"/>
              <a:gd name="connsiteY131" fmla="*/ 1388534 h 2870200"/>
              <a:gd name="connsiteX132" fmla="*/ 2971416 w 4114416"/>
              <a:gd name="connsiteY132" fmla="*/ 1422400 h 2870200"/>
              <a:gd name="connsiteX133" fmla="*/ 3013749 w 4114416"/>
              <a:gd name="connsiteY133" fmla="*/ 1540934 h 2870200"/>
              <a:gd name="connsiteX134" fmla="*/ 3030682 w 4114416"/>
              <a:gd name="connsiteY134" fmla="*/ 1566334 h 2870200"/>
              <a:gd name="connsiteX135" fmla="*/ 3064549 w 4114416"/>
              <a:gd name="connsiteY135" fmla="*/ 1718734 h 2870200"/>
              <a:gd name="connsiteX136" fmla="*/ 3089949 w 4114416"/>
              <a:gd name="connsiteY136" fmla="*/ 1761067 h 2870200"/>
              <a:gd name="connsiteX137" fmla="*/ 3123816 w 4114416"/>
              <a:gd name="connsiteY137" fmla="*/ 1879600 h 2870200"/>
              <a:gd name="connsiteX138" fmla="*/ 3115349 w 4114416"/>
              <a:gd name="connsiteY138" fmla="*/ 1913467 h 2870200"/>
              <a:gd name="connsiteX139" fmla="*/ 3127799 w 4114416"/>
              <a:gd name="connsiteY139" fmla="*/ 1901016 h 2870200"/>
              <a:gd name="connsiteX140" fmla="*/ 3106882 w 4114416"/>
              <a:gd name="connsiteY140" fmla="*/ 1888067 h 2870200"/>
              <a:gd name="connsiteX141" fmla="*/ 3132282 w 4114416"/>
              <a:gd name="connsiteY141" fmla="*/ 1871134 h 2870200"/>
              <a:gd name="connsiteX142" fmla="*/ 3140749 w 4114416"/>
              <a:gd name="connsiteY142" fmla="*/ 1769534 h 2870200"/>
              <a:gd name="connsiteX143" fmla="*/ 3157682 w 4114416"/>
              <a:gd name="connsiteY143" fmla="*/ 1710267 h 2870200"/>
              <a:gd name="connsiteX144" fmla="*/ 3166149 w 4114416"/>
              <a:gd name="connsiteY144" fmla="*/ 1684867 h 2870200"/>
              <a:gd name="connsiteX145" fmla="*/ 3191549 w 4114416"/>
              <a:gd name="connsiteY145" fmla="*/ 1676400 h 2870200"/>
              <a:gd name="connsiteX146" fmla="*/ 3200016 w 4114416"/>
              <a:gd name="connsiteY146" fmla="*/ 2006600 h 2870200"/>
              <a:gd name="connsiteX147" fmla="*/ 3208482 w 4114416"/>
              <a:gd name="connsiteY147" fmla="*/ 2048934 h 2870200"/>
              <a:gd name="connsiteX148" fmla="*/ 3216949 w 4114416"/>
              <a:gd name="connsiteY148" fmla="*/ 2099734 h 2870200"/>
              <a:gd name="connsiteX149" fmla="*/ 3233882 w 4114416"/>
              <a:gd name="connsiteY149" fmla="*/ 2048934 h 2870200"/>
              <a:gd name="connsiteX150" fmla="*/ 3242349 w 4114416"/>
              <a:gd name="connsiteY150" fmla="*/ 1998134 h 2870200"/>
              <a:gd name="connsiteX151" fmla="*/ 3276216 w 4114416"/>
              <a:gd name="connsiteY151" fmla="*/ 2353734 h 2870200"/>
              <a:gd name="connsiteX152" fmla="*/ 3301616 w 4114416"/>
              <a:gd name="connsiteY152" fmla="*/ 2387600 h 2870200"/>
              <a:gd name="connsiteX153" fmla="*/ 3310082 w 4114416"/>
              <a:gd name="connsiteY153" fmla="*/ 2497667 h 2870200"/>
              <a:gd name="connsiteX154" fmla="*/ 3327016 w 4114416"/>
              <a:gd name="connsiteY154" fmla="*/ 2531534 h 2870200"/>
              <a:gd name="connsiteX155" fmla="*/ 3343949 w 4114416"/>
              <a:gd name="connsiteY155" fmla="*/ 2599267 h 2870200"/>
              <a:gd name="connsiteX156" fmla="*/ 3369349 w 4114416"/>
              <a:gd name="connsiteY156" fmla="*/ 2667000 h 2870200"/>
              <a:gd name="connsiteX157" fmla="*/ 3411682 w 4114416"/>
              <a:gd name="connsiteY157" fmla="*/ 2810934 h 2870200"/>
              <a:gd name="connsiteX158" fmla="*/ 3437082 w 4114416"/>
              <a:gd name="connsiteY158" fmla="*/ 2870200 h 2870200"/>
              <a:gd name="connsiteX159" fmla="*/ 3462482 w 4114416"/>
              <a:gd name="connsiteY159" fmla="*/ 1828800 h 2870200"/>
              <a:gd name="connsiteX160" fmla="*/ 3461984 w 4114416"/>
              <a:gd name="connsiteY160" fmla="*/ 2090271 h 2870200"/>
              <a:gd name="connsiteX161" fmla="*/ 3487882 w 4114416"/>
              <a:gd name="connsiteY161" fmla="*/ 1735667 h 2870200"/>
              <a:gd name="connsiteX162" fmla="*/ 3513282 w 4114416"/>
              <a:gd name="connsiteY162" fmla="*/ 1651000 h 2870200"/>
              <a:gd name="connsiteX163" fmla="*/ 3521749 w 4114416"/>
              <a:gd name="connsiteY163" fmla="*/ 1701800 h 2870200"/>
              <a:gd name="connsiteX164" fmla="*/ 3525733 w 4114416"/>
              <a:gd name="connsiteY164" fmla="*/ 1875118 h 2870200"/>
              <a:gd name="connsiteX165" fmla="*/ 3547149 w 4114416"/>
              <a:gd name="connsiteY165" fmla="*/ 1752600 h 2870200"/>
              <a:gd name="connsiteX166" fmla="*/ 3555616 w 4114416"/>
              <a:gd name="connsiteY166" fmla="*/ 1693334 h 2870200"/>
              <a:gd name="connsiteX167" fmla="*/ 3597949 w 4114416"/>
              <a:gd name="connsiteY167" fmla="*/ 1608667 h 2870200"/>
              <a:gd name="connsiteX168" fmla="*/ 3614882 w 4114416"/>
              <a:gd name="connsiteY168" fmla="*/ 1566334 h 2870200"/>
              <a:gd name="connsiteX169" fmla="*/ 3657216 w 4114416"/>
              <a:gd name="connsiteY169" fmla="*/ 1464734 h 2870200"/>
              <a:gd name="connsiteX170" fmla="*/ 3661200 w 4114416"/>
              <a:gd name="connsiteY170" fmla="*/ 1373094 h 2870200"/>
              <a:gd name="connsiteX171" fmla="*/ 3682616 w 4114416"/>
              <a:gd name="connsiteY171" fmla="*/ 1363134 h 2870200"/>
              <a:gd name="connsiteX172" fmla="*/ 3699549 w 4114416"/>
              <a:gd name="connsiteY172" fmla="*/ 1320800 h 2870200"/>
              <a:gd name="connsiteX173" fmla="*/ 3694569 w 4114416"/>
              <a:gd name="connsiteY173" fmla="*/ 1151964 h 2870200"/>
              <a:gd name="connsiteX174" fmla="*/ 3741882 w 4114416"/>
              <a:gd name="connsiteY174" fmla="*/ 1227667 h 2870200"/>
              <a:gd name="connsiteX175" fmla="*/ 3750349 w 4114416"/>
              <a:gd name="connsiteY175" fmla="*/ 1176867 h 2870200"/>
              <a:gd name="connsiteX176" fmla="*/ 3767282 w 4114416"/>
              <a:gd name="connsiteY176" fmla="*/ 1126067 h 2870200"/>
              <a:gd name="connsiteX177" fmla="*/ 3775749 w 4114416"/>
              <a:gd name="connsiteY177" fmla="*/ 1058334 h 2870200"/>
              <a:gd name="connsiteX178" fmla="*/ 3784216 w 4114416"/>
              <a:gd name="connsiteY178" fmla="*/ 1270000 h 2870200"/>
              <a:gd name="connsiteX179" fmla="*/ 3813064 w 4114416"/>
              <a:gd name="connsiteY179" fmla="*/ 678606 h 2870200"/>
              <a:gd name="connsiteX180" fmla="*/ 3818082 w 4114416"/>
              <a:gd name="connsiteY180" fmla="*/ 558800 h 2870200"/>
              <a:gd name="connsiteX181" fmla="*/ 3835016 w 4114416"/>
              <a:gd name="connsiteY181" fmla="*/ 482600 h 2870200"/>
              <a:gd name="connsiteX182" fmla="*/ 3843482 w 4114416"/>
              <a:gd name="connsiteY182" fmla="*/ 533400 h 2870200"/>
              <a:gd name="connsiteX183" fmla="*/ 3860416 w 4114416"/>
              <a:gd name="connsiteY183" fmla="*/ 660400 h 2870200"/>
              <a:gd name="connsiteX184" fmla="*/ 3868882 w 4114416"/>
              <a:gd name="connsiteY184" fmla="*/ 702734 h 2870200"/>
              <a:gd name="connsiteX185" fmla="*/ 3885816 w 4114416"/>
              <a:gd name="connsiteY185" fmla="*/ 736600 h 2870200"/>
              <a:gd name="connsiteX186" fmla="*/ 3902749 w 4114416"/>
              <a:gd name="connsiteY186" fmla="*/ 702734 h 2870200"/>
              <a:gd name="connsiteX187" fmla="*/ 3962016 w 4114416"/>
              <a:gd name="connsiteY187" fmla="*/ 482600 h 2870200"/>
              <a:gd name="connsiteX188" fmla="*/ 3978949 w 4114416"/>
              <a:gd name="connsiteY188" fmla="*/ 457200 h 2870200"/>
              <a:gd name="connsiteX189" fmla="*/ 4004349 w 4114416"/>
              <a:gd name="connsiteY189" fmla="*/ 177800 h 2870200"/>
              <a:gd name="connsiteX190" fmla="*/ 4029749 w 4114416"/>
              <a:gd name="connsiteY190" fmla="*/ 135467 h 2870200"/>
              <a:gd name="connsiteX191" fmla="*/ 4038216 w 4114416"/>
              <a:gd name="connsiteY191" fmla="*/ 101600 h 2870200"/>
              <a:gd name="connsiteX192" fmla="*/ 4046682 w 4114416"/>
              <a:gd name="connsiteY192" fmla="*/ 76200 h 2870200"/>
              <a:gd name="connsiteX193" fmla="*/ 4055149 w 4114416"/>
              <a:gd name="connsiteY193" fmla="*/ 110067 h 2870200"/>
              <a:gd name="connsiteX194" fmla="*/ 4072082 w 4114416"/>
              <a:gd name="connsiteY194" fmla="*/ 160867 h 2870200"/>
              <a:gd name="connsiteX195" fmla="*/ 4114416 w 4114416"/>
              <a:gd name="connsiteY195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608410 w 4114416"/>
              <a:gd name="connsiteY72" fmla="*/ 1462351 h 2870200"/>
              <a:gd name="connsiteX73" fmla="*/ 1633682 w 4114416"/>
              <a:gd name="connsiteY73" fmla="*/ 1524000 h 2870200"/>
              <a:gd name="connsiteX74" fmla="*/ 1659082 w 4114416"/>
              <a:gd name="connsiteY74" fmla="*/ 1490134 h 2870200"/>
              <a:gd name="connsiteX75" fmla="*/ 1684482 w 4114416"/>
              <a:gd name="connsiteY75" fmla="*/ 1388534 h 2870200"/>
              <a:gd name="connsiteX76" fmla="*/ 1732631 w 4114416"/>
              <a:gd name="connsiteY76" fmla="*/ 1294184 h 2870200"/>
              <a:gd name="connsiteX77" fmla="*/ 1794549 w 4114416"/>
              <a:gd name="connsiteY77" fmla="*/ 1176867 h 2870200"/>
              <a:gd name="connsiteX78" fmla="*/ 1819949 w 4114416"/>
              <a:gd name="connsiteY78" fmla="*/ 1202267 h 2870200"/>
              <a:gd name="connsiteX79" fmla="*/ 1845349 w 4114416"/>
              <a:gd name="connsiteY79" fmla="*/ 1261534 h 2870200"/>
              <a:gd name="connsiteX80" fmla="*/ 1887682 w 4114416"/>
              <a:gd name="connsiteY80" fmla="*/ 1422400 h 2870200"/>
              <a:gd name="connsiteX81" fmla="*/ 1938482 w 4114416"/>
              <a:gd name="connsiteY81" fmla="*/ 1600200 h 2870200"/>
              <a:gd name="connsiteX82" fmla="*/ 1989282 w 4114416"/>
              <a:gd name="connsiteY82" fmla="*/ 1744134 h 2870200"/>
              <a:gd name="connsiteX83" fmla="*/ 2006216 w 4114416"/>
              <a:gd name="connsiteY83" fmla="*/ 1498600 h 2870200"/>
              <a:gd name="connsiteX84" fmla="*/ 2023149 w 4114416"/>
              <a:gd name="connsiteY84" fmla="*/ 1464734 h 2870200"/>
              <a:gd name="connsiteX85" fmla="*/ 2031616 w 4114416"/>
              <a:gd name="connsiteY85" fmla="*/ 1439334 h 2870200"/>
              <a:gd name="connsiteX86" fmla="*/ 2082416 w 4114416"/>
              <a:gd name="connsiteY86" fmla="*/ 2032000 h 2870200"/>
              <a:gd name="connsiteX87" fmla="*/ 2090882 w 4114416"/>
              <a:gd name="connsiteY87" fmla="*/ 2150534 h 2870200"/>
              <a:gd name="connsiteX88" fmla="*/ 2099349 w 4114416"/>
              <a:gd name="connsiteY88" fmla="*/ 2489200 h 2870200"/>
              <a:gd name="connsiteX89" fmla="*/ 2133216 w 4114416"/>
              <a:gd name="connsiteY89" fmla="*/ 2421467 h 2870200"/>
              <a:gd name="connsiteX90" fmla="*/ 2175549 w 4114416"/>
              <a:gd name="connsiteY90" fmla="*/ 2319867 h 2870200"/>
              <a:gd name="connsiteX91" fmla="*/ 2200949 w 4114416"/>
              <a:gd name="connsiteY91" fmla="*/ 2286000 h 2870200"/>
              <a:gd name="connsiteX92" fmla="*/ 2234816 w 4114416"/>
              <a:gd name="connsiteY92" fmla="*/ 2235200 h 2870200"/>
              <a:gd name="connsiteX93" fmla="*/ 2251749 w 4114416"/>
              <a:gd name="connsiteY93" fmla="*/ 2514600 h 2870200"/>
              <a:gd name="connsiteX94" fmla="*/ 2277149 w 4114416"/>
              <a:gd name="connsiteY94" fmla="*/ 2565400 h 2870200"/>
              <a:gd name="connsiteX95" fmla="*/ 2285616 w 4114416"/>
              <a:gd name="connsiteY95" fmla="*/ 2489200 h 2870200"/>
              <a:gd name="connsiteX96" fmla="*/ 2302549 w 4114416"/>
              <a:gd name="connsiteY96" fmla="*/ 2421467 h 2870200"/>
              <a:gd name="connsiteX97" fmla="*/ 2311016 w 4114416"/>
              <a:gd name="connsiteY97" fmla="*/ 1718734 h 2870200"/>
              <a:gd name="connsiteX98" fmla="*/ 2336416 w 4114416"/>
              <a:gd name="connsiteY98" fmla="*/ 1811867 h 2870200"/>
              <a:gd name="connsiteX99" fmla="*/ 2361816 w 4114416"/>
              <a:gd name="connsiteY99" fmla="*/ 1871134 h 2870200"/>
              <a:gd name="connsiteX100" fmla="*/ 2387216 w 4114416"/>
              <a:gd name="connsiteY100" fmla="*/ 1938867 h 2870200"/>
              <a:gd name="connsiteX101" fmla="*/ 2395682 w 4114416"/>
              <a:gd name="connsiteY101" fmla="*/ 1972734 h 2870200"/>
              <a:gd name="connsiteX102" fmla="*/ 2404149 w 4114416"/>
              <a:gd name="connsiteY102" fmla="*/ 1574800 h 2870200"/>
              <a:gd name="connsiteX103" fmla="*/ 2429549 w 4114416"/>
              <a:gd name="connsiteY103" fmla="*/ 1236134 h 2870200"/>
              <a:gd name="connsiteX104" fmla="*/ 2446482 w 4114416"/>
              <a:gd name="connsiteY104" fmla="*/ 1092200 h 2870200"/>
              <a:gd name="connsiteX105" fmla="*/ 2454949 w 4114416"/>
              <a:gd name="connsiteY105" fmla="*/ 1066800 h 2870200"/>
              <a:gd name="connsiteX106" fmla="*/ 2463416 w 4114416"/>
              <a:gd name="connsiteY106" fmla="*/ 1092200 h 2870200"/>
              <a:gd name="connsiteX107" fmla="*/ 2480349 w 4114416"/>
              <a:gd name="connsiteY107" fmla="*/ 1117600 h 2870200"/>
              <a:gd name="connsiteX108" fmla="*/ 2488816 w 4114416"/>
              <a:gd name="connsiteY108" fmla="*/ 1227667 h 2870200"/>
              <a:gd name="connsiteX109" fmla="*/ 2514216 w 4114416"/>
              <a:gd name="connsiteY109" fmla="*/ 753534 h 2870200"/>
              <a:gd name="connsiteX110" fmla="*/ 2531149 w 4114416"/>
              <a:gd name="connsiteY110" fmla="*/ 685800 h 2870200"/>
              <a:gd name="connsiteX111" fmla="*/ 2539616 w 4114416"/>
              <a:gd name="connsiteY111" fmla="*/ 609600 h 2870200"/>
              <a:gd name="connsiteX112" fmla="*/ 2548082 w 4114416"/>
              <a:gd name="connsiteY112" fmla="*/ 558800 h 2870200"/>
              <a:gd name="connsiteX113" fmla="*/ 2565016 w 4114416"/>
              <a:gd name="connsiteY113" fmla="*/ 584200 h 2870200"/>
              <a:gd name="connsiteX114" fmla="*/ 2573482 w 4114416"/>
              <a:gd name="connsiteY114" fmla="*/ 778934 h 2870200"/>
              <a:gd name="connsiteX115" fmla="*/ 2615816 w 4114416"/>
              <a:gd name="connsiteY115" fmla="*/ 914400 h 2870200"/>
              <a:gd name="connsiteX116" fmla="*/ 2632749 w 4114416"/>
              <a:gd name="connsiteY116" fmla="*/ 973667 h 2870200"/>
              <a:gd name="connsiteX117" fmla="*/ 2649682 w 4114416"/>
              <a:gd name="connsiteY117" fmla="*/ 812800 h 2870200"/>
              <a:gd name="connsiteX118" fmla="*/ 2666616 w 4114416"/>
              <a:gd name="connsiteY118" fmla="*/ 694267 h 2870200"/>
              <a:gd name="connsiteX119" fmla="*/ 2692016 w 4114416"/>
              <a:gd name="connsiteY119" fmla="*/ 558800 h 2870200"/>
              <a:gd name="connsiteX120" fmla="*/ 2717416 w 4114416"/>
              <a:gd name="connsiteY120" fmla="*/ 321734 h 2870200"/>
              <a:gd name="connsiteX121" fmla="*/ 2734349 w 4114416"/>
              <a:gd name="connsiteY121" fmla="*/ 1058334 h 2870200"/>
              <a:gd name="connsiteX122" fmla="*/ 2760746 w 4114416"/>
              <a:gd name="connsiteY122" fmla="*/ 1023969 h 2870200"/>
              <a:gd name="connsiteX123" fmla="*/ 2810549 w 4114416"/>
              <a:gd name="connsiteY123" fmla="*/ 905934 h 2870200"/>
              <a:gd name="connsiteX124" fmla="*/ 2844416 w 4114416"/>
              <a:gd name="connsiteY124" fmla="*/ 855134 h 2870200"/>
              <a:gd name="connsiteX125" fmla="*/ 2869816 w 4114416"/>
              <a:gd name="connsiteY125" fmla="*/ 1422400 h 2870200"/>
              <a:gd name="connsiteX126" fmla="*/ 2878282 w 4114416"/>
              <a:gd name="connsiteY126" fmla="*/ 1388534 h 2870200"/>
              <a:gd name="connsiteX127" fmla="*/ 2895216 w 4114416"/>
              <a:gd name="connsiteY127" fmla="*/ 1363134 h 2870200"/>
              <a:gd name="connsiteX128" fmla="*/ 2920616 w 4114416"/>
              <a:gd name="connsiteY128" fmla="*/ 1278467 h 2870200"/>
              <a:gd name="connsiteX129" fmla="*/ 2937549 w 4114416"/>
              <a:gd name="connsiteY129" fmla="*/ 1320800 h 2870200"/>
              <a:gd name="connsiteX130" fmla="*/ 2954482 w 4114416"/>
              <a:gd name="connsiteY130" fmla="*/ 1388534 h 2870200"/>
              <a:gd name="connsiteX131" fmla="*/ 2971416 w 4114416"/>
              <a:gd name="connsiteY131" fmla="*/ 1422400 h 2870200"/>
              <a:gd name="connsiteX132" fmla="*/ 3013749 w 4114416"/>
              <a:gd name="connsiteY132" fmla="*/ 1540934 h 2870200"/>
              <a:gd name="connsiteX133" fmla="*/ 3030682 w 4114416"/>
              <a:gd name="connsiteY133" fmla="*/ 1566334 h 2870200"/>
              <a:gd name="connsiteX134" fmla="*/ 3064549 w 4114416"/>
              <a:gd name="connsiteY134" fmla="*/ 1718734 h 2870200"/>
              <a:gd name="connsiteX135" fmla="*/ 3089949 w 4114416"/>
              <a:gd name="connsiteY135" fmla="*/ 1761067 h 2870200"/>
              <a:gd name="connsiteX136" fmla="*/ 3123816 w 4114416"/>
              <a:gd name="connsiteY136" fmla="*/ 1879600 h 2870200"/>
              <a:gd name="connsiteX137" fmla="*/ 3115349 w 4114416"/>
              <a:gd name="connsiteY137" fmla="*/ 1913467 h 2870200"/>
              <a:gd name="connsiteX138" fmla="*/ 3127799 w 4114416"/>
              <a:gd name="connsiteY138" fmla="*/ 1901016 h 2870200"/>
              <a:gd name="connsiteX139" fmla="*/ 3106882 w 4114416"/>
              <a:gd name="connsiteY139" fmla="*/ 1888067 h 2870200"/>
              <a:gd name="connsiteX140" fmla="*/ 3132282 w 4114416"/>
              <a:gd name="connsiteY140" fmla="*/ 1871134 h 2870200"/>
              <a:gd name="connsiteX141" fmla="*/ 3140749 w 4114416"/>
              <a:gd name="connsiteY141" fmla="*/ 1769534 h 2870200"/>
              <a:gd name="connsiteX142" fmla="*/ 3157682 w 4114416"/>
              <a:gd name="connsiteY142" fmla="*/ 1710267 h 2870200"/>
              <a:gd name="connsiteX143" fmla="*/ 3166149 w 4114416"/>
              <a:gd name="connsiteY143" fmla="*/ 1684867 h 2870200"/>
              <a:gd name="connsiteX144" fmla="*/ 3191549 w 4114416"/>
              <a:gd name="connsiteY144" fmla="*/ 1676400 h 2870200"/>
              <a:gd name="connsiteX145" fmla="*/ 3200016 w 4114416"/>
              <a:gd name="connsiteY145" fmla="*/ 2006600 h 2870200"/>
              <a:gd name="connsiteX146" fmla="*/ 3208482 w 4114416"/>
              <a:gd name="connsiteY146" fmla="*/ 2048934 h 2870200"/>
              <a:gd name="connsiteX147" fmla="*/ 3216949 w 4114416"/>
              <a:gd name="connsiteY147" fmla="*/ 2099734 h 2870200"/>
              <a:gd name="connsiteX148" fmla="*/ 3233882 w 4114416"/>
              <a:gd name="connsiteY148" fmla="*/ 2048934 h 2870200"/>
              <a:gd name="connsiteX149" fmla="*/ 3242349 w 4114416"/>
              <a:gd name="connsiteY149" fmla="*/ 1998134 h 2870200"/>
              <a:gd name="connsiteX150" fmla="*/ 3276216 w 4114416"/>
              <a:gd name="connsiteY150" fmla="*/ 2353734 h 2870200"/>
              <a:gd name="connsiteX151" fmla="*/ 3301616 w 4114416"/>
              <a:gd name="connsiteY151" fmla="*/ 2387600 h 2870200"/>
              <a:gd name="connsiteX152" fmla="*/ 3310082 w 4114416"/>
              <a:gd name="connsiteY152" fmla="*/ 2497667 h 2870200"/>
              <a:gd name="connsiteX153" fmla="*/ 3327016 w 4114416"/>
              <a:gd name="connsiteY153" fmla="*/ 2531534 h 2870200"/>
              <a:gd name="connsiteX154" fmla="*/ 3343949 w 4114416"/>
              <a:gd name="connsiteY154" fmla="*/ 2599267 h 2870200"/>
              <a:gd name="connsiteX155" fmla="*/ 3369349 w 4114416"/>
              <a:gd name="connsiteY155" fmla="*/ 2667000 h 2870200"/>
              <a:gd name="connsiteX156" fmla="*/ 3411682 w 4114416"/>
              <a:gd name="connsiteY156" fmla="*/ 2810934 h 2870200"/>
              <a:gd name="connsiteX157" fmla="*/ 3437082 w 4114416"/>
              <a:gd name="connsiteY157" fmla="*/ 2870200 h 2870200"/>
              <a:gd name="connsiteX158" fmla="*/ 3462482 w 4114416"/>
              <a:gd name="connsiteY158" fmla="*/ 1828800 h 2870200"/>
              <a:gd name="connsiteX159" fmla="*/ 3461984 w 4114416"/>
              <a:gd name="connsiteY159" fmla="*/ 2090271 h 2870200"/>
              <a:gd name="connsiteX160" fmla="*/ 3487882 w 4114416"/>
              <a:gd name="connsiteY160" fmla="*/ 1735667 h 2870200"/>
              <a:gd name="connsiteX161" fmla="*/ 3513282 w 4114416"/>
              <a:gd name="connsiteY161" fmla="*/ 1651000 h 2870200"/>
              <a:gd name="connsiteX162" fmla="*/ 3521749 w 4114416"/>
              <a:gd name="connsiteY162" fmla="*/ 1701800 h 2870200"/>
              <a:gd name="connsiteX163" fmla="*/ 3525733 w 4114416"/>
              <a:gd name="connsiteY163" fmla="*/ 1875118 h 2870200"/>
              <a:gd name="connsiteX164" fmla="*/ 3547149 w 4114416"/>
              <a:gd name="connsiteY164" fmla="*/ 1752600 h 2870200"/>
              <a:gd name="connsiteX165" fmla="*/ 3555616 w 4114416"/>
              <a:gd name="connsiteY165" fmla="*/ 1693334 h 2870200"/>
              <a:gd name="connsiteX166" fmla="*/ 3597949 w 4114416"/>
              <a:gd name="connsiteY166" fmla="*/ 1608667 h 2870200"/>
              <a:gd name="connsiteX167" fmla="*/ 3614882 w 4114416"/>
              <a:gd name="connsiteY167" fmla="*/ 1566334 h 2870200"/>
              <a:gd name="connsiteX168" fmla="*/ 3657216 w 4114416"/>
              <a:gd name="connsiteY168" fmla="*/ 1464734 h 2870200"/>
              <a:gd name="connsiteX169" fmla="*/ 3661200 w 4114416"/>
              <a:gd name="connsiteY169" fmla="*/ 1373094 h 2870200"/>
              <a:gd name="connsiteX170" fmla="*/ 3682616 w 4114416"/>
              <a:gd name="connsiteY170" fmla="*/ 1363134 h 2870200"/>
              <a:gd name="connsiteX171" fmla="*/ 3699549 w 4114416"/>
              <a:gd name="connsiteY171" fmla="*/ 1320800 h 2870200"/>
              <a:gd name="connsiteX172" fmla="*/ 3694569 w 4114416"/>
              <a:gd name="connsiteY172" fmla="*/ 1151964 h 2870200"/>
              <a:gd name="connsiteX173" fmla="*/ 3741882 w 4114416"/>
              <a:gd name="connsiteY173" fmla="*/ 1227667 h 2870200"/>
              <a:gd name="connsiteX174" fmla="*/ 3750349 w 4114416"/>
              <a:gd name="connsiteY174" fmla="*/ 1176867 h 2870200"/>
              <a:gd name="connsiteX175" fmla="*/ 3767282 w 4114416"/>
              <a:gd name="connsiteY175" fmla="*/ 1126067 h 2870200"/>
              <a:gd name="connsiteX176" fmla="*/ 3775749 w 4114416"/>
              <a:gd name="connsiteY176" fmla="*/ 1058334 h 2870200"/>
              <a:gd name="connsiteX177" fmla="*/ 3784216 w 4114416"/>
              <a:gd name="connsiteY177" fmla="*/ 1270000 h 2870200"/>
              <a:gd name="connsiteX178" fmla="*/ 3813064 w 4114416"/>
              <a:gd name="connsiteY178" fmla="*/ 678606 h 2870200"/>
              <a:gd name="connsiteX179" fmla="*/ 3818082 w 4114416"/>
              <a:gd name="connsiteY179" fmla="*/ 558800 h 2870200"/>
              <a:gd name="connsiteX180" fmla="*/ 3835016 w 4114416"/>
              <a:gd name="connsiteY180" fmla="*/ 482600 h 2870200"/>
              <a:gd name="connsiteX181" fmla="*/ 3843482 w 4114416"/>
              <a:gd name="connsiteY181" fmla="*/ 533400 h 2870200"/>
              <a:gd name="connsiteX182" fmla="*/ 3860416 w 4114416"/>
              <a:gd name="connsiteY182" fmla="*/ 660400 h 2870200"/>
              <a:gd name="connsiteX183" fmla="*/ 3868882 w 4114416"/>
              <a:gd name="connsiteY183" fmla="*/ 702734 h 2870200"/>
              <a:gd name="connsiteX184" fmla="*/ 3885816 w 4114416"/>
              <a:gd name="connsiteY184" fmla="*/ 736600 h 2870200"/>
              <a:gd name="connsiteX185" fmla="*/ 3902749 w 4114416"/>
              <a:gd name="connsiteY185" fmla="*/ 702734 h 2870200"/>
              <a:gd name="connsiteX186" fmla="*/ 3962016 w 4114416"/>
              <a:gd name="connsiteY186" fmla="*/ 482600 h 2870200"/>
              <a:gd name="connsiteX187" fmla="*/ 3978949 w 4114416"/>
              <a:gd name="connsiteY187" fmla="*/ 457200 h 2870200"/>
              <a:gd name="connsiteX188" fmla="*/ 4004349 w 4114416"/>
              <a:gd name="connsiteY188" fmla="*/ 177800 h 2870200"/>
              <a:gd name="connsiteX189" fmla="*/ 4029749 w 4114416"/>
              <a:gd name="connsiteY189" fmla="*/ 135467 h 2870200"/>
              <a:gd name="connsiteX190" fmla="*/ 4038216 w 4114416"/>
              <a:gd name="connsiteY190" fmla="*/ 101600 h 2870200"/>
              <a:gd name="connsiteX191" fmla="*/ 4046682 w 4114416"/>
              <a:gd name="connsiteY191" fmla="*/ 76200 h 2870200"/>
              <a:gd name="connsiteX192" fmla="*/ 4055149 w 4114416"/>
              <a:gd name="connsiteY192" fmla="*/ 110067 h 2870200"/>
              <a:gd name="connsiteX193" fmla="*/ 4072082 w 4114416"/>
              <a:gd name="connsiteY193" fmla="*/ 160867 h 2870200"/>
              <a:gd name="connsiteX194" fmla="*/ 4114416 w 4114416"/>
              <a:gd name="connsiteY194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608410 w 4114416"/>
              <a:gd name="connsiteY72" fmla="*/ 1462351 h 2870200"/>
              <a:gd name="connsiteX73" fmla="*/ 1633682 w 4114416"/>
              <a:gd name="connsiteY73" fmla="*/ 1524000 h 2870200"/>
              <a:gd name="connsiteX74" fmla="*/ 1659082 w 4114416"/>
              <a:gd name="connsiteY74" fmla="*/ 1490134 h 2870200"/>
              <a:gd name="connsiteX75" fmla="*/ 1684482 w 4114416"/>
              <a:gd name="connsiteY75" fmla="*/ 1388534 h 2870200"/>
              <a:gd name="connsiteX76" fmla="*/ 1732631 w 4114416"/>
              <a:gd name="connsiteY76" fmla="*/ 1294184 h 2870200"/>
              <a:gd name="connsiteX77" fmla="*/ 1794549 w 4114416"/>
              <a:gd name="connsiteY77" fmla="*/ 1176867 h 2870200"/>
              <a:gd name="connsiteX78" fmla="*/ 1831067 w 4114416"/>
              <a:gd name="connsiteY78" fmla="*/ 1238516 h 2870200"/>
              <a:gd name="connsiteX79" fmla="*/ 1845349 w 4114416"/>
              <a:gd name="connsiteY79" fmla="*/ 1261534 h 2870200"/>
              <a:gd name="connsiteX80" fmla="*/ 1887682 w 4114416"/>
              <a:gd name="connsiteY80" fmla="*/ 1422400 h 2870200"/>
              <a:gd name="connsiteX81" fmla="*/ 1938482 w 4114416"/>
              <a:gd name="connsiteY81" fmla="*/ 1600200 h 2870200"/>
              <a:gd name="connsiteX82" fmla="*/ 1989282 w 4114416"/>
              <a:gd name="connsiteY82" fmla="*/ 1744134 h 2870200"/>
              <a:gd name="connsiteX83" fmla="*/ 2006216 w 4114416"/>
              <a:gd name="connsiteY83" fmla="*/ 1498600 h 2870200"/>
              <a:gd name="connsiteX84" fmla="*/ 2023149 w 4114416"/>
              <a:gd name="connsiteY84" fmla="*/ 1464734 h 2870200"/>
              <a:gd name="connsiteX85" fmla="*/ 2031616 w 4114416"/>
              <a:gd name="connsiteY85" fmla="*/ 1439334 h 2870200"/>
              <a:gd name="connsiteX86" fmla="*/ 2082416 w 4114416"/>
              <a:gd name="connsiteY86" fmla="*/ 2032000 h 2870200"/>
              <a:gd name="connsiteX87" fmla="*/ 2090882 w 4114416"/>
              <a:gd name="connsiteY87" fmla="*/ 2150534 h 2870200"/>
              <a:gd name="connsiteX88" fmla="*/ 2099349 w 4114416"/>
              <a:gd name="connsiteY88" fmla="*/ 2489200 h 2870200"/>
              <a:gd name="connsiteX89" fmla="*/ 2133216 w 4114416"/>
              <a:gd name="connsiteY89" fmla="*/ 2421467 h 2870200"/>
              <a:gd name="connsiteX90" fmla="*/ 2175549 w 4114416"/>
              <a:gd name="connsiteY90" fmla="*/ 2319867 h 2870200"/>
              <a:gd name="connsiteX91" fmla="*/ 2200949 w 4114416"/>
              <a:gd name="connsiteY91" fmla="*/ 2286000 h 2870200"/>
              <a:gd name="connsiteX92" fmla="*/ 2234816 w 4114416"/>
              <a:gd name="connsiteY92" fmla="*/ 2235200 h 2870200"/>
              <a:gd name="connsiteX93" fmla="*/ 2251749 w 4114416"/>
              <a:gd name="connsiteY93" fmla="*/ 2514600 h 2870200"/>
              <a:gd name="connsiteX94" fmla="*/ 2277149 w 4114416"/>
              <a:gd name="connsiteY94" fmla="*/ 2565400 h 2870200"/>
              <a:gd name="connsiteX95" fmla="*/ 2285616 w 4114416"/>
              <a:gd name="connsiteY95" fmla="*/ 2489200 h 2870200"/>
              <a:gd name="connsiteX96" fmla="*/ 2302549 w 4114416"/>
              <a:gd name="connsiteY96" fmla="*/ 2421467 h 2870200"/>
              <a:gd name="connsiteX97" fmla="*/ 2311016 w 4114416"/>
              <a:gd name="connsiteY97" fmla="*/ 1718734 h 2870200"/>
              <a:gd name="connsiteX98" fmla="*/ 2336416 w 4114416"/>
              <a:gd name="connsiteY98" fmla="*/ 1811867 h 2870200"/>
              <a:gd name="connsiteX99" fmla="*/ 2361816 w 4114416"/>
              <a:gd name="connsiteY99" fmla="*/ 1871134 h 2870200"/>
              <a:gd name="connsiteX100" fmla="*/ 2387216 w 4114416"/>
              <a:gd name="connsiteY100" fmla="*/ 1938867 h 2870200"/>
              <a:gd name="connsiteX101" fmla="*/ 2395682 w 4114416"/>
              <a:gd name="connsiteY101" fmla="*/ 1972734 h 2870200"/>
              <a:gd name="connsiteX102" fmla="*/ 2404149 w 4114416"/>
              <a:gd name="connsiteY102" fmla="*/ 1574800 h 2870200"/>
              <a:gd name="connsiteX103" fmla="*/ 2429549 w 4114416"/>
              <a:gd name="connsiteY103" fmla="*/ 1236134 h 2870200"/>
              <a:gd name="connsiteX104" fmla="*/ 2446482 w 4114416"/>
              <a:gd name="connsiteY104" fmla="*/ 1092200 h 2870200"/>
              <a:gd name="connsiteX105" fmla="*/ 2454949 w 4114416"/>
              <a:gd name="connsiteY105" fmla="*/ 1066800 h 2870200"/>
              <a:gd name="connsiteX106" fmla="*/ 2463416 w 4114416"/>
              <a:gd name="connsiteY106" fmla="*/ 1092200 h 2870200"/>
              <a:gd name="connsiteX107" fmla="*/ 2480349 w 4114416"/>
              <a:gd name="connsiteY107" fmla="*/ 1117600 h 2870200"/>
              <a:gd name="connsiteX108" fmla="*/ 2488816 w 4114416"/>
              <a:gd name="connsiteY108" fmla="*/ 1227667 h 2870200"/>
              <a:gd name="connsiteX109" fmla="*/ 2514216 w 4114416"/>
              <a:gd name="connsiteY109" fmla="*/ 753534 h 2870200"/>
              <a:gd name="connsiteX110" fmla="*/ 2531149 w 4114416"/>
              <a:gd name="connsiteY110" fmla="*/ 685800 h 2870200"/>
              <a:gd name="connsiteX111" fmla="*/ 2539616 w 4114416"/>
              <a:gd name="connsiteY111" fmla="*/ 609600 h 2870200"/>
              <a:gd name="connsiteX112" fmla="*/ 2548082 w 4114416"/>
              <a:gd name="connsiteY112" fmla="*/ 558800 h 2870200"/>
              <a:gd name="connsiteX113" fmla="*/ 2565016 w 4114416"/>
              <a:gd name="connsiteY113" fmla="*/ 584200 h 2870200"/>
              <a:gd name="connsiteX114" fmla="*/ 2573482 w 4114416"/>
              <a:gd name="connsiteY114" fmla="*/ 778934 h 2870200"/>
              <a:gd name="connsiteX115" fmla="*/ 2615816 w 4114416"/>
              <a:gd name="connsiteY115" fmla="*/ 914400 h 2870200"/>
              <a:gd name="connsiteX116" fmla="*/ 2632749 w 4114416"/>
              <a:gd name="connsiteY116" fmla="*/ 973667 h 2870200"/>
              <a:gd name="connsiteX117" fmla="*/ 2649682 w 4114416"/>
              <a:gd name="connsiteY117" fmla="*/ 812800 h 2870200"/>
              <a:gd name="connsiteX118" fmla="*/ 2666616 w 4114416"/>
              <a:gd name="connsiteY118" fmla="*/ 694267 h 2870200"/>
              <a:gd name="connsiteX119" fmla="*/ 2692016 w 4114416"/>
              <a:gd name="connsiteY119" fmla="*/ 558800 h 2870200"/>
              <a:gd name="connsiteX120" fmla="*/ 2717416 w 4114416"/>
              <a:gd name="connsiteY120" fmla="*/ 321734 h 2870200"/>
              <a:gd name="connsiteX121" fmla="*/ 2734349 w 4114416"/>
              <a:gd name="connsiteY121" fmla="*/ 1058334 h 2870200"/>
              <a:gd name="connsiteX122" fmla="*/ 2760746 w 4114416"/>
              <a:gd name="connsiteY122" fmla="*/ 1023969 h 2870200"/>
              <a:gd name="connsiteX123" fmla="*/ 2810549 w 4114416"/>
              <a:gd name="connsiteY123" fmla="*/ 905934 h 2870200"/>
              <a:gd name="connsiteX124" fmla="*/ 2844416 w 4114416"/>
              <a:gd name="connsiteY124" fmla="*/ 855134 h 2870200"/>
              <a:gd name="connsiteX125" fmla="*/ 2869816 w 4114416"/>
              <a:gd name="connsiteY125" fmla="*/ 1422400 h 2870200"/>
              <a:gd name="connsiteX126" fmla="*/ 2878282 w 4114416"/>
              <a:gd name="connsiteY126" fmla="*/ 1388534 h 2870200"/>
              <a:gd name="connsiteX127" fmla="*/ 2895216 w 4114416"/>
              <a:gd name="connsiteY127" fmla="*/ 1363134 h 2870200"/>
              <a:gd name="connsiteX128" fmla="*/ 2920616 w 4114416"/>
              <a:gd name="connsiteY128" fmla="*/ 1278467 h 2870200"/>
              <a:gd name="connsiteX129" fmla="*/ 2937549 w 4114416"/>
              <a:gd name="connsiteY129" fmla="*/ 1320800 h 2870200"/>
              <a:gd name="connsiteX130" fmla="*/ 2954482 w 4114416"/>
              <a:gd name="connsiteY130" fmla="*/ 1388534 h 2870200"/>
              <a:gd name="connsiteX131" fmla="*/ 2971416 w 4114416"/>
              <a:gd name="connsiteY131" fmla="*/ 1422400 h 2870200"/>
              <a:gd name="connsiteX132" fmla="*/ 3013749 w 4114416"/>
              <a:gd name="connsiteY132" fmla="*/ 1540934 h 2870200"/>
              <a:gd name="connsiteX133" fmla="*/ 3030682 w 4114416"/>
              <a:gd name="connsiteY133" fmla="*/ 1566334 h 2870200"/>
              <a:gd name="connsiteX134" fmla="*/ 3064549 w 4114416"/>
              <a:gd name="connsiteY134" fmla="*/ 1718734 h 2870200"/>
              <a:gd name="connsiteX135" fmla="*/ 3089949 w 4114416"/>
              <a:gd name="connsiteY135" fmla="*/ 1761067 h 2870200"/>
              <a:gd name="connsiteX136" fmla="*/ 3123816 w 4114416"/>
              <a:gd name="connsiteY136" fmla="*/ 1879600 h 2870200"/>
              <a:gd name="connsiteX137" fmla="*/ 3115349 w 4114416"/>
              <a:gd name="connsiteY137" fmla="*/ 1913467 h 2870200"/>
              <a:gd name="connsiteX138" fmla="*/ 3127799 w 4114416"/>
              <a:gd name="connsiteY138" fmla="*/ 1901016 h 2870200"/>
              <a:gd name="connsiteX139" fmla="*/ 3106882 w 4114416"/>
              <a:gd name="connsiteY139" fmla="*/ 1888067 h 2870200"/>
              <a:gd name="connsiteX140" fmla="*/ 3132282 w 4114416"/>
              <a:gd name="connsiteY140" fmla="*/ 1871134 h 2870200"/>
              <a:gd name="connsiteX141" fmla="*/ 3140749 w 4114416"/>
              <a:gd name="connsiteY141" fmla="*/ 1769534 h 2870200"/>
              <a:gd name="connsiteX142" fmla="*/ 3157682 w 4114416"/>
              <a:gd name="connsiteY142" fmla="*/ 1710267 h 2870200"/>
              <a:gd name="connsiteX143" fmla="*/ 3166149 w 4114416"/>
              <a:gd name="connsiteY143" fmla="*/ 1684867 h 2870200"/>
              <a:gd name="connsiteX144" fmla="*/ 3191549 w 4114416"/>
              <a:gd name="connsiteY144" fmla="*/ 1676400 h 2870200"/>
              <a:gd name="connsiteX145" fmla="*/ 3200016 w 4114416"/>
              <a:gd name="connsiteY145" fmla="*/ 2006600 h 2870200"/>
              <a:gd name="connsiteX146" fmla="*/ 3208482 w 4114416"/>
              <a:gd name="connsiteY146" fmla="*/ 2048934 h 2870200"/>
              <a:gd name="connsiteX147" fmla="*/ 3216949 w 4114416"/>
              <a:gd name="connsiteY147" fmla="*/ 2099734 h 2870200"/>
              <a:gd name="connsiteX148" fmla="*/ 3233882 w 4114416"/>
              <a:gd name="connsiteY148" fmla="*/ 2048934 h 2870200"/>
              <a:gd name="connsiteX149" fmla="*/ 3242349 w 4114416"/>
              <a:gd name="connsiteY149" fmla="*/ 1998134 h 2870200"/>
              <a:gd name="connsiteX150" fmla="*/ 3276216 w 4114416"/>
              <a:gd name="connsiteY150" fmla="*/ 2353734 h 2870200"/>
              <a:gd name="connsiteX151" fmla="*/ 3301616 w 4114416"/>
              <a:gd name="connsiteY151" fmla="*/ 2387600 h 2870200"/>
              <a:gd name="connsiteX152" fmla="*/ 3310082 w 4114416"/>
              <a:gd name="connsiteY152" fmla="*/ 2497667 h 2870200"/>
              <a:gd name="connsiteX153" fmla="*/ 3327016 w 4114416"/>
              <a:gd name="connsiteY153" fmla="*/ 2531534 h 2870200"/>
              <a:gd name="connsiteX154" fmla="*/ 3343949 w 4114416"/>
              <a:gd name="connsiteY154" fmla="*/ 2599267 h 2870200"/>
              <a:gd name="connsiteX155" fmla="*/ 3369349 w 4114416"/>
              <a:gd name="connsiteY155" fmla="*/ 2667000 h 2870200"/>
              <a:gd name="connsiteX156" fmla="*/ 3411682 w 4114416"/>
              <a:gd name="connsiteY156" fmla="*/ 2810934 h 2870200"/>
              <a:gd name="connsiteX157" fmla="*/ 3437082 w 4114416"/>
              <a:gd name="connsiteY157" fmla="*/ 2870200 h 2870200"/>
              <a:gd name="connsiteX158" fmla="*/ 3462482 w 4114416"/>
              <a:gd name="connsiteY158" fmla="*/ 1828800 h 2870200"/>
              <a:gd name="connsiteX159" fmla="*/ 3461984 w 4114416"/>
              <a:gd name="connsiteY159" fmla="*/ 2090271 h 2870200"/>
              <a:gd name="connsiteX160" fmla="*/ 3487882 w 4114416"/>
              <a:gd name="connsiteY160" fmla="*/ 1735667 h 2870200"/>
              <a:gd name="connsiteX161" fmla="*/ 3513282 w 4114416"/>
              <a:gd name="connsiteY161" fmla="*/ 1651000 h 2870200"/>
              <a:gd name="connsiteX162" fmla="*/ 3521749 w 4114416"/>
              <a:gd name="connsiteY162" fmla="*/ 1701800 h 2870200"/>
              <a:gd name="connsiteX163" fmla="*/ 3525733 w 4114416"/>
              <a:gd name="connsiteY163" fmla="*/ 1875118 h 2870200"/>
              <a:gd name="connsiteX164" fmla="*/ 3547149 w 4114416"/>
              <a:gd name="connsiteY164" fmla="*/ 1752600 h 2870200"/>
              <a:gd name="connsiteX165" fmla="*/ 3555616 w 4114416"/>
              <a:gd name="connsiteY165" fmla="*/ 1693334 h 2870200"/>
              <a:gd name="connsiteX166" fmla="*/ 3597949 w 4114416"/>
              <a:gd name="connsiteY166" fmla="*/ 1608667 h 2870200"/>
              <a:gd name="connsiteX167" fmla="*/ 3614882 w 4114416"/>
              <a:gd name="connsiteY167" fmla="*/ 1566334 h 2870200"/>
              <a:gd name="connsiteX168" fmla="*/ 3657216 w 4114416"/>
              <a:gd name="connsiteY168" fmla="*/ 1464734 h 2870200"/>
              <a:gd name="connsiteX169" fmla="*/ 3661200 w 4114416"/>
              <a:gd name="connsiteY169" fmla="*/ 1373094 h 2870200"/>
              <a:gd name="connsiteX170" fmla="*/ 3682616 w 4114416"/>
              <a:gd name="connsiteY170" fmla="*/ 1363134 h 2870200"/>
              <a:gd name="connsiteX171" fmla="*/ 3699549 w 4114416"/>
              <a:gd name="connsiteY171" fmla="*/ 1320800 h 2870200"/>
              <a:gd name="connsiteX172" fmla="*/ 3694569 w 4114416"/>
              <a:gd name="connsiteY172" fmla="*/ 1151964 h 2870200"/>
              <a:gd name="connsiteX173" fmla="*/ 3741882 w 4114416"/>
              <a:gd name="connsiteY173" fmla="*/ 1227667 h 2870200"/>
              <a:gd name="connsiteX174" fmla="*/ 3750349 w 4114416"/>
              <a:gd name="connsiteY174" fmla="*/ 1176867 h 2870200"/>
              <a:gd name="connsiteX175" fmla="*/ 3767282 w 4114416"/>
              <a:gd name="connsiteY175" fmla="*/ 1126067 h 2870200"/>
              <a:gd name="connsiteX176" fmla="*/ 3775749 w 4114416"/>
              <a:gd name="connsiteY176" fmla="*/ 1058334 h 2870200"/>
              <a:gd name="connsiteX177" fmla="*/ 3784216 w 4114416"/>
              <a:gd name="connsiteY177" fmla="*/ 1270000 h 2870200"/>
              <a:gd name="connsiteX178" fmla="*/ 3813064 w 4114416"/>
              <a:gd name="connsiteY178" fmla="*/ 678606 h 2870200"/>
              <a:gd name="connsiteX179" fmla="*/ 3818082 w 4114416"/>
              <a:gd name="connsiteY179" fmla="*/ 558800 h 2870200"/>
              <a:gd name="connsiteX180" fmla="*/ 3835016 w 4114416"/>
              <a:gd name="connsiteY180" fmla="*/ 482600 h 2870200"/>
              <a:gd name="connsiteX181" fmla="*/ 3843482 w 4114416"/>
              <a:gd name="connsiteY181" fmla="*/ 533400 h 2870200"/>
              <a:gd name="connsiteX182" fmla="*/ 3860416 w 4114416"/>
              <a:gd name="connsiteY182" fmla="*/ 660400 h 2870200"/>
              <a:gd name="connsiteX183" fmla="*/ 3868882 w 4114416"/>
              <a:gd name="connsiteY183" fmla="*/ 702734 h 2870200"/>
              <a:gd name="connsiteX184" fmla="*/ 3885816 w 4114416"/>
              <a:gd name="connsiteY184" fmla="*/ 736600 h 2870200"/>
              <a:gd name="connsiteX185" fmla="*/ 3902749 w 4114416"/>
              <a:gd name="connsiteY185" fmla="*/ 702734 h 2870200"/>
              <a:gd name="connsiteX186" fmla="*/ 3962016 w 4114416"/>
              <a:gd name="connsiteY186" fmla="*/ 482600 h 2870200"/>
              <a:gd name="connsiteX187" fmla="*/ 3978949 w 4114416"/>
              <a:gd name="connsiteY187" fmla="*/ 457200 h 2870200"/>
              <a:gd name="connsiteX188" fmla="*/ 4004349 w 4114416"/>
              <a:gd name="connsiteY188" fmla="*/ 177800 h 2870200"/>
              <a:gd name="connsiteX189" fmla="*/ 4029749 w 4114416"/>
              <a:gd name="connsiteY189" fmla="*/ 135467 h 2870200"/>
              <a:gd name="connsiteX190" fmla="*/ 4038216 w 4114416"/>
              <a:gd name="connsiteY190" fmla="*/ 101600 h 2870200"/>
              <a:gd name="connsiteX191" fmla="*/ 4046682 w 4114416"/>
              <a:gd name="connsiteY191" fmla="*/ 76200 h 2870200"/>
              <a:gd name="connsiteX192" fmla="*/ 4055149 w 4114416"/>
              <a:gd name="connsiteY192" fmla="*/ 110067 h 2870200"/>
              <a:gd name="connsiteX193" fmla="*/ 4072082 w 4114416"/>
              <a:gd name="connsiteY193" fmla="*/ 160867 h 2870200"/>
              <a:gd name="connsiteX194" fmla="*/ 4114416 w 4114416"/>
              <a:gd name="connsiteY194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608410 w 4114416"/>
              <a:gd name="connsiteY72" fmla="*/ 1462351 h 2870200"/>
              <a:gd name="connsiteX73" fmla="*/ 1633682 w 4114416"/>
              <a:gd name="connsiteY73" fmla="*/ 1524000 h 2870200"/>
              <a:gd name="connsiteX74" fmla="*/ 1659082 w 4114416"/>
              <a:gd name="connsiteY74" fmla="*/ 1490134 h 2870200"/>
              <a:gd name="connsiteX75" fmla="*/ 1684482 w 4114416"/>
              <a:gd name="connsiteY75" fmla="*/ 1388534 h 2870200"/>
              <a:gd name="connsiteX76" fmla="*/ 1732631 w 4114416"/>
              <a:gd name="connsiteY76" fmla="*/ 1294184 h 2870200"/>
              <a:gd name="connsiteX77" fmla="*/ 1794549 w 4114416"/>
              <a:gd name="connsiteY77" fmla="*/ 1176867 h 2870200"/>
              <a:gd name="connsiteX78" fmla="*/ 1831067 w 4114416"/>
              <a:gd name="connsiteY78" fmla="*/ 1238516 h 2870200"/>
              <a:gd name="connsiteX79" fmla="*/ 1853688 w 4114416"/>
              <a:gd name="connsiteY79" fmla="*/ 1323159 h 2870200"/>
              <a:gd name="connsiteX80" fmla="*/ 1887682 w 4114416"/>
              <a:gd name="connsiteY80" fmla="*/ 1422400 h 2870200"/>
              <a:gd name="connsiteX81" fmla="*/ 1938482 w 4114416"/>
              <a:gd name="connsiteY81" fmla="*/ 1600200 h 2870200"/>
              <a:gd name="connsiteX82" fmla="*/ 1989282 w 4114416"/>
              <a:gd name="connsiteY82" fmla="*/ 1744134 h 2870200"/>
              <a:gd name="connsiteX83" fmla="*/ 2006216 w 4114416"/>
              <a:gd name="connsiteY83" fmla="*/ 1498600 h 2870200"/>
              <a:gd name="connsiteX84" fmla="*/ 2023149 w 4114416"/>
              <a:gd name="connsiteY84" fmla="*/ 1464734 h 2870200"/>
              <a:gd name="connsiteX85" fmla="*/ 2031616 w 4114416"/>
              <a:gd name="connsiteY85" fmla="*/ 1439334 h 2870200"/>
              <a:gd name="connsiteX86" fmla="*/ 2082416 w 4114416"/>
              <a:gd name="connsiteY86" fmla="*/ 2032000 h 2870200"/>
              <a:gd name="connsiteX87" fmla="*/ 2090882 w 4114416"/>
              <a:gd name="connsiteY87" fmla="*/ 2150534 h 2870200"/>
              <a:gd name="connsiteX88" fmla="*/ 2099349 w 4114416"/>
              <a:gd name="connsiteY88" fmla="*/ 2489200 h 2870200"/>
              <a:gd name="connsiteX89" fmla="*/ 2133216 w 4114416"/>
              <a:gd name="connsiteY89" fmla="*/ 2421467 h 2870200"/>
              <a:gd name="connsiteX90" fmla="*/ 2175549 w 4114416"/>
              <a:gd name="connsiteY90" fmla="*/ 2319867 h 2870200"/>
              <a:gd name="connsiteX91" fmla="*/ 2200949 w 4114416"/>
              <a:gd name="connsiteY91" fmla="*/ 2286000 h 2870200"/>
              <a:gd name="connsiteX92" fmla="*/ 2234816 w 4114416"/>
              <a:gd name="connsiteY92" fmla="*/ 2235200 h 2870200"/>
              <a:gd name="connsiteX93" fmla="*/ 2251749 w 4114416"/>
              <a:gd name="connsiteY93" fmla="*/ 2514600 h 2870200"/>
              <a:gd name="connsiteX94" fmla="*/ 2277149 w 4114416"/>
              <a:gd name="connsiteY94" fmla="*/ 2565400 h 2870200"/>
              <a:gd name="connsiteX95" fmla="*/ 2285616 w 4114416"/>
              <a:gd name="connsiteY95" fmla="*/ 2489200 h 2870200"/>
              <a:gd name="connsiteX96" fmla="*/ 2302549 w 4114416"/>
              <a:gd name="connsiteY96" fmla="*/ 2421467 h 2870200"/>
              <a:gd name="connsiteX97" fmla="*/ 2311016 w 4114416"/>
              <a:gd name="connsiteY97" fmla="*/ 1718734 h 2870200"/>
              <a:gd name="connsiteX98" fmla="*/ 2336416 w 4114416"/>
              <a:gd name="connsiteY98" fmla="*/ 1811867 h 2870200"/>
              <a:gd name="connsiteX99" fmla="*/ 2361816 w 4114416"/>
              <a:gd name="connsiteY99" fmla="*/ 1871134 h 2870200"/>
              <a:gd name="connsiteX100" fmla="*/ 2387216 w 4114416"/>
              <a:gd name="connsiteY100" fmla="*/ 1938867 h 2870200"/>
              <a:gd name="connsiteX101" fmla="*/ 2395682 w 4114416"/>
              <a:gd name="connsiteY101" fmla="*/ 1972734 h 2870200"/>
              <a:gd name="connsiteX102" fmla="*/ 2404149 w 4114416"/>
              <a:gd name="connsiteY102" fmla="*/ 1574800 h 2870200"/>
              <a:gd name="connsiteX103" fmla="*/ 2429549 w 4114416"/>
              <a:gd name="connsiteY103" fmla="*/ 1236134 h 2870200"/>
              <a:gd name="connsiteX104" fmla="*/ 2446482 w 4114416"/>
              <a:gd name="connsiteY104" fmla="*/ 1092200 h 2870200"/>
              <a:gd name="connsiteX105" fmla="*/ 2454949 w 4114416"/>
              <a:gd name="connsiteY105" fmla="*/ 1066800 h 2870200"/>
              <a:gd name="connsiteX106" fmla="*/ 2463416 w 4114416"/>
              <a:gd name="connsiteY106" fmla="*/ 1092200 h 2870200"/>
              <a:gd name="connsiteX107" fmla="*/ 2480349 w 4114416"/>
              <a:gd name="connsiteY107" fmla="*/ 1117600 h 2870200"/>
              <a:gd name="connsiteX108" fmla="*/ 2488816 w 4114416"/>
              <a:gd name="connsiteY108" fmla="*/ 1227667 h 2870200"/>
              <a:gd name="connsiteX109" fmla="*/ 2514216 w 4114416"/>
              <a:gd name="connsiteY109" fmla="*/ 753534 h 2870200"/>
              <a:gd name="connsiteX110" fmla="*/ 2531149 w 4114416"/>
              <a:gd name="connsiteY110" fmla="*/ 685800 h 2870200"/>
              <a:gd name="connsiteX111" fmla="*/ 2539616 w 4114416"/>
              <a:gd name="connsiteY111" fmla="*/ 609600 h 2870200"/>
              <a:gd name="connsiteX112" fmla="*/ 2548082 w 4114416"/>
              <a:gd name="connsiteY112" fmla="*/ 558800 h 2870200"/>
              <a:gd name="connsiteX113" fmla="*/ 2565016 w 4114416"/>
              <a:gd name="connsiteY113" fmla="*/ 584200 h 2870200"/>
              <a:gd name="connsiteX114" fmla="*/ 2573482 w 4114416"/>
              <a:gd name="connsiteY114" fmla="*/ 778934 h 2870200"/>
              <a:gd name="connsiteX115" fmla="*/ 2615816 w 4114416"/>
              <a:gd name="connsiteY115" fmla="*/ 914400 h 2870200"/>
              <a:gd name="connsiteX116" fmla="*/ 2632749 w 4114416"/>
              <a:gd name="connsiteY116" fmla="*/ 973667 h 2870200"/>
              <a:gd name="connsiteX117" fmla="*/ 2649682 w 4114416"/>
              <a:gd name="connsiteY117" fmla="*/ 812800 h 2870200"/>
              <a:gd name="connsiteX118" fmla="*/ 2666616 w 4114416"/>
              <a:gd name="connsiteY118" fmla="*/ 694267 h 2870200"/>
              <a:gd name="connsiteX119" fmla="*/ 2692016 w 4114416"/>
              <a:gd name="connsiteY119" fmla="*/ 558800 h 2870200"/>
              <a:gd name="connsiteX120" fmla="*/ 2717416 w 4114416"/>
              <a:gd name="connsiteY120" fmla="*/ 321734 h 2870200"/>
              <a:gd name="connsiteX121" fmla="*/ 2734349 w 4114416"/>
              <a:gd name="connsiteY121" fmla="*/ 1058334 h 2870200"/>
              <a:gd name="connsiteX122" fmla="*/ 2760746 w 4114416"/>
              <a:gd name="connsiteY122" fmla="*/ 1023969 h 2870200"/>
              <a:gd name="connsiteX123" fmla="*/ 2810549 w 4114416"/>
              <a:gd name="connsiteY123" fmla="*/ 905934 h 2870200"/>
              <a:gd name="connsiteX124" fmla="*/ 2844416 w 4114416"/>
              <a:gd name="connsiteY124" fmla="*/ 855134 h 2870200"/>
              <a:gd name="connsiteX125" fmla="*/ 2869816 w 4114416"/>
              <a:gd name="connsiteY125" fmla="*/ 1422400 h 2870200"/>
              <a:gd name="connsiteX126" fmla="*/ 2878282 w 4114416"/>
              <a:gd name="connsiteY126" fmla="*/ 1388534 h 2870200"/>
              <a:gd name="connsiteX127" fmla="*/ 2895216 w 4114416"/>
              <a:gd name="connsiteY127" fmla="*/ 1363134 h 2870200"/>
              <a:gd name="connsiteX128" fmla="*/ 2920616 w 4114416"/>
              <a:gd name="connsiteY128" fmla="*/ 1278467 h 2870200"/>
              <a:gd name="connsiteX129" fmla="*/ 2937549 w 4114416"/>
              <a:gd name="connsiteY129" fmla="*/ 1320800 h 2870200"/>
              <a:gd name="connsiteX130" fmla="*/ 2954482 w 4114416"/>
              <a:gd name="connsiteY130" fmla="*/ 1388534 h 2870200"/>
              <a:gd name="connsiteX131" fmla="*/ 2971416 w 4114416"/>
              <a:gd name="connsiteY131" fmla="*/ 1422400 h 2870200"/>
              <a:gd name="connsiteX132" fmla="*/ 3013749 w 4114416"/>
              <a:gd name="connsiteY132" fmla="*/ 1540934 h 2870200"/>
              <a:gd name="connsiteX133" fmla="*/ 3030682 w 4114416"/>
              <a:gd name="connsiteY133" fmla="*/ 1566334 h 2870200"/>
              <a:gd name="connsiteX134" fmla="*/ 3064549 w 4114416"/>
              <a:gd name="connsiteY134" fmla="*/ 1718734 h 2870200"/>
              <a:gd name="connsiteX135" fmla="*/ 3089949 w 4114416"/>
              <a:gd name="connsiteY135" fmla="*/ 1761067 h 2870200"/>
              <a:gd name="connsiteX136" fmla="*/ 3123816 w 4114416"/>
              <a:gd name="connsiteY136" fmla="*/ 1879600 h 2870200"/>
              <a:gd name="connsiteX137" fmla="*/ 3115349 w 4114416"/>
              <a:gd name="connsiteY137" fmla="*/ 1913467 h 2870200"/>
              <a:gd name="connsiteX138" fmla="*/ 3127799 w 4114416"/>
              <a:gd name="connsiteY138" fmla="*/ 1901016 h 2870200"/>
              <a:gd name="connsiteX139" fmla="*/ 3106882 w 4114416"/>
              <a:gd name="connsiteY139" fmla="*/ 1888067 h 2870200"/>
              <a:gd name="connsiteX140" fmla="*/ 3132282 w 4114416"/>
              <a:gd name="connsiteY140" fmla="*/ 1871134 h 2870200"/>
              <a:gd name="connsiteX141" fmla="*/ 3140749 w 4114416"/>
              <a:gd name="connsiteY141" fmla="*/ 1769534 h 2870200"/>
              <a:gd name="connsiteX142" fmla="*/ 3157682 w 4114416"/>
              <a:gd name="connsiteY142" fmla="*/ 1710267 h 2870200"/>
              <a:gd name="connsiteX143" fmla="*/ 3166149 w 4114416"/>
              <a:gd name="connsiteY143" fmla="*/ 1684867 h 2870200"/>
              <a:gd name="connsiteX144" fmla="*/ 3191549 w 4114416"/>
              <a:gd name="connsiteY144" fmla="*/ 1676400 h 2870200"/>
              <a:gd name="connsiteX145" fmla="*/ 3200016 w 4114416"/>
              <a:gd name="connsiteY145" fmla="*/ 2006600 h 2870200"/>
              <a:gd name="connsiteX146" fmla="*/ 3208482 w 4114416"/>
              <a:gd name="connsiteY146" fmla="*/ 2048934 h 2870200"/>
              <a:gd name="connsiteX147" fmla="*/ 3216949 w 4114416"/>
              <a:gd name="connsiteY147" fmla="*/ 2099734 h 2870200"/>
              <a:gd name="connsiteX148" fmla="*/ 3233882 w 4114416"/>
              <a:gd name="connsiteY148" fmla="*/ 2048934 h 2870200"/>
              <a:gd name="connsiteX149" fmla="*/ 3242349 w 4114416"/>
              <a:gd name="connsiteY149" fmla="*/ 1998134 h 2870200"/>
              <a:gd name="connsiteX150" fmla="*/ 3276216 w 4114416"/>
              <a:gd name="connsiteY150" fmla="*/ 2353734 h 2870200"/>
              <a:gd name="connsiteX151" fmla="*/ 3301616 w 4114416"/>
              <a:gd name="connsiteY151" fmla="*/ 2387600 h 2870200"/>
              <a:gd name="connsiteX152" fmla="*/ 3310082 w 4114416"/>
              <a:gd name="connsiteY152" fmla="*/ 2497667 h 2870200"/>
              <a:gd name="connsiteX153" fmla="*/ 3327016 w 4114416"/>
              <a:gd name="connsiteY153" fmla="*/ 2531534 h 2870200"/>
              <a:gd name="connsiteX154" fmla="*/ 3343949 w 4114416"/>
              <a:gd name="connsiteY154" fmla="*/ 2599267 h 2870200"/>
              <a:gd name="connsiteX155" fmla="*/ 3369349 w 4114416"/>
              <a:gd name="connsiteY155" fmla="*/ 2667000 h 2870200"/>
              <a:gd name="connsiteX156" fmla="*/ 3411682 w 4114416"/>
              <a:gd name="connsiteY156" fmla="*/ 2810934 h 2870200"/>
              <a:gd name="connsiteX157" fmla="*/ 3437082 w 4114416"/>
              <a:gd name="connsiteY157" fmla="*/ 2870200 h 2870200"/>
              <a:gd name="connsiteX158" fmla="*/ 3462482 w 4114416"/>
              <a:gd name="connsiteY158" fmla="*/ 1828800 h 2870200"/>
              <a:gd name="connsiteX159" fmla="*/ 3461984 w 4114416"/>
              <a:gd name="connsiteY159" fmla="*/ 2090271 h 2870200"/>
              <a:gd name="connsiteX160" fmla="*/ 3487882 w 4114416"/>
              <a:gd name="connsiteY160" fmla="*/ 1735667 h 2870200"/>
              <a:gd name="connsiteX161" fmla="*/ 3513282 w 4114416"/>
              <a:gd name="connsiteY161" fmla="*/ 1651000 h 2870200"/>
              <a:gd name="connsiteX162" fmla="*/ 3521749 w 4114416"/>
              <a:gd name="connsiteY162" fmla="*/ 1701800 h 2870200"/>
              <a:gd name="connsiteX163" fmla="*/ 3525733 w 4114416"/>
              <a:gd name="connsiteY163" fmla="*/ 1875118 h 2870200"/>
              <a:gd name="connsiteX164" fmla="*/ 3547149 w 4114416"/>
              <a:gd name="connsiteY164" fmla="*/ 1752600 h 2870200"/>
              <a:gd name="connsiteX165" fmla="*/ 3555616 w 4114416"/>
              <a:gd name="connsiteY165" fmla="*/ 1693334 h 2870200"/>
              <a:gd name="connsiteX166" fmla="*/ 3597949 w 4114416"/>
              <a:gd name="connsiteY166" fmla="*/ 1608667 h 2870200"/>
              <a:gd name="connsiteX167" fmla="*/ 3614882 w 4114416"/>
              <a:gd name="connsiteY167" fmla="*/ 1566334 h 2870200"/>
              <a:gd name="connsiteX168" fmla="*/ 3657216 w 4114416"/>
              <a:gd name="connsiteY168" fmla="*/ 1464734 h 2870200"/>
              <a:gd name="connsiteX169" fmla="*/ 3661200 w 4114416"/>
              <a:gd name="connsiteY169" fmla="*/ 1373094 h 2870200"/>
              <a:gd name="connsiteX170" fmla="*/ 3682616 w 4114416"/>
              <a:gd name="connsiteY170" fmla="*/ 1363134 h 2870200"/>
              <a:gd name="connsiteX171" fmla="*/ 3699549 w 4114416"/>
              <a:gd name="connsiteY171" fmla="*/ 1320800 h 2870200"/>
              <a:gd name="connsiteX172" fmla="*/ 3694569 w 4114416"/>
              <a:gd name="connsiteY172" fmla="*/ 1151964 h 2870200"/>
              <a:gd name="connsiteX173" fmla="*/ 3741882 w 4114416"/>
              <a:gd name="connsiteY173" fmla="*/ 1227667 h 2870200"/>
              <a:gd name="connsiteX174" fmla="*/ 3750349 w 4114416"/>
              <a:gd name="connsiteY174" fmla="*/ 1176867 h 2870200"/>
              <a:gd name="connsiteX175" fmla="*/ 3767282 w 4114416"/>
              <a:gd name="connsiteY175" fmla="*/ 1126067 h 2870200"/>
              <a:gd name="connsiteX176" fmla="*/ 3775749 w 4114416"/>
              <a:gd name="connsiteY176" fmla="*/ 1058334 h 2870200"/>
              <a:gd name="connsiteX177" fmla="*/ 3784216 w 4114416"/>
              <a:gd name="connsiteY177" fmla="*/ 1270000 h 2870200"/>
              <a:gd name="connsiteX178" fmla="*/ 3813064 w 4114416"/>
              <a:gd name="connsiteY178" fmla="*/ 678606 h 2870200"/>
              <a:gd name="connsiteX179" fmla="*/ 3818082 w 4114416"/>
              <a:gd name="connsiteY179" fmla="*/ 558800 h 2870200"/>
              <a:gd name="connsiteX180" fmla="*/ 3835016 w 4114416"/>
              <a:gd name="connsiteY180" fmla="*/ 482600 h 2870200"/>
              <a:gd name="connsiteX181" fmla="*/ 3843482 w 4114416"/>
              <a:gd name="connsiteY181" fmla="*/ 533400 h 2870200"/>
              <a:gd name="connsiteX182" fmla="*/ 3860416 w 4114416"/>
              <a:gd name="connsiteY182" fmla="*/ 660400 h 2870200"/>
              <a:gd name="connsiteX183" fmla="*/ 3868882 w 4114416"/>
              <a:gd name="connsiteY183" fmla="*/ 702734 h 2870200"/>
              <a:gd name="connsiteX184" fmla="*/ 3885816 w 4114416"/>
              <a:gd name="connsiteY184" fmla="*/ 736600 h 2870200"/>
              <a:gd name="connsiteX185" fmla="*/ 3902749 w 4114416"/>
              <a:gd name="connsiteY185" fmla="*/ 702734 h 2870200"/>
              <a:gd name="connsiteX186" fmla="*/ 3962016 w 4114416"/>
              <a:gd name="connsiteY186" fmla="*/ 482600 h 2870200"/>
              <a:gd name="connsiteX187" fmla="*/ 3978949 w 4114416"/>
              <a:gd name="connsiteY187" fmla="*/ 457200 h 2870200"/>
              <a:gd name="connsiteX188" fmla="*/ 4004349 w 4114416"/>
              <a:gd name="connsiteY188" fmla="*/ 177800 h 2870200"/>
              <a:gd name="connsiteX189" fmla="*/ 4029749 w 4114416"/>
              <a:gd name="connsiteY189" fmla="*/ 135467 h 2870200"/>
              <a:gd name="connsiteX190" fmla="*/ 4038216 w 4114416"/>
              <a:gd name="connsiteY190" fmla="*/ 101600 h 2870200"/>
              <a:gd name="connsiteX191" fmla="*/ 4046682 w 4114416"/>
              <a:gd name="connsiteY191" fmla="*/ 76200 h 2870200"/>
              <a:gd name="connsiteX192" fmla="*/ 4055149 w 4114416"/>
              <a:gd name="connsiteY192" fmla="*/ 110067 h 2870200"/>
              <a:gd name="connsiteX193" fmla="*/ 4072082 w 4114416"/>
              <a:gd name="connsiteY193" fmla="*/ 160867 h 2870200"/>
              <a:gd name="connsiteX194" fmla="*/ 4114416 w 4114416"/>
              <a:gd name="connsiteY194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608410 w 4114416"/>
              <a:gd name="connsiteY72" fmla="*/ 1462351 h 2870200"/>
              <a:gd name="connsiteX73" fmla="*/ 1633682 w 4114416"/>
              <a:gd name="connsiteY73" fmla="*/ 1524000 h 2870200"/>
              <a:gd name="connsiteX74" fmla="*/ 1659082 w 4114416"/>
              <a:gd name="connsiteY74" fmla="*/ 1490134 h 2870200"/>
              <a:gd name="connsiteX75" fmla="*/ 1684482 w 4114416"/>
              <a:gd name="connsiteY75" fmla="*/ 1388534 h 2870200"/>
              <a:gd name="connsiteX76" fmla="*/ 1732631 w 4114416"/>
              <a:gd name="connsiteY76" fmla="*/ 1294184 h 2870200"/>
              <a:gd name="connsiteX77" fmla="*/ 1794549 w 4114416"/>
              <a:gd name="connsiteY77" fmla="*/ 1176867 h 2870200"/>
              <a:gd name="connsiteX78" fmla="*/ 1831067 w 4114416"/>
              <a:gd name="connsiteY78" fmla="*/ 1238516 h 2870200"/>
              <a:gd name="connsiteX79" fmla="*/ 1853688 w 4114416"/>
              <a:gd name="connsiteY79" fmla="*/ 1323159 h 2870200"/>
              <a:gd name="connsiteX80" fmla="*/ 1887682 w 4114416"/>
              <a:gd name="connsiteY80" fmla="*/ 1422400 h 2870200"/>
              <a:gd name="connsiteX81" fmla="*/ 1938482 w 4114416"/>
              <a:gd name="connsiteY81" fmla="*/ 1600200 h 2870200"/>
              <a:gd name="connsiteX82" fmla="*/ 1978163 w 4114416"/>
              <a:gd name="connsiteY82" fmla="*/ 1762259 h 2870200"/>
              <a:gd name="connsiteX83" fmla="*/ 2006216 w 4114416"/>
              <a:gd name="connsiteY83" fmla="*/ 1498600 h 2870200"/>
              <a:gd name="connsiteX84" fmla="*/ 2023149 w 4114416"/>
              <a:gd name="connsiteY84" fmla="*/ 1464734 h 2870200"/>
              <a:gd name="connsiteX85" fmla="*/ 2031616 w 4114416"/>
              <a:gd name="connsiteY85" fmla="*/ 1439334 h 2870200"/>
              <a:gd name="connsiteX86" fmla="*/ 2082416 w 4114416"/>
              <a:gd name="connsiteY86" fmla="*/ 2032000 h 2870200"/>
              <a:gd name="connsiteX87" fmla="*/ 2090882 w 4114416"/>
              <a:gd name="connsiteY87" fmla="*/ 2150534 h 2870200"/>
              <a:gd name="connsiteX88" fmla="*/ 2099349 w 4114416"/>
              <a:gd name="connsiteY88" fmla="*/ 2489200 h 2870200"/>
              <a:gd name="connsiteX89" fmla="*/ 2133216 w 4114416"/>
              <a:gd name="connsiteY89" fmla="*/ 2421467 h 2870200"/>
              <a:gd name="connsiteX90" fmla="*/ 2175549 w 4114416"/>
              <a:gd name="connsiteY90" fmla="*/ 2319867 h 2870200"/>
              <a:gd name="connsiteX91" fmla="*/ 2200949 w 4114416"/>
              <a:gd name="connsiteY91" fmla="*/ 2286000 h 2870200"/>
              <a:gd name="connsiteX92" fmla="*/ 2234816 w 4114416"/>
              <a:gd name="connsiteY92" fmla="*/ 2235200 h 2870200"/>
              <a:gd name="connsiteX93" fmla="*/ 2251749 w 4114416"/>
              <a:gd name="connsiteY93" fmla="*/ 2514600 h 2870200"/>
              <a:gd name="connsiteX94" fmla="*/ 2277149 w 4114416"/>
              <a:gd name="connsiteY94" fmla="*/ 2565400 h 2870200"/>
              <a:gd name="connsiteX95" fmla="*/ 2285616 w 4114416"/>
              <a:gd name="connsiteY95" fmla="*/ 2489200 h 2870200"/>
              <a:gd name="connsiteX96" fmla="*/ 2302549 w 4114416"/>
              <a:gd name="connsiteY96" fmla="*/ 2421467 h 2870200"/>
              <a:gd name="connsiteX97" fmla="*/ 2311016 w 4114416"/>
              <a:gd name="connsiteY97" fmla="*/ 1718734 h 2870200"/>
              <a:gd name="connsiteX98" fmla="*/ 2336416 w 4114416"/>
              <a:gd name="connsiteY98" fmla="*/ 1811867 h 2870200"/>
              <a:gd name="connsiteX99" fmla="*/ 2361816 w 4114416"/>
              <a:gd name="connsiteY99" fmla="*/ 1871134 h 2870200"/>
              <a:gd name="connsiteX100" fmla="*/ 2387216 w 4114416"/>
              <a:gd name="connsiteY100" fmla="*/ 1938867 h 2870200"/>
              <a:gd name="connsiteX101" fmla="*/ 2395682 w 4114416"/>
              <a:gd name="connsiteY101" fmla="*/ 1972734 h 2870200"/>
              <a:gd name="connsiteX102" fmla="*/ 2404149 w 4114416"/>
              <a:gd name="connsiteY102" fmla="*/ 1574800 h 2870200"/>
              <a:gd name="connsiteX103" fmla="*/ 2429549 w 4114416"/>
              <a:gd name="connsiteY103" fmla="*/ 1236134 h 2870200"/>
              <a:gd name="connsiteX104" fmla="*/ 2446482 w 4114416"/>
              <a:gd name="connsiteY104" fmla="*/ 1092200 h 2870200"/>
              <a:gd name="connsiteX105" fmla="*/ 2454949 w 4114416"/>
              <a:gd name="connsiteY105" fmla="*/ 1066800 h 2870200"/>
              <a:gd name="connsiteX106" fmla="*/ 2463416 w 4114416"/>
              <a:gd name="connsiteY106" fmla="*/ 1092200 h 2870200"/>
              <a:gd name="connsiteX107" fmla="*/ 2480349 w 4114416"/>
              <a:gd name="connsiteY107" fmla="*/ 1117600 h 2870200"/>
              <a:gd name="connsiteX108" fmla="*/ 2488816 w 4114416"/>
              <a:gd name="connsiteY108" fmla="*/ 1227667 h 2870200"/>
              <a:gd name="connsiteX109" fmla="*/ 2514216 w 4114416"/>
              <a:gd name="connsiteY109" fmla="*/ 753534 h 2870200"/>
              <a:gd name="connsiteX110" fmla="*/ 2531149 w 4114416"/>
              <a:gd name="connsiteY110" fmla="*/ 685800 h 2870200"/>
              <a:gd name="connsiteX111" fmla="*/ 2539616 w 4114416"/>
              <a:gd name="connsiteY111" fmla="*/ 609600 h 2870200"/>
              <a:gd name="connsiteX112" fmla="*/ 2548082 w 4114416"/>
              <a:gd name="connsiteY112" fmla="*/ 558800 h 2870200"/>
              <a:gd name="connsiteX113" fmla="*/ 2565016 w 4114416"/>
              <a:gd name="connsiteY113" fmla="*/ 584200 h 2870200"/>
              <a:gd name="connsiteX114" fmla="*/ 2573482 w 4114416"/>
              <a:gd name="connsiteY114" fmla="*/ 778934 h 2870200"/>
              <a:gd name="connsiteX115" fmla="*/ 2615816 w 4114416"/>
              <a:gd name="connsiteY115" fmla="*/ 914400 h 2870200"/>
              <a:gd name="connsiteX116" fmla="*/ 2632749 w 4114416"/>
              <a:gd name="connsiteY116" fmla="*/ 973667 h 2870200"/>
              <a:gd name="connsiteX117" fmla="*/ 2649682 w 4114416"/>
              <a:gd name="connsiteY117" fmla="*/ 812800 h 2870200"/>
              <a:gd name="connsiteX118" fmla="*/ 2666616 w 4114416"/>
              <a:gd name="connsiteY118" fmla="*/ 694267 h 2870200"/>
              <a:gd name="connsiteX119" fmla="*/ 2692016 w 4114416"/>
              <a:gd name="connsiteY119" fmla="*/ 558800 h 2870200"/>
              <a:gd name="connsiteX120" fmla="*/ 2717416 w 4114416"/>
              <a:gd name="connsiteY120" fmla="*/ 321734 h 2870200"/>
              <a:gd name="connsiteX121" fmla="*/ 2734349 w 4114416"/>
              <a:gd name="connsiteY121" fmla="*/ 1058334 h 2870200"/>
              <a:gd name="connsiteX122" fmla="*/ 2760746 w 4114416"/>
              <a:gd name="connsiteY122" fmla="*/ 1023969 h 2870200"/>
              <a:gd name="connsiteX123" fmla="*/ 2810549 w 4114416"/>
              <a:gd name="connsiteY123" fmla="*/ 905934 h 2870200"/>
              <a:gd name="connsiteX124" fmla="*/ 2844416 w 4114416"/>
              <a:gd name="connsiteY124" fmla="*/ 855134 h 2870200"/>
              <a:gd name="connsiteX125" fmla="*/ 2869816 w 4114416"/>
              <a:gd name="connsiteY125" fmla="*/ 1422400 h 2870200"/>
              <a:gd name="connsiteX126" fmla="*/ 2878282 w 4114416"/>
              <a:gd name="connsiteY126" fmla="*/ 1388534 h 2870200"/>
              <a:gd name="connsiteX127" fmla="*/ 2895216 w 4114416"/>
              <a:gd name="connsiteY127" fmla="*/ 1363134 h 2870200"/>
              <a:gd name="connsiteX128" fmla="*/ 2920616 w 4114416"/>
              <a:gd name="connsiteY128" fmla="*/ 1278467 h 2870200"/>
              <a:gd name="connsiteX129" fmla="*/ 2937549 w 4114416"/>
              <a:gd name="connsiteY129" fmla="*/ 1320800 h 2870200"/>
              <a:gd name="connsiteX130" fmla="*/ 2954482 w 4114416"/>
              <a:gd name="connsiteY130" fmla="*/ 1388534 h 2870200"/>
              <a:gd name="connsiteX131" fmla="*/ 2971416 w 4114416"/>
              <a:gd name="connsiteY131" fmla="*/ 1422400 h 2870200"/>
              <a:gd name="connsiteX132" fmla="*/ 3013749 w 4114416"/>
              <a:gd name="connsiteY132" fmla="*/ 1540934 h 2870200"/>
              <a:gd name="connsiteX133" fmla="*/ 3030682 w 4114416"/>
              <a:gd name="connsiteY133" fmla="*/ 1566334 h 2870200"/>
              <a:gd name="connsiteX134" fmla="*/ 3064549 w 4114416"/>
              <a:gd name="connsiteY134" fmla="*/ 1718734 h 2870200"/>
              <a:gd name="connsiteX135" fmla="*/ 3089949 w 4114416"/>
              <a:gd name="connsiteY135" fmla="*/ 1761067 h 2870200"/>
              <a:gd name="connsiteX136" fmla="*/ 3123816 w 4114416"/>
              <a:gd name="connsiteY136" fmla="*/ 1879600 h 2870200"/>
              <a:gd name="connsiteX137" fmla="*/ 3115349 w 4114416"/>
              <a:gd name="connsiteY137" fmla="*/ 1913467 h 2870200"/>
              <a:gd name="connsiteX138" fmla="*/ 3127799 w 4114416"/>
              <a:gd name="connsiteY138" fmla="*/ 1901016 h 2870200"/>
              <a:gd name="connsiteX139" fmla="*/ 3106882 w 4114416"/>
              <a:gd name="connsiteY139" fmla="*/ 1888067 h 2870200"/>
              <a:gd name="connsiteX140" fmla="*/ 3132282 w 4114416"/>
              <a:gd name="connsiteY140" fmla="*/ 1871134 h 2870200"/>
              <a:gd name="connsiteX141" fmla="*/ 3140749 w 4114416"/>
              <a:gd name="connsiteY141" fmla="*/ 1769534 h 2870200"/>
              <a:gd name="connsiteX142" fmla="*/ 3157682 w 4114416"/>
              <a:gd name="connsiteY142" fmla="*/ 1710267 h 2870200"/>
              <a:gd name="connsiteX143" fmla="*/ 3166149 w 4114416"/>
              <a:gd name="connsiteY143" fmla="*/ 1684867 h 2870200"/>
              <a:gd name="connsiteX144" fmla="*/ 3191549 w 4114416"/>
              <a:gd name="connsiteY144" fmla="*/ 1676400 h 2870200"/>
              <a:gd name="connsiteX145" fmla="*/ 3200016 w 4114416"/>
              <a:gd name="connsiteY145" fmla="*/ 2006600 h 2870200"/>
              <a:gd name="connsiteX146" fmla="*/ 3208482 w 4114416"/>
              <a:gd name="connsiteY146" fmla="*/ 2048934 h 2870200"/>
              <a:gd name="connsiteX147" fmla="*/ 3216949 w 4114416"/>
              <a:gd name="connsiteY147" fmla="*/ 2099734 h 2870200"/>
              <a:gd name="connsiteX148" fmla="*/ 3233882 w 4114416"/>
              <a:gd name="connsiteY148" fmla="*/ 2048934 h 2870200"/>
              <a:gd name="connsiteX149" fmla="*/ 3242349 w 4114416"/>
              <a:gd name="connsiteY149" fmla="*/ 1998134 h 2870200"/>
              <a:gd name="connsiteX150" fmla="*/ 3276216 w 4114416"/>
              <a:gd name="connsiteY150" fmla="*/ 2353734 h 2870200"/>
              <a:gd name="connsiteX151" fmla="*/ 3301616 w 4114416"/>
              <a:gd name="connsiteY151" fmla="*/ 2387600 h 2870200"/>
              <a:gd name="connsiteX152" fmla="*/ 3310082 w 4114416"/>
              <a:gd name="connsiteY152" fmla="*/ 2497667 h 2870200"/>
              <a:gd name="connsiteX153" fmla="*/ 3327016 w 4114416"/>
              <a:gd name="connsiteY153" fmla="*/ 2531534 h 2870200"/>
              <a:gd name="connsiteX154" fmla="*/ 3343949 w 4114416"/>
              <a:gd name="connsiteY154" fmla="*/ 2599267 h 2870200"/>
              <a:gd name="connsiteX155" fmla="*/ 3369349 w 4114416"/>
              <a:gd name="connsiteY155" fmla="*/ 2667000 h 2870200"/>
              <a:gd name="connsiteX156" fmla="*/ 3411682 w 4114416"/>
              <a:gd name="connsiteY156" fmla="*/ 2810934 h 2870200"/>
              <a:gd name="connsiteX157" fmla="*/ 3437082 w 4114416"/>
              <a:gd name="connsiteY157" fmla="*/ 2870200 h 2870200"/>
              <a:gd name="connsiteX158" fmla="*/ 3462482 w 4114416"/>
              <a:gd name="connsiteY158" fmla="*/ 1828800 h 2870200"/>
              <a:gd name="connsiteX159" fmla="*/ 3461984 w 4114416"/>
              <a:gd name="connsiteY159" fmla="*/ 2090271 h 2870200"/>
              <a:gd name="connsiteX160" fmla="*/ 3487882 w 4114416"/>
              <a:gd name="connsiteY160" fmla="*/ 1735667 h 2870200"/>
              <a:gd name="connsiteX161" fmla="*/ 3513282 w 4114416"/>
              <a:gd name="connsiteY161" fmla="*/ 1651000 h 2870200"/>
              <a:gd name="connsiteX162" fmla="*/ 3521749 w 4114416"/>
              <a:gd name="connsiteY162" fmla="*/ 1701800 h 2870200"/>
              <a:gd name="connsiteX163" fmla="*/ 3525733 w 4114416"/>
              <a:gd name="connsiteY163" fmla="*/ 1875118 h 2870200"/>
              <a:gd name="connsiteX164" fmla="*/ 3547149 w 4114416"/>
              <a:gd name="connsiteY164" fmla="*/ 1752600 h 2870200"/>
              <a:gd name="connsiteX165" fmla="*/ 3555616 w 4114416"/>
              <a:gd name="connsiteY165" fmla="*/ 1693334 h 2870200"/>
              <a:gd name="connsiteX166" fmla="*/ 3597949 w 4114416"/>
              <a:gd name="connsiteY166" fmla="*/ 1608667 h 2870200"/>
              <a:gd name="connsiteX167" fmla="*/ 3614882 w 4114416"/>
              <a:gd name="connsiteY167" fmla="*/ 1566334 h 2870200"/>
              <a:gd name="connsiteX168" fmla="*/ 3657216 w 4114416"/>
              <a:gd name="connsiteY168" fmla="*/ 1464734 h 2870200"/>
              <a:gd name="connsiteX169" fmla="*/ 3661200 w 4114416"/>
              <a:gd name="connsiteY169" fmla="*/ 1373094 h 2870200"/>
              <a:gd name="connsiteX170" fmla="*/ 3682616 w 4114416"/>
              <a:gd name="connsiteY170" fmla="*/ 1363134 h 2870200"/>
              <a:gd name="connsiteX171" fmla="*/ 3699549 w 4114416"/>
              <a:gd name="connsiteY171" fmla="*/ 1320800 h 2870200"/>
              <a:gd name="connsiteX172" fmla="*/ 3694569 w 4114416"/>
              <a:gd name="connsiteY172" fmla="*/ 1151964 h 2870200"/>
              <a:gd name="connsiteX173" fmla="*/ 3741882 w 4114416"/>
              <a:gd name="connsiteY173" fmla="*/ 1227667 h 2870200"/>
              <a:gd name="connsiteX174" fmla="*/ 3750349 w 4114416"/>
              <a:gd name="connsiteY174" fmla="*/ 1176867 h 2870200"/>
              <a:gd name="connsiteX175" fmla="*/ 3767282 w 4114416"/>
              <a:gd name="connsiteY175" fmla="*/ 1126067 h 2870200"/>
              <a:gd name="connsiteX176" fmla="*/ 3775749 w 4114416"/>
              <a:gd name="connsiteY176" fmla="*/ 1058334 h 2870200"/>
              <a:gd name="connsiteX177" fmla="*/ 3784216 w 4114416"/>
              <a:gd name="connsiteY177" fmla="*/ 1270000 h 2870200"/>
              <a:gd name="connsiteX178" fmla="*/ 3813064 w 4114416"/>
              <a:gd name="connsiteY178" fmla="*/ 678606 h 2870200"/>
              <a:gd name="connsiteX179" fmla="*/ 3818082 w 4114416"/>
              <a:gd name="connsiteY179" fmla="*/ 558800 h 2870200"/>
              <a:gd name="connsiteX180" fmla="*/ 3835016 w 4114416"/>
              <a:gd name="connsiteY180" fmla="*/ 482600 h 2870200"/>
              <a:gd name="connsiteX181" fmla="*/ 3843482 w 4114416"/>
              <a:gd name="connsiteY181" fmla="*/ 533400 h 2870200"/>
              <a:gd name="connsiteX182" fmla="*/ 3860416 w 4114416"/>
              <a:gd name="connsiteY182" fmla="*/ 660400 h 2870200"/>
              <a:gd name="connsiteX183" fmla="*/ 3868882 w 4114416"/>
              <a:gd name="connsiteY183" fmla="*/ 702734 h 2870200"/>
              <a:gd name="connsiteX184" fmla="*/ 3885816 w 4114416"/>
              <a:gd name="connsiteY184" fmla="*/ 736600 h 2870200"/>
              <a:gd name="connsiteX185" fmla="*/ 3902749 w 4114416"/>
              <a:gd name="connsiteY185" fmla="*/ 702734 h 2870200"/>
              <a:gd name="connsiteX186" fmla="*/ 3962016 w 4114416"/>
              <a:gd name="connsiteY186" fmla="*/ 482600 h 2870200"/>
              <a:gd name="connsiteX187" fmla="*/ 3978949 w 4114416"/>
              <a:gd name="connsiteY187" fmla="*/ 457200 h 2870200"/>
              <a:gd name="connsiteX188" fmla="*/ 4004349 w 4114416"/>
              <a:gd name="connsiteY188" fmla="*/ 177800 h 2870200"/>
              <a:gd name="connsiteX189" fmla="*/ 4029749 w 4114416"/>
              <a:gd name="connsiteY189" fmla="*/ 135467 h 2870200"/>
              <a:gd name="connsiteX190" fmla="*/ 4038216 w 4114416"/>
              <a:gd name="connsiteY190" fmla="*/ 101600 h 2870200"/>
              <a:gd name="connsiteX191" fmla="*/ 4046682 w 4114416"/>
              <a:gd name="connsiteY191" fmla="*/ 76200 h 2870200"/>
              <a:gd name="connsiteX192" fmla="*/ 4055149 w 4114416"/>
              <a:gd name="connsiteY192" fmla="*/ 110067 h 2870200"/>
              <a:gd name="connsiteX193" fmla="*/ 4072082 w 4114416"/>
              <a:gd name="connsiteY193" fmla="*/ 160867 h 2870200"/>
              <a:gd name="connsiteX194" fmla="*/ 4114416 w 4114416"/>
              <a:gd name="connsiteY194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608410 w 4114416"/>
              <a:gd name="connsiteY72" fmla="*/ 1462351 h 2870200"/>
              <a:gd name="connsiteX73" fmla="*/ 1633682 w 4114416"/>
              <a:gd name="connsiteY73" fmla="*/ 1524000 h 2870200"/>
              <a:gd name="connsiteX74" fmla="*/ 1659082 w 4114416"/>
              <a:gd name="connsiteY74" fmla="*/ 1490134 h 2870200"/>
              <a:gd name="connsiteX75" fmla="*/ 1684482 w 4114416"/>
              <a:gd name="connsiteY75" fmla="*/ 1388534 h 2870200"/>
              <a:gd name="connsiteX76" fmla="*/ 1732631 w 4114416"/>
              <a:gd name="connsiteY76" fmla="*/ 1294184 h 2870200"/>
              <a:gd name="connsiteX77" fmla="*/ 1794549 w 4114416"/>
              <a:gd name="connsiteY77" fmla="*/ 1176867 h 2870200"/>
              <a:gd name="connsiteX78" fmla="*/ 1831067 w 4114416"/>
              <a:gd name="connsiteY78" fmla="*/ 1238516 h 2870200"/>
              <a:gd name="connsiteX79" fmla="*/ 1853688 w 4114416"/>
              <a:gd name="connsiteY79" fmla="*/ 1323159 h 2870200"/>
              <a:gd name="connsiteX80" fmla="*/ 1887682 w 4114416"/>
              <a:gd name="connsiteY80" fmla="*/ 1422400 h 2870200"/>
              <a:gd name="connsiteX81" fmla="*/ 1938482 w 4114416"/>
              <a:gd name="connsiteY81" fmla="*/ 1600200 h 2870200"/>
              <a:gd name="connsiteX82" fmla="*/ 1978163 w 4114416"/>
              <a:gd name="connsiteY82" fmla="*/ 1762259 h 2870200"/>
              <a:gd name="connsiteX83" fmla="*/ 2006216 w 4114416"/>
              <a:gd name="connsiteY83" fmla="*/ 1498600 h 2870200"/>
              <a:gd name="connsiteX84" fmla="*/ 2023149 w 4114416"/>
              <a:gd name="connsiteY84" fmla="*/ 1464734 h 2870200"/>
              <a:gd name="connsiteX85" fmla="*/ 2031616 w 4114416"/>
              <a:gd name="connsiteY85" fmla="*/ 1439334 h 2870200"/>
              <a:gd name="connsiteX86" fmla="*/ 2067707 w 4114416"/>
              <a:gd name="connsiteY86" fmla="*/ 1908377 h 2870200"/>
              <a:gd name="connsiteX87" fmla="*/ 2082416 w 4114416"/>
              <a:gd name="connsiteY87" fmla="*/ 2032000 h 2870200"/>
              <a:gd name="connsiteX88" fmla="*/ 2090882 w 4114416"/>
              <a:gd name="connsiteY88" fmla="*/ 2150534 h 2870200"/>
              <a:gd name="connsiteX89" fmla="*/ 2099349 w 4114416"/>
              <a:gd name="connsiteY89" fmla="*/ 2489200 h 2870200"/>
              <a:gd name="connsiteX90" fmla="*/ 2133216 w 4114416"/>
              <a:gd name="connsiteY90" fmla="*/ 2421467 h 2870200"/>
              <a:gd name="connsiteX91" fmla="*/ 2175549 w 4114416"/>
              <a:gd name="connsiteY91" fmla="*/ 2319867 h 2870200"/>
              <a:gd name="connsiteX92" fmla="*/ 2200949 w 4114416"/>
              <a:gd name="connsiteY92" fmla="*/ 2286000 h 2870200"/>
              <a:gd name="connsiteX93" fmla="*/ 2234816 w 4114416"/>
              <a:gd name="connsiteY93" fmla="*/ 2235200 h 2870200"/>
              <a:gd name="connsiteX94" fmla="*/ 2251749 w 4114416"/>
              <a:gd name="connsiteY94" fmla="*/ 2514600 h 2870200"/>
              <a:gd name="connsiteX95" fmla="*/ 2277149 w 4114416"/>
              <a:gd name="connsiteY95" fmla="*/ 2565400 h 2870200"/>
              <a:gd name="connsiteX96" fmla="*/ 2285616 w 4114416"/>
              <a:gd name="connsiteY96" fmla="*/ 2489200 h 2870200"/>
              <a:gd name="connsiteX97" fmla="*/ 2302549 w 4114416"/>
              <a:gd name="connsiteY97" fmla="*/ 2421467 h 2870200"/>
              <a:gd name="connsiteX98" fmla="*/ 2311016 w 4114416"/>
              <a:gd name="connsiteY98" fmla="*/ 1718734 h 2870200"/>
              <a:gd name="connsiteX99" fmla="*/ 2336416 w 4114416"/>
              <a:gd name="connsiteY99" fmla="*/ 1811867 h 2870200"/>
              <a:gd name="connsiteX100" fmla="*/ 2361816 w 4114416"/>
              <a:gd name="connsiteY100" fmla="*/ 1871134 h 2870200"/>
              <a:gd name="connsiteX101" fmla="*/ 2387216 w 4114416"/>
              <a:gd name="connsiteY101" fmla="*/ 1938867 h 2870200"/>
              <a:gd name="connsiteX102" fmla="*/ 2395682 w 4114416"/>
              <a:gd name="connsiteY102" fmla="*/ 1972734 h 2870200"/>
              <a:gd name="connsiteX103" fmla="*/ 2404149 w 4114416"/>
              <a:gd name="connsiteY103" fmla="*/ 1574800 h 2870200"/>
              <a:gd name="connsiteX104" fmla="*/ 2429549 w 4114416"/>
              <a:gd name="connsiteY104" fmla="*/ 1236134 h 2870200"/>
              <a:gd name="connsiteX105" fmla="*/ 2446482 w 4114416"/>
              <a:gd name="connsiteY105" fmla="*/ 1092200 h 2870200"/>
              <a:gd name="connsiteX106" fmla="*/ 2454949 w 4114416"/>
              <a:gd name="connsiteY106" fmla="*/ 1066800 h 2870200"/>
              <a:gd name="connsiteX107" fmla="*/ 2463416 w 4114416"/>
              <a:gd name="connsiteY107" fmla="*/ 1092200 h 2870200"/>
              <a:gd name="connsiteX108" fmla="*/ 2480349 w 4114416"/>
              <a:gd name="connsiteY108" fmla="*/ 1117600 h 2870200"/>
              <a:gd name="connsiteX109" fmla="*/ 2488816 w 4114416"/>
              <a:gd name="connsiteY109" fmla="*/ 1227667 h 2870200"/>
              <a:gd name="connsiteX110" fmla="*/ 2514216 w 4114416"/>
              <a:gd name="connsiteY110" fmla="*/ 753534 h 2870200"/>
              <a:gd name="connsiteX111" fmla="*/ 2531149 w 4114416"/>
              <a:gd name="connsiteY111" fmla="*/ 685800 h 2870200"/>
              <a:gd name="connsiteX112" fmla="*/ 2539616 w 4114416"/>
              <a:gd name="connsiteY112" fmla="*/ 609600 h 2870200"/>
              <a:gd name="connsiteX113" fmla="*/ 2548082 w 4114416"/>
              <a:gd name="connsiteY113" fmla="*/ 558800 h 2870200"/>
              <a:gd name="connsiteX114" fmla="*/ 2565016 w 4114416"/>
              <a:gd name="connsiteY114" fmla="*/ 584200 h 2870200"/>
              <a:gd name="connsiteX115" fmla="*/ 2573482 w 4114416"/>
              <a:gd name="connsiteY115" fmla="*/ 778934 h 2870200"/>
              <a:gd name="connsiteX116" fmla="*/ 2615816 w 4114416"/>
              <a:gd name="connsiteY116" fmla="*/ 914400 h 2870200"/>
              <a:gd name="connsiteX117" fmla="*/ 2632749 w 4114416"/>
              <a:gd name="connsiteY117" fmla="*/ 973667 h 2870200"/>
              <a:gd name="connsiteX118" fmla="*/ 2649682 w 4114416"/>
              <a:gd name="connsiteY118" fmla="*/ 812800 h 2870200"/>
              <a:gd name="connsiteX119" fmla="*/ 2666616 w 4114416"/>
              <a:gd name="connsiteY119" fmla="*/ 694267 h 2870200"/>
              <a:gd name="connsiteX120" fmla="*/ 2692016 w 4114416"/>
              <a:gd name="connsiteY120" fmla="*/ 558800 h 2870200"/>
              <a:gd name="connsiteX121" fmla="*/ 2717416 w 4114416"/>
              <a:gd name="connsiteY121" fmla="*/ 321734 h 2870200"/>
              <a:gd name="connsiteX122" fmla="*/ 2734349 w 4114416"/>
              <a:gd name="connsiteY122" fmla="*/ 1058334 h 2870200"/>
              <a:gd name="connsiteX123" fmla="*/ 2760746 w 4114416"/>
              <a:gd name="connsiteY123" fmla="*/ 1023969 h 2870200"/>
              <a:gd name="connsiteX124" fmla="*/ 2810549 w 4114416"/>
              <a:gd name="connsiteY124" fmla="*/ 905934 h 2870200"/>
              <a:gd name="connsiteX125" fmla="*/ 2844416 w 4114416"/>
              <a:gd name="connsiteY125" fmla="*/ 855134 h 2870200"/>
              <a:gd name="connsiteX126" fmla="*/ 2869816 w 4114416"/>
              <a:gd name="connsiteY126" fmla="*/ 1422400 h 2870200"/>
              <a:gd name="connsiteX127" fmla="*/ 2878282 w 4114416"/>
              <a:gd name="connsiteY127" fmla="*/ 1388534 h 2870200"/>
              <a:gd name="connsiteX128" fmla="*/ 2895216 w 4114416"/>
              <a:gd name="connsiteY128" fmla="*/ 1363134 h 2870200"/>
              <a:gd name="connsiteX129" fmla="*/ 2920616 w 4114416"/>
              <a:gd name="connsiteY129" fmla="*/ 1278467 h 2870200"/>
              <a:gd name="connsiteX130" fmla="*/ 2937549 w 4114416"/>
              <a:gd name="connsiteY130" fmla="*/ 1320800 h 2870200"/>
              <a:gd name="connsiteX131" fmla="*/ 2954482 w 4114416"/>
              <a:gd name="connsiteY131" fmla="*/ 1388534 h 2870200"/>
              <a:gd name="connsiteX132" fmla="*/ 2971416 w 4114416"/>
              <a:gd name="connsiteY132" fmla="*/ 1422400 h 2870200"/>
              <a:gd name="connsiteX133" fmla="*/ 3013749 w 4114416"/>
              <a:gd name="connsiteY133" fmla="*/ 1540934 h 2870200"/>
              <a:gd name="connsiteX134" fmla="*/ 3030682 w 4114416"/>
              <a:gd name="connsiteY134" fmla="*/ 1566334 h 2870200"/>
              <a:gd name="connsiteX135" fmla="*/ 3064549 w 4114416"/>
              <a:gd name="connsiteY135" fmla="*/ 1718734 h 2870200"/>
              <a:gd name="connsiteX136" fmla="*/ 3089949 w 4114416"/>
              <a:gd name="connsiteY136" fmla="*/ 1761067 h 2870200"/>
              <a:gd name="connsiteX137" fmla="*/ 3123816 w 4114416"/>
              <a:gd name="connsiteY137" fmla="*/ 1879600 h 2870200"/>
              <a:gd name="connsiteX138" fmla="*/ 3115349 w 4114416"/>
              <a:gd name="connsiteY138" fmla="*/ 1913467 h 2870200"/>
              <a:gd name="connsiteX139" fmla="*/ 3127799 w 4114416"/>
              <a:gd name="connsiteY139" fmla="*/ 1901016 h 2870200"/>
              <a:gd name="connsiteX140" fmla="*/ 3106882 w 4114416"/>
              <a:gd name="connsiteY140" fmla="*/ 1888067 h 2870200"/>
              <a:gd name="connsiteX141" fmla="*/ 3132282 w 4114416"/>
              <a:gd name="connsiteY141" fmla="*/ 1871134 h 2870200"/>
              <a:gd name="connsiteX142" fmla="*/ 3140749 w 4114416"/>
              <a:gd name="connsiteY142" fmla="*/ 1769534 h 2870200"/>
              <a:gd name="connsiteX143" fmla="*/ 3157682 w 4114416"/>
              <a:gd name="connsiteY143" fmla="*/ 1710267 h 2870200"/>
              <a:gd name="connsiteX144" fmla="*/ 3166149 w 4114416"/>
              <a:gd name="connsiteY144" fmla="*/ 1684867 h 2870200"/>
              <a:gd name="connsiteX145" fmla="*/ 3191549 w 4114416"/>
              <a:gd name="connsiteY145" fmla="*/ 1676400 h 2870200"/>
              <a:gd name="connsiteX146" fmla="*/ 3200016 w 4114416"/>
              <a:gd name="connsiteY146" fmla="*/ 2006600 h 2870200"/>
              <a:gd name="connsiteX147" fmla="*/ 3208482 w 4114416"/>
              <a:gd name="connsiteY147" fmla="*/ 2048934 h 2870200"/>
              <a:gd name="connsiteX148" fmla="*/ 3216949 w 4114416"/>
              <a:gd name="connsiteY148" fmla="*/ 2099734 h 2870200"/>
              <a:gd name="connsiteX149" fmla="*/ 3233882 w 4114416"/>
              <a:gd name="connsiteY149" fmla="*/ 2048934 h 2870200"/>
              <a:gd name="connsiteX150" fmla="*/ 3242349 w 4114416"/>
              <a:gd name="connsiteY150" fmla="*/ 1998134 h 2870200"/>
              <a:gd name="connsiteX151" fmla="*/ 3276216 w 4114416"/>
              <a:gd name="connsiteY151" fmla="*/ 2353734 h 2870200"/>
              <a:gd name="connsiteX152" fmla="*/ 3301616 w 4114416"/>
              <a:gd name="connsiteY152" fmla="*/ 2387600 h 2870200"/>
              <a:gd name="connsiteX153" fmla="*/ 3310082 w 4114416"/>
              <a:gd name="connsiteY153" fmla="*/ 2497667 h 2870200"/>
              <a:gd name="connsiteX154" fmla="*/ 3327016 w 4114416"/>
              <a:gd name="connsiteY154" fmla="*/ 2531534 h 2870200"/>
              <a:gd name="connsiteX155" fmla="*/ 3343949 w 4114416"/>
              <a:gd name="connsiteY155" fmla="*/ 2599267 h 2870200"/>
              <a:gd name="connsiteX156" fmla="*/ 3369349 w 4114416"/>
              <a:gd name="connsiteY156" fmla="*/ 2667000 h 2870200"/>
              <a:gd name="connsiteX157" fmla="*/ 3411682 w 4114416"/>
              <a:gd name="connsiteY157" fmla="*/ 2810934 h 2870200"/>
              <a:gd name="connsiteX158" fmla="*/ 3437082 w 4114416"/>
              <a:gd name="connsiteY158" fmla="*/ 2870200 h 2870200"/>
              <a:gd name="connsiteX159" fmla="*/ 3462482 w 4114416"/>
              <a:gd name="connsiteY159" fmla="*/ 1828800 h 2870200"/>
              <a:gd name="connsiteX160" fmla="*/ 3461984 w 4114416"/>
              <a:gd name="connsiteY160" fmla="*/ 2090271 h 2870200"/>
              <a:gd name="connsiteX161" fmla="*/ 3487882 w 4114416"/>
              <a:gd name="connsiteY161" fmla="*/ 1735667 h 2870200"/>
              <a:gd name="connsiteX162" fmla="*/ 3513282 w 4114416"/>
              <a:gd name="connsiteY162" fmla="*/ 1651000 h 2870200"/>
              <a:gd name="connsiteX163" fmla="*/ 3521749 w 4114416"/>
              <a:gd name="connsiteY163" fmla="*/ 1701800 h 2870200"/>
              <a:gd name="connsiteX164" fmla="*/ 3525733 w 4114416"/>
              <a:gd name="connsiteY164" fmla="*/ 1875118 h 2870200"/>
              <a:gd name="connsiteX165" fmla="*/ 3547149 w 4114416"/>
              <a:gd name="connsiteY165" fmla="*/ 1752600 h 2870200"/>
              <a:gd name="connsiteX166" fmla="*/ 3555616 w 4114416"/>
              <a:gd name="connsiteY166" fmla="*/ 1693334 h 2870200"/>
              <a:gd name="connsiteX167" fmla="*/ 3597949 w 4114416"/>
              <a:gd name="connsiteY167" fmla="*/ 1608667 h 2870200"/>
              <a:gd name="connsiteX168" fmla="*/ 3614882 w 4114416"/>
              <a:gd name="connsiteY168" fmla="*/ 1566334 h 2870200"/>
              <a:gd name="connsiteX169" fmla="*/ 3657216 w 4114416"/>
              <a:gd name="connsiteY169" fmla="*/ 1464734 h 2870200"/>
              <a:gd name="connsiteX170" fmla="*/ 3661200 w 4114416"/>
              <a:gd name="connsiteY170" fmla="*/ 1373094 h 2870200"/>
              <a:gd name="connsiteX171" fmla="*/ 3682616 w 4114416"/>
              <a:gd name="connsiteY171" fmla="*/ 1363134 h 2870200"/>
              <a:gd name="connsiteX172" fmla="*/ 3699549 w 4114416"/>
              <a:gd name="connsiteY172" fmla="*/ 1320800 h 2870200"/>
              <a:gd name="connsiteX173" fmla="*/ 3694569 w 4114416"/>
              <a:gd name="connsiteY173" fmla="*/ 1151964 h 2870200"/>
              <a:gd name="connsiteX174" fmla="*/ 3741882 w 4114416"/>
              <a:gd name="connsiteY174" fmla="*/ 1227667 h 2870200"/>
              <a:gd name="connsiteX175" fmla="*/ 3750349 w 4114416"/>
              <a:gd name="connsiteY175" fmla="*/ 1176867 h 2870200"/>
              <a:gd name="connsiteX176" fmla="*/ 3767282 w 4114416"/>
              <a:gd name="connsiteY176" fmla="*/ 1126067 h 2870200"/>
              <a:gd name="connsiteX177" fmla="*/ 3775749 w 4114416"/>
              <a:gd name="connsiteY177" fmla="*/ 1058334 h 2870200"/>
              <a:gd name="connsiteX178" fmla="*/ 3784216 w 4114416"/>
              <a:gd name="connsiteY178" fmla="*/ 1270000 h 2870200"/>
              <a:gd name="connsiteX179" fmla="*/ 3813064 w 4114416"/>
              <a:gd name="connsiteY179" fmla="*/ 678606 h 2870200"/>
              <a:gd name="connsiteX180" fmla="*/ 3818082 w 4114416"/>
              <a:gd name="connsiteY180" fmla="*/ 558800 h 2870200"/>
              <a:gd name="connsiteX181" fmla="*/ 3835016 w 4114416"/>
              <a:gd name="connsiteY181" fmla="*/ 482600 h 2870200"/>
              <a:gd name="connsiteX182" fmla="*/ 3843482 w 4114416"/>
              <a:gd name="connsiteY182" fmla="*/ 533400 h 2870200"/>
              <a:gd name="connsiteX183" fmla="*/ 3860416 w 4114416"/>
              <a:gd name="connsiteY183" fmla="*/ 660400 h 2870200"/>
              <a:gd name="connsiteX184" fmla="*/ 3868882 w 4114416"/>
              <a:gd name="connsiteY184" fmla="*/ 702734 h 2870200"/>
              <a:gd name="connsiteX185" fmla="*/ 3885816 w 4114416"/>
              <a:gd name="connsiteY185" fmla="*/ 736600 h 2870200"/>
              <a:gd name="connsiteX186" fmla="*/ 3902749 w 4114416"/>
              <a:gd name="connsiteY186" fmla="*/ 702734 h 2870200"/>
              <a:gd name="connsiteX187" fmla="*/ 3962016 w 4114416"/>
              <a:gd name="connsiteY187" fmla="*/ 482600 h 2870200"/>
              <a:gd name="connsiteX188" fmla="*/ 3978949 w 4114416"/>
              <a:gd name="connsiteY188" fmla="*/ 457200 h 2870200"/>
              <a:gd name="connsiteX189" fmla="*/ 4004349 w 4114416"/>
              <a:gd name="connsiteY189" fmla="*/ 177800 h 2870200"/>
              <a:gd name="connsiteX190" fmla="*/ 4029749 w 4114416"/>
              <a:gd name="connsiteY190" fmla="*/ 135467 h 2870200"/>
              <a:gd name="connsiteX191" fmla="*/ 4038216 w 4114416"/>
              <a:gd name="connsiteY191" fmla="*/ 101600 h 2870200"/>
              <a:gd name="connsiteX192" fmla="*/ 4046682 w 4114416"/>
              <a:gd name="connsiteY192" fmla="*/ 76200 h 2870200"/>
              <a:gd name="connsiteX193" fmla="*/ 4055149 w 4114416"/>
              <a:gd name="connsiteY193" fmla="*/ 110067 h 2870200"/>
              <a:gd name="connsiteX194" fmla="*/ 4072082 w 4114416"/>
              <a:gd name="connsiteY194" fmla="*/ 160867 h 2870200"/>
              <a:gd name="connsiteX195" fmla="*/ 4114416 w 4114416"/>
              <a:gd name="connsiteY195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608410 w 4114416"/>
              <a:gd name="connsiteY72" fmla="*/ 1462351 h 2870200"/>
              <a:gd name="connsiteX73" fmla="*/ 1633682 w 4114416"/>
              <a:gd name="connsiteY73" fmla="*/ 1524000 h 2870200"/>
              <a:gd name="connsiteX74" fmla="*/ 1659082 w 4114416"/>
              <a:gd name="connsiteY74" fmla="*/ 1490134 h 2870200"/>
              <a:gd name="connsiteX75" fmla="*/ 1684482 w 4114416"/>
              <a:gd name="connsiteY75" fmla="*/ 1388534 h 2870200"/>
              <a:gd name="connsiteX76" fmla="*/ 1732631 w 4114416"/>
              <a:gd name="connsiteY76" fmla="*/ 1294184 h 2870200"/>
              <a:gd name="connsiteX77" fmla="*/ 1794549 w 4114416"/>
              <a:gd name="connsiteY77" fmla="*/ 1176867 h 2870200"/>
              <a:gd name="connsiteX78" fmla="*/ 1831067 w 4114416"/>
              <a:gd name="connsiteY78" fmla="*/ 1238516 h 2870200"/>
              <a:gd name="connsiteX79" fmla="*/ 1853688 w 4114416"/>
              <a:gd name="connsiteY79" fmla="*/ 1323159 h 2870200"/>
              <a:gd name="connsiteX80" fmla="*/ 1887682 w 4114416"/>
              <a:gd name="connsiteY80" fmla="*/ 1422400 h 2870200"/>
              <a:gd name="connsiteX81" fmla="*/ 1938482 w 4114416"/>
              <a:gd name="connsiteY81" fmla="*/ 1600200 h 2870200"/>
              <a:gd name="connsiteX82" fmla="*/ 1978163 w 4114416"/>
              <a:gd name="connsiteY82" fmla="*/ 1762259 h 2870200"/>
              <a:gd name="connsiteX83" fmla="*/ 2006216 w 4114416"/>
              <a:gd name="connsiteY83" fmla="*/ 1498600 h 2870200"/>
              <a:gd name="connsiteX84" fmla="*/ 2023149 w 4114416"/>
              <a:gd name="connsiteY84" fmla="*/ 1464734 h 2870200"/>
              <a:gd name="connsiteX85" fmla="*/ 2031616 w 4114416"/>
              <a:gd name="connsiteY85" fmla="*/ 1439334 h 2870200"/>
              <a:gd name="connsiteX86" fmla="*/ 2067707 w 4114416"/>
              <a:gd name="connsiteY86" fmla="*/ 1908377 h 2870200"/>
              <a:gd name="connsiteX87" fmla="*/ 2082416 w 4114416"/>
              <a:gd name="connsiteY87" fmla="*/ 2032000 h 2870200"/>
              <a:gd name="connsiteX88" fmla="*/ 2090882 w 4114416"/>
              <a:gd name="connsiteY88" fmla="*/ 2150534 h 2870200"/>
              <a:gd name="connsiteX89" fmla="*/ 2099349 w 4114416"/>
              <a:gd name="connsiteY89" fmla="*/ 2489200 h 2870200"/>
              <a:gd name="connsiteX90" fmla="*/ 2133216 w 4114416"/>
              <a:gd name="connsiteY90" fmla="*/ 2421467 h 2870200"/>
              <a:gd name="connsiteX91" fmla="*/ 2175549 w 4114416"/>
              <a:gd name="connsiteY91" fmla="*/ 2319867 h 2870200"/>
              <a:gd name="connsiteX92" fmla="*/ 2200949 w 4114416"/>
              <a:gd name="connsiteY92" fmla="*/ 2286000 h 2870200"/>
              <a:gd name="connsiteX93" fmla="*/ 2212579 w 4114416"/>
              <a:gd name="connsiteY93" fmla="*/ 2206201 h 2870200"/>
              <a:gd name="connsiteX94" fmla="*/ 2251749 w 4114416"/>
              <a:gd name="connsiteY94" fmla="*/ 2514600 h 2870200"/>
              <a:gd name="connsiteX95" fmla="*/ 2277149 w 4114416"/>
              <a:gd name="connsiteY95" fmla="*/ 2565400 h 2870200"/>
              <a:gd name="connsiteX96" fmla="*/ 2285616 w 4114416"/>
              <a:gd name="connsiteY96" fmla="*/ 2489200 h 2870200"/>
              <a:gd name="connsiteX97" fmla="*/ 2302549 w 4114416"/>
              <a:gd name="connsiteY97" fmla="*/ 2421467 h 2870200"/>
              <a:gd name="connsiteX98" fmla="*/ 2311016 w 4114416"/>
              <a:gd name="connsiteY98" fmla="*/ 1718734 h 2870200"/>
              <a:gd name="connsiteX99" fmla="*/ 2336416 w 4114416"/>
              <a:gd name="connsiteY99" fmla="*/ 1811867 h 2870200"/>
              <a:gd name="connsiteX100" fmla="*/ 2361816 w 4114416"/>
              <a:gd name="connsiteY100" fmla="*/ 1871134 h 2870200"/>
              <a:gd name="connsiteX101" fmla="*/ 2387216 w 4114416"/>
              <a:gd name="connsiteY101" fmla="*/ 1938867 h 2870200"/>
              <a:gd name="connsiteX102" fmla="*/ 2395682 w 4114416"/>
              <a:gd name="connsiteY102" fmla="*/ 1972734 h 2870200"/>
              <a:gd name="connsiteX103" fmla="*/ 2404149 w 4114416"/>
              <a:gd name="connsiteY103" fmla="*/ 1574800 h 2870200"/>
              <a:gd name="connsiteX104" fmla="*/ 2429549 w 4114416"/>
              <a:gd name="connsiteY104" fmla="*/ 1236134 h 2870200"/>
              <a:gd name="connsiteX105" fmla="*/ 2446482 w 4114416"/>
              <a:gd name="connsiteY105" fmla="*/ 1092200 h 2870200"/>
              <a:gd name="connsiteX106" fmla="*/ 2454949 w 4114416"/>
              <a:gd name="connsiteY106" fmla="*/ 1066800 h 2870200"/>
              <a:gd name="connsiteX107" fmla="*/ 2463416 w 4114416"/>
              <a:gd name="connsiteY107" fmla="*/ 1092200 h 2870200"/>
              <a:gd name="connsiteX108" fmla="*/ 2480349 w 4114416"/>
              <a:gd name="connsiteY108" fmla="*/ 1117600 h 2870200"/>
              <a:gd name="connsiteX109" fmla="*/ 2488816 w 4114416"/>
              <a:gd name="connsiteY109" fmla="*/ 1227667 h 2870200"/>
              <a:gd name="connsiteX110" fmla="*/ 2514216 w 4114416"/>
              <a:gd name="connsiteY110" fmla="*/ 753534 h 2870200"/>
              <a:gd name="connsiteX111" fmla="*/ 2531149 w 4114416"/>
              <a:gd name="connsiteY111" fmla="*/ 685800 h 2870200"/>
              <a:gd name="connsiteX112" fmla="*/ 2539616 w 4114416"/>
              <a:gd name="connsiteY112" fmla="*/ 609600 h 2870200"/>
              <a:gd name="connsiteX113" fmla="*/ 2548082 w 4114416"/>
              <a:gd name="connsiteY113" fmla="*/ 558800 h 2870200"/>
              <a:gd name="connsiteX114" fmla="*/ 2565016 w 4114416"/>
              <a:gd name="connsiteY114" fmla="*/ 584200 h 2870200"/>
              <a:gd name="connsiteX115" fmla="*/ 2573482 w 4114416"/>
              <a:gd name="connsiteY115" fmla="*/ 778934 h 2870200"/>
              <a:gd name="connsiteX116" fmla="*/ 2615816 w 4114416"/>
              <a:gd name="connsiteY116" fmla="*/ 914400 h 2870200"/>
              <a:gd name="connsiteX117" fmla="*/ 2632749 w 4114416"/>
              <a:gd name="connsiteY117" fmla="*/ 973667 h 2870200"/>
              <a:gd name="connsiteX118" fmla="*/ 2649682 w 4114416"/>
              <a:gd name="connsiteY118" fmla="*/ 812800 h 2870200"/>
              <a:gd name="connsiteX119" fmla="*/ 2666616 w 4114416"/>
              <a:gd name="connsiteY119" fmla="*/ 694267 h 2870200"/>
              <a:gd name="connsiteX120" fmla="*/ 2692016 w 4114416"/>
              <a:gd name="connsiteY120" fmla="*/ 558800 h 2870200"/>
              <a:gd name="connsiteX121" fmla="*/ 2717416 w 4114416"/>
              <a:gd name="connsiteY121" fmla="*/ 321734 h 2870200"/>
              <a:gd name="connsiteX122" fmla="*/ 2734349 w 4114416"/>
              <a:gd name="connsiteY122" fmla="*/ 1058334 h 2870200"/>
              <a:gd name="connsiteX123" fmla="*/ 2760746 w 4114416"/>
              <a:gd name="connsiteY123" fmla="*/ 1023969 h 2870200"/>
              <a:gd name="connsiteX124" fmla="*/ 2810549 w 4114416"/>
              <a:gd name="connsiteY124" fmla="*/ 905934 h 2870200"/>
              <a:gd name="connsiteX125" fmla="*/ 2844416 w 4114416"/>
              <a:gd name="connsiteY125" fmla="*/ 855134 h 2870200"/>
              <a:gd name="connsiteX126" fmla="*/ 2869816 w 4114416"/>
              <a:gd name="connsiteY126" fmla="*/ 1422400 h 2870200"/>
              <a:gd name="connsiteX127" fmla="*/ 2878282 w 4114416"/>
              <a:gd name="connsiteY127" fmla="*/ 1388534 h 2870200"/>
              <a:gd name="connsiteX128" fmla="*/ 2895216 w 4114416"/>
              <a:gd name="connsiteY128" fmla="*/ 1363134 h 2870200"/>
              <a:gd name="connsiteX129" fmla="*/ 2920616 w 4114416"/>
              <a:gd name="connsiteY129" fmla="*/ 1278467 h 2870200"/>
              <a:gd name="connsiteX130" fmla="*/ 2937549 w 4114416"/>
              <a:gd name="connsiteY130" fmla="*/ 1320800 h 2870200"/>
              <a:gd name="connsiteX131" fmla="*/ 2954482 w 4114416"/>
              <a:gd name="connsiteY131" fmla="*/ 1388534 h 2870200"/>
              <a:gd name="connsiteX132" fmla="*/ 2971416 w 4114416"/>
              <a:gd name="connsiteY132" fmla="*/ 1422400 h 2870200"/>
              <a:gd name="connsiteX133" fmla="*/ 3013749 w 4114416"/>
              <a:gd name="connsiteY133" fmla="*/ 1540934 h 2870200"/>
              <a:gd name="connsiteX134" fmla="*/ 3030682 w 4114416"/>
              <a:gd name="connsiteY134" fmla="*/ 1566334 h 2870200"/>
              <a:gd name="connsiteX135" fmla="*/ 3064549 w 4114416"/>
              <a:gd name="connsiteY135" fmla="*/ 1718734 h 2870200"/>
              <a:gd name="connsiteX136" fmla="*/ 3089949 w 4114416"/>
              <a:gd name="connsiteY136" fmla="*/ 1761067 h 2870200"/>
              <a:gd name="connsiteX137" fmla="*/ 3123816 w 4114416"/>
              <a:gd name="connsiteY137" fmla="*/ 1879600 h 2870200"/>
              <a:gd name="connsiteX138" fmla="*/ 3115349 w 4114416"/>
              <a:gd name="connsiteY138" fmla="*/ 1913467 h 2870200"/>
              <a:gd name="connsiteX139" fmla="*/ 3127799 w 4114416"/>
              <a:gd name="connsiteY139" fmla="*/ 1901016 h 2870200"/>
              <a:gd name="connsiteX140" fmla="*/ 3106882 w 4114416"/>
              <a:gd name="connsiteY140" fmla="*/ 1888067 h 2870200"/>
              <a:gd name="connsiteX141" fmla="*/ 3132282 w 4114416"/>
              <a:gd name="connsiteY141" fmla="*/ 1871134 h 2870200"/>
              <a:gd name="connsiteX142" fmla="*/ 3140749 w 4114416"/>
              <a:gd name="connsiteY142" fmla="*/ 1769534 h 2870200"/>
              <a:gd name="connsiteX143" fmla="*/ 3157682 w 4114416"/>
              <a:gd name="connsiteY143" fmla="*/ 1710267 h 2870200"/>
              <a:gd name="connsiteX144" fmla="*/ 3166149 w 4114416"/>
              <a:gd name="connsiteY144" fmla="*/ 1684867 h 2870200"/>
              <a:gd name="connsiteX145" fmla="*/ 3191549 w 4114416"/>
              <a:gd name="connsiteY145" fmla="*/ 1676400 h 2870200"/>
              <a:gd name="connsiteX146" fmla="*/ 3200016 w 4114416"/>
              <a:gd name="connsiteY146" fmla="*/ 2006600 h 2870200"/>
              <a:gd name="connsiteX147" fmla="*/ 3208482 w 4114416"/>
              <a:gd name="connsiteY147" fmla="*/ 2048934 h 2870200"/>
              <a:gd name="connsiteX148" fmla="*/ 3216949 w 4114416"/>
              <a:gd name="connsiteY148" fmla="*/ 2099734 h 2870200"/>
              <a:gd name="connsiteX149" fmla="*/ 3233882 w 4114416"/>
              <a:gd name="connsiteY149" fmla="*/ 2048934 h 2870200"/>
              <a:gd name="connsiteX150" fmla="*/ 3242349 w 4114416"/>
              <a:gd name="connsiteY150" fmla="*/ 1998134 h 2870200"/>
              <a:gd name="connsiteX151" fmla="*/ 3276216 w 4114416"/>
              <a:gd name="connsiteY151" fmla="*/ 2353734 h 2870200"/>
              <a:gd name="connsiteX152" fmla="*/ 3301616 w 4114416"/>
              <a:gd name="connsiteY152" fmla="*/ 2387600 h 2870200"/>
              <a:gd name="connsiteX153" fmla="*/ 3310082 w 4114416"/>
              <a:gd name="connsiteY153" fmla="*/ 2497667 h 2870200"/>
              <a:gd name="connsiteX154" fmla="*/ 3327016 w 4114416"/>
              <a:gd name="connsiteY154" fmla="*/ 2531534 h 2870200"/>
              <a:gd name="connsiteX155" fmla="*/ 3343949 w 4114416"/>
              <a:gd name="connsiteY155" fmla="*/ 2599267 h 2870200"/>
              <a:gd name="connsiteX156" fmla="*/ 3369349 w 4114416"/>
              <a:gd name="connsiteY156" fmla="*/ 2667000 h 2870200"/>
              <a:gd name="connsiteX157" fmla="*/ 3411682 w 4114416"/>
              <a:gd name="connsiteY157" fmla="*/ 2810934 h 2870200"/>
              <a:gd name="connsiteX158" fmla="*/ 3437082 w 4114416"/>
              <a:gd name="connsiteY158" fmla="*/ 2870200 h 2870200"/>
              <a:gd name="connsiteX159" fmla="*/ 3462482 w 4114416"/>
              <a:gd name="connsiteY159" fmla="*/ 1828800 h 2870200"/>
              <a:gd name="connsiteX160" fmla="*/ 3461984 w 4114416"/>
              <a:gd name="connsiteY160" fmla="*/ 2090271 h 2870200"/>
              <a:gd name="connsiteX161" fmla="*/ 3487882 w 4114416"/>
              <a:gd name="connsiteY161" fmla="*/ 1735667 h 2870200"/>
              <a:gd name="connsiteX162" fmla="*/ 3513282 w 4114416"/>
              <a:gd name="connsiteY162" fmla="*/ 1651000 h 2870200"/>
              <a:gd name="connsiteX163" fmla="*/ 3521749 w 4114416"/>
              <a:gd name="connsiteY163" fmla="*/ 1701800 h 2870200"/>
              <a:gd name="connsiteX164" fmla="*/ 3525733 w 4114416"/>
              <a:gd name="connsiteY164" fmla="*/ 1875118 h 2870200"/>
              <a:gd name="connsiteX165" fmla="*/ 3547149 w 4114416"/>
              <a:gd name="connsiteY165" fmla="*/ 1752600 h 2870200"/>
              <a:gd name="connsiteX166" fmla="*/ 3555616 w 4114416"/>
              <a:gd name="connsiteY166" fmla="*/ 1693334 h 2870200"/>
              <a:gd name="connsiteX167" fmla="*/ 3597949 w 4114416"/>
              <a:gd name="connsiteY167" fmla="*/ 1608667 h 2870200"/>
              <a:gd name="connsiteX168" fmla="*/ 3614882 w 4114416"/>
              <a:gd name="connsiteY168" fmla="*/ 1566334 h 2870200"/>
              <a:gd name="connsiteX169" fmla="*/ 3657216 w 4114416"/>
              <a:gd name="connsiteY169" fmla="*/ 1464734 h 2870200"/>
              <a:gd name="connsiteX170" fmla="*/ 3661200 w 4114416"/>
              <a:gd name="connsiteY170" fmla="*/ 1373094 h 2870200"/>
              <a:gd name="connsiteX171" fmla="*/ 3682616 w 4114416"/>
              <a:gd name="connsiteY171" fmla="*/ 1363134 h 2870200"/>
              <a:gd name="connsiteX172" fmla="*/ 3699549 w 4114416"/>
              <a:gd name="connsiteY172" fmla="*/ 1320800 h 2870200"/>
              <a:gd name="connsiteX173" fmla="*/ 3694569 w 4114416"/>
              <a:gd name="connsiteY173" fmla="*/ 1151964 h 2870200"/>
              <a:gd name="connsiteX174" fmla="*/ 3741882 w 4114416"/>
              <a:gd name="connsiteY174" fmla="*/ 1227667 h 2870200"/>
              <a:gd name="connsiteX175" fmla="*/ 3750349 w 4114416"/>
              <a:gd name="connsiteY175" fmla="*/ 1176867 h 2870200"/>
              <a:gd name="connsiteX176" fmla="*/ 3767282 w 4114416"/>
              <a:gd name="connsiteY176" fmla="*/ 1126067 h 2870200"/>
              <a:gd name="connsiteX177" fmla="*/ 3775749 w 4114416"/>
              <a:gd name="connsiteY177" fmla="*/ 1058334 h 2870200"/>
              <a:gd name="connsiteX178" fmla="*/ 3784216 w 4114416"/>
              <a:gd name="connsiteY178" fmla="*/ 1270000 h 2870200"/>
              <a:gd name="connsiteX179" fmla="*/ 3813064 w 4114416"/>
              <a:gd name="connsiteY179" fmla="*/ 678606 h 2870200"/>
              <a:gd name="connsiteX180" fmla="*/ 3818082 w 4114416"/>
              <a:gd name="connsiteY180" fmla="*/ 558800 h 2870200"/>
              <a:gd name="connsiteX181" fmla="*/ 3835016 w 4114416"/>
              <a:gd name="connsiteY181" fmla="*/ 482600 h 2870200"/>
              <a:gd name="connsiteX182" fmla="*/ 3843482 w 4114416"/>
              <a:gd name="connsiteY182" fmla="*/ 533400 h 2870200"/>
              <a:gd name="connsiteX183" fmla="*/ 3860416 w 4114416"/>
              <a:gd name="connsiteY183" fmla="*/ 660400 h 2870200"/>
              <a:gd name="connsiteX184" fmla="*/ 3868882 w 4114416"/>
              <a:gd name="connsiteY184" fmla="*/ 702734 h 2870200"/>
              <a:gd name="connsiteX185" fmla="*/ 3885816 w 4114416"/>
              <a:gd name="connsiteY185" fmla="*/ 736600 h 2870200"/>
              <a:gd name="connsiteX186" fmla="*/ 3902749 w 4114416"/>
              <a:gd name="connsiteY186" fmla="*/ 702734 h 2870200"/>
              <a:gd name="connsiteX187" fmla="*/ 3962016 w 4114416"/>
              <a:gd name="connsiteY187" fmla="*/ 482600 h 2870200"/>
              <a:gd name="connsiteX188" fmla="*/ 3978949 w 4114416"/>
              <a:gd name="connsiteY188" fmla="*/ 457200 h 2870200"/>
              <a:gd name="connsiteX189" fmla="*/ 4004349 w 4114416"/>
              <a:gd name="connsiteY189" fmla="*/ 177800 h 2870200"/>
              <a:gd name="connsiteX190" fmla="*/ 4029749 w 4114416"/>
              <a:gd name="connsiteY190" fmla="*/ 135467 h 2870200"/>
              <a:gd name="connsiteX191" fmla="*/ 4038216 w 4114416"/>
              <a:gd name="connsiteY191" fmla="*/ 101600 h 2870200"/>
              <a:gd name="connsiteX192" fmla="*/ 4046682 w 4114416"/>
              <a:gd name="connsiteY192" fmla="*/ 76200 h 2870200"/>
              <a:gd name="connsiteX193" fmla="*/ 4055149 w 4114416"/>
              <a:gd name="connsiteY193" fmla="*/ 110067 h 2870200"/>
              <a:gd name="connsiteX194" fmla="*/ 4072082 w 4114416"/>
              <a:gd name="connsiteY194" fmla="*/ 160867 h 2870200"/>
              <a:gd name="connsiteX195" fmla="*/ 4114416 w 4114416"/>
              <a:gd name="connsiteY195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608410 w 4114416"/>
              <a:gd name="connsiteY72" fmla="*/ 1462351 h 2870200"/>
              <a:gd name="connsiteX73" fmla="*/ 1633682 w 4114416"/>
              <a:gd name="connsiteY73" fmla="*/ 1524000 h 2870200"/>
              <a:gd name="connsiteX74" fmla="*/ 1659082 w 4114416"/>
              <a:gd name="connsiteY74" fmla="*/ 1490134 h 2870200"/>
              <a:gd name="connsiteX75" fmla="*/ 1684482 w 4114416"/>
              <a:gd name="connsiteY75" fmla="*/ 1388534 h 2870200"/>
              <a:gd name="connsiteX76" fmla="*/ 1732631 w 4114416"/>
              <a:gd name="connsiteY76" fmla="*/ 1294184 h 2870200"/>
              <a:gd name="connsiteX77" fmla="*/ 1794549 w 4114416"/>
              <a:gd name="connsiteY77" fmla="*/ 1176867 h 2870200"/>
              <a:gd name="connsiteX78" fmla="*/ 1831067 w 4114416"/>
              <a:gd name="connsiteY78" fmla="*/ 1238516 h 2870200"/>
              <a:gd name="connsiteX79" fmla="*/ 1853688 w 4114416"/>
              <a:gd name="connsiteY79" fmla="*/ 1323159 h 2870200"/>
              <a:gd name="connsiteX80" fmla="*/ 1887682 w 4114416"/>
              <a:gd name="connsiteY80" fmla="*/ 1422400 h 2870200"/>
              <a:gd name="connsiteX81" fmla="*/ 1938482 w 4114416"/>
              <a:gd name="connsiteY81" fmla="*/ 1600200 h 2870200"/>
              <a:gd name="connsiteX82" fmla="*/ 1978163 w 4114416"/>
              <a:gd name="connsiteY82" fmla="*/ 1762259 h 2870200"/>
              <a:gd name="connsiteX83" fmla="*/ 2006216 w 4114416"/>
              <a:gd name="connsiteY83" fmla="*/ 1498600 h 2870200"/>
              <a:gd name="connsiteX84" fmla="*/ 2023149 w 4114416"/>
              <a:gd name="connsiteY84" fmla="*/ 1464734 h 2870200"/>
              <a:gd name="connsiteX85" fmla="*/ 2031616 w 4114416"/>
              <a:gd name="connsiteY85" fmla="*/ 1439334 h 2870200"/>
              <a:gd name="connsiteX86" fmla="*/ 2067707 w 4114416"/>
              <a:gd name="connsiteY86" fmla="*/ 1908377 h 2870200"/>
              <a:gd name="connsiteX87" fmla="*/ 2082416 w 4114416"/>
              <a:gd name="connsiteY87" fmla="*/ 2032000 h 2870200"/>
              <a:gd name="connsiteX88" fmla="*/ 2090882 w 4114416"/>
              <a:gd name="connsiteY88" fmla="*/ 2150534 h 2870200"/>
              <a:gd name="connsiteX89" fmla="*/ 2099349 w 4114416"/>
              <a:gd name="connsiteY89" fmla="*/ 2489200 h 2870200"/>
              <a:gd name="connsiteX90" fmla="*/ 2133216 w 4114416"/>
              <a:gd name="connsiteY90" fmla="*/ 2421467 h 2870200"/>
              <a:gd name="connsiteX91" fmla="*/ 2175549 w 4114416"/>
              <a:gd name="connsiteY91" fmla="*/ 2319867 h 2870200"/>
              <a:gd name="connsiteX92" fmla="*/ 2192611 w 4114416"/>
              <a:gd name="connsiteY92" fmla="*/ 2271500 h 2870200"/>
              <a:gd name="connsiteX93" fmla="*/ 2212579 w 4114416"/>
              <a:gd name="connsiteY93" fmla="*/ 2206201 h 2870200"/>
              <a:gd name="connsiteX94" fmla="*/ 2251749 w 4114416"/>
              <a:gd name="connsiteY94" fmla="*/ 2514600 h 2870200"/>
              <a:gd name="connsiteX95" fmla="*/ 2277149 w 4114416"/>
              <a:gd name="connsiteY95" fmla="*/ 2565400 h 2870200"/>
              <a:gd name="connsiteX96" fmla="*/ 2285616 w 4114416"/>
              <a:gd name="connsiteY96" fmla="*/ 2489200 h 2870200"/>
              <a:gd name="connsiteX97" fmla="*/ 2302549 w 4114416"/>
              <a:gd name="connsiteY97" fmla="*/ 2421467 h 2870200"/>
              <a:gd name="connsiteX98" fmla="*/ 2311016 w 4114416"/>
              <a:gd name="connsiteY98" fmla="*/ 1718734 h 2870200"/>
              <a:gd name="connsiteX99" fmla="*/ 2336416 w 4114416"/>
              <a:gd name="connsiteY99" fmla="*/ 1811867 h 2870200"/>
              <a:gd name="connsiteX100" fmla="*/ 2361816 w 4114416"/>
              <a:gd name="connsiteY100" fmla="*/ 1871134 h 2870200"/>
              <a:gd name="connsiteX101" fmla="*/ 2387216 w 4114416"/>
              <a:gd name="connsiteY101" fmla="*/ 1938867 h 2870200"/>
              <a:gd name="connsiteX102" fmla="*/ 2395682 w 4114416"/>
              <a:gd name="connsiteY102" fmla="*/ 1972734 h 2870200"/>
              <a:gd name="connsiteX103" fmla="*/ 2404149 w 4114416"/>
              <a:gd name="connsiteY103" fmla="*/ 1574800 h 2870200"/>
              <a:gd name="connsiteX104" fmla="*/ 2429549 w 4114416"/>
              <a:gd name="connsiteY104" fmla="*/ 1236134 h 2870200"/>
              <a:gd name="connsiteX105" fmla="*/ 2446482 w 4114416"/>
              <a:gd name="connsiteY105" fmla="*/ 1092200 h 2870200"/>
              <a:gd name="connsiteX106" fmla="*/ 2454949 w 4114416"/>
              <a:gd name="connsiteY106" fmla="*/ 1066800 h 2870200"/>
              <a:gd name="connsiteX107" fmla="*/ 2463416 w 4114416"/>
              <a:gd name="connsiteY107" fmla="*/ 1092200 h 2870200"/>
              <a:gd name="connsiteX108" fmla="*/ 2480349 w 4114416"/>
              <a:gd name="connsiteY108" fmla="*/ 1117600 h 2870200"/>
              <a:gd name="connsiteX109" fmla="*/ 2488816 w 4114416"/>
              <a:gd name="connsiteY109" fmla="*/ 1227667 h 2870200"/>
              <a:gd name="connsiteX110" fmla="*/ 2514216 w 4114416"/>
              <a:gd name="connsiteY110" fmla="*/ 753534 h 2870200"/>
              <a:gd name="connsiteX111" fmla="*/ 2531149 w 4114416"/>
              <a:gd name="connsiteY111" fmla="*/ 685800 h 2870200"/>
              <a:gd name="connsiteX112" fmla="*/ 2539616 w 4114416"/>
              <a:gd name="connsiteY112" fmla="*/ 609600 h 2870200"/>
              <a:gd name="connsiteX113" fmla="*/ 2548082 w 4114416"/>
              <a:gd name="connsiteY113" fmla="*/ 558800 h 2870200"/>
              <a:gd name="connsiteX114" fmla="*/ 2565016 w 4114416"/>
              <a:gd name="connsiteY114" fmla="*/ 584200 h 2870200"/>
              <a:gd name="connsiteX115" fmla="*/ 2573482 w 4114416"/>
              <a:gd name="connsiteY115" fmla="*/ 778934 h 2870200"/>
              <a:gd name="connsiteX116" fmla="*/ 2615816 w 4114416"/>
              <a:gd name="connsiteY116" fmla="*/ 914400 h 2870200"/>
              <a:gd name="connsiteX117" fmla="*/ 2632749 w 4114416"/>
              <a:gd name="connsiteY117" fmla="*/ 973667 h 2870200"/>
              <a:gd name="connsiteX118" fmla="*/ 2649682 w 4114416"/>
              <a:gd name="connsiteY118" fmla="*/ 812800 h 2870200"/>
              <a:gd name="connsiteX119" fmla="*/ 2666616 w 4114416"/>
              <a:gd name="connsiteY119" fmla="*/ 694267 h 2870200"/>
              <a:gd name="connsiteX120" fmla="*/ 2692016 w 4114416"/>
              <a:gd name="connsiteY120" fmla="*/ 558800 h 2870200"/>
              <a:gd name="connsiteX121" fmla="*/ 2717416 w 4114416"/>
              <a:gd name="connsiteY121" fmla="*/ 321734 h 2870200"/>
              <a:gd name="connsiteX122" fmla="*/ 2734349 w 4114416"/>
              <a:gd name="connsiteY122" fmla="*/ 1058334 h 2870200"/>
              <a:gd name="connsiteX123" fmla="*/ 2760746 w 4114416"/>
              <a:gd name="connsiteY123" fmla="*/ 1023969 h 2870200"/>
              <a:gd name="connsiteX124" fmla="*/ 2810549 w 4114416"/>
              <a:gd name="connsiteY124" fmla="*/ 905934 h 2870200"/>
              <a:gd name="connsiteX125" fmla="*/ 2844416 w 4114416"/>
              <a:gd name="connsiteY125" fmla="*/ 855134 h 2870200"/>
              <a:gd name="connsiteX126" fmla="*/ 2869816 w 4114416"/>
              <a:gd name="connsiteY126" fmla="*/ 1422400 h 2870200"/>
              <a:gd name="connsiteX127" fmla="*/ 2878282 w 4114416"/>
              <a:gd name="connsiteY127" fmla="*/ 1388534 h 2870200"/>
              <a:gd name="connsiteX128" fmla="*/ 2895216 w 4114416"/>
              <a:gd name="connsiteY128" fmla="*/ 1363134 h 2870200"/>
              <a:gd name="connsiteX129" fmla="*/ 2920616 w 4114416"/>
              <a:gd name="connsiteY129" fmla="*/ 1278467 h 2870200"/>
              <a:gd name="connsiteX130" fmla="*/ 2937549 w 4114416"/>
              <a:gd name="connsiteY130" fmla="*/ 1320800 h 2870200"/>
              <a:gd name="connsiteX131" fmla="*/ 2954482 w 4114416"/>
              <a:gd name="connsiteY131" fmla="*/ 1388534 h 2870200"/>
              <a:gd name="connsiteX132" fmla="*/ 2971416 w 4114416"/>
              <a:gd name="connsiteY132" fmla="*/ 1422400 h 2870200"/>
              <a:gd name="connsiteX133" fmla="*/ 3013749 w 4114416"/>
              <a:gd name="connsiteY133" fmla="*/ 1540934 h 2870200"/>
              <a:gd name="connsiteX134" fmla="*/ 3030682 w 4114416"/>
              <a:gd name="connsiteY134" fmla="*/ 1566334 h 2870200"/>
              <a:gd name="connsiteX135" fmla="*/ 3064549 w 4114416"/>
              <a:gd name="connsiteY135" fmla="*/ 1718734 h 2870200"/>
              <a:gd name="connsiteX136" fmla="*/ 3089949 w 4114416"/>
              <a:gd name="connsiteY136" fmla="*/ 1761067 h 2870200"/>
              <a:gd name="connsiteX137" fmla="*/ 3123816 w 4114416"/>
              <a:gd name="connsiteY137" fmla="*/ 1879600 h 2870200"/>
              <a:gd name="connsiteX138" fmla="*/ 3115349 w 4114416"/>
              <a:gd name="connsiteY138" fmla="*/ 1913467 h 2870200"/>
              <a:gd name="connsiteX139" fmla="*/ 3127799 w 4114416"/>
              <a:gd name="connsiteY139" fmla="*/ 1901016 h 2870200"/>
              <a:gd name="connsiteX140" fmla="*/ 3106882 w 4114416"/>
              <a:gd name="connsiteY140" fmla="*/ 1888067 h 2870200"/>
              <a:gd name="connsiteX141" fmla="*/ 3132282 w 4114416"/>
              <a:gd name="connsiteY141" fmla="*/ 1871134 h 2870200"/>
              <a:gd name="connsiteX142" fmla="*/ 3140749 w 4114416"/>
              <a:gd name="connsiteY142" fmla="*/ 1769534 h 2870200"/>
              <a:gd name="connsiteX143" fmla="*/ 3157682 w 4114416"/>
              <a:gd name="connsiteY143" fmla="*/ 1710267 h 2870200"/>
              <a:gd name="connsiteX144" fmla="*/ 3166149 w 4114416"/>
              <a:gd name="connsiteY144" fmla="*/ 1684867 h 2870200"/>
              <a:gd name="connsiteX145" fmla="*/ 3191549 w 4114416"/>
              <a:gd name="connsiteY145" fmla="*/ 1676400 h 2870200"/>
              <a:gd name="connsiteX146" fmla="*/ 3200016 w 4114416"/>
              <a:gd name="connsiteY146" fmla="*/ 2006600 h 2870200"/>
              <a:gd name="connsiteX147" fmla="*/ 3208482 w 4114416"/>
              <a:gd name="connsiteY147" fmla="*/ 2048934 h 2870200"/>
              <a:gd name="connsiteX148" fmla="*/ 3216949 w 4114416"/>
              <a:gd name="connsiteY148" fmla="*/ 2099734 h 2870200"/>
              <a:gd name="connsiteX149" fmla="*/ 3233882 w 4114416"/>
              <a:gd name="connsiteY149" fmla="*/ 2048934 h 2870200"/>
              <a:gd name="connsiteX150" fmla="*/ 3242349 w 4114416"/>
              <a:gd name="connsiteY150" fmla="*/ 1998134 h 2870200"/>
              <a:gd name="connsiteX151" fmla="*/ 3276216 w 4114416"/>
              <a:gd name="connsiteY151" fmla="*/ 2353734 h 2870200"/>
              <a:gd name="connsiteX152" fmla="*/ 3301616 w 4114416"/>
              <a:gd name="connsiteY152" fmla="*/ 2387600 h 2870200"/>
              <a:gd name="connsiteX153" fmla="*/ 3310082 w 4114416"/>
              <a:gd name="connsiteY153" fmla="*/ 2497667 h 2870200"/>
              <a:gd name="connsiteX154" fmla="*/ 3327016 w 4114416"/>
              <a:gd name="connsiteY154" fmla="*/ 2531534 h 2870200"/>
              <a:gd name="connsiteX155" fmla="*/ 3343949 w 4114416"/>
              <a:gd name="connsiteY155" fmla="*/ 2599267 h 2870200"/>
              <a:gd name="connsiteX156" fmla="*/ 3369349 w 4114416"/>
              <a:gd name="connsiteY156" fmla="*/ 2667000 h 2870200"/>
              <a:gd name="connsiteX157" fmla="*/ 3411682 w 4114416"/>
              <a:gd name="connsiteY157" fmla="*/ 2810934 h 2870200"/>
              <a:gd name="connsiteX158" fmla="*/ 3437082 w 4114416"/>
              <a:gd name="connsiteY158" fmla="*/ 2870200 h 2870200"/>
              <a:gd name="connsiteX159" fmla="*/ 3462482 w 4114416"/>
              <a:gd name="connsiteY159" fmla="*/ 1828800 h 2870200"/>
              <a:gd name="connsiteX160" fmla="*/ 3461984 w 4114416"/>
              <a:gd name="connsiteY160" fmla="*/ 2090271 h 2870200"/>
              <a:gd name="connsiteX161" fmla="*/ 3487882 w 4114416"/>
              <a:gd name="connsiteY161" fmla="*/ 1735667 h 2870200"/>
              <a:gd name="connsiteX162" fmla="*/ 3513282 w 4114416"/>
              <a:gd name="connsiteY162" fmla="*/ 1651000 h 2870200"/>
              <a:gd name="connsiteX163" fmla="*/ 3521749 w 4114416"/>
              <a:gd name="connsiteY163" fmla="*/ 1701800 h 2870200"/>
              <a:gd name="connsiteX164" fmla="*/ 3525733 w 4114416"/>
              <a:gd name="connsiteY164" fmla="*/ 1875118 h 2870200"/>
              <a:gd name="connsiteX165" fmla="*/ 3547149 w 4114416"/>
              <a:gd name="connsiteY165" fmla="*/ 1752600 h 2870200"/>
              <a:gd name="connsiteX166" fmla="*/ 3555616 w 4114416"/>
              <a:gd name="connsiteY166" fmla="*/ 1693334 h 2870200"/>
              <a:gd name="connsiteX167" fmla="*/ 3597949 w 4114416"/>
              <a:gd name="connsiteY167" fmla="*/ 1608667 h 2870200"/>
              <a:gd name="connsiteX168" fmla="*/ 3614882 w 4114416"/>
              <a:gd name="connsiteY168" fmla="*/ 1566334 h 2870200"/>
              <a:gd name="connsiteX169" fmla="*/ 3657216 w 4114416"/>
              <a:gd name="connsiteY169" fmla="*/ 1464734 h 2870200"/>
              <a:gd name="connsiteX170" fmla="*/ 3661200 w 4114416"/>
              <a:gd name="connsiteY170" fmla="*/ 1373094 h 2870200"/>
              <a:gd name="connsiteX171" fmla="*/ 3682616 w 4114416"/>
              <a:gd name="connsiteY171" fmla="*/ 1363134 h 2870200"/>
              <a:gd name="connsiteX172" fmla="*/ 3699549 w 4114416"/>
              <a:gd name="connsiteY172" fmla="*/ 1320800 h 2870200"/>
              <a:gd name="connsiteX173" fmla="*/ 3694569 w 4114416"/>
              <a:gd name="connsiteY173" fmla="*/ 1151964 h 2870200"/>
              <a:gd name="connsiteX174" fmla="*/ 3741882 w 4114416"/>
              <a:gd name="connsiteY174" fmla="*/ 1227667 h 2870200"/>
              <a:gd name="connsiteX175" fmla="*/ 3750349 w 4114416"/>
              <a:gd name="connsiteY175" fmla="*/ 1176867 h 2870200"/>
              <a:gd name="connsiteX176" fmla="*/ 3767282 w 4114416"/>
              <a:gd name="connsiteY176" fmla="*/ 1126067 h 2870200"/>
              <a:gd name="connsiteX177" fmla="*/ 3775749 w 4114416"/>
              <a:gd name="connsiteY177" fmla="*/ 1058334 h 2870200"/>
              <a:gd name="connsiteX178" fmla="*/ 3784216 w 4114416"/>
              <a:gd name="connsiteY178" fmla="*/ 1270000 h 2870200"/>
              <a:gd name="connsiteX179" fmla="*/ 3813064 w 4114416"/>
              <a:gd name="connsiteY179" fmla="*/ 678606 h 2870200"/>
              <a:gd name="connsiteX180" fmla="*/ 3818082 w 4114416"/>
              <a:gd name="connsiteY180" fmla="*/ 558800 h 2870200"/>
              <a:gd name="connsiteX181" fmla="*/ 3835016 w 4114416"/>
              <a:gd name="connsiteY181" fmla="*/ 482600 h 2870200"/>
              <a:gd name="connsiteX182" fmla="*/ 3843482 w 4114416"/>
              <a:gd name="connsiteY182" fmla="*/ 533400 h 2870200"/>
              <a:gd name="connsiteX183" fmla="*/ 3860416 w 4114416"/>
              <a:gd name="connsiteY183" fmla="*/ 660400 h 2870200"/>
              <a:gd name="connsiteX184" fmla="*/ 3868882 w 4114416"/>
              <a:gd name="connsiteY184" fmla="*/ 702734 h 2870200"/>
              <a:gd name="connsiteX185" fmla="*/ 3885816 w 4114416"/>
              <a:gd name="connsiteY185" fmla="*/ 736600 h 2870200"/>
              <a:gd name="connsiteX186" fmla="*/ 3902749 w 4114416"/>
              <a:gd name="connsiteY186" fmla="*/ 702734 h 2870200"/>
              <a:gd name="connsiteX187" fmla="*/ 3962016 w 4114416"/>
              <a:gd name="connsiteY187" fmla="*/ 482600 h 2870200"/>
              <a:gd name="connsiteX188" fmla="*/ 3978949 w 4114416"/>
              <a:gd name="connsiteY188" fmla="*/ 457200 h 2870200"/>
              <a:gd name="connsiteX189" fmla="*/ 4004349 w 4114416"/>
              <a:gd name="connsiteY189" fmla="*/ 177800 h 2870200"/>
              <a:gd name="connsiteX190" fmla="*/ 4029749 w 4114416"/>
              <a:gd name="connsiteY190" fmla="*/ 135467 h 2870200"/>
              <a:gd name="connsiteX191" fmla="*/ 4038216 w 4114416"/>
              <a:gd name="connsiteY191" fmla="*/ 101600 h 2870200"/>
              <a:gd name="connsiteX192" fmla="*/ 4046682 w 4114416"/>
              <a:gd name="connsiteY192" fmla="*/ 76200 h 2870200"/>
              <a:gd name="connsiteX193" fmla="*/ 4055149 w 4114416"/>
              <a:gd name="connsiteY193" fmla="*/ 110067 h 2870200"/>
              <a:gd name="connsiteX194" fmla="*/ 4072082 w 4114416"/>
              <a:gd name="connsiteY194" fmla="*/ 160867 h 2870200"/>
              <a:gd name="connsiteX195" fmla="*/ 4114416 w 4114416"/>
              <a:gd name="connsiteY195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608410 w 4114416"/>
              <a:gd name="connsiteY72" fmla="*/ 1462351 h 2870200"/>
              <a:gd name="connsiteX73" fmla="*/ 1633682 w 4114416"/>
              <a:gd name="connsiteY73" fmla="*/ 1524000 h 2870200"/>
              <a:gd name="connsiteX74" fmla="*/ 1659082 w 4114416"/>
              <a:gd name="connsiteY74" fmla="*/ 1490134 h 2870200"/>
              <a:gd name="connsiteX75" fmla="*/ 1684482 w 4114416"/>
              <a:gd name="connsiteY75" fmla="*/ 1388534 h 2870200"/>
              <a:gd name="connsiteX76" fmla="*/ 1732631 w 4114416"/>
              <a:gd name="connsiteY76" fmla="*/ 1294184 h 2870200"/>
              <a:gd name="connsiteX77" fmla="*/ 1794549 w 4114416"/>
              <a:gd name="connsiteY77" fmla="*/ 1176867 h 2870200"/>
              <a:gd name="connsiteX78" fmla="*/ 1831067 w 4114416"/>
              <a:gd name="connsiteY78" fmla="*/ 1238516 h 2870200"/>
              <a:gd name="connsiteX79" fmla="*/ 1853688 w 4114416"/>
              <a:gd name="connsiteY79" fmla="*/ 1323159 h 2870200"/>
              <a:gd name="connsiteX80" fmla="*/ 1887682 w 4114416"/>
              <a:gd name="connsiteY80" fmla="*/ 1422400 h 2870200"/>
              <a:gd name="connsiteX81" fmla="*/ 1938482 w 4114416"/>
              <a:gd name="connsiteY81" fmla="*/ 1600200 h 2870200"/>
              <a:gd name="connsiteX82" fmla="*/ 1978163 w 4114416"/>
              <a:gd name="connsiteY82" fmla="*/ 1762259 h 2870200"/>
              <a:gd name="connsiteX83" fmla="*/ 2006216 w 4114416"/>
              <a:gd name="connsiteY83" fmla="*/ 1498600 h 2870200"/>
              <a:gd name="connsiteX84" fmla="*/ 2023149 w 4114416"/>
              <a:gd name="connsiteY84" fmla="*/ 1464734 h 2870200"/>
              <a:gd name="connsiteX85" fmla="*/ 2031616 w 4114416"/>
              <a:gd name="connsiteY85" fmla="*/ 1439334 h 2870200"/>
              <a:gd name="connsiteX86" fmla="*/ 2067707 w 4114416"/>
              <a:gd name="connsiteY86" fmla="*/ 1908377 h 2870200"/>
              <a:gd name="connsiteX87" fmla="*/ 2082416 w 4114416"/>
              <a:gd name="connsiteY87" fmla="*/ 2032000 h 2870200"/>
              <a:gd name="connsiteX88" fmla="*/ 2090882 w 4114416"/>
              <a:gd name="connsiteY88" fmla="*/ 2150534 h 2870200"/>
              <a:gd name="connsiteX89" fmla="*/ 2099349 w 4114416"/>
              <a:gd name="connsiteY89" fmla="*/ 2489200 h 2870200"/>
              <a:gd name="connsiteX90" fmla="*/ 2133216 w 4114416"/>
              <a:gd name="connsiteY90" fmla="*/ 2421467 h 2870200"/>
              <a:gd name="connsiteX91" fmla="*/ 2175549 w 4114416"/>
              <a:gd name="connsiteY91" fmla="*/ 2319867 h 2870200"/>
              <a:gd name="connsiteX92" fmla="*/ 2192611 w 4114416"/>
              <a:gd name="connsiteY92" fmla="*/ 2271500 h 2870200"/>
              <a:gd name="connsiteX93" fmla="*/ 2212579 w 4114416"/>
              <a:gd name="connsiteY93" fmla="*/ 2206201 h 2870200"/>
              <a:gd name="connsiteX94" fmla="*/ 2251749 w 4114416"/>
              <a:gd name="connsiteY94" fmla="*/ 2514600 h 2870200"/>
              <a:gd name="connsiteX95" fmla="*/ 2277149 w 4114416"/>
              <a:gd name="connsiteY95" fmla="*/ 2565400 h 2870200"/>
              <a:gd name="connsiteX96" fmla="*/ 2285616 w 4114416"/>
              <a:gd name="connsiteY96" fmla="*/ 2489200 h 2870200"/>
              <a:gd name="connsiteX97" fmla="*/ 2302549 w 4114416"/>
              <a:gd name="connsiteY97" fmla="*/ 2421467 h 2870200"/>
              <a:gd name="connsiteX98" fmla="*/ 2311016 w 4114416"/>
              <a:gd name="connsiteY98" fmla="*/ 1718734 h 2870200"/>
              <a:gd name="connsiteX99" fmla="*/ 2336416 w 4114416"/>
              <a:gd name="connsiteY99" fmla="*/ 1811867 h 2870200"/>
              <a:gd name="connsiteX100" fmla="*/ 2361816 w 4114416"/>
              <a:gd name="connsiteY100" fmla="*/ 1871134 h 2870200"/>
              <a:gd name="connsiteX101" fmla="*/ 2395682 w 4114416"/>
              <a:gd name="connsiteY101" fmla="*/ 1972734 h 2870200"/>
              <a:gd name="connsiteX102" fmla="*/ 2404149 w 4114416"/>
              <a:gd name="connsiteY102" fmla="*/ 1574800 h 2870200"/>
              <a:gd name="connsiteX103" fmla="*/ 2429549 w 4114416"/>
              <a:gd name="connsiteY103" fmla="*/ 1236134 h 2870200"/>
              <a:gd name="connsiteX104" fmla="*/ 2446482 w 4114416"/>
              <a:gd name="connsiteY104" fmla="*/ 1092200 h 2870200"/>
              <a:gd name="connsiteX105" fmla="*/ 2454949 w 4114416"/>
              <a:gd name="connsiteY105" fmla="*/ 1066800 h 2870200"/>
              <a:gd name="connsiteX106" fmla="*/ 2463416 w 4114416"/>
              <a:gd name="connsiteY106" fmla="*/ 1092200 h 2870200"/>
              <a:gd name="connsiteX107" fmla="*/ 2480349 w 4114416"/>
              <a:gd name="connsiteY107" fmla="*/ 1117600 h 2870200"/>
              <a:gd name="connsiteX108" fmla="*/ 2488816 w 4114416"/>
              <a:gd name="connsiteY108" fmla="*/ 1227667 h 2870200"/>
              <a:gd name="connsiteX109" fmla="*/ 2514216 w 4114416"/>
              <a:gd name="connsiteY109" fmla="*/ 753534 h 2870200"/>
              <a:gd name="connsiteX110" fmla="*/ 2531149 w 4114416"/>
              <a:gd name="connsiteY110" fmla="*/ 685800 h 2870200"/>
              <a:gd name="connsiteX111" fmla="*/ 2539616 w 4114416"/>
              <a:gd name="connsiteY111" fmla="*/ 609600 h 2870200"/>
              <a:gd name="connsiteX112" fmla="*/ 2548082 w 4114416"/>
              <a:gd name="connsiteY112" fmla="*/ 558800 h 2870200"/>
              <a:gd name="connsiteX113" fmla="*/ 2565016 w 4114416"/>
              <a:gd name="connsiteY113" fmla="*/ 584200 h 2870200"/>
              <a:gd name="connsiteX114" fmla="*/ 2573482 w 4114416"/>
              <a:gd name="connsiteY114" fmla="*/ 778934 h 2870200"/>
              <a:gd name="connsiteX115" fmla="*/ 2615816 w 4114416"/>
              <a:gd name="connsiteY115" fmla="*/ 914400 h 2870200"/>
              <a:gd name="connsiteX116" fmla="*/ 2632749 w 4114416"/>
              <a:gd name="connsiteY116" fmla="*/ 973667 h 2870200"/>
              <a:gd name="connsiteX117" fmla="*/ 2649682 w 4114416"/>
              <a:gd name="connsiteY117" fmla="*/ 812800 h 2870200"/>
              <a:gd name="connsiteX118" fmla="*/ 2666616 w 4114416"/>
              <a:gd name="connsiteY118" fmla="*/ 694267 h 2870200"/>
              <a:gd name="connsiteX119" fmla="*/ 2692016 w 4114416"/>
              <a:gd name="connsiteY119" fmla="*/ 558800 h 2870200"/>
              <a:gd name="connsiteX120" fmla="*/ 2717416 w 4114416"/>
              <a:gd name="connsiteY120" fmla="*/ 321734 h 2870200"/>
              <a:gd name="connsiteX121" fmla="*/ 2734349 w 4114416"/>
              <a:gd name="connsiteY121" fmla="*/ 1058334 h 2870200"/>
              <a:gd name="connsiteX122" fmla="*/ 2760746 w 4114416"/>
              <a:gd name="connsiteY122" fmla="*/ 1023969 h 2870200"/>
              <a:gd name="connsiteX123" fmla="*/ 2810549 w 4114416"/>
              <a:gd name="connsiteY123" fmla="*/ 905934 h 2870200"/>
              <a:gd name="connsiteX124" fmla="*/ 2844416 w 4114416"/>
              <a:gd name="connsiteY124" fmla="*/ 855134 h 2870200"/>
              <a:gd name="connsiteX125" fmla="*/ 2869816 w 4114416"/>
              <a:gd name="connsiteY125" fmla="*/ 1422400 h 2870200"/>
              <a:gd name="connsiteX126" fmla="*/ 2878282 w 4114416"/>
              <a:gd name="connsiteY126" fmla="*/ 1388534 h 2870200"/>
              <a:gd name="connsiteX127" fmla="*/ 2895216 w 4114416"/>
              <a:gd name="connsiteY127" fmla="*/ 1363134 h 2870200"/>
              <a:gd name="connsiteX128" fmla="*/ 2920616 w 4114416"/>
              <a:gd name="connsiteY128" fmla="*/ 1278467 h 2870200"/>
              <a:gd name="connsiteX129" fmla="*/ 2937549 w 4114416"/>
              <a:gd name="connsiteY129" fmla="*/ 1320800 h 2870200"/>
              <a:gd name="connsiteX130" fmla="*/ 2954482 w 4114416"/>
              <a:gd name="connsiteY130" fmla="*/ 1388534 h 2870200"/>
              <a:gd name="connsiteX131" fmla="*/ 2971416 w 4114416"/>
              <a:gd name="connsiteY131" fmla="*/ 1422400 h 2870200"/>
              <a:gd name="connsiteX132" fmla="*/ 3013749 w 4114416"/>
              <a:gd name="connsiteY132" fmla="*/ 1540934 h 2870200"/>
              <a:gd name="connsiteX133" fmla="*/ 3030682 w 4114416"/>
              <a:gd name="connsiteY133" fmla="*/ 1566334 h 2870200"/>
              <a:gd name="connsiteX134" fmla="*/ 3064549 w 4114416"/>
              <a:gd name="connsiteY134" fmla="*/ 1718734 h 2870200"/>
              <a:gd name="connsiteX135" fmla="*/ 3089949 w 4114416"/>
              <a:gd name="connsiteY135" fmla="*/ 1761067 h 2870200"/>
              <a:gd name="connsiteX136" fmla="*/ 3123816 w 4114416"/>
              <a:gd name="connsiteY136" fmla="*/ 1879600 h 2870200"/>
              <a:gd name="connsiteX137" fmla="*/ 3115349 w 4114416"/>
              <a:gd name="connsiteY137" fmla="*/ 1913467 h 2870200"/>
              <a:gd name="connsiteX138" fmla="*/ 3127799 w 4114416"/>
              <a:gd name="connsiteY138" fmla="*/ 1901016 h 2870200"/>
              <a:gd name="connsiteX139" fmla="*/ 3106882 w 4114416"/>
              <a:gd name="connsiteY139" fmla="*/ 1888067 h 2870200"/>
              <a:gd name="connsiteX140" fmla="*/ 3132282 w 4114416"/>
              <a:gd name="connsiteY140" fmla="*/ 1871134 h 2870200"/>
              <a:gd name="connsiteX141" fmla="*/ 3140749 w 4114416"/>
              <a:gd name="connsiteY141" fmla="*/ 1769534 h 2870200"/>
              <a:gd name="connsiteX142" fmla="*/ 3157682 w 4114416"/>
              <a:gd name="connsiteY142" fmla="*/ 1710267 h 2870200"/>
              <a:gd name="connsiteX143" fmla="*/ 3166149 w 4114416"/>
              <a:gd name="connsiteY143" fmla="*/ 1684867 h 2870200"/>
              <a:gd name="connsiteX144" fmla="*/ 3191549 w 4114416"/>
              <a:gd name="connsiteY144" fmla="*/ 1676400 h 2870200"/>
              <a:gd name="connsiteX145" fmla="*/ 3200016 w 4114416"/>
              <a:gd name="connsiteY145" fmla="*/ 2006600 h 2870200"/>
              <a:gd name="connsiteX146" fmla="*/ 3208482 w 4114416"/>
              <a:gd name="connsiteY146" fmla="*/ 2048934 h 2870200"/>
              <a:gd name="connsiteX147" fmla="*/ 3216949 w 4114416"/>
              <a:gd name="connsiteY147" fmla="*/ 2099734 h 2870200"/>
              <a:gd name="connsiteX148" fmla="*/ 3233882 w 4114416"/>
              <a:gd name="connsiteY148" fmla="*/ 2048934 h 2870200"/>
              <a:gd name="connsiteX149" fmla="*/ 3242349 w 4114416"/>
              <a:gd name="connsiteY149" fmla="*/ 1998134 h 2870200"/>
              <a:gd name="connsiteX150" fmla="*/ 3276216 w 4114416"/>
              <a:gd name="connsiteY150" fmla="*/ 2353734 h 2870200"/>
              <a:gd name="connsiteX151" fmla="*/ 3301616 w 4114416"/>
              <a:gd name="connsiteY151" fmla="*/ 2387600 h 2870200"/>
              <a:gd name="connsiteX152" fmla="*/ 3310082 w 4114416"/>
              <a:gd name="connsiteY152" fmla="*/ 2497667 h 2870200"/>
              <a:gd name="connsiteX153" fmla="*/ 3327016 w 4114416"/>
              <a:gd name="connsiteY153" fmla="*/ 2531534 h 2870200"/>
              <a:gd name="connsiteX154" fmla="*/ 3343949 w 4114416"/>
              <a:gd name="connsiteY154" fmla="*/ 2599267 h 2870200"/>
              <a:gd name="connsiteX155" fmla="*/ 3369349 w 4114416"/>
              <a:gd name="connsiteY155" fmla="*/ 2667000 h 2870200"/>
              <a:gd name="connsiteX156" fmla="*/ 3411682 w 4114416"/>
              <a:gd name="connsiteY156" fmla="*/ 2810934 h 2870200"/>
              <a:gd name="connsiteX157" fmla="*/ 3437082 w 4114416"/>
              <a:gd name="connsiteY157" fmla="*/ 2870200 h 2870200"/>
              <a:gd name="connsiteX158" fmla="*/ 3462482 w 4114416"/>
              <a:gd name="connsiteY158" fmla="*/ 1828800 h 2870200"/>
              <a:gd name="connsiteX159" fmla="*/ 3461984 w 4114416"/>
              <a:gd name="connsiteY159" fmla="*/ 2090271 h 2870200"/>
              <a:gd name="connsiteX160" fmla="*/ 3487882 w 4114416"/>
              <a:gd name="connsiteY160" fmla="*/ 1735667 h 2870200"/>
              <a:gd name="connsiteX161" fmla="*/ 3513282 w 4114416"/>
              <a:gd name="connsiteY161" fmla="*/ 1651000 h 2870200"/>
              <a:gd name="connsiteX162" fmla="*/ 3521749 w 4114416"/>
              <a:gd name="connsiteY162" fmla="*/ 1701800 h 2870200"/>
              <a:gd name="connsiteX163" fmla="*/ 3525733 w 4114416"/>
              <a:gd name="connsiteY163" fmla="*/ 1875118 h 2870200"/>
              <a:gd name="connsiteX164" fmla="*/ 3547149 w 4114416"/>
              <a:gd name="connsiteY164" fmla="*/ 1752600 h 2870200"/>
              <a:gd name="connsiteX165" fmla="*/ 3555616 w 4114416"/>
              <a:gd name="connsiteY165" fmla="*/ 1693334 h 2870200"/>
              <a:gd name="connsiteX166" fmla="*/ 3597949 w 4114416"/>
              <a:gd name="connsiteY166" fmla="*/ 1608667 h 2870200"/>
              <a:gd name="connsiteX167" fmla="*/ 3614882 w 4114416"/>
              <a:gd name="connsiteY167" fmla="*/ 1566334 h 2870200"/>
              <a:gd name="connsiteX168" fmla="*/ 3657216 w 4114416"/>
              <a:gd name="connsiteY168" fmla="*/ 1464734 h 2870200"/>
              <a:gd name="connsiteX169" fmla="*/ 3661200 w 4114416"/>
              <a:gd name="connsiteY169" fmla="*/ 1373094 h 2870200"/>
              <a:gd name="connsiteX170" fmla="*/ 3682616 w 4114416"/>
              <a:gd name="connsiteY170" fmla="*/ 1363134 h 2870200"/>
              <a:gd name="connsiteX171" fmla="*/ 3699549 w 4114416"/>
              <a:gd name="connsiteY171" fmla="*/ 1320800 h 2870200"/>
              <a:gd name="connsiteX172" fmla="*/ 3694569 w 4114416"/>
              <a:gd name="connsiteY172" fmla="*/ 1151964 h 2870200"/>
              <a:gd name="connsiteX173" fmla="*/ 3741882 w 4114416"/>
              <a:gd name="connsiteY173" fmla="*/ 1227667 h 2870200"/>
              <a:gd name="connsiteX174" fmla="*/ 3750349 w 4114416"/>
              <a:gd name="connsiteY174" fmla="*/ 1176867 h 2870200"/>
              <a:gd name="connsiteX175" fmla="*/ 3767282 w 4114416"/>
              <a:gd name="connsiteY175" fmla="*/ 1126067 h 2870200"/>
              <a:gd name="connsiteX176" fmla="*/ 3775749 w 4114416"/>
              <a:gd name="connsiteY176" fmla="*/ 1058334 h 2870200"/>
              <a:gd name="connsiteX177" fmla="*/ 3784216 w 4114416"/>
              <a:gd name="connsiteY177" fmla="*/ 1270000 h 2870200"/>
              <a:gd name="connsiteX178" fmla="*/ 3813064 w 4114416"/>
              <a:gd name="connsiteY178" fmla="*/ 678606 h 2870200"/>
              <a:gd name="connsiteX179" fmla="*/ 3818082 w 4114416"/>
              <a:gd name="connsiteY179" fmla="*/ 558800 h 2870200"/>
              <a:gd name="connsiteX180" fmla="*/ 3835016 w 4114416"/>
              <a:gd name="connsiteY180" fmla="*/ 482600 h 2870200"/>
              <a:gd name="connsiteX181" fmla="*/ 3843482 w 4114416"/>
              <a:gd name="connsiteY181" fmla="*/ 533400 h 2870200"/>
              <a:gd name="connsiteX182" fmla="*/ 3860416 w 4114416"/>
              <a:gd name="connsiteY182" fmla="*/ 660400 h 2870200"/>
              <a:gd name="connsiteX183" fmla="*/ 3868882 w 4114416"/>
              <a:gd name="connsiteY183" fmla="*/ 702734 h 2870200"/>
              <a:gd name="connsiteX184" fmla="*/ 3885816 w 4114416"/>
              <a:gd name="connsiteY184" fmla="*/ 736600 h 2870200"/>
              <a:gd name="connsiteX185" fmla="*/ 3902749 w 4114416"/>
              <a:gd name="connsiteY185" fmla="*/ 702734 h 2870200"/>
              <a:gd name="connsiteX186" fmla="*/ 3962016 w 4114416"/>
              <a:gd name="connsiteY186" fmla="*/ 482600 h 2870200"/>
              <a:gd name="connsiteX187" fmla="*/ 3978949 w 4114416"/>
              <a:gd name="connsiteY187" fmla="*/ 457200 h 2870200"/>
              <a:gd name="connsiteX188" fmla="*/ 4004349 w 4114416"/>
              <a:gd name="connsiteY188" fmla="*/ 177800 h 2870200"/>
              <a:gd name="connsiteX189" fmla="*/ 4029749 w 4114416"/>
              <a:gd name="connsiteY189" fmla="*/ 135467 h 2870200"/>
              <a:gd name="connsiteX190" fmla="*/ 4038216 w 4114416"/>
              <a:gd name="connsiteY190" fmla="*/ 101600 h 2870200"/>
              <a:gd name="connsiteX191" fmla="*/ 4046682 w 4114416"/>
              <a:gd name="connsiteY191" fmla="*/ 76200 h 2870200"/>
              <a:gd name="connsiteX192" fmla="*/ 4055149 w 4114416"/>
              <a:gd name="connsiteY192" fmla="*/ 110067 h 2870200"/>
              <a:gd name="connsiteX193" fmla="*/ 4072082 w 4114416"/>
              <a:gd name="connsiteY193" fmla="*/ 160867 h 2870200"/>
              <a:gd name="connsiteX194" fmla="*/ 4114416 w 4114416"/>
              <a:gd name="connsiteY194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608410 w 4114416"/>
              <a:gd name="connsiteY72" fmla="*/ 1462351 h 2870200"/>
              <a:gd name="connsiteX73" fmla="*/ 1633682 w 4114416"/>
              <a:gd name="connsiteY73" fmla="*/ 1524000 h 2870200"/>
              <a:gd name="connsiteX74" fmla="*/ 1659082 w 4114416"/>
              <a:gd name="connsiteY74" fmla="*/ 1490134 h 2870200"/>
              <a:gd name="connsiteX75" fmla="*/ 1684482 w 4114416"/>
              <a:gd name="connsiteY75" fmla="*/ 1388534 h 2870200"/>
              <a:gd name="connsiteX76" fmla="*/ 1732631 w 4114416"/>
              <a:gd name="connsiteY76" fmla="*/ 1294184 h 2870200"/>
              <a:gd name="connsiteX77" fmla="*/ 1794549 w 4114416"/>
              <a:gd name="connsiteY77" fmla="*/ 1176867 h 2870200"/>
              <a:gd name="connsiteX78" fmla="*/ 1831067 w 4114416"/>
              <a:gd name="connsiteY78" fmla="*/ 1238516 h 2870200"/>
              <a:gd name="connsiteX79" fmla="*/ 1853688 w 4114416"/>
              <a:gd name="connsiteY79" fmla="*/ 1323159 h 2870200"/>
              <a:gd name="connsiteX80" fmla="*/ 1887682 w 4114416"/>
              <a:gd name="connsiteY80" fmla="*/ 1422400 h 2870200"/>
              <a:gd name="connsiteX81" fmla="*/ 1938482 w 4114416"/>
              <a:gd name="connsiteY81" fmla="*/ 1600200 h 2870200"/>
              <a:gd name="connsiteX82" fmla="*/ 1978163 w 4114416"/>
              <a:gd name="connsiteY82" fmla="*/ 1762259 h 2870200"/>
              <a:gd name="connsiteX83" fmla="*/ 2006216 w 4114416"/>
              <a:gd name="connsiteY83" fmla="*/ 1498600 h 2870200"/>
              <a:gd name="connsiteX84" fmla="*/ 2023149 w 4114416"/>
              <a:gd name="connsiteY84" fmla="*/ 1464734 h 2870200"/>
              <a:gd name="connsiteX85" fmla="*/ 2031616 w 4114416"/>
              <a:gd name="connsiteY85" fmla="*/ 1439334 h 2870200"/>
              <a:gd name="connsiteX86" fmla="*/ 2067707 w 4114416"/>
              <a:gd name="connsiteY86" fmla="*/ 1908377 h 2870200"/>
              <a:gd name="connsiteX87" fmla="*/ 2082416 w 4114416"/>
              <a:gd name="connsiteY87" fmla="*/ 2032000 h 2870200"/>
              <a:gd name="connsiteX88" fmla="*/ 2090882 w 4114416"/>
              <a:gd name="connsiteY88" fmla="*/ 2150534 h 2870200"/>
              <a:gd name="connsiteX89" fmla="*/ 2099349 w 4114416"/>
              <a:gd name="connsiteY89" fmla="*/ 2489200 h 2870200"/>
              <a:gd name="connsiteX90" fmla="*/ 2133216 w 4114416"/>
              <a:gd name="connsiteY90" fmla="*/ 2421467 h 2870200"/>
              <a:gd name="connsiteX91" fmla="*/ 2175549 w 4114416"/>
              <a:gd name="connsiteY91" fmla="*/ 2319867 h 2870200"/>
              <a:gd name="connsiteX92" fmla="*/ 2192611 w 4114416"/>
              <a:gd name="connsiteY92" fmla="*/ 2271500 h 2870200"/>
              <a:gd name="connsiteX93" fmla="*/ 2212579 w 4114416"/>
              <a:gd name="connsiteY93" fmla="*/ 2206201 h 2870200"/>
              <a:gd name="connsiteX94" fmla="*/ 2251749 w 4114416"/>
              <a:gd name="connsiteY94" fmla="*/ 2514600 h 2870200"/>
              <a:gd name="connsiteX95" fmla="*/ 2277149 w 4114416"/>
              <a:gd name="connsiteY95" fmla="*/ 2565400 h 2870200"/>
              <a:gd name="connsiteX96" fmla="*/ 2285616 w 4114416"/>
              <a:gd name="connsiteY96" fmla="*/ 2489200 h 2870200"/>
              <a:gd name="connsiteX97" fmla="*/ 2302549 w 4114416"/>
              <a:gd name="connsiteY97" fmla="*/ 2421467 h 2870200"/>
              <a:gd name="connsiteX98" fmla="*/ 2311016 w 4114416"/>
              <a:gd name="connsiteY98" fmla="*/ 1718734 h 2870200"/>
              <a:gd name="connsiteX99" fmla="*/ 2336416 w 4114416"/>
              <a:gd name="connsiteY99" fmla="*/ 1811867 h 2870200"/>
              <a:gd name="connsiteX100" fmla="*/ 2361816 w 4114416"/>
              <a:gd name="connsiteY100" fmla="*/ 1871134 h 2870200"/>
              <a:gd name="connsiteX101" fmla="*/ 2395682 w 4114416"/>
              <a:gd name="connsiteY101" fmla="*/ 1972734 h 2870200"/>
              <a:gd name="connsiteX102" fmla="*/ 2404149 w 4114416"/>
              <a:gd name="connsiteY102" fmla="*/ 1574800 h 2870200"/>
              <a:gd name="connsiteX103" fmla="*/ 2429549 w 4114416"/>
              <a:gd name="connsiteY103" fmla="*/ 1236134 h 2870200"/>
              <a:gd name="connsiteX104" fmla="*/ 2446482 w 4114416"/>
              <a:gd name="connsiteY104" fmla="*/ 1092200 h 2870200"/>
              <a:gd name="connsiteX105" fmla="*/ 2454949 w 4114416"/>
              <a:gd name="connsiteY105" fmla="*/ 1066800 h 2870200"/>
              <a:gd name="connsiteX106" fmla="*/ 2463416 w 4114416"/>
              <a:gd name="connsiteY106" fmla="*/ 1092200 h 2870200"/>
              <a:gd name="connsiteX107" fmla="*/ 2488816 w 4114416"/>
              <a:gd name="connsiteY107" fmla="*/ 1227667 h 2870200"/>
              <a:gd name="connsiteX108" fmla="*/ 2514216 w 4114416"/>
              <a:gd name="connsiteY108" fmla="*/ 753534 h 2870200"/>
              <a:gd name="connsiteX109" fmla="*/ 2531149 w 4114416"/>
              <a:gd name="connsiteY109" fmla="*/ 685800 h 2870200"/>
              <a:gd name="connsiteX110" fmla="*/ 2539616 w 4114416"/>
              <a:gd name="connsiteY110" fmla="*/ 609600 h 2870200"/>
              <a:gd name="connsiteX111" fmla="*/ 2548082 w 4114416"/>
              <a:gd name="connsiteY111" fmla="*/ 558800 h 2870200"/>
              <a:gd name="connsiteX112" fmla="*/ 2565016 w 4114416"/>
              <a:gd name="connsiteY112" fmla="*/ 584200 h 2870200"/>
              <a:gd name="connsiteX113" fmla="*/ 2573482 w 4114416"/>
              <a:gd name="connsiteY113" fmla="*/ 778934 h 2870200"/>
              <a:gd name="connsiteX114" fmla="*/ 2615816 w 4114416"/>
              <a:gd name="connsiteY114" fmla="*/ 914400 h 2870200"/>
              <a:gd name="connsiteX115" fmla="*/ 2632749 w 4114416"/>
              <a:gd name="connsiteY115" fmla="*/ 973667 h 2870200"/>
              <a:gd name="connsiteX116" fmla="*/ 2649682 w 4114416"/>
              <a:gd name="connsiteY116" fmla="*/ 812800 h 2870200"/>
              <a:gd name="connsiteX117" fmla="*/ 2666616 w 4114416"/>
              <a:gd name="connsiteY117" fmla="*/ 694267 h 2870200"/>
              <a:gd name="connsiteX118" fmla="*/ 2692016 w 4114416"/>
              <a:gd name="connsiteY118" fmla="*/ 558800 h 2870200"/>
              <a:gd name="connsiteX119" fmla="*/ 2717416 w 4114416"/>
              <a:gd name="connsiteY119" fmla="*/ 321734 h 2870200"/>
              <a:gd name="connsiteX120" fmla="*/ 2734349 w 4114416"/>
              <a:gd name="connsiteY120" fmla="*/ 1058334 h 2870200"/>
              <a:gd name="connsiteX121" fmla="*/ 2760746 w 4114416"/>
              <a:gd name="connsiteY121" fmla="*/ 1023969 h 2870200"/>
              <a:gd name="connsiteX122" fmla="*/ 2810549 w 4114416"/>
              <a:gd name="connsiteY122" fmla="*/ 905934 h 2870200"/>
              <a:gd name="connsiteX123" fmla="*/ 2844416 w 4114416"/>
              <a:gd name="connsiteY123" fmla="*/ 855134 h 2870200"/>
              <a:gd name="connsiteX124" fmla="*/ 2869816 w 4114416"/>
              <a:gd name="connsiteY124" fmla="*/ 1422400 h 2870200"/>
              <a:gd name="connsiteX125" fmla="*/ 2878282 w 4114416"/>
              <a:gd name="connsiteY125" fmla="*/ 1388534 h 2870200"/>
              <a:gd name="connsiteX126" fmla="*/ 2895216 w 4114416"/>
              <a:gd name="connsiteY126" fmla="*/ 1363134 h 2870200"/>
              <a:gd name="connsiteX127" fmla="*/ 2920616 w 4114416"/>
              <a:gd name="connsiteY127" fmla="*/ 1278467 h 2870200"/>
              <a:gd name="connsiteX128" fmla="*/ 2937549 w 4114416"/>
              <a:gd name="connsiteY128" fmla="*/ 1320800 h 2870200"/>
              <a:gd name="connsiteX129" fmla="*/ 2954482 w 4114416"/>
              <a:gd name="connsiteY129" fmla="*/ 1388534 h 2870200"/>
              <a:gd name="connsiteX130" fmla="*/ 2971416 w 4114416"/>
              <a:gd name="connsiteY130" fmla="*/ 1422400 h 2870200"/>
              <a:gd name="connsiteX131" fmla="*/ 3013749 w 4114416"/>
              <a:gd name="connsiteY131" fmla="*/ 1540934 h 2870200"/>
              <a:gd name="connsiteX132" fmla="*/ 3030682 w 4114416"/>
              <a:gd name="connsiteY132" fmla="*/ 1566334 h 2870200"/>
              <a:gd name="connsiteX133" fmla="*/ 3064549 w 4114416"/>
              <a:gd name="connsiteY133" fmla="*/ 1718734 h 2870200"/>
              <a:gd name="connsiteX134" fmla="*/ 3089949 w 4114416"/>
              <a:gd name="connsiteY134" fmla="*/ 1761067 h 2870200"/>
              <a:gd name="connsiteX135" fmla="*/ 3123816 w 4114416"/>
              <a:gd name="connsiteY135" fmla="*/ 1879600 h 2870200"/>
              <a:gd name="connsiteX136" fmla="*/ 3115349 w 4114416"/>
              <a:gd name="connsiteY136" fmla="*/ 1913467 h 2870200"/>
              <a:gd name="connsiteX137" fmla="*/ 3127799 w 4114416"/>
              <a:gd name="connsiteY137" fmla="*/ 1901016 h 2870200"/>
              <a:gd name="connsiteX138" fmla="*/ 3106882 w 4114416"/>
              <a:gd name="connsiteY138" fmla="*/ 1888067 h 2870200"/>
              <a:gd name="connsiteX139" fmla="*/ 3132282 w 4114416"/>
              <a:gd name="connsiteY139" fmla="*/ 1871134 h 2870200"/>
              <a:gd name="connsiteX140" fmla="*/ 3140749 w 4114416"/>
              <a:gd name="connsiteY140" fmla="*/ 1769534 h 2870200"/>
              <a:gd name="connsiteX141" fmla="*/ 3157682 w 4114416"/>
              <a:gd name="connsiteY141" fmla="*/ 1710267 h 2870200"/>
              <a:gd name="connsiteX142" fmla="*/ 3166149 w 4114416"/>
              <a:gd name="connsiteY142" fmla="*/ 1684867 h 2870200"/>
              <a:gd name="connsiteX143" fmla="*/ 3191549 w 4114416"/>
              <a:gd name="connsiteY143" fmla="*/ 1676400 h 2870200"/>
              <a:gd name="connsiteX144" fmla="*/ 3200016 w 4114416"/>
              <a:gd name="connsiteY144" fmla="*/ 2006600 h 2870200"/>
              <a:gd name="connsiteX145" fmla="*/ 3208482 w 4114416"/>
              <a:gd name="connsiteY145" fmla="*/ 2048934 h 2870200"/>
              <a:gd name="connsiteX146" fmla="*/ 3216949 w 4114416"/>
              <a:gd name="connsiteY146" fmla="*/ 2099734 h 2870200"/>
              <a:gd name="connsiteX147" fmla="*/ 3233882 w 4114416"/>
              <a:gd name="connsiteY147" fmla="*/ 2048934 h 2870200"/>
              <a:gd name="connsiteX148" fmla="*/ 3242349 w 4114416"/>
              <a:gd name="connsiteY148" fmla="*/ 1998134 h 2870200"/>
              <a:gd name="connsiteX149" fmla="*/ 3276216 w 4114416"/>
              <a:gd name="connsiteY149" fmla="*/ 2353734 h 2870200"/>
              <a:gd name="connsiteX150" fmla="*/ 3301616 w 4114416"/>
              <a:gd name="connsiteY150" fmla="*/ 2387600 h 2870200"/>
              <a:gd name="connsiteX151" fmla="*/ 3310082 w 4114416"/>
              <a:gd name="connsiteY151" fmla="*/ 2497667 h 2870200"/>
              <a:gd name="connsiteX152" fmla="*/ 3327016 w 4114416"/>
              <a:gd name="connsiteY152" fmla="*/ 2531534 h 2870200"/>
              <a:gd name="connsiteX153" fmla="*/ 3343949 w 4114416"/>
              <a:gd name="connsiteY153" fmla="*/ 2599267 h 2870200"/>
              <a:gd name="connsiteX154" fmla="*/ 3369349 w 4114416"/>
              <a:gd name="connsiteY154" fmla="*/ 2667000 h 2870200"/>
              <a:gd name="connsiteX155" fmla="*/ 3411682 w 4114416"/>
              <a:gd name="connsiteY155" fmla="*/ 2810934 h 2870200"/>
              <a:gd name="connsiteX156" fmla="*/ 3437082 w 4114416"/>
              <a:gd name="connsiteY156" fmla="*/ 2870200 h 2870200"/>
              <a:gd name="connsiteX157" fmla="*/ 3462482 w 4114416"/>
              <a:gd name="connsiteY157" fmla="*/ 1828800 h 2870200"/>
              <a:gd name="connsiteX158" fmla="*/ 3461984 w 4114416"/>
              <a:gd name="connsiteY158" fmla="*/ 2090271 h 2870200"/>
              <a:gd name="connsiteX159" fmla="*/ 3487882 w 4114416"/>
              <a:gd name="connsiteY159" fmla="*/ 1735667 h 2870200"/>
              <a:gd name="connsiteX160" fmla="*/ 3513282 w 4114416"/>
              <a:gd name="connsiteY160" fmla="*/ 1651000 h 2870200"/>
              <a:gd name="connsiteX161" fmla="*/ 3521749 w 4114416"/>
              <a:gd name="connsiteY161" fmla="*/ 1701800 h 2870200"/>
              <a:gd name="connsiteX162" fmla="*/ 3525733 w 4114416"/>
              <a:gd name="connsiteY162" fmla="*/ 1875118 h 2870200"/>
              <a:gd name="connsiteX163" fmla="*/ 3547149 w 4114416"/>
              <a:gd name="connsiteY163" fmla="*/ 1752600 h 2870200"/>
              <a:gd name="connsiteX164" fmla="*/ 3555616 w 4114416"/>
              <a:gd name="connsiteY164" fmla="*/ 1693334 h 2870200"/>
              <a:gd name="connsiteX165" fmla="*/ 3597949 w 4114416"/>
              <a:gd name="connsiteY165" fmla="*/ 1608667 h 2870200"/>
              <a:gd name="connsiteX166" fmla="*/ 3614882 w 4114416"/>
              <a:gd name="connsiteY166" fmla="*/ 1566334 h 2870200"/>
              <a:gd name="connsiteX167" fmla="*/ 3657216 w 4114416"/>
              <a:gd name="connsiteY167" fmla="*/ 1464734 h 2870200"/>
              <a:gd name="connsiteX168" fmla="*/ 3661200 w 4114416"/>
              <a:gd name="connsiteY168" fmla="*/ 1373094 h 2870200"/>
              <a:gd name="connsiteX169" fmla="*/ 3682616 w 4114416"/>
              <a:gd name="connsiteY169" fmla="*/ 1363134 h 2870200"/>
              <a:gd name="connsiteX170" fmla="*/ 3699549 w 4114416"/>
              <a:gd name="connsiteY170" fmla="*/ 1320800 h 2870200"/>
              <a:gd name="connsiteX171" fmla="*/ 3694569 w 4114416"/>
              <a:gd name="connsiteY171" fmla="*/ 1151964 h 2870200"/>
              <a:gd name="connsiteX172" fmla="*/ 3741882 w 4114416"/>
              <a:gd name="connsiteY172" fmla="*/ 1227667 h 2870200"/>
              <a:gd name="connsiteX173" fmla="*/ 3750349 w 4114416"/>
              <a:gd name="connsiteY173" fmla="*/ 1176867 h 2870200"/>
              <a:gd name="connsiteX174" fmla="*/ 3767282 w 4114416"/>
              <a:gd name="connsiteY174" fmla="*/ 1126067 h 2870200"/>
              <a:gd name="connsiteX175" fmla="*/ 3775749 w 4114416"/>
              <a:gd name="connsiteY175" fmla="*/ 1058334 h 2870200"/>
              <a:gd name="connsiteX176" fmla="*/ 3784216 w 4114416"/>
              <a:gd name="connsiteY176" fmla="*/ 1270000 h 2870200"/>
              <a:gd name="connsiteX177" fmla="*/ 3813064 w 4114416"/>
              <a:gd name="connsiteY177" fmla="*/ 678606 h 2870200"/>
              <a:gd name="connsiteX178" fmla="*/ 3818082 w 4114416"/>
              <a:gd name="connsiteY178" fmla="*/ 558800 h 2870200"/>
              <a:gd name="connsiteX179" fmla="*/ 3835016 w 4114416"/>
              <a:gd name="connsiteY179" fmla="*/ 482600 h 2870200"/>
              <a:gd name="connsiteX180" fmla="*/ 3843482 w 4114416"/>
              <a:gd name="connsiteY180" fmla="*/ 533400 h 2870200"/>
              <a:gd name="connsiteX181" fmla="*/ 3860416 w 4114416"/>
              <a:gd name="connsiteY181" fmla="*/ 660400 h 2870200"/>
              <a:gd name="connsiteX182" fmla="*/ 3868882 w 4114416"/>
              <a:gd name="connsiteY182" fmla="*/ 702734 h 2870200"/>
              <a:gd name="connsiteX183" fmla="*/ 3885816 w 4114416"/>
              <a:gd name="connsiteY183" fmla="*/ 736600 h 2870200"/>
              <a:gd name="connsiteX184" fmla="*/ 3902749 w 4114416"/>
              <a:gd name="connsiteY184" fmla="*/ 702734 h 2870200"/>
              <a:gd name="connsiteX185" fmla="*/ 3962016 w 4114416"/>
              <a:gd name="connsiteY185" fmla="*/ 482600 h 2870200"/>
              <a:gd name="connsiteX186" fmla="*/ 3978949 w 4114416"/>
              <a:gd name="connsiteY186" fmla="*/ 457200 h 2870200"/>
              <a:gd name="connsiteX187" fmla="*/ 4004349 w 4114416"/>
              <a:gd name="connsiteY187" fmla="*/ 177800 h 2870200"/>
              <a:gd name="connsiteX188" fmla="*/ 4029749 w 4114416"/>
              <a:gd name="connsiteY188" fmla="*/ 135467 h 2870200"/>
              <a:gd name="connsiteX189" fmla="*/ 4038216 w 4114416"/>
              <a:gd name="connsiteY189" fmla="*/ 101600 h 2870200"/>
              <a:gd name="connsiteX190" fmla="*/ 4046682 w 4114416"/>
              <a:gd name="connsiteY190" fmla="*/ 76200 h 2870200"/>
              <a:gd name="connsiteX191" fmla="*/ 4055149 w 4114416"/>
              <a:gd name="connsiteY191" fmla="*/ 110067 h 2870200"/>
              <a:gd name="connsiteX192" fmla="*/ 4072082 w 4114416"/>
              <a:gd name="connsiteY192" fmla="*/ 160867 h 2870200"/>
              <a:gd name="connsiteX193" fmla="*/ 4114416 w 4114416"/>
              <a:gd name="connsiteY193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608410 w 4114416"/>
              <a:gd name="connsiteY72" fmla="*/ 1462351 h 2870200"/>
              <a:gd name="connsiteX73" fmla="*/ 1633682 w 4114416"/>
              <a:gd name="connsiteY73" fmla="*/ 1524000 h 2870200"/>
              <a:gd name="connsiteX74" fmla="*/ 1659082 w 4114416"/>
              <a:gd name="connsiteY74" fmla="*/ 1490134 h 2870200"/>
              <a:gd name="connsiteX75" fmla="*/ 1684482 w 4114416"/>
              <a:gd name="connsiteY75" fmla="*/ 1388534 h 2870200"/>
              <a:gd name="connsiteX76" fmla="*/ 1732631 w 4114416"/>
              <a:gd name="connsiteY76" fmla="*/ 1294184 h 2870200"/>
              <a:gd name="connsiteX77" fmla="*/ 1794549 w 4114416"/>
              <a:gd name="connsiteY77" fmla="*/ 1176867 h 2870200"/>
              <a:gd name="connsiteX78" fmla="*/ 1831067 w 4114416"/>
              <a:gd name="connsiteY78" fmla="*/ 1238516 h 2870200"/>
              <a:gd name="connsiteX79" fmla="*/ 1853688 w 4114416"/>
              <a:gd name="connsiteY79" fmla="*/ 1323159 h 2870200"/>
              <a:gd name="connsiteX80" fmla="*/ 1887682 w 4114416"/>
              <a:gd name="connsiteY80" fmla="*/ 1422400 h 2870200"/>
              <a:gd name="connsiteX81" fmla="*/ 1938482 w 4114416"/>
              <a:gd name="connsiteY81" fmla="*/ 1600200 h 2870200"/>
              <a:gd name="connsiteX82" fmla="*/ 1978163 w 4114416"/>
              <a:gd name="connsiteY82" fmla="*/ 1762259 h 2870200"/>
              <a:gd name="connsiteX83" fmla="*/ 2006216 w 4114416"/>
              <a:gd name="connsiteY83" fmla="*/ 1498600 h 2870200"/>
              <a:gd name="connsiteX84" fmla="*/ 2023149 w 4114416"/>
              <a:gd name="connsiteY84" fmla="*/ 1464734 h 2870200"/>
              <a:gd name="connsiteX85" fmla="*/ 2031616 w 4114416"/>
              <a:gd name="connsiteY85" fmla="*/ 1439334 h 2870200"/>
              <a:gd name="connsiteX86" fmla="*/ 2067707 w 4114416"/>
              <a:gd name="connsiteY86" fmla="*/ 1908377 h 2870200"/>
              <a:gd name="connsiteX87" fmla="*/ 2082416 w 4114416"/>
              <a:gd name="connsiteY87" fmla="*/ 2032000 h 2870200"/>
              <a:gd name="connsiteX88" fmla="*/ 2090882 w 4114416"/>
              <a:gd name="connsiteY88" fmla="*/ 2150534 h 2870200"/>
              <a:gd name="connsiteX89" fmla="*/ 2099349 w 4114416"/>
              <a:gd name="connsiteY89" fmla="*/ 2489200 h 2870200"/>
              <a:gd name="connsiteX90" fmla="*/ 2133216 w 4114416"/>
              <a:gd name="connsiteY90" fmla="*/ 2421467 h 2870200"/>
              <a:gd name="connsiteX91" fmla="*/ 2175549 w 4114416"/>
              <a:gd name="connsiteY91" fmla="*/ 2319867 h 2870200"/>
              <a:gd name="connsiteX92" fmla="*/ 2192611 w 4114416"/>
              <a:gd name="connsiteY92" fmla="*/ 2271500 h 2870200"/>
              <a:gd name="connsiteX93" fmla="*/ 2212579 w 4114416"/>
              <a:gd name="connsiteY93" fmla="*/ 2206201 h 2870200"/>
              <a:gd name="connsiteX94" fmla="*/ 2251749 w 4114416"/>
              <a:gd name="connsiteY94" fmla="*/ 2514600 h 2870200"/>
              <a:gd name="connsiteX95" fmla="*/ 2277149 w 4114416"/>
              <a:gd name="connsiteY95" fmla="*/ 2565400 h 2870200"/>
              <a:gd name="connsiteX96" fmla="*/ 2285616 w 4114416"/>
              <a:gd name="connsiteY96" fmla="*/ 2489200 h 2870200"/>
              <a:gd name="connsiteX97" fmla="*/ 2302549 w 4114416"/>
              <a:gd name="connsiteY97" fmla="*/ 2421467 h 2870200"/>
              <a:gd name="connsiteX98" fmla="*/ 2311016 w 4114416"/>
              <a:gd name="connsiteY98" fmla="*/ 1718734 h 2870200"/>
              <a:gd name="connsiteX99" fmla="*/ 2336416 w 4114416"/>
              <a:gd name="connsiteY99" fmla="*/ 1811867 h 2870200"/>
              <a:gd name="connsiteX100" fmla="*/ 2361816 w 4114416"/>
              <a:gd name="connsiteY100" fmla="*/ 1871134 h 2870200"/>
              <a:gd name="connsiteX101" fmla="*/ 2395682 w 4114416"/>
              <a:gd name="connsiteY101" fmla="*/ 1972734 h 2870200"/>
              <a:gd name="connsiteX102" fmla="*/ 2404149 w 4114416"/>
              <a:gd name="connsiteY102" fmla="*/ 1574800 h 2870200"/>
              <a:gd name="connsiteX103" fmla="*/ 2429549 w 4114416"/>
              <a:gd name="connsiteY103" fmla="*/ 1236134 h 2870200"/>
              <a:gd name="connsiteX104" fmla="*/ 2446482 w 4114416"/>
              <a:gd name="connsiteY104" fmla="*/ 1092200 h 2870200"/>
              <a:gd name="connsiteX105" fmla="*/ 2454949 w 4114416"/>
              <a:gd name="connsiteY105" fmla="*/ 1066800 h 2870200"/>
              <a:gd name="connsiteX106" fmla="*/ 2463416 w 4114416"/>
              <a:gd name="connsiteY106" fmla="*/ 1092200 h 2870200"/>
              <a:gd name="connsiteX107" fmla="*/ 2488816 w 4114416"/>
              <a:gd name="connsiteY107" fmla="*/ 1227667 h 2870200"/>
              <a:gd name="connsiteX108" fmla="*/ 2514216 w 4114416"/>
              <a:gd name="connsiteY108" fmla="*/ 753534 h 2870200"/>
              <a:gd name="connsiteX109" fmla="*/ 2531149 w 4114416"/>
              <a:gd name="connsiteY109" fmla="*/ 685800 h 2870200"/>
              <a:gd name="connsiteX110" fmla="*/ 2539616 w 4114416"/>
              <a:gd name="connsiteY110" fmla="*/ 609600 h 2870200"/>
              <a:gd name="connsiteX111" fmla="*/ 2548082 w 4114416"/>
              <a:gd name="connsiteY111" fmla="*/ 558800 h 2870200"/>
              <a:gd name="connsiteX112" fmla="*/ 2565016 w 4114416"/>
              <a:gd name="connsiteY112" fmla="*/ 584200 h 2870200"/>
              <a:gd name="connsiteX113" fmla="*/ 2573482 w 4114416"/>
              <a:gd name="connsiteY113" fmla="*/ 778934 h 2870200"/>
              <a:gd name="connsiteX114" fmla="*/ 2615816 w 4114416"/>
              <a:gd name="connsiteY114" fmla="*/ 914400 h 2870200"/>
              <a:gd name="connsiteX115" fmla="*/ 2632749 w 4114416"/>
              <a:gd name="connsiteY115" fmla="*/ 973667 h 2870200"/>
              <a:gd name="connsiteX116" fmla="*/ 2649682 w 4114416"/>
              <a:gd name="connsiteY116" fmla="*/ 812800 h 2870200"/>
              <a:gd name="connsiteX117" fmla="*/ 2666616 w 4114416"/>
              <a:gd name="connsiteY117" fmla="*/ 694267 h 2870200"/>
              <a:gd name="connsiteX118" fmla="*/ 2692016 w 4114416"/>
              <a:gd name="connsiteY118" fmla="*/ 558800 h 2870200"/>
              <a:gd name="connsiteX119" fmla="*/ 2717416 w 4114416"/>
              <a:gd name="connsiteY119" fmla="*/ 321734 h 2870200"/>
              <a:gd name="connsiteX120" fmla="*/ 2734349 w 4114416"/>
              <a:gd name="connsiteY120" fmla="*/ 1058334 h 2870200"/>
              <a:gd name="connsiteX121" fmla="*/ 2760746 w 4114416"/>
              <a:gd name="connsiteY121" fmla="*/ 1023969 h 2870200"/>
              <a:gd name="connsiteX122" fmla="*/ 2810549 w 4114416"/>
              <a:gd name="connsiteY122" fmla="*/ 905934 h 2870200"/>
              <a:gd name="connsiteX123" fmla="*/ 2844416 w 4114416"/>
              <a:gd name="connsiteY123" fmla="*/ 855134 h 2870200"/>
              <a:gd name="connsiteX124" fmla="*/ 2869816 w 4114416"/>
              <a:gd name="connsiteY124" fmla="*/ 1422400 h 2870200"/>
              <a:gd name="connsiteX125" fmla="*/ 2878282 w 4114416"/>
              <a:gd name="connsiteY125" fmla="*/ 1388534 h 2870200"/>
              <a:gd name="connsiteX126" fmla="*/ 2895216 w 4114416"/>
              <a:gd name="connsiteY126" fmla="*/ 1363134 h 2870200"/>
              <a:gd name="connsiteX127" fmla="*/ 2920616 w 4114416"/>
              <a:gd name="connsiteY127" fmla="*/ 1278467 h 2870200"/>
              <a:gd name="connsiteX128" fmla="*/ 2937549 w 4114416"/>
              <a:gd name="connsiteY128" fmla="*/ 1320800 h 2870200"/>
              <a:gd name="connsiteX129" fmla="*/ 2954482 w 4114416"/>
              <a:gd name="connsiteY129" fmla="*/ 1388534 h 2870200"/>
              <a:gd name="connsiteX130" fmla="*/ 2971416 w 4114416"/>
              <a:gd name="connsiteY130" fmla="*/ 1422400 h 2870200"/>
              <a:gd name="connsiteX131" fmla="*/ 3013749 w 4114416"/>
              <a:gd name="connsiteY131" fmla="*/ 1540934 h 2870200"/>
              <a:gd name="connsiteX132" fmla="*/ 3030682 w 4114416"/>
              <a:gd name="connsiteY132" fmla="*/ 1566334 h 2870200"/>
              <a:gd name="connsiteX133" fmla="*/ 3064549 w 4114416"/>
              <a:gd name="connsiteY133" fmla="*/ 1718734 h 2870200"/>
              <a:gd name="connsiteX134" fmla="*/ 3089949 w 4114416"/>
              <a:gd name="connsiteY134" fmla="*/ 1761067 h 2870200"/>
              <a:gd name="connsiteX135" fmla="*/ 3123816 w 4114416"/>
              <a:gd name="connsiteY135" fmla="*/ 1879600 h 2870200"/>
              <a:gd name="connsiteX136" fmla="*/ 3115349 w 4114416"/>
              <a:gd name="connsiteY136" fmla="*/ 1913467 h 2870200"/>
              <a:gd name="connsiteX137" fmla="*/ 3127799 w 4114416"/>
              <a:gd name="connsiteY137" fmla="*/ 1901016 h 2870200"/>
              <a:gd name="connsiteX138" fmla="*/ 3132282 w 4114416"/>
              <a:gd name="connsiteY138" fmla="*/ 1871134 h 2870200"/>
              <a:gd name="connsiteX139" fmla="*/ 3140749 w 4114416"/>
              <a:gd name="connsiteY139" fmla="*/ 1769534 h 2870200"/>
              <a:gd name="connsiteX140" fmla="*/ 3157682 w 4114416"/>
              <a:gd name="connsiteY140" fmla="*/ 1710267 h 2870200"/>
              <a:gd name="connsiteX141" fmla="*/ 3166149 w 4114416"/>
              <a:gd name="connsiteY141" fmla="*/ 1684867 h 2870200"/>
              <a:gd name="connsiteX142" fmla="*/ 3191549 w 4114416"/>
              <a:gd name="connsiteY142" fmla="*/ 1676400 h 2870200"/>
              <a:gd name="connsiteX143" fmla="*/ 3200016 w 4114416"/>
              <a:gd name="connsiteY143" fmla="*/ 2006600 h 2870200"/>
              <a:gd name="connsiteX144" fmla="*/ 3208482 w 4114416"/>
              <a:gd name="connsiteY144" fmla="*/ 2048934 h 2870200"/>
              <a:gd name="connsiteX145" fmla="*/ 3216949 w 4114416"/>
              <a:gd name="connsiteY145" fmla="*/ 2099734 h 2870200"/>
              <a:gd name="connsiteX146" fmla="*/ 3233882 w 4114416"/>
              <a:gd name="connsiteY146" fmla="*/ 2048934 h 2870200"/>
              <a:gd name="connsiteX147" fmla="*/ 3242349 w 4114416"/>
              <a:gd name="connsiteY147" fmla="*/ 1998134 h 2870200"/>
              <a:gd name="connsiteX148" fmla="*/ 3276216 w 4114416"/>
              <a:gd name="connsiteY148" fmla="*/ 2353734 h 2870200"/>
              <a:gd name="connsiteX149" fmla="*/ 3301616 w 4114416"/>
              <a:gd name="connsiteY149" fmla="*/ 2387600 h 2870200"/>
              <a:gd name="connsiteX150" fmla="*/ 3310082 w 4114416"/>
              <a:gd name="connsiteY150" fmla="*/ 2497667 h 2870200"/>
              <a:gd name="connsiteX151" fmla="*/ 3327016 w 4114416"/>
              <a:gd name="connsiteY151" fmla="*/ 2531534 h 2870200"/>
              <a:gd name="connsiteX152" fmla="*/ 3343949 w 4114416"/>
              <a:gd name="connsiteY152" fmla="*/ 2599267 h 2870200"/>
              <a:gd name="connsiteX153" fmla="*/ 3369349 w 4114416"/>
              <a:gd name="connsiteY153" fmla="*/ 2667000 h 2870200"/>
              <a:gd name="connsiteX154" fmla="*/ 3411682 w 4114416"/>
              <a:gd name="connsiteY154" fmla="*/ 2810934 h 2870200"/>
              <a:gd name="connsiteX155" fmla="*/ 3437082 w 4114416"/>
              <a:gd name="connsiteY155" fmla="*/ 2870200 h 2870200"/>
              <a:gd name="connsiteX156" fmla="*/ 3462482 w 4114416"/>
              <a:gd name="connsiteY156" fmla="*/ 1828800 h 2870200"/>
              <a:gd name="connsiteX157" fmla="*/ 3461984 w 4114416"/>
              <a:gd name="connsiteY157" fmla="*/ 2090271 h 2870200"/>
              <a:gd name="connsiteX158" fmla="*/ 3487882 w 4114416"/>
              <a:gd name="connsiteY158" fmla="*/ 1735667 h 2870200"/>
              <a:gd name="connsiteX159" fmla="*/ 3513282 w 4114416"/>
              <a:gd name="connsiteY159" fmla="*/ 1651000 h 2870200"/>
              <a:gd name="connsiteX160" fmla="*/ 3521749 w 4114416"/>
              <a:gd name="connsiteY160" fmla="*/ 1701800 h 2870200"/>
              <a:gd name="connsiteX161" fmla="*/ 3525733 w 4114416"/>
              <a:gd name="connsiteY161" fmla="*/ 1875118 h 2870200"/>
              <a:gd name="connsiteX162" fmla="*/ 3547149 w 4114416"/>
              <a:gd name="connsiteY162" fmla="*/ 1752600 h 2870200"/>
              <a:gd name="connsiteX163" fmla="*/ 3555616 w 4114416"/>
              <a:gd name="connsiteY163" fmla="*/ 1693334 h 2870200"/>
              <a:gd name="connsiteX164" fmla="*/ 3597949 w 4114416"/>
              <a:gd name="connsiteY164" fmla="*/ 1608667 h 2870200"/>
              <a:gd name="connsiteX165" fmla="*/ 3614882 w 4114416"/>
              <a:gd name="connsiteY165" fmla="*/ 1566334 h 2870200"/>
              <a:gd name="connsiteX166" fmla="*/ 3657216 w 4114416"/>
              <a:gd name="connsiteY166" fmla="*/ 1464734 h 2870200"/>
              <a:gd name="connsiteX167" fmla="*/ 3661200 w 4114416"/>
              <a:gd name="connsiteY167" fmla="*/ 1373094 h 2870200"/>
              <a:gd name="connsiteX168" fmla="*/ 3682616 w 4114416"/>
              <a:gd name="connsiteY168" fmla="*/ 1363134 h 2870200"/>
              <a:gd name="connsiteX169" fmla="*/ 3699549 w 4114416"/>
              <a:gd name="connsiteY169" fmla="*/ 1320800 h 2870200"/>
              <a:gd name="connsiteX170" fmla="*/ 3694569 w 4114416"/>
              <a:gd name="connsiteY170" fmla="*/ 1151964 h 2870200"/>
              <a:gd name="connsiteX171" fmla="*/ 3741882 w 4114416"/>
              <a:gd name="connsiteY171" fmla="*/ 1227667 h 2870200"/>
              <a:gd name="connsiteX172" fmla="*/ 3750349 w 4114416"/>
              <a:gd name="connsiteY172" fmla="*/ 1176867 h 2870200"/>
              <a:gd name="connsiteX173" fmla="*/ 3767282 w 4114416"/>
              <a:gd name="connsiteY173" fmla="*/ 1126067 h 2870200"/>
              <a:gd name="connsiteX174" fmla="*/ 3775749 w 4114416"/>
              <a:gd name="connsiteY174" fmla="*/ 1058334 h 2870200"/>
              <a:gd name="connsiteX175" fmla="*/ 3784216 w 4114416"/>
              <a:gd name="connsiteY175" fmla="*/ 1270000 h 2870200"/>
              <a:gd name="connsiteX176" fmla="*/ 3813064 w 4114416"/>
              <a:gd name="connsiteY176" fmla="*/ 678606 h 2870200"/>
              <a:gd name="connsiteX177" fmla="*/ 3818082 w 4114416"/>
              <a:gd name="connsiteY177" fmla="*/ 558800 h 2870200"/>
              <a:gd name="connsiteX178" fmla="*/ 3835016 w 4114416"/>
              <a:gd name="connsiteY178" fmla="*/ 482600 h 2870200"/>
              <a:gd name="connsiteX179" fmla="*/ 3843482 w 4114416"/>
              <a:gd name="connsiteY179" fmla="*/ 533400 h 2870200"/>
              <a:gd name="connsiteX180" fmla="*/ 3860416 w 4114416"/>
              <a:gd name="connsiteY180" fmla="*/ 660400 h 2870200"/>
              <a:gd name="connsiteX181" fmla="*/ 3868882 w 4114416"/>
              <a:gd name="connsiteY181" fmla="*/ 702734 h 2870200"/>
              <a:gd name="connsiteX182" fmla="*/ 3885816 w 4114416"/>
              <a:gd name="connsiteY182" fmla="*/ 736600 h 2870200"/>
              <a:gd name="connsiteX183" fmla="*/ 3902749 w 4114416"/>
              <a:gd name="connsiteY183" fmla="*/ 702734 h 2870200"/>
              <a:gd name="connsiteX184" fmla="*/ 3962016 w 4114416"/>
              <a:gd name="connsiteY184" fmla="*/ 482600 h 2870200"/>
              <a:gd name="connsiteX185" fmla="*/ 3978949 w 4114416"/>
              <a:gd name="connsiteY185" fmla="*/ 457200 h 2870200"/>
              <a:gd name="connsiteX186" fmla="*/ 4004349 w 4114416"/>
              <a:gd name="connsiteY186" fmla="*/ 177800 h 2870200"/>
              <a:gd name="connsiteX187" fmla="*/ 4029749 w 4114416"/>
              <a:gd name="connsiteY187" fmla="*/ 135467 h 2870200"/>
              <a:gd name="connsiteX188" fmla="*/ 4038216 w 4114416"/>
              <a:gd name="connsiteY188" fmla="*/ 101600 h 2870200"/>
              <a:gd name="connsiteX189" fmla="*/ 4046682 w 4114416"/>
              <a:gd name="connsiteY189" fmla="*/ 76200 h 2870200"/>
              <a:gd name="connsiteX190" fmla="*/ 4055149 w 4114416"/>
              <a:gd name="connsiteY190" fmla="*/ 110067 h 2870200"/>
              <a:gd name="connsiteX191" fmla="*/ 4072082 w 4114416"/>
              <a:gd name="connsiteY191" fmla="*/ 160867 h 2870200"/>
              <a:gd name="connsiteX192" fmla="*/ 4114416 w 4114416"/>
              <a:gd name="connsiteY192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608410 w 4114416"/>
              <a:gd name="connsiteY72" fmla="*/ 1462351 h 2870200"/>
              <a:gd name="connsiteX73" fmla="*/ 1633682 w 4114416"/>
              <a:gd name="connsiteY73" fmla="*/ 1524000 h 2870200"/>
              <a:gd name="connsiteX74" fmla="*/ 1659082 w 4114416"/>
              <a:gd name="connsiteY74" fmla="*/ 1490134 h 2870200"/>
              <a:gd name="connsiteX75" fmla="*/ 1684482 w 4114416"/>
              <a:gd name="connsiteY75" fmla="*/ 1388534 h 2870200"/>
              <a:gd name="connsiteX76" fmla="*/ 1732631 w 4114416"/>
              <a:gd name="connsiteY76" fmla="*/ 1294184 h 2870200"/>
              <a:gd name="connsiteX77" fmla="*/ 1794549 w 4114416"/>
              <a:gd name="connsiteY77" fmla="*/ 1176867 h 2870200"/>
              <a:gd name="connsiteX78" fmla="*/ 1831067 w 4114416"/>
              <a:gd name="connsiteY78" fmla="*/ 1238516 h 2870200"/>
              <a:gd name="connsiteX79" fmla="*/ 1853688 w 4114416"/>
              <a:gd name="connsiteY79" fmla="*/ 1323159 h 2870200"/>
              <a:gd name="connsiteX80" fmla="*/ 1887682 w 4114416"/>
              <a:gd name="connsiteY80" fmla="*/ 1422400 h 2870200"/>
              <a:gd name="connsiteX81" fmla="*/ 1938482 w 4114416"/>
              <a:gd name="connsiteY81" fmla="*/ 1600200 h 2870200"/>
              <a:gd name="connsiteX82" fmla="*/ 1978163 w 4114416"/>
              <a:gd name="connsiteY82" fmla="*/ 1762259 h 2870200"/>
              <a:gd name="connsiteX83" fmla="*/ 2006216 w 4114416"/>
              <a:gd name="connsiteY83" fmla="*/ 1498600 h 2870200"/>
              <a:gd name="connsiteX84" fmla="*/ 2023149 w 4114416"/>
              <a:gd name="connsiteY84" fmla="*/ 1464734 h 2870200"/>
              <a:gd name="connsiteX85" fmla="*/ 2031616 w 4114416"/>
              <a:gd name="connsiteY85" fmla="*/ 1439334 h 2870200"/>
              <a:gd name="connsiteX86" fmla="*/ 2067707 w 4114416"/>
              <a:gd name="connsiteY86" fmla="*/ 1908377 h 2870200"/>
              <a:gd name="connsiteX87" fmla="*/ 2082416 w 4114416"/>
              <a:gd name="connsiteY87" fmla="*/ 2032000 h 2870200"/>
              <a:gd name="connsiteX88" fmla="*/ 2090882 w 4114416"/>
              <a:gd name="connsiteY88" fmla="*/ 2150534 h 2870200"/>
              <a:gd name="connsiteX89" fmla="*/ 2099349 w 4114416"/>
              <a:gd name="connsiteY89" fmla="*/ 2489200 h 2870200"/>
              <a:gd name="connsiteX90" fmla="*/ 2133216 w 4114416"/>
              <a:gd name="connsiteY90" fmla="*/ 2421467 h 2870200"/>
              <a:gd name="connsiteX91" fmla="*/ 2175549 w 4114416"/>
              <a:gd name="connsiteY91" fmla="*/ 2319867 h 2870200"/>
              <a:gd name="connsiteX92" fmla="*/ 2192611 w 4114416"/>
              <a:gd name="connsiteY92" fmla="*/ 2271500 h 2870200"/>
              <a:gd name="connsiteX93" fmla="*/ 2212579 w 4114416"/>
              <a:gd name="connsiteY93" fmla="*/ 2206201 h 2870200"/>
              <a:gd name="connsiteX94" fmla="*/ 2251749 w 4114416"/>
              <a:gd name="connsiteY94" fmla="*/ 2514600 h 2870200"/>
              <a:gd name="connsiteX95" fmla="*/ 2277149 w 4114416"/>
              <a:gd name="connsiteY95" fmla="*/ 2565400 h 2870200"/>
              <a:gd name="connsiteX96" fmla="*/ 2285616 w 4114416"/>
              <a:gd name="connsiteY96" fmla="*/ 2489200 h 2870200"/>
              <a:gd name="connsiteX97" fmla="*/ 2302549 w 4114416"/>
              <a:gd name="connsiteY97" fmla="*/ 2421467 h 2870200"/>
              <a:gd name="connsiteX98" fmla="*/ 2311016 w 4114416"/>
              <a:gd name="connsiteY98" fmla="*/ 1718734 h 2870200"/>
              <a:gd name="connsiteX99" fmla="*/ 2336416 w 4114416"/>
              <a:gd name="connsiteY99" fmla="*/ 1811867 h 2870200"/>
              <a:gd name="connsiteX100" fmla="*/ 2361816 w 4114416"/>
              <a:gd name="connsiteY100" fmla="*/ 1871134 h 2870200"/>
              <a:gd name="connsiteX101" fmla="*/ 2395682 w 4114416"/>
              <a:gd name="connsiteY101" fmla="*/ 1972734 h 2870200"/>
              <a:gd name="connsiteX102" fmla="*/ 2404149 w 4114416"/>
              <a:gd name="connsiteY102" fmla="*/ 1574800 h 2870200"/>
              <a:gd name="connsiteX103" fmla="*/ 2429549 w 4114416"/>
              <a:gd name="connsiteY103" fmla="*/ 1236134 h 2870200"/>
              <a:gd name="connsiteX104" fmla="*/ 2446482 w 4114416"/>
              <a:gd name="connsiteY104" fmla="*/ 1092200 h 2870200"/>
              <a:gd name="connsiteX105" fmla="*/ 2454949 w 4114416"/>
              <a:gd name="connsiteY105" fmla="*/ 1066800 h 2870200"/>
              <a:gd name="connsiteX106" fmla="*/ 2463416 w 4114416"/>
              <a:gd name="connsiteY106" fmla="*/ 1092200 h 2870200"/>
              <a:gd name="connsiteX107" fmla="*/ 2488816 w 4114416"/>
              <a:gd name="connsiteY107" fmla="*/ 1227667 h 2870200"/>
              <a:gd name="connsiteX108" fmla="*/ 2514216 w 4114416"/>
              <a:gd name="connsiteY108" fmla="*/ 753534 h 2870200"/>
              <a:gd name="connsiteX109" fmla="*/ 2531149 w 4114416"/>
              <a:gd name="connsiteY109" fmla="*/ 685800 h 2870200"/>
              <a:gd name="connsiteX110" fmla="*/ 2539616 w 4114416"/>
              <a:gd name="connsiteY110" fmla="*/ 609600 h 2870200"/>
              <a:gd name="connsiteX111" fmla="*/ 2548082 w 4114416"/>
              <a:gd name="connsiteY111" fmla="*/ 558800 h 2870200"/>
              <a:gd name="connsiteX112" fmla="*/ 2565016 w 4114416"/>
              <a:gd name="connsiteY112" fmla="*/ 584200 h 2870200"/>
              <a:gd name="connsiteX113" fmla="*/ 2573482 w 4114416"/>
              <a:gd name="connsiteY113" fmla="*/ 778934 h 2870200"/>
              <a:gd name="connsiteX114" fmla="*/ 2615816 w 4114416"/>
              <a:gd name="connsiteY114" fmla="*/ 914400 h 2870200"/>
              <a:gd name="connsiteX115" fmla="*/ 2632749 w 4114416"/>
              <a:gd name="connsiteY115" fmla="*/ 973667 h 2870200"/>
              <a:gd name="connsiteX116" fmla="*/ 2649682 w 4114416"/>
              <a:gd name="connsiteY116" fmla="*/ 812800 h 2870200"/>
              <a:gd name="connsiteX117" fmla="*/ 2666616 w 4114416"/>
              <a:gd name="connsiteY117" fmla="*/ 694267 h 2870200"/>
              <a:gd name="connsiteX118" fmla="*/ 2692016 w 4114416"/>
              <a:gd name="connsiteY118" fmla="*/ 558800 h 2870200"/>
              <a:gd name="connsiteX119" fmla="*/ 2717416 w 4114416"/>
              <a:gd name="connsiteY119" fmla="*/ 321734 h 2870200"/>
              <a:gd name="connsiteX120" fmla="*/ 2734349 w 4114416"/>
              <a:gd name="connsiteY120" fmla="*/ 1058334 h 2870200"/>
              <a:gd name="connsiteX121" fmla="*/ 2760746 w 4114416"/>
              <a:gd name="connsiteY121" fmla="*/ 1023969 h 2870200"/>
              <a:gd name="connsiteX122" fmla="*/ 2810549 w 4114416"/>
              <a:gd name="connsiteY122" fmla="*/ 905934 h 2870200"/>
              <a:gd name="connsiteX123" fmla="*/ 2844416 w 4114416"/>
              <a:gd name="connsiteY123" fmla="*/ 855134 h 2870200"/>
              <a:gd name="connsiteX124" fmla="*/ 2869816 w 4114416"/>
              <a:gd name="connsiteY124" fmla="*/ 1422400 h 2870200"/>
              <a:gd name="connsiteX125" fmla="*/ 2878282 w 4114416"/>
              <a:gd name="connsiteY125" fmla="*/ 1388534 h 2870200"/>
              <a:gd name="connsiteX126" fmla="*/ 2895216 w 4114416"/>
              <a:gd name="connsiteY126" fmla="*/ 1363134 h 2870200"/>
              <a:gd name="connsiteX127" fmla="*/ 2920616 w 4114416"/>
              <a:gd name="connsiteY127" fmla="*/ 1278467 h 2870200"/>
              <a:gd name="connsiteX128" fmla="*/ 2937549 w 4114416"/>
              <a:gd name="connsiteY128" fmla="*/ 1320800 h 2870200"/>
              <a:gd name="connsiteX129" fmla="*/ 2954482 w 4114416"/>
              <a:gd name="connsiteY129" fmla="*/ 1388534 h 2870200"/>
              <a:gd name="connsiteX130" fmla="*/ 2971416 w 4114416"/>
              <a:gd name="connsiteY130" fmla="*/ 1422400 h 2870200"/>
              <a:gd name="connsiteX131" fmla="*/ 3013749 w 4114416"/>
              <a:gd name="connsiteY131" fmla="*/ 1540934 h 2870200"/>
              <a:gd name="connsiteX132" fmla="*/ 3030682 w 4114416"/>
              <a:gd name="connsiteY132" fmla="*/ 1566334 h 2870200"/>
              <a:gd name="connsiteX133" fmla="*/ 3064549 w 4114416"/>
              <a:gd name="connsiteY133" fmla="*/ 1718734 h 2870200"/>
              <a:gd name="connsiteX134" fmla="*/ 3089949 w 4114416"/>
              <a:gd name="connsiteY134" fmla="*/ 1761067 h 2870200"/>
              <a:gd name="connsiteX135" fmla="*/ 3123816 w 4114416"/>
              <a:gd name="connsiteY135" fmla="*/ 1879600 h 2870200"/>
              <a:gd name="connsiteX136" fmla="*/ 3115349 w 4114416"/>
              <a:gd name="connsiteY136" fmla="*/ 1913467 h 2870200"/>
              <a:gd name="connsiteX137" fmla="*/ 3127799 w 4114416"/>
              <a:gd name="connsiteY137" fmla="*/ 1901016 h 2870200"/>
              <a:gd name="connsiteX138" fmla="*/ 3140749 w 4114416"/>
              <a:gd name="connsiteY138" fmla="*/ 1769534 h 2870200"/>
              <a:gd name="connsiteX139" fmla="*/ 3157682 w 4114416"/>
              <a:gd name="connsiteY139" fmla="*/ 1710267 h 2870200"/>
              <a:gd name="connsiteX140" fmla="*/ 3166149 w 4114416"/>
              <a:gd name="connsiteY140" fmla="*/ 1684867 h 2870200"/>
              <a:gd name="connsiteX141" fmla="*/ 3191549 w 4114416"/>
              <a:gd name="connsiteY141" fmla="*/ 1676400 h 2870200"/>
              <a:gd name="connsiteX142" fmla="*/ 3200016 w 4114416"/>
              <a:gd name="connsiteY142" fmla="*/ 2006600 h 2870200"/>
              <a:gd name="connsiteX143" fmla="*/ 3208482 w 4114416"/>
              <a:gd name="connsiteY143" fmla="*/ 2048934 h 2870200"/>
              <a:gd name="connsiteX144" fmla="*/ 3216949 w 4114416"/>
              <a:gd name="connsiteY144" fmla="*/ 2099734 h 2870200"/>
              <a:gd name="connsiteX145" fmla="*/ 3233882 w 4114416"/>
              <a:gd name="connsiteY145" fmla="*/ 2048934 h 2870200"/>
              <a:gd name="connsiteX146" fmla="*/ 3242349 w 4114416"/>
              <a:gd name="connsiteY146" fmla="*/ 1998134 h 2870200"/>
              <a:gd name="connsiteX147" fmla="*/ 3276216 w 4114416"/>
              <a:gd name="connsiteY147" fmla="*/ 2353734 h 2870200"/>
              <a:gd name="connsiteX148" fmla="*/ 3301616 w 4114416"/>
              <a:gd name="connsiteY148" fmla="*/ 2387600 h 2870200"/>
              <a:gd name="connsiteX149" fmla="*/ 3310082 w 4114416"/>
              <a:gd name="connsiteY149" fmla="*/ 2497667 h 2870200"/>
              <a:gd name="connsiteX150" fmla="*/ 3327016 w 4114416"/>
              <a:gd name="connsiteY150" fmla="*/ 2531534 h 2870200"/>
              <a:gd name="connsiteX151" fmla="*/ 3343949 w 4114416"/>
              <a:gd name="connsiteY151" fmla="*/ 2599267 h 2870200"/>
              <a:gd name="connsiteX152" fmla="*/ 3369349 w 4114416"/>
              <a:gd name="connsiteY152" fmla="*/ 2667000 h 2870200"/>
              <a:gd name="connsiteX153" fmla="*/ 3411682 w 4114416"/>
              <a:gd name="connsiteY153" fmla="*/ 2810934 h 2870200"/>
              <a:gd name="connsiteX154" fmla="*/ 3437082 w 4114416"/>
              <a:gd name="connsiteY154" fmla="*/ 2870200 h 2870200"/>
              <a:gd name="connsiteX155" fmla="*/ 3462482 w 4114416"/>
              <a:gd name="connsiteY155" fmla="*/ 1828800 h 2870200"/>
              <a:gd name="connsiteX156" fmla="*/ 3461984 w 4114416"/>
              <a:gd name="connsiteY156" fmla="*/ 2090271 h 2870200"/>
              <a:gd name="connsiteX157" fmla="*/ 3487882 w 4114416"/>
              <a:gd name="connsiteY157" fmla="*/ 1735667 h 2870200"/>
              <a:gd name="connsiteX158" fmla="*/ 3513282 w 4114416"/>
              <a:gd name="connsiteY158" fmla="*/ 1651000 h 2870200"/>
              <a:gd name="connsiteX159" fmla="*/ 3521749 w 4114416"/>
              <a:gd name="connsiteY159" fmla="*/ 1701800 h 2870200"/>
              <a:gd name="connsiteX160" fmla="*/ 3525733 w 4114416"/>
              <a:gd name="connsiteY160" fmla="*/ 1875118 h 2870200"/>
              <a:gd name="connsiteX161" fmla="*/ 3547149 w 4114416"/>
              <a:gd name="connsiteY161" fmla="*/ 1752600 h 2870200"/>
              <a:gd name="connsiteX162" fmla="*/ 3555616 w 4114416"/>
              <a:gd name="connsiteY162" fmla="*/ 1693334 h 2870200"/>
              <a:gd name="connsiteX163" fmla="*/ 3597949 w 4114416"/>
              <a:gd name="connsiteY163" fmla="*/ 1608667 h 2870200"/>
              <a:gd name="connsiteX164" fmla="*/ 3614882 w 4114416"/>
              <a:gd name="connsiteY164" fmla="*/ 1566334 h 2870200"/>
              <a:gd name="connsiteX165" fmla="*/ 3657216 w 4114416"/>
              <a:gd name="connsiteY165" fmla="*/ 1464734 h 2870200"/>
              <a:gd name="connsiteX166" fmla="*/ 3661200 w 4114416"/>
              <a:gd name="connsiteY166" fmla="*/ 1373094 h 2870200"/>
              <a:gd name="connsiteX167" fmla="*/ 3682616 w 4114416"/>
              <a:gd name="connsiteY167" fmla="*/ 1363134 h 2870200"/>
              <a:gd name="connsiteX168" fmla="*/ 3699549 w 4114416"/>
              <a:gd name="connsiteY168" fmla="*/ 1320800 h 2870200"/>
              <a:gd name="connsiteX169" fmla="*/ 3694569 w 4114416"/>
              <a:gd name="connsiteY169" fmla="*/ 1151964 h 2870200"/>
              <a:gd name="connsiteX170" fmla="*/ 3741882 w 4114416"/>
              <a:gd name="connsiteY170" fmla="*/ 1227667 h 2870200"/>
              <a:gd name="connsiteX171" fmla="*/ 3750349 w 4114416"/>
              <a:gd name="connsiteY171" fmla="*/ 1176867 h 2870200"/>
              <a:gd name="connsiteX172" fmla="*/ 3767282 w 4114416"/>
              <a:gd name="connsiteY172" fmla="*/ 1126067 h 2870200"/>
              <a:gd name="connsiteX173" fmla="*/ 3775749 w 4114416"/>
              <a:gd name="connsiteY173" fmla="*/ 1058334 h 2870200"/>
              <a:gd name="connsiteX174" fmla="*/ 3784216 w 4114416"/>
              <a:gd name="connsiteY174" fmla="*/ 1270000 h 2870200"/>
              <a:gd name="connsiteX175" fmla="*/ 3813064 w 4114416"/>
              <a:gd name="connsiteY175" fmla="*/ 678606 h 2870200"/>
              <a:gd name="connsiteX176" fmla="*/ 3818082 w 4114416"/>
              <a:gd name="connsiteY176" fmla="*/ 558800 h 2870200"/>
              <a:gd name="connsiteX177" fmla="*/ 3835016 w 4114416"/>
              <a:gd name="connsiteY177" fmla="*/ 482600 h 2870200"/>
              <a:gd name="connsiteX178" fmla="*/ 3843482 w 4114416"/>
              <a:gd name="connsiteY178" fmla="*/ 533400 h 2870200"/>
              <a:gd name="connsiteX179" fmla="*/ 3860416 w 4114416"/>
              <a:gd name="connsiteY179" fmla="*/ 660400 h 2870200"/>
              <a:gd name="connsiteX180" fmla="*/ 3868882 w 4114416"/>
              <a:gd name="connsiteY180" fmla="*/ 702734 h 2870200"/>
              <a:gd name="connsiteX181" fmla="*/ 3885816 w 4114416"/>
              <a:gd name="connsiteY181" fmla="*/ 736600 h 2870200"/>
              <a:gd name="connsiteX182" fmla="*/ 3902749 w 4114416"/>
              <a:gd name="connsiteY182" fmla="*/ 702734 h 2870200"/>
              <a:gd name="connsiteX183" fmla="*/ 3962016 w 4114416"/>
              <a:gd name="connsiteY183" fmla="*/ 482600 h 2870200"/>
              <a:gd name="connsiteX184" fmla="*/ 3978949 w 4114416"/>
              <a:gd name="connsiteY184" fmla="*/ 457200 h 2870200"/>
              <a:gd name="connsiteX185" fmla="*/ 4004349 w 4114416"/>
              <a:gd name="connsiteY185" fmla="*/ 177800 h 2870200"/>
              <a:gd name="connsiteX186" fmla="*/ 4029749 w 4114416"/>
              <a:gd name="connsiteY186" fmla="*/ 135467 h 2870200"/>
              <a:gd name="connsiteX187" fmla="*/ 4038216 w 4114416"/>
              <a:gd name="connsiteY187" fmla="*/ 101600 h 2870200"/>
              <a:gd name="connsiteX188" fmla="*/ 4046682 w 4114416"/>
              <a:gd name="connsiteY188" fmla="*/ 76200 h 2870200"/>
              <a:gd name="connsiteX189" fmla="*/ 4055149 w 4114416"/>
              <a:gd name="connsiteY189" fmla="*/ 110067 h 2870200"/>
              <a:gd name="connsiteX190" fmla="*/ 4072082 w 4114416"/>
              <a:gd name="connsiteY190" fmla="*/ 160867 h 2870200"/>
              <a:gd name="connsiteX191" fmla="*/ 4114416 w 4114416"/>
              <a:gd name="connsiteY191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608410 w 4114416"/>
              <a:gd name="connsiteY72" fmla="*/ 1462351 h 2870200"/>
              <a:gd name="connsiteX73" fmla="*/ 1633682 w 4114416"/>
              <a:gd name="connsiteY73" fmla="*/ 1524000 h 2870200"/>
              <a:gd name="connsiteX74" fmla="*/ 1659082 w 4114416"/>
              <a:gd name="connsiteY74" fmla="*/ 1490134 h 2870200"/>
              <a:gd name="connsiteX75" fmla="*/ 1684482 w 4114416"/>
              <a:gd name="connsiteY75" fmla="*/ 1388534 h 2870200"/>
              <a:gd name="connsiteX76" fmla="*/ 1732631 w 4114416"/>
              <a:gd name="connsiteY76" fmla="*/ 1294184 h 2870200"/>
              <a:gd name="connsiteX77" fmla="*/ 1794549 w 4114416"/>
              <a:gd name="connsiteY77" fmla="*/ 1176867 h 2870200"/>
              <a:gd name="connsiteX78" fmla="*/ 1831067 w 4114416"/>
              <a:gd name="connsiteY78" fmla="*/ 1238516 h 2870200"/>
              <a:gd name="connsiteX79" fmla="*/ 1853688 w 4114416"/>
              <a:gd name="connsiteY79" fmla="*/ 1323159 h 2870200"/>
              <a:gd name="connsiteX80" fmla="*/ 1887682 w 4114416"/>
              <a:gd name="connsiteY80" fmla="*/ 1422400 h 2870200"/>
              <a:gd name="connsiteX81" fmla="*/ 1938482 w 4114416"/>
              <a:gd name="connsiteY81" fmla="*/ 1600200 h 2870200"/>
              <a:gd name="connsiteX82" fmla="*/ 1978163 w 4114416"/>
              <a:gd name="connsiteY82" fmla="*/ 1762259 h 2870200"/>
              <a:gd name="connsiteX83" fmla="*/ 2006216 w 4114416"/>
              <a:gd name="connsiteY83" fmla="*/ 1498600 h 2870200"/>
              <a:gd name="connsiteX84" fmla="*/ 2023149 w 4114416"/>
              <a:gd name="connsiteY84" fmla="*/ 1464734 h 2870200"/>
              <a:gd name="connsiteX85" fmla="*/ 2031616 w 4114416"/>
              <a:gd name="connsiteY85" fmla="*/ 1439334 h 2870200"/>
              <a:gd name="connsiteX86" fmla="*/ 2067707 w 4114416"/>
              <a:gd name="connsiteY86" fmla="*/ 1908377 h 2870200"/>
              <a:gd name="connsiteX87" fmla="*/ 2082416 w 4114416"/>
              <a:gd name="connsiteY87" fmla="*/ 2032000 h 2870200"/>
              <a:gd name="connsiteX88" fmla="*/ 2090882 w 4114416"/>
              <a:gd name="connsiteY88" fmla="*/ 2150534 h 2870200"/>
              <a:gd name="connsiteX89" fmla="*/ 2099349 w 4114416"/>
              <a:gd name="connsiteY89" fmla="*/ 2489200 h 2870200"/>
              <a:gd name="connsiteX90" fmla="*/ 2133216 w 4114416"/>
              <a:gd name="connsiteY90" fmla="*/ 2421467 h 2870200"/>
              <a:gd name="connsiteX91" fmla="*/ 2175549 w 4114416"/>
              <a:gd name="connsiteY91" fmla="*/ 2319867 h 2870200"/>
              <a:gd name="connsiteX92" fmla="*/ 2192611 w 4114416"/>
              <a:gd name="connsiteY92" fmla="*/ 2271500 h 2870200"/>
              <a:gd name="connsiteX93" fmla="*/ 2212579 w 4114416"/>
              <a:gd name="connsiteY93" fmla="*/ 2206201 h 2870200"/>
              <a:gd name="connsiteX94" fmla="*/ 2251749 w 4114416"/>
              <a:gd name="connsiteY94" fmla="*/ 2514600 h 2870200"/>
              <a:gd name="connsiteX95" fmla="*/ 2277149 w 4114416"/>
              <a:gd name="connsiteY95" fmla="*/ 2565400 h 2870200"/>
              <a:gd name="connsiteX96" fmla="*/ 2285616 w 4114416"/>
              <a:gd name="connsiteY96" fmla="*/ 2489200 h 2870200"/>
              <a:gd name="connsiteX97" fmla="*/ 2302549 w 4114416"/>
              <a:gd name="connsiteY97" fmla="*/ 2421467 h 2870200"/>
              <a:gd name="connsiteX98" fmla="*/ 2311016 w 4114416"/>
              <a:gd name="connsiteY98" fmla="*/ 1718734 h 2870200"/>
              <a:gd name="connsiteX99" fmla="*/ 2336416 w 4114416"/>
              <a:gd name="connsiteY99" fmla="*/ 1811867 h 2870200"/>
              <a:gd name="connsiteX100" fmla="*/ 2361816 w 4114416"/>
              <a:gd name="connsiteY100" fmla="*/ 1871134 h 2870200"/>
              <a:gd name="connsiteX101" fmla="*/ 2395682 w 4114416"/>
              <a:gd name="connsiteY101" fmla="*/ 1972734 h 2870200"/>
              <a:gd name="connsiteX102" fmla="*/ 2404149 w 4114416"/>
              <a:gd name="connsiteY102" fmla="*/ 1574800 h 2870200"/>
              <a:gd name="connsiteX103" fmla="*/ 2429549 w 4114416"/>
              <a:gd name="connsiteY103" fmla="*/ 1236134 h 2870200"/>
              <a:gd name="connsiteX104" fmla="*/ 2446482 w 4114416"/>
              <a:gd name="connsiteY104" fmla="*/ 1092200 h 2870200"/>
              <a:gd name="connsiteX105" fmla="*/ 2454949 w 4114416"/>
              <a:gd name="connsiteY105" fmla="*/ 1066800 h 2870200"/>
              <a:gd name="connsiteX106" fmla="*/ 2463416 w 4114416"/>
              <a:gd name="connsiteY106" fmla="*/ 1092200 h 2870200"/>
              <a:gd name="connsiteX107" fmla="*/ 2488816 w 4114416"/>
              <a:gd name="connsiteY107" fmla="*/ 1227667 h 2870200"/>
              <a:gd name="connsiteX108" fmla="*/ 2514216 w 4114416"/>
              <a:gd name="connsiteY108" fmla="*/ 753534 h 2870200"/>
              <a:gd name="connsiteX109" fmla="*/ 2531149 w 4114416"/>
              <a:gd name="connsiteY109" fmla="*/ 685800 h 2870200"/>
              <a:gd name="connsiteX110" fmla="*/ 2539616 w 4114416"/>
              <a:gd name="connsiteY110" fmla="*/ 609600 h 2870200"/>
              <a:gd name="connsiteX111" fmla="*/ 2548082 w 4114416"/>
              <a:gd name="connsiteY111" fmla="*/ 558800 h 2870200"/>
              <a:gd name="connsiteX112" fmla="*/ 2565016 w 4114416"/>
              <a:gd name="connsiteY112" fmla="*/ 584200 h 2870200"/>
              <a:gd name="connsiteX113" fmla="*/ 2573482 w 4114416"/>
              <a:gd name="connsiteY113" fmla="*/ 778934 h 2870200"/>
              <a:gd name="connsiteX114" fmla="*/ 2615816 w 4114416"/>
              <a:gd name="connsiteY114" fmla="*/ 914400 h 2870200"/>
              <a:gd name="connsiteX115" fmla="*/ 2632749 w 4114416"/>
              <a:gd name="connsiteY115" fmla="*/ 973667 h 2870200"/>
              <a:gd name="connsiteX116" fmla="*/ 2649682 w 4114416"/>
              <a:gd name="connsiteY116" fmla="*/ 812800 h 2870200"/>
              <a:gd name="connsiteX117" fmla="*/ 2666616 w 4114416"/>
              <a:gd name="connsiteY117" fmla="*/ 694267 h 2870200"/>
              <a:gd name="connsiteX118" fmla="*/ 2692016 w 4114416"/>
              <a:gd name="connsiteY118" fmla="*/ 558800 h 2870200"/>
              <a:gd name="connsiteX119" fmla="*/ 2717416 w 4114416"/>
              <a:gd name="connsiteY119" fmla="*/ 321734 h 2870200"/>
              <a:gd name="connsiteX120" fmla="*/ 2734349 w 4114416"/>
              <a:gd name="connsiteY120" fmla="*/ 1058334 h 2870200"/>
              <a:gd name="connsiteX121" fmla="*/ 2760746 w 4114416"/>
              <a:gd name="connsiteY121" fmla="*/ 1023969 h 2870200"/>
              <a:gd name="connsiteX122" fmla="*/ 2810549 w 4114416"/>
              <a:gd name="connsiteY122" fmla="*/ 905934 h 2870200"/>
              <a:gd name="connsiteX123" fmla="*/ 2844416 w 4114416"/>
              <a:gd name="connsiteY123" fmla="*/ 855134 h 2870200"/>
              <a:gd name="connsiteX124" fmla="*/ 2869816 w 4114416"/>
              <a:gd name="connsiteY124" fmla="*/ 1422400 h 2870200"/>
              <a:gd name="connsiteX125" fmla="*/ 2878282 w 4114416"/>
              <a:gd name="connsiteY125" fmla="*/ 1388534 h 2870200"/>
              <a:gd name="connsiteX126" fmla="*/ 2895216 w 4114416"/>
              <a:gd name="connsiteY126" fmla="*/ 1363134 h 2870200"/>
              <a:gd name="connsiteX127" fmla="*/ 2920616 w 4114416"/>
              <a:gd name="connsiteY127" fmla="*/ 1278467 h 2870200"/>
              <a:gd name="connsiteX128" fmla="*/ 2937549 w 4114416"/>
              <a:gd name="connsiteY128" fmla="*/ 1320800 h 2870200"/>
              <a:gd name="connsiteX129" fmla="*/ 2954482 w 4114416"/>
              <a:gd name="connsiteY129" fmla="*/ 1388534 h 2870200"/>
              <a:gd name="connsiteX130" fmla="*/ 2971416 w 4114416"/>
              <a:gd name="connsiteY130" fmla="*/ 1422400 h 2870200"/>
              <a:gd name="connsiteX131" fmla="*/ 3013749 w 4114416"/>
              <a:gd name="connsiteY131" fmla="*/ 1540934 h 2870200"/>
              <a:gd name="connsiteX132" fmla="*/ 3030682 w 4114416"/>
              <a:gd name="connsiteY132" fmla="*/ 1566334 h 2870200"/>
              <a:gd name="connsiteX133" fmla="*/ 3064549 w 4114416"/>
              <a:gd name="connsiteY133" fmla="*/ 1718734 h 2870200"/>
              <a:gd name="connsiteX134" fmla="*/ 3089949 w 4114416"/>
              <a:gd name="connsiteY134" fmla="*/ 1761067 h 2870200"/>
              <a:gd name="connsiteX135" fmla="*/ 3123816 w 4114416"/>
              <a:gd name="connsiteY135" fmla="*/ 1879600 h 2870200"/>
              <a:gd name="connsiteX136" fmla="*/ 3115349 w 4114416"/>
              <a:gd name="connsiteY136" fmla="*/ 1913467 h 2870200"/>
              <a:gd name="connsiteX137" fmla="*/ 3140749 w 4114416"/>
              <a:gd name="connsiteY137" fmla="*/ 1769534 h 2870200"/>
              <a:gd name="connsiteX138" fmla="*/ 3157682 w 4114416"/>
              <a:gd name="connsiteY138" fmla="*/ 1710267 h 2870200"/>
              <a:gd name="connsiteX139" fmla="*/ 3166149 w 4114416"/>
              <a:gd name="connsiteY139" fmla="*/ 1684867 h 2870200"/>
              <a:gd name="connsiteX140" fmla="*/ 3191549 w 4114416"/>
              <a:gd name="connsiteY140" fmla="*/ 1676400 h 2870200"/>
              <a:gd name="connsiteX141" fmla="*/ 3200016 w 4114416"/>
              <a:gd name="connsiteY141" fmla="*/ 2006600 h 2870200"/>
              <a:gd name="connsiteX142" fmla="*/ 3208482 w 4114416"/>
              <a:gd name="connsiteY142" fmla="*/ 2048934 h 2870200"/>
              <a:gd name="connsiteX143" fmla="*/ 3216949 w 4114416"/>
              <a:gd name="connsiteY143" fmla="*/ 2099734 h 2870200"/>
              <a:gd name="connsiteX144" fmla="*/ 3233882 w 4114416"/>
              <a:gd name="connsiteY144" fmla="*/ 2048934 h 2870200"/>
              <a:gd name="connsiteX145" fmla="*/ 3242349 w 4114416"/>
              <a:gd name="connsiteY145" fmla="*/ 1998134 h 2870200"/>
              <a:gd name="connsiteX146" fmla="*/ 3276216 w 4114416"/>
              <a:gd name="connsiteY146" fmla="*/ 2353734 h 2870200"/>
              <a:gd name="connsiteX147" fmla="*/ 3301616 w 4114416"/>
              <a:gd name="connsiteY147" fmla="*/ 2387600 h 2870200"/>
              <a:gd name="connsiteX148" fmla="*/ 3310082 w 4114416"/>
              <a:gd name="connsiteY148" fmla="*/ 2497667 h 2870200"/>
              <a:gd name="connsiteX149" fmla="*/ 3327016 w 4114416"/>
              <a:gd name="connsiteY149" fmla="*/ 2531534 h 2870200"/>
              <a:gd name="connsiteX150" fmla="*/ 3343949 w 4114416"/>
              <a:gd name="connsiteY150" fmla="*/ 2599267 h 2870200"/>
              <a:gd name="connsiteX151" fmla="*/ 3369349 w 4114416"/>
              <a:gd name="connsiteY151" fmla="*/ 2667000 h 2870200"/>
              <a:gd name="connsiteX152" fmla="*/ 3411682 w 4114416"/>
              <a:gd name="connsiteY152" fmla="*/ 2810934 h 2870200"/>
              <a:gd name="connsiteX153" fmla="*/ 3437082 w 4114416"/>
              <a:gd name="connsiteY153" fmla="*/ 2870200 h 2870200"/>
              <a:gd name="connsiteX154" fmla="*/ 3462482 w 4114416"/>
              <a:gd name="connsiteY154" fmla="*/ 1828800 h 2870200"/>
              <a:gd name="connsiteX155" fmla="*/ 3461984 w 4114416"/>
              <a:gd name="connsiteY155" fmla="*/ 2090271 h 2870200"/>
              <a:gd name="connsiteX156" fmla="*/ 3487882 w 4114416"/>
              <a:gd name="connsiteY156" fmla="*/ 1735667 h 2870200"/>
              <a:gd name="connsiteX157" fmla="*/ 3513282 w 4114416"/>
              <a:gd name="connsiteY157" fmla="*/ 1651000 h 2870200"/>
              <a:gd name="connsiteX158" fmla="*/ 3521749 w 4114416"/>
              <a:gd name="connsiteY158" fmla="*/ 1701800 h 2870200"/>
              <a:gd name="connsiteX159" fmla="*/ 3525733 w 4114416"/>
              <a:gd name="connsiteY159" fmla="*/ 1875118 h 2870200"/>
              <a:gd name="connsiteX160" fmla="*/ 3547149 w 4114416"/>
              <a:gd name="connsiteY160" fmla="*/ 1752600 h 2870200"/>
              <a:gd name="connsiteX161" fmla="*/ 3555616 w 4114416"/>
              <a:gd name="connsiteY161" fmla="*/ 1693334 h 2870200"/>
              <a:gd name="connsiteX162" fmla="*/ 3597949 w 4114416"/>
              <a:gd name="connsiteY162" fmla="*/ 1608667 h 2870200"/>
              <a:gd name="connsiteX163" fmla="*/ 3614882 w 4114416"/>
              <a:gd name="connsiteY163" fmla="*/ 1566334 h 2870200"/>
              <a:gd name="connsiteX164" fmla="*/ 3657216 w 4114416"/>
              <a:gd name="connsiteY164" fmla="*/ 1464734 h 2870200"/>
              <a:gd name="connsiteX165" fmla="*/ 3661200 w 4114416"/>
              <a:gd name="connsiteY165" fmla="*/ 1373094 h 2870200"/>
              <a:gd name="connsiteX166" fmla="*/ 3682616 w 4114416"/>
              <a:gd name="connsiteY166" fmla="*/ 1363134 h 2870200"/>
              <a:gd name="connsiteX167" fmla="*/ 3699549 w 4114416"/>
              <a:gd name="connsiteY167" fmla="*/ 1320800 h 2870200"/>
              <a:gd name="connsiteX168" fmla="*/ 3694569 w 4114416"/>
              <a:gd name="connsiteY168" fmla="*/ 1151964 h 2870200"/>
              <a:gd name="connsiteX169" fmla="*/ 3741882 w 4114416"/>
              <a:gd name="connsiteY169" fmla="*/ 1227667 h 2870200"/>
              <a:gd name="connsiteX170" fmla="*/ 3750349 w 4114416"/>
              <a:gd name="connsiteY170" fmla="*/ 1176867 h 2870200"/>
              <a:gd name="connsiteX171" fmla="*/ 3767282 w 4114416"/>
              <a:gd name="connsiteY171" fmla="*/ 1126067 h 2870200"/>
              <a:gd name="connsiteX172" fmla="*/ 3775749 w 4114416"/>
              <a:gd name="connsiteY172" fmla="*/ 1058334 h 2870200"/>
              <a:gd name="connsiteX173" fmla="*/ 3784216 w 4114416"/>
              <a:gd name="connsiteY173" fmla="*/ 1270000 h 2870200"/>
              <a:gd name="connsiteX174" fmla="*/ 3813064 w 4114416"/>
              <a:gd name="connsiteY174" fmla="*/ 678606 h 2870200"/>
              <a:gd name="connsiteX175" fmla="*/ 3818082 w 4114416"/>
              <a:gd name="connsiteY175" fmla="*/ 558800 h 2870200"/>
              <a:gd name="connsiteX176" fmla="*/ 3835016 w 4114416"/>
              <a:gd name="connsiteY176" fmla="*/ 482600 h 2870200"/>
              <a:gd name="connsiteX177" fmla="*/ 3843482 w 4114416"/>
              <a:gd name="connsiteY177" fmla="*/ 533400 h 2870200"/>
              <a:gd name="connsiteX178" fmla="*/ 3860416 w 4114416"/>
              <a:gd name="connsiteY178" fmla="*/ 660400 h 2870200"/>
              <a:gd name="connsiteX179" fmla="*/ 3868882 w 4114416"/>
              <a:gd name="connsiteY179" fmla="*/ 702734 h 2870200"/>
              <a:gd name="connsiteX180" fmla="*/ 3885816 w 4114416"/>
              <a:gd name="connsiteY180" fmla="*/ 736600 h 2870200"/>
              <a:gd name="connsiteX181" fmla="*/ 3902749 w 4114416"/>
              <a:gd name="connsiteY181" fmla="*/ 702734 h 2870200"/>
              <a:gd name="connsiteX182" fmla="*/ 3962016 w 4114416"/>
              <a:gd name="connsiteY182" fmla="*/ 482600 h 2870200"/>
              <a:gd name="connsiteX183" fmla="*/ 3978949 w 4114416"/>
              <a:gd name="connsiteY183" fmla="*/ 457200 h 2870200"/>
              <a:gd name="connsiteX184" fmla="*/ 4004349 w 4114416"/>
              <a:gd name="connsiteY184" fmla="*/ 177800 h 2870200"/>
              <a:gd name="connsiteX185" fmla="*/ 4029749 w 4114416"/>
              <a:gd name="connsiteY185" fmla="*/ 135467 h 2870200"/>
              <a:gd name="connsiteX186" fmla="*/ 4038216 w 4114416"/>
              <a:gd name="connsiteY186" fmla="*/ 101600 h 2870200"/>
              <a:gd name="connsiteX187" fmla="*/ 4046682 w 4114416"/>
              <a:gd name="connsiteY187" fmla="*/ 76200 h 2870200"/>
              <a:gd name="connsiteX188" fmla="*/ 4055149 w 4114416"/>
              <a:gd name="connsiteY188" fmla="*/ 110067 h 2870200"/>
              <a:gd name="connsiteX189" fmla="*/ 4072082 w 4114416"/>
              <a:gd name="connsiteY189" fmla="*/ 160867 h 2870200"/>
              <a:gd name="connsiteX190" fmla="*/ 4114416 w 4114416"/>
              <a:gd name="connsiteY190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608410 w 4114416"/>
              <a:gd name="connsiteY72" fmla="*/ 1462351 h 2870200"/>
              <a:gd name="connsiteX73" fmla="*/ 1633682 w 4114416"/>
              <a:gd name="connsiteY73" fmla="*/ 1524000 h 2870200"/>
              <a:gd name="connsiteX74" fmla="*/ 1659082 w 4114416"/>
              <a:gd name="connsiteY74" fmla="*/ 1490134 h 2870200"/>
              <a:gd name="connsiteX75" fmla="*/ 1684482 w 4114416"/>
              <a:gd name="connsiteY75" fmla="*/ 1388534 h 2870200"/>
              <a:gd name="connsiteX76" fmla="*/ 1732631 w 4114416"/>
              <a:gd name="connsiteY76" fmla="*/ 1294184 h 2870200"/>
              <a:gd name="connsiteX77" fmla="*/ 1794549 w 4114416"/>
              <a:gd name="connsiteY77" fmla="*/ 1176867 h 2870200"/>
              <a:gd name="connsiteX78" fmla="*/ 1831067 w 4114416"/>
              <a:gd name="connsiteY78" fmla="*/ 1238516 h 2870200"/>
              <a:gd name="connsiteX79" fmla="*/ 1853688 w 4114416"/>
              <a:gd name="connsiteY79" fmla="*/ 1323159 h 2870200"/>
              <a:gd name="connsiteX80" fmla="*/ 1887682 w 4114416"/>
              <a:gd name="connsiteY80" fmla="*/ 1422400 h 2870200"/>
              <a:gd name="connsiteX81" fmla="*/ 1938482 w 4114416"/>
              <a:gd name="connsiteY81" fmla="*/ 1600200 h 2870200"/>
              <a:gd name="connsiteX82" fmla="*/ 1978163 w 4114416"/>
              <a:gd name="connsiteY82" fmla="*/ 1762259 h 2870200"/>
              <a:gd name="connsiteX83" fmla="*/ 2006216 w 4114416"/>
              <a:gd name="connsiteY83" fmla="*/ 1498600 h 2870200"/>
              <a:gd name="connsiteX84" fmla="*/ 2023149 w 4114416"/>
              <a:gd name="connsiteY84" fmla="*/ 1464734 h 2870200"/>
              <a:gd name="connsiteX85" fmla="*/ 2031616 w 4114416"/>
              <a:gd name="connsiteY85" fmla="*/ 1439334 h 2870200"/>
              <a:gd name="connsiteX86" fmla="*/ 2067707 w 4114416"/>
              <a:gd name="connsiteY86" fmla="*/ 1908377 h 2870200"/>
              <a:gd name="connsiteX87" fmla="*/ 2082416 w 4114416"/>
              <a:gd name="connsiteY87" fmla="*/ 2032000 h 2870200"/>
              <a:gd name="connsiteX88" fmla="*/ 2090882 w 4114416"/>
              <a:gd name="connsiteY88" fmla="*/ 2150534 h 2870200"/>
              <a:gd name="connsiteX89" fmla="*/ 2099349 w 4114416"/>
              <a:gd name="connsiteY89" fmla="*/ 2489200 h 2870200"/>
              <a:gd name="connsiteX90" fmla="*/ 2133216 w 4114416"/>
              <a:gd name="connsiteY90" fmla="*/ 2421467 h 2870200"/>
              <a:gd name="connsiteX91" fmla="*/ 2175549 w 4114416"/>
              <a:gd name="connsiteY91" fmla="*/ 2319867 h 2870200"/>
              <a:gd name="connsiteX92" fmla="*/ 2192611 w 4114416"/>
              <a:gd name="connsiteY92" fmla="*/ 2271500 h 2870200"/>
              <a:gd name="connsiteX93" fmla="*/ 2212579 w 4114416"/>
              <a:gd name="connsiteY93" fmla="*/ 2206201 h 2870200"/>
              <a:gd name="connsiteX94" fmla="*/ 2251749 w 4114416"/>
              <a:gd name="connsiteY94" fmla="*/ 2514600 h 2870200"/>
              <a:gd name="connsiteX95" fmla="*/ 2277149 w 4114416"/>
              <a:gd name="connsiteY95" fmla="*/ 2565400 h 2870200"/>
              <a:gd name="connsiteX96" fmla="*/ 2285616 w 4114416"/>
              <a:gd name="connsiteY96" fmla="*/ 2489200 h 2870200"/>
              <a:gd name="connsiteX97" fmla="*/ 2302549 w 4114416"/>
              <a:gd name="connsiteY97" fmla="*/ 2421467 h 2870200"/>
              <a:gd name="connsiteX98" fmla="*/ 2311016 w 4114416"/>
              <a:gd name="connsiteY98" fmla="*/ 1718734 h 2870200"/>
              <a:gd name="connsiteX99" fmla="*/ 2336416 w 4114416"/>
              <a:gd name="connsiteY99" fmla="*/ 1811867 h 2870200"/>
              <a:gd name="connsiteX100" fmla="*/ 2361816 w 4114416"/>
              <a:gd name="connsiteY100" fmla="*/ 1871134 h 2870200"/>
              <a:gd name="connsiteX101" fmla="*/ 2395682 w 4114416"/>
              <a:gd name="connsiteY101" fmla="*/ 1972734 h 2870200"/>
              <a:gd name="connsiteX102" fmla="*/ 2404149 w 4114416"/>
              <a:gd name="connsiteY102" fmla="*/ 1574800 h 2870200"/>
              <a:gd name="connsiteX103" fmla="*/ 2429549 w 4114416"/>
              <a:gd name="connsiteY103" fmla="*/ 1236134 h 2870200"/>
              <a:gd name="connsiteX104" fmla="*/ 2446482 w 4114416"/>
              <a:gd name="connsiteY104" fmla="*/ 1092200 h 2870200"/>
              <a:gd name="connsiteX105" fmla="*/ 2454949 w 4114416"/>
              <a:gd name="connsiteY105" fmla="*/ 1066800 h 2870200"/>
              <a:gd name="connsiteX106" fmla="*/ 2463416 w 4114416"/>
              <a:gd name="connsiteY106" fmla="*/ 1092200 h 2870200"/>
              <a:gd name="connsiteX107" fmla="*/ 2488816 w 4114416"/>
              <a:gd name="connsiteY107" fmla="*/ 1227667 h 2870200"/>
              <a:gd name="connsiteX108" fmla="*/ 2514216 w 4114416"/>
              <a:gd name="connsiteY108" fmla="*/ 753534 h 2870200"/>
              <a:gd name="connsiteX109" fmla="*/ 2531149 w 4114416"/>
              <a:gd name="connsiteY109" fmla="*/ 685800 h 2870200"/>
              <a:gd name="connsiteX110" fmla="*/ 2539616 w 4114416"/>
              <a:gd name="connsiteY110" fmla="*/ 609600 h 2870200"/>
              <a:gd name="connsiteX111" fmla="*/ 2548082 w 4114416"/>
              <a:gd name="connsiteY111" fmla="*/ 558800 h 2870200"/>
              <a:gd name="connsiteX112" fmla="*/ 2565016 w 4114416"/>
              <a:gd name="connsiteY112" fmla="*/ 584200 h 2870200"/>
              <a:gd name="connsiteX113" fmla="*/ 2573482 w 4114416"/>
              <a:gd name="connsiteY113" fmla="*/ 778934 h 2870200"/>
              <a:gd name="connsiteX114" fmla="*/ 2615816 w 4114416"/>
              <a:gd name="connsiteY114" fmla="*/ 914400 h 2870200"/>
              <a:gd name="connsiteX115" fmla="*/ 2632749 w 4114416"/>
              <a:gd name="connsiteY115" fmla="*/ 973667 h 2870200"/>
              <a:gd name="connsiteX116" fmla="*/ 2649682 w 4114416"/>
              <a:gd name="connsiteY116" fmla="*/ 812800 h 2870200"/>
              <a:gd name="connsiteX117" fmla="*/ 2666616 w 4114416"/>
              <a:gd name="connsiteY117" fmla="*/ 694267 h 2870200"/>
              <a:gd name="connsiteX118" fmla="*/ 2692016 w 4114416"/>
              <a:gd name="connsiteY118" fmla="*/ 558800 h 2870200"/>
              <a:gd name="connsiteX119" fmla="*/ 2717416 w 4114416"/>
              <a:gd name="connsiteY119" fmla="*/ 321734 h 2870200"/>
              <a:gd name="connsiteX120" fmla="*/ 2734349 w 4114416"/>
              <a:gd name="connsiteY120" fmla="*/ 1058334 h 2870200"/>
              <a:gd name="connsiteX121" fmla="*/ 2760746 w 4114416"/>
              <a:gd name="connsiteY121" fmla="*/ 1023969 h 2870200"/>
              <a:gd name="connsiteX122" fmla="*/ 2810549 w 4114416"/>
              <a:gd name="connsiteY122" fmla="*/ 905934 h 2870200"/>
              <a:gd name="connsiteX123" fmla="*/ 2844416 w 4114416"/>
              <a:gd name="connsiteY123" fmla="*/ 855134 h 2870200"/>
              <a:gd name="connsiteX124" fmla="*/ 2869816 w 4114416"/>
              <a:gd name="connsiteY124" fmla="*/ 1422400 h 2870200"/>
              <a:gd name="connsiteX125" fmla="*/ 2878282 w 4114416"/>
              <a:gd name="connsiteY125" fmla="*/ 1388534 h 2870200"/>
              <a:gd name="connsiteX126" fmla="*/ 2895216 w 4114416"/>
              <a:gd name="connsiteY126" fmla="*/ 1363134 h 2870200"/>
              <a:gd name="connsiteX127" fmla="*/ 2920616 w 4114416"/>
              <a:gd name="connsiteY127" fmla="*/ 1278467 h 2870200"/>
              <a:gd name="connsiteX128" fmla="*/ 2937549 w 4114416"/>
              <a:gd name="connsiteY128" fmla="*/ 1320800 h 2870200"/>
              <a:gd name="connsiteX129" fmla="*/ 2954482 w 4114416"/>
              <a:gd name="connsiteY129" fmla="*/ 1388534 h 2870200"/>
              <a:gd name="connsiteX130" fmla="*/ 2971416 w 4114416"/>
              <a:gd name="connsiteY130" fmla="*/ 1422400 h 2870200"/>
              <a:gd name="connsiteX131" fmla="*/ 3013749 w 4114416"/>
              <a:gd name="connsiteY131" fmla="*/ 1540934 h 2870200"/>
              <a:gd name="connsiteX132" fmla="*/ 3030682 w 4114416"/>
              <a:gd name="connsiteY132" fmla="*/ 1566334 h 2870200"/>
              <a:gd name="connsiteX133" fmla="*/ 3064549 w 4114416"/>
              <a:gd name="connsiteY133" fmla="*/ 1718734 h 2870200"/>
              <a:gd name="connsiteX134" fmla="*/ 3089949 w 4114416"/>
              <a:gd name="connsiteY134" fmla="*/ 1761067 h 2870200"/>
              <a:gd name="connsiteX135" fmla="*/ 3115349 w 4114416"/>
              <a:gd name="connsiteY135" fmla="*/ 1913467 h 2870200"/>
              <a:gd name="connsiteX136" fmla="*/ 3140749 w 4114416"/>
              <a:gd name="connsiteY136" fmla="*/ 1769534 h 2870200"/>
              <a:gd name="connsiteX137" fmla="*/ 3157682 w 4114416"/>
              <a:gd name="connsiteY137" fmla="*/ 1710267 h 2870200"/>
              <a:gd name="connsiteX138" fmla="*/ 3166149 w 4114416"/>
              <a:gd name="connsiteY138" fmla="*/ 1684867 h 2870200"/>
              <a:gd name="connsiteX139" fmla="*/ 3191549 w 4114416"/>
              <a:gd name="connsiteY139" fmla="*/ 1676400 h 2870200"/>
              <a:gd name="connsiteX140" fmla="*/ 3200016 w 4114416"/>
              <a:gd name="connsiteY140" fmla="*/ 2006600 h 2870200"/>
              <a:gd name="connsiteX141" fmla="*/ 3208482 w 4114416"/>
              <a:gd name="connsiteY141" fmla="*/ 2048934 h 2870200"/>
              <a:gd name="connsiteX142" fmla="*/ 3216949 w 4114416"/>
              <a:gd name="connsiteY142" fmla="*/ 2099734 h 2870200"/>
              <a:gd name="connsiteX143" fmla="*/ 3233882 w 4114416"/>
              <a:gd name="connsiteY143" fmla="*/ 2048934 h 2870200"/>
              <a:gd name="connsiteX144" fmla="*/ 3242349 w 4114416"/>
              <a:gd name="connsiteY144" fmla="*/ 1998134 h 2870200"/>
              <a:gd name="connsiteX145" fmla="*/ 3276216 w 4114416"/>
              <a:gd name="connsiteY145" fmla="*/ 2353734 h 2870200"/>
              <a:gd name="connsiteX146" fmla="*/ 3301616 w 4114416"/>
              <a:gd name="connsiteY146" fmla="*/ 2387600 h 2870200"/>
              <a:gd name="connsiteX147" fmla="*/ 3310082 w 4114416"/>
              <a:gd name="connsiteY147" fmla="*/ 2497667 h 2870200"/>
              <a:gd name="connsiteX148" fmla="*/ 3327016 w 4114416"/>
              <a:gd name="connsiteY148" fmla="*/ 2531534 h 2870200"/>
              <a:gd name="connsiteX149" fmla="*/ 3343949 w 4114416"/>
              <a:gd name="connsiteY149" fmla="*/ 2599267 h 2870200"/>
              <a:gd name="connsiteX150" fmla="*/ 3369349 w 4114416"/>
              <a:gd name="connsiteY150" fmla="*/ 2667000 h 2870200"/>
              <a:gd name="connsiteX151" fmla="*/ 3411682 w 4114416"/>
              <a:gd name="connsiteY151" fmla="*/ 2810934 h 2870200"/>
              <a:gd name="connsiteX152" fmla="*/ 3437082 w 4114416"/>
              <a:gd name="connsiteY152" fmla="*/ 2870200 h 2870200"/>
              <a:gd name="connsiteX153" fmla="*/ 3462482 w 4114416"/>
              <a:gd name="connsiteY153" fmla="*/ 1828800 h 2870200"/>
              <a:gd name="connsiteX154" fmla="*/ 3461984 w 4114416"/>
              <a:gd name="connsiteY154" fmla="*/ 2090271 h 2870200"/>
              <a:gd name="connsiteX155" fmla="*/ 3487882 w 4114416"/>
              <a:gd name="connsiteY155" fmla="*/ 1735667 h 2870200"/>
              <a:gd name="connsiteX156" fmla="*/ 3513282 w 4114416"/>
              <a:gd name="connsiteY156" fmla="*/ 1651000 h 2870200"/>
              <a:gd name="connsiteX157" fmla="*/ 3521749 w 4114416"/>
              <a:gd name="connsiteY157" fmla="*/ 1701800 h 2870200"/>
              <a:gd name="connsiteX158" fmla="*/ 3525733 w 4114416"/>
              <a:gd name="connsiteY158" fmla="*/ 1875118 h 2870200"/>
              <a:gd name="connsiteX159" fmla="*/ 3547149 w 4114416"/>
              <a:gd name="connsiteY159" fmla="*/ 1752600 h 2870200"/>
              <a:gd name="connsiteX160" fmla="*/ 3555616 w 4114416"/>
              <a:gd name="connsiteY160" fmla="*/ 1693334 h 2870200"/>
              <a:gd name="connsiteX161" fmla="*/ 3597949 w 4114416"/>
              <a:gd name="connsiteY161" fmla="*/ 1608667 h 2870200"/>
              <a:gd name="connsiteX162" fmla="*/ 3614882 w 4114416"/>
              <a:gd name="connsiteY162" fmla="*/ 1566334 h 2870200"/>
              <a:gd name="connsiteX163" fmla="*/ 3657216 w 4114416"/>
              <a:gd name="connsiteY163" fmla="*/ 1464734 h 2870200"/>
              <a:gd name="connsiteX164" fmla="*/ 3661200 w 4114416"/>
              <a:gd name="connsiteY164" fmla="*/ 1373094 h 2870200"/>
              <a:gd name="connsiteX165" fmla="*/ 3682616 w 4114416"/>
              <a:gd name="connsiteY165" fmla="*/ 1363134 h 2870200"/>
              <a:gd name="connsiteX166" fmla="*/ 3699549 w 4114416"/>
              <a:gd name="connsiteY166" fmla="*/ 1320800 h 2870200"/>
              <a:gd name="connsiteX167" fmla="*/ 3694569 w 4114416"/>
              <a:gd name="connsiteY167" fmla="*/ 1151964 h 2870200"/>
              <a:gd name="connsiteX168" fmla="*/ 3741882 w 4114416"/>
              <a:gd name="connsiteY168" fmla="*/ 1227667 h 2870200"/>
              <a:gd name="connsiteX169" fmla="*/ 3750349 w 4114416"/>
              <a:gd name="connsiteY169" fmla="*/ 1176867 h 2870200"/>
              <a:gd name="connsiteX170" fmla="*/ 3767282 w 4114416"/>
              <a:gd name="connsiteY170" fmla="*/ 1126067 h 2870200"/>
              <a:gd name="connsiteX171" fmla="*/ 3775749 w 4114416"/>
              <a:gd name="connsiteY171" fmla="*/ 1058334 h 2870200"/>
              <a:gd name="connsiteX172" fmla="*/ 3784216 w 4114416"/>
              <a:gd name="connsiteY172" fmla="*/ 1270000 h 2870200"/>
              <a:gd name="connsiteX173" fmla="*/ 3813064 w 4114416"/>
              <a:gd name="connsiteY173" fmla="*/ 678606 h 2870200"/>
              <a:gd name="connsiteX174" fmla="*/ 3818082 w 4114416"/>
              <a:gd name="connsiteY174" fmla="*/ 558800 h 2870200"/>
              <a:gd name="connsiteX175" fmla="*/ 3835016 w 4114416"/>
              <a:gd name="connsiteY175" fmla="*/ 482600 h 2870200"/>
              <a:gd name="connsiteX176" fmla="*/ 3843482 w 4114416"/>
              <a:gd name="connsiteY176" fmla="*/ 533400 h 2870200"/>
              <a:gd name="connsiteX177" fmla="*/ 3860416 w 4114416"/>
              <a:gd name="connsiteY177" fmla="*/ 660400 h 2870200"/>
              <a:gd name="connsiteX178" fmla="*/ 3868882 w 4114416"/>
              <a:gd name="connsiteY178" fmla="*/ 702734 h 2870200"/>
              <a:gd name="connsiteX179" fmla="*/ 3885816 w 4114416"/>
              <a:gd name="connsiteY179" fmla="*/ 736600 h 2870200"/>
              <a:gd name="connsiteX180" fmla="*/ 3902749 w 4114416"/>
              <a:gd name="connsiteY180" fmla="*/ 702734 h 2870200"/>
              <a:gd name="connsiteX181" fmla="*/ 3962016 w 4114416"/>
              <a:gd name="connsiteY181" fmla="*/ 482600 h 2870200"/>
              <a:gd name="connsiteX182" fmla="*/ 3978949 w 4114416"/>
              <a:gd name="connsiteY182" fmla="*/ 457200 h 2870200"/>
              <a:gd name="connsiteX183" fmla="*/ 4004349 w 4114416"/>
              <a:gd name="connsiteY183" fmla="*/ 177800 h 2870200"/>
              <a:gd name="connsiteX184" fmla="*/ 4029749 w 4114416"/>
              <a:gd name="connsiteY184" fmla="*/ 135467 h 2870200"/>
              <a:gd name="connsiteX185" fmla="*/ 4038216 w 4114416"/>
              <a:gd name="connsiteY185" fmla="*/ 101600 h 2870200"/>
              <a:gd name="connsiteX186" fmla="*/ 4046682 w 4114416"/>
              <a:gd name="connsiteY186" fmla="*/ 76200 h 2870200"/>
              <a:gd name="connsiteX187" fmla="*/ 4055149 w 4114416"/>
              <a:gd name="connsiteY187" fmla="*/ 110067 h 2870200"/>
              <a:gd name="connsiteX188" fmla="*/ 4072082 w 4114416"/>
              <a:gd name="connsiteY188" fmla="*/ 160867 h 2870200"/>
              <a:gd name="connsiteX189" fmla="*/ 4114416 w 4114416"/>
              <a:gd name="connsiteY189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608410 w 4114416"/>
              <a:gd name="connsiteY72" fmla="*/ 1462351 h 2870200"/>
              <a:gd name="connsiteX73" fmla="*/ 1633682 w 4114416"/>
              <a:gd name="connsiteY73" fmla="*/ 1524000 h 2870200"/>
              <a:gd name="connsiteX74" fmla="*/ 1659082 w 4114416"/>
              <a:gd name="connsiteY74" fmla="*/ 1490134 h 2870200"/>
              <a:gd name="connsiteX75" fmla="*/ 1684482 w 4114416"/>
              <a:gd name="connsiteY75" fmla="*/ 1388534 h 2870200"/>
              <a:gd name="connsiteX76" fmla="*/ 1732631 w 4114416"/>
              <a:gd name="connsiteY76" fmla="*/ 1294184 h 2870200"/>
              <a:gd name="connsiteX77" fmla="*/ 1794549 w 4114416"/>
              <a:gd name="connsiteY77" fmla="*/ 1176867 h 2870200"/>
              <a:gd name="connsiteX78" fmla="*/ 1831067 w 4114416"/>
              <a:gd name="connsiteY78" fmla="*/ 1238516 h 2870200"/>
              <a:gd name="connsiteX79" fmla="*/ 1853688 w 4114416"/>
              <a:gd name="connsiteY79" fmla="*/ 1323159 h 2870200"/>
              <a:gd name="connsiteX80" fmla="*/ 1887682 w 4114416"/>
              <a:gd name="connsiteY80" fmla="*/ 1422400 h 2870200"/>
              <a:gd name="connsiteX81" fmla="*/ 1938482 w 4114416"/>
              <a:gd name="connsiteY81" fmla="*/ 1600200 h 2870200"/>
              <a:gd name="connsiteX82" fmla="*/ 1978163 w 4114416"/>
              <a:gd name="connsiteY82" fmla="*/ 1762259 h 2870200"/>
              <a:gd name="connsiteX83" fmla="*/ 2006216 w 4114416"/>
              <a:gd name="connsiteY83" fmla="*/ 1498600 h 2870200"/>
              <a:gd name="connsiteX84" fmla="*/ 2023149 w 4114416"/>
              <a:gd name="connsiteY84" fmla="*/ 1464734 h 2870200"/>
              <a:gd name="connsiteX85" fmla="*/ 2031616 w 4114416"/>
              <a:gd name="connsiteY85" fmla="*/ 1439334 h 2870200"/>
              <a:gd name="connsiteX86" fmla="*/ 2067707 w 4114416"/>
              <a:gd name="connsiteY86" fmla="*/ 1908377 h 2870200"/>
              <a:gd name="connsiteX87" fmla="*/ 2082416 w 4114416"/>
              <a:gd name="connsiteY87" fmla="*/ 2032000 h 2870200"/>
              <a:gd name="connsiteX88" fmla="*/ 2090882 w 4114416"/>
              <a:gd name="connsiteY88" fmla="*/ 2150534 h 2870200"/>
              <a:gd name="connsiteX89" fmla="*/ 2099349 w 4114416"/>
              <a:gd name="connsiteY89" fmla="*/ 2489200 h 2870200"/>
              <a:gd name="connsiteX90" fmla="*/ 2133216 w 4114416"/>
              <a:gd name="connsiteY90" fmla="*/ 2421467 h 2870200"/>
              <a:gd name="connsiteX91" fmla="*/ 2175549 w 4114416"/>
              <a:gd name="connsiteY91" fmla="*/ 2319867 h 2870200"/>
              <a:gd name="connsiteX92" fmla="*/ 2192611 w 4114416"/>
              <a:gd name="connsiteY92" fmla="*/ 2271500 h 2870200"/>
              <a:gd name="connsiteX93" fmla="*/ 2212579 w 4114416"/>
              <a:gd name="connsiteY93" fmla="*/ 2206201 h 2870200"/>
              <a:gd name="connsiteX94" fmla="*/ 2251749 w 4114416"/>
              <a:gd name="connsiteY94" fmla="*/ 2514600 h 2870200"/>
              <a:gd name="connsiteX95" fmla="*/ 2277149 w 4114416"/>
              <a:gd name="connsiteY95" fmla="*/ 2565400 h 2870200"/>
              <a:gd name="connsiteX96" fmla="*/ 2285616 w 4114416"/>
              <a:gd name="connsiteY96" fmla="*/ 2489200 h 2870200"/>
              <a:gd name="connsiteX97" fmla="*/ 2302549 w 4114416"/>
              <a:gd name="connsiteY97" fmla="*/ 2421467 h 2870200"/>
              <a:gd name="connsiteX98" fmla="*/ 2311016 w 4114416"/>
              <a:gd name="connsiteY98" fmla="*/ 1718734 h 2870200"/>
              <a:gd name="connsiteX99" fmla="*/ 2336416 w 4114416"/>
              <a:gd name="connsiteY99" fmla="*/ 1811867 h 2870200"/>
              <a:gd name="connsiteX100" fmla="*/ 2361816 w 4114416"/>
              <a:gd name="connsiteY100" fmla="*/ 1871134 h 2870200"/>
              <a:gd name="connsiteX101" fmla="*/ 2395682 w 4114416"/>
              <a:gd name="connsiteY101" fmla="*/ 1972734 h 2870200"/>
              <a:gd name="connsiteX102" fmla="*/ 2404149 w 4114416"/>
              <a:gd name="connsiteY102" fmla="*/ 1574800 h 2870200"/>
              <a:gd name="connsiteX103" fmla="*/ 2429549 w 4114416"/>
              <a:gd name="connsiteY103" fmla="*/ 1236134 h 2870200"/>
              <a:gd name="connsiteX104" fmla="*/ 2446482 w 4114416"/>
              <a:gd name="connsiteY104" fmla="*/ 1092200 h 2870200"/>
              <a:gd name="connsiteX105" fmla="*/ 2454949 w 4114416"/>
              <a:gd name="connsiteY105" fmla="*/ 1066800 h 2870200"/>
              <a:gd name="connsiteX106" fmla="*/ 2463416 w 4114416"/>
              <a:gd name="connsiteY106" fmla="*/ 1092200 h 2870200"/>
              <a:gd name="connsiteX107" fmla="*/ 2488816 w 4114416"/>
              <a:gd name="connsiteY107" fmla="*/ 1227667 h 2870200"/>
              <a:gd name="connsiteX108" fmla="*/ 2514216 w 4114416"/>
              <a:gd name="connsiteY108" fmla="*/ 753534 h 2870200"/>
              <a:gd name="connsiteX109" fmla="*/ 2531149 w 4114416"/>
              <a:gd name="connsiteY109" fmla="*/ 685800 h 2870200"/>
              <a:gd name="connsiteX110" fmla="*/ 2539616 w 4114416"/>
              <a:gd name="connsiteY110" fmla="*/ 609600 h 2870200"/>
              <a:gd name="connsiteX111" fmla="*/ 2548082 w 4114416"/>
              <a:gd name="connsiteY111" fmla="*/ 558800 h 2870200"/>
              <a:gd name="connsiteX112" fmla="*/ 2565016 w 4114416"/>
              <a:gd name="connsiteY112" fmla="*/ 584200 h 2870200"/>
              <a:gd name="connsiteX113" fmla="*/ 2573482 w 4114416"/>
              <a:gd name="connsiteY113" fmla="*/ 778934 h 2870200"/>
              <a:gd name="connsiteX114" fmla="*/ 2615816 w 4114416"/>
              <a:gd name="connsiteY114" fmla="*/ 914400 h 2870200"/>
              <a:gd name="connsiteX115" fmla="*/ 2632749 w 4114416"/>
              <a:gd name="connsiteY115" fmla="*/ 973667 h 2870200"/>
              <a:gd name="connsiteX116" fmla="*/ 2649682 w 4114416"/>
              <a:gd name="connsiteY116" fmla="*/ 812800 h 2870200"/>
              <a:gd name="connsiteX117" fmla="*/ 2666616 w 4114416"/>
              <a:gd name="connsiteY117" fmla="*/ 694267 h 2870200"/>
              <a:gd name="connsiteX118" fmla="*/ 2692016 w 4114416"/>
              <a:gd name="connsiteY118" fmla="*/ 558800 h 2870200"/>
              <a:gd name="connsiteX119" fmla="*/ 2717416 w 4114416"/>
              <a:gd name="connsiteY119" fmla="*/ 321734 h 2870200"/>
              <a:gd name="connsiteX120" fmla="*/ 2734349 w 4114416"/>
              <a:gd name="connsiteY120" fmla="*/ 1058334 h 2870200"/>
              <a:gd name="connsiteX121" fmla="*/ 2760746 w 4114416"/>
              <a:gd name="connsiteY121" fmla="*/ 1023969 h 2870200"/>
              <a:gd name="connsiteX122" fmla="*/ 2810549 w 4114416"/>
              <a:gd name="connsiteY122" fmla="*/ 905934 h 2870200"/>
              <a:gd name="connsiteX123" fmla="*/ 2844416 w 4114416"/>
              <a:gd name="connsiteY123" fmla="*/ 855134 h 2870200"/>
              <a:gd name="connsiteX124" fmla="*/ 2869816 w 4114416"/>
              <a:gd name="connsiteY124" fmla="*/ 1422400 h 2870200"/>
              <a:gd name="connsiteX125" fmla="*/ 2878282 w 4114416"/>
              <a:gd name="connsiteY125" fmla="*/ 1388534 h 2870200"/>
              <a:gd name="connsiteX126" fmla="*/ 2895216 w 4114416"/>
              <a:gd name="connsiteY126" fmla="*/ 1363134 h 2870200"/>
              <a:gd name="connsiteX127" fmla="*/ 2920616 w 4114416"/>
              <a:gd name="connsiteY127" fmla="*/ 1278467 h 2870200"/>
              <a:gd name="connsiteX128" fmla="*/ 2937549 w 4114416"/>
              <a:gd name="connsiteY128" fmla="*/ 1320800 h 2870200"/>
              <a:gd name="connsiteX129" fmla="*/ 2954482 w 4114416"/>
              <a:gd name="connsiteY129" fmla="*/ 1388534 h 2870200"/>
              <a:gd name="connsiteX130" fmla="*/ 2971416 w 4114416"/>
              <a:gd name="connsiteY130" fmla="*/ 1422400 h 2870200"/>
              <a:gd name="connsiteX131" fmla="*/ 3013749 w 4114416"/>
              <a:gd name="connsiteY131" fmla="*/ 1540934 h 2870200"/>
              <a:gd name="connsiteX132" fmla="*/ 3030682 w 4114416"/>
              <a:gd name="connsiteY132" fmla="*/ 1566334 h 2870200"/>
              <a:gd name="connsiteX133" fmla="*/ 3064549 w 4114416"/>
              <a:gd name="connsiteY133" fmla="*/ 1718734 h 2870200"/>
              <a:gd name="connsiteX134" fmla="*/ 3089949 w 4114416"/>
              <a:gd name="connsiteY134" fmla="*/ 1761067 h 2870200"/>
              <a:gd name="connsiteX135" fmla="*/ 3118129 w 4114416"/>
              <a:gd name="connsiteY135" fmla="*/ 1909842 h 2870200"/>
              <a:gd name="connsiteX136" fmla="*/ 3140749 w 4114416"/>
              <a:gd name="connsiteY136" fmla="*/ 1769534 h 2870200"/>
              <a:gd name="connsiteX137" fmla="*/ 3157682 w 4114416"/>
              <a:gd name="connsiteY137" fmla="*/ 1710267 h 2870200"/>
              <a:gd name="connsiteX138" fmla="*/ 3166149 w 4114416"/>
              <a:gd name="connsiteY138" fmla="*/ 1684867 h 2870200"/>
              <a:gd name="connsiteX139" fmla="*/ 3191549 w 4114416"/>
              <a:gd name="connsiteY139" fmla="*/ 1676400 h 2870200"/>
              <a:gd name="connsiteX140" fmla="*/ 3200016 w 4114416"/>
              <a:gd name="connsiteY140" fmla="*/ 2006600 h 2870200"/>
              <a:gd name="connsiteX141" fmla="*/ 3208482 w 4114416"/>
              <a:gd name="connsiteY141" fmla="*/ 2048934 h 2870200"/>
              <a:gd name="connsiteX142" fmla="*/ 3216949 w 4114416"/>
              <a:gd name="connsiteY142" fmla="*/ 2099734 h 2870200"/>
              <a:gd name="connsiteX143" fmla="*/ 3233882 w 4114416"/>
              <a:gd name="connsiteY143" fmla="*/ 2048934 h 2870200"/>
              <a:gd name="connsiteX144" fmla="*/ 3242349 w 4114416"/>
              <a:gd name="connsiteY144" fmla="*/ 1998134 h 2870200"/>
              <a:gd name="connsiteX145" fmla="*/ 3276216 w 4114416"/>
              <a:gd name="connsiteY145" fmla="*/ 2353734 h 2870200"/>
              <a:gd name="connsiteX146" fmla="*/ 3301616 w 4114416"/>
              <a:gd name="connsiteY146" fmla="*/ 2387600 h 2870200"/>
              <a:gd name="connsiteX147" fmla="*/ 3310082 w 4114416"/>
              <a:gd name="connsiteY147" fmla="*/ 2497667 h 2870200"/>
              <a:gd name="connsiteX148" fmla="*/ 3327016 w 4114416"/>
              <a:gd name="connsiteY148" fmla="*/ 2531534 h 2870200"/>
              <a:gd name="connsiteX149" fmla="*/ 3343949 w 4114416"/>
              <a:gd name="connsiteY149" fmla="*/ 2599267 h 2870200"/>
              <a:gd name="connsiteX150" fmla="*/ 3369349 w 4114416"/>
              <a:gd name="connsiteY150" fmla="*/ 2667000 h 2870200"/>
              <a:gd name="connsiteX151" fmla="*/ 3411682 w 4114416"/>
              <a:gd name="connsiteY151" fmla="*/ 2810934 h 2870200"/>
              <a:gd name="connsiteX152" fmla="*/ 3437082 w 4114416"/>
              <a:gd name="connsiteY152" fmla="*/ 2870200 h 2870200"/>
              <a:gd name="connsiteX153" fmla="*/ 3462482 w 4114416"/>
              <a:gd name="connsiteY153" fmla="*/ 1828800 h 2870200"/>
              <a:gd name="connsiteX154" fmla="*/ 3461984 w 4114416"/>
              <a:gd name="connsiteY154" fmla="*/ 2090271 h 2870200"/>
              <a:gd name="connsiteX155" fmla="*/ 3487882 w 4114416"/>
              <a:gd name="connsiteY155" fmla="*/ 1735667 h 2870200"/>
              <a:gd name="connsiteX156" fmla="*/ 3513282 w 4114416"/>
              <a:gd name="connsiteY156" fmla="*/ 1651000 h 2870200"/>
              <a:gd name="connsiteX157" fmla="*/ 3521749 w 4114416"/>
              <a:gd name="connsiteY157" fmla="*/ 1701800 h 2870200"/>
              <a:gd name="connsiteX158" fmla="*/ 3525733 w 4114416"/>
              <a:gd name="connsiteY158" fmla="*/ 1875118 h 2870200"/>
              <a:gd name="connsiteX159" fmla="*/ 3547149 w 4114416"/>
              <a:gd name="connsiteY159" fmla="*/ 1752600 h 2870200"/>
              <a:gd name="connsiteX160" fmla="*/ 3555616 w 4114416"/>
              <a:gd name="connsiteY160" fmla="*/ 1693334 h 2870200"/>
              <a:gd name="connsiteX161" fmla="*/ 3597949 w 4114416"/>
              <a:gd name="connsiteY161" fmla="*/ 1608667 h 2870200"/>
              <a:gd name="connsiteX162" fmla="*/ 3614882 w 4114416"/>
              <a:gd name="connsiteY162" fmla="*/ 1566334 h 2870200"/>
              <a:gd name="connsiteX163" fmla="*/ 3657216 w 4114416"/>
              <a:gd name="connsiteY163" fmla="*/ 1464734 h 2870200"/>
              <a:gd name="connsiteX164" fmla="*/ 3661200 w 4114416"/>
              <a:gd name="connsiteY164" fmla="*/ 1373094 h 2870200"/>
              <a:gd name="connsiteX165" fmla="*/ 3682616 w 4114416"/>
              <a:gd name="connsiteY165" fmla="*/ 1363134 h 2870200"/>
              <a:gd name="connsiteX166" fmla="*/ 3699549 w 4114416"/>
              <a:gd name="connsiteY166" fmla="*/ 1320800 h 2870200"/>
              <a:gd name="connsiteX167" fmla="*/ 3694569 w 4114416"/>
              <a:gd name="connsiteY167" fmla="*/ 1151964 h 2870200"/>
              <a:gd name="connsiteX168" fmla="*/ 3741882 w 4114416"/>
              <a:gd name="connsiteY168" fmla="*/ 1227667 h 2870200"/>
              <a:gd name="connsiteX169" fmla="*/ 3750349 w 4114416"/>
              <a:gd name="connsiteY169" fmla="*/ 1176867 h 2870200"/>
              <a:gd name="connsiteX170" fmla="*/ 3767282 w 4114416"/>
              <a:gd name="connsiteY170" fmla="*/ 1126067 h 2870200"/>
              <a:gd name="connsiteX171" fmla="*/ 3775749 w 4114416"/>
              <a:gd name="connsiteY171" fmla="*/ 1058334 h 2870200"/>
              <a:gd name="connsiteX172" fmla="*/ 3784216 w 4114416"/>
              <a:gd name="connsiteY172" fmla="*/ 1270000 h 2870200"/>
              <a:gd name="connsiteX173" fmla="*/ 3813064 w 4114416"/>
              <a:gd name="connsiteY173" fmla="*/ 678606 h 2870200"/>
              <a:gd name="connsiteX174" fmla="*/ 3818082 w 4114416"/>
              <a:gd name="connsiteY174" fmla="*/ 558800 h 2870200"/>
              <a:gd name="connsiteX175" fmla="*/ 3835016 w 4114416"/>
              <a:gd name="connsiteY175" fmla="*/ 482600 h 2870200"/>
              <a:gd name="connsiteX176" fmla="*/ 3843482 w 4114416"/>
              <a:gd name="connsiteY176" fmla="*/ 533400 h 2870200"/>
              <a:gd name="connsiteX177" fmla="*/ 3860416 w 4114416"/>
              <a:gd name="connsiteY177" fmla="*/ 660400 h 2870200"/>
              <a:gd name="connsiteX178" fmla="*/ 3868882 w 4114416"/>
              <a:gd name="connsiteY178" fmla="*/ 702734 h 2870200"/>
              <a:gd name="connsiteX179" fmla="*/ 3885816 w 4114416"/>
              <a:gd name="connsiteY179" fmla="*/ 736600 h 2870200"/>
              <a:gd name="connsiteX180" fmla="*/ 3902749 w 4114416"/>
              <a:gd name="connsiteY180" fmla="*/ 702734 h 2870200"/>
              <a:gd name="connsiteX181" fmla="*/ 3962016 w 4114416"/>
              <a:gd name="connsiteY181" fmla="*/ 482600 h 2870200"/>
              <a:gd name="connsiteX182" fmla="*/ 3978949 w 4114416"/>
              <a:gd name="connsiteY182" fmla="*/ 457200 h 2870200"/>
              <a:gd name="connsiteX183" fmla="*/ 4004349 w 4114416"/>
              <a:gd name="connsiteY183" fmla="*/ 177800 h 2870200"/>
              <a:gd name="connsiteX184" fmla="*/ 4029749 w 4114416"/>
              <a:gd name="connsiteY184" fmla="*/ 135467 h 2870200"/>
              <a:gd name="connsiteX185" fmla="*/ 4038216 w 4114416"/>
              <a:gd name="connsiteY185" fmla="*/ 101600 h 2870200"/>
              <a:gd name="connsiteX186" fmla="*/ 4046682 w 4114416"/>
              <a:gd name="connsiteY186" fmla="*/ 76200 h 2870200"/>
              <a:gd name="connsiteX187" fmla="*/ 4055149 w 4114416"/>
              <a:gd name="connsiteY187" fmla="*/ 110067 h 2870200"/>
              <a:gd name="connsiteX188" fmla="*/ 4072082 w 4114416"/>
              <a:gd name="connsiteY188" fmla="*/ 160867 h 2870200"/>
              <a:gd name="connsiteX189" fmla="*/ 4114416 w 4114416"/>
              <a:gd name="connsiteY189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608410 w 4114416"/>
              <a:gd name="connsiteY72" fmla="*/ 1462351 h 2870200"/>
              <a:gd name="connsiteX73" fmla="*/ 1633682 w 4114416"/>
              <a:gd name="connsiteY73" fmla="*/ 1524000 h 2870200"/>
              <a:gd name="connsiteX74" fmla="*/ 1659082 w 4114416"/>
              <a:gd name="connsiteY74" fmla="*/ 1490134 h 2870200"/>
              <a:gd name="connsiteX75" fmla="*/ 1684482 w 4114416"/>
              <a:gd name="connsiteY75" fmla="*/ 1388534 h 2870200"/>
              <a:gd name="connsiteX76" fmla="*/ 1732631 w 4114416"/>
              <a:gd name="connsiteY76" fmla="*/ 1294184 h 2870200"/>
              <a:gd name="connsiteX77" fmla="*/ 1794549 w 4114416"/>
              <a:gd name="connsiteY77" fmla="*/ 1176867 h 2870200"/>
              <a:gd name="connsiteX78" fmla="*/ 1831067 w 4114416"/>
              <a:gd name="connsiteY78" fmla="*/ 1238516 h 2870200"/>
              <a:gd name="connsiteX79" fmla="*/ 1853688 w 4114416"/>
              <a:gd name="connsiteY79" fmla="*/ 1323159 h 2870200"/>
              <a:gd name="connsiteX80" fmla="*/ 1887682 w 4114416"/>
              <a:gd name="connsiteY80" fmla="*/ 1422400 h 2870200"/>
              <a:gd name="connsiteX81" fmla="*/ 1938482 w 4114416"/>
              <a:gd name="connsiteY81" fmla="*/ 1600200 h 2870200"/>
              <a:gd name="connsiteX82" fmla="*/ 1978163 w 4114416"/>
              <a:gd name="connsiteY82" fmla="*/ 1762259 h 2870200"/>
              <a:gd name="connsiteX83" fmla="*/ 2006216 w 4114416"/>
              <a:gd name="connsiteY83" fmla="*/ 1498600 h 2870200"/>
              <a:gd name="connsiteX84" fmla="*/ 2023149 w 4114416"/>
              <a:gd name="connsiteY84" fmla="*/ 1464734 h 2870200"/>
              <a:gd name="connsiteX85" fmla="*/ 2031616 w 4114416"/>
              <a:gd name="connsiteY85" fmla="*/ 1439334 h 2870200"/>
              <a:gd name="connsiteX86" fmla="*/ 2067707 w 4114416"/>
              <a:gd name="connsiteY86" fmla="*/ 1908377 h 2870200"/>
              <a:gd name="connsiteX87" fmla="*/ 2082416 w 4114416"/>
              <a:gd name="connsiteY87" fmla="*/ 2032000 h 2870200"/>
              <a:gd name="connsiteX88" fmla="*/ 2090882 w 4114416"/>
              <a:gd name="connsiteY88" fmla="*/ 2150534 h 2870200"/>
              <a:gd name="connsiteX89" fmla="*/ 2099349 w 4114416"/>
              <a:gd name="connsiteY89" fmla="*/ 2489200 h 2870200"/>
              <a:gd name="connsiteX90" fmla="*/ 2133216 w 4114416"/>
              <a:gd name="connsiteY90" fmla="*/ 2421467 h 2870200"/>
              <a:gd name="connsiteX91" fmla="*/ 2175549 w 4114416"/>
              <a:gd name="connsiteY91" fmla="*/ 2319867 h 2870200"/>
              <a:gd name="connsiteX92" fmla="*/ 2192611 w 4114416"/>
              <a:gd name="connsiteY92" fmla="*/ 2271500 h 2870200"/>
              <a:gd name="connsiteX93" fmla="*/ 2212579 w 4114416"/>
              <a:gd name="connsiteY93" fmla="*/ 2206201 h 2870200"/>
              <a:gd name="connsiteX94" fmla="*/ 2251749 w 4114416"/>
              <a:gd name="connsiteY94" fmla="*/ 2514600 h 2870200"/>
              <a:gd name="connsiteX95" fmla="*/ 2277149 w 4114416"/>
              <a:gd name="connsiteY95" fmla="*/ 2565400 h 2870200"/>
              <a:gd name="connsiteX96" fmla="*/ 2285616 w 4114416"/>
              <a:gd name="connsiteY96" fmla="*/ 2489200 h 2870200"/>
              <a:gd name="connsiteX97" fmla="*/ 2302549 w 4114416"/>
              <a:gd name="connsiteY97" fmla="*/ 2421467 h 2870200"/>
              <a:gd name="connsiteX98" fmla="*/ 2311016 w 4114416"/>
              <a:gd name="connsiteY98" fmla="*/ 1718734 h 2870200"/>
              <a:gd name="connsiteX99" fmla="*/ 2336416 w 4114416"/>
              <a:gd name="connsiteY99" fmla="*/ 1811867 h 2870200"/>
              <a:gd name="connsiteX100" fmla="*/ 2361816 w 4114416"/>
              <a:gd name="connsiteY100" fmla="*/ 1871134 h 2870200"/>
              <a:gd name="connsiteX101" fmla="*/ 2395682 w 4114416"/>
              <a:gd name="connsiteY101" fmla="*/ 1972734 h 2870200"/>
              <a:gd name="connsiteX102" fmla="*/ 2404149 w 4114416"/>
              <a:gd name="connsiteY102" fmla="*/ 1574800 h 2870200"/>
              <a:gd name="connsiteX103" fmla="*/ 2429549 w 4114416"/>
              <a:gd name="connsiteY103" fmla="*/ 1236134 h 2870200"/>
              <a:gd name="connsiteX104" fmla="*/ 2446482 w 4114416"/>
              <a:gd name="connsiteY104" fmla="*/ 1092200 h 2870200"/>
              <a:gd name="connsiteX105" fmla="*/ 2454949 w 4114416"/>
              <a:gd name="connsiteY105" fmla="*/ 1066800 h 2870200"/>
              <a:gd name="connsiteX106" fmla="*/ 2463416 w 4114416"/>
              <a:gd name="connsiteY106" fmla="*/ 1092200 h 2870200"/>
              <a:gd name="connsiteX107" fmla="*/ 2488816 w 4114416"/>
              <a:gd name="connsiteY107" fmla="*/ 1227667 h 2870200"/>
              <a:gd name="connsiteX108" fmla="*/ 2514216 w 4114416"/>
              <a:gd name="connsiteY108" fmla="*/ 753534 h 2870200"/>
              <a:gd name="connsiteX109" fmla="*/ 2531149 w 4114416"/>
              <a:gd name="connsiteY109" fmla="*/ 685800 h 2870200"/>
              <a:gd name="connsiteX110" fmla="*/ 2539616 w 4114416"/>
              <a:gd name="connsiteY110" fmla="*/ 609600 h 2870200"/>
              <a:gd name="connsiteX111" fmla="*/ 2548082 w 4114416"/>
              <a:gd name="connsiteY111" fmla="*/ 558800 h 2870200"/>
              <a:gd name="connsiteX112" fmla="*/ 2565016 w 4114416"/>
              <a:gd name="connsiteY112" fmla="*/ 584200 h 2870200"/>
              <a:gd name="connsiteX113" fmla="*/ 2573482 w 4114416"/>
              <a:gd name="connsiteY113" fmla="*/ 778934 h 2870200"/>
              <a:gd name="connsiteX114" fmla="*/ 2615816 w 4114416"/>
              <a:gd name="connsiteY114" fmla="*/ 914400 h 2870200"/>
              <a:gd name="connsiteX115" fmla="*/ 2632749 w 4114416"/>
              <a:gd name="connsiteY115" fmla="*/ 973667 h 2870200"/>
              <a:gd name="connsiteX116" fmla="*/ 2649682 w 4114416"/>
              <a:gd name="connsiteY116" fmla="*/ 812800 h 2870200"/>
              <a:gd name="connsiteX117" fmla="*/ 2666616 w 4114416"/>
              <a:gd name="connsiteY117" fmla="*/ 694267 h 2870200"/>
              <a:gd name="connsiteX118" fmla="*/ 2692016 w 4114416"/>
              <a:gd name="connsiteY118" fmla="*/ 558800 h 2870200"/>
              <a:gd name="connsiteX119" fmla="*/ 2717416 w 4114416"/>
              <a:gd name="connsiteY119" fmla="*/ 321734 h 2870200"/>
              <a:gd name="connsiteX120" fmla="*/ 2734349 w 4114416"/>
              <a:gd name="connsiteY120" fmla="*/ 1058334 h 2870200"/>
              <a:gd name="connsiteX121" fmla="*/ 2760746 w 4114416"/>
              <a:gd name="connsiteY121" fmla="*/ 1023969 h 2870200"/>
              <a:gd name="connsiteX122" fmla="*/ 2810549 w 4114416"/>
              <a:gd name="connsiteY122" fmla="*/ 905934 h 2870200"/>
              <a:gd name="connsiteX123" fmla="*/ 2844416 w 4114416"/>
              <a:gd name="connsiteY123" fmla="*/ 855134 h 2870200"/>
              <a:gd name="connsiteX124" fmla="*/ 2869816 w 4114416"/>
              <a:gd name="connsiteY124" fmla="*/ 1422400 h 2870200"/>
              <a:gd name="connsiteX125" fmla="*/ 2878282 w 4114416"/>
              <a:gd name="connsiteY125" fmla="*/ 1388534 h 2870200"/>
              <a:gd name="connsiteX126" fmla="*/ 2895216 w 4114416"/>
              <a:gd name="connsiteY126" fmla="*/ 1363134 h 2870200"/>
              <a:gd name="connsiteX127" fmla="*/ 2920616 w 4114416"/>
              <a:gd name="connsiteY127" fmla="*/ 1278467 h 2870200"/>
              <a:gd name="connsiteX128" fmla="*/ 2937549 w 4114416"/>
              <a:gd name="connsiteY128" fmla="*/ 1320800 h 2870200"/>
              <a:gd name="connsiteX129" fmla="*/ 2954482 w 4114416"/>
              <a:gd name="connsiteY129" fmla="*/ 1388534 h 2870200"/>
              <a:gd name="connsiteX130" fmla="*/ 2971416 w 4114416"/>
              <a:gd name="connsiteY130" fmla="*/ 1422400 h 2870200"/>
              <a:gd name="connsiteX131" fmla="*/ 3013749 w 4114416"/>
              <a:gd name="connsiteY131" fmla="*/ 1540934 h 2870200"/>
              <a:gd name="connsiteX132" fmla="*/ 3030682 w 4114416"/>
              <a:gd name="connsiteY132" fmla="*/ 1566334 h 2870200"/>
              <a:gd name="connsiteX133" fmla="*/ 3064549 w 4114416"/>
              <a:gd name="connsiteY133" fmla="*/ 1718734 h 2870200"/>
              <a:gd name="connsiteX134" fmla="*/ 3089949 w 4114416"/>
              <a:gd name="connsiteY134" fmla="*/ 1761067 h 2870200"/>
              <a:gd name="connsiteX135" fmla="*/ 3118129 w 4114416"/>
              <a:gd name="connsiteY135" fmla="*/ 1909842 h 2870200"/>
              <a:gd name="connsiteX136" fmla="*/ 3140749 w 4114416"/>
              <a:gd name="connsiteY136" fmla="*/ 1769534 h 2870200"/>
              <a:gd name="connsiteX137" fmla="*/ 3157682 w 4114416"/>
              <a:gd name="connsiteY137" fmla="*/ 1710267 h 2870200"/>
              <a:gd name="connsiteX138" fmla="*/ 3166149 w 4114416"/>
              <a:gd name="connsiteY138" fmla="*/ 1684867 h 2870200"/>
              <a:gd name="connsiteX139" fmla="*/ 3191549 w 4114416"/>
              <a:gd name="connsiteY139" fmla="*/ 1676400 h 2870200"/>
              <a:gd name="connsiteX140" fmla="*/ 3200016 w 4114416"/>
              <a:gd name="connsiteY140" fmla="*/ 2006600 h 2870200"/>
              <a:gd name="connsiteX141" fmla="*/ 3208482 w 4114416"/>
              <a:gd name="connsiteY141" fmla="*/ 2048934 h 2870200"/>
              <a:gd name="connsiteX142" fmla="*/ 3216949 w 4114416"/>
              <a:gd name="connsiteY142" fmla="*/ 2099734 h 2870200"/>
              <a:gd name="connsiteX143" fmla="*/ 3233882 w 4114416"/>
              <a:gd name="connsiteY143" fmla="*/ 2048934 h 2870200"/>
              <a:gd name="connsiteX144" fmla="*/ 3242349 w 4114416"/>
              <a:gd name="connsiteY144" fmla="*/ 1998134 h 2870200"/>
              <a:gd name="connsiteX145" fmla="*/ 3276216 w 4114416"/>
              <a:gd name="connsiteY145" fmla="*/ 2353734 h 2870200"/>
              <a:gd name="connsiteX146" fmla="*/ 3301616 w 4114416"/>
              <a:gd name="connsiteY146" fmla="*/ 2387600 h 2870200"/>
              <a:gd name="connsiteX147" fmla="*/ 3310082 w 4114416"/>
              <a:gd name="connsiteY147" fmla="*/ 2497667 h 2870200"/>
              <a:gd name="connsiteX148" fmla="*/ 3327016 w 4114416"/>
              <a:gd name="connsiteY148" fmla="*/ 2531534 h 2870200"/>
              <a:gd name="connsiteX149" fmla="*/ 3343949 w 4114416"/>
              <a:gd name="connsiteY149" fmla="*/ 2599267 h 2870200"/>
              <a:gd name="connsiteX150" fmla="*/ 3331591 w 4114416"/>
              <a:gd name="connsiteY150" fmla="*/ 2723509 h 2870200"/>
              <a:gd name="connsiteX151" fmla="*/ 3411682 w 4114416"/>
              <a:gd name="connsiteY151" fmla="*/ 2810934 h 2870200"/>
              <a:gd name="connsiteX152" fmla="*/ 3437082 w 4114416"/>
              <a:gd name="connsiteY152" fmla="*/ 2870200 h 2870200"/>
              <a:gd name="connsiteX153" fmla="*/ 3462482 w 4114416"/>
              <a:gd name="connsiteY153" fmla="*/ 1828800 h 2870200"/>
              <a:gd name="connsiteX154" fmla="*/ 3461984 w 4114416"/>
              <a:gd name="connsiteY154" fmla="*/ 2090271 h 2870200"/>
              <a:gd name="connsiteX155" fmla="*/ 3487882 w 4114416"/>
              <a:gd name="connsiteY155" fmla="*/ 1735667 h 2870200"/>
              <a:gd name="connsiteX156" fmla="*/ 3513282 w 4114416"/>
              <a:gd name="connsiteY156" fmla="*/ 1651000 h 2870200"/>
              <a:gd name="connsiteX157" fmla="*/ 3521749 w 4114416"/>
              <a:gd name="connsiteY157" fmla="*/ 1701800 h 2870200"/>
              <a:gd name="connsiteX158" fmla="*/ 3525733 w 4114416"/>
              <a:gd name="connsiteY158" fmla="*/ 1875118 h 2870200"/>
              <a:gd name="connsiteX159" fmla="*/ 3547149 w 4114416"/>
              <a:gd name="connsiteY159" fmla="*/ 1752600 h 2870200"/>
              <a:gd name="connsiteX160" fmla="*/ 3555616 w 4114416"/>
              <a:gd name="connsiteY160" fmla="*/ 1693334 h 2870200"/>
              <a:gd name="connsiteX161" fmla="*/ 3597949 w 4114416"/>
              <a:gd name="connsiteY161" fmla="*/ 1608667 h 2870200"/>
              <a:gd name="connsiteX162" fmla="*/ 3614882 w 4114416"/>
              <a:gd name="connsiteY162" fmla="*/ 1566334 h 2870200"/>
              <a:gd name="connsiteX163" fmla="*/ 3657216 w 4114416"/>
              <a:gd name="connsiteY163" fmla="*/ 1464734 h 2870200"/>
              <a:gd name="connsiteX164" fmla="*/ 3661200 w 4114416"/>
              <a:gd name="connsiteY164" fmla="*/ 1373094 h 2870200"/>
              <a:gd name="connsiteX165" fmla="*/ 3682616 w 4114416"/>
              <a:gd name="connsiteY165" fmla="*/ 1363134 h 2870200"/>
              <a:gd name="connsiteX166" fmla="*/ 3699549 w 4114416"/>
              <a:gd name="connsiteY166" fmla="*/ 1320800 h 2870200"/>
              <a:gd name="connsiteX167" fmla="*/ 3694569 w 4114416"/>
              <a:gd name="connsiteY167" fmla="*/ 1151964 h 2870200"/>
              <a:gd name="connsiteX168" fmla="*/ 3741882 w 4114416"/>
              <a:gd name="connsiteY168" fmla="*/ 1227667 h 2870200"/>
              <a:gd name="connsiteX169" fmla="*/ 3750349 w 4114416"/>
              <a:gd name="connsiteY169" fmla="*/ 1176867 h 2870200"/>
              <a:gd name="connsiteX170" fmla="*/ 3767282 w 4114416"/>
              <a:gd name="connsiteY170" fmla="*/ 1126067 h 2870200"/>
              <a:gd name="connsiteX171" fmla="*/ 3775749 w 4114416"/>
              <a:gd name="connsiteY171" fmla="*/ 1058334 h 2870200"/>
              <a:gd name="connsiteX172" fmla="*/ 3784216 w 4114416"/>
              <a:gd name="connsiteY172" fmla="*/ 1270000 h 2870200"/>
              <a:gd name="connsiteX173" fmla="*/ 3813064 w 4114416"/>
              <a:gd name="connsiteY173" fmla="*/ 678606 h 2870200"/>
              <a:gd name="connsiteX174" fmla="*/ 3818082 w 4114416"/>
              <a:gd name="connsiteY174" fmla="*/ 558800 h 2870200"/>
              <a:gd name="connsiteX175" fmla="*/ 3835016 w 4114416"/>
              <a:gd name="connsiteY175" fmla="*/ 482600 h 2870200"/>
              <a:gd name="connsiteX176" fmla="*/ 3843482 w 4114416"/>
              <a:gd name="connsiteY176" fmla="*/ 533400 h 2870200"/>
              <a:gd name="connsiteX177" fmla="*/ 3860416 w 4114416"/>
              <a:gd name="connsiteY177" fmla="*/ 660400 h 2870200"/>
              <a:gd name="connsiteX178" fmla="*/ 3868882 w 4114416"/>
              <a:gd name="connsiteY178" fmla="*/ 702734 h 2870200"/>
              <a:gd name="connsiteX179" fmla="*/ 3885816 w 4114416"/>
              <a:gd name="connsiteY179" fmla="*/ 736600 h 2870200"/>
              <a:gd name="connsiteX180" fmla="*/ 3902749 w 4114416"/>
              <a:gd name="connsiteY180" fmla="*/ 702734 h 2870200"/>
              <a:gd name="connsiteX181" fmla="*/ 3962016 w 4114416"/>
              <a:gd name="connsiteY181" fmla="*/ 482600 h 2870200"/>
              <a:gd name="connsiteX182" fmla="*/ 3978949 w 4114416"/>
              <a:gd name="connsiteY182" fmla="*/ 457200 h 2870200"/>
              <a:gd name="connsiteX183" fmla="*/ 4004349 w 4114416"/>
              <a:gd name="connsiteY183" fmla="*/ 177800 h 2870200"/>
              <a:gd name="connsiteX184" fmla="*/ 4029749 w 4114416"/>
              <a:gd name="connsiteY184" fmla="*/ 135467 h 2870200"/>
              <a:gd name="connsiteX185" fmla="*/ 4038216 w 4114416"/>
              <a:gd name="connsiteY185" fmla="*/ 101600 h 2870200"/>
              <a:gd name="connsiteX186" fmla="*/ 4046682 w 4114416"/>
              <a:gd name="connsiteY186" fmla="*/ 76200 h 2870200"/>
              <a:gd name="connsiteX187" fmla="*/ 4055149 w 4114416"/>
              <a:gd name="connsiteY187" fmla="*/ 110067 h 2870200"/>
              <a:gd name="connsiteX188" fmla="*/ 4072082 w 4114416"/>
              <a:gd name="connsiteY188" fmla="*/ 160867 h 2870200"/>
              <a:gd name="connsiteX189" fmla="*/ 4114416 w 4114416"/>
              <a:gd name="connsiteY189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608410 w 4114416"/>
              <a:gd name="connsiteY72" fmla="*/ 1462351 h 2870200"/>
              <a:gd name="connsiteX73" fmla="*/ 1633682 w 4114416"/>
              <a:gd name="connsiteY73" fmla="*/ 1524000 h 2870200"/>
              <a:gd name="connsiteX74" fmla="*/ 1659082 w 4114416"/>
              <a:gd name="connsiteY74" fmla="*/ 1490134 h 2870200"/>
              <a:gd name="connsiteX75" fmla="*/ 1684482 w 4114416"/>
              <a:gd name="connsiteY75" fmla="*/ 1388534 h 2870200"/>
              <a:gd name="connsiteX76" fmla="*/ 1732631 w 4114416"/>
              <a:gd name="connsiteY76" fmla="*/ 1294184 h 2870200"/>
              <a:gd name="connsiteX77" fmla="*/ 1794549 w 4114416"/>
              <a:gd name="connsiteY77" fmla="*/ 1176867 h 2870200"/>
              <a:gd name="connsiteX78" fmla="*/ 1831067 w 4114416"/>
              <a:gd name="connsiteY78" fmla="*/ 1238516 h 2870200"/>
              <a:gd name="connsiteX79" fmla="*/ 1853688 w 4114416"/>
              <a:gd name="connsiteY79" fmla="*/ 1323159 h 2870200"/>
              <a:gd name="connsiteX80" fmla="*/ 1887682 w 4114416"/>
              <a:gd name="connsiteY80" fmla="*/ 1422400 h 2870200"/>
              <a:gd name="connsiteX81" fmla="*/ 1938482 w 4114416"/>
              <a:gd name="connsiteY81" fmla="*/ 1600200 h 2870200"/>
              <a:gd name="connsiteX82" fmla="*/ 1978163 w 4114416"/>
              <a:gd name="connsiteY82" fmla="*/ 1762259 h 2870200"/>
              <a:gd name="connsiteX83" fmla="*/ 2006216 w 4114416"/>
              <a:gd name="connsiteY83" fmla="*/ 1498600 h 2870200"/>
              <a:gd name="connsiteX84" fmla="*/ 2023149 w 4114416"/>
              <a:gd name="connsiteY84" fmla="*/ 1464734 h 2870200"/>
              <a:gd name="connsiteX85" fmla="*/ 2031616 w 4114416"/>
              <a:gd name="connsiteY85" fmla="*/ 1439334 h 2870200"/>
              <a:gd name="connsiteX86" fmla="*/ 2067707 w 4114416"/>
              <a:gd name="connsiteY86" fmla="*/ 1908377 h 2870200"/>
              <a:gd name="connsiteX87" fmla="*/ 2082416 w 4114416"/>
              <a:gd name="connsiteY87" fmla="*/ 2032000 h 2870200"/>
              <a:gd name="connsiteX88" fmla="*/ 2090882 w 4114416"/>
              <a:gd name="connsiteY88" fmla="*/ 2150534 h 2870200"/>
              <a:gd name="connsiteX89" fmla="*/ 2099349 w 4114416"/>
              <a:gd name="connsiteY89" fmla="*/ 2489200 h 2870200"/>
              <a:gd name="connsiteX90" fmla="*/ 2133216 w 4114416"/>
              <a:gd name="connsiteY90" fmla="*/ 2421467 h 2870200"/>
              <a:gd name="connsiteX91" fmla="*/ 2175549 w 4114416"/>
              <a:gd name="connsiteY91" fmla="*/ 2319867 h 2870200"/>
              <a:gd name="connsiteX92" fmla="*/ 2192611 w 4114416"/>
              <a:gd name="connsiteY92" fmla="*/ 2271500 h 2870200"/>
              <a:gd name="connsiteX93" fmla="*/ 2212579 w 4114416"/>
              <a:gd name="connsiteY93" fmla="*/ 2206201 h 2870200"/>
              <a:gd name="connsiteX94" fmla="*/ 2251749 w 4114416"/>
              <a:gd name="connsiteY94" fmla="*/ 2514600 h 2870200"/>
              <a:gd name="connsiteX95" fmla="*/ 2277149 w 4114416"/>
              <a:gd name="connsiteY95" fmla="*/ 2565400 h 2870200"/>
              <a:gd name="connsiteX96" fmla="*/ 2285616 w 4114416"/>
              <a:gd name="connsiteY96" fmla="*/ 2489200 h 2870200"/>
              <a:gd name="connsiteX97" fmla="*/ 2302549 w 4114416"/>
              <a:gd name="connsiteY97" fmla="*/ 2421467 h 2870200"/>
              <a:gd name="connsiteX98" fmla="*/ 2311016 w 4114416"/>
              <a:gd name="connsiteY98" fmla="*/ 1718734 h 2870200"/>
              <a:gd name="connsiteX99" fmla="*/ 2336416 w 4114416"/>
              <a:gd name="connsiteY99" fmla="*/ 1811867 h 2870200"/>
              <a:gd name="connsiteX100" fmla="*/ 2361816 w 4114416"/>
              <a:gd name="connsiteY100" fmla="*/ 1871134 h 2870200"/>
              <a:gd name="connsiteX101" fmla="*/ 2395682 w 4114416"/>
              <a:gd name="connsiteY101" fmla="*/ 1972734 h 2870200"/>
              <a:gd name="connsiteX102" fmla="*/ 2404149 w 4114416"/>
              <a:gd name="connsiteY102" fmla="*/ 1574800 h 2870200"/>
              <a:gd name="connsiteX103" fmla="*/ 2429549 w 4114416"/>
              <a:gd name="connsiteY103" fmla="*/ 1236134 h 2870200"/>
              <a:gd name="connsiteX104" fmla="*/ 2446482 w 4114416"/>
              <a:gd name="connsiteY104" fmla="*/ 1092200 h 2870200"/>
              <a:gd name="connsiteX105" fmla="*/ 2454949 w 4114416"/>
              <a:gd name="connsiteY105" fmla="*/ 1066800 h 2870200"/>
              <a:gd name="connsiteX106" fmla="*/ 2463416 w 4114416"/>
              <a:gd name="connsiteY106" fmla="*/ 1092200 h 2870200"/>
              <a:gd name="connsiteX107" fmla="*/ 2488816 w 4114416"/>
              <a:gd name="connsiteY107" fmla="*/ 1227667 h 2870200"/>
              <a:gd name="connsiteX108" fmla="*/ 2514216 w 4114416"/>
              <a:gd name="connsiteY108" fmla="*/ 753534 h 2870200"/>
              <a:gd name="connsiteX109" fmla="*/ 2531149 w 4114416"/>
              <a:gd name="connsiteY109" fmla="*/ 685800 h 2870200"/>
              <a:gd name="connsiteX110" fmla="*/ 2539616 w 4114416"/>
              <a:gd name="connsiteY110" fmla="*/ 609600 h 2870200"/>
              <a:gd name="connsiteX111" fmla="*/ 2548082 w 4114416"/>
              <a:gd name="connsiteY111" fmla="*/ 558800 h 2870200"/>
              <a:gd name="connsiteX112" fmla="*/ 2565016 w 4114416"/>
              <a:gd name="connsiteY112" fmla="*/ 584200 h 2870200"/>
              <a:gd name="connsiteX113" fmla="*/ 2573482 w 4114416"/>
              <a:gd name="connsiteY113" fmla="*/ 778934 h 2870200"/>
              <a:gd name="connsiteX114" fmla="*/ 2615816 w 4114416"/>
              <a:gd name="connsiteY114" fmla="*/ 914400 h 2870200"/>
              <a:gd name="connsiteX115" fmla="*/ 2632749 w 4114416"/>
              <a:gd name="connsiteY115" fmla="*/ 973667 h 2870200"/>
              <a:gd name="connsiteX116" fmla="*/ 2649682 w 4114416"/>
              <a:gd name="connsiteY116" fmla="*/ 812800 h 2870200"/>
              <a:gd name="connsiteX117" fmla="*/ 2666616 w 4114416"/>
              <a:gd name="connsiteY117" fmla="*/ 694267 h 2870200"/>
              <a:gd name="connsiteX118" fmla="*/ 2692016 w 4114416"/>
              <a:gd name="connsiteY118" fmla="*/ 558800 h 2870200"/>
              <a:gd name="connsiteX119" fmla="*/ 2717416 w 4114416"/>
              <a:gd name="connsiteY119" fmla="*/ 321734 h 2870200"/>
              <a:gd name="connsiteX120" fmla="*/ 2734349 w 4114416"/>
              <a:gd name="connsiteY120" fmla="*/ 1058334 h 2870200"/>
              <a:gd name="connsiteX121" fmla="*/ 2760746 w 4114416"/>
              <a:gd name="connsiteY121" fmla="*/ 1023969 h 2870200"/>
              <a:gd name="connsiteX122" fmla="*/ 2810549 w 4114416"/>
              <a:gd name="connsiteY122" fmla="*/ 905934 h 2870200"/>
              <a:gd name="connsiteX123" fmla="*/ 2844416 w 4114416"/>
              <a:gd name="connsiteY123" fmla="*/ 855134 h 2870200"/>
              <a:gd name="connsiteX124" fmla="*/ 2869816 w 4114416"/>
              <a:gd name="connsiteY124" fmla="*/ 1422400 h 2870200"/>
              <a:gd name="connsiteX125" fmla="*/ 2878282 w 4114416"/>
              <a:gd name="connsiteY125" fmla="*/ 1388534 h 2870200"/>
              <a:gd name="connsiteX126" fmla="*/ 2895216 w 4114416"/>
              <a:gd name="connsiteY126" fmla="*/ 1363134 h 2870200"/>
              <a:gd name="connsiteX127" fmla="*/ 2920616 w 4114416"/>
              <a:gd name="connsiteY127" fmla="*/ 1278467 h 2870200"/>
              <a:gd name="connsiteX128" fmla="*/ 2937549 w 4114416"/>
              <a:gd name="connsiteY128" fmla="*/ 1320800 h 2870200"/>
              <a:gd name="connsiteX129" fmla="*/ 2954482 w 4114416"/>
              <a:gd name="connsiteY129" fmla="*/ 1388534 h 2870200"/>
              <a:gd name="connsiteX130" fmla="*/ 2971416 w 4114416"/>
              <a:gd name="connsiteY130" fmla="*/ 1422400 h 2870200"/>
              <a:gd name="connsiteX131" fmla="*/ 3013749 w 4114416"/>
              <a:gd name="connsiteY131" fmla="*/ 1540934 h 2870200"/>
              <a:gd name="connsiteX132" fmla="*/ 3030682 w 4114416"/>
              <a:gd name="connsiteY132" fmla="*/ 1566334 h 2870200"/>
              <a:gd name="connsiteX133" fmla="*/ 3064549 w 4114416"/>
              <a:gd name="connsiteY133" fmla="*/ 1718734 h 2870200"/>
              <a:gd name="connsiteX134" fmla="*/ 3089949 w 4114416"/>
              <a:gd name="connsiteY134" fmla="*/ 1761067 h 2870200"/>
              <a:gd name="connsiteX135" fmla="*/ 3118129 w 4114416"/>
              <a:gd name="connsiteY135" fmla="*/ 1909842 h 2870200"/>
              <a:gd name="connsiteX136" fmla="*/ 3140749 w 4114416"/>
              <a:gd name="connsiteY136" fmla="*/ 1769534 h 2870200"/>
              <a:gd name="connsiteX137" fmla="*/ 3157682 w 4114416"/>
              <a:gd name="connsiteY137" fmla="*/ 1710267 h 2870200"/>
              <a:gd name="connsiteX138" fmla="*/ 3166149 w 4114416"/>
              <a:gd name="connsiteY138" fmla="*/ 1684867 h 2870200"/>
              <a:gd name="connsiteX139" fmla="*/ 3191549 w 4114416"/>
              <a:gd name="connsiteY139" fmla="*/ 1676400 h 2870200"/>
              <a:gd name="connsiteX140" fmla="*/ 3200016 w 4114416"/>
              <a:gd name="connsiteY140" fmla="*/ 2006600 h 2870200"/>
              <a:gd name="connsiteX141" fmla="*/ 3208482 w 4114416"/>
              <a:gd name="connsiteY141" fmla="*/ 2048934 h 2870200"/>
              <a:gd name="connsiteX142" fmla="*/ 3216949 w 4114416"/>
              <a:gd name="connsiteY142" fmla="*/ 2099734 h 2870200"/>
              <a:gd name="connsiteX143" fmla="*/ 3233882 w 4114416"/>
              <a:gd name="connsiteY143" fmla="*/ 2048934 h 2870200"/>
              <a:gd name="connsiteX144" fmla="*/ 3242349 w 4114416"/>
              <a:gd name="connsiteY144" fmla="*/ 1998134 h 2870200"/>
              <a:gd name="connsiteX145" fmla="*/ 3276216 w 4114416"/>
              <a:gd name="connsiteY145" fmla="*/ 2353734 h 2870200"/>
              <a:gd name="connsiteX146" fmla="*/ 3301616 w 4114416"/>
              <a:gd name="connsiteY146" fmla="*/ 2387600 h 2870200"/>
              <a:gd name="connsiteX147" fmla="*/ 3310082 w 4114416"/>
              <a:gd name="connsiteY147" fmla="*/ 2497667 h 2870200"/>
              <a:gd name="connsiteX148" fmla="*/ 3327016 w 4114416"/>
              <a:gd name="connsiteY148" fmla="*/ 2531534 h 2870200"/>
              <a:gd name="connsiteX149" fmla="*/ 3298638 w 4114416"/>
              <a:gd name="connsiteY149" fmla="*/ 2608686 h 2870200"/>
              <a:gd name="connsiteX150" fmla="*/ 3331591 w 4114416"/>
              <a:gd name="connsiteY150" fmla="*/ 2723509 h 2870200"/>
              <a:gd name="connsiteX151" fmla="*/ 3411682 w 4114416"/>
              <a:gd name="connsiteY151" fmla="*/ 2810934 h 2870200"/>
              <a:gd name="connsiteX152" fmla="*/ 3437082 w 4114416"/>
              <a:gd name="connsiteY152" fmla="*/ 2870200 h 2870200"/>
              <a:gd name="connsiteX153" fmla="*/ 3462482 w 4114416"/>
              <a:gd name="connsiteY153" fmla="*/ 1828800 h 2870200"/>
              <a:gd name="connsiteX154" fmla="*/ 3461984 w 4114416"/>
              <a:gd name="connsiteY154" fmla="*/ 2090271 h 2870200"/>
              <a:gd name="connsiteX155" fmla="*/ 3487882 w 4114416"/>
              <a:gd name="connsiteY155" fmla="*/ 1735667 h 2870200"/>
              <a:gd name="connsiteX156" fmla="*/ 3513282 w 4114416"/>
              <a:gd name="connsiteY156" fmla="*/ 1651000 h 2870200"/>
              <a:gd name="connsiteX157" fmla="*/ 3521749 w 4114416"/>
              <a:gd name="connsiteY157" fmla="*/ 1701800 h 2870200"/>
              <a:gd name="connsiteX158" fmla="*/ 3525733 w 4114416"/>
              <a:gd name="connsiteY158" fmla="*/ 1875118 h 2870200"/>
              <a:gd name="connsiteX159" fmla="*/ 3547149 w 4114416"/>
              <a:gd name="connsiteY159" fmla="*/ 1752600 h 2870200"/>
              <a:gd name="connsiteX160" fmla="*/ 3555616 w 4114416"/>
              <a:gd name="connsiteY160" fmla="*/ 1693334 h 2870200"/>
              <a:gd name="connsiteX161" fmla="*/ 3597949 w 4114416"/>
              <a:gd name="connsiteY161" fmla="*/ 1608667 h 2870200"/>
              <a:gd name="connsiteX162" fmla="*/ 3614882 w 4114416"/>
              <a:gd name="connsiteY162" fmla="*/ 1566334 h 2870200"/>
              <a:gd name="connsiteX163" fmla="*/ 3657216 w 4114416"/>
              <a:gd name="connsiteY163" fmla="*/ 1464734 h 2870200"/>
              <a:gd name="connsiteX164" fmla="*/ 3661200 w 4114416"/>
              <a:gd name="connsiteY164" fmla="*/ 1373094 h 2870200"/>
              <a:gd name="connsiteX165" fmla="*/ 3682616 w 4114416"/>
              <a:gd name="connsiteY165" fmla="*/ 1363134 h 2870200"/>
              <a:gd name="connsiteX166" fmla="*/ 3699549 w 4114416"/>
              <a:gd name="connsiteY166" fmla="*/ 1320800 h 2870200"/>
              <a:gd name="connsiteX167" fmla="*/ 3694569 w 4114416"/>
              <a:gd name="connsiteY167" fmla="*/ 1151964 h 2870200"/>
              <a:gd name="connsiteX168" fmla="*/ 3741882 w 4114416"/>
              <a:gd name="connsiteY168" fmla="*/ 1227667 h 2870200"/>
              <a:gd name="connsiteX169" fmla="*/ 3750349 w 4114416"/>
              <a:gd name="connsiteY169" fmla="*/ 1176867 h 2870200"/>
              <a:gd name="connsiteX170" fmla="*/ 3767282 w 4114416"/>
              <a:gd name="connsiteY170" fmla="*/ 1126067 h 2870200"/>
              <a:gd name="connsiteX171" fmla="*/ 3775749 w 4114416"/>
              <a:gd name="connsiteY171" fmla="*/ 1058334 h 2870200"/>
              <a:gd name="connsiteX172" fmla="*/ 3784216 w 4114416"/>
              <a:gd name="connsiteY172" fmla="*/ 1270000 h 2870200"/>
              <a:gd name="connsiteX173" fmla="*/ 3813064 w 4114416"/>
              <a:gd name="connsiteY173" fmla="*/ 678606 h 2870200"/>
              <a:gd name="connsiteX174" fmla="*/ 3818082 w 4114416"/>
              <a:gd name="connsiteY174" fmla="*/ 558800 h 2870200"/>
              <a:gd name="connsiteX175" fmla="*/ 3835016 w 4114416"/>
              <a:gd name="connsiteY175" fmla="*/ 482600 h 2870200"/>
              <a:gd name="connsiteX176" fmla="*/ 3843482 w 4114416"/>
              <a:gd name="connsiteY176" fmla="*/ 533400 h 2870200"/>
              <a:gd name="connsiteX177" fmla="*/ 3860416 w 4114416"/>
              <a:gd name="connsiteY177" fmla="*/ 660400 h 2870200"/>
              <a:gd name="connsiteX178" fmla="*/ 3868882 w 4114416"/>
              <a:gd name="connsiteY178" fmla="*/ 702734 h 2870200"/>
              <a:gd name="connsiteX179" fmla="*/ 3885816 w 4114416"/>
              <a:gd name="connsiteY179" fmla="*/ 736600 h 2870200"/>
              <a:gd name="connsiteX180" fmla="*/ 3902749 w 4114416"/>
              <a:gd name="connsiteY180" fmla="*/ 702734 h 2870200"/>
              <a:gd name="connsiteX181" fmla="*/ 3962016 w 4114416"/>
              <a:gd name="connsiteY181" fmla="*/ 482600 h 2870200"/>
              <a:gd name="connsiteX182" fmla="*/ 3978949 w 4114416"/>
              <a:gd name="connsiteY182" fmla="*/ 457200 h 2870200"/>
              <a:gd name="connsiteX183" fmla="*/ 4004349 w 4114416"/>
              <a:gd name="connsiteY183" fmla="*/ 177800 h 2870200"/>
              <a:gd name="connsiteX184" fmla="*/ 4029749 w 4114416"/>
              <a:gd name="connsiteY184" fmla="*/ 135467 h 2870200"/>
              <a:gd name="connsiteX185" fmla="*/ 4038216 w 4114416"/>
              <a:gd name="connsiteY185" fmla="*/ 101600 h 2870200"/>
              <a:gd name="connsiteX186" fmla="*/ 4046682 w 4114416"/>
              <a:gd name="connsiteY186" fmla="*/ 76200 h 2870200"/>
              <a:gd name="connsiteX187" fmla="*/ 4055149 w 4114416"/>
              <a:gd name="connsiteY187" fmla="*/ 110067 h 2870200"/>
              <a:gd name="connsiteX188" fmla="*/ 4072082 w 4114416"/>
              <a:gd name="connsiteY188" fmla="*/ 160867 h 2870200"/>
              <a:gd name="connsiteX189" fmla="*/ 4114416 w 4114416"/>
              <a:gd name="connsiteY189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608410 w 4114416"/>
              <a:gd name="connsiteY72" fmla="*/ 1462351 h 2870200"/>
              <a:gd name="connsiteX73" fmla="*/ 1633682 w 4114416"/>
              <a:gd name="connsiteY73" fmla="*/ 1524000 h 2870200"/>
              <a:gd name="connsiteX74" fmla="*/ 1659082 w 4114416"/>
              <a:gd name="connsiteY74" fmla="*/ 1490134 h 2870200"/>
              <a:gd name="connsiteX75" fmla="*/ 1684482 w 4114416"/>
              <a:gd name="connsiteY75" fmla="*/ 1388534 h 2870200"/>
              <a:gd name="connsiteX76" fmla="*/ 1732631 w 4114416"/>
              <a:gd name="connsiteY76" fmla="*/ 1294184 h 2870200"/>
              <a:gd name="connsiteX77" fmla="*/ 1794549 w 4114416"/>
              <a:gd name="connsiteY77" fmla="*/ 1176867 h 2870200"/>
              <a:gd name="connsiteX78" fmla="*/ 1831067 w 4114416"/>
              <a:gd name="connsiteY78" fmla="*/ 1238516 h 2870200"/>
              <a:gd name="connsiteX79" fmla="*/ 1853688 w 4114416"/>
              <a:gd name="connsiteY79" fmla="*/ 1323159 h 2870200"/>
              <a:gd name="connsiteX80" fmla="*/ 1887682 w 4114416"/>
              <a:gd name="connsiteY80" fmla="*/ 1422400 h 2870200"/>
              <a:gd name="connsiteX81" fmla="*/ 1938482 w 4114416"/>
              <a:gd name="connsiteY81" fmla="*/ 1600200 h 2870200"/>
              <a:gd name="connsiteX82" fmla="*/ 1978163 w 4114416"/>
              <a:gd name="connsiteY82" fmla="*/ 1762259 h 2870200"/>
              <a:gd name="connsiteX83" fmla="*/ 2006216 w 4114416"/>
              <a:gd name="connsiteY83" fmla="*/ 1498600 h 2870200"/>
              <a:gd name="connsiteX84" fmla="*/ 2023149 w 4114416"/>
              <a:gd name="connsiteY84" fmla="*/ 1464734 h 2870200"/>
              <a:gd name="connsiteX85" fmla="*/ 2031616 w 4114416"/>
              <a:gd name="connsiteY85" fmla="*/ 1439334 h 2870200"/>
              <a:gd name="connsiteX86" fmla="*/ 2067707 w 4114416"/>
              <a:gd name="connsiteY86" fmla="*/ 1908377 h 2870200"/>
              <a:gd name="connsiteX87" fmla="*/ 2082416 w 4114416"/>
              <a:gd name="connsiteY87" fmla="*/ 2032000 h 2870200"/>
              <a:gd name="connsiteX88" fmla="*/ 2090882 w 4114416"/>
              <a:gd name="connsiteY88" fmla="*/ 2150534 h 2870200"/>
              <a:gd name="connsiteX89" fmla="*/ 2099349 w 4114416"/>
              <a:gd name="connsiteY89" fmla="*/ 2489200 h 2870200"/>
              <a:gd name="connsiteX90" fmla="*/ 2133216 w 4114416"/>
              <a:gd name="connsiteY90" fmla="*/ 2421467 h 2870200"/>
              <a:gd name="connsiteX91" fmla="*/ 2175549 w 4114416"/>
              <a:gd name="connsiteY91" fmla="*/ 2319867 h 2870200"/>
              <a:gd name="connsiteX92" fmla="*/ 2192611 w 4114416"/>
              <a:gd name="connsiteY92" fmla="*/ 2271500 h 2870200"/>
              <a:gd name="connsiteX93" fmla="*/ 2212579 w 4114416"/>
              <a:gd name="connsiteY93" fmla="*/ 2206201 h 2870200"/>
              <a:gd name="connsiteX94" fmla="*/ 2251749 w 4114416"/>
              <a:gd name="connsiteY94" fmla="*/ 2514600 h 2870200"/>
              <a:gd name="connsiteX95" fmla="*/ 2277149 w 4114416"/>
              <a:gd name="connsiteY95" fmla="*/ 2565400 h 2870200"/>
              <a:gd name="connsiteX96" fmla="*/ 2285616 w 4114416"/>
              <a:gd name="connsiteY96" fmla="*/ 2489200 h 2870200"/>
              <a:gd name="connsiteX97" fmla="*/ 2302549 w 4114416"/>
              <a:gd name="connsiteY97" fmla="*/ 2421467 h 2870200"/>
              <a:gd name="connsiteX98" fmla="*/ 2311016 w 4114416"/>
              <a:gd name="connsiteY98" fmla="*/ 1718734 h 2870200"/>
              <a:gd name="connsiteX99" fmla="*/ 2336416 w 4114416"/>
              <a:gd name="connsiteY99" fmla="*/ 1811867 h 2870200"/>
              <a:gd name="connsiteX100" fmla="*/ 2361816 w 4114416"/>
              <a:gd name="connsiteY100" fmla="*/ 1871134 h 2870200"/>
              <a:gd name="connsiteX101" fmla="*/ 2395682 w 4114416"/>
              <a:gd name="connsiteY101" fmla="*/ 1972734 h 2870200"/>
              <a:gd name="connsiteX102" fmla="*/ 2404149 w 4114416"/>
              <a:gd name="connsiteY102" fmla="*/ 1574800 h 2870200"/>
              <a:gd name="connsiteX103" fmla="*/ 2429549 w 4114416"/>
              <a:gd name="connsiteY103" fmla="*/ 1236134 h 2870200"/>
              <a:gd name="connsiteX104" fmla="*/ 2446482 w 4114416"/>
              <a:gd name="connsiteY104" fmla="*/ 1092200 h 2870200"/>
              <a:gd name="connsiteX105" fmla="*/ 2454949 w 4114416"/>
              <a:gd name="connsiteY105" fmla="*/ 1066800 h 2870200"/>
              <a:gd name="connsiteX106" fmla="*/ 2463416 w 4114416"/>
              <a:gd name="connsiteY106" fmla="*/ 1092200 h 2870200"/>
              <a:gd name="connsiteX107" fmla="*/ 2488816 w 4114416"/>
              <a:gd name="connsiteY107" fmla="*/ 1227667 h 2870200"/>
              <a:gd name="connsiteX108" fmla="*/ 2514216 w 4114416"/>
              <a:gd name="connsiteY108" fmla="*/ 753534 h 2870200"/>
              <a:gd name="connsiteX109" fmla="*/ 2531149 w 4114416"/>
              <a:gd name="connsiteY109" fmla="*/ 685800 h 2870200"/>
              <a:gd name="connsiteX110" fmla="*/ 2539616 w 4114416"/>
              <a:gd name="connsiteY110" fmla="*/ 609600 h 2870200"/>
              <a:gd name="connsiteX111" fmla="*/ 2548082 w 4114416"/>
              <a:gd name="connsiteY111" fmla="*/ 558800 h 2870200"/>
              <a:gd name="connsiteX112" fmla="*/ 2565016 w 4114416"/>
              <a:gd name="connsiteY112" fmla="*/ 584200 h 2870200"/>
              <a:gd name="connsiteX113" fmla="*/ 2573482 w 4114416"/>
              <a:gd name="connsiteY113" fmla="*/ 778934 h 2870200"/>
              <a:gd name="connsiteX114" fmla="*/ 2615816 w 4114416"/>
              <a:gd name="connsiteY114" fmla="*/ 914400 h 2870200"/>
              <a:gd name="connsiteX115" fmla="*/ 2632749 w 4114416"/>
              <a:gd name="connsiteY115" fmla="*/ 973667 h 2870200"/>
              <a:gd name="connsiteX116" fmla="*/ 2649682 w 4114416"/>
              <a:gd name="connsiteY116" fmla="*/ 812800 h 2870200"/>
              <a:gd name="connsiteX117" fmla="*/ 2666616 w 4114416"/>
              <a:gd name="connsiteY117" fmla="*/ 694267 h 2870200"/>
              <a:gd name="connsiteX118" fmla="*/ 2692016 w 4114416"/>
              <a:gd name="connsiteY118" fmla="*/ 558800 h 2870200"/>
              <a:gd name="connsiteX119" fmla="*/ 2717416 w 4114416"/>
              <a:gd name="connsiteY119" fmla="*/ 321734 h 2870200"/>
              <a:gd name="connsiteX120" fmla="*/ 2734349 w 4114416"/>
              <a:gd name="connsiteY120" fmla="*/ 1058334 h 2870200"/>
              <a:gd name="connsiteX121" fmla="*/ 2760746 w 4114416"/>
              <a:gd name="connsiteY121" fmla="*/ 1023969 h 2870200"/>
              <a:gd name="connsiteX122" fmla="*/ 2810549 w 4114416"/>
              <a:gd name="connsiteY122" fmla="*/ 905934 h 2870200"/>
              <a:gd name="connsiteX123" fmla="*/ 2844416 w 4114416"/>
              <a:gd name="connsiteY123" fmla="*/ 855134 h 2870200"/>
              <a:gd name="connsiteX124" fmla="*/ 2869816 w 4114416"/>
              <a:gd name="connsiteY124" fmla="*/ 1422400 h 2870200"/>
              <a:gd name="connsiteX125" fmla="*/ 2878282 w 4114416"/>
              <a:gd name="connsiteY125" fmla="*/ 1388534 h 2870200"/>
              <a:gd name="connsiteX126" fmla="*/ 2895216 w 4114416"/>
              <a:gd name="connsiteY126" fmla="*/ 1363134 h 2870200"/>
              <a:gd name="connsiteX127" fmla="*/ 2920616 w 4114416"/>
              <a:gd name="connsiteY127" fmla="*/ 1278467 h 2870200"/>
              <a:gd name="connsiteX128" fmla="*/ 2937549 w 4114416"/>
              <a:gd name="connsiteY128" fmla="*/ 1320800 h 2870200"/>
              <a:gd name="connsiteX129" fmla="*/ 2954482 w 4114416"/>
              <a:gd name="connsiteY129" fmla="*/ 1388534 h 2870200"/>
              <a:gd name="connsiteX130" fmla="*/ 2971416 w 4114416"/>
              <a:gd name="connsiteY130" fmla="*/ 1422400 h 2870200"/>
              <a:gd name="connsiteX131" fmla="*/ 3013749 w 4114416"/>
              <a:gd name="connsiteY131" fmla="*/ 1540934 h 2870200"/>
              <a:gd name="connsiteX132" fmla="*/ 3030682 w 4114416"/>
              <a:gd name="connsiteY132" fmla="*/ 1566334 h 2870200"/>
              <a:gd name="connsiteX133" fmla="*/ 3064549 w 4114416"/>
              <a:gd name="connsiteY133" fmla="*/ 1718734 h 2870200"/>
              <a:gd name="connsiteX134" fmla="*/ 3089949 w 4114416"/>
              <a:gd name="connsiteY134" fmla="*/ 1761067 h 2870200"/>
              <a:gd name="connsiteX135" fmla="*/ 3118129 w 4114416"/>
              <a:gd name="connsiteY135" fmla="*/ 1909842 h 2870200"/>
              <a:gd name="connsiteX136" fmla="*/ 3140749 w 4114416"/>
              <a:gd name="connsiteY136" fmla="*/ 1769534 h 2870200"/>
              <a:gd name="connsiteX137" fmla="*/ 3157682 w 4114416"/>
              <a:gd name="connsiteY137" fmla="*/ 1710267 h 2870200"/>
              <a:gd name="connsiteX138" fmla="*/ 3166149 w 4114416"/>
              <a:gd name="connsiteY138" fmla="*/ 1684867 h 2870200"/>
              <a:gd name="connsiteX139" fmla="*/ 3191549 w 4114416"/>
              <a:gd name="connsiteY139" fmla="*/ 1676400 h 2870200"/>
              <a:gd name="connsiteX140" fmla="*/ 3200016 w 4114416"/>
              <a:gd name="connsiteY140" fmla="*/ 2006600 h 2870200"/>
              <a:gd name="connsiteX141" fmla="*/ 3208482 w 4114416"/>
              <a:gd name="connsiteY141" fmla="*/ 2048934 h 2870200"/>
              <a:gd name="connsiteX142" fmla="*/ 3216949 w 4114416"/>
              <a:gd name="connsiteY142" fmla="*/ 2099734 h 2870200"/>
              <a:gd name="connsiteX143" fmla="*/ 3233882 w 4114416"/>
              <a:gd name="connsiteY143" fmla="*/ 2048934 h 2870200"/>
              <a:gd name="connsiteX144" fmla="*/ 3242349 w 4114416"/>
              <a:gd name="connsiteY144" fmla="*/ 1998134 h 2870200"/>
              <a:gd name="connsiteX145" fmla="*/ 3276216 w 4114416"/>
              <a:gd name="connsiteY145" fmla="*/ 2353734 h 2870200"/>
              <a:gd name="connsiteX146" fmla="*/ 3301616 w 4114416"/>
              <a:gd name="connsiteY146" fmla="*/ 2387600 h 2870200"/>
              <a:gd name="connsiteX147" fmla="*/ 3310082 w 4114416"/>
              <a:gd name="connsiteY147" fmla="*/ 2497667 h 2870200"/>
              <a:gd name="connsiteX148" fmla="*/ 3296810 w 4114416"/>
              <a:gd name="connsiteY148" fmla="*/ 2540952 h 2870200"/>
              <a:gd name="connsiteX149" fmla="*/ 3298638 w 4114416"/>
              <a:gd name="connsiteY149" fmla="*/ 2608686 h 2870200"/>
              <a:gd name="connsiteX150" fmla="*/ 3331591 w 4114416"/>
              <a:gd name="connsiteY150" fmla="*/ 2723509 h 2870200"/>
              <a:gd name="connsiteX151" fmla="*/ 3411682 w 4114416"/>
              <a:gd name="connsiteY151" fmla="*/ 2810934 h 2870200"/>
              <a:gd name="connsiteX152" fmla="*/ 3437082 w 4114416"/>
              <a:gd name="connsiteY152" fmla="*/ 2870200 h 2870200"/>
              <a:gd name="connsiteX153" fmla="*/ 3462482 w 4114416"/>
              <a:gd name="connsiteY153" fmla="*/ 1828800 h 2870200"/>
              <a:gd name="connsiteX154" fmla="*/ 3461984 w 4114416"/>
              <a:gd name="connsiteY154" fmla="*/ 2090271 h 2870200"/>
              <a:gd name="connsiteX155" fmla="*/ 3487882 w 4114416"/>
              <a:gd name="connsiteY155" fmla="*/ 1735667 h 2870200"/>
              <a:gd name="connsiteX156" fmla="*/ 3513282 w 4114416"/>
              <a:gd name="connsiteY156" fmla="*/ 1651000 h 2870200"/>
              <a:gd name="connsiteX157" fmla="*/ 3521749 w 4114416"/>
              <a:gd name="connsiteY157" fmla="*/ 1701800 h 2870200"/>
              <a:gd name="connsiteX158" fmla="*/ 3525733 w 4114416"/>
              <a:gd name="connsiteY158" fmla="*/ 1875118 h 2870200"/>
              <a:gd name="connsiteX159" fmla="*/ 3547149 w 4114416"/>
              <a:gd name="connsiteY159" fmla="*/ 1752600 h 2870200"/>
              <a:gd name="connsiteX160" fmla="*/ 3555616 w 4114416"/>
              <a:gd name="connsiteY160" fmla="*/ 1693334 h 2870200"/>
              <a:gd name="connsiteX161" fmla="*/ 3597949 w 4114416"/>
              <a:gd name="connsiteY161" fmla="*/ 1608667 h 2870200"/>
              <a:gd name="connsiteX162" fmla="*/ 3614882 w 4114416"/>
              <a:gd name="connsiteY162" fmla="*/ 1566334 h 2870200"/>
              <a:gd name="connsiteX163" fmla="*/ 3657216 w 4114416"/>
              <a:gd name="connsiteY163" fmla="*/ 1464734 h 2870200"/>
              <a:gd name="connsiteX164" fmla="*/ 3661200 w 4114416"/>
              <a:gd name="connsiteY164" fmla="*/ 1373094 h 2870200"/>
              <a:gd name="connsiteX165" fmla="*/ 3682616 w 4114416"/>
              <a:gd name="connsiteY165" fmla="*/ 1363134 h 2870200"/>
              <a:gd name="connsiteX166" fmla="*/ 3699549 w 4114416"/>
              <a:gd name="connsiteY166" fmla="*/ 1320800 h 2870200"/>
              <a:gd name="connsiteX167" fmla="*/ 3694569 w 4114416"/>
              <a:gd name="connsiteY167" fmla="*/ 1151964 h 2870200"/>
              <a:gd name="connsiteX168" fmla="*/ 3741882 w 4114416"/>
              <a:gd name="connsiteY168" fmla="*/ 1227667 h 2870200"/>
              <a:gd name="connsiteX169" fmla="*/ 3750349 w 4114416"/>
              <a:gd name="connsiteY169" fmla="*/ 1176867 h 2870200"/>
              <a:gd name="connsiteX170" fmla="*/ 3767282 w 4114416"/>
              <a:gd name="connsiteY170" fmla="*/ 1126067 h 2870200"/>
              <a:gd name="connsiteX171" fmla="*/ 3775749 w 4114416"/>
              <a:gd name="connsiteY171" fmla="*/ 1058334 h 2870200"/>
              <a:gd name="connsiteX172" fmla="*/ 3784216 w 4114416"/>
              <a:gd name="connsiteY172" fmla="*/ 1270000 h 2870200"/>
              <a:gd name="connsiteX173" fmla="*/ 3813064 w 4114416"/>
              <a:gd name="connsiteY173" fmla="*/ 678606 h 2870200"/>
              <a:gd name="connsiteX174" fmla="*/ 3818082 w 4114416"/>
              <a:gd name="connsiteY174" fmla="*/ 558800 h 2870200"/>
              <a:gd name="connsiteX175" fmla="*/ 3835016 w 4114416"/>
              <a:gd name="connsiteY175" fmla="*/ 482600 h 2870200"/>
              <a:gd name="connsiteX176" fmla="*/ 3843482 w 4114416"/>
              <a:gd name="connsiteY176" fmla="*/ 533400 h 2870200"/>
              <a:gd name="connsiteX177" fmla="*/ 3860416 w 4114416"/>
              <a:gd name="connsiteY177" fmla="*/ 660400 h 2870200"/>
              <a:gd name="connsiteX178" fmla="*/ 3868882 w 4114416"/>
              <a:gd name="connsiteY178" fmla="*/ 702734 h 2870200"/>
              <a:gd name="connsiteX179" fmla="*/ 3885816 w 4114416"/>
              <a:gd name="connsiteY179" fmla="*/ 736600 h 2870200"/>
              <a:gd name="connsiteX180" fmla="*/ 3902749 w 4114416"/>
              <a:gd name="connsiteY180" fmla="*/ 702734 h 2870200"/>
              <a:gd name="connsiteX181" fmla="*/ 3962016 w 4114416"/>
              <a:gd name="connsiteY181" fmla="*/ 482600 h 2870200"/>
              <a:gd name="connsiteX182" fmla="*/ 3978949 w 4114416"/>
              <a:gd name="connsiteY182" fmla="*/ 457200 h 2870200"/>
              <a:gd name="connsiteX183" fmla="*/ 4004349 w 4114416"/>
              <a:gd name="connsiteY183" fmla="*/ 177800 h 2870200"/>
              <a:gd name="connsiteX184" fmla="*/ 4029749 w 4114416"/>
              <a:gd name="connsiteY184" fmla="*/ 135467 h 2870200"/>
              <a:gd name="connsiteX185" fmla="*/ 4038216 w 4114416"/>
              <a:gd name="connsiteY185" fmla="*/ 101600 h 2870200"/>
              <a:gd name="connsiteX186" fmla="*/ 4046682 w 4114416"/>
              <a:gd name="connsiteY186" fmla="*/ 76200 h 2870200"/>
              <a:gd name="connsiteX187" fmla="*/ 4055149 w 4114416"/>
              <a:gd name="connsiteY187" fmla="*/ 110067 h 2870200"/>
              <a:gd name="connsiteX188" fmla="*/ 4072082 w 4114416"/>
              <a:gd name="connsiteY188" fmla="*/ 160867 h 2870200"/>
              <a:gd name="connsiteX189" fmla="*/ 4114416 w 4114416"/>
              <a:gd name="connsiteY189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608410 w 4114416"/>
              <a:gd name="connsiteY72" fmla="*/ 1462351 h 2870200"/>
              <a:gd name="connsiteX73" fmla="*/ 1633682 w 4114416"/>
              <a:gd name="connsiteY73" fmla="*/ 1524000 h 2870200"/>
              <a:gd name="connsiteX74" fmla="*/ 1659082 w 4114416"/>
              <a:gd name="connsiteY74" fmla="*/ 1490134 h 2870200"/>
              <a:gd name="connsiteX75" fmla="*/ 1684482 w 4114416"/>
              <a:gd name="connsiteY75" fmla="*/ 1388534 h 2870200"/>
              <a:gd name="connsiteX76" fmla="*/ 1732631 w 4114416"/>
              <a:gd name="connsiteY76" fmla="*/ 1294184 h 2870200"/>
              <a:gd name="connsiteX77" fmla="*/ 1794549 w 4114416"/>
              <a:gd name="connsiteY77" fmla="*/ 1176867 h 2870200"/>
              <a:gd name="connsiteX78" fmla="*/ 1831067 w 4114416"/>
              <a:gd name="connsiteY78" fmla="*/ 1238516 h 2870200"/>
              <a:gd name="connsiteX79" fmla="*/ 1853688 w 4114416"/>
              <a:gd name="connsiteY79" fmla="*/ 1323159 h 2870200"/>
              <a:gd name="connsiteX80" fmla="*/ 1887682 w 4114416"/>
              <a:gd name="connsiteY80" fmla="*/ 1422400 h 2870200"/>
              <a:gd name="connsiteX81" fmla="*/ 1938482 w 4114416"/>
              <a:gd name="connsiteY81" fmla="*/ 1600200 h 2870200"/>
              <a:gd name="connsiteX82" fmla="*/ 1978163 w 4114416"/>
              <a:gd name="connsiteY82" fmla="*/ 1762259 h 2870200"/>
              <a:gd name="connsiteX83" fmla="*/ 2006216 w 4114416"/>
              <a:gd name="connsiteY83" fmla="*/ 1498600 h 2870200"/>
              <a:gd name="connsiteX84" fmla="*/ 2023149 w 4114416"/>
              <a:gd name="connsiteY84" fmla="*/ 1464734 h 2870200"/>
              <a:gd name="connsiteX85" fmla="*/ 2031616 w 4114416"/>
              <a:gd name="connsiteY85" fmla="*/ 1439334 h 2870200"/>
              <a:gd name="connsiteX86" fmla="*/ 2067707 w 4114416"/>
              <a:gd name="connsiteY86" fmla="*/ 1908377 h 2870200"/>
              <a:gd name="connsiteX87" fmla="*/ 2082416 w 4114416"/>
              <a:gd name="connsiteY87" fmla="*/ 2032000 h 2870200"/>
              <a:gd name="connsiteX88" fmla="*/ 2090882 w 4114416"/>
              <a:gd name="connsiteY88" fmla="*/ 2150534 h 2870200"/>
              <a:gd name="connsiteX89" fmla="*/ 2099349 w 4114416"/>
              <a:gd name="connsiteY89" fmla="*/ 2489200 h 2870200"/>
              <a:gd name="connsiteX90" fmla="*/ 2133216 w 4114416"/>
              <a:gd name="connsiteY90" fmla="*/ 2421467 h 2870200"/>
              <a:gd name="connsiteX91" fmla="*/ 2175549 w 4114416"/>
              <a:gd name="connsiteY91" fmla="*/ 2319867 h 2870200"/>
              <a:gd name="connsiteX92" fmla="*/ 2192611 w 4114416"/>
              <a:gd name="connsiteY92" fmla="*/ 2271500 h 2870200"/>
              <a:gd name="connsiteX93" fmla="*/ 2212579 w 4114416"/>
              <a:gd name="connsiteY93" fmla="*/ 2206201 h 2870200"/>
              <a:gd name="connsiteX94" fmla="*/ 2251749 w 4114416"/>
              <a:gd name="connsiteY94" fmla="*/ 2514600 h 2870200"/>
              <a:gd name="connsiteX95" fmla="*/ 2277149 w 4114416"/>
              <a:gd name="connsiteY95" fmla="*/ 2565400 h 2870200"/>
              <a:gd name="connsiteX96" fmla="*/ 2285616 w 4114416"/>
              <a:gd name="connsiteY96" fmla="*/ 2489200 h 2870200"/>
              <a:gd name="connsiteX97" fmla="*/ 2302549 w 4114416"/>
              <a:gd name="connsiteY97" fmla="*/ 2421467 h 2870200"/>
              <a:gd name="connsiteX98" fmla="*/ 2311016 w 4114416"/>
              <a:gd name="connsiteY98" fmla="*/ 1718734 h 2870200"/>
              <a:gd name="connsiteX99" fmla="*/ 2336416 w 4114416"/>
              <a:gd name="connsiteY99" fmla="*/ 1811867 h 2870200"/>
              <a:gd name="connsiteX100" fmla="*/ 2361816 w 4114416"/>
              <a:gd name="connsiteY100" fmla="*/ 1871134 h 2870200"/>
              <a:gd name="connsiteX101" fmla="*/ 2395682 w 4114416"/>
              <a:gd name="connsiteY101" fmla="*/ 1972734 h 2870200"/>
              <a:gd name="connsiteX102" fmla="*/ 2404149 w 4114416"/>
              <a:gd name="connsiteY102" fmla="*/ 1574800 h 2870200"/>
              <a:gd name="connsiteX103" fmla="*/ 2429549 w 4114416"/>
              <a:gd name="connsiteY103" fmla="*/ 1236134 h 2870200"/>
              <a:gd name="connsiteX104" fmla="*/ 2446482 w 4114416"/>
              <a:gd name="connsiteY104" fmla="*/ 1092200 h 2870200"/>
              <a:gd name="connsiteX105" fmla="*/ 2454949 w 4114416"/>
              <a:gd name="connsiteY105" fmla="*/ 1066800 h 2870200"/>
              <a:gd name="connsiteX106" fmla="*/ 2463416 w 4114416"/>
              <a:gd name="connsiteY106" fmla="*/ 1092200 h 2870200"/>
              <a:gd name="connsiteX107" fmla="*/ 2488816 w 4114416"/>
              <a:gd name="connsiteY107" fmla="*/ 1227667 h 2870200"/>
              <a:gd name="connsiteX108" fmla="*/ 2514216 w 4114416"/>
              <a:gd name="connsiteY108" fmla="*/ 753534 h 2870200"/>
              <a:gd name="connsiteX109" fmla="*/ 2531149 w 4114416"/>
              <a:gd name="connsiteY109" fmla="*/ 685800 h 2870200"/>
              <a:gd name="connsiteX110" fmla="*/ 2539616 w 4114416"/>
              <a:gd name="connsiteY110" fmla="*/ 609600 h 2870200"/>
              <a:gd name="connsiteX111" fmla="*/ 2548082 w 4114416"/>
              <a:gd name="connsiteY111" fmla="*/ 558800 h 2870200"/>
              <a:gd name="connsiteX112" fmla="*/ 2565016 w 4114416"/>
              <a:gd name="connsiteY112" fmla="*/ 584200 h 2870200"/>
              <a:gd name="connsiteX113" fmla="*/ 2573482 w 4114416"/>
              <a:gd name="connsiteY113" fmla="*/ 778934 h 2870200"/>
              <a:gd name="connsiteX114" fmla="*/ 2615816 w 4114416"/>
              <a:gd name="connsiteY114" fmla="*/ 914400 h 2870200"/>
              <a:gd name="connsiteX115" fmla="*/ 2632749 w 4114416"/>
              <a:gd name="connsiteY115" fmla="*/ 973667 h 2870200"/>
              <a:gd name="connsiteX116" fmla="*/ 2649682 w 4114416"/>
              <a:gd name="connsiteY116" fmla="*/ 812800 h 2870200"/>
              <a:gd name="connsiteX117" fmla="*/ 2666616 w 4114416"/>
              <a:gd name="connsiteY117" fmla="*/ 694267 h 2870200"/>
              <a:gd name="connsiteX118" fmla="*/ 2692016 w 4114416"/>
              <a:gd name="connsiteY118" fmla="*/ 558800 h 2870200"/>
              <a:gd name="connsiteX119" fmla="*/ 2717416 w 4114416"/>
              <a:gd name="connsiteY119" fmla="*/ 321734 h 2870200"/>
              <a:gd name="connsiteX120" fmla="*/ 2734349 w 4114416"/>
              <a:gd name="connsiteY120" fmla="*/ 1058334 h 2870200"/>
              <a:gd name="connsiteX121" fmla="*/ 2760746 w 4114416"/>
              <a:gd name="connsiteY121" fmla="*/ 1023969 h 2870200"/>
              <a:gd name="connsiteX122" fmla="*/ 2810549 w 4114416"/>
              <a:gd name="connsiteY122" fmla="*/ 905934 h 2870200"/>
              <a:gd name="connsiteX123" fmla="*/ 2844416 w 4114416"/>
              <a:gd name="connsiteY123" fmla="*/ 855134 h 2870200"/>
              <a:gd name="connsiteX124" fmla="*/ 2869816 w 4114416"/>
              <a:gd name="connsiteY124" fmla="*/ 1422400 h 2870200"/>
              <a:gd name="connsiteX125" fmla="*/ 2878282 w 4114416"/>
              <a:gd name="connsiteY125" fmla="*/ 1388534 h 2870200"/>
              <a:gd name="connsiteX126" fmla="*/ 2895216 w 4114416"/>
              <a:gd name="connsiteY126" fmla="*/ 1363134 h 2870200"/>
              <a:gd name="connsiteX127" fmla="*/ 2920616 w 4114416"/>
              <a:gd name="connsiteY127" fmla="*/ 1278467 h 2870200"/>
              <a:gd name="connsiteX128" fmla="*/ 2937549 w 4114416"/>
              <a:gd name="connsiteY128" fmla="*/ 1320800 h 2870200"/>
              <a:gd name="connsiteX129" fmla="*/ 2954482 w 4114416"/>
              <a:gd name="connsiteY129" fmla="*/ 1388534 h 2870200"/>
              <a:gd name="connsiteX130" fmla="*/ 2971416 w 4114416"/>
              <a:gd name="connsiteY130" fmla="*/ 1422400 h 2870200"/>
              <a:gd name="connsiteX131" fmla="*/ 3013749 w 4114416"/>
              <a:gd name="connsiteY131" fmla="*/ 1540934 h 2870200"/>
              <a:gd name="connsiteX132" fmla="*/ 3030682 w 4114416"/>
              <a:gd name="connsiteY132" fmla="*/ 1566334 h 2870200"/>
              <a:gd name="connsiteX133" fmla="*/ 3064549 w 4114416"/>
              <a:gd name="connsiteY133" fmla="*/ 1718734 h 2870200"/>
              <a:gd name="connsiteX134" fmla="*/ 3089949 w 4114416"/>
              <a:gd name="connsiteY134" fmla="*/ 1761067 h 2870200"/>
              <a:gd name="connsiteX135" fmla="*/ 3118129 w 4114416"/>
              <a:gd name="connsiteY135" fmla="*/ 1909842 h 2870200"/>
              <a:gd name="connsiteX136" fmla="*/ 3140749 w 4114416"/>
              <a:gd name="connsiteY136" fmla="*/ 1769534 h 2870200"/>
              <a:gd name="connsiteX137" fmla="*/ 3157682 w 4114416"/>
              <a:gd name="connsiteY137" fmla="*/ 1710267 h 2870200"/>
              <a:gd name="connsiteX138" fmla="*/ 3166149 w 4114416"/>
              <a:gd name="connsiteY138" fmla="*/ 1684867 h 2870200"/>
              <a:gd name="connsiteX139" fmla="*/ 3191549 w 4114416"/>
              <a:gd name="connsiteY139" fmla="*/ 1676400 h 2870200"/>
              <a:gd name="connsiteX140" fmla="*/ 3200016 w 4114416"/>
              <a:gd name="connsiteY140" fmla="*/ 2006600 h 2870200"/>
              <a:gd name="connsiteX141" fmla="*/ 3208482 w 4114416"/>
              <a:gd name="connsiteY141" fmla="*/ 2048934 h 2870200"/>
              <a:gd name="connsiteX142" fmla="*/ 3216949 w 4114416"/>
              <a:gd name="connsiteY142" fmla="*/ 2099734 h 2870200"/>
              <a:gd name="connsiteX143" fmla="*/ 3233882 w 4114416"/>
              <a:gd name="connsiteY143" fmla="*/ 2048934 h 2870200"/>
              <a:gd name="connsiteX144" fmla="*/ 3242349 w 4114416"/>
              <a:gd name="connsiteY144" fmla="*/ 1998134 h 2870200"/>
              <a:gd name="connsiteX145" fmla="*/ 3276216 w 4114416"/>
              <a:gd name="connsiteY145" fmla="*/ 2353734 h 2870200"/>
              <a:gd name="connsiteX146" fmla="*/ 3301616 w 4114416"/>
              <a:gd name="connsiteY146" fmla="*/ 2387600 h 2870200"/>
              <a:gd name="connsiteX147" fmla="*/ 3272323 w 4114416"/>
              <a:gd name="connsiteY147" fmla="*/ 2497667 h 2870200"/>
              <a:gd name="connsiteX148" fmla="*/ 3296810 w 4114416"/>
              <a:gd name="connsiteY148" fmla="*/ 2540952 h 2870200"/>
              <a:gd name="connsiteX149" fmla="*/ 3298638 w 4114416"/>
              <a:gd name="connsiteY149" fmla="*/ 2608686 h 2870200"/>
              <a:gd name="connsiteX150" fmla="*/ 3331591 w 4114416"/>
              <a:gd name="connsiteY150" fmla="*/ 2723509 h 2870200"/>
              <a:gd name="connsiteX151" fmla="*/ 3411682 w 4114416"/>
              <a:gd name="connsiteY151" fmla="*/ 2810934 h 2870200"/>
              <a:gd name="connsiteX152" fmla="*/ 3437082 w 4114416"/>
              <a:gd name="connsiteY152" fmla="*/ 2870200 h 2870200"/>
              <a:gd name="connsiteX153" fmla="*/ 3462482 w 4114416"/>
              <a:gd name="connsiteY153" fmla="*/ 1828800 h 2870200"/>
              <a:gd name="connsiteX154" fmla="*/ 3461984 w 4114416"/>
              <a:gd name="connsiteY154" fmla="*/ 2090271 h 2870200"/>
              <a:gd name="connsiteX155" fmla="*/ 3487882 w 4114416"/>
              <a:gd name="connsiteY155" fmla="*/ 1735667 h 2870200"/>
              <a:gd name="connsiteX156" fmla="*/ 3513282 w 4114416"/>
              <a:gd name="connsiteY156" fmla="*/ 1651000 h 2870200"/>
              <a:gd name="connsiteX157" fmla="*/ 3521749 w 4114416"/>
              <a:gd name="connsiteY157" fmla="*/ 1701800 h 2870200"/>
              <a:gd name="connsiteX158" fmla="*/ 3525733 w 4114416"/>
              <a:gd name="connsiteY158" fmla="*/ 1875118 h 2870200"/>
              <a:gd name="connsiteX159" fmla="*/ 3547149 w 4114416"/>
              <a:gd name="connsiteY159" fmla="*/ 1752600 h 2870200"/>
              <a:gd name="connsiteX160" fmla="*/ 3555616 w 4114416"/>
              <a:gd name="connsiteY160" fmla="*/ 1693334 h 2870200"/>
              <a:gd name="connsiteX161" fmla="*/ 3597949 w 4114416"/>
              <a:gd name="connsiteY161" fmla="*/ 1608667 h 2870200"/>
              <a:gd name="connsiteX162" fmla="*/ 3614882 w 4114416"/>
              <a:gd name="connsiteY162" fmla="*/ 1566334 h 2870200"/>
              <a:gd name="connsiteX163" fmla="*/ 3657216 w 4114416"/>
              <a:gd name="connsiteY163" fmla="*/ 1464734 h 2870200"/>
              <a:gd name="connsiteX164" fmla="*/ 3661200 w 4114416"/>
              <a:gd name="connsiteY164" fmla="*/ 1373094 h 2870200"/>
              <a:gd name="connsiteX165" fmla="*/ 3682616 w 4114416"/>
              <a:gd name="connsiteY165" fmla="*/ 1363134 h 2870200"/>
              <a:gd name="connsiteX166" fmla="*/ 3699549 w 4114416"/>
              <a:gd name="connsiteY166" fmla="*/ 1320800 h 2870200"/>
              <a:gd name="connsiteX167" fmla="*/ 3694569 w 4114416"/>
              <a:gd name="connsiteY167" fmla="*/ 1151964 h 2870200"/>
              <a:gd name="connsiteX168" fmla="*/ 3741882 w 4114416"/>
              <a:gd name="connsiteY168" fmla="*/ 1227667 h 2870200"/>
              <a:gd name="connsiteX169" fmla="*/ 3750349 w 4114416"/>
              <a:gd name="connsiteY169" fmla="*/ 1176867 h 2870200"/>
              <a:gd name="connsiteX170" fmla="*/ 3767282 w 4114416"/>
              <a:gd name="connsiteY170" fmla="*/ 1126067 h 2870200"/>
              <a:gd name="connsiteX171" fmla="*/ 3775749 w 4114416"/>
              <a:gd name="connsiteY171" fmla="*/ 1058334 h 2870200"/>
              <a:gd name="connsiteX172" fmla="*/ 3784216 w 4114416"/>
              <a:gd name="connsiteY172" fmla="*/ 1270000 h 2870200"/>
              <a:gd name="connsiteX173" fmla="*/ 3813064 w 4114416"/>
              <a:gd name="connsiteY173" fmla="*/ 678606 h 2870200"/>
              <a:gd name="connsiteX174" fmla="*/ 3818082 w 4114416"/>
              <a:gd name="connsiteY174" fmla="*/ 558800 h 2870200"/>
              <a:gd name="connsiteX175" fmla="*/ 3835016 w 4114416"/>
              <a:gd name="connsiteY175" fmla="*/ 482600 h 2870200"/>
              <a:gd name="connsiteX176" fmla="*/ 3843482 w 4114416"/>
              <a:gd name="connsiteY176" fmla="*/ 533400 h 2870200"/>
              <a:gd name="connsiteX177" fmla="*/ 3860416 w 4114416"/>
              <a:gd name="connsiteY177" fmla="*/ 660400 h 2870200"/>
              <a:gd name="connsiteX178" fmla="*/ 3868882 w 4114416"/>
              <a:gd name="connsiteY178" fmla="*/ 702734 h 2870200"/>
              <a:gd name="connsiteX179" fmla="*/ 3885816 w 4114416"/>
              <a:gd name="connsiteY179" fmla="*/ 736600 h 2870200"/>
              <a:gd name="connsiteX180" fmla="*/ 3902749 w 4114416"/>
              <a:gd name="connsiteY180" fmla="*/ 702734 h 2870200"/>
              <a:gd name="connsiteX181" fmla="*/ 3962016 w 4114416"/>
              <a:gd name="connsiteY181" fmla="*/ 482600 h 2870200"/>
              <a:gd name="connsiteX182" fmla="*/ 3978949 w 4114416"/>
              <a:gd name="connsiteY182" fmla="*/ 457200 h 2870200"/>
              <a:gd name="connsiteX183" fmla="*/ 4004349 w 4114416"/>
              <a:gd name="connsiteY183" fmla="*/ 177800 h 2870200"/>
              <a:gd name="connsiteX184" fmla="*/ 4029749 w 4114416"/>
              <a:gd name="connsiteY184" fmla="*/ 135467 h 2870200"/>
              <a:gd name="connsiteX185" fmla="*/ 4038216 w 4114416"/>
              <a:gd name="connsiteY185" fmla="*/ 101600 h 2870200"/>
              <a:gd name="connsiteX186" fmla="*/ 4046682 w 4114416"/>
              <a:gd name="connsiteY186" fmla="*/ 76200 h 2870200"/>
              <a:gd name="connsiteX187" fmla="*/ 4055149 w 4114416"/>
              <a:gd name="connsiteY187" fmla="*/ 110067 h 2870200"/>
              <a:gd name="connsiteX188" fmla="*/ 4072082 w 4114416"/>
              <a:gd name="connsiteY188" fmla="*/ 160867 h 2870200"/>
              <a:gd name="connsiteX189" fmla="*/ 4114416 w 4114416"/>
              <a:gd name="connsiteY189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608410 w 4114416"/>
              <a:gd name="connsiteY72" fmla="*/ 1462351 h 2870200"/>
              <a:gd name="connsiteX73" fmla="*/ 1633682 w 4114416"/>
              <a:gd name="connsiteY73" fmla="*/ 1524000 h 2870200"/>
              <a:gd name="connsiteX74" fmla="*/ 1659082 w 4114416"/>
              <a:gd name="connsiteY74" fmla="*/ 1490134 h 2870200"/>
              <a:gd name="connsiteX75" fmla="*/ 1684482 w 4114416"/>
              <a:gd name="connsiteY75" fmla="*/ 1388534 h 2870200"/>
              <a:gd name="connsiteX76" fmla="*/ 1732631 w 4114416"/>
              <a:gd name="connsiteY76" fmla="*/ 1294184 h 2870200"/>
              <a:gd name="connsiteX77" fmla="*/ 1794549 w 4114416"/>
              <a:gd name="connsiteY77" fmla="*/ 1176867 h 2870200"/>
              <a:gd name="connsiteX78" fmla="*/ 1831067 w 4114416"/>
              <a:gd name="connsiteY78" fmla="*/ 1238516 h 2870200"/>
              <a:gd name="connsiteX79" fmla="*/ 1853688 w 4114416"/>
              <a:gd name="connsiteY79" fmla="*/ 1323159 h 2870200"/>
              <a:gd name="connsiteX80" fmla="*/ 1887682 w 4114416"/>
              <a:gd name="connsiteY80" fmla="*/ 1422400 h 2870200"/>
              <a:gd name="connsiteX81" fmla="*/ 1938482 w 4114416"/>
              <a:gd name="connsiteY81" fmla="*/ 1600200 h 2870200"/>
              <a:gd name="connsiteX82" fmla="*/ 1978163 w 4114416"/>
              <a:gd name="connsiteY82" fmla="*/ 1762259 h 2870200"/>
              <a:gd name="connsiteX83" fmla="*/ 2006216 w 4114416"/>
              <a:gd name="connsiteY83" fmla="*/ 1498600 h 2870200"/>
              <a:gd name="connsiteX84" fmla="*/ 2023149 w 4114416"/>
              <a:gd name="connsiteY84" fmla="*/ 1464734 h 2870200"/>
              <a:gd name="connsiteX85" fmla="*/ 2031616 w 4114416"/>
              <a:gd name="connsiteY85" fmla="*/ 1439334 h 2870200"/>
              <a:gd name="connsiteX86" fmla="*/ 2067707 w 4114416"/>
              <a:gd name="connsiteY86" fmla="*/ 1908377 h 2870200"/>
              <a:gd name="connsiteX87" fmla="*/ 2082416 w 4114416"/>
              <a:gd name="connsiteY87" fmla="*/ 2032000 h 2870200"/>
              <a:gd name="connsiteX88" fmla="*/ 2090882 w 4114416"/>
              <a:gd name="connsiteY88" fmla="*/ 2150534 h 2870200"/>
              <a:gd name="connsiteX89" fmla="*/ 2099349 w 4114416"/>
              <a:gd name="connsiteY89" fmla="*/ 2489200 h 2870200"/>
              <a:gd name="connsiteX90" fmla="*/ 2133216 w 4114416"/>
              <a:gd name="connsiteY90" fmla="*/ 2421467 h 2870200"/>
              <a:gd name="connsiteX91" fmla="*/ 2175549 w 4114416"/>
              <a:gd name="connsiteY91" fmla="*/ 2319867 h 2870200"/>
              <a:gd name="connsiteX92" fmla="*/ 2192611 w 4114416"/>
              <a:gd name="connsiteY92" fmla="*/ 2271500 h 2870200"/>
              <a:gd name="connsiteX93" fmla="*/ 2212579 w 4114416"/>
              <a:gd name="connsiteY93" fmla="*/ 2206201 h 2870200"/>
              <a:gd name="connsiteX94" fmla="*/ 2251749 w 4114416"/>
              <a:gd name="connsiteY94" fmla="*/ 2514600 h 2870200"/>
              <a:gd name="connsiteX95" fmla="*/ 2277149 w 4114416"/>
              <a:gd name="connsiteY95" fmla="*/ 2565400 h 2870200"/>
              <a:gd name="connsiteX96" fmla="*/ 2285616 w 4114416"/>
              <a:gd name="connsiteY96" fmla="*/ 2489200 h 2870200"/>
              <a:gd name="connsiteX97" fmla="*/ 2302549 w 4114416"/>
              <a:gd name="connsiteY97" fmla="*/ 2421467 h 2870200"/>
              <a:gd name="connsiteX98" fmla="*/ 2311016 w 4114416"/>
              <a:gd name="connsiteY98" fmla="*/ 1718734 h 2870200"/>
              <a:gd name="connsiteX99" fmla="*/ 2336416 w 4114416"/>
              <a:gd name="connsiteY99" fmla="*/ 1811867 h 2870200"/>
              <a:gd name="connsiteX100" fmla="*/ 2361816 w 4114416"/>
              <a:gd name="connsiteY100" fmla="*/ 1871134 h 2870200"/>
              <a:gd name="connsiteX101" fmla="*/ 2395682 w 4114416"/>
              <a:gd name="connsiteY101" fmla="*/ 1972734 h 2870200"/>
              <a:gd name="connsiteX102" fmla="*/ 2404149 w 4114416"/>
              <a:gd name="connsiteY102" fmla="*/ 1574800 h 2870200"/>
              <a:gd name="connsiteX103" fmla="*/ 2429549 w 4114416"/>
              <a:gd name="connsiteY103" fmla="*/ 1236134 h 2870200"/>
              <a:gd name="connsiteX104" fmla="*/ 2446482 w 4114416"/>
              <a:gd name="connsiteY104" fmla="*/ 1092200 h 2870200"/>
              <a:gd name="connsiteX105" fmla="*/ 2454949 w 4114416"/>
              <a:gd name="connsiteY105" fmla="*/ 1066800 h 2870200"/>
              <a:gd name="connsiteX106" fmla="*/ 2463416 w 4114416"/>
              <a:gd name="connsiteY106" fmla="*/ 1092200 h 2870200"/>
              <a:gd name="connsiteX107" fmla="*/ 2488816 w 4114416"/>
              <a:gd name="connsiteY107" fmla="*/ 1227667 h 2870200"/>
              <a:gd name="connsiteX108" fmla="*/ 2514216 w 4114416"/>
              <a:gd name="connsiteY108" fmla="*/ 753534 h 2870200"/>
              <a:gd name="connsiteX109" fmla="*/ 2531149 w 4114416"/>
              <a:gd name="connsiteY109" fmla="*/ 685800 h 2870200"/>
              <a:gd name="connsiteX110" fmla="*/ 2539616 w 4114416"/>
              <a:gd name="connsiteY110" fmla="*/ 609600 h 2870200"/>
              <a:gd name="connsiteX111" fmla="*/ 2548082 w 4114416"/>
              <a:gd name="connsiteY111" fmla="*/ 558800 h 2870200"/>
              <a:gd name="connsiteX112" fmla="*/ 2565016 w 4114416"/>
              <a:gd name="connsiteY112" fmla="*/ 584200 h 2870200"/>
              <a:gd name="connsiteX113" fmla="*/ 2573482 w 4114416"/>
              <a:gd name="connsiteY113" fmla="*/ 778934 h 2870200"/>
              <a:gd name="connsiteX114" fmla="*/ 2615816 w 4114416"/>
              <a:gd name="connsiteY114" fmla="*/ 914400 h 2870200"/>
              <a:gd name="connsiteX115" fmla="*/ 2632749 w 4114416"/>
              <a:gd name="connsiteY115" fmla="*/ 973667 h 2870200"/>
              <a:gd name="connsiteX116" fmla="*/ 2649682 w 4114416"/>
              <a:gd name="connsiteY116" fmla="*/ 812800 h 2870200"/>
              <a:gd name="connsiteX117" fmla="*/ 2666616 w 4114416"/>
              <a:gd name="connsiteY117" fmla="*/ 694267 h 2870200"/>
              <a:gd name="connsiteX118" fmla="*/ 2692016 w 4114416"/>
              <a:gd name="connsiteY118" fmla="*/ 558800 h 2870200"/>
              <a:gd name="connsiteX119" fmla="*/ 2717416 w 4114416"/>
              <a:gd name="connsiteY119" fmla="*/ 321734 h 2870200"/>
              <a:gd name="connsiteX120" fmla="*/ 2734349 w 4114416"/>
              <a:gd name="connsiteY120" fmla="*/ 1058334 h 2870200"/>
              <a:gd name="connsiteX121" fmla="*/ 2760746 w 4114416"/>
              <a:gd name="connsiteY121" fmla="*/ 1023969 h 2870200"/>
              <a:gd name="connsiteX122" fmla="*/ 2810549 w 4114416"/>
              <a:gd name="connsiteY122" fmla="*/ 905934 h 2870200"/>
              <a:gd name="connsiteX123" fmla="*/ 2844416 w 4114416"/>
              <a:gd name="connsiteY123" fmla="*/ 855134 h 2870200"/>
              <a:gd name="connsiteX124" fmla="*/ 2869816 w 4114416"/>
              <a:gd name="connsiteY124" fmla="*/ 1422400 h 2870200"/>
              <a:gd name="connsiteX125" fmla="*/ 2878282 w 4114416"/>
              <a:gd name="connsiteY125" fmla="*/ 1388534 h 2870200"/>
              <a:gd name="connsiteX126" fmla="*/ 2895216 w 4114416"/>
              <a:gd name="connsiteY126" fmla="*/ 1363134 h 2870200"/>
              <a:gd name="connsiteX127" fmla="*/ 2920616 w 4114416"/>
              <a:gd name="connsiteY127" fmla="*/ 1278467 h 2870200"/>
              <a:gd name="connsiteX128" fmla="*/ 2937549 w 4114416"/>
              <a:gd name="connsiteY128" fmla="*/ 1320800 h 2870200"/>
              <a:gd name="connsiteX129" fmla="*/ 2954482 w 4114416"/>
              <a:gd name="connsiteY129" fmla="*/ 1388534 h 2870200"/>
              <a:gd name="connsiteX130" fmla="*/ 2971416 w 4114416"/>
              <a:gd name="connsiteY130" fmla="*/ 1422400 h 2870200"/>
              <a:gd name="connsiteX131" fmla="*/ 3013749 w 4114416"/>
              <a:gd name="connsiteY131" fmla="*/ 1540934 h 2870200"/>
              <a:gd name="connsiteX132" fmla="*/ 3030682 w 4114416"/>
              <a:gd name="connsiteY132" fmla="*/ 1566334 h 2870200"/>
              <a:gd name="connsiteX133" fmla="*/ 3064549 w 4114416"/>
              <a:gd name="connsiteY133" fmla="*/ 1718734 h 2870200"/>
              <a:gd name="connsiteX134" fmla="*/ 3089949 w 4114416"/>
              <a:gd name="connsiteY134" fmla="*/ 1761067 h 2870200"/>
              <a:gd name="connsiteX135" fmla="*/ 3118129 w 4114416"/>
              <a:gd name="connsiteY135" fmla="*/ 1909842 h 2870200"/>
              <a:gd name="connsiteX136" fmla="*/ 3140749 w 4114416"/>
              <a:gd name="connsiteY136" fmla="*/ 1769534 h 2870200"/>
              <a:gd name="connsiteX137" fmla="*/ 3157682 w 4114416"/>
              <a:gd name="connsiteY137" fmla="*/ 1710267 h 2870200"/>
              <a:gd name="connsiteX138" fmla="*/ 3166149 w 4114416"/>
              <a:gd name="connsiteY138" fmla="*/ 1684867 h 2870200"/>
              <a:gd name="connsiteX139" fmla="*/ 3191549 w 4114416"/>
              <a:gd name="connsiteY139" fmla="*/ 1676400 h 2870200"/>
              <a:gd name="connsiteX140" fmla="*/ 3200016 w 4114416"/>
              <a:gd name="connsiteY140" fmla="*/ 2006600 h 2870200"/>
              <a:gd name="connsiteX141" fmla="*/ 3208482 w 4114416"/>
              <a:gd name="connsiteY141" fmla="*/ 2048934 h 2870200"/>
              <a:gd name="connsiteX142" fmla="*/ 3216949 w 4114416"/>
              <a:gd name="connsiteY142" fmla="*/ 2099734 h 2870200"/>
              <a:gd name="connsiteX143" fmla="*/ 3233882 w 4114416"/>
              <a:gd name="connsiteY143" fmla="*/ 2048934 h 2870200"/>
              <a:gd name="connsiteX144" fmla="*/ 3242349 w 4114416"/>
              <a:gd name="connsiteY144" fmla="*/ 1998134 h 2870200"/>
              <a:gd name="connsiteX145" fmla="*/ 3276216 w 4114416"/>
              <a:gd name="connsiteY145" fmla="*/ 2353734 h 2870200"/>
              <a:gd name="connsiteX146" fmla="*/ 3278960 w 4114416"/>
              <a:gd name="connsiteY146" fmla="*/ 2387600 h 2870200"/>
              <a:gd name="connsiteX147" fmla="*/ 3272323 w 4114416"/>
              <a:gd name="connsiteY147" fmla="*/ 2497667 h 2870200"/>
              <a:gd name="connsiteX148" fmla="*/ 3296810 w 4114416"/>
              <a:gd name="connsiteY148" fmla="*/ 2540952 h 2870200"/>
              <a:gd name="connsiteX149" fmla="*/ 3298638 w 4114416"/>
              <a:gd name="connsiteY149" fmla="*/ 2608686 h 2870200"/>
              <a:gd name="connsiteX150" fmla="*/ 3331591 w 4114416"/>
              <a:gd name="connsiteY150" fmla="*/ 2723509 h 2870200"/>
              <a:gd name="connsiteX151" fmla="*/ 3411682 w 4114416"/>
              <a:gd name="connsiteY151" fmla="*/ 2810934 h 2870200"/>
              <a:gd name="connsiteX152" fmla="*/ 3437082 w 4114416"/>
              <a:gd name="connsiteY152" fmla="*/ 2870200 h 2870200"/>
              <a:gd name="connsiteX153" fmla="*/ 3462482 w 4114416"/>
              <a:gd name="connsiteY153" fmla="*/ 1828800 h 2870200"/>
              <a:gd name="connsiteX154" fmla="*/ 3461984 w 4114416"/>
              <a:gd name="connsiteY154" fmla="*/ 2090271 h 2870200"/>
              <a:gd name="connsiteX155" fmla="*/ 3487882 w 4114416"/>
              <a:gd name="connsiteY155" fmla="*/ 1735667 h 2870200"/>
              <a:gd name="connsiteX156" fmla="*/ 3513282 w 4114416"/>
              <a:gd name="connsiteY156" fmla="*/ 1651000 h 2870200"/>
              <a:gd name="connsiteX157" fmla="*/ 3521749 w 4114416"/>
              <a:gd name="connsiteY157" fmla="*/ 1701800 h 2870200"/>
              <a:gd name="connsiteX158" fmla="*/ 3525733 w 4114416"/>
              <a:gd name="connsiteY158" fmla="*/ 1875118 h 2870200"/>
              <a:gd name="connsiteX159" fmla="*/ 3547149 w 4114416"/>
              <a:gd name="connsiteY159" fmla="*/ 1752600 h 2870200"/>
              <a:gd name="connsiteX160" fmla="*/ 3555616 w 4114416"/>
              <a:gd name="connsiteY160" fmla="*/ 1693334 h 2870200"/>
              <a:gd name="connsiteX161" fmla="*/ 3597949 w 4114416"/>
              <a:gd name="connsiteY161" fmla="*/ 1608667 h 2870200"/>
              <a:gd name="connsiteX162" fmla="*/ 3614882 w 4114416"/>
              <a:gd name="connsiteY162" fmla="*/ 1566334 h 2870200"/>
              <a:gd name="connsiteX163" fmla="*/ 3657216 w 4114416"/>
              <a:gd name="connsiteY163" fmla="*/ 1464734 h 2870200"/>
              <a:gd name="connsiteX164" fmla="*/ 3661200 w 4114416"/>
              <a:gd name="connsiteY164" fmla="*/ 1373094 h 2870200"/>
              <a:gd name="connsiteX165" fmla="*/ 3682616 w 4114416"/>
              <a:gd name="connsiteY165" fmla="*/ 1363134 h 2870200"/>
              <a:gd name="connsiteX166" fmla="*/ 3699549 w 4114416"/>
              <a:gd name="connsiteY166" fmla="*/ 1320800 h 2870200"/>
              <a:gd name="connsiteX167" fmla="*/ 3694569 w 4114416"/>
              <a:gd name="connsiteY167" fmla="*/ 1151964 h 2870200"/>
              <a:gd name="connsiteX168" fmla="*/ 3741882 w 4114416"/>
              <a:gd name="connsiteY168" fmla="*/ 1227667 h 2870200"/>
              <a:gd name="connsiteX169" fmla="*/ 3750349 w 4114416"/>
              <a:gd name="connsiteY169" fmla="*/ 1176867 h 2870200"/>
              <a:gd name="connsiteX170" fmla="*/ 3767282 w 4114416"/>
              <a:gd name="connsiteY170" fmla="*/ 1126067 h 2870200"/>
              <a:gd name="connsiteX171" fmla="*/ 3775749 w 4114416"/>
              <a:gd name="connsiteY171" fmla="*/ 1058334 h 2870200"/>
              <a:gd name="connsiteX172" fmla="*/ 3784216 w 4114416"/>
              <a:gd name="connsiteY172" fmla="*/ 1270000 h 2870200"/>
              <a:gd name="connsiteX173" fmla="*/ 3813064 w 4114416"/>
              <a:gd name="connsiteY173" fmla="*/ 678606 h 2870200"/>
              <a:gd name="connsiteX174" fmla="*/ 3818082 w 4114416"/>
              <a:gd name="connsiteY174" fmla="*/ 558800 h 2870200"/>
              <a:gd name="connsiteX175" fmla="*/ 3835016 w 4114416"/>
              <a:gd name="connsiteY175" fmla="*/ 482600 h 2870200"/>
              <a:gd name="connsiteX176" fmla="*/ 3843482 w 4114416"/>
              <a:gd name="connsiteY176" fmla="*/ 533400 h 2870200"/>
              <a:gd name="connsiteX177" fmla="*/ 3860416 w 4114416"/>
              <a:gd name="connsiteY177" fmla="*/ 660400 h 2870200"/>
              <a:gd name="connsiteX178" fmla="*/ 3868882 w 4114416"/>
              <a:gd name="connsiteY178" fmla="*/ 702734 h 2870200"/>
              <a:gd name="connsiteX179" fmla="*/ 3885816 w 4114416"/>
              <a:gd name="connsiteY179" fmla="*/ 736600 h 2870200"/>
              <a:gd name="connsiteX180" fmla="*/ 3902749 w 4114416"/>
              <a:gd name="connsiteY180" fmla="*/ 702734 h 2870200"/>
              <a:gd name="connsiteX181" fmla="*/ 3962016 w 4114416"/>
              <a:gd name="connsiteY181" fmla="*/ 482600 h 2870200"/>
              <a:gd name="connsiteX182" fmla="*/ 3978949 w 4114416"/>
              <a:gd name="connsiteY182" fmla="*/ 457200 h 2870200"/>
              <a:gd name="connsiteX183" fmla="*/ 4004349 w 4114416"/>
              <a:gd name="connsiteY183" fmla="*/ 177800 h 2870200"/>
              <a:gd name="connsiteX184" fmla="*/ 4029749 w 4114416"/>
              <a:gd name="connsiteY184" fmla="*/ 135467 h 2870200"/>
              <a:gd name="connsiteX185" fmla="*/ 4038216 w 4114416"/>
              <a:gd name="connsiteY185" fmla="*/ 101600 h 2870200"/>
              <a:gd name="connsiteX186" fmla="*/ 4046682 w 4114416"/>
              <a:gd name="connsiteY186" fmla="*/ 76200 h 2870200"/>
              <a:gd name="connsiteX187" fmla="*/ 4055149 w 4114416"/>
              <a:gd name="connsiteY187" fmla="*/ 110067 h 2870200"/>
              <a:gd name="connsiteX188" fmla="*/ 4072082 w 4114416"/>
              <a:gd name="connsiteY188" fmla="*/ 160867 h 2870200"/>
              <a:gd name="connsiteX189" fmla="*/ 4114416 w 4114416"/>
              <a:gd name="connsiteY189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608410 w 4114416"/>
              <a:gd name="connsiteY72" fmla="*/ 1462351 h 2870200"/>
              <a:gd name="connsiteX73" fmla="*/ 1633682 w 4114416"/>
              <a:gd name="connsiteY73" fmla="*/ 1524000 h 2870200"/>
              <a:gd name="connsiteX74" fmla="*/ 1659082 w 4114416"/>
              <a:gd name="connsiteY74" fmla="*/ 1490134 h 2870200"/>
              <a:gd name="connsiteX75" fmla="*/ 1684482 w 4114416"/>
              <a:gd name="connsiteY75" fmla="*/ 1388534 h 2870200"/>
              <a:gd name="connsiteX76" fmla="*/ 1732631 w 4114416"/>
              <a:gd name="connsiteY76" fmla="*/ 1294184 h 2870200"/>
              <a:gd name="connsiteX77" fmla="*/ 1794549 w 4114416"/>
              <a:gd name="connsiteY77" fmla="*/ 1176867 h 2870200"/>
              <a:gd name="connsiteX78" fmla="*/ 1831067 w 4114416"/>
              <a:gd name="connsiteY78" fmla="*/ 1238516 h 2870200"/>
              <a:gd name="connsiteX79" fmla="*/ 1853688 w 4114416"/>
              <a:gd name="connsiteY79" fmla="*/ 1323159 h 2870200"/>
              <a:gd name="connsiteX80" fmla="*/ 1887682 w 4114416"/>
              <a:gd name="connsiteY80" fmla="*/ 1422400 h 2870200"/>
              <a:gd name="connsiteX81" fmla="*/ 1938482 w 4114416"/>
              <a:gd name="connsiteY81" fmla="*/ 1600200 h 2870200"/>
              <a:gd name="connsiteX82" fmla="*/ 1978163 w 4114416"/>
              <a:gd name="connsiteY82" fmla="*/ 1762259 h 2870200"/>
              <a:gd name="connsiteX83" fmla="*/ 2006216 w 4114416"/>
              <a:gd name="connsiteY83" fmla="*/ 1498600 h 2870200"/>
              <a:gd name="connsiteX84" fmla="*/ 2023149 w 4114416"/>
              <a:gd name="connsiteY84" fmla="*/ 1464734 h 2870200"/>
              <a:gd name="connsiteX85" fmla="*/ 2031616 w 4114416"/>
              <a:gd name="connsiteY85" fmla="*/ 1439334 h 2870200"/>
              <a:gd name="connsiteX86" fmla="*/ 2067707 w 4114416"/>
              <a:gd name="connsiteY86" fmla="*/ 1908377 h 2870200"/>
              <a:gd name="connsiteX87" fmla="*/ 2082416 w 4114416"/>
              <a:gd name="connsiteY87" fmla="*/ 2032000 h 2870200"/>
              <a:gd name="connsiteX88" fmla="*/ 2090882 w 4114416"/>
              <a:gd name="connsiteY88" fmla="*/ 2150534 h 2870200"/>
              <a:gd name="connsiteX89" fmla="*/ 2099349 w 4114416"/>
              <a:gd name="connsiteY89" fmla="*/ 2489200 h 2870200"/>
              <a:gd name="connsiteX90" fmla="*/ 2133216 w 4114416"/>
              <a:gd name="connsiteY90" fmla="*/ 2421467 h 2870200"/>
              <a:gd name="connsiteX91" fmla="*/ 2175549 w 4114416"/>
              <a:gd name="connsiteY91" fmla="*/ 2319867 h 2870200"/>
              <a:gd name="connsiteX92" fmla="*/ 2192611 w 4114416"/>
              <a:gd name="connsiteY92" fmla="*/ 2271500 h 2870200"/>
              <a:gd name="connsiteX93" fmla="*/ 2212579 w 4114416"/>
              <a:gd name="connsiteY93" fmla="*/ 2206201 h 2870200"/>
              <a:gd name="connsiteX94" fmla="*/ 2251749 w 4114416"/>
              <a:gd name="connsiteY94" fmla="*/ 2514600 h 2870200"/>
              <a:gd name="connsiteX95" fmla="*/ 2277149 w 4114416"/>
              <a:gd name="connsiteY95" fmla="*/ 2565400 h 2870200"/>
              <a:gd name="connsiteX96" fmla="*/ 2285616 w 4114416"/>
              <a:gd name="connsiteY96" fmla="*/ 2489200 h 2870200"/>
              <a:gd name="connsiteX97" fmla="*/ 2302549 w 4114416"/>
              <a:gd name="connsiteY97" fmla="*/ 2421467 h 2870200"/>
              <a:gd name="connsiteX98" fmla="*/ 2311016 w 4114416"/>
              <a:gd name="connsiteY98" fmla="*/ 1718734 h 2870200"/>
              <a:gd name="connsiteX99" fmla="*/ 2336416 w 4114416"/>
              <a:gd name="connsiteY99" fmla="*/ 1811867 h 2870200"/>
              <a:gd name="connsiteX100" fmla="*/ 2361816 w 4114416"/>
              <a:gd name="connsiteY100" fmla="*/ 1871134 h 2870200"/>
              <a:gd name="connsiteX101" fmla="*/ 2395682 w 4114416"/>
              <a:gd name="connsiteY101" fmla="*/ 1972734 h 2870200"/>
              <a:gd name="connsiteX102" fmla="*/ 2404149 w 4114416"/>
              <a:gd name="connsiteY102" fmla="*/ 1574800 h 2870200"/>
              <a:gd name="connsiteX103" fmla="*/ 2429549 w 4114416"/>
              <a:gd name="connsiteY103" fmla="*/ 1236134 h 2870200"/>
              <a:gd name="connsiteX104" fmla="*/ 2446482 w 4114416"/>
              <a:gd name="connsiteY104" fmla="*/ 1092200 h 2870200"/>
              <a:gd name="connsiteX105" fmla="*/ 2454949 w 4114416"/>
              <a:gd name="connsiteY105" fmla="*/ 1066800 h 2870200"/>
              <a:gd name="connsiteX106" fmla="*/ 2463416 w 4114416"/>
              <a:gd name="connsiteY106" fmla="*/ 1092200 h 2870200"/>
              <a:gd name="connsiteX107" fmla="*/ 2488816 w 4114416"/>
              <a:gd name="connsiteY107" fmla="*/ 1227667 h 2870200"/>
              <a:gd name="connsiteX108" fmla="*/ 2514216 w 4114416"/>
              <a:gd name="connsiteY108" fmla="*/ 753534 h 2870200"/>
              <a:gd name="connsiteX109" fmla="*/ 2531149 w 4114416"/>
              <a:gd name="connsiteY109" fmla="*/ 685800 h 2870200"/>
              <a:gd name="connsiteX110" fmla="*/ 2539616 w 4114416"/>
              <a:gd name="connsiteY110" fmla="*/ 609600 h 2870200"/>
              <a:gd name="connsiteX111" fmla="*/ 2548082 w 4114416"/>
              <a:gd name="connsiteY111" fmla="*/ 558800 h 2870200"/>
              <a:gd name="connsiteX112" fmla="*/ 2565016 w 4114416"/>
              <a:gd name="connsiteY112" fmla="*/ 584200 h 2870200"/>
              <a:gd name="connsiteX113" fmla="*/ 2573482 w 4114416"/>
              <a:gd name="connsiteY113" fmla="*/ 778934 h 2870200"/>
              <a:gd name="connsiteX114" fmla="*/ 2615816 w 4114416"/>
              <a:gd name="connsiteY114" fmla="*/ 914400 h 2870200"/>
              <a:gd name="connsiteX115" fmla="*/ 2632749 w 4114416"/>
              <a:gd name="connsiteY115" fmla="*/ 973667 h 2870200"/>
              <a:gd name="connsiteX116" fmla="*/ 2649682 w 4114416"/>
              <a:gd name="connsiteY116" fmla="*/ 812800 h 2870200"/>
              <a:gd name="connsiteX117" fmla="*/ 2666616 w 4114416"/>
              <a:gd name="connsiteY117" fmla="*/ 694267 h 2870200"/>
              <a:gd name="connsiteX118" fmla="*/ 2692016 w 4114416"/>
              <a:gd name="connsiteY118" fmla="*/ 558800 h 2870200"/>
              <a:gd name="connsiteX119" fmla="*/ 2717416 w 4114416"/>
              <a:gd name="connsiteY119" fmla="*/ 321734 h 2870200"/>
              <a:gd name="connsiteX120" fmla="*/ 2734349 w 4114416"/>
              <a:gd name="connsiteY120" fmla="*/ 1058334 h 2870200"/>
              <a:gd name="connsiteX121" fmla="*/ 2760746 w 4114416"/>
              <a:gd name="connsiteY121" fmla="*/ 1023969 h 2870200"/>
              <a:gd name="connsiteX122" fmla="*/ 2810549 w 4114416"/>
              <a:gd name="connsiteY122" fmla="*/ 905934 h 2870200"/>
              <a:gd name="connsiteX123" fmla="*/ 2844416 w 4114416"/>
              <a:gd name="connsiteY123" fmla="*/ 855134 h 2870200"/>
              <a:gd name="connsiteX124" fmla="*/ 2869816 w 4114416"/>
              <a:gd name="connsiteY124" fmla="*/ 1422400 h 2870200"/>
              <a:gd name="connsiteX125" fmla="*/ 2878282 w 4114416"/>
              <a:gd name="connsiteY125" fmla="*/ 1388534 h 2870200"/>
              <a:gd name="connsiteX126" fmla="*/ 2895216 w 4114416"/>
              <a:gd name="connsiteY126" fmla="*/ 1363134 h 2870200"/>
              <a:gd name="connsiteX127" fmla="*/ 2920616 w 4114416"/>
              <a:gd name="connsiteY127" fmla="*/ 1278467 h 2870200"/>
              <a:gd name="connsiteX128" fmla="*/ 2937549 w 4114416"/>
              <a:gd name="connsiteY128" fmla="*/ 1320800 h 2870200"/>
              <a:gd name="connsiteX129" fmla="*/ 2954482 w 4114416"/>
              <a:gd name="connsiteY129" fmla="*/ 1388534 h 2870200"/>
              <a:gd name="connsiteX130" fmla="*/ 2971416 w 4114416"/>
              <a:gd name="connsiteY130" fmla="*/ 1422400 h 2870200"/>
              <a:gd name="connsiteX131" fmla="*/ 3013749 w 4114416"/>
              <a:gd name="connsiteY131" fmla="*/ 1540934 h 2870200"/>
              <a:gd name="connsiteX132" fmla="*/ 3030682 w 4114416"/>
              <a:gd name="connsiteY132" fmla="*/ 1566334 h 2870200"/>
              <a:gd name="connsiteX133" fmla="*/ 3064549 w 4114416"/>
              <a:gd name="connsiteY133" fmla="*/ 1718734 h 2870200"/>
              <a:gd name="connsiteX134" fmla="*/ 3089949 w 4114416"/>
              <a:gd name="connsiteY134" fmla="*/ 1761067 h 2870200"/>
              <a:gd name="connsiteX135" fmla="*/ 3118129 w 4114416"/>
              <a:gd name="connsiteY135" fmla="*/ 1909842 h 2870200"/>
              <a:gd name="connsiteX136" fmla="*/ 3140749 w 4114416"/>
              <a:gd name="connsiteY136" fmla="*/ 1769534 h 2870200"/>
              <a:gd name="connsiteX137" fmla="*/ 3157682 w 4114416"/>
              <a:gd name="connsiteY137" fmla="*/ 1710267 h 2870200"/>
              <a:gd name="connsiteX138" fmla="*/ 3166149 w 4114416"/>
              <a:gd name="connsiteY138" fmla="*/ 1684867 h 2870200"/>
              <a:gd name="connsiteX139" fmla="*/ 3191549 w 4114416"/>
              <a:gd name="connsiteY139" fmla="*/ 1676400 h 2870200"/>
              <a:gd name="connsiteX140" fmla="*/ 3200016 w 4114416"/>
              <a:gd name="connsiteY140" fmla="*/ 2006600 h 2870200"/>
              <a:gd name="connsiteX141" fmla="*/ 3208482 w 4114416"/>
              <a:gd name="connsiteY141" fmla="*/ 2048934 h 2870200"/>
              <a:gd name="connsiteX142" fmla="*/ 3216949 w 4114416"/>
              <a:gd name="connsiteY142" fmla="*/ 2099734 h 2870200"/>
              <a:gd name="connsiteX143" fmla="*/ 3233882 w 4114416"/>
              <a:gd name="connsiteY143" fmla="*/ 2048934 h 2870200"/>
              <a:gd name="connsiteX144" fmla="*/ 3242349 w 4114416"/>
              <a:gd name="connsiteY144" fmla="*/ 1998134 h 2870200"/>
              <a:gd name="connsiteX145" fmla="*/ 3276216 w 4114416"/>
              <a:gd name="connsiteY145" fmla="*/ 2353734 h 2870200"/>
              <a:gd name="connsiteX146" fmla="*/ 3278960 w 4114416"/>
              <a:gd name="connsiteY146" fmla="*/ 2387600 h 2870200"/>
              <a:gd name="connsiteX147" fmla="*/ 3272323 w 4114416"/>
              <a:gd name="connsiteY147" fmla="*/ 2497667 h 2870200"/>
              <a:gd name="connsiteX148" fmla="*/ 3296810 w 4114416"/>
              <a:gd name="connsiteY148" fmla="*/ 2540952 h 2870200"/>
              <a:gd name="connsiteX149" fmla="*/ 3298638 w 4114416"/>
              <a:gd name="connsiteY149" fmla="*/ 2608686 h 2870200"/>
              <a:gd name="connsiteX150" fmla="*/ 3331591 w 4114416"/>
              <a:gd name="connsiteY150" fmla="*/ 2723509 h 2870200"/>
              <a:gd name="connsiteX151" fmla="*/ 3411682 w 4114416"/>
              <a:gd name="connsiteY151" fmla="*/ 2810934 h 2870200"/>
              <a:gd name="connsiteX152" fmla="*/ 3437082 w 4114416"/>
              <a:gd name="connsiteY152" fmla="*/ 2870200 h 2870200"/>
              <a:gd name="connsiteX153" fmla="*/ 3462482 w 4114416"/>
              <a:gd name="connsiteY153" fmla="*/ 1828800 h 2870200"/>
              <a:gd name="connsiteX154" fmla="*/ 3461984 w 4114416"/>
              <a:gd name="connsiteY154" fmla="*/ 2090271 h 2870200"/>
              <a:gd name="connsiteX155" fmla="*/ 3487882 w 4114416"/>
              <a:gd name="connsiteY155" fmla="*/ 1735667 h 2870200"/>
              <a:gd name="connsiteX156" fmla="*/ 3513282 w 4114416"/>
              <a:gd name="connsiteY156" fmla="*/ 1651000 h 2870200"/>
              <a:gd name="connsiteX157" fmla="*/ 3521749 w 4114416"/>
              <a:gd name="connsiteY157" fmla="*/ 1701800 h 2870200"/>
              <a:gd name="connsiteX158" fmla="*/ 3525733 w 4114416"/>
              <a:gd name="connsiteY158" fmla="*/ 1875118 h 2870200"/>
              <a:gd name="connsiteX159" fmla="*/ 3547149 w 4114416"/>
              <a:gd name="connsiteY159" fmla="*/ 1752600 h 2870200"/>
              <a:gd name="connsiteX160" fmla="*/ 3555616 w 4114416"/>
              <a:gd name="connsiteY160" fmla="*/ 1693334 h 2870200"/>
              <a:gd name="connsiteX161" fmla="*/ 3597949 w 4114416"/>
              <a:gd name="connsiteY161" fmla="*/ 1608667 h 2870200"/>
              <a:gd name="connsiteX162" fmla="*/ 3614882 w 4114416"/>
              <a:gd name="connsiteY162" fmla="*/ 1566334 h 2870200"/>
              <a:gd name="connsiteX163" fmla="*/ 3657216 w 4114416"/>
              <a:gd name="connsiteY163" fmla="*/ 1464734 h 2870200"/>
              <a:gd name="connsiteX164" fmla="*/ 3661200 w 4114416"/>
              <a:gd name="connsiteY164" fmla="*/ 1373094 h 2870200"/>
              <a:gd name="connsiteX165" fmla="*/ 3682616 w 4114416"/>
              <a:gd name="connsiteY165" fmla="*/ 1363134 h 2870200"/>
              <a:gd name="connsiteX166" fmla="*/ 3699549 w 4114416"/>
              <a:gd name="connsiteY166" fmla="*/ 1320800 h 2870200"/>
              <a:gd name="connsiteX167" fmla="*/ 3694569 w 4114416"/>
              <a:gd name="connsiteY167" fmla="*/ 1151964 h 2870200"/>
              <a:gd name="connsiteX168" fmla="*/ 3741882 w 4114416"/>
              <a:gd name="connsiteY168" fmla="*/ 1227667 h 2870200"/>
              <a:gd name="connsiteX169" fmla="*/ 3750349 w 4114416"/>
              <a:gd name="connsiteY169" fmla="*/ 1176867 h 2870200"/>
              <a:gd name="connsiteX170" fmla="*/ 3767282 w 4114416"/>
              <a:gd name="connsiteY170" fmla="*/ 1126067 h 2870200"/>
              <a:gd name="connsiteX171" fmla="*/ 3775749 w 4114416"/>
              <a:gd name="connsiteY171" fmla="*/ 1058334 h 2870200"/>
              <a:gd name="connsiteX172" fmla="*/ 3784216 w 4114416"/>
              <a:gd name="connsiteY172" fmla="*/ 1270000 h 2870200"/>
              <a:gd name="connsiteX173" fmla="*/ 3813064 w 4114416"/>
              <a:gd name="connsiteY173" fmla="*/ 678606 h 2870200"/>
              <a:gd name="connsiteX174" fmla="*/ 3818082 w 4114416"/>
              <a:gd name="connsiteY174" fmla="*/ 558800 h 2870200"/>
              <a:gd name="connsiteX175" fmla="*/ 3835016 w 4114416"/>
              <a:gd name="connsiteY175" fmla="*/ 482600 h 2870200"/>
              <a:gd name="connsiteX176" fmla="*/ 3843482 w 4114416"/>
              <a:gd name="connsiteY176" fmla="*/ 533400 h 2870200"/>
              <a:gd name="connsiteX177" fmla="*/ 3860416 w 4114416"/>
              <a:gd name="connsiteY177" fmla="*/ 660400 h 2870200"/>
              <a:gd name="connsiteX178" fmla="*/ 3868882 w 4114416"/>
              <a:gd name="connsiteY178" fmla="*/ 702734 h 2870200"/>
              <a:gd name="connsiteX179" fmla="*/ 3885816 w 4114416"/>
              <a:gd name="connsiteY179" fmla="*/ 736600 h 2870200"/>
              <a:gd name="connsiteX180" fmla="*/ 3902749 w 4114416"/>
              <a:gd name="connsiteY180" fmla="*/ 702734 h 2870200"/>
              <a:gd name="connsiteX181" fmla="*/ 3962016 w 4114416"/>
              <a:gd name="connsiteY181" fmla="*/ 482600 h 2870200"/>
              <a:gd name="connsiteX182" fmla="*/ 3978949 w 4114416"/>
              <a:gd name="connsiteY182" fmla="*/ 457200 h 2870200"/>
              <a:gd name="connsiteX183" fmla="*/ 4004349 w 4114416"/>
              <a:gd name="connsiteY183" fmla="*/ 177800 h 2870200"/>
              <a:gd name="connsiteX184" fmla="*/ 4029749 w 4114416"/>
              <a:gd name="connsiteY184" fmla="*/ 135467 h 2870200"/>
              <a:gd name="connsiteX185" fmla="*/ 4038216 w 4114416"/>
              <a:gd name="connsiteY185" fmla="*/ 101600 h 2870200"/>
              <a:gd name="connsiteX186" fmla="*/ 4046682 w 4114416"/>
              <a:gd name="connsiteY186" fmla="*/ 76200 h 2870200"/>
              <a:gd name="connsiteX187" fmla="*/ 4055149 w 4114416"/>
              <a:gd name="connsiteY187" fmla="*/ 110067 h 2870200"/>
              <a:gd name="connsiteX188" fmla="*/ 4072082 w 4114416"/>
              <a:gd name="connsiteY188" fmla="*/ 160867 h 2870200"/>
              <a:gd name="connsiteX189" fmla="*/ 4114416 w 4114416"/>
              <a:gd name="connsiteY189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608410 w 4114416"/>
              <a:gd name="connsiteY72" fmla="*/ 1462351 h 2870200"/>
              <a:gd name="connsiteX73" fmla="*/ 1633682 w 4114416"/>
              <a:gd name="connsiteY73" fmla="*/ 1524000 h 2870200"/>
              <a:gd name="connsiteX74" fmla="*/ 1659082 w 4114416"/>
              <a:gd name="connsiteY74" fmla="*/ 1490134 h 2870200"/>
              <a:gd name="connsiteX75" fmla="*/ 1684482 w 4114416"/>
              <a:gd name="connsiteY75" fmla="*/ 1388534 h 2870200"/>
              <a:gd name="connsiteX76" fmla="*/ 1732631 w 4114416"/>
              <a:gd name="connsiteY76" fmla="*/ 1294184 h 2870200"/>
              <a:gd name="connsiteX77" fmla="*/ 1794549 w 4114416"/>
              <a:gd name="connsiteY77" fmla="*/ 1176867 h 2870200"/>
              <a:gd name="connsiteX78" fmla="*/ 1831067 w 4114416"/>
              <a:gd name="connsiteY78" fmla="*/ 1238516 h 2870200"/>
              <a:gd name="connsiteX79" fmla="*/ 1853688 w 4114416"/>
              <a:gd name="connsiteY79" fmla="*/ 1323159 h 2870200"/>
              <a:gd name="connsiteX80" fmla="*/ 1887682 w 4114416"/>
              <a:gd name="connsiteY80" fmla="*/ 1422400 h 2870200"/>
              <a:gd name="connsiteX81" fmla="*/ 1938482 w 4114416"/>
              <a:gd name="connsiteY81" fmla="*/ 1600200 h 2870200"/>
              <a:gd name="connsiteX82" fmla="*/ 1978163 w 4114416"/>
              <a:gd name="connsiteY82" fmla="*/ 1762259 h 2870200"/>
              <a:gd name="connsiteX83" fmla="*/ 2006216 w 4114416"/>
              <a:gd name="connsiteY83" fmla="*/ 1498600 h 2870200"/>
              <a:gd name="connsiteX84" fmla="*/ 2023149 w 4114416"/>
              <a:gd name="connsiteY84" fmla="*/ 1464734 h 2870200"/>
              <a:gd name="connsiteX85" fmla="*/ 2031616 w 4114416"/>
              <a:gd name="connsiteY85" fmla="*/ 1439334 h 2870200"/>
              <a:gd name="connsiteX86" fmla="*/ 2067707 w 4114416"/>
              <a:gd name="connsiteY86" fmla="*/ 1908377 h 2870200"/>
              <a:gd name="connsiteX87" fmla="*/ 2082416 w 4114416"/>
              <a:gd name="connsiteY87" fmla="*/ 2032000 h 2870200"/>
              <a:gd name="connsiteX88" fmla="*/ 2090882 w 4114416"/>
              <a:gd name="connsiteY88" fmla="*/ 2150534 h 2870200"/>
              <a:gd name="connsiteX89" fmla="*/ 2099349 w 4114416"/>
              <a:gd name="connsiteY89" fmla="*/ 2489200 h 2870200"/>
              <a:gd name="connsiteX90" fmla="*/ 2133216 w 4114416"/>
              <a:gd name="connsiteY90" fmla="*/ 2421467 h 2870200"/>
              <a:gd name="connsiteX91" fmla="*/ 2175549 w 4114416"/>
              <a:gd name="connsiteY91" fmla="*/ 2319867 h 2870200"/>
              <a:gd name="connsiteX92" fmla="*/ 2192611 w 4114416"/>
              <a:gd name="connsiteY92" fmla="*/ 2271500 h 2870200"/>
              <a:gd name="connsiteX93" fmla="*/ 2212579 w 4114416"/>
              <a:gd name="connsiteY93" fmla="*/ 2206201 h 2870200"/>
              <a:gd name="connsiteX94" fmla="*/ 2251749 w 4114416"/>
              <a:gd name="connsiteY94" fmla="*/ 2514600 h 2870200"/>
              <a:gd name="connsiteX95" fmla="*/ 2277149 w 4114416"/>
              <a:gd name="connsiteY95" fmla="*/ 2565400 h 2870200"/>
              <a:gd name="connsiteX96" fmla="*/ 2285616 w 4114416"/>
              <a:gd name="connsiteY96" fmla="*/ 2489200 h 2870200"/>
              <a:gd name="connsiteX97" fmla="*/ 2302549 w 4114416"/>
              <a:gd name="connsiteY97" fmla="*/ 2421467 h 2870200"/>
              <a:gd name="connsiteX98" fmla="*/ 2311016 w 4114416"/>
              <a:gd name="connsiteY98" fmla="*/ 1718734 h 2870200"/>
              <a:gd name="connsiteX99" fmla="*/ 2336416 w 4114416"/>
              <a:gd name="connsiteY99" fmla="*/ 1811867 h 2870200"/>
              <a:gd name="connsiteX100" fmla="*/ 2361816 w 4114416"/>
              <a:gd name="connsiteY100" fmla="*/ 1871134 h 2870200"/>
              <a:gd name="connsiteX101" fmla="*/ 2395682 w 4114416"/>
              <a:gd name="connsiteY101" fmla="*/ 1972734 h 2870200"/>
              <a:gd name="connsiteX102" fmla="*/ 2404149 w 4114416"/>
              <a:gd name="connsiteY102" fmla="*/ 1574800 h 2870200"/>
              <a:gd name="connsiteX103" fmla="*/ 2429549 w 4114416"/>
              <a:gd name="connsiteY103" fmla="*/ 1236134 h 2870200"/>
              <a:gd name="connsiteX104" fmla="*/ 2446482 w 4114416"/>
              <a:gd name="connsiteY104" fmla="*/ 1092200 h 2870200"/>
              <a:gd name="connsiteX105" fmla="*/ 2454949 w 4114416"/>
              <a:gd name="connsiteY105" fmla="*/ 1066800 h 2870200"/>
              <a:gd name="connsiteX106" fmla="*/ 2463416 w 4114416"/>
              <a:gd name="connsiteY106" fmla="*/ 1092200 h 2870200"/>
              <a:gd name="connsiteX107" fmla="*/ 2488816 w 4114416"/>
              <a:gd name="connsiteY107" fmla="*/ 1227667 h 2870200"/>
              <a:gd name="connsiteX108" fmla="*/ 2514216 w 4114416"/>
              <a:gd name="connsiteY108" fmla="*/ 753534 h 2870200"/>
              <a:gd name="connsiteX109" fmla="*/ 2531149 w 4114416"/>
              <a:gd name="connsiteY109" fmla="*/ 685800 h 2870200"/>
              <a:gd name="connsiteX110" fmla="*/ 2539616 w 4114416"/>
              <a:gd name="connsiteY110" fmla="*/ 609600 h 2870200"/>
              <a:gd name="connsiteX111" fmla="*/ 2548082 w 4114416"/>
              <a:gd name="connsiteY111" fmla="*/ 558800 h 2870200"/>
              <a:gd name="connsiteX112" fmla="*/ 2565016 w 4114416"/>
              <a:gd name="connsiteY112" fmla="*/ 584200 h 2870200"/>
              <a:gd name="connsiteX113" fmla="*/ 2573482 w 4114416"/>
              <a:gd name="connsiteY113" fmla="*/ 778934 h 2870200"/>
              <a:gd name="connsiteX114" fmla="*/ 2615816 w 4114416"/>
              <a:gd name="connsiteY114" fmla="*/ 914400 h 2870200"/>
              <a:gd name="connsiteX115" fmla="*/ 2632749 w 4114416"/>
              <a:gd name="connsiteY115" fmla="*/ 973667 h 2870200"/>
              <a:gd name="connsiteX116" fmla="*/ 2649682 w 4114416"/>
              <a:gd name="connsiteY116" fmla="*/ 812800 h 2870200"/>
              <a:gd name="connsiteX117" fmla="*/ 2666616 w 4114416"/>
              <a:gd name="connsiteY117" fmla="*/ 694267 h 2870200"/>
              <a:gd name="connsiteX118" fmla="*/ 2692016 w 4114416"/>
              <a:gd name="connsiteY118" fmla="*/ 558800 h 2870200"/>
              <a:gd name="connsiteX119" fmla="*/ 2717416 w 4114416"/>
              <a:gd name="connsiteY119" fmla="*/ 321734 h 2870200"/>
              <a:gd name="connsiteX120" fmla="*/ 2734349 w 4114416"/>
              <a:gd name="connsiteY120" fmla="*/ 1058334 h 2870200"/>
              <a:gd name="connsiteX121" fmla="*/ 2760746 w 4114416"/>
              <a:gd name="connsiteY121" fmla="*/ 1023969 h 2870200"/>
              <a:gd name="connsiteX122" fmla="*/ 2810549 w 4114416"/>
              <a:gd name="connsiteY122" fmla="*/ 905934 h 2870200"/>
              <a:gd name="connsiteX123" fmla="*/ 2844416 w 4114416"/>
              <a:gd name="connsiteY123" fmla="*/ 855134 h 2870200"/>
              <a:gd name="connsiteX124" fmla="*/ 2869816 w 4114416"/>
              <a:gd name="connsiteY124" fmla="*/ 1422400 h 2870200"/>
              <a:gd name="connsiteX125" fmla="*/ 2878282 w 4114416"/>
              <a:gd name="connsiteY125" fmla="*/ 1388534 h 2870200"/>
              <a:gd name="connsiteX126" fmla="*/ 2895216 w 4114416"/>
              <a:gd name="connsiteY126" fmla="*/ 1363134 h 2870200"/>
              <a:gd name="connsiteX127" fmla="*/ 2920616 w 4114416"/>
              <a:gd name="connsiteY127" fmla="*/ 1278467 h 2870200"/>
              <a:gd name="connsiteX128" fmla="*/ 2937549 w 4114416"/>
              <a:gd name="connsiteY128" fmla="*/ 1320800 h 2870200"/>
              <a:gd name="connsiteX129" fmla="*/ 2954482 w 4114416"/>
              <a:gd name="connsiteY129" fmla="*/ 1388534 h 2870200"/>
              <a:gd name="connsiteX130" fmla="*/ 2971416 w 4114416"/>
              <a:gd name="connsiteY130" fmla="*/ 1422400 h 2870200"/>
              <a:gd name="connsiteX131" fmla="*/ 3013749 w 4114416"/>
              <a:gd name="connsiteY131" fmla="*/ 1540934 h 2870200"/>
              <a:gd name="connsiteX132" fmla="*/ 3030682 w 4114416"/>
              <a:gd name="connsiteY132" fmla="*/ 1566334 h 2870200"/>
              <a:gd name="connsiteX133" fmla="*/ 3064549 w 4114416"/>
              <a:gd name="connsiteY133" fmla="*/ 1718734 h 2870200"/>
              <a:gd name="connsiteX134" fmla="*/ 3089949 w 4114416"/>
              <a:gd name="connsiteY134" fmla="*/ 1761067 h 2870200"/>
              <a:gd name="connsiteX135" fmla="*/ 3118129 w 4114416"/>
              <a:gd name="connsiteY135" fmla="*/ 1909842 h 2870200"/>
              <a:gd name="connsiteX136" fmla="*/ 3140749 w 4114416"/>
              <a:gd name="connsiteY136" fmla="*/ 1769534 h 2870200"/>
              <a:gd name="connsiteX137" fmla="*/ 3157682 w 4114416"/>
              <a:gd name="connsiteY137" fmla="*/ 1710267 h 2870200"/>
              <a:gd name="connsiteX138" fmla="*/ 3166149 w 4114416"/>
              <a:gd name="connsiteY138" fmla="*/ 1684867 h 2870200"/>
              <a:gd name="connsiteX139" fmla="*/ 3191549 w 4114416"/>
              <a:gd name="connsiteY139" fmla="*/ 1676400 h 2870200"/>
              <a:gd name="connsiteX140" fmla="*/ 3200016 w 4114416"/>
              <a:gd name="connsiteY140" fmla="*/ 2006600 h 2870200"/>
              <a:gd name="connsiteX141" fmla="*/ 3208482 w 4114416"/>
              <a:gd name="connsiteY141" fmla="*/ 2048934 h 2870200"/>
              <a:gd name="connsiteX142" fmla="*/ 3216949 w 4114416"/>
              <a:gd name="connsiteY142" fmla="*/ 2099734 h 2870200"/>
              <a:gd name="connsiteX143" fmla="*/ 3233882 w 4114416"/>
              <a:gd name="connsiteY143" fmla="*/ 2048934 h 2870200"/>
              <a:gd name="connsiteX144" fmla="*/ 3242349 w 4114416"/>
              <a:gd name="connsiteY144" fmla="*/ 1998134 h 2870200"/>
              <a:gd name="connsiteX145" fmla="*/ 3276216 w 4114416"/>
              <a:gd name="connsiteY145" fmla="*/ 2353734 h 2870200"/>
              <a:gd name="connsiteX146" fmla="*/ 3278960 w 4114416"/>
              <a:gd name="connsiteY146" fmla="*/ 2387600 h 2870200"/>
              <a:gd name="connsiteX147" fmla="*/ 3272323 w 4114416"/>
              <a:gd name="connsiteY147" fmla="*/ 2497667 h 2870200"/>
              <a:gd name="connsiteX148" fmla="*/ 3296810 w 4114416"/>
              <a:gd name="connsiteY148" fmla="*/ 2540952 h 2870200"/>
              <a:gd name="connsiteX149" fmla="*/ 3321294 w 4114416"/>
              <a:gd name="connsiteY149" fmla="*/ 2335554 h 2870200"/>
              <a:gd name="connsiteX150" fmla="*/ 3331591 w 4114416"/>
              <a:gd name="connsiteY150" fmla="*/ 2723509 h 2870200"/>
              <a:gd name="connsiteX151" fmla="*/ 3411682 w 4114416"/>
              <a:gd name="connsiteY151" fmla="*/ 2810934 h 2870200"/>
              <a:gd name="connsiteX152" fmla="*/ 3437082 w 4114416"/>
              <a:gd name="connsiteY152" fmla="*/ 2870200 h 2870200"/>
              <a:gd name="connsiteX153" fmla="*/ 3462482 w 4114416"/>
              <a:gd name="connsiteY153" fmla="*/ 1828800 h 2870200"/>
              <a:gd name="connsiteX154" fmla="*/ 3461984 w 4114416"/>
              <a:gd name="connsiteY154" fmla="*/ 2090271 h 2870200"/>
              <a:gd name="connsiteX155" fmla="*/ 3487882 w 4114416"/>
              <a:gd name="connsiteY155" fmla="*/ 1735667 h 2870200"/>
              <a:gd name="connsiteX156" fmla="*/ 3513282 w 4114416"/>
              <a:gd name="connsiteY156" fmla="*/ 1651000 h 2870200"/>
              <a:gd name="connsiteX157" fmla="*/ 3521749 w 4114416"/>
              <a:gd name="connsiteY157" fmla="*/ 1701800 h 2870200"/>
              <a:gd name="connsiteX158" fmla="*/ 3525733 w 4114416"/>
              <a:gd name="connsiteY158" fmla="*/ 1875118 h 2870200"/>
              <a:gd name="connsiteX159" fmla="*/ 3547149 w 4114416"/>
              <a:gd name="connsiteY159" fmla="*/ 1752600 h 2870200"/>
              <a:gd name="connsiteX160" fmla="*/ 3555616 w 4114416"/>
              <a:gd name="connsiteY160" fmla="*/ 1693334 h 2870200"/>
              <a:gd name="connsiteX161" fmla="*/ 3597949 w 4114416"/>
              <a:gd name="connsiteY161" fmla="*/ 1608667 h 2870200"/>
              <a:gd name="connsiteX162" fmla="*/ 3614882 w 4114416"/>
              <a:gd name="connsiteY162" fmla="*/ 1566334 h 2870200"/>
              <a:gd name="connsiteX163" fmla="*/ 3657216 w 4114416"/>
              <a:gd name="connsiteY163" fmla="*/ 1464734 h 2870200"/>
              <a:gd name="connsiteX164" fmla="*/ 3661200 w 4114416"/>
              <a:gd name="connsiteY164" fmla="*/ 1373094 h 2870200"/>
              <a:gd name="connsiteX165" fmla="*/ 3682616 w 4114416"/>
              <a:gd name="connsiteY165" fmla="*/ 1363134 h 2870200"/>
              <a:gd name="connsiteX166" fmla="*/ 3699549 w 4114416"/>
              <a:gd name="connsiteY166" fmla="*/ 1320800 h 2870200"/>
              <a:gd name="connsiteX167" fmla="*/ 3694569 w 4114416"/>
              <a:gd name="connsiteY167" fmla="*/ 1151964 h 2870200"/>
              <a:gd name="connsiteX168" fmla="*/ 3741882 w 4114416"/>
              <a:gd name="connsiteY168" fmla="*/ 1227667 h 2870200"/>
              <a:gd name="connsiteX169" fmla="*/ 3750349 w 4114416"/>
              <a:gd name="connsiteY169" fmla="*/ 1176867 h 2870200"/>
              <a:gd name="connsiteX170" fmla="*/ 3767282 w 4114416"/>
              <a:gd name="connsiteY170" fmla="*/ 1126067 h 2870200"/>
              <a:gd name="connsiteX171" fmla="*/ 3775749 w 4114416"/>
              <a:gd name="connsiteY171" fmla="*/ 1058334 h 2870200"/>
              <a:gd name="connsiteX172" fmla="*/ 3784216 w 4114416"/>
              <a:gd name="connsiteY172" fmla="*/ 1270000 h 2870200"/>
              <a:gd name="connsiteX173" fmla="*/ 3813064 w 4114416"/>
              <a:gd name="connsiteY173" fmla="*/ 678606 h 2870200"/>
              <a:gd name="connsiteX174" fmla="*/ 3818082 w 4114416"/>
              <a:gd name="connsiteY174" fmla="*/ 558800 h 2870200"/>
              <a:gd name="connsiteX175" fmla="*/ 3835016 w 4114416"/>
              <a:gd name="connsiteY175" fmla="*/ 482600 h 2870200"/>
              <a:gd name="connsiteX176" fmla="*/ 3843482 w 4114416"/>
              <a:gd name="connsiteY176" fmla="*/ 533400 h 2870200"/>
              <a:gd name="connsiteX177" fmla="*/ 3860416 w 4114416"/>
              <a:gd name="connsiteY177" fmla="*/ 660400 h 2870200"/>
              <a:gd name="connsiteX178" fmla="*/ 3868882 w 4114416"/>
              <a:gd name="connsiteY178" fmla="*/ 702734 h 2870200"/>
              <a:gd name="connsiteX179" fmla="*/ 3885816 w 4114416"/>
              <a:gd name="connsiteY179" fmla="*/ 736600 h 2870200"/>
              <a:gd name="connsiteX180" fmla="*/ 3902749 w 4114416"/>
              <a:gd name="connsiteY180" fmla="*/ 702734 h 2870200"/>
              <a:gd name="connsiteX181" fmla="*/ 3962016 w 4114416"/>
              <a:gd name="connsiteY181" fmla="*/ 482600 h 2870200"/>
              <a:gd name="connsiteX182" fmla="*/ 3978949 w 4114416"/>
              <a:gd name="connsiteY182" fmla="*/ 457200 h 2870200"/>
              <a:gd name="connsiteX183" fmla="*/ 4004349 w 4114416"/>
              <a:gd name="connsiteY183" fmla="*/ 177800 h 2870200"/>
              <a:gd name="connsiteX184" fmla="*/ 4029749 w 4114416"/>
              <a:gd name="connsiteY184" fmla="*/ 135467 h 2870200"/>
              <a:gd name="connsiteX185" fmla="*/ 4038216 w 4114416"/>
              <a:gd name="connsiteY185" fmla="*/ 101600 h 2870200"/>
              <a:gd name="connsiteX186" fmla="*/ 4046682 w 4114416"/>
              <a:gd name="connsiteY186" fmla="*/ 76200 h 2870200"/>
              <a:gd name="connsiteX187" fmla="*/ 4055149 w 4114416"/>
              <a:gd name="connsiteY187" fmla="*/ 110067 h 2870200"/>
              <a:gd name="connsiteX188" fmla="*/ 4072082 w 4114416"/>
              <a:gd name="connsiteY188" fmla="*/ 160867 h 2870200"/>
              <a:gd name="connsiteX189" fmla="*/ 4114416 w 4114416"/>
              <a:gd name="connsiteY189" fmla="*/ 0 h 2870200"/>
              <a:gd name="connsiteX0" fmla="*/ 0 w 4114416"/>
              <a:gd name="connsiteY0" fmla="*/ 735359 h 2888597"/>
              <a:gd name="connsiteX1" fmla="*/ 22363 w 4114416"/>
              <a:gd name="connsiteY1" fmla="*/ 647092 h 2888597"/>
              <a:gd name="connsiteX2" fmla="*/ 53451 w 4114416"/>
              <a:gd name="connsiteY2" fmla="*/ 567267 h 2888597"/>
              <a:gd name="connsiteX3" fmla="*/ 61790 w 4114416"/>
              <a:gd name="connsiteY3" fmla="*/ 828517 h 2888597"/>
              <a:gd name="connsiteX4" fmla="*/ 57549 w 4114416"/>
              <a:gd name="connsiteY4" fmla="*/ 1083293 h 2888597"/>
              <a:gd name="connsiteX5" fmla="*/ 55282 w 4114416"/>
              <a:gd name="connsiteY5" fmla="*/ 1212385 h 2888597"/>
              <a:gd name="connsiteX6" fmla="*/ 69873 w 4114416"/>
              <a:gd name="connsiteY6" fmla="*/ 1401791 h 2888597"/>
              <a:gd name="connsiteX7" fmla="*/ 112335 w 4114416"/>
              <a:gd name="connsiteY7" fmla="*/ 1209517 h 2888597"/>
              <a:gd name="connsiteX8" fmla="*/ 135082 w 4114416"/>
              <a:gd name="connsiteY8" fmla="*/ 1100667 h 2888597"/>
              <a:gd name="connsiteX9" fmla="*/ 168949 w 4114416"/>
              <a:gd name="connsiteY9" fmla="*/ 999067 h 2888597"/>
              <a:gd name="connsiteX10" fmla="*/ 185882 w 4114416"/>
              <a:gd name="connsiteY10" fmla="*/ 948267 h 2888597"/>
              <a:gd name="connsiteX11" fmla="*/ 202816 w 4114416"/>
              <a:gd name="connsiteY11" fmla="*/ 1134534 h 2888597"/>
              <a:gd name="connsiteX12" fmla="*/ 219749 w 4114416"/>
              <a:gd name="connsiteY12" fmla="*/ 1464734 h 2888597"/>
              <a:gd name="connsiteX13" fmla="*/ 279016 w 4114416"/>
              <a:gd name="connsiteY13" fmla="*/ 1363134 h 2888597"/>
              <a:gd name="connsiteX14" fmla="*/ 304416 w 4114416"/>
              <a:gd name="connsiteY14" fmla="*/ 1371600 h 2888597"/>
              <a:gd name="connsiteX15" fmla="*/ 312882 w 4114416"/>
              <a:gd name="connsiteY15" fmla="*/ 2243667 h 2888597"/>
              <a:gd name="connsiteX16" fmla="*/ 338282 w 4114416"/>
              <a:gd name="connsiteY16" fmla="*/ 2201334 h 2888597"/>
              <a:gd name="connsiteX17" fmla="*/ 346749 w 4114416"/>
              <a:gd name="connsiteY17" fmla="*/ 2150534 h 2888597"/>
              <a:gd name="connsiteX18" fmla="*/ 371651 w 4114416"/>
              <a:gd name="connsiteY18" fmla="*/ 2376146 h 2888597"/>
              <a:gd name="connsiteX19" fmla="*/ 389082 w 4114416"/>
              <a:gd name="connsiteY19" fmla="*/ 2082800 h 2888597"/>
              <a:gd name="connsiteX20" fmla="*/ 414981 w 4114416"/>
              <a:gd name="connsiteY20" fmla="*/ 1792444 h 2888597"/>
              <a:gd name="connsiteX21" fmla="*/ 422949 w 4114416"/>
              <a:gd name="connsiteY21" fmla="*/ 2032000 h 2888597"/>
              <a:gd name="connsiteX22" fmla="*/ 453908 w 4114416"/>
              <a:gd name="connsiteY22" fmla="*/ 1990884 h 2888597"/>
              <a:gd name="connsiteX23" fmla="*/ 465282 w 4114416"/>
              <a:gd name="connsiteY23" fmla="*/ 1752600 h 2888597"/>
              <a:gd name="connsiteX24" fmla="*/ 490682 w 4114416"/>
              <a:gd name="connsiteY24" fmla="*/ 1651000 h 2888597"/>
              <a:gd name="connsiteX25" fmla="*/ 516082 w 4114416"/>
              <a:gd name="connsiteY25" fmla="*/ 1710267 h 2888597"/>
              <a:gd name="connsiteX26" fmla="*/ 524549 w 4114416"/>
              <a:gd name="connsiteY26" fmla="*/ 1851666 h 2888597"/>
              <a:gd name="connsiteX27" fmla="*/ 558416 w 4114416"/>
              <a:gd name="connsiteY27" fmla="*/ 1820334 h 2888597"/>
              <a:gd name="connsiteX28" fmla="*/ 583816 w 4114416"/>
              <a:gd name="connsiteY28" fmla="*/ 1938867 h 2888597"/>
              <a:gd name="connsiteX29" fmla="*/ 600749 w 4114416"/>
              <a:gd name="connsiteY29" fmla="*/ 1998134 h 2888597"/>
              <a:gd name="connsiteX30" fmla="*/ 643082 w 4114416"/>
              <a:gd name="connsiteY30" fmla="*/ 1786467 h 2888597"/>
              <a:gd name="connsiteX31" fmla="*/ 668482 w 4114416"/>
              <a:gd name="connsiteY31" fmla="*/ 1718734 h 2888597"/>
              <a:gd name="connsiteX32" fmla="*/ 685416 w 4114416"/>
              <a:gd name="connsiteY32" fmla="*/ 1617134 h 2888597"/>
              <a:gd name="connsiteX33" fmla="*/ 702349 w 4114416"/>
              <a:gd name="connsiteY33" fmla="*/ 1557867 h 2888597"/>
              <a:gd name="connsiteX34" fmla="*/ 710816 w 4114416"/>
              <a:gd name="connsiteY34" fmla="*/ 1524000 h 2888597"/>
              <a:gd name="connsiteX35" fmla="*/ 727749 w 4114416"/>
              <a:gd name="connsiteY35" fmla="*/ 1312334 h 2888597"/>
              <a:gd name="connsiteX36" fmla="*/ 744682 w 4114416"/>
              <a:gd name="connsiteY36" fmla="*/ 1380067 h 2888597"/>
              <a:gd name="connsiteX37" fmla="*/ 761616 w 4114416"/>
              <a:gd name="connsiteY37" fmla="*/ 1532467 h 2888597"/>
              <a:gd name="connsiteX38" fmla="*/ 778549 w 4114416"/>
              <a:gd name="connsiteY38" fmla="*/ 1566334 h 2888597"/>
              <a:gd name="connsiteX39" fmla="*/ 820882 w 4114416"/>
              <a:gd name="connsiteY39" fmla="*/ 1430867 h 2888597"/>
              <a:gd name="connsiteX40" fmla="*/ 854749 w 4114416"/>
              <a:gd name="connsiteY40" fmla="*/ 1388534 h 2888597"/>
              <a:gd name="connsiteX41" fmla="*/ 863216 w 4114416"/>
              <a:gd name="connsiteY41" fmla="*/ 1498600 h 2888597"/>
              <a:gd name="connsiteX42" fmla="*/ 888616 w 4114416"/>
              <a:gd name="connsiteY42" fmla="*/ 1811867 h 2888597"/>
              <a:gd name="connsiteX43" fmla="*/ 897082 w 4114416"/>
              <a:gd name="connsiteY43" fmla="*/ 1642534 h 2888597"/>
              <a:gd name="connsiteX44" fmla="*/ 930949 w 4114416"/>
              <a:gd name="connsiteY44" fmla="*/ 1557867 h 2888597"/>
              <a:gd name="connsiteX45" fmla="*/ 939416 w 4114416"/>
              <a:gd name="connsiteY45" fmla="*/ 2006600 h 2888597"/>
              <a:gd name="connsiteX46" fmla="*/ 964816 w 4114416"/>
              <a:gd name="connsiteY46" fmla="*/ 2116667 h 2888597"/>
              <a:gd name="connsiteX47" fmla="*/ 973282 w 4114416"/>
              <a:gd name="connsiteY47" fmla="*/ 1948424 h 2888597"/>
              <a:gd name="connsiteX48" fmla="*/ 990216 w 4114416"/>
              <a:gd name="connsiteY48" fmla="*/ 1794934 h 2888597"/>
              <a:gd name="connsiteX49" fmla="*/ 998682 w 4114416"/>
              <a:gd name="connsiteY49" fmla="*/ 1761067 h 2888597"/>
              <a:gd name="connsiteX50" fmla="*/ 1015616 w 4114416"/>
              <a:gd name="connsiteY50" fmla="*/ 1871134 h 2888597"/>
              <a:gd name="connsiteX51" fmla="*/ 1032549 w 4114416"/>
              <a:gd name="connsiteY51" fmla="*/ 1947334 h 2888597"/>
              <a:gd name="connsiteX52" fmla="*/ 1049482 w 4114416"/>
              <a:gd name="connsiteY52" fmla="*/ 2040467 h 2888597"/>
              <a:gd name="connsiteX53" fmla="*/ 1074882 w 4114416"/>
              <a:gd name="connsiteY53" fmla="*/ 2108200 h 2888597"/>
              <a:gd name="connsiteX54" fmla="*/ 1105586 w 4114416"/>
              <a:gd name="connsiteY54" fmla="*/ 2165034 h 2888597"/>
              <a:gd name="connsiteX55" fmla="*/ 1117344 w 4114416"/>
              <a:gd name="connsiteY55" fmla="*/ 2220675 h 2888597"/>
              <a:gd name="connsiteX56" fmla="*/ 1134149 w 4114416"/>
              <a:gd name="connsiteY56" fmla="*/ 2108200 h 2888597"/>
              <a:gd name="connsiteX57" fmla="*/ 1184949 w 4114416"/>
              <a:gd name="connsiteY57" fmla="*/ 1989667 h 2888597"/>
              <a:gd name="connsiteX58" fmla="*/ 1221851 w 4114416"/>
              <a:gd name="connsiteY58" fmla="*/ 1898967 h 2888597"/>
              <a:gd name="connsiteX59" fmla="*/ 1244216 w 4114416"/>
              <a:gd name="connsiteY59" fmla="*/ 2167467 h 2888597"/>
              <a:gd name="connsiteX60" fmla="*/ 1261149 w 4114416"/>
              <a:gd name="connsiteY60" fmla="*/ 2082800 h 2888597"/>
              <a:gd name="connsiteX61" fmla="*/ 1269616 w 4114416"/>
              <a:gd name="connsiteY61" fmla="*/ 2015067 h 2888597"/>
              <a:gd name="connsiteX62" fmla="*/ 1311949 w 4114416"/>
              <a:gd name="connsiteY62" fmla="*/ 1854200 h 2888597"/>
              <a:gd name="connsiteX63" fmla="*/ 1320416 w 4114416"/>
              <a:gd name="connsiteY63" fmla="*/ 1803400 h 2888597"/>
              <a:gd name="connsiteX64" fmla="*/ 1345816 w 4114416"/>
              <a:gd name="connsiteY64" fmla="*/ 1701800 h 2888597"/>
              <a:gd name="connsiteX65" fmla="*/ 1379682 w 4114416"/>
              <a:gd name="connsiteY65" fmla="*/ 1744134 h 2888597"/>
              <a:gd name="connsiteX66" fmla="*/ 1422016 w 4114416"/>
              <a:gd name="connsiteY66" fmla="*/ 1879600 h 2888597"/>
              <a:gd name="connsiteX67" fmla="*/ 1455882 w 4114416"/>
              <a:gd name="connsiteY67" fmla="*/ 1947334 h 2888597"/>
              <a:gd name="connsiteX68" fmla="*/ 1472816 w 4114416"/>
              <a:gd name="connsiteY68" fmla="*/ 1938867 h 2888597"/>
              <a:gd name="connsiteX69" fmla="*/ 1515149 w 4114416"/>
              <a:gd name="connsiteY69" fmla="*/ 1803400 h 2888597"/>
              <a:gd name="connsiteX70" fmla="*/ 1574416 w 4114416"/>
              <a:gd name="connsiteY70" fmla="*/ 1651000 h 2888597"/>
              <a:gd name="connsiteX71" fmla="*/ 1582882 w 4114416"/>
              <a:gd name="connsiteY71" fmla="*/ 1591734 h 2888597"/>
              <a:gd name="connsiteX72" fmla="*/ 1608410 w 4114416"/>
              <a:gd name="connsiteY72" fmla="*/ 1462351 h 2888597"/>
              <a:gd name="connsiteX73" fmla="*/ 1633682 w 4114416"/>
              <a:gd name="connsiteY73" fmla="*/ 1524000 h 2888597"/>
              <a:gd name="connsiteX74" fmla="*/ 1659082 w 4114416"/>
              <a:gd name="connsiteY74" fmla="*/ 1490134 h 2888597"/>
              <a:gd name="connsiteX75" fmla="*/ 1684482 w 4114416"/>
              <a:gd name="connsiteY75" fmla="*/ 1388534 h 2888597"/>
              <a:gd name="connsiteX76" fmla="*/ 1732631 w 4114416"/>
              <a:gd name="connsiteY76" fmla="*/ 1294184 h 2888597"/>
              <a:gd name="connsiteX77" fmla="*/ 1794549 w 4114416"/>
              <a:gd name="connsiteY77" fmla="*/ 1176867 h 2888597"/>
              <a:gd name="connsiteX78" fmla="*/ 1831067 w 4114416"/>
              <a:gd name="connsiteY78" fmla="*/ 1238516 h 2888597"/>
              <a:gd name="connsiteX79" fmla="*/ 1853688 w 4114416"/>
              <a:gd name="connsiteY79" fmla="*/ 1323159 h 2888597"/>
              <a:gd name="connsiteX80" fmla="*/ 1887682 w 4114416"/>
              <a:gd name="connsiteY80" fmla="*/ 1422400 h 2888597"/>
              <a:gd name="connsiteX81" fmla="*/ 1938482 w 4114416"/>
              <a:gd name="connsiteY81" fmla="*/ 1600200 h 2888597"/>
              <a:gd name="connsiteX82" fmla="*/ 1978163 w 4114416"/>
              <a:gd name="connsiteY82" fmla="*/ 1762259 h 2888597"/>
              <a:gd name="connsiteX83" fmla="*/ 2006216 w 4114416"/>
              <a:gd name="connsiteY83" fmla="*/ 1498600 h 2888597"/>
              <a:gd name="connsiteX84" fmla="*/ 2023149 w 4114416"/>
              <a:gd name="connsiteY84" fmla="*/ 1464734 h 2888597"/>
              <a:gd name="connsiteX85" fmla="*/ 2031616 w 4114416"/>
              <a:gd name="connsiteY85" fmla="*/ 1439334 h 2888597"/>
              <a:gd name="connsiteX86" fmla="*/ 2067707 w 4114416"/>
              <a:gd name="connsiteY86" fmla="*/ 1908377 h 2888597"/>
              <a:gd name="connsiteX87" fmla="*/ 2082416 w 4114416"/>
              <a:gd name="connsiteY87" fmla="*/ 2032000 h 2888597"/>
              <a:gd name="connsiteX88" fmla="*/ 2090882 w 4114416"/>
              <a:gd name="connsiteY88" fmla="*/ 2150534 h 2888597"/>
              <a:gd name="connsiteX89" fmla="*/ 2099349 w 4114416"/>
              <a:gd name="connsiteY89" fmla="*/ 2489200 h 2888597"/>
              <a:gd name="connsiteX90" fmla="*/ 2133216 w 4114416"/>
              <a:gd name="connsiteY90" fmla="*/ 2421467 h 2888597"/>
              <a:gd name="connsiteX91" fmla="*/ 2175549 w 4114416"/>
              <a:gd name="connsiteY91" fmla="*/ 2319867 h 2888597"/>
              <a:gd name="connsiteX92" fmla="*/ 2192611 w 4114416"/>
              <a:gd name="connsiteY92" fmla="*/ 2271500 h 2888597"/>
              <a:gd name="connsiteX93" fmla="*/ 2212579 w 4114416"/>
              <a:gd name="connsiteY93" fmla="*/ 2206201 h 2888597"/>
              <a:gd name="connsiteX94" fmla="*/ 2251749 w 4114416"/>
              <a:gd name="connsiteY94" fmla="*/ 2514600 h 2888597"/>
              <a:gd name="connsiteX95" fmla="*/ 2277149 w 4114416"/>
              <a:gd name="connsiteY95" fmla="*/ 2565400 h 2888597"/>
              <a:gd name="connsiteX96" fmla="*/ 2285616 w 4114416"/>
              <a:gd name="connsiteY96" fmla="*/ 2489200 h 2888597"/>
              <a:gd name="connsiteX97" fmla="*/ 2302549 w 4114416"/>
              <a:gd name="connsiteY97" fmla="*/ 2421467 h 2888597"/>
              <a:gd name="connsiteX98" fmla="*/ 2311016 w 4114416"/>
              <a:gd name="connsiteY98" fmla="*/ 1718734 h 2888597"/>
              <a:gd name="connsiteX99" fmla="*/ 2336416 w 4114416"/>
              <a:gd name="connsiteY99" fmla="*/ 1811867 h 2888597"/>
              <a:gd name="connsiteX100" fmla="*/ 2361816 w 4114416"/>
              <a:gd name="connsiteY100" fmla="*/ 1871134 h 2888597"/>
              <a:gd name="connsiteX101" fmla="*/ 2395682 w 4114416"/>
              <a:gd name="connsiteY101" fmla="*/ 1972734 h 2888597"/>
              <a:gd name="connsiteX102" fmla="*/ 2404149 w 4114416"/>
              <a:gd name="connsiteY102" fmla="*/ 1574800 h 2888597"/>
              <a:gd name="connsiteX103" fmla="*/ 2429549 w 4114416"/>
              <a:gd name="connsiteY103" fmla="*/ 1236134 h 2888597"/>
              <a:gd name="connsiteX104" fmla="*/ 2446482 w 4114416"/>
              <a:gd name="connsiteY104" fmla="*/ 1092200 h 2888597"/>
              <a:gd name="connsiteX105" fmla="*/ 2454949 w 4114416"/>
              <a:gd name="connsiteY105" fmla="*/ 1066800 h 2888597"/>
              <a:gd name="connsiteX106" fmla="*/ 2463416 w 4114416"/>
              <a:gd name="connsiteY106" fmla="*/ 1092200 h 2888597"/>
              <a:gd name="connsiteX107" fmla="*/ 2488816 w 4114416"/>
              <a:gd name="connsiteY107" fmla="*/ 1227667 h 2888597"/>
              <a:gd name="connsiteX108" fmla="*/ 2514216 w 4114416"/>
              <a:gd name="connsiteY108" fmla="*/ 753534 h 2888597"/>
              <a:gd name="connsiteX109" fmla="*/ 2531149 w 4114416"/>
              <a:gd name="connsiteY109" fmla="*/ 685800 h 2888597"/>
              <a:gd name="connsiteX110" fmla="*/ 2539616 w 4114416"/>
              <a:gd name="connsiteY110" fmla="*/ 609600 h 2888597"/>
              <a:gd name="connsiteX111" fmla="*/ 2548082 w 4114416"/>
              <a:gd name="connsiteY111" fmla="*/ 558800 h 2888597"/>
              <a:gd name="connsiteX112" fmla="*/ 2565016 w 4114416"/>
              <a:gd name="connsiteY112" fmla="*/ 584200 h 2888597"/>
              <a:gd name="connsiteX113" fmla="*/ 2573482 w 4114416"/>
              <a:gd name="connsiteY113" fmla="*/ 778934 h 2888597"/>
              <a:gd name="connsiteX114" fmla="*/ 2615816 w 4114416"/>
              <a:gd name="connsiteY114" fmla="*/ 914400 h 2888597"/>
              <a:gd name="connsiteX115" fmla="*/ 2632749 w 4114416"/>
              <a:gd name="connsiteY115" fmla="*/ 973667 h 2888597"/>
              <a:gd name="connsiteX116" fmla="*/ 2649682 w 4114416"/>
              <a:gd name="connsiteY116" fmla="*/ 812800 h 2888597"/>
              <a:gd name="connsiteX117" fmla="*/ 2666616 w 4114416"/>
              <a:gd name="connsiteY117" fmla="*/ 694267 h 2888597"/>
              <a:gd name="connsiteX118" fmla="*/ 2692016 w 4114416"/>
              <a:gd name="connsiteY118" fmla="*/ 558800 h 2888597"/>
              <a:gd name="connsiteX119" fmla="*/ 2717416 w 4114416"/>
              <a:gd name="connsiteY119" fmla="*/ 321734 h 2888597"/>
              <a:gd name="connsiteX120" fmla="*/ 2734349 w 4114416"/>
              <a:gd name="connsiteY120" fmla="*/ 1058334 h 2888597"/>
              <a:gd name="connsiteX121" fmla="*/ 2760746 w 4114416"/>
              <a:gd name="connsiteY121" fmla="*/ 1023969 h 2888597"/>
              <a:gd name="connsiteX122" fmla="*/ 2810549 w 4114416"/>
              <a:gd name="connsiteY122" fmla="*/ 905934 h 2888597"/>
              <a:gd name="connsiteX123" fmla="*/ 2844416 w 4114416"/>
              <a:gd name="connsiteY123" fmla="*/ 855134 h 2888597"/>
              <a:gd name="connsiteX124" fmla="*/ 2869816 w 4114416"/>
              <a:gd name="connsiteY124" fmla="*/ 1422400 h 2888597"/>
              <a:gd name="connsiteX125" fmla="*/ 2878282 w 4114416"/>
              <a:gd name="connsiteY125" fmla="*/ 1388534 h 2888597"/>
              <a:gd name="connsiteX126" fmla="*/ 2895216 w 4114416"/>
              <a:gd name="connsiteY126" fmla="*/ 1363134 h 2888597"/>
              <a:gd name="connsiteX127" fmla="*/ 2920616 w 4114416"/>
              <a:gd name="connsiteY127" fmla="*/ 1278467 h 2888597"/>
              <a:gd name="connsiteX128" fmla="*/ 2937549 w 4114416"/>
              <a:gd name="connsiteY128" fmla="*/ 1320800 h 2888597"/>
              <a:gd name="connsiteX129" fmla="*/ 2954482 w 4114416"/>
              <a:gd name="connsiteY129" fmla="*/ 1388534 h 2888597"/>
              <a:gd name="connsiteX130" fmla="*/ 2971416 w 4114416"/>
              <a:gd name="connsiteY130" fmla="*/ 1422400 h 2888597"/>
              <a:gd name="connsiteX131" fmla="*/ 3013749 w 4114416"/>
              <a:gd name="connsiteY131" fmla="*/ 1540934 h 2888597"/>
              <a:gd name="connsiteX132" fmla="*/ 3030682 w 4114416"/>
              <a:gd name="connsiteY132" fmla="*/ 1566334 h 2888597"/>
              <a:gd name="connsiteX133" fmla="*/ 3064549 w 4114416"/>
              <a:gd name="connsiteY133" fmla="*/ 1718734 h 2888597"/>
              <a:gd name="connsiteX134" fmla="*/ 3089949 w 4114416"/>
              <a:gd name="connsiteY134" fmla="*/ 1761067 h 2888597"/>
              <a:gd name="connsiteX135" fmla="*/ 3118129 w 4114416"/>
              <a:gd name="connsiteY135" fmla="*/ 1909842 h 2888597"/>
              <a:gd name="connsiteX136" fmla="*/ 3140749 w 4114416"/>
              <a:gd name="connsiteY136" fmla="*/ 1769534 h 2888597"/>
              <a:gd name="connsiteX137" fmla="*/ 3157682 w 4114416"/>
              <a:gd name="connsiteY137" fmla="*/ 1710267 h 2888597"/>
              <a:gd name="connsiteX138" fmla="*/ 3166149 w 4114416"/>
              <a:gd name="connsiteY138" fmla="*/ 1684867 h 2888597"/>
              <a:gd name="connsiteX139" fmla="*/ 3191549 w 4114416"/>
              <a:gd name="connsiteY139" fmla="*/ 1676400 h 2888597"/>
              <a:gd name="connsiteX140" fmla="*/ 3200016 w 4114416"/>
              <a:gd name="connsiteY140" fmla="*/ 2006600 h 2888597"/>
              <a:gd name="connsiteX141" fmla="*/ 3208482 w 4114416"/>
              <a:gd name="connsiteY141" fmla="*/ 2048934 h 2888597"/>
              <a:gd name="connsiteX142" fmla="*/ 3216949 w 4114416"/>
              <a:gd name="connsiteY142" fmla="*/ 2099734 h 2888597"/>
              <a:gd name="connsiteX143" fmla="*/ 3233882 w 4114416"/>
              <a:gd name="connsiteY143" fmla="*/ 2048934 h 2888597"/>
              <a:gd name="connsiteX144" fmla="*/ 3242349 w 4114416"/>
              <a:gd name="connsiteY144" fmla="*/ 1998134 h 2888597"/>
              <a:gd name="connsiteX145" fmla="*/ 3276216 w 4114416"/>
              <a:gd name="connsiteY145" fmla="*/ 2353734 h 2888597"/>
              <a:gd name="connsiteX146" fmla="*/ 3278960 w 4114416"/>
              <a:gd name="connsiteY146" fmla="*/ 2387600 h 2888597"/>
              <a:gd name="connsiteX147" fmla="*/ 3272323 w 4114416"/>
              <a:gd name="connsiteY147" fmla="*/ 2497667 h 2888597"/>
              <a:gd name="connsiteX148" fmla="*/ 3296810 w 4114416"/>
              <a:gd name="connsiteY148" fmla="*/ 2540952 h 2888597"/>
              <a:gd name="connsiteX149" fmla="*/ 3321294 w 4114416"/>
              <a:gd name="connsiteY149" fmla="*/ 2335554 h 2888597"/>
              <a:gd name="connsiteX150" fmla="*/ 3331591 w 4114416"/>
              <a:gd name="connsiteY150" fmla="*/ 2723509 h 2888597"/>
              <a:gd name="connsiteX151" fmla="*/ 3411682 w 4114416"/>
              <a:gd name="connsiteY151" fmla="*/ 2810934 h 2888597"/>
              <a:gd name="connsiteX152" fmla="*/ 3437082 w 4114416"/>
              <a:gd name="connsiteY152" fmla="*/ 2870200 h 2888597"/>
              <a:gd name="connsiteX153" fmla="*/ 3452170 w 4114416"/>
              <a:gd name="connsiteY153" fmla="*/ 2345696 h 2888597"/>
              <a:gd name="connsiteX154" fmla="*/ 3462482 w 4114416"/>
              <a:gd name="connsiteY154" fmla="*/ 1828800 h 2888597"/>
              <a:gd name="connsiteX155" fmla="*/ 3461984 w 4114416"/>
              <a:gd name="connsiteY155" fmla="*/ 2090271 h 2888597"/>
              <a:gd name="connsiteX156" fmla="*/ 3487882 w 4114416"/>
              <a:gd name="connsiteY156" fmla="*/ 1735667 h 2888597"/>
              <a:gd name="connsiteX157" fmla="*/ 3513282 w 4114416"/>
              <a:gd name="connsiteY157" fmla="*/ 1651000 h 2888597"/>
              <a:gd name="connsiteX158" fmla="*/ 3521749 w 4114416"/>
              <a:gd name="connsiteY158" fmla="*/ 1701800 h 2888597"/>
              <a:gd name="connsiteX159" fmla="*/ 3525733 w 4114416"/>
              <a:gd name="connsiteY159" fmla="*/ 1875118 h 2888597"/>
              <a:gd name="connsiteX160" fmla="*/ 3547149 w 4114416"/>
              <a:gd name="connsiteY160" fmla="*/ 1752600 h 2888597"/>
              <a:gd name="connsiteX161" fmla="*/ 3555616 w 4114416"/>
              <a:gd name="connsiteY161" fmla="*/ 1693334 h 2888597"/>
              <a:gd name="connsiteX162" fmla="*/ 3597949 w 4114416"/>
              <a:gd name="connsiteY162" fmla="*/ 1608667 h 2888597"/>
              <a:gd name="connsiteX163" fmla="*/ 3614882 w 4114416"/>
              <a:gd name="connsiteY163" fmla="*/ 1566334 h 2888597"/>
              <a:gd name="connsiteX164" fmla="*/ 3657216 w 4114416"/>
              <a:gd name="connsiteY164" fmla="*/ 1464734 h 2888597"/>
              <a:gd name="connsiteX165" fmla="*/ 3661200 w 4114416"/>
              <a:gd name="connsiteY165" fmla="*/ 1373094 h 2888597"/>
              <a:gd name="connsiteX166" fmla="*/ 3682616 w 4114416"/>
              <a:gd name="connsiteY166" fmla="*/ 1363134 h 2888597"/>
              <a:gd name="connsiteX167" fmla="*/ 3699549 w 4114416"/>
              <a:gd name="connsiteY167" fmla="*/ 1320800 h 2888597"/>
              <a:gd name="connsiteX168" fmla="*/ 3694569 w 4114416"/>
              <a:gd name="connsiteY168" fmla="*/ 1151964 h 2888597"/>
              <a:gd name="connsiteX169" fmla="*/ 3741882 w 4114416"/>
              <a:gd name="connsiteY169" fmla="*/ 1227667 h 2888597"/>
              <a:gd name="connsiteX170" fmla="*/ 3750349 w 4114416"/>
              <a:gd name="connsiteY170" fmla="*/ 1176867 h 2888597"/>
              <a:gd name="connsiteX171" fmla="*/ 3767282 w 4114416"/>
              <a:gd name="connsiteY171" fmla="*/ 1126067 h 2888597"/>
              <a:gd name="connsiteX172" fmla="*/ 3775749 w 4114416"/>
              <a:gd name="connsiteY172" fmla="*/ 1058334 h 2888597"/>
              <a:gd name="connsiteX173" fmla="*/ 3784216 w 4114416"/>
              <a:gd name="connsiteY173" fmla="*/ 1270000 h 2888597"/>
              <a:gd name="connsiteX174" fmla="*/ 3813064 w 4114416"/>
              <a:gd name="connsiteY174" fmla="*/ 678606 h 2888597"/>
              <a:gd name="connsiteX175" fmla="*/ 3818082 w 4114416"/>
              <a:gd name="connsiteY175" fmla="*/ 558800 h 2888597"/>
              <a:gd name="connsiteX176" fmla="*/ 3835016 w 4114416"/>
              <a:gd name="connsiteY176" fmla="*/ 482600 h 2888597"/>
              <a:gd name="connsiteX177" fmla="*/ 3843482 w 4114416"/>
              <a:gd name="connsiteY177" fmla="*/ 533400 h 2888597"/>
              <a:gd name="connsiteX178" fmla="*/ 3860416 w 4114416"/>
              <a:gd name="connsiteY178" fmla="*/ 660400 h 2888597"/>
              <a:gd name="connsiteX179" fmla="*/ 3868882 w 4114416"/>
              <a:gd name="connsiteY179" fmla="*/ 702734 h 2888597"/>
              <a:gd name="connsiteX180" fmla="*/ 3885816 w 4114416"/>
              <a:gd name="connsiteY180" fmla="*/ 736600 h 2888597"/>
              <a:gd name="connsiteX181" fmla="*/ 3902749 w 4114416"/>
              <a:gd name="connsiteY181" fmla="*/ 702734 h 2888597"/>
              <a:gd name="connsiteX182" fmla="*/ 3962016 w 4114416"/>
              <a:gd name="connsiteY182" fmla="*/ 482600 h 2888597"/>
              <a:gd name="connsiteX183" fmla="*/ 3978949 w 4114416"/>
              <a:gd name="connsiteY183" fmla="*/ 457200 h 2888597"/>
              <a:gd name="connsiteX184" fmla="*/ 4004349 w 4114416"/>
              <a:gd name="connsiteY184" fmla="*/ 177800 h 2888597"/>
              <a:gd name="connsiteX185" fmla="*/ 4029749 w 4114416"/>
              <a:gd name="connsiteY185" fmla="*/ 135467 h 2888597"/>
              <a:gd name="connsiteX186" fmla="*/ 4038216 w 4114416"/>
              <a:gd name="connsiteY186" fmla="*/ 101600 h 2888597"/>
              <a:gd name="connsiteX187" fmla="*/ 4046682 w 4114416"/>
              <a:gd name="connsiteY187" fmla="*/ 76200 h 2888597"/>
              <a:gd name="connsiteX188" fmla="*/ 4055149 w 4114416"/>
              <a:gd name="connsiteY188" fmla="*/ 110067 h 2888597"/>
              <a:gd name="connsiteX189" fmla="*/ 4072082 w 4114416"/>
              <a:gd name="connsiteY189" fmla="*/ 160867 h 2888597"/>
              <a:gd name="connsiteX190" fmla="*/ 4114416 w 4114416"/>
              <a:gd name="connsiteY190" fmla="*/ 0 h 2888597"/>
              <a:gd name="connsiteX0" fmla="*/ 0 w 4114416"/>
              <a:gd name="connsiteY0" fmla="*/ 735359 h 2888597"/>
              <a:gd name="connsiteX1" fmla="*/ 22363 w 4114416"/>
              <a:gd name="connsiteY1" fmla="*/ 647092 h 2888597"/>
              <a:gd name="connsiteX2" fmla="*/ 53451 w 4114416"/>
              <a:gd name="connsiteY2" fmla="*/ 567267 h 2888597"/>
              <a:gd name="connsiteX3" fmla="*/ 61790 w 4114416"/>
              <a:gd name="connsiteY3" fmla="*/ 828517 h 2888597"/>
              <a:gd name="connsiteX4" fmla="*/ 57549 w 4114416"/>
              <a:gd name="connsiteY4" fmla="*/ 1083293 h 2888597"/>
              <a:gd name="connsiteX5" fmla="*/ 55282 w 4114416"/>
              <a:gd name="connsiteY5" fmla="*/ 1212385 h 2888597"/>
              <a:gd name="connsiteX6" fmla="*/ 69873 w 4114416"/>
              <a:gd name="connsiteY6" fmla="*/ 1401791 h 2888597"/>
              <a:gd name="connsiteX7" fmla="*/ 112335 w 4114416"/>
              <a:gd name="connsiteY7" fmla="*/ 1209517 h 2888597"/>
              <a:gd name="connsiteX8" fmla="*/ 135082 w 4114416"/>
              <a:gd name="connsiteY8" fmla="*/ 1100667 h 2888597"/>
              <a:gd name="connsiteX9" fmla="*/ 168949 w 4114416"/>
              <a:gd name="connsiteY9" fmla="*/ 999067 h 2888597"/>
              <a:gd name="connsiteX10" fmla="*/ 185882 w 4114416"/>
              <a:gd name="connsiteY10" fmla="*/ 948267 h 2888597"/>
              <a:gd name="connsiteX11" fmla="*/ 202816 w 4114416"/>
              <a:gd name="connsiteY11" fmla="*/ 1134534 h 2888597"/>
              <a:gd name="connsiteX12" fmla="*/ 219749 w 4114416"/>
              <a:gd name="connsiteY12" fmla="*/ 1464734 h 2888597"/>
              <a:gd name="connsiteX13" fmla="*/ 279016 w 4114416"/>
              <a:gd name="connsiteY13" fmla="*/ 1363134 h 2888597"/>
              <a:gd name="connsiteX14" fmla="*/ 304416 w 4114416"/>
              <a:gd name="connsiteY14" fmla="*/ 1371600 h 2888597"/>
              <a:gd name="connsiteX15" fmla="*/ 312882 w 4114416"/>
              <a:gd name="connsiteY15" fmla="*/ 2243667 h 2888597"/>
              <a:gd name="connsiteX16" fmla="*/ 338282 w 4114416"/>
              <a:gd name="connsiteY16" fmla="*/ 2201334 h 2888597"/>
              <a:gd name="connsiteX17" fmla="*/ 346749 w 4114416"/>
              <a:gd name="connsiteY17" fmla="*/ 2150534 h 2888597"/>
              <a:gd name="connsiteX18" fmla="*/ 371651 w 4114416"/>
              <a:gd name="connsiteY18" fmla="*/ 2376146 h 2888597"/>
              <a:gd name="connsiteX19" fmla="*/ 389082 w 4114416"/>
              <a:gd name="connsiteY19" fmla="*/ 2082800 h 2888597"/>
              <a:gd name="connsiteX20" fmla="*/ 414981 w 4114416"/>
              <a:gd name="connsiteY20" fmla="*/ 1792444 h 2888597"/>
              <a:gd name="connsiteX21" fmla="*/ 422949 w 4114416"/>
              <a:gd name="connsiteY21" fmla="*/ 2032000 h 2888597"/>
              <a:gd name="connsiteX22" fmla="*/ 453908 w 4114416"/>
              <a:gd name="connsiteY22" fmla="*/ 1990884 h 2888597"/>
              <a:gd name="connsiteX23" fmla="*/ 465282 w 4114416"/>
              <a:gd name="connsiteY23" fmla="*/ 1752600 h 2888597"/>
              <a:gd name="connsiteX24" fmla="*/ 490682 w 4114416"/>
              <a:gd name="connsiteY24" fmla="*/ 1651000 h 2888597"/>
              <a:gd name="connsiteX25" fmla="*/ 516082 w 4114416"/>
              <a:gd name="connsiteY25" fmla="*/ 1710267 h 2888597"/>
              <a:gd name="connsiteX26" fmla="*/ 524549 w 4114416"/>
              <a:gd name="connsiteY26" fmla="*/ 1851666 h 2888597"/>
              <a:gd name="connsiteX27" fmla="*/ 558416 w 4114416"/>
              <a:gd name="connsiteY27" fmla="*/ 1820334 h 2888597"/>
              <a:gd name="connsiteX28" fmla="*/ 583816 w 4114416"/>
              <a:gd name="connsiteY28" fmla="*/ 1938867 h 2888597"/>
              <a:gd name="connsiteX29" fmla="*/ 600749 w 4114416"/>
              <a:gd name="connsiteY29" fmla="*/ 1998134 h 2888597"/>
              <a:gd name="connsiteX30" fmla="*/ 643082 w 4114416"/>
              <a:gd name="connsiteY30" fmla="*/ 1786467 h 2888597"/>
              <a:gd name="connsiteX31" fmla="*/ 668482 w 4114416"/>
              <a:gd name="connsiteY31" fmla="*/ 1718734 h 2888597"/>
              <a:gd name="connsiteX32" fmla="*/ 685416 w 4114416"/>
              <a:gd name="connsiteY32" fmla="*/ 1617134 h 2888597"/>
              <a:gd name="connsiteX33" fmla="*/ 702349 w 4114416"/>
              <a:gd name="connsiteY33" fmla="*/ 1557867 h 2888597"/>
              <a:gd name="connsiteX34" fmla="*/ 710816 w 4114416"/>
              <a:gd name="connsiteY34" fmla="*/ 1524000 h 2888597"/>
              <a:gd name="connsiteX35" fmla="*/ 727749 w 4114416"/>
              <a:gd name="connsiteY35" fmla="*/ 1312334 h 2888597"/>
              <a:gd name="connsiteX36" fmla="*/ 744682 w 4114416"/>
              <a:gd name="connsiteY36" fmla="*/ 1380067 h 2888597"/>
              <a:gd name="connsiteX37" fmla="*/ 761616 w 4114416"/>
              <a:gd name="connsiteY37" fmla="*/ 1532467 h 2888597"/>
              <a:gd name="connsiteX38" fmla="*/ 778549 w 4114416"/>
              <a:gd name="connsiteY38" fmla="*/ 1566334 h 2888597"/>
              <a:gd name="connsiteX39" fmla="*/ 820882 w 4114416"/>
              <a:gd name="connsiteY39" fmla="*/ 1430867 h 2888597"/>
              <a:gd name="connsiteX40" fmla="*/ 854749 w 4114416"/>
              <a:gd name="connsiteY40" fmla="*/ 1388534 h 2888597"/>
              <a:gd name="connsiteX41" fmla="*/ 863216 w 4114416"/>
              <a:gd name="connsiteY41" fmla="*/ 1498600 h 2888597"/>
              <a:gd name="connsiteX42" fmla="*/ 888616 w 4114416"/>
              <a:gd name="connsiteY42" fmla="*/ 1811867 h 2888597"/>
              <a:gd name="connsiteX43" fmla="*/ 897082 w 4114416"/>
              <a:gd name="connsiteY43" fmla="*/ 1642534 h 2888597"/>
              <a:gd name="connsiteX44" fmla="*/ 930949 w 4114416"/>
              <a:gd name="connsiteY44" fmla="*/ 1557867 h 2888597"/>
              <a:gd name="connsiteX45" fmla="*/ 939416 w 4114416"/>
              <a:gd name="connsiteY45" fmla="*/ 2006600 h 2888597"/>
              <a:gd name="connsiteX46" fmla="*/ 964816 w 4114416"/>
              <a:gd name="connsiteY46" fmla="*/ 2116667 h 2888597"/>
              <a:gd name="connsiteX47" fmla="*/ 973282 w 4114416"/>
              <a:gd name="connsiteY47" fmla="*/ 1948424 h 2888597"/>
              <a:gd name="connsiteX48" fmla="*/ 990216 w 4114416"/>
              <a:gd name="connsiteY48" fmla="*/ 1794934 h 2888597"/>
              <a:gd name="connsiteX49" fmla="*/ 998682 w 4114416"/>
              <a:gd name="connsiteY49" fmla="*/ 1761067 h 2888597"/>
              <a:gd name="connsiteX50" fmla="*/ 1015616 w 4114416"/>
              <a:gd name="connsiteY50" fmla="*/ 1871134 h 2888597"/>
              <a:gd name="connsiteX51" fmla="*/ 1032549 w 4114416"/>
              <a:gd name="connsiteY51" fmla="*/ 1947334 h 2888597"/>
              <a:gd name="connsiteX52" fmla="*/ 1049482 w 4114416"/>
              <a:gd name="connsiteY52" fmla="*/ 2040467 h 2888597"/>
              <a:gd name="connsiteX53" fmla="*/ 1074882 w 4114416"/>
              <a:gd name="connsiteY53" fmla="*/ 2108200 h 2888597"/>
              <a:gd name="connsiteX54" fmla="*/ 1105586 w 4114416"/>
              <a:gd name="connsiteY54" fmla="*/ 2165034 h 2888597"/>
              <a:gd name="connsiteX55" fmla="*/ 1117344 w 4114416"/>
              <a:gd name="connsiteY55" fmla="*/ 2220675 h 2888597"/>
              <a:gd name="connsiteX56" fmla="*/ 1134149 w 4114416"/>
              <a:gd name="connsiteY56" fmla="*/ 2108200 h 2888597"/>
              <a:gd name="connsiteX57" fmla="*/ 1184949 w 4114416"/>
              <a:gd name="connsiteY57" fmla="*/ 1989667 h 2888597"/>
              <a:gd name="connsiteX58" fmla="*/ 1221851 w 4114416"/>
              <a:gd name="connsiteY58" fmla="*/ 1898967 h 2888597"/>
              <a:gd name="connsiteX59" fmla="*/ 1244216 w 4114416"/>
              <a:gd name="connsiteY59" fmla="*/ 2167467 h 2888597"/>
              <a:gd name="connsiteX60" fmla="*/ 1261149 w 4114416"/>
              <a:gd name="connsiteY60" fmla="*/ 2082800 h 2888597"/>
              <a:gd name="connsiteX61" fmla="*/ 1269616 w 4114416"/>
              <a:gd name="connsiteY61" fmla="*/ 2015067 h 2888597"/>
              <a:gd name="connsiteX62" fmla="*/ 1311949 w 4114416"/>
              <a:gd name="connsiteY62" fmla="*/ 1854200 h 2888597"/>
              <a:gd name="connsiteX63" fmla="*/ 1320416 w 4114416"/>
              <a:gd name="connsiteY63" fmla="*/ 1803400 h 2888597"/>
              <a:gd name="connsiteX64" fmla="*/ 1345816 w 4114416"/>
              <a:gd name="connsiteY64" fmla="*/ 1701800 h 2888597"/>
              <a:gd name="connsiteX65" fmla="*/ 1379682 w 4114416"/>
              <a:gd name="connsiteY65" fmla="*/ 1744134 h 2888597"/>
              <a:gd name="connsiteX66" fmla="*/ 1422016 w 4114416"/>
              <a:gd name="connsiteY66" fmla="*/ 1879600 h 2888597"/>
              <a:gd name="connsiteX67" fmla="*/ 1455882 w 4114416"/>
              <a:gd name="connsiteY67" fmla="*/ 1947334 h 2888597"/>
              <a:gd name="connsiteX68" fmla="*/ 1472816 w 4114416"/>
              <a:gd name="connsiteY68" fmla="*/ 1938867 h 2888597"/>
              <a:gd name="connsiteX69" fmla="*/ 1515149 w 4114416"/>
              <a:gd name="connsiteY69" fmla="*/ 1803400 h 2888597"/>
              <a:gd name="connsiteX70" fmla="*/ 1574416 w 4114416"/>
              <a:gd name="connsiteY70" fmla="*/ 1651000 h 2888597"/>
              <a:gd name="connsiteX71" fmla="*/ 1582882 w 4114416"/>
              <a:gd name="connsiteY71" fmla="*/ 1591734 h 2888597"/>
              <a:gd name="connsiteX72" fmla="*/ 1608410 w 4114416"/>
              <a:gd name="connsiteY72" fmla="*/ 1462351 h 2888597"/>
              <a:gd name="connsiteX73" fmla="*/ 1633682 w 4114416"/>
              <a:gd name="connsiteY73" fmla="*/ 1524000 h 2888597"/>
              <a:gd name="connsiteX74" fmla="*/ 1659082 w 4114416"/>
              <a:gd name="connsiteY74" fmla="*/ 1490134 h 2888597"/>
              <a:gd name="connsiteX75" fmla="*/ 1684482 w 4114416"/>
              <a:gd name="connsiteY75" fmla="*/ 1388534 h 2888597"/>
              <a:gd name="connsiteX76" fmla="*/ 1732631 w 4114416"/>
              <a:gd name="connsiteY76" fmla="*/ 1294184 h 2888597"/>
              <a:gd name="connsiteX77" fmla="*/ 1794549 w 4114416"/>
              <a:gd name="connsiteY77" fmla="*/ 1176867 h 2888597"/>
              <a:gd name="connsiteX78" fmla="*/ 1831067 w 4114416"/>
              <a:gd name="connsiteY78" fmla="*/ 1238516 h 2888597"/>
              <a:gd name="connsiteX79" fmla="*/ 1853688 w 4114416"/>
              <a:gd name="connsiteY79" fmla="*/ 1323159 h 2888597"/>
              <a:gd name="connsiteX80" fmla="*/ 1887682 w 4114416"/>
              <a:gd name="connsiteY80" fmla="*/ 1422400 h 2888597"/>
              <a:gd name="connsiteX81" fmla="*/ 1938482 w 4114416"/>
              <a:gd name="connsiteY81" fmla="*/ 1600200 h 2888597"/>
              <a:gd name="connsiteX82" fmla="*/ 1978163 w 4114416"/>
              <a:gd name="connsiteY82" fmla="*/ 1762259 h 2888597"/>
              <a:gd name="connsiteX83" fmla="*/ 2006216 w 4114416"/>
              <a:gd name="connsiteY83" fmla="*/ 1498600 h 2888597"/>
              <a:gd name="connsiteX84" fmla="*/ 2023149 w 4114416"/>
              <a:gd name="connsiteY84" fmla="*/ 1464734 h 2888597"/>
              <a:gd name="connsiteX85" fmla="*/ 2031616 w 4114416"/>
              <a:gd name="connsiteY85" fmla="*/ 1439334 h 2888597"/>
              <a:gd name="connsiteX86" fmla="*/ 2067707 w 4114416"/>
              <a:gd name="connsiteY86" fmla="*/ 1908377 h 2888597"/>
              <a:gd name="connsiteX87" fmla="*/ 2082416 w 4114416"/>
              <a:gd name="connsiteY87" fmla="*/ 2032000 h 2888597"/>
              <a:gd name="connsiteX88" fmla="*/ 2090882 w 4114416"/>
              <a:gd name="connsiteY88" fmla="*/ 2150534 h 2888597"/>
              <a:gd name="connsiteX89" fmla="*/ 2099349 w 4114416"/>
              <a:gd name="connsiteY89" fmla="*/ 2489200 h 2888597"/>
              <a:gd name="connsiteX90" fmla="*/ 2133216 w 4114416"/>
              <a:gd name="connsiteY90" fmla="*/ 2421467 h 2888597"/>
              <a:gd name="connsiteX91" fmla="*/ 2175549 w 4114416"/>
              <a:gd name="connsiteY91" fmla="*/ 2319867 h 2888597"/>
              <a:gd name="connsiteX92" fmla="*/ 2192611 w 4114416"/>
              <a:gd name="connsiteY92" fmla="*/ 2271500 h 2888597"/>
              <a:gd name="connsiteX93" fmla="*/ 2212579 w 4114416"/>
              <a:gd name="connsiteY93" fmla="*/ 2206201 h 2888597"/>
              <a:gd name="connsiteX94" fmla="*/ 2251749 w 4114416"/>
              <a:gd name="connsiteY94" fmla="*/ 2514600 h 2888597"/>
              <a:gd name="connsiteX95" fmla="*/ 2277149 w 4114416"/>
              <a:gd name="connsiteY95" fmla="*/ 2565400 h 2888597"/>
              <a:gd name="connsiteX96" fmla="*/ 2285616 w 4114416"/>
              <a:gd name="connsiteY96" fmla="*/ 2489200 h 2888597"/>
              <a:gd name="connsiteX97" fmla="*/ 2302549 w 4114416"/>
              <a:gd name="connsiteY97" fmla="*/ 2421467 h 2888597"/>
              <a:gd name="connsiteX98" fmla="*/ 2311016 w 4114416"/>
              <a:gd name="connsiteY98" fmla="*/ 1718734 h 2888597"/>
              <a:gd name="connsiteX99" fmla="*/ 2336416 w 4114416"/>
              <a:gd name="connsiteY99" fmla="*/ 1811867 h 2888597"/>
              <a:gd name="connsiteX100" fmla="*/ 2361816 w 4114416"/>
              <a:gd name="connsiteY100" fmla="*/ 1871134 h 2888597"/>
              <a:gd name="connsiteX101" fmla="*/ 2395682 w 4114416"/>
              <a:gd name="connsiteY101" fmla="*/ 1972734 h 2888597"/>
              <a:gd name="connsiteX102" fmla="*/ 2404149 w 4114416"/>
              <a:gd name="connsiteY102" fmla="*/ 1574800 h 2888597"/>
              <a:gd name="connsiteX103" fmla="*/ 2429549 w 4114416"/>
              <a:gd name="connsiteY103" fmla="*/ 1236134 h 2888597"/>
              <a:gd name="connsiteX104" fmla="*/ 2446482 w 4114416"/>
              <a:gd name="connsiteY104" fmla="*/ 1092200 h 2888597"/>
              <a:gd name="connsiteX105" fmla="*/ 2454949 w 4114416"/>
              <a:gd name="connsiteY105" fmla="*/ 1066800 h 2888597"/>
              <a:gd name="connsiteX106" fmla="*/ 2463416 w 4114416"/>
              <a:gd name="connsiteY106" fmla="*/ 1092200 h 2888597"/>
              <a:gd name="connsiteX107" fmla="*/ 2488816 w 4114416"/>
              <a:gd name="connsiteY107" fmla="*/ 1227667 h 2888597"/>
              <a:gd name="connsiteX108" fmla="*/ 2514216 w 4114416"/>
              <a:gd name="connsiteY108" fmla="*/ 753534 h 2888597"/>
              <a:gd name="connsiteX109" fmla="*/ 2531149 w 4114416"/>
              <a:gd name="connsiteY109" fmla="*/ 685800 h 2888597"/>
              <a:gd name="connsiteX110" fmla="*/ 2539616 w 4114416"/>
              <a:gd name="connsiteY110" fmla="*/ 609600 h 2888597"/>
              <a:gd name="connsiteX111" fmla="*/ 2548082 w 4114416"/>
              <a:gd name="connsiteY111" fmla="*/ 558800 h 2888597"/>
              <a:gd name="connsiteX112" fmla="*/ 2565016 w 4114416"/>
              <a:gd name="connsiteY112" fmla="*/ 584200 h 2888597"/>
              <a:gd name="connsiteX113" fmla="*/ 2573482 w 4114416"/>
              <a:gd name="connsiteY113" fmla="*/ 778934 h 2888597"/>
              <a:gd name="connsiteX114" fmla="*/ 2615816 w 4114416"/>
              <a:gd name="connsiteY114" fmla="*/ 914400 h 2888597"/>
              <a:gd name="connsiteX115" fmla="*/ 2632749 w 4114416"/>
              <a:gd name="connsiteY115" fmla="*/ 973667 h 2888597"/>
              <a:gd name="connsiteX116" fmla="*/ 2649682 w 4114416"/>
              <a:gd name="connsiteY116" fmla="*/ 812800 h 2888597"/>
              <a:gd name="connsiteX117" fmla="*/ 2666616 w 4114416"/>
              <a:gd name="connsiteY117" fmla="*/ 694267 h 2888597"/>
              <a:gd name="connsiteX118" fmla="*/ 2692016 w 4114416"/>
              <a:gd name="connsiteY118" fmla="*/ 558800 h 2888597"/>
              <a:gd name="connsiteX119" fmla="*/ 2717416 w 4114416"/>
              <a:gd name="connsiteY119" fmla="*/ 321734 h 2888597"/>
              <a:gd name="connsiteX120" fmla="*/ 2734349 w 4114416"/>
              <a:gd name="connsiteY120" fmla="*/ 1058334 h 2888597"/>
              <a:gd name="connsiteX121" fmla="*/ 2760746 w 4114416"/>
              <a:gd name="connsiteY121" fmla="*/ 1023969 h 2888597"/>
              <a:gd name="connsiteX122" fmla="*/ 2810549 w 4114416"/>
              <a:gd name="connsiteY122" fmla="*/ 905934 h 2888597"/>
              <a:gd name="connsiteX123" fmla="*/ 2844416 w 4114416"/>
              <a:gd name="connsiteY123" fmla="*/ 855134 h 2888597"/>
              <a:gd name="connsiteX124" fmla="*/ 2869816 w 4114416"/>
              <a:gd name="connsiteY124" fmla="*/ 1422400 h 2888597"/>
              <a:gd name="connsiteX125" fmla="*/ 2878282 w 4114416"/>
              <a:gd name="connsiteY125" fmla="*/ 1388534 h 2888597"/>
              <a:gd name="connsiteX126" fmla="*/ 2895216 w 4114416"/>
              <a:gd name="connsiteY126" fmla="*/ 1363134 h 2888597"/>
              <a:gd name="connsiteX127" fmla="*/ 2920616 w 4114416"/>
              <a:gd name="connsiteY127" fmla="*/ 1278467 h 2888597"/>
              <a:gd name="connsiteX128" fmla="*/ 2937549 w 4114416"/>
              <a:gd name="connsiteY128" fmla="*/ 1320800 h 2888597"/>
              <a:gd name="connsiteX129" fmla="*/ 2954482 w 4114416"/>
              <a:gd name="connsiteY129" fmla="*/ 1388534 h 2888597"/>
              <a:gd name="connsiteX130" fmla="*/ 2971416 w 4114416"/>
              <a:gd name="connsiteY130" fmla="*/ 1422400 h 2888597"/>
              <a:gd name="connsiteX131" fmla="*/ 3013749 w 4114416"/>
              <a:gd name="connsiteY131" fmla="*/ 1540934 h 2888597"/>
              <a:gd name="connsiteX132" fmla="*/ 3030682 w 4114416"/>
              <a:gd name="connsiteY132" fmla="*/ 1566334 h 2888597"/>
              <a:gd name="connsiteX133" fmla="*/ 3064549 w 4114416"/>
              <a:gd name="connsiteY133" fmla="*/ 1718734 h 2888597"/>
              <a:gd name="connsiteX134" fmla="*/ 3089949 w 4114416"/>
              <a:gd name="connsiteY134" fmla="*/ 1761067 h 2888597"/>
              <a:gd name="connsiteX135" fmla="*/ 3118129 w 4114416"/>
              <a:gd name="connsiteY135" fmla="*/ 1909842 h 2888597"/>
              <a:gd name="connsiteX136" fmla="*/ 3140749 w 4114416"/>
              <a:gd name="connsiteY136" fmla="*/ 1769534 h 2888597"/>
              <a:gd name="connsiteX137" fmla="*/ 3157682 w 4114416"/>
              <a:gd name="connsiteY137" fmla="*/ 1710267 h 2888597"/>
              <a:gd name="connsiteX138" fmla="*/ 3166149 w 4114416"/>
              <a:gd name="connsiteY138" fmla="*/ 1684867 h 2888597"/>
              <a:gd name="connsiteX139" fmla="*/ 3191549 w 4114416"/>
              <a:gd name="connsiteY139" fmla="*/ 1676400 h 2888597"/>
              <a:gd name="connsiteX140" fmla="*/ 3200016 w 4114416"/>
              <a:gd name="connsiteY140" fmla="*/ 2006600 h 2888597"/>
              <a:gd name="connsiteX141" fmla="*/ 3208482 w 4114416"/>
              <a:gd name="connsiteY141" fmla="*/ 2048934 h 2888597"/>
              <a:gd name="connsiteX142" fmla="*/ 3216949 w 4114416"/>
              <a:gd name="connsiteY142" fmla="*/ 2099734 h 2888597"/>
              <a:gd name="connsiteX143" fmla="*/ 3233882 w 4114416"/>
              <a:gd name="connsiteY143" fmla="*/ 2048934 h 2888597"/>
              <a:gd name="connsiteX144" fmla="*/ 3242349 w 4114416"/>
              <a:gd name="connsiteY144" fmla="*/ 1998134 h 2888597"/>
              <a:gd name="connsiteX145" fmla="*/ 3276216 w 4114416"/>
              <a:gd name="connsiteY145" fmla="*/ 2353734 h 2888597"/>
              <a:gd name="connsiteX146" fmla="*/ 3278960 w 4114416"/>
              <a:gd name="connsiteY146" fmla="*/ 2387600 h 2888597"/>
              <a:gd name="connsiteX147" fmla="*/ 3272323 w 4114416"/>
              <a:gd name="connsiteY147" fmla="*/ 2497667 h 2888597"/>
              <a:gd name="connsiteX148" fmla="*/ 3296810 w 4114416"/>
              <a:gd name="connsiteY148" fmla="*/ 2540952 h 2888597"/>
              <a:gd name="connsiteX149" fmla="*/ 3321294 w 4114416"/>
              <a:gd name="connsiteY149" fmla="*/ 2335554 h 2888597"/>
              <a:gd name="connsiteX150" fmla="*/ 3331591 w 4114416"/>
              <a:gd name="connsiteY150" fmla="*/ 2723509 h 2888597"/>
              <a:gd name="connsiteX151" fmla="*/ 3411682 w 4114416"/>
              <a:gd name="connsiteY151" fmla="*/ 2810934 h 2888597"/>
              <a:gd name="connsiteX152" fmla="*/ 3437082 w 4114416"/>
              <a:gd name="connsiteY152" fmla="*/ 2870200 h 2888597"/>
              <a:gd name="connsiteX153" fmla="*/ 3452170 w 4114416"/>
              <a:gd name="connsiteY153" fmla="*/ 2345696 h 2888597"/>
              <a:gd name="connsiteX154" fmla="*/ 3462482 w 4114416"/>
              <a:gd name="connsiteY154" fmla="*/ 1828800 h 2888597"/>
              <a:gd name="connsiteX155" fmla="*/ 3461984 w 4114416"/>
              <a:gd name="connsiteY155" fmla="*/ 2090271 h 2888597"/>
              <a:gd name="connsiteX156" fmla="*/ 3487882 w 4114416"/>
              <a:gd name="connsiteY156" fmla="*/ 1735667 h 2888597"/>
              <a:gd name="connsiteX157" fmla="*/ 3513282 w 4114416"/>
              <a:gd name="connsiteY157" fmla="*/ 1651000 h 2888597"/>
              <a:gd name="connsiteX158" fmla="*/ 3521749 w 4114416"/>
              <a:gd name="connsiteY158" fmla="*/ 1701800 h 2888597"/>
              <a:gd name="connsiteX159" fmla="*/ 3525733 w 4114416"/>
              <a:gd name="connsiteY159" fmla="*/ 1875118 h 2888597"/>
              <a:gd name="connsiteX160" fmla="*/ 3547149 w 4114416"/>
              <a:gd name="connsiteY160" fmla="*/ 1752600 h 2888597"/>
              <a:gd name="connsiteX161" fmla="*/ 3532962 w 4114416"/>
              <a:gd name="connsiteY161" fmla="*/ 1504968 h 2888597"/>
              <a:gd name="connsiteX162" fmla="*/ 3597949 w 4114416"/>
              <a:gd name="connsiteY162" fmla="*/ 1608667 h 2888597"/>
              <a:gd name="connsiteX163" fmla="*/ 3614882 w 4114416"/>
              <a:gd name="connsiteY163" fmla="*/ 1566334 h 2888597"/>
              <a:gd name="connsiteX164" fmla="*/ 3657216 w 4114416"/>
              <a:gd name="connsiteY164" fmla="*/ 1464734 h 2888597"/>
              <a:gd name="connsiteX165" fmla="*/ 3661200 w 4114416"/>
              <a:gd name="connsiteY165" fmla="*/ 1373094 h 2888597"/>
              <a:gd name="connsiteX166" fmla="*/ 3682616 w 4114416"/>
              <a:gd name="connsiteY166" fmla="*/ 1363134 h 2888597"/>
              <a:gd name="connsiteX167" fmla="*/ 3699549 w 4114416"/>
              <a:gd name="connsiteY167" fmla="*/ 1320800 h 2888597"/>
              <a:gd name="connsiteX168" fmla="*/ 3694569 w 4114416"/>
              <a:gd name="connsiteY168" fmla="*/ 1151964 h 2888597"/>
              <a:gd name="connsiteX169" fmla="*/ 3741882 w 4114416"/>
              <a:gd name="connsiteY169" fmla="*/ 1227667 h 2888597"/>
              <a:gd name="connsiteX170" fmla="*/ 3750349 w 4114416"/>
              <a:gd name="connsiteY170" fmla="*/ 1176867 h 2888597"/>
              <a:gd name="connsiteX171" fmla="*/ 3767282 w 4114416"/>
              <a:gd name="connsiteY171" fmla="*/ 1126067 h 2888597"/>
              <a:gd name="connsiteX172" fmla="*/ 3775749 w 4114416"/>
              <a:gd name="connsiteY172" fmla="*/ 1058334 h 2888597"/>
              <a:gd name="connsiteX173" fmla="*/ 3784216 w 4114416"/>
              <a:gd name="connsiteY173" fmla="*/ 1270000 h 2888597"/>
              <a:gd name="connsiteX174" fmla="*/ 3813064 w 4114416"/>
              <a:gd name="connsiteY174" fmla="*/ 678606 h 2888597"/>
              <a:gd name="connsiteX175" fmla="*/ 3818082 w 4114416"/>
              <a:gd name="connsiteY175" fmla="*/ 558800 h 2888597"/>
              <a:gd name="connsiteX176" fmla="*/ 3835016 w 4114416"/>
              <a:gd name="connsiteY176" fmla="*/ 482600 h 2888597"/>
              <a:gd name="connsiteX177" fmla="*/ 3843482 w 4114416"/>
              <a:gd name="connsiteY177" fmla="*/ 533400 h 2888597"/>
              <a:gd name="connsiteX178" fmla="*/ 3860416 w 4114416"/>
              <a:gd name="connsiteY178" fmla="*/ 660400 h 2888597"/>
              <a:gd name="connsiteX179" fmla="*/ 3868882 w 4114416"/>
              <a:gd name="connsiteY179" fmla="*/ 702734 h 2888597"/>
              <a:gd name="connsiteX180" fmla="*/ 3885816 w 4114416"/>
              <a:gd name="connsiteY180" fmla="*/ 736600 h 2888597"/>
              <a:gd name="connsiteX181" fmla="*/ 3902749 w 4114416"/>
              <a:gd name="connsiteY181" fmla="*/ 702734 h 2888597"/>
              <a:gd name="connsiteX182" fmla="*/ 3962016 w 4114416"/>
              <a:gd name="connsiteY182" fmla="*/ 482600 h 2888597"/>
              <a:gd name="connsiteX183" fmla="*/ 3978949 w 4114416"/>
              <a:gd name="connsiteY183" fmla="*/ 457200 h 2888597"/>
              <a:gd name="connsiteX184" fmla="*/ 4004349 w 4114416"/>
              <a:gd name="connsiteY184" fmla="*/ 177800 h 2888597"/>
              <a:gd name="connsiteX185" fmla="*/ 4029749 w 4114416"/>
              <a:gd name="connsiteY185" fmla="*/ 135467 h 2888597"/>
              <a:gd name="connsiteX186" fmla="*/ 4038216 w 4114416"/>
              <a:gd name="connsiteY186" fmla="*/ 101600 h 2888597"/>
              <a:gd name="connsiteX187" fmla="*/ 4046682 w 4114416"/>
              <a:gd name="connsiteY187" fmla="*/ 76200 h 2888597"/>
              <a:gd name="connsiteX188" fmla="*/ 4055149 w 4114416"/>
              <a:gd name="connsiteY188" fmla="*/ 110067 h 2888597"/>
              <a:gd name="connsiteX189" fmla="*/ 4072082 w 4114416"/>
              <a:gd name="connsiteY189" fmla="*/ 160867 h 2888597"/>
              <a:gd name="connsiteX190" fmla="*/ 4114416 w 4114416"/>
              <a:gd name="connsiteY190" fmla="*/ 0 h 2888597"/>
              <a:gd name="connsiteX0" fmla="*/ 0 w 4114416"/>
              <a:gd name="connsiteY0" fmla="*/ 735359 h 2888597"/>
              <a:gd name="connsiteX1" fmla="*/ 22363 w 4114416"/>
              <a:gd name="connsiteY1" fmla="*/ 647092 h 2888597"/>
              <a:gd name="connsiteX2" fmla="*/ 53451 w 4114416"/>
              <a:gd name="connsiteY2" fmla="*/ 567267 h 2888597"/>
              <a:gd name="connsiteX3" fmla="*/ 61790 w 4114416"/>
              <a:gd name="connsiteY3" fmla="*/ 828517 h 2888597"/>
              <a:gd name="connsiteX4" fmla="*/ 57549 w 4114416"/>
              <a:gd name="connsiteY4" fmla="*/ 1083293 h 2888597"/>
              <a:gd name="connsiteX5" fmla="*/ 55282 w 4114416"/>
              <a:gd name="connsiteY5" fmla="*/ 1212385 h 2888597"/>
              <a:gd name="connsiteX6" fmla="*/ 69873 w 4114416"/>
              <a:gd name="connsiteY6" fmla="*/ 1401791 h 2888597"/>
              <a:gd name="connsiteX7" fmla="*/ 112335 w 4114416"/>
              <a:gd name="connsiteY7" fmla="*/ 1209517 h 2888597"/>
              <a:gd name="connsiteX8" fmla="*/ 135082 w 4114416"/>
              <a:gd name="connsiteY8" fmla="*/ 1100667 h 2888597"/>
              <a:gd name="connsiteX9" fmla="*/ 168949 w 4114416"/>
              <a:gd name="connsiteY9" fmla="*/ 999067 h 2888597"/>
              <a:gd name="connsiteX10" fmla="*/ 185882 w 4114416"/>
              <a:gd name="connsiteY10" fmla="*/ 948267 h 2888597"/>
              <a:gd name="connsiteX11" fmla="*/ 202816 w 4114416"/>
              <a:gd name="connsiteY11" fmla="*/ 1134534 h 2888597"/>
              <a:gd name="connsiteX12" fmla="*/ 219749 w 4114416"/>
              <a:gd name="connsiteY12" fmla="*/ 1464734 h 2888597"/>
              <a:gd name="connsiteX13" fmla="*/ 279016 w 4114416"/>
              <a:gd name="connsiteY13" fmla="*/ 1363134 h 2888597"/>
              <a:gd name="connsiteX14" fmla="*/ 304416 w 4114416"/>
              <a:gd name="connsiteY14" fmla="*/ 1371600 h 2888597"/>
              <a:gd name="connsiteX15" fmla="*/ 312882 w 4114416"/>
              <a:gd name="connsiteY15" fmla="*/ 2243667 h 2888597"/>
              <a:gd name="connsiteX16" fmla="*/ 338282 w 4114416"/>
              <a:gd name="connsiteY16" fmla="*/ 2201334 h 2888597"/>
              <a:gd name="connsiteX17" fmla="*/ 346749 w 4114416"/>
              <a:gd name="connsiteY17" fmla="*/ 2150534 h 2888597"/>
              <a:gd name="connsiteX18" fmla="*/ 371651 w 4114416"/>
              <a:gd name="connsiteY18" fmla="*/ 2376146 h 2888597"/>
              <a:gd name="connsiteX19" fmla="*/ 389082 w 4114416"/>
              <a:gd name="connsiteY19" fmla="*/ 2082800 h 2888597"/>
              <a:gd name="connsiteX20" fmla="*/ 414981 w 4114416"/>
              <a:gd name="connsiteY20" fmla="*/ 1792444 h 2888597"/>
              <a:gd name="connsiteX21" fmla="*/ 422949 w 4114416"/>
              <a:gd name="connsiteY21" fmla="*/ 2032000 h 2888597"/>
              <a:gd name="connsiteX22" fmla="*/ 453908 w 4114416"/>
              <a:gd name="connsiteY22" fmla="*/ 1990884 h 2888597"/>
              <a:gd name="connsiteX23" fmla="*/ 465282 w 4114416"/>
              <a:gd name="connsiteY23" fmla="*/ 1752600 h 2888597"/>
              <a:gd name="connsiteX24" fmla="*/ 490682 w 4114416"/>
              <a:gd name="connsiteY24" fmla="*/ 1651000 h 2888597"/>
              <a:gd name="connsiteX25" fmla="*/ 516082 w 4114416"/>
              <a:gd name="connsiteY25" fmla="*/ 1710267 h 2888597"/>
              <a:gd name="connsiteX26" fmla="*/ 524549 w 4114416"/>
              <a:gd name="connsiteY26" fmla="*/ 1851666 h 2888597"/>
              <a:gd name="connsiteX27" fmla="*/ 558416 w 4114416"/>
              <a:gd name="connsiteY27" fmla="*/ 1820334 h 2888597"/>
              <a:gd name="connsiteX28" fmla="*/ 583816 w 4114416"/>
              <a:gd name="connsiteY28" fmla="*/ 1938867 h 2888597"/>
              <a:gd name="connsiteX29" fmla="*/ 600749 w 4114416"/>
              <a:gd name="connsiteY29" fmla="*/ 1998134 h 2888597"/>
              <a:gd name="connsiteX30" fmla="*/ 643082 w 4114416"/>
              <a:gd name="connsiteY30" fmla="*/ 1786467 h 2888597"/>
              <a:gd name="connsiteX31" fmla="*/ 668482 w 4114416"/>
              <a:gd name="connsiteY31" fmla="*/ 1718734 h 2888597"/>
              <a:gd name="connsiteX32" fmla="*/ 685416 w 4114416"/>
              <a:gd name="connsiteY32" fmla="*/ 1617134 h 2888597"/>
              <a:gd name="connsiteX33" fmla="*/ 702349 w 4114416"/>
              <a:gd name="connsiteY33" fmla="*/ 1557867 h 2888597"/>
              <a:gd name="connsiteX34" fmla="*/ 710816 w 4114416"/>
              <a:gd name="connsiteY34" fmla="*/ 1524000 h 2888597"/>
              <a:gd name="connsiteX35" fmla="*/ 727749 w 4114416"/>
              <a:gd name="connsiteY35" fmla="*/ 1312334 h 2888597"/>
              <a:gd name="connsiteX36" fmla="*/ 744682 w 4114416"/>
              <a:gd name="connsiteY36" fmla="*/ 1380067 h 2888597"/>
              <a:gd name="connsiteX37" fmla="*/ 761616 w 4114416"/>
              <a:gd name="connsiteY37" fmla="*/ 1532467 h 2888597"/>
              <a:gd name="connsiteX38" fmla="*/ 778549 w 4114416"/>
              <a:gd name="connsiteY38" fmla="*/ 1566334 h 2888597"/>
              <a:gd name="connsiteX39" fmla="*/ 820882 w 4114416"/>
              <a:gd name="connsiteY39" fmla="*/ 1430867 h 2888597"/>
              <a:gd name="connsiteX40" fmla="*/ 854749 w 4114416"/>
              <a:gd name="connsiteY40" fmla="*/ 1388534 h 2888597"/>
              <a:gd name="connsiteX41" fmla="*/ 863216 w 4114416"/>
              <a:gd name="connsiteY41" fmla="*/ 1498600 h 2888597"/>
              <a:gd name="connsiteX42" fmla="*/ 888616 w 4114416"/>
              <a:gd name="connsiteY42" fmla="*/ 1811867 h 2888597"/>
              <a:gd name="connsiteX43" fmla="*/ 897082 w 4114416"/>
              <a:gd name="connsiteY43" fmla="*/ 1642534 h 2888597"/>
              <a:gd name="connsiteX44" fmla="*/ 930949 w 4114416"/>
              <a:gd name="connsiteY44" fmla="*/ 1557867 h 2888597"/>
              <a:gd name="connsiteX45" fmla="*/ 939416 w 4114416"/>
              <a:gd name="connsiteY45" fmla="*/ 2006600 h 2888597"/>
              <a:gd name="connsiteX46" fmla="*/ 964816 w 4114416"/>
              <a:gd name="connsiteY46" fmla="*/ 2116667 h 2888597"/>
              <a:gd name="connsiteX47" fmla="*/ 973282 w 4114416"/>
              <a:gd name="connsiteY47" fmla="*/ 1948424 h 2888597"/>
              <a:gd name="connsiteX48" fmla="*/ 990216 w 4114416"/>
              <a:gd name="connsiteY48" fmla="*/ 1794934 h 2888597"/>
              <a:gd name="connsiteX49" fmla="*/ 998682 w 4114416"/>
              <a:gd name="connsiteY49" fmla="*/ 1761067 h 2888597"/>
              <a:gd name="connsiteX50" fmla="*/ 1015616 w 4114416"/>
              <a:gd name="connsiteY50" fmla="*/ 1871134 h 2888597"/>
              <a:gd name="connsiteX51" fmla="*/ 1032549 w 4114416"/>
              <a:gd name="connsiteY51" fmla="*/ 1947334 h 2888597"/>
              <a:gd name="connsiteX52" fmla="*/ 1049482 w 4114416"/>
              <a:gd name="connsiteY52" fmla="*/ 2040467 h 2888597"/>
              <a:gd name="connsiteX53" fmla="*/ 1074882 w 4114416"/>
              <a:gd name="connsiteY53" fmla="*/ 2108200 h 2888597"/>
              <a:gd name="connsiteX54" fmla="*/ 1105586 w 4114416"/>
              <a:gd name="connsiteY54" fmla="*/ 2165034 h 2888597"/>
              <a:gd name="connsiteX55" fmla="*/ 1117344 w 4114416"/>
              <a:gd name="connsiteY55" fmla="*/ 2220675 h 2888597"/>
              <a:gd name="connsiteX56" fmla="*/ 1134149 w 4114416"/>
              <a:gd name="connsiteY56" fmla="*/ 2108200 h 2888597"/>
              <a:gd name="connsiteX57" fmla="*/ 1184949 w 4114416"/>
              <a:gd name="connsiteY57" fmla="*/ 1989667 h 2888597"/>
              <a:gd name="connsiteX58" fmla="*/ 1221851 w 4114416"/>
              <a:gd name="connsiteY58" fmla="*/ 1898967 h 2888597"/>
              <a:gd name="connsiteX59" fmla="*/ 1244216 w 4114416"/>
              <a:gd name="connsiteY59" fmla="*/ 2167467 h 2888597"/>
              <a:gd name="connsiteX60" fmla="*/ 1261149 w 4114416"/>
              <a:gd name="connsiteY60" fmla="*/ 2082800 h 2888597"/>
              <a:gd name="connsiteX61" fmla="*/ 1269616 w 4114416"/>
              <a:gd name="connsiteY61" fmla="*/ 2015067 h 2888597"/>
              <a:gd name="connsiteX62" fmla="*/ 1311949 w 4114416"/>
              <a:gd name="connsiteY62" fmla="*/ 1854200 h 2888597"/>
              <a:gd name="connsiteX63" fmla="*/ 1320416 w 4114416"/>
              <a:gd name="connsiteY63" fmla="*/ 1803400 h 2888597"/>
              <a:gd name="connsiteX64" fmla="*/ 1345816 w 4114416"/>
              <a:gd name="connsiteY64" fmla="*/ 1701800 h 2888597"/>
              <a:gd name="connsiteX65" fmla="*/ 1379682 w 4114416"/>
              <a:gd name="connsiteY65" fmla="*/ 1744134 h 2888597"/>
              <a:gd name="connsiteX66" fmla="*/ 1422016 w 4114416"/>
              <a:gd name="connsiteY66" fmla="*/ 1879600 h 2888597"/>
              <a:gd name="connsiteX67" fmla="*/ 1455882 w 4114416"/>
              <a:gd name="connsiteY67" fmla="*/ 1947334 h 2888597"/>
              <a:gd name="connsiteX68" fmla="*/ 1472816 w 4114416"/>
              <a:gd name="connsiteY68" fmla="*/ 1938867 h 2888597"/>
              <a:gd name="connsiteX69" fmla="*/ 1515149 w 4114416"/>
              <a:gd name="connsiteY69" fmla="*/ 1803400 h 2888597"/>
              <a:gd name="connsiteX70" fmla="*/ 1574416 w 4114416"/>
              <a:gd name="connsiteY70" fmla="*/ 1651000 h 2888597"/>
              <a:gd name="connsiteX71" fmla="*/ 1582882 w 4114416"/>
              <a:gd name="connsiteY71" fmla="*/ 1591734 h 2888597"/>
              <a:gd name="connsiteX72" fmla="*/ 1608410 w 4114416"/>
              <a:gd name="connsiteY72" fmla="*/ 1462351 h 2888597"/>
              <a:gd name="connsiteX73" fmla="*/ 1633682 w 4114416"/>
              <a:gd name="connsiteY73" fmla="*/ 1524000 h 2888597"/>
              <a:gd name="connsiteX74" fmla="*/ 1659082 w 4114416"/>
              <a:gd name="connsiteY74" fmla="*/ 1490134 h 2888597"/>
              <a:gd name="connsiteX75" fmla="*/ 1684482 w 4114416"/>
              <a:gd name="connsiteY75" fmla="*/ 1388534 h 2888597"/>
              <a:gd name="connsiteX76" fmla="*/ 1732631 w 4114416"/>
              <a:gd name="connsiteY76" fmla="*/ 1294184 h 2888597"/>
              <a:gd name="connsiteX77" fmla="*/ 1794549 w 4114416"/>
              <a:gd name="connsiteY77" fmla="*/ 1176867 h 2888597"/>
              <a:gd name="connsiteX78" fmla="*/ 1831067 w 4114416"/>
              <a:gd name="connsiteY78" fmla="*/ 1238516 h 2888597"/>
              <a:gd name="connsiteX79" fmla="*/ 1853688 w 4114416"/>
              <a:gd name="connsiteY79" fmla="*/ 1323159 h 2888597"/>
              <a:gd name="connsiteX80" fmla="*/ 1887682 w 4114416"/>
              <a:gd name="connsiteY80" fmla="*/ 1422400 h 2888597"/>
              <a:gd name="connsiteX81" fmla="*/ 1938482 w 4114416"/>
              <a:gd name="connsiteY81" fmla="*/ 1600200 h 2888597"/>
              <a:gd name="connsiteX82" fmla="*/ 1978163 w 4114416"/>
              <a:gd name="connsiteY82" fmla="*/ 1762259 h 2888597"/>
              <a:gd name="connsiteX83" fmla="*/ 2006216 w 4114416"/>
              <a:gd name="connsiteY83" fmla="*/ 1498600 h 2888597"/>
              <a:gd name="connsiteX84" fmla="*/ 2023149 w 4114416"/>
              <a:gd name="connsiteY84" fmla="*/ 1464734 h 2888597"/>
              <a:gd name="connsiteX85" fmla="*/ 2031616 w 4114416"/>
              <a:gd name="connsiteY85" fmla="*/ 1439334 h 2888597"/>
              <a:gd name="connsiteX86" fmla="*/ 2067707 w 4114416"/>
              <a:gd name="connsiteY86" fmla="*/ 1908377 h 2888597"/>
              <a:gd name="connsiteX87" fmla="*/ 2082416 w 4114416"/>
              <a:gd name="connsiteY87" fmla="*/ 2032000 h 2888597"/>
              <a:gd name="connsiteX88" fmla="*/ 2090882 w 4114416"/>
              <a:gd name="connsiteY88" fmla="*/ 2150534 h 2888597"/>
              <a:gd name="connsiteX89" fmla="*/ 2099349 w 4114416"/>
              <a:gd name="connsiteY89" fmla="*/ 2489200 h 2888597"/>
              <a:gd name="connsiteX90" fmla="*/ 2133216 w 4114416"/>
              <a:gd name="connsiteY90" fmla="*/ 2421467 h 2888597"/>
              <a:gd name="connsiteX91" fmla="*/ 2175549 w 4114416"/>
              <a:gd name="connsiteY91" fmla="*/ 2319867 h 2888597"/>
              <a:gd name="connsiteX92" fmla="*/ 2192611 w 4114416"/>
              <a:gd name="connsiteY92" fmla="*/ 2271500 h 2888597"/>
              <a:gd name="connsiteX93" fmla="*/ 2212579 w 4114416"/>
              <a:gd name="connsiteY93" fmla="*/ 2206201 h 2888597"/>
              <a:gd name="connsiteX94" fmla="*/ 2251749 w 4114416"/>
              <a:gd name="connsiteY94" fmla="*/ 2514600 h 2888597"/>
              <a:gd name="connsiteX95" fmla="*/ 2277149 w 4114416"/>
              <a:gd name="connsiteY95" fmla="*/ 2565400 h 2888597"/>
              <a:gd name="connsiteX96" fmla="*/ 2285616 w 4114416"/>
              <a:gd name="connsiteY96" fmla="*/ 2489200 h 2888597"/>
              <a:gd name="connsiteX97" fmla="*/ 2302549 w 4114416"/>
              <a:gd name="connsiteY97" fmla="*/ 2421467 h 2888597"/>
              <a:gd name="connsiteX98" fmla="*/ 2311016 w 4114416"/>
              <a:gd name="connsiteY98" fmla="*/ 1718734 h 2888597"/>
              <a:gd name="connsiteX99" fmla="*/ 2336416 w 4114416"/>
              <a:gd name="connsiteY99" fmla="*/ 1811867 h 2888597"/>
              <a:gd name="connsiteX100" fmla="*/ 2361816 w 4114416"/>
              <a:gd name="connsiteY100" fmla="*/ 1871134 h 2888597"/>
              <a:gd name="connsiteX101" fmla="*/ 2395682 w 4114416"/>
              <a:gd name="connsiteY101" fmla="*/ 1972734 h 2888597"/>
              <a:gd name="connsiteX102" fmla="*/ 2404149 w 4114416"/>
              <a:gd name="connsiteY102" fmla="*/ 1574800 h 2888597"/>
              <a:gd name="connsiteX103" fmla="*/ 2429549 w 4114416"/>
              <a:gd name="connsiteY103" fmla="*/ 1236134 h 2888597"/>
              <a:gd name="connsiteX104" fmla="*/ 2446482 w 4114416"/>
              <a:gd name="connsiteY104" fmla="*/ 1092200 h 2888597"/>
              <a:gd name="connsiteX105" fmla="*/ 2454949 w 4114416"/>
              <a:gd name="connsiteY105" fmla="*/ 1066800 h 2888597"/>
              <a:gd name="connsiteX106" fmla="*/ 2463416 w 4114416"/>
              <a:gd name="connsiteY106" fmla="*/ 1092200 h 2888597"/>
              <a:gd name="connsiteX107" fmla="*/ 2488816 w 4114416"/>
              <a:gd name="connsiteY107" fmla="*/ 1227667 h 2888597"/>
              <a:gd name="connsiteX108" fmla="*/ 2514216 w 4114416"/>
              <a:gd name="connsiteY108" fmla="*/ 753534 h 2888597"/>
              <a:gd name="connsiteX109" fmla="*/ 2531149 w 4114416"/>
              <a:gd name="connsiteY109" fmla="*/ 685800 h 2888597"/>
              <a:gd name="connsiteX110" fmla="*/ 2539616 w 4114416"/>
              <a:gd name="connsiteY110" fmla="*/ 609600 h 2888597"/>
              <a:gd name="connsiteX111" fmla="*/ 2548082 w 4114416"/>
              <a:gd name="connsiteY111" fmla="*/ 558800 h 2888597"/>
              <a:gd name="connsiteX112" fmla="*/ 2565016 w 4114416"/>
              <a:gd name="connsiteY112" fmla="*/ 584200 h 2888597"/>
              <a:gd name="connsiteX113" fmla="*/ 2573482 w 4114416"/>
              <a:gd name="connsiteY113" fmla="*/ 778934 h 2888597"/>
              <a:gd name="connsiteX114" fmla="*/ 2615816 w 4114416"/>
              <a:gd name="connsiteY114" fmla="*/ 914400 h 2888597"/>
              <a:gd name="connsiteX115" fmla="*/ 2632749 w 4114416"/>
              <a:gd name="connsiteY115" fmla="*/ 973667 h 2888597"/>
              <a:gd name="connsiteX116" fmla="*/ 2649682 w 4114416"/>
              <a:gd name="connsiteY116" fmla="*/ 812800 h 2888597"/>
              <a:gd name="connsiteX117" fmla="*/ 2666616 w 4114416"/>
              <a:gd name="connsiteY117" fmla="*/ 694267 h 2888597"/>
              <a:gd name="connsiteX118" fmla="*/ 2692016 w 4114416"/>
              <a:gd name="connsiteY118" fmla="*/ 558800 h 2888597"/>
              <a:gd name="connsiteX119" fmla="*/ 2717416 w 4114416"/>
              <a:gd name="connsiteY119" fmla="*/ 321734 h 2888597"/>
              <a:gd name="connsiteX120" fmla="*/ 2734349 w 4114416"/>
              <a:gd name="connsiteY120" fmla="*/ 1058334 h 2888597"/>
              <a:gd name="connsiteX121" fmla="*/ 2760746 w 4114416"/>
              <a:gd name="connsiteY121" fmla="*/ 1023969 h 2888597"/>
              <a:gd name="connsiteX122" fmla="*/ 2810549 w 4114416"/>
              <a:gd name="connsiteY122" fmla="*/ 905934 h 2888597"/>
              <a:gd name="connsiteX123" fmla="*/ 2844416 w 4114416"/>
              <a:gd name="connsiteY123" fmla="*/ 855134 h 2888597"/>
              <a:gd name="connsiteX124" fmla="*/ 2869816 w 4114416"/>
              <a:gd name="connsiteY124" fmla="*/ 1422400 h 2888597"/>
              <a:gd name="connsiteX125" fmla="*/ 2878282 w 4114416"/>
              <a:gd name="connsiteY125" fmla="*/ 1388534 h 2888597"/>
              <a:gd name="connsiteX126" fmla="*/ 2895216 w 4114416"/>
              <a:gd name="connsiteY126" fmla="*/ 1363134 h 2888597"/>
              <a:gd name="connsiteX127" fmla="*/ 2920616 w 4114416"/>
              <a:gd name="connsiteY127" fmla="*/ 1278467 h 2888597"/>
              <a:gd name="connsiteX128" fmla="*/ 2937549 w 4114416"/>
              <a:gd name="connsiteY128" fmla="*/ 1320800 h 2888597"/>
              <a:gd name="connsiteX129" fmla="*/ 2954482 w 4114416"/>
              <a:gd name="connsiteY129" fmla="*/ 1388534 h 2888597"/>
              <a:gd name="connsiteX130" fmla="*/ 2971416 w 4114416"/>
              <a:gd name="connsiteY130" fmla="*/ 1422400 h 2888597"/>
              <a:gd name="connsiteX131" fmla="*/ 3013749 w 4114416"/>
              <a:gd name="connsiteY131" fmla="*/ 1540934 h 2888597"/>
              <a:gd name="connsiteX132" fmla="*/ 3030682 w 4114416"/>
              <a:gd name="connsiteY132" fmla="*/ 1566334 h 2888597"/>
              <a:gd name="connsiteX133" fmla="*/ 3064549 w 4114416"/>
              <a:gd name="connsiteY133" fmla="*/ 1718734 h 2888597"/>
              <a:gd name="connsiteX134" fmla="*/ 3089949 w 4114416"/>
              <a:gd name="connsiteY134" fmla="*/ 1761067 h 2888597"/>
              <a:gd name="connsiteX135" fmla="*/ 3118129 w 4114416"/>
              <a:gd name="connsiteY135" fmla="*/ 1909842 h 2888597"/>
              <a:gd name="connsiteX136" fmla="*/ 3140749 w 4114416"/>
              <a:gd name="connsiteY136" fmla="*/ 1769534 h 2888597"/>
              <a:gd name="connsiteX137" fmla="*/ 3157682 w 4114416"/>
              <a:gd name="connsiteY137" fmla="*/ 1710267 h 2888597"/>
              <a:gd name="connsiteX138" fmla="*/ 3166149 w 4114416"/>
              <a:gd name="connsiteY138" fmla="*/ 1684867 h 2888597"/>
              <a:gd name="connsiteX139" fmla="*/ 3191549 w 4114416"/>
              <a:gd name="connsiteY139" fmla="*/ 1676400 h 2888597"/>
              <a:gd name="connsiteX140" fmla="*/ 3200016 w 4114416"/>
              <a:gd name="connsiteY140" fmla="*/ 2006600 h 2888597"/>
              <a:gd name="connsiteX141" fmla="*/ 3208482 w 4114416"/>
              <a:gd name="connsiteY141" fmla="*/ 2048934 h 2888597"/>
              <a:gd name="connsiteX142" fmla="*/ 3216949 w 4114416"/>
              <a:gd name="connsiteY142" fmla="*/ 2099734 h 2888597"/>
              <a:gd name="connsiteX143" fmla="*/ 3233882 w 4114416"/>
              <a:gd name="connsiteY143" fmla="*/ 2048934 h 2888597"/>
              <a:gd name="connsiteX144" fmla="*/ 3242349 w 4114416"/>
              <a:gd name="connsiteY144" fmla="*/ 1998134 h 2888597"/>
              <a:gd name="connsiteX145" fmla="*/ 3276216 w 4114416"/>
              <a:gd name="connsiteY145" fmla="*/ 2353734 h 2888597"/>
              <a:gd name="connsiteX146" fmla="*/ 3278960 w 4114416"/>
              <a:gd name="connsiteY146" fmla="*/ 2387600 h 2888597"/>
              <a:gd name="connsiteX147" fmla="*/ 3272323 w 4114416"/>
              <a:gd name="connsiteY147" fmla="*/ 2497667 h 2888597"/>
              <a:gd name="connsiteX148" fmla="*/ 3296810 w 4114416"/>
              <a:gd name="connsiteY148" fmla="*/ 2540952 h 2888597"/>
              <a:gd name="connsiteX149" fmla="*/ 3321294 w 4114416"/>
              <a:gd name="connsiteY149" fmla="*/ 2335554 h 2888597"/>
              <a:gd name="connsiteX150" fmla="*/ 3331591 w 4114416"/>
              <a:gd name="connsiteY150" fmla="*/ 2723509 h 2888597"/>
              <a:gd name="connsiteX151" fmla="*/ 3411682 w 4114416"/>
              <a:gd name="connsiteY151" fmla="*/ 2810934 h 2888597"/>
              <a:gd name="connsiteX152" fmla="*/ 3437082 w 4114416"/>
              <a:gd name="connsiteY152" fmla="*/ 2870200 h 2888597"/>
              <a:gd name="connsiteX153" fmla="*/ 3452170 w 4114416"/>
              <a:gd name="connsiteY153" fmla="*/ 2345696 h 2888597"/>
              <a:gd name="connsiteX154" fmla="*/ 3462482 w 4114416"/>
              <a:gd name="connsiteY154" fmla="*/ 1828800 h 2888597"/>
              <a:gd name="connsiteX155" fmla="*/ 3461984 w 4114416"/>
              <a:gd name="connsiteY155" fmla="*/ 2090271 h 2888597"/>
              <a:gd name="connsiteX156" fmla="*/ 3487882 w 4114416"/>
              <a:gd name="connsiteY156" fmla="*/ 1735667 h 2888597"/>
              <a:gd name="connsiteX157" fmla="*/ 3513282 w 4114416"/>
              <a:gd name="connsiteY157" fmla="*/ 1651000 h 2888597"/>
              <a:gd name="connsiteX158" fmla="*/ 3521749 w 4114416"/>
              <a:gd name="connsiteY158" fmla="*/ 1701800 h 2888597"/>
              <a:gd name="connsiteX159" fmla="*/ 3525733 w 4114416"/>
              <a:gd name="connsiteY159" fmla="*/ 1875118 h 2888597"/>
              <a:gd name="connsiteX160" fmla="*/ 3547149 w 4114416"/>
              <a:gd name="connsiteY160" fmla="*/ 1752600 h 2888597"/>
              <a:gd name="connsiteX161" fmla="*/ 3532962 w 4114416"/>
              <a:gd name="connsiteY161" fmla="*/ 1504968 h 2888597"/>
              <a:gd name="connsiteX162" fmla="*/ 3597949 w 4114416"/>
              <a:gd name="connsiteY162" fmla="*/ 1608667 h 2888597"/>
              <a:gd name="connsiteX163" fmla="*/ 3614882 w 4114416"/>
              <a:gd name="connsiteY163" fmla="*/ 1566334 h 2888597"/>
              <a:gd name="connsiteX164" fmla="*/ 3664768 w 4114416"/>
              <a:gd name="connsiteY164" fmla="*/ 1775538 h 2888597"/>
              <a:gd name="connsiteX165" fmla="*/ 3661200 w 4114416"/>
              <a:gd name="connsiteY165" fmla="*/ 1373094 h 2888597"/>
              <a:gd name="connsiteX166" fmla="*/ 3682616 w 4114416"/>
              <a:gd name="connsiteY166" fmla="*/ 1363134 h 2888597"/>
              <a:gd name="connsiteX167" fmla="*/ 3699549 w 4114416"/>
              <a:gd name="connsiteY167" fmla="*/ 1320800 h 2888597"/>
              <a:gd name="connsiteX168" fmla="*/ 3694569 w 4114416"/>
              <a:gd name="connsiteY168" fmla="*/ 1151964 h 2888597"/>
              <a:gd name="connsiteX169" fmla="*/ 3741882 w 4114416"/>
              <a:gd name="connsiteY169" fmla="*/ 1227667 h 2888597"/>
              <a:gd name="connsiteX170" fmla="*/ 3750349 w 4114416"/>
              <a:gd name="connsiteY170" fmla="*/ 1176867 h 2888597"/>
              <a:gd name="connsiteX171" fmla="*/ 3767282 w 4114416"/>
              <a:gd name="connsiteY171" fmla="*/ 1126067 h 2888597"/>
              <a:gd name="connsiteX172" fmla="*/ 3775749 w 4114416"/>
              <a:gd name="connsiteY172" fmla="*/ 1058334 h 2888597"/>
              <a:gd name="connsiteX173" fmla="*/ 3784216 w 4114416"/>
              <a:gd name="connsiteY173" fmla="*/ 1270000 h 2888597"/>
              <a:gd name="connsiteX174" fmla="*/ 3813064 w 4114416"/>
              <a:gd name="connsiteY174" fmla="*/ 678606 h 2888597"/>
              <a:gd name="connsiteX175" fmla="*/ 3818082 w 4114416"/>
              <a:gd name="connsiteY175" fmla="*/ 558800 h 2888597"/>
              <a:gd name="connsiteX176" fmla="*/ 3835016 w 4114416"/>
              <a:gd name="connsiteY176" fmla="*/ 482600 h 2888597"/>
              <a:gd name="connsiteX177" fmla="*/ 3843482 w 4114416"/>
              <a:gd name="connsiteY177" fmla="*/ 533400 h 2888597"/>
              <a:gd name="connsiteX178" fmla="*/ 3860416 w 4114416"/>
              <a:gd name="connsiteY178" fmla="*/ 660400 h 2888597"/>
              <a:gd name="connsiteX179" fmla="*/ 3868882 w 4114416"/>
              <a:gd name="connsiteY179" fmla="*/ 702734 h 2888597"/>
              <a:gd name="connsiteX180" fmla="*/ 3885816 w 4114416"/>
              <a:gd name="connsiteY180" fmla="*/ 736600 h 2888597"/>
              <a:gd name="connsiteX181" fmla="*/ 3902749 w 4114416"/>
              <a:gd name="connsiteY181" fmla="*/ 702734 h 2888597"/>
              <a:gd name="connsiteX182" fmla="*/ 3962016 w 4114416"/>
              <a:gd name="connsiteY182" fmla="*/ 482600 h 2888597"/>
              <a:gd name="connsiteX183" fmla="*/ 3978949 w 4114416"/>
              <a:gd name="connsiteY183" fmla="*/ 457200 h 2888597"/>
              <a:gd name="connsiteX184" fmla="*/ 4004349 w 4114416"/>
              <a:gd name="connsiteY184" fmla="*/ 177800 h 2888597"/>
              <a:gd name="connsiteX185" fmla="*/ 4029749 w 4114416"/>
              <a:gd name="connsiteY185" fmla="*/ 135467 h 2888597"/>
              <a:gd name="connsiteX186" fmla="*/ 4038216 w 4114416"/>
              <a:gd name="connsiteY186" fmla="*/ 101600 h 2888597"/>
              <a:gd name="connsiteX187" fmla="*/ 4046682 w 4114416"/>
              <a:gd name="connsiteY187" fmla="*/ 76200 h 2888597"/>
              <a:gd name="connsiteX188" fmla="*/ 4055149 w 4114416"/>
              <a:gd name="connsiteY188" fmla="*/ 110067 h 2888597"/>
              <a:gd name="connsiteX189" fmla="*/ 4072082 w 4114416"/>
              <a:gd name="connsiteY189" fmla="*/ 160867 h 2888597"/>
              <a:gd name="connsiteX190" fmla="*/ 4114416 w 4114416"/>
              <a:gd name="connsiteY190" fmla="*/ 0 h 2888597"/>
              <a:gd name="connsiteX0" fmla="*/ 0 w 4114416"/>
              <a:gd name="connsiteY0" fmla="*/ 735359 h 2888597"/>
              <a:gd name="connsiteX1" fmla="*/ 22363 w 4114416"/>
              <a:gd name="connsiteY1" fmla="*/ 647092 h 2888597"/>
              <a:gd name="connsiteX2" fmla="*/ 53451 w 4114416"/>
              <a:gd name="connsiteY2" fmla="*/ 567267 h 2888597"/>
              <a:gd name="connsiteX3" fmla="*/ 61790 w 4114416"/>
              <a:gd name="connsiteY3" fmla="*/ 828517 h 2888597"/>
              <a:gd name="connsiteX4" fmla="*/ 57549 w 4114416"/>
              <a:gd name="connsiteY4" fmla="*/ 1083293 h 2888597"/>
              <a:gd name="connsiteX5" fmla="*/ 55282 w 4114416"/>
              <a:gd name="connsiteY5" fmla="*/ 1212385 h 2888597"/>
              <a:gd name="connsiteX6" fmla="*/ 69873 w 4114416"/>
              <a:gd name="connsiteY6" fmla="*/ 1401791 h 2888597"/>
              <a:gd name="connsiteX7" fmla="*/ 112335 w 4114416"/>
              <a:gd name="connsiteY7" fmla="*/ 1209517 h 2888597"/>
              <a:gd name="connsiteX8" fmla="*/ 135082 w 4114416"/>
              <a:gd name="connsiteY8" fmla="*/ 1100667 h 2888597"/>
              <a:gd name="connsiteX9" fmla="*/ 168949 w 4114416"/>
              <a:gd name="connsiteY9" fmla="*/ 999067 h 2888597"/>
              <a:gd name="connsiteX10" fmla="*/ 185882 w 4114416"/>
              <a:gd name="connsiteY10" fmla="*/ 948267 h 2888597"/>
              <a:gd name="connsiteX11" fmla="*/ 202816 w 4114416"/>
              <a:gd name="connsiteY11" fmla="*/ 1134534 h 2888597"/>
              <a:gd name="connsiteX12" fmla="*/ 219749 w 4114416"/>
              <a:gd name="connsiteY12" fmla="*/ 1464734 h 2888597"/>
              <a:gd name="connsiteX13" fmla="*/ 279016 w 4114416"/>
              <a:gd name="connsiteY13" fmla="*/ 1363134 h 2888597"/>
              <a:gd name="connsiteX14" fmla="*/ 304416 w 4114416"/>
              <a:gd name="connsiteY14" fmla="*/ 1371600 h 2888597"/>
              <a:gd name="connsiteX15" fmla="*/ 312882 w 4114416"/>
              <a:gd name="connsiteY15" fmla="*/ 2243667 h 2888597"/>
              <a:gd name="connsiteX16" fmla="*/ 338282 w 4114416"/>
              <a:gd name="connsiteY16" fmla="*/ 2201334 h 2888597"/>
              <a:gd name="connsiteX17" fmla="*/ 346749 w 4114416"/>
              <a:gd name="connsiteY17" fmla="*/ 2150534 h 2888597"/>
              <a:gd name="connsiteX18" fmla="*/ 371651 w 4114416"/>
              <a:gd name="connsiteY18" fmla="*/ 2376146 h 2888597"/>
              <a:gd name="connsiteX19" fmla="*/ 389082 w 4114416"/>
              <a:gd name="connsiteY19" fmla="*/ 2082800 h 2888597"/>
              <a:gd name="connsiteX20" fmla="*/ 414981 w 4114416"/>
              <a:gd name="connsiteY20" fmla="*/ 1792444 h 2888597"/>
              <a:gd name="connsiteX21" fmla="*/ 422949 w 4114416"/>
              <a:gd name="connsiteY21" fmla="*/ 2032000 h 2888597"/>
              <a:gd name="connsiteX22" fmla="*/ 453908 w 4114416"/>
              <a:gd name="connsiteY22" fmla="*/ 1990884 h 2888597"/>
              <a:gd name="connsiteX23" fmla="*/ 465282 w 4114416"/>
              <a:gd name="connsiteY23" fmla="*/ 1752600 h 2888597"/>
              <a:gd name="connsiteX24" fmla="*/ 490682 w 4114416"/>
              <a:gd name="connsiteY24" fmla="*/ 1651000 h 2888597"/>
              <a:gd name="connsiteX25" fmla="*/ 516082 w 4114416"/>
              <a:gd name="connsiteY25" fmla="*/ 1710267 h 2888597"/>
              <a:gd name="connsiteX26" fmla="*/ 524549 w 4114416"/>
              <a:gd name="connsiteY26" fmla="*/ 1851666 h 2888597"/>
              <a:gd name="connsiteX27" fmla="*/ 558416 w 4114416"/>
              <a:gd name="connsiteY27" fmla="*/ 1820334 h 2888597"/>
              <a:gd name="connsiteX28" fmla="*/ 583816 w 4114416"/>
              <a:gd name="connsiteY28" fmla="*/ 1938867 h 2888597"/>
              <a:gd name="connsiteX29" fmla="*/ 600749 w 4114416"/>
              <a:gd name="connsiteY29" fmla="*/ 1998134 h 2888597"/>
              <a:gd name="connsiteX30" fmla="*/ 643082 w 4114416"/>
              <a:gd name="connsiteY30" fmla="*/ 1786467 h 2888597"/>
              <a:gd name="connsiteX31" fmla="*/ 668482 w 4114416"/>
              <a:gd name="connsiteY31" fmla="*/ 1718734 h 2888597"/>
              <a:gd name="connsiteX32" fmla="*/ 685416 w 4114416"/>
              <a:gd name="connsiteY32" fmla="*/ 1617134 h 2888597"/>
              <a:gd name="connsiteX33" fmla="*/ 702349 w 4114416"/>
              <a:gd name="connsiteY33" fmla="*/ 1557867 h 2888597"/>
              <a:gd name="connsiteX34" fmla="*/ 710816 w 4114416"/>
              <a:gd name="connsiteY34" fmla="*/ 1524000 h 2888597"/>
              <a:gd name="connsiteX35" fmla="*/ 727749 w 4114416"/>
              <a:gd name="connsiteY35" fmla="*/ 1312334 h 2888597"/>
              <a:gd name="connsiteX36" fmla="*/ 744682 w 4114416"/>
              <a:gd name="connsiteY36" fmla="*/ 1380067 h 2888597"/>
              <a:gd name="connsiteX37" fmla="*/ 761616 w 4114416"/>
              <a:gd name="connsiteY37" fmla="*/ 1532467 h 2888597"/>
              <a:gd name="connsiteX38" fmla="*/ 778549 w 4114416"/>
              <a:gd name="connsiteY38" fmla="*/ 1566334 h 2888597"/>
              <a:gd name="connsiteX39" fmla="*/ 820882 w 4114416"/>
              <a:gd name="connsiteY39" fmla="*/ 1430867 h 2888597"/>
              <a:gd name="connsiteX40" fmla="*/ 854749 w 4114416"/>
              <a:gd name="connsiteY40" fmla="*/ 1388534 h 2888597"/>
              <a:gd name="connsiteX41" fmla="*/ 863216 w 4114416"/>
              <a:gd name="connsiteY41" fmla="*/ 1498600 h 2888597"/>
              <a:gd name="connsiteX42" fmla="*/ 888616 w 4114416"/>
              <a:gd name="connsiteY42" fmla="*/ 1811867 h 2888597"/>
              <a:gd name="connsiteX43" fmla="*/ 897082 w 4114416"/>
              <a:gd name="connsiteY43" fmla="*/ 1642534 h 2888597"/>
              <a:gd name="connsiteX44" fmla="*/ 930949 w 4114416"/>
              <a:gd name="connsiteY44" fmla="*/ 1557867 h 2888597"/>
              <a:gd name="connsiteX45" fmla="*/ 939416 w 4114416"/>
              <a:gd name="connsiteY45" fmla="*/ 2006600 h 2888597"/>
              <a:gd name="connsiteX46" fmla="*/ 964816 w 4114416"/>
              <a:gd name="connsiteY46" fmla="*/ 2116667 h 2888597"/>
              <a:gd name="connsiteX47" fmla="*/ 973282 w 4114416"/>
              <a:gd name="connsiteY47" fmla="*/ 1948424 h 2888597"/>
              <a:gd name="connsiteX48" fmla="*/ 990216 w 4114416"/>
              <a:gd name="connsiteY48" fmla="*/ 1794934 h 2888597"/>
              <a:gd name="connsiteX49" fmla="*/ 998682 w 4114416"/>
              <a:gd name="connsiteY49" fmla="*/ 1761067 h 2888597"/>
              <a:gd name="connsiteX50" fmla="*/ 1015616 w 4114416"/>
              <a:gd name="connsiteY50" fmla="*/ 1871134 h 2888597"/>
              <a:gd name="connsiteX51" fmla="*/ 1032549 w 4114416"/>
              <a:gd name="connsiteY51" fmla="*/ 1947334 h 2888597"/>
              <a:gd name="connsiteX52" fmla="*/ 1049482 w 4114416"/>
              <a:gd name="connsiteY52" fmla="*/ 2040467 h 2888597"/>
              <a:gd name="connsiteX53" fmla="*/ 1074882 w 4114416"/>
              <a:gd name="connsiteY53" fmla="*/ 2108200 h 2888597"/>
              <a:gd name="connsiteX54" fmla="*/ 1105586 w 4114416"/>
              <a:gd name="connsiteY54" fmla="*/ 2165034 h 2888597"/>
              <a:gd name="connsiteX55" fmla="*/ 1117344 w 4114416"/>
              <a:gd name="connsiteY55" fmla="*/ 2220675 h 2888597"/>
              <a:gd name="connsiteX56" fmla="*/ 1134149 w 4114416"/>
              <a:gd name="connsiteY56" fmla="*/ 2108200 h 2888597"/>
              <a:gd name="connsiteX57" fmla="*/ 1184949 w 4114416"/>
              <a:gd name="connsiteY57" fmla="*/ 1989667 h 2888597"/>
              <a:gd name="connsiteX58" fmla="*/ 1221851 w 4114416"/>
              <a:gd name="connsiteY58" fmla="*/ 1898967 h 2888597"/>
              <a:gd name="connsiteX59" fmla="*/ 1244216 w 4114416"/>
              <a:gd name="connsiteY59" fmla="*/ 2167467 h 2888597"/>
              <a:gd name="connsiteX60" fmla="*/ 1261149 w 4114416"/>
              <a:gd name="connsiteY60" fmla="*/ 2082800 h 2888597"/>
              <a:gd name="connsiteX61" fmla="*/ 1269616 w 4114416"/>
              <a:gd name="connsiteY61" fmla="*/ 2015067 h 2888597"/>
              <a:gd name="connsiteX62" fmla="*/ 1311949 w 4114416"/>
              <a:gd name="connsiteY62" fmla="*/ 1854200 h 2888597"/>
              <a:gd name="connsiteX63" fmla="*/ 1320416 w 4114416"/>
              <a:gd name="connsiteY63" fmla="*/ 1803400 h 2888597"/>
              <a:gd name="connsiteX64" fmla="*/ 1345816 w 4114416"/>
              <a:gd name="connsiteY64" fmla="*/ 1701800 h 2888597"/>
              <a:gd name="connsiteX65" fmla="*/ 1379682 w 4114416"/>
              <a:gd name="connsiteY65" fmla="*/ 1744134 h 2888597"/>
              <a:gd name="connsiteX66" fmla="*/ 1422016 w 4114416"/>
              <a:gd name="connsiteY66" fmla="*/ 1879600 h 2888597"/>
              <a:gd name="connsiteX67" fmla="*/ 1455882 w 4114416"/>
              <a:gd name="connsiteY67" fmla="*/ 1947334 h 2888597"/>
              <a:gd name="connsiteX68" fmla="*/ 1472816 w 4114416"/>
              <a:gd name="connsiteY68" fmla="*/ 1938867 h 2888597"/>
              <a:gd name="connsiteX69" fmla="*/ 1515149 w 4114416"/>
              <a:gd name="connsiteY69" fmla="*/ 1803400 h 2888597"/>
              <a:gd name="connsiteX70" fmla="*/ 1574416 w 4114416"/>
              <a:gd name="connsiteY70" fmla="*/ 1651000 h 2888597"/>
              <a:gd name="connsiteX71" fmla="*/ 1582882 w 4114416"/>
              <a:gd name="connsiteY71" fmla="*/ 1591734 h 2888597"/>
              <a:gd name="connsiteX72" fmla="*/ 1608410 w 4114416"/>
              <a:gd name="connsiteY72" fmla="*/ 1462351 h 2888597"/>
              <a:gd name="connsiteX73" fmla="*/ 1633682 w 4114416"/>
              <a:gd name="connsiteY73" fmla="*/ 1524000 h 2888597"/>
              <a:gd name="connsiteX74" fmla="*/ 1659082 w 4114416"/>
              <a:gd name="connsiteY74" fmla="*/ 1490134 h 2888597"/>
              <a:gd name="connsiteX75" fmla="*/ 1684482 w 4114416"/>
              <a:gd name="connsiteY75" fmla="*/ 1388534 h 2888597"/>
              <a:gd name="connsiteX76" fmla="*/ 1732631 w 4114416"/>
              <a:gd name="connsiteY76" fmla="*/ 1294184 h 2888597"/>
              <a:gd name="connsiteX77" fmla="*/ 1794549 w 4114416"/>
              <a:gd name="connsiteY77" fmla="*/ 1176867 h 2888597"/>
              <a:gd name="connsiteX78" fmla="*/ 1831067 w 4114416"/>
              <a:gd name="connsiteY78" fmla="*/ 1238516 h 2888597"/>
              <a:gd name="connsiteX79" fmla="*/ 1853688 w 4114416"/>
              <a:gd name="connsiteY79" fmla="*/ 1323159 h 2888597"/>
              <a:gd name="connsiteX80" fmla="*/ 1887682 w 4114416"/>
              <a:gd name="connsiteY80" fmla="*/ 1422400 h 2888597"/>
              <a:gd name="connsiteX81" fmla="*/ 1938482 w 4114416"/>
              <a:gd name="connsiteY81" fmla="*/ 1600200 h 2888597"/>
              <a:gd name="connsiteX82" fmla="*/ 1978163 w 4114416"/>
              <a:gd name="connsiteY82" fmla="*/ 1762259 h 2888597"/>
              <a:gd name="connsiteX83" fmla="*/ 2006216 w 4114416"/>
              <a:gd name="connsiteY83" fmla="*/ 1498600 h 2888597"/>
              <a:gd name="connsiteX84" fmla="*/ 2023149 w 4114416"/>
              <a:gd name="connsiteY84" fmla="*/ 1464734 h 2888597"/>
              <a:gd name="connsiteX85" fmla="*/ 2031616 w 4114416"/>
              <a:gd name="connsiteY85" fmla="*/ 1439334 h 2888597"/>
              <a:gd name="connsiteX86" fmla="*/ 2067707 w 4114416"/>
              <a:gd name="connsiteY86" fmla="*/ 1908377 h 2888597"/>
              <a:gd name="connsiteX87" fmla="*/ 2082416 w 4114416"/>
              <a:gd name="connsiteY87" fmla="*/ 2032000 h 2888597"/>
              <a:gd name="connsiteX88" fmla="*/ 2090882 w 4114416"/>
              <a:gd name="connsiteY88" fmla="*/ 2150534 h 2888597"/>
              <a:gd name="connsiteX89" fmla="*/ 2099349 w 4114416"/>
              <a:gd name="connsiteY89" fmla="*/ 2489200 h 2888597"/>
              <a:gd name="connsiteX90" fmla="*/ 2133216 w 4114416"/>
              <a:gd name="connsiteY90" fmla="*/ 2421467 h 2888597"/>
              <a:gd name="connsiteX91" fmla="*/ 2175549 w 4114416"/>
              <a:gd name="connsiteY91" fmla="*/ 2319867 h 2888597"/>
              <a:gd name="connsiteX92" fmla="*/ 2192611 w 4114416"/>
              <a:gd name="connsiteY92" fmla="*/ 2271500 h 2888597"/>
              <a:gd name="connsiteX93" fmla="*/ 2212579 w 4114416"/>
              <a:gd name="connsiteY93" fmla="*/ 2206201 h 2888597"/>
              <a:gd name="connsiteX94" fmla="*/ 2251749 w 4114416"/>
              <a:gd name="connsiteY94" fmla="*/ 2514600 h 2888597"/>
              <a:gd name="connsiteX95" fmla="*/ 2277149 w 4114416"/>
              <a:gd name="connsiteY95" fmla="*/ 2565400 h 2888597"/>
              <a:gd name="connsiteX96" fmla="*/ 2285616 w 4114416"/>
              <a:gd name="connsiteY96" fmla="*/ 2489200 h 2888597"/>
              <a:gd name="connsiteX97" fmla="*/ 2302549 w 4114416"/>
              <a:gd name="connsiteY97" fmla="*/ 2421467 h 2888597"/>
              <a:gd name="connsiteX98" fmla="*/ 2311016 w 4114416"/>
              <a:gd name="connsiteY98" fmla="*/ 1718734 h 2888597"/>
              <a:gd name="connsiteX99" fmla="*/ 2336416 w 4114416"/>
              <a:gd name="connsiteY99" fmla="*/ 1811867 h 2888597"/>
              <a:gd name="connsiteX100" fmla="*/ 2361816 w 4114416"/>
              <a:gd name="connsiteY100" fmla="*/ 1871134 h 2888597"/>
              <a:gd name="connsiteX101" fmla="*/ 2395682 w 4114416"/>
              <a:gd name="connsiteY101" fmla="*/ 1972734 h 2888597"/>
              <a:gd name="connsiteX102" fmla="*/ 2404149 w 4114416"/>
              <a:gd name="connsiteY102" fmla="*/ 1574800 h 2888597"/>
              <a:gd name="connsiteX103" fmla="*/ 2429549 w 4114416"/>
              <a:gd name="connsiteY103" fmla="*/ 1236134 h 2888597"/>
              <a:gd name="connsiteX104" fmla="*/ 2446482 w 4114416"/>
              <a:gd name="connsiteY104" fmla="*/ 1092200 h 2888597"/>
              <a:gd name="connsiteX105" fmla="*/ 2454949 w 4114416"/>
              <a:gd name="connsiteY105" fmla="*/ 1066800 h 2888597"/>
              <a:gd name="connsiteX106" fmla="*/ 2463416 w 4114416"/>
              <a:gd name="connsiteY106" fmla="*/ 1092200 h 2888597"/>
              <a:gd name="connsiteX107" fmla="*/ 2488816 w 4114416"/>
              <a:gd name="connsiteY107" fmla="*/ 1227667 h 2888597"/>
              <a:gd name="connsiteX108" fmla="*/ 2514216 w 4114416"/>
              <a:gd name="connsiteY108" fmla="*/ 753534 h 2888597"/>
              <a:gd name="connsiteX109" fmla="*/ 2531149 w 4114416"/>
              <a:gd name="connsiteY109" fmla="*/ 685800 h 2888597"/>
              <a:gd name="connsiteX110" fmla="*/ 2539616 w 4114416"/>
              <a:gd name="connsiteY110" fmla="*/ 609600 h 2888597"/>
              <a:gd name="connsiteX111" fmla="*/ 2548082 w 4114416"/>
              <a:gd name="connsiteY111" fmla="*/ 558800 h 2888597"/>
              <a:gd name="connsiteX112" fmla="*/ 2565016 w 4114416"/>
              <a:gd name="connsiteY112" fmla="*/ 584200 h 2888597"/>
              <a:gd name="connsiteX113" fmla="*/ 2573482 w 4114416"/>
              <a:gd name="connsiteY113" fmla="*/ 778934 h 2888597"/>
              <a:gd name="connsiteX114" fmla="*/ 2615816 w 4114416"/>
              <a:gd name="connsiteY114" fmla="*/ 914400 h 2888597"/>
              <a:gd name="connsiteX115" fmla="*/ 2632749 w 4114416"/>
              <a:gd name="connsiteY115" fmla="*/ 973667 h 2888597"/>
              <a:gd name="connsiteX116" fmla="*/ 2649682 w 4114416"/>
              <a:gd name="connsiteY116" fmla="*/ 812800 h 2888597"/>
              <a:gd name="connsiteX117" fmla="*/ 2666616 w 4114416"/>
              <a:gd name="connsiteY117" fmla="*/ 694267 h 2888597"/>
              <a:gd name="connsiteX118" fmla="*/ 2692016 w 4114416"/>
              <a:gd name="connsiteY118" fmla="*/ 558800 h 2888597"/>
              <a:gd name="connsiteX119" fmla="*/ 2717416 w 4114416"/>
              <a:gd name="connsiteY119" fmla="*/ 321734 h 2888597"/>
              <a:gd name="connsiteX120" fmla="*/ 2734349 w 4114416"/>
              <a:gd name="connsiteY120" fmla="*/ 1058334 h 2888597"/>
              <a:gd name="connsiteX121" fmla="*/ 2760746 w 4114416"/>
              <a:gd name="connsiteY121" fmla="*/ 1023969 h 2888597"/>
              <a:gd name="connsiteX122" fmla="*/ 2810549 w 4114416"/>
              <a:gd name="connsiteY122" fmla="*/ 905934 h 2888597"/>
              <a:gd name="connsiteX123" fmla="*/ 2844416 w 4114416"/>
              <a:gd name="connsiteY123" fmla="*/ 855134 h 2888597"/>
              <a:gd name="connsiteX124" fmla="*/ 2869816 w 4114416"/>
              <a:gd name="connsiteY124" fmla="*/ 1422400 h 2888597"/>
              <a:gd name="connsiteX125" fmla="*/ 2878282 w 4114416"/>
              <a:gd name="connsiteY125" fmla="*/ 1388534 h 2888597"/>
              <a:gd name="connsiteX126" fmla="*/ 2895216 w 4114416"/>
              <a:gd name="connsiteY126" fmla="*/ 1363134 h 2888597"/>
              <a:gd name="connsiteX127" fmla="*/ 2920616 w 4114416"/>
              <a:gd name="connsiteY127" fmla="*/ 1278467 h 2888597"/>
              <a:gd name="connsiteX128" fmla="*/ 2937549 w 4114416"/>
              <a:gd name="connsiteY128" fmla="*/ 1320800 h 2888597"/>
              <a:gd name="connsiteX129" fmla="*/ 2954482 w 4114416"/>
              <a:gd name="connsiteY129" fmla="*/ 1388534 h 2888597"/>
              <a:gd name="connsiteX130" fmla="*/ 2971416 w 4114416"/>
              <a:gd name="connsiteY130" fmla="*/ 1422400 h 2888597"/>
              <a:gd name="connsiteX131" fmla="*/ 3013749 w 4114416"/>
              <a:gd name="connsiteY131" fmla="*/ 1540934 h 2888597"/>
              <a:gd name="connsiteX132" fmla="*/ 3030682 w 4114416"/>
              <a:gd name="connsiteY132" fmla="*/ 1566334 h 2888597"/>
              <a:gd name="connsiteX133" fmla="*/ 3064549 w 4114416"/>
              <a:gd name="connsiteY133" fmla="*/ 1718734 h 2888597"/>
              <a:gd name="connsiteX134" fmla="*/ 3089949 w 4114416"/>
              <a:gd name="connsiteY134" fmla="*/ 1761067 h 2888597"/>
              <a:gd name="connsiteX135" fmla="*/ 3118129 w 4114416"/>
              <a:gd name="connsiteY135" fmla="*/ 1909842 h 2888597"/>
              <a:gd name="connsiteX136" fmla="*/ 3140749 w 4114416"/>
              <a:gd name="connsiteY136" fmla="*/ 1769534 h 2888597"/>
              <a:gd name="connsiteX137" fmla="*/ 3157682 w 4114416"/>
              <a:gd name="connsiteY137" fmla="*/ 1710267 h 2888597"/>
              <a:gd name="connsiteX138" fmla="*/ 3166149 w 4114416"/>
              <a:gd name="connsiteY138" fmla="*/ 1684867 h 2888597"/>
              <a:gd name="connsiteX139" fmla="*/ 3191549 w 4114416"/>
              <a:gd name="connsiteY139" fmla="*/ 1676400 h 2888597"/>
              <a:gd name="connsiteX140" fmla="*/ 3200016 w 4114416"/>
              <a:gd name="connsiteY140" fmla="*/ 2006600 h 2888597"/>
              <a:gd name="connsiteX141" fmla="*/ 3208482 w 4114416"/>
              <a:gd name="connsiteY141" fmla="*/ 2048934 h 2888597"/>
              <a:gd name="connsiteX142" fmla="*/ 3216949 w 4114416"/>
              <a:gd name="connsiteY142" fmla="*/ 2099734 h 2888597"/>
              <a:gd name="connsiteX143" fmla="*/ 3233882 w 4114416"/>
              <a:gd name="connsiteY143" fmla="*/ 2048934 h 2888597"/>
              <a:gd name="connsiteX144" fmla="*/ 3242349 w 4114416"/>
              <a:gd name="connsiteY144" fmla="*/ 1998134 h 2888597"/>
              <a:gd name="connsiteX145" fmla="*/ 3276216 w 4114416"/>
              <a:gd name="connsiteY145" fmla="*/ 2353734 h 2888597"/>
              <a:gd name="connsiteX146" fmla="*/ 3278960 w 4114416"/>
              <a:gd name="connsiteY146" fmla="*/ 2387600 h 2888597"/>
              <a:gd name="connsiteX147" fmla="*/ 3272323 w 4114416"/>
              <a:gd name="connsiteY147" fmla="*/ 2497667 h 2888597"/>
              <a:gd name="connsiteX148" fmla="*/ 3296810 w 4114416"/>
              <a:gd name="connsiteY148" fmla="*/ 2540952 h 2888597"/>
              <a:gd name="connsiteX149" fmla="*/ 3321294 w 4114416"/>
              <a:gd name="connsiteY149" fmla="*/ 2335554 h 2888597"/>
              <a:gd name="connsiteX150" fmla="*/ 3331591 w 4114416"/>
              <a:gd name="connsiteY150" fmla="*/ 2723509 h 2888597"/>
              <a:gd name="connsiteX151" fmla="*/ 3411682 w 4114416"/>
              <a:gd name="connsiteY151" fmla="*/ 2810934 h 2888597"/>
              <a:gd name="connsiteX152" fmla="*/ 3437082 w 4114416"/>
              <a:gd name="connsiteY152" fmla="*/ 2870200 h 2888597"/>
              <a:gd name="connsiteX153" fmla="*/ 3452170 w 4114416"/>
              <a:gd name="connsiteY153" fmla="*/ 2345696 h 2888597"/>
              <a:gd name="connsiteX154" fmla="*/ 3462482 w 4114416"/>
              <a:gd name="connsiteY154" fmla="*/ 1828800 h 2888597"/>
              <a:gd name="connsiteX155" fmla="*/ 3461984 w 4114416"/>
              <a:gd name="connsiteY155" fmla="*/ 2090271 h 2888597"/>
              <a:gd name="connsiteX156" fmla="*/ 3487882 w 4114416"/>
              <a:gd name="connsiteY156" fmla="*/ 1735667 h 2888597"/>
              <a:gd name="connsiteX157" fmla="*/ 3513282 w 4114416"/>
              <a:gd name="connsiteY157" fmla="*/ 1651000 h 2888597"/>
              <a:gd name="connsiteX158" fmla="*/ 3521749 w 4114416"/>
              <a:gd name="connsiteY158" fmla="*/ 1701800 h 2888597"/>
              <a:gd name="connsiteX159" fmla="*/ 3525733 w 4114416"/>
              <a:gd name="connsiteY159" fmla="*/ 1875118 h 2888597"/>
              <a:gd name="connsiteX160" fmla="*/ 3547149 w 4114416"/>
              <a:gd name="connsiteY160" fmla="*/ 1752600 h 2888597"/>
              <a:gd name="connsiteX161" fmla="*/ 3532962 w 4114416"/>
              <a:gd name="connsiteY161" fmla="*/ 1504968 h 2888597"/>
              <a:gd name="connsiteX162" fmla="*/ 3597949 w 4114416"/>
              <a:gd name="connsiteY162" fmla="*/ 1608667 h 2888597"/>
              <a:gd name="connsiteX163" fmla="*/ 3614882 w 4114416"/>
              <a:gd name="connsiteY163" fmla="*/ 1566334 h 2888597"/>
              <a:gd name="connsiteX164" fmla="*/ 3664768 w 4114416"/>
              <a:gd name="connsiteY164" fmla="*/ 1775538 h 2888597"/>
              <a:gd name="connsiteX165" fmla="*/ 3661200 w 4114416"/>
              <a:gd name="connsiteY165" fmla="*/ 1373094 h 2888597"/>
              <a:gd name="connsiteX166" fmla="*/ 3682616 w 4114416"/>
              <a:gd name="connsiteY166" fmla="*/ 1363134 h 2888597"/>
              <a:gd name="connsiteX167" fmla="*/ 3699549 w 4114416"/>
              <a:gd name="connsiteY167" fmla="*/ 1320800 h 2888597"/>
              <a:gd name="connsiteX168" fmla="*/ 3717224 w 4114416"/>
              <a:gd name="connsiteY168" fmla="*/ 973015 h 2888597"/>
              <a:gd name="connsiteX169" fmla="*/ 3741882 w 4114416"/>
              <a:gd name="connsiteY169" fmla="*/ 1227667 h 2888597"/>
              <a:gd name="connsiteX170" fmla="*/ 3750349 w 4114416"/>
              <a:gd name="connsiteY170" fmla="*/ 1176867 h 2888597"/>
              <a:gd name="connsiteX171" fmla="*/ 3767282 w 4114416"/>
              <a:gd name="connsiteY171" fmla="*/ 1126067 h 2888597"/>
              <a:gd name="connsiteX172" fmla="*/ 3775749 w 4114416"/>
              <a:gd name="connsiteY172" fmla="*/ 1058334 h 2888597"/>
              <a:gd name="connsiteX173" fmla="*/ 3784216 w 4114416"/>
              <a:gd name="connsiteY173" fmla="*/ 1270000 h 2888597"/>
              <a:gd name="connsiteX174" fmla="*/ 3813064 w 4114416"/>
              <a:gd name="connsiteY174" fmla="*/ 678606 h 2888597"/>
              <a:gd name="connsiteX175" fmla="*/ 3818082 w 4114416"/>
              <a:gd name="connsiteY175" fmla="*/ 558800 h 2888597"/>
              <a:gd name="connsiteX176" fmla="*/ 3835016 w 4114416"/>
              <a:gd name="connsiteY176" fmla="*/ 482600 h 2888597"/>
              <a:gd name="connsiteX177" fmla="*/ 3843482 w 4114416"/>
              <a:gd name="connsiteY177" fmla="*/ 533400 h 2888597"/>
              <a:gd name="connsiteX178" fmla="*/ 3860416 w 4114416"/>
              <a:gd name="connsiteY178" fmla="*/ 660400 h 2888597"/>
              <a:gd name="connsiteX179" fmla="*/ 3868882 w 4114416"/>
              <a:gd name="connsiteY179" fmla="*/ 702734 h 2888597"/>
              <a:gd name="connsiteX180" fmla="*/ 3885816 w 4114416"/>
              <a:gd name="connsiteY180" fmla="*/ 736600 h 2888597"/>
              <a:gd name="connsiteX181" fmla="*/ 3902749 w 4114416"/>
              <a:gd name="connsiteY181" fmla="*/ 702734 h 2888597"/>
              <a:gd name="connsiteX182" fmla="*/ 3962016 w 4114416"/>
              <a:gd name="connsiteY182" fmla="*/ 482600 h 2888597"/>
              <a:gd name="connsiteX183" fmla="*/ 3978949 w 4114416"/>
              <a:gd name="connsiteY183" fmla="*/ 457200 h 2888597"/>
              <a:gd name="connsiteX184" fmla="*/ 4004349 w 4114416"/>
              <a:gd name="connsiteY184" fmla="*/ 177800 h 2888597"/>
              <a:gd name="connsiteX185" fmla="*/ 4029749 w 4114416"/>
              <a:gd name="connsiteY185" fmla="*/ 135467 h 2888597"/>
              <a:gd name="connsiteX186" fmla="*/ 4038216 w 4114416"/>
              <a:gd name="connsiteY186" fmla="*/ 101600 h 2888597"/>
              <a:gd name="connsiteX187" fmla="*/ 4046682 w 4114416"/>
              <a:gd name="connsiteY187" fmla="*/ 76200 h 2888597"/>
              <a:gd name="connsiteX188" fmla="*/ 4055149 w 4114416"/>
              <a:gd name="connsiteY188" fmla="*/ 110067 h 2888597"/>
              <a:gd name="connsiteX189" fmla="*/ 4072082 w 4114416"/>
              <a:gd name="connsiteY189" fmla="*/ 160867 h 2888597"/>
              <a:gd name="connsiteX190" fmla="*/ 4114416 w 4114416"/>
              <a:gd name="connsiteY190" fmla="*/ 0 h 2888597"/>
              <a:gd name="connsiteX0" fmla="*/ 0 w 4114416"/>
              <a:gd name="connsiteY0" fmla="*/ 735359 h 2888597"/>
              <a:gd name="connsiteX1" fmla="*/ 22363 w 4114416"/>
              <a:gd name="connsiteY1" fmla="*/ 647092 h 2888597"/>
              <a:gd name="connsiteX2" fmla="*/ 53451 w 4114416"/>
              <a:gd name="connsiteY2" fmla="*/ 567267 h 2888597"/>
              <a:gd name="connsiteX3" fmla="*/ 61790 w 4114416"/>
              <a:gd name="connsiteY3" fmla="*/ 828517 h 2888597"/>
              <a:gd name="connsiteX4" fmla="*/ 57549 w 4114416"/>
              <a:gd name="connsiteY4" fmla="*/ 1083293 h 2888597"/>
              <a:gd name="connsiteX5" fmla="*/ 55282 w 4114416"/>
              <a:gd name="connsiteY5" fmla="*/ 1212385 h 2888597"/>
              <a:gd name="connsiteX6" fmla="*/ 69873 w 4114416"/>
              <a:gd name="connsiteY6" fmla="*/ 1401791 h 2888597"/>
              <a:gd name="connsiteX7" fmla="*/ 112335 w 4114416"/>
              <a:gd name="connsiteY7" fmla="*/ 1209517 h 2888597"/>
              <a:gd name="connsiteX8" fmla="*/ 135082 w 4114416"/>
              <a:gd name="connsiteY8" fmla="*/ 1100667 h 2888597"/>
              <a:gd name="connsiteX9" fmla="*/ 168949 w 4114416"/>
              <a:gd name="connsiteY9" fmla="*/ 999067 h 2888597"/>
              <a:gd name="connsiteX10" fmla="*/ 185882 w 4114416"/>
              <a:gd name="connsiteY10" fmla="*/ 948267 h 2888597"/>
              <a:gd name="connsiteX11" fmla="*/ 202816 w 4114416"/>
              <a:gd name="connsiteY11" fmla="*/ 1134534 h 2888597"/>
              <a:gd name="connsiteX12" fmla="*/ 219749 w 4114416"/>
              <a:gd name="connsiteY12" fmla="*/ 1464734 h 2888597"/>
              <a:gd name="connsiteX13" fmla="*/ 279016 w 4114416"/>
              <a:gd name="connsiteY13" fmla="*/ 1363134 h 2888597"/>
              <a:gd name="connsiteX14" fmla="*/ 304416 w 4114416"/>
              <a:gd name="connsiteY14" fmla="*/ 1371600 h 2888597"/>
              <a:gd name="connsiteX15" fmla="*/ 312882 w 4114416"/>
              <a:gd name="connsiteY15" fmla="*/ 2243667 h 2888597"/>
              <a:gd name="connsiteX16" fmla="*/ 338282 w 4114416"/>
              <a:gd name="connsiteY16" fmla="*/ 2201334 h 2888597"/>
              <a:gd name="connsiteX17" fmla="*/ 346749 w 4114416"/>
              <a:gd name="connsiteY17" fmla="*/ 2150534 h 2888597"/>
              <a:gd name="connsiteX18" fmla="*/ 371651 w 4114416"/>
              <a:gd name="connsiteY18" fmla="*/ 2376146 h 2888597"/>
              <a:gd name="connsiteX19" fmla="*/ 389082 w 4114416"/>
              <a:gd name="connsiteY19" fmla="*/ 2082800 h 2888597"/>
              <a:gd name="connsiteX20" fmla="*/ 414981 w 4114416"/>
              <a:gd name="connsiteY20" fmla="*/ 1792444 h 2888597"/>
              <a:gd name="connsiteX21" fmla="*/ 422949 w 4114416"/>
              <a:gd name="connsiteY21" fmla="*/ 2032000 h 2888597"/>
              <a:gd name="connsiteX22" fmla="*/ 453908 w 4114416"/>
              <a:gd name="connsiteY22" fmla="*/ 1990884 h 2888597"/>
              <a:gd name="connsiteX23" fmla="*/ 465282 w 4114416"/>
              <a:gd name="connsiteY23" fmla="*/ 1752600 h 2888597"/>
              <a:gd name="connsiteX24" fmla="*/ 490682 w 4114416"/>
              <a:gd name="connsiteY24" fmla="*/ 1651000 h 2888597"/>
              <a:gd name="connsiteX25" fmla="*/ 516082 w 4114416"/>
              <a:gd name="connsiteY25" fmla="*/ 1710267 h 2888597"/>
              <a:gd name="connsiteX26" fmla="*/ 524549 w 4114416"/>
              <a:gd name="connsiteY26" fmla="*/ 1851666 h 2888597"/>
              <a:gd name="connsiteX27" fmla="*/ 558416 w 4114416"/>
              <a:gd name="connsiteY27" fmla="*/ 1820334 h 2888597"/>
              <a:gd name="connsiteX28" fmla="*/ 583816 w 4114416"/>
              <a:gd name="connsiteY28" fmla="*/ 1938867 h 2888597"/>
              <a:gd name="connsiteX29" fmla="*/ 600749 w 4114416"/>
              <a:gd name="connsiteY29" fmla="*/ 1998134 h 2888597"/>
              <a:gd name="connsiteX30" fmla="*/ 643082 w 4114416"/>
              <a:gd name="connsiteY30" fmla="*/ 1786467 h 2888597"/>
              <a:gd name="connsiteX31" fmla="*/ 668482 w 4114416"/>
              <a:gd name="connsiteY31" fmla="*/ 1718734 h 2888597"/>
              <a:gd name="connsiteX32" fmla="*/ 685416 w 4114416"/>
              <a:gd name="connsiteY32" fmla="*/ 1617134 h 2888597"/>
              <a:gd name="connsiteX33" fmla="*/ 702349 w 4114416"/>
              <a:gd name="connsiteY33" fmla="*/ 1557867 h 2888597"/>
              <a:gd name="connsiteX34" fmla="*/ 710816 w 4114416"/>
              <a:gd name="connsiteY34" fmla="*/ 1524000 h 2888597"/>
              <a:gd name="connsiteX35" fmla="*/ 727749 w 4114416"/>
              <a:gd name="connsiteY35" fmla="*/ 1312334 h 2888597"/>
              <a:gd name="connsiteX36" fmla="*/ 744682 w 4114416"/>
              <a:gd name="connsiteY36" fmla="*/ 1380067 h 2888597"/>
              <a:gd name="connsiteX37" fmla="*/ 761616 w 4114416"/>
              <a:gd name="connsiteY37" fmla="*/ 1532467 h 2888597"/>
              <a:gd name="connsiteX38" fmla="*/ 778549 w 4114416"/>
              <a:gd name="connsiteY38" fmla="*/ 1566334 h 2888597"/>
              <a:gd name="connsiteX39" fmla="*/ 820882 w 4114416"/>
              <a:gd name="connsiteY39" fmla="*/ 1430867 h 2888597"/>
              <a:gd name="connsiteX40" fmla="*/ 854749 w 4114416"/>
              <a:gd name="connsiteY40" fmla="*/ 1388534 h 2888597"/>
              <a:gd name="connsiteX41" fmla="*/ 863216 w 4114416"/>
              <a:gd name="connsiteY41" fmla="*/ 1498600 h 2888597"/>
              <a:gd name="connsiteX42" fmla="*/ 888616 w 4114416"/>
              <a:gd name="connsiteY42" fmla="*/ 1811867 h 2888597"/>
              <a:gd name="connsiteX43" fmla="*/ 897082 w 4114416"/>
              <a:gd name="connsiteY43" fmla="*/ 1642534 h 2888597"/>
              <a:gd name="connsiteX44" fmla="*/ 930949 w 4114416"/>
              <a:gd name="connsiteY44" fmla="*/ 1557867 h 2888597"/>
              <a:gd name="connsiteX45" fmla="*/ 939416 w 4114416"/>
              <a:gd name="connsiteY45" fmla="*/ 2006600 h 2888597"/>
              <a:gd name="connsiteX46" fmla="*/ 964816 w 4114416"/>
              <a:gd name="connsiteY46" fmla="*/ 2116667 h 2888597"/>
              <a:gd name="connsiteX47" fmla="*/ 973282 w 4114416"/>
              <a:gd name="connsiteY47" fmla="*/ 1948424 h 2888597"/>
              <a:gd name="connsiteX48" fmla="*/ 990216 w 4114416"/>
              <a:gd name="connsiteY48" fmla="*/ 1794934 h 2888597"/>
              <a:gd name="connsiteX49" fmla="*/ 998682 w 4114416"/>
              <a:gd name="connsiteY49" fmla="*/ 1761067 h 2888597"/>
              <a:gd name="connsiteX50" fmla="*/ 1015616 w 4114416"/>
              <a:gd name="connsiteY50" fmla="*/ 1871134 h 2888597"/>
              <a:gd name="connsiteX51" fmla="*/ 1032549 w 4114416"/>
              <a:gd name="connsiteY51" fmla="*/ 1947334 h 2888597"/>
              <a:gd name="connsiteX52" fmla="*/ 1049482 w 4114416"/>
              <a:gd name="connsiteY52" fmla="*/ 2040467 h 2888597"/>
              <a:gd name="connsiteX53" fmla="*/ 1074882 w 4114416"/>
              <a:gd name="connsiteY53" fmla="*/ 2108200 h 2888597"/>
              <a:gd name="connsiteX54" fmla="*/ 1105586 w 4114416"/>
              <a:gd name="connsiteY54" fmla="*/ 2165034 h 2888597"/>
              <a:gd name="connsiteX55" fmla="*/ 1117344 w 4114416"/>
              <a:gd name="connsiteY55" fmla="*/ 2220675 h 2888597"/>
              <a:gd name="connsiteX56" fmla="*/ 1134149 w 4114416"/>
              <a:gd name="connsiteY56" fmla="*/ 2108200 h 2888597"/>
              <a:gd name="connsiteX57" fmla="*/ 1184949 w 4114416"/>
              <a:gd name="connsiteY57" fmla="*/ 1989667 h 2888597"/>
              <a:gd name="connsiteX58" fmla="*/ 1221851 w 4114416"/>
              <a:gd name="connsiteY58" fmla="*/ 1898967 h 2888597"/>
              <a:gd name="connsiteX59" fmla="*/ 1244216 w 4114416"/>
              <a:gd name="connsiteY59" fmla="*/ 2167467 h 2888597"/>
              <a:gd name="connsiteX60" fmla="*/ 1261149 w 4114416"/>
              <a:gd name="connsiteY60" fmla="*/ 2082800 h 2888597"/>
              <a:gd name="connsiteX61" fmla="*/ 1269616 w 4114416"/>
              <a:gd name="connsiteY61" fmla="*/ 2015067 h 2888597"/>
              <a:gd name="connsiteX62" fmla="*/ 1311949 w 4114416"/>
              <a:gd name="connsiteY62" fmla="*/ 1854200 h 2888597"/>
              <a:gd name="connsiteX63" fmla="*/ 1320416 w 4114416"/>
              <a:gd name="connsiteY63" fmla="*/ 1803400 h 2888597"/>
              <a:gd name="connsiteX64" fmla="*/ 1345816 w 4114416"/>
              <a:gd name="connsiteY64" fmla="*/ 1701800 h 2888597"/>
              <a:gd name="connsiteX65" fmla="*/ 1379682 w 4114416"/>
              <a:gd name="connsiteY65" fmla="*/ 1744134 h 2888597"/>
              <a:gd name="connsiteX66" fmla="*/ 1422016 w 4114416"/>
              <a:gd name="connsiteY66" fmla="*/ 1879600 h 2888597"/>
              <a:gd name="connsiteX67" fmla="*/ 1455882 w 4114416"/>
              <a:gd name="connsiteY67" fmla="*/ 1947334 h 2888597"/>
              <a:gd name="connsiteX68" fmla="*/ 1472816 w 4114416"/>
              <a:gd name="connsiteY68" fmla="*/ 1938867 h 2888597"/>
              <a:gd name="connsiteX69" fmla="*/ 1515149 w 4114416"/>
              <a:gd name="connsiteY69" fmla="*/ 1803400 h 2888597"/>
              <a:gd name="connsiteX70" fmla="*/ 1574416 w 4114416"/>
              <a:gd name="connsiteY70" fmla="*/ 1651000 h 2888597"/>
              <a:gd name="connsiteX71" fmla="*/ 1582882 w 4114416"/>
              <a:gd name="connsiteY71" fmla="*/ 1591734 h 2888597"/>
              <a:gd name="connsiteX72" fmla="*/ 1608410 w 4114416"/>
              <a:gd name="connsiteY72" fmla="*/ 1462351 h 2888597"/>
              <a:gd name="connsiteX73" fmla="*/ 1633682 w 4114416"/>
              <a:gd name="connsiteY73" fmla="*/ 1524000 h 2888597"/>
              <a:gd name="connsiteX74" fmla="*/ 1659082 w 4114416"/>
              <a:gd name="connsiteY74" fmla="*/ 1490134 h 2888597"/>
              <a:gd name="connsiteX75" fmla="*/ 1684482 w 4114416"/>
              <a:gd name="connsiteY75" fmla="*/ 1388534 h 2888597"/>
              <a:gd name="connsiteX76" fmla="*/ 1732631 w 4114416"/>
              <a:gd name="connsiteY76" fmla="*/ 1294184 h 2888597"/>
              <a:gd name="connsiteX77" fmla="*/ 1794549 w 4114416"/>
              <a:gd name="connsiteY77" fmla="*/ 1176867 h 2888597"/>
              <a:gd name="connsiteX78" fmla="*/ 1831067 w 4114416"/>
              <a:gd name="connsiteY78" fmla="*/ 1238516 h 2888597"/>
              <a:gd name="connsiteX79" fmla="*/ 1853688 w 4114416"/>
              <a:gd name="connsiteY79" fmla="*/ 1323159 h 2888597"/>
              <a:gd name="connsiteX80" fmla="*/ 1887682 w 4114416"/>
              <a:gd name="connsiteY80" fmla="*/ 1422400 h 2888597"/>
              <a:gd name="connsiteX81" fmla="*/ 1938482 w 4114416"/>
              <a:gd name="connsiteY81" fmla="*/ 1600200 h 2888597"/>
              <a:gd name="connsiteX82" fmla="*/ 1978163 w 4114416"/>
              <a:gd name="connsiteY82" fmla="*/ 1762259 h 2888597"/>
              <a:gd name="connsiteX83" fmla="*/ 2006216 w 4114416"/>
              <a:gd name="connsiteY83" fmla="*/ 1498600 h 2888597"/>
              <a:gd name="connsiteX84" fmla="*/ 2023149 w 4114416"/>
              <a:gd name="connsiteY84" fmla="*/ 1464734 h 2888597"/>
              <a:gd name="connsiteX85" fmla="*/ 2031616 w 4114416"/>
              <a:gd name="connsiteY85" fmla="*/ 1439334 h 2888597"/>
              <a:gd name="connsiteX86" fmla="*/ 2067707 w 4114416"/>
              <a:gd name="connsiteY86" fmla="*/ 1908377 h 2888597"/>
              <a:gd name="connsiteX87" fmla="*/ 2082416 w 4114416"/>
              <a:gd name="connsiteY87" fmla="*/ 2032000 h 2888597"/>
              <a:gd name="connsiteX88" fmla="*/ 2090882 w 4114416"/>
              <a:gd name="connsiteY88" fmla="*/ 2150534 h 2888597"/>
              <a:gd name="connsiteX89" fmla="*/ 2099349 w 4114416"/>
              <a:gd name="connsiteY89" fmla="*/ 2489200 h 2888597"/>
              <a:gd name="connsiteX90" fmla="*/ 2133216 w 4114416"/>
              <a:gd name="connsiteY90" fmla="*/ 2421467 h 2888597"/>
              <a:gd name="connsiteX91" fmla="*/ 2175549 w 4114416"/>
              <a:gd name="connsiteY91" fmla="*/ 2319867 h 2888597"/>
              <a:gd name="connsiteX92" fmla="*/ 2192611 w 4114416"/>
              <a:gd name="connsiteY92" fmla="*/ 2271500 h 2888597"/>
              <a:gd name="connsiteX93" fmla="*/ 2212579 w 4114416"/>
              <a:gd name="connsiteY93" fmla="*/ 2206201 h 2888597"/>
              <a:gd name="connsiteX94" fmla="*/ 2251749 w 4114416"/>
              <a:gd name="connsiteY94" fmla="*/ 2514600 h 2888597"/>
              <a:gd name="connsiteX95" fmla="*/ 2277149 w 4114416"/>
              <a:gd name="connsiteY95" fmla="*/ 2565400 h 2888597"/>
              <a:gd name="connsiteX96" fmla="*/ 2285616 w 4114416"/>
              <a:gd name="connsiteY96" fmla="*/ 2489200 h 2888597"/>
              <a:gd name="connsiteX97" fmla="*/ 2302549 w 4114416"/>
              <a:gd name="connsiteY97" fmla="*/ 2421467 h 2888597"/>
              <a:gd name="connsiteX98" fmla="*/ 2311016 w 4114416"/>
              <a:gd name="connsiteY98" fmla="*/ 1718734 h 2888597"/>
              <a:gd name="connsiteX99" fmla="*/ 2336416 w 4114416"/>
              <a:gd name="connsiteY99" fmla="*/ 1811867 h 2888597"/>
              <a:gd name="connsiteX100" fmla="*/ 2361816 w 4114416"/>
              <a:gd name="connsiteY100" fmla="*/ 1871134 h 2888597"/>
              <a:gd name="connsiteX101" fmla="*/ 2395682 w 4114416"/>
              <a:gd name="connsiteY101" fmla="*/ 1972734 h 2888597"/>
              <a:gd name="connsiteX102" fmla="*/ 2404149 w 4114416"/>
              <a:gd name="connsiteY102" fmla="*/ 1574800 h 2888597"/>
              <a:gd name="connsiteX103" fmla="*/ 2429549 w 4114416"/>
              <a:gd name="connsiteY103" fmla="*/ 1236134 h 2888597"/>
              <a:gd name="connsiteX104" fmla="*/ 2446482 w 4114416"/>
              <a:gd name="connsiteY104" fmla="*/ 1092200 h 2888597"/>
              <a:gd name="connsiteX105" fmla="*/ 2454949 w 4114416"/>
              <a:gd name="connsiteY105" fmla="*/ 1066800 h 2888597"/>
              <a:gd name="connsiteX106" fmla="*/ 2463416 w 4114416"/>
              <a:gd name="connsiteY106" fmla="*/ 1092200 h 2888597"/>
              <a:gd name="connsiteX107" fmla="*/ 2488816 w 4114416"/>
              <a:gd name="connsiteY107" fmla="*/ 1227667 h 2888597"/>
              <a:gd name="connsiteX108" fmla="*/ 2514216 w 4114416"/>
              <a:gd name="connsiteY108" fmla="*/ 753534 h 2888597"/>
              <a:gd name="connsiteX109" fmla="*/ 2531149 w 4114416"/>
              <a:gd name="connsiteY109" fmla="*/ 685800 h 2888597"/>
              <a:gd name="connsiteX110" fmla="*/ 2539616 w 4114416"/>
              <a:gd name="connsiteY110" fmla="*/ 609600 h 2888597"/>
              <a:gd name="connsiteX111" fmla="*/ 2548082 w 4114416"/>
              <a:gd name="connsiteY111" fmla="*/ 558800 h 2888597"/>
              <a:gd name="connsiteX112" fmla="*/ 2565016 w 4114416"/>
              <a:gd name="connsiteY112" fmla="*/ 584200 h 2888597"/>
              <a:gd name="connsiteX113" fmla="*/ 2573482 w 4114416"/>
              <a:gd name="connsiteY113" fmla="*/ 778934 h 2888597"/>
              <a:gd name="connsiteX114" fmla="*/ 2615816 w 4114416"/>
              <a:gd name="connsiteY114" fmla="*/ 914400 h 2888597"/>
              <a:gd name="connsiteX115" fmla="*/ 2632749 w 4114416"/>
              <a:gd name="connsiteY115" fmla="*/ 973667 h 2888597"/>
              <a:gd name="connsiteX116" fmla="*/ 2649682 w 4114416"/>
              <a:gd name="connsiteY116" fmla="*/ 812800 h 2888597"/>
              <a:gd name="connsiteX117" fmla="*/ 2666616 w 4114416"/>
              <a:gd name="connsiteY117" fmla="*/ 694267 h 2888597"/>
              <a:gd name="connsiteX118" fmla="*/ 2692016 w 4114416"/>
              <a:gd name="connsiteY118" fmla="*/ 558800 h 2888597"/>
              <a:gd name="connsiteX119" fmla="*/ 2717416 w 4114416"/>
              <a:gd name="connsiteY119" fmla="*/ 321734 h 2888597"/>
              <a:gd name="connsiteX120" fmla="*/ 2734349 w 4114416"/>
              <a:gd name="connsiteY120" fmla="*/ 1058334 h 2888597"/>
              <a:gd name="connsiteX121" fmla="*/ 2760746 w 4114416"/>
              <a:gd name="connsiteY121" fmla="*/ 1023969 h 2888597"/>
              <a:gd name="connsiteX122" fmla="*/ 2810549 w 4114416"/>
              <a:gd name="connsiteY122" fmla="*/ 905934 h 2888597"/>
              <a:gd name="connsiteX123" fmla="*/ 2844416 w 4114416"/>
              <a:gd name="connsiteY123" fmla="*/ 855134 h 2888597"/>
              <a:gd name="connsiteX124" fmla="*/ 2869816 w 4114416"/>
              <a:gd name="connsiteY124" fmla="*/ 1422400 h 2888597"/>
              <a:gd name="connsiteX125" fmla="*/ 2878282 w 4114416"/>
              <a:gd name="connsiteY125" fmla="*/ 1388534 h 2888597"/>
              <a:gd name="connsiteX126" fmla="*/ 2895216 w 4114416"/>
              <a:gd name="connsiteY126" fmla="*/ 1363134 h 2888597"/>
              <a:gd name="connsiteX127" fmla="*/ 2920616 w 4114416"/>
              <a:gd name="connsiteY127" fmla="*/ 1278467 h 2888597"/>
              <a:gd name="connsiteX128" fmla="*/ 2937549 w 4114416"/>
              <a:gd name="connsiteY128" fmla="*/ 1320800 h 2888597"/>
              <a:gd name="connsiteX129" fmla="*/ 2954482 w 4114416"/>
              <a:gd name="connsiteY129" fmla="*/ 1388534 h 2888597"/>
              <a:gd name="connsiteX130" fmla="*/ 2971416 w 4114416"/>
              <a:gd name="connsiteY130" fmla="*/ 1422400 h 2888597"/>
              <a:gd name="connsiteX131" fmla="*/ 3013749 w 4114416"/>
              <a:gd name="connsiteY131" fmla="*/ 1540934 h 2888597"/>
              <a:gd name="connsiteX132" fmla="*/ 3015578 w 4114416"/>
              <a:gd name="connsiteY132" fmla="*/ 1905393 h 2888597"/>
              <a:gd name="connsiteX133" fmla="*/ 3064549 w 4114416"/>
              <a:gd name="connsiteY133" fmla="*/ 1718734 h 2888597"/>
              <a:gd name="connsiteX134" fmla="*/ 3089949 w 4114416"/>
              <a:gd name="connsiteY134" fmla="*/ 1761067 h 2888597"/>
              <a:gd name="connsiteX135" fmla="*/ 3118129 w 4114416"/>
              <a:gd name="connsiteY135" fmla="*/ 1909842 h 2888597"/>
              <a:gd name="connsiteX136" fmla="*/ 3140749 w 4114416"/>
              <a:gd name="connsiteY136" fmla="*/ 1769534 h 2888597"/>
              <a:gd name="connsiteX137" fmla="*/ 3157682 w 4114416"/>
              <a:gd name="connsiteY137" fmla="*/ 1710267 h 2888597"/>
              <a:gd name="connsiteX138" fmla="*/ 3166149 w 4114416"/>
              <a:gd name="connsiteY138" fmla="*/ 1684867 h 2888597"/>
              <a:gd name="connsiteX139" fmla="*/ 3191549 w 4114416"/>
              <a:gd name="connsiteY139" fmla="*/ 1676400 h 2888597"/>
              <a:gd name="connsiteX140" fmla="*/ 3200016 w 4114416"/>
              <a:gd name="connsiteY140" fmla="*/ 2006600 h 2888597"/>
              <a:gd name="connsiteX141" fmla="*/ 3208482 w 4114416"/>
              <a:gd name="connsiteY141" fmla="*/ 2048934 h 2888597"/>
              <a:gd name="connsiteX142" fmla="*/ 3216949 w 4114416"/>
              <a:gd name="connsiteY142" fmla="*/ 2099734 h 2888597"/>
              <a:gd name="connsiteX143" fmla="*/ 3233882 w 4114416"/>
              <a:gd name="connsiteY143" fmla="*/ 2048934 h 2888597"/>
              <a:gd name="connsiteX144" fmla="*/ 3242349 w 4114416"/>
              <a:gd name="connsiteY144" fmla="*/ 1998134 h 2888597"/>
              <a:gd name="connsiteX145" fmla="*/ 3276216 w 4114416"/>
              <a:gd name="connsiteY145" fmla="*/ 2353734 h 2888597"/>
              <a:gd name="connsiteX146" fmla="*/ 3278960 w 4114416"/>
              <a:gd name="connsiteY146" fmla="*/ 2387600 h 2888597"/>
              <a:gd name="connsiteX147" fmla="*/ 3272323 w 4114416"/>
              <a:gd name="connsiteY147" fmla="*/ 2497667 h 2888597"/>
              <a:gd name="connsiteX148" fmla="*/ 3296810 w 4114416"/>
              <a:gd name="connsiteY148" fmla="*/ 2540952 h 2888597"/>
              <a:gd name="connsiteX149" fmla="*/ 3321294 w 4114416"/>
              <a:gd name="connsiteY149" fmla="*/ 2335554 h 2888597"/>
              <a:gd name="connsiteX150" fmla="*/ 3331591 w 4114416"/>
              <a:gd name="connsiteY150" fmla="*/ 2723509 h 2888597"/>
              <a:gd name="connsiteX151" fmla="*/ 3411682 w 4114416"/>
              <a:gd name="connsiteY151" fmla="*/ 2810934 h 2888597"/>
              <a:gd name="connsiteX152" fmla="*/ 3437082 w 4114416"/>
              <a:gd name="connsiteY152" fmla="*/ 2870200 h 2888597"/>
              <a:gd name="connsiteX153" fmla="*/ 3452170 w 4114416"/>
              <a:gd name="connsiteY153" fmla="*/ 2345696 h 2888597"/>
              <a:gd name="connsiteX154" fmla="*/ 3462482 w 4114416"/>
              <a:gd name="connsiteY154" fmla="*/ 1828800 h 2888597"/>
              <a:gd name="connsiteX155" fmla="*/ 3461984 w 4114416"/>
              <a:gd name="connsiteY155" fmla="*/ 2090271 h 2888597"/>
              <a:gd name="connsiteX156" fmla="*/ 3487882 w 4114416"/>
              <a:gd name="connsiteY156" fmla="*/ 1735667 h 2888597"/>
              <a:gd name="connsiteX157" fmla="*/ 3513282 w 4114416"/>
              <a:gd name="connsiteY157" fmla="*/ 1651000 h 2888597"/>
              <a:gd name="connsiteX158" fmla="*/ 3521749 w 4114416"/>
              <a:gd name="connsiteY158" fmla="*/ 1701800 h 2888597"/>
              <a:gd name="connsiteX159" fmla="*/ 3525733 w 4114416"/>
              <a:gd name="connsiteY159" fmla="*/ 1875118 h 2888597"/>
              <a:gd name="connsiteX160" fmla="*/ 3547149 w 4114416"/>
              <a:gd name="connsiteY160" fmla="*/ 1752600 h 2888597"/>
              <a:gd name="connsiteX161" fmla="*/ 3532962 w 4114416"/>
              <a:gd name="connsiteY161" fmla="*/ 1504968 h 2888597"/>
              <a:gd name="connsiteX162" fmla="*/ 3597949 w 4114416"/>
              <a:gd name="connsiteY162" fmla="*/ 1608667 h 2888597"/>
              <a:gd name="connsiteX163" fmla="*/ 3614882 w 4114416"/>
              <a:gd name="connsiteY163" fmla="*/ 1566334 h 2888597"/>
              <a:gd name="connsiteX164" fmla="*/ 3664768 w 4114416"/>
              <a:gd name="connsiteY164" fmla="*/ 1775538 h 2888597"/>
              <a:gd name="connsiteX165" fmla="*/ 3661200 w 4114416"/>
              <a:gd name="connsiteY165" fmla="*/ 1373094 h 2888597"/>
              <a:gd name="connsiteX166" fmla="*/ 3682616 w 4114416"/>
              <a:gd name="connsiteY166" fmla="*/ 1363134 h 2888597"/>
              <a:gd name="connsiteX167" fmla="*/ 3699549 w 4114416"/>
              <a:gd name="connsiteY167" fmla="*/ 1320800 h 2888597"/>
              <a:gd name="connsiteX168" fmla="*/ 3717224 w 4114416"/>
              <a:gd name="connsiteY168" fmla="*/ 973015 h 2888597"/>
              <a:gd name="connsiteX169" fmla="*/ 3741882 w 4114416"/>
              <a:gd name="connsiteY169" fmla="*/ 1227667 h 2888597"/>
              <a:gd name="connsiteX170" fmla="*/ 3750349 w 4114416"/>
              <a:gd name="connsiteY170" fmla="*/ 1176867 h 2888597"/>
              <a:gd name="connsiteX171" fmla="*/ 3767282 w 4114416"/>
              <a:gd name="connsiteY171" fmla="*/ 1126067 h 2888597"/>
              <a:gd name="connsiteX172" fmla="*/ 3775749 w 4114416"/>
              <a:gd name="connsiteY172" fmla="*/ 1058334 h 2888597"/>
              <a:gd name="connsiteX173" fmla="*/ 3784216 w 4114416"/>
              <a:gd name="connsiteY173" fmla="*/ 1270000 h 2888597"/>
              <a:gd name="connsiteX174" fmla="*/ 3813064 w 4114416"/>
              <a:gd name="connsiteY174" fmla="*/ 678606 h 2888597"/>
              <a:gd name="connsiteX175" fmla="*/ 3818082 w 4114416"/>
              <a:gd name="connsiteY175" fmla="*/ 558800 h 2888597"/>
              <a:gd name="connsiteX176" fmla="*/ 3835016 w 4114416"/>
              <a:gd name="connsiteY176" fmla="*/ 482600 h 2888597"/>
              <a:gd name="connsiteX177" fmla="*/ 3843482 w 4114416"/>
              <a:gd name="connsiteY177" fmla="*/ 533400 h 2888597"/>
              <a:gd name="connsiteX178" fmla="*/ 3860416 w 4114416"/>
              <a:gd name="connsiteY178" fmla="*/ 660400 h 2888597"/>
              <a:gd name="connsiteX179" fmla="*/ 3868882 w 4114416"/>
              <a:gd name="connsiteY179" fmla="*/ 702734 h 2888597"/>
              <a:gd name="connsiteX180" fmla="*/ 3885816 w 4114416"/>
              <a:gd name="connsiteY180" fmla="*/ 736600 h 2888597"/>
              <a:gd name="connsiteX181" fmla="*/ 3902749 w 4114416"/>
              <a:gd name="connsiteY181" fmla="*/ 702734 h 2888597"/>
              <a:gd name="connsiteX182" fmla="*/ 3962016 w 4114416"/>
              <a:gd name="connsiteY182" fmla="*/ 482600 h 2888597"/>
              <a:gd name="connsiteX183" fmla="*/ 3978949 w 4114416"/>
              <a:gd name="connsiteY183" fmla="*/ 457200 h 2888597"/>
              <a:gd name="connsiteX184" fmla="*/ 4004349 w 4114416"/>
              <a:gd name="connsiteY184" fmla="*/ 177800 h 2888597"/>
              <a:gd name="connsiteX185" fmla="*/ 4029749 w 4114416"/>
              <a:gd name="connsiteY185" fmla="*/ 135467 h 2888597"/>
              <a:gd name="connsiteX186" fmla="*/ 4038216 w 4114416"/>
              <a:gd name="connsiteY186" fmla="*/ 101600 h 2888597"/>
              <a:gd name="connsiteX187" fmla="*/ 4046682 w 4114416"/>
              <a:gd name="connsiteY187" fmla="*/ 76200 h 2888597"/>
              <a:gd name="connsiteX188" fmla="*/ 4055149 w 4114416"/>
              <a:gd name="connsiteY188" fmla="*/ 110067 h 2888597"/>
              <a:gd name="connsiteX189" fmla="*/ 4072082 w 4114416"/>
              <a:gd name="connsiteY189" fmla="*/ 160867 h 2888597"/>
              <a:gd name="connsiteX190" fmla="*/ 4114416 w 4114416"/>
              <a:gd name="connsiteY190" fmla="*/ 0 h 2888597"/>
              <a:gd name="connsiteX0" fmla="*/ 0 w 4114416"/>
              <a:gd name="connsiteY0" fmla="*/ 735359 h 2888597"/>
              <a:gd name="connsiteX1" fmla="*/ 22363 w 4114416"/>
              <a:gd name="connsiteY1" fmla="*/ 647092 h 2888597"/>
              <a:gd name="connsiteX2" fmla="*/ 53451 w 4114416"/>
              <a:gd name="connsiteY2" fmla="*/ 567267 h 2888597"/>
              <a:gd name="connsiteX3" fmla="*/ 61790 w 4114416"/>
              <a:gd name="connsiteY3" fmla="*/ 828517 h 2888597"/>
              <a:gd name="connsiteX4" fmla="*/ 57549 w 4114416"/>
              <a:gd name="connsiteY4" fmla="*/ 1083293 h 2888597"/>
              <a:gd name="connsiteX5" fmla="*/ 55282 w 4114416"/>
              <a:gd name="connsiteY5" fmla="*/ 1212385 h 2888597"/>
              <a:gd name="connsiteX6" fmla="*/ 69873 w 4114416"/>
              <a:gd name="connsiteY6" fmla="*/ 1401791 h 2888597"/>
              <a:gd name="connsiteX7" fmla="*/ 112335 w 4114416"/>
              <a:gd name="connsiteY7" fmla="*/ 1209517 h 2888597"/>
              <a:gd name="connsiteX8" fmla="*/ 135082 w 4114416"/>
              <a:gd name="connsiteY8" fmla="*/ 1100667 h 2888597"/>
              <a:gd name="connsiteX9" fmla="*/ 168949 w 4114416"/>
              <a:gd name="connsiteY9" fmla="*/ 999067 h 2888597"/>
              <a:gd name="connsiteX10" fmla="*/ 185882 w 4114416"/>
              <a:gd name="connsiteY10" fmla="*/ 948267 h 2888597"/>
              <a:gd name="connsiteX11" fmla="*/ 202816 w 4114416"/>
              <a:gd name="connsiteY11" fmla="*/ 1134534 h 2888597"/>
              <a:gd name="connsiteX12" fmla="*/ 219749 w 4114416"/>
              <a:gd name="connsiteY12" fmla="*/ 1464734 h 2888597"/>
              <a:gd name="connsiteX13" fmla="*/ 279016 w 4114416"/>
              <a:gd name="connsiteY13" fmla="*/ 1363134 h 2888597"/>
              <a:gd name="connsiteX14" fmla="*/ 304416 w 4114416"/>
              <a:gd name="connsiteY14" fmla="*/ 1371600 h 2888597"/>
              <a:gd name="connsiteX15" fmla="*/ 312882 w 4114416"/>
              <a:gd name="connsiteY15" fmla="*/ 2243667 h 2888597"/>
              <a:gd name="connsiteX16" fmla="*/ 338282 w 4114416"/>
              <a:gd name="connsiteY16" fmla="*/ 2201334 h 2888597"/>
              <a:gd name="connsiteX17" fmla="*/ 346749 w 4114416"/>
              <a:gd name="connsiteY17" fmla="*/ 2150534 h 2888597"/>
              <a:gd name="connsiteX18" fmla="*/ 371651 w 4114416"/>
              <a:gd name="connsiteY18" fmla="*/ 2376146 h 2888597"/>
              <a:gd name="connsiteX19" fmla="*/ 389082 w 4114416"/>
              <a:gd name="connsiteY19" fmla="*/ 2082800 h 2888597"/>
              <a:gd name="connsiteX20" fmla="*/ 414981 w 4114416"/>
              <a:gd name="connsiteY20" fmla="*/ 1792444 h 2888597"/>
              <a:gd name="connsiteX21" fmla="*/ 422949 w 4114416"/>
              <a:gd name="connsiteY21" fmla="*/ 2032000 h 2888597"/>
              <a:gd name="connsiteX22" fmla="*/ 453908 w 4114416"/>
              <a:gd name="connsiteY22" fmla="*/ 1990884 h 2888597"/>
              <a:gd name="connsiteX23" fmla="*/ 465282 w 4114416"/>
              <a:gd name="connsiteY23" fmla="*/ 1752600 h 2888597"/>
              <a:gd name="connsiteX24" fmla="*/ 490682 w 4114416"/>
              <a:gd name="connsiteY24" fmla="*/ 1651000 h 2888597"/>
              <a:gd name="connsiteX25" fmla="*/ 516082 w 4114416"/>
              <a:gd name="connsiteY25" fmla="*/ 1710267 h 2888597"/>
              <a:gd name="connsiteX26" fmla="*/ 524549 w 4114416"/>
              <a:gd name="connsiteY26" fmla="*/ 1851666 h 2888597"/>
              <a:gd name="connsiteX27" fmla="*/ 558416 w 4114416"/>
              <a:gd name="connsiteY27" fmla="*/ 1820334 h 2888597"/>
              <a:gd name="connsiteX28" fmla="*/ 583816 w 4114416"/>
              <a:gd name="connsiteY28" fmla="*/ 1938867 h 2888597"/>
              <a:gd name="connsiteX29" fmla="*/ 600749 w 4114416"/>
              <a:gd name="connsiteY29" fmla="*/ 1998134 h 2888597"/>
              <a:gd name="connsiteX30" fmla="*/ 643082 w 4114416"/>
              <a:gd name="connsiteY30" fmla="*/ 1786467 h 2888597"/>
              <a:gd name="connsiteX31" fmla="*/ 668482 w 4114416"/>
              <a:gd name="connsiteY31" fmla="*/ 1718734 h 2888597"/>
              <a:gd name="connsiteX32" fmla="*/ 685416 w 4114416"/>
              <a:gd name="connsiteY32" fmla="*/ 1617134 h 2888597"/>
              <a:gd name="connsiteX33" fmla="*/ 702349 w 4114416"/>
              <a:gd name="connsiteY33" fmla="*/ 1557867 h 2888597"/>
              <a:gd name="connsiteX34" fmla="*/ 710816 w 4114416"/>
              <a:gd name="connsiteY34" fmla="*/ 1524000 h 2888597"/>
              <a:gd name="connsiteX35" fmla="*/ 727749 w 4114416"/>
              <a:gd name="connsiteY35" fmla="*/ 1312334 h 2888597"/>
              <a:gd name="connsiteX36" fmla="*/ 744682 w 4114416"/>
              <a:gd name="connsiteY36" fmla="*/ 1380067 h 2888597"/>
              <a:gd name="connsiteX37" fmla="*/ 761616 w 4114416"/>
              <a:gd name="connsiteY37" fmla="*/ 1532467 h 2888597"/>
              <a:gd name="connsiteX38" fmla="*/ 778549 w 4114416"/>
              <a:gd name="connsiteY38" fmla="*/ 1566334 h 2888597"/>
              <a:gd name="connsiteX39" fmla="*/ 820882 w 4114416"/>
              <a:gd name="connsiteY39" fmla="*/ 1430867 h 2888597"/>
              <a:gd name="connsiteX40" fmla="*/ 854749 w 4114416"/>
              <a:gd name="connsiteY40" fmla="*/ 1388534 h 2888597"/>
              <a:gd name="connsiteX41" fmla="*/ 863216 w 4114416"/>
              <a:gd name="connsiteY41" fmla="*/ 1498600 h 2888597"/>
              <a:gd name="connsiteX42" fmla="*/ 888616 w 4114416"/>
              <a:gd name="connsiteY42" fmla="*/ 1811867 h 2888597"/>
              <a:gd name="connsiteX43" fmla="*/ 897082 w 4114416"/>
              <a:gd name="connsiteY43" fmla="*/ 1642534 h 2888597"/>
              <a:gd name="connsiteX44" fmla="*/ 930949 w 4114416"/>
              <a:gd name="connsiteY44" fmla="*/ 1557867 h 2888597"/>
              <a:gd name="connsiteX45" fmla="*/ 939416 w 4114416"/>
              <a:gd name="connsiteY45" fmla="*/ 2006600 h 2888597"/>
              <a:gd name="connsiteX46" fmla="*/ 964816 w 4114416"/>
              <a:gd name="connsiteY46" fmla="*/ 2116667 h 2888597"/>
              <a:gd name="connsiteX47" fmla="*/ 973282 w 4114416"/>
              <a:gd name="connsiteY47" fmla="*/ 1948424 h 2888597"/>
              <a:gd name="connsiteX48" fmla="*/ 990216 w 4114416"/>
              <a:gd name="connsiteY48" fmla="*/ 1794934 h 2888597"/>
              <a:gd name="connsiteX49" fmla="*/ 998682 w 4114416"/>
              <a:gd name="connsiteY49" fmla="*/ 1761067 h 2888597"/>
              <a:gd name="connsiteX50" fmla="*/ 1015616 w 4114416"/>
              <a:gd name="connsiteY50" fmla="*/ 1871134 h 2888597"/>
              <a:gd name="connsiteX51" fmla="*/ 1032549 w 4114416"/>
              <a:gd name="connsiteY51" fmla="*/ 1947334 h 2888597"/>
              <a:gd name="connsiteX52" fmla="*/ 1049482 w 4114416"/>
              <a:gd name="connsiteY52" fmla="*/ 2040467 h 2888597"/>
              <a:gd name="connsiteX53" fmla="*/ 1074882 w 4114416"/>
              <a:gd name="connsiteY53" fmla="*/ 2108200 h 2888597"/>
              <a:gd name="connsiteX54" fmla="*/ 1105586 w 4114416"/>
              <a:gd name="connsiteY54" fmla="*/ 2165034 h 2888597"/>
              <a:gd name="connsiteX55" fmla="*/ 1117344 w 4114416"/>
              <a:gd name="connsiteY55" fmla="*/ 2220675 h 2888597"/>
              <a:gd name="connsiteX56" fmla="*/ 1134149 w 4114416"/>
              <a:gd name="connsiteY56" fmla="*/ 2108200 h 2888597"/>
              <a:gd name="connsiteX57" fmla="*/ 1184949 w 4114416"/>
              <a:gd name="connsiteY57" fmla="*/ 1989667 h 2888597"/>
              <a:gd name="connsiteX58" fmla="*/ 1221851 w 4114416"/>
              <a:gd name="connsiteY58" fmla="*/ 1898967 h 2888597"/>
              <a:gd name="connsiteX59" fmla="*/ 1244216 w 4114416"/>
              <a:gd name="connsiteY59" fmla="*/ 2167467 h 2888597"/>
              <a:gd name="connsiteX60" fmla="*/ 1261149 w 4114416"/>
              <a:gd name="connsiteY60" fmla="*/ 2082800 h 2888597"/>
              <a:gd name="connsiteX61" fmla="*/ 1269616 w 4114416"/>
              <a:gd name="connsiteY61" fmla="*/ 2015067 h 2888597"/>
              <a:gd name="connsiteX62" fmla="*/ 1311949 w 4114416"/>
              <a:gd name="connsiteY62" fmla="*/ 1854200 h 2888597"/>
              <a:gd name="connsiteX63" fmla="*/ 1320416 w 4114416"/>
              <a:gd name="connsiteY63" fmla="*/ 1803400 h 2888597"/>
              <a:gd name="connsiteX64" fmla="*/ 1345816 w 4114416"/>
              <a:gd name="connsiteY64" fmla="*/ 1701800 h 2888597"/>
              <a:gd name="connsiteX65" fmla="*/ 1379682 w 4114416"/>
              <a:gd name="connsiteY65" fmla="*/ 1744134 h 2888597"/>
              <a:gd name="connsiteX66" fmla="*/ 1422016 w 4114416"/>
              <a:gd name="connsiteY66" fmla="*/ 1879600 h 2888597"/>
              <a:gd name="connsiteX67" fmla="*/ 1455882 w 4114416"/>
              <a:gd name="connsiteY67" fmla="*/ 1947334 h 2888597"/>
              <a:gd name="connsiteX68" fmla="*/ 1472816 w 4114416"/>
              <a:gd name="connsiteY68" fmla="*/ 1938867 h 2888597"/>
              <a:gd name="connsiteX69" fmla="*/ 1515149 w 4114416"/>
              <a:gd name="connsiteY69" fmla="*/ 1803400 h 2888597"/>
              <a:gd name="connsiteX70" fmla="*/ 1574416 w 4114416"/>
              <a:gd name="connsiteY70" fmla="*/ 1651000 h 2888597"/>
              <a:gd name="connsiteX71" fmla="*/ 1582882 w 4114416"/>
              <a:gd name="connsiteY71" fmla="*/ 1591734 h 2888597"/>
              <a:gd name="connsiteX72" fmla="*/ 1608410 w 4114416"/>
              <a:gd name="connsiteY72" fmla="*/ 1462351 h 2888597"/>
              <a:gd name="connsiteX73" fmla="*/ 1633682 w 4114416"/>
              <a:gd name="connsiteY73" fmla="*/ 1524000 h 2888597"/>
              <a:gd name="connsiteX74" fmla="*/ 1659082 w 4114416"/>
              <a:gd name="connsiteY74" fmla="*/ 1490134 h 2888597"/>
              <a:gd name="connsiteX75" fmla="*/ 1684482 w 4114416"/>
              <a:gd name="connsiteY75" fmla="*/ 1388534 h 2888597"/>
              <a:gd name="connsiteX76" fmla="*/ 1732631 w 4114416"/>
              <a:gd name="connsiteY76" fmla="*/ 1294184 h 2888597"/>
              <a:gd name="connsiteX77" fmla="*/ 1794549 w 4114416"/>
              <a:gd name="connsiteY77" fmla="*/ 1176867 h 2888597"/>
              <a:gd name="connsiteX78" fmla="*/ 1831067 w 4114416"/>
              <a:gd name="connsiteY78" fmla="*/ 1238516 h 2888597"/>
              <a:gd name="connsiteX79" fmla="*/ 1853688 w 4114416"/>
              <a:gd name="connsiteY79" fmla="*/ 1323159 h 2888597"/>
              <a:gd name="connsiteX80" fmla="*/ 1902786 w 4114416"/>
              <a:gd name="connsiteY80" fmla="*/ 1064504 h 2888597"/>
              <a:gd name="connsiteX81" fmla="*/ 1938482 w 4114416"/>
              <a:gd name="connsiteY81" fmla="*/ 1600200 h 2888597"/>
              <a:gd name="connsiteX82" fmla="*/ 1978163 w 4114416"/>
              <a:gd name="connsiteY82" fmla="*/ 1762259 h 2888597"/>
              <a:gd name="connsiteX83" fmla="*/ 2006216 w 4114416"/>
              <a:gd name="connsiteY83" fmla="*/ 1498600 h 2888597"/>
              <a:gd name="connsiteX84" fmla="*/ 2023149 w 4114416"/>
              <a:gd name="connsiteY84" fmla="*/ 1464734 h 2888597"/>
              <a:gd name="connsiteX85" fmla="*/ 2031616 w 4114416"/>
              <a:gd name="connsiteY85" fmla="*/ 1439334 h 2888597"/>
              <a:gd name="connsiteX86" fmla="*/ 2067707 w 4114416"/>
              <a:gd name="connsiteY86" fmla="*/ 1908377 h 2888597"/>
              <a:gd name="connsiteX87" fmla="*/ 2082416 w 4114416"/>
              <a:gd name="connsiteY87" fmla="*/ 2032000 h 2888597"/>
              <a:gd name="connsiteX88" fmla="*/ 2090882 w 4114416"/>
              <a:gd name="connsiteY88" fmla="*/ 2150534 h 2888597"/>
              <a:gd name="connsiteX89" fmla="*/ 2099349 w 4114416"/>
              <a:gd name="connsiteY89" fmla="*/ 2489200 h 2888597"/>
              <a:gd name="connsiteX90" fmla="*/ 2133216 w 4114416"/>
              <a:gd name="connsiteY90" fmla="*/ 2421467 h 2888597"/>
              <a:gd name="connsiteX91" fmla="*/ 2175549 w 4114416"/>
              <a:gd name="connsiteY91" fmla="*/ 2319867 h 2888597"/>
              <a:gd name="connsiteX92" fmla="*/ 2192611 w 4114416"/>
              <a:gd name="connsiteY92" fmla="*/ 2271500 h 2888597"/>
              <a:gd name="connsiteX93" fmla="*/ 2212579 w 4114416"/>
              <a:gd name="connsiteY93" fmla="*/ 2206201 h 2888597"/>
              <a:gd name="connsiteX94" fmla="*/ 2251749 w 4114416"/>
              <a:gd name="connsiteY94" fmla="*/ 2514600 h 2888597"/>
              <a:gd name="connsiteX95" fmla="*/ 2277149 w 4114416"/>
              <a:gd name="connsiteY95" fmla="*/ 2565400 h 2888597"/>
              <a:gd name="connsiteX96" fmla="*/ 2285616 w 4114416"/>
              <a:gd name="connsiteY96" fmla="*/ 2489200 h 2888597"/>
              <a:gd name="connsiteX97" fmla="*/ 2302549 w 4114416"/>
              <a:gd name="connsiteY97" fmla="*/ 2421467 h 2888597"/>
              <a:gd name="connsiteX98" fmla="*/ 2311016 w 4114416"/>
              <a:gd name="connsiteY98" fmla="*/ 1718734 h 2888597"/>
              <a:gd name="connsiteX99" fmla="*/ 2336416 w 4114416"/>
              <a:gd name="connsiteY99" fmla="*/ 1811867 h 2888597"/>
              <a:gd name="connsiteX100" fmla="*/ 2361816 w 4114416"/>
              <a:gd name="connsiteY100" fmla="*/ 1871134 h 2888597"/>
              <a:gd name="connsiteX101" fmla="*/ 2395682 w 4114416"/>
              <a:gd name="connsiteY101" fmla="*/ 1972734 h 2888597"/>
              <a:gd name="connsiteX102" fmla="*/ 2404149 w 4114416"/>
              <a:gd name="connsiteY102" fmla="*/ 1574800 h 2888597"/>
              <a:gd name="connsiteX103" fmla="*/ 2429549 w 4114416"/>
              <a:gd name="connsiteY103" fmla="*/ 1236134 h 2888597"/>
              <a:gd name="connsiteX104" fmla="*/ 2446482 w 4114416"/>
              <a:gd name="connsiteY104" fmla="*/ 1092200 h 2888597"/>
              <a:gd name="connsiteX105" fmla="*/ 2454949 w 4114416"/>
              <a:gd name="connsiteY105" fmla="*/ 1066800 h 2888597"/>
              <a:gd name="connsiteX106" fmla="*/ 2463416 w 4114416"/>
              <a:gd name="connsiteY106" fmla="*/ 1092200 h 2888597"/>
              <a:gd name="connsiteX107" fmla="*/ 2488816 w 4114416"/>
              <a:gd name="connsiteY107" fmla="*/ 1227667 h 2888597"/>
              <a:gd name="connsiteX108" fmla="*/ 2514216 w 4114416"/>
              <a:gd name="connsiteY108" fmla="*/ 753534 h 2888597"/>
              <a:gd name="connsiteX109" fmla="*/ 2531149 w 4114416"/>
              <a:gd name="connsiteY109" fmla="*/ 685800 h 2888597"/>
              <a:gd name="connsiteX110" fmla="*/ 2539616 w 4114416"/>
              <a:gd name="connsiteY110" fmla="*/ 609600 h 2888597"/>
              <a:gd name="connsiteX111" fmla="*/ 2548082 w 4114416"/>
              <a:gd name="connsiteY111" fmla="*/ 558800 h 2888597"/>
              <a:gd name="connsiteX112" fmla="*/ 2565016 w 4114416"/>
              <a:gd name="connsiteY112" fmla="*/ 584200 h 2888597"/>
              <a:gd name="connsiteX113" fmla="*/ 2573482 w 4114416"/>
              <a:gd name="connsiteY113" fmla="*/ 778934 h 2888597"/>
              <a:gd name="connsiteX114" fmla="*/ 2615816 w 4114416"/>
              <a:gd name="connsiteY114" fmla="*/ 914400 h 2888597"/>
              <a:gd name="connsiteX115" fmla="*/ 2632749 w 4114416"/>
              <a:gd name="connsiteY115" fmla="*/ 973667 h 2888597"/>
              <a:gd name="connsiteX116" fmla="*/ 2649682 w 4114416"/>
              <a:gd name="connsiteY116" fmla="*/ 812800 h 2888597"/>
              <a:gd name="connsiteX117" fmla="*/ 2666616 w 4114416"/>
              <a:gd name="connsiteY117" fmla="*/ 694267 h 2888597"/>
              <a:gd name="connsiteX118" fmla="*/ 2692016 w 4114416"/>
              <a:gd name="connsiteY118" fmla="*/ 558800 h 2888597"/>
              <a:gd name="connsiteX119" fmla="*/ 2717416 w 4114416"/>
              <a:gd name="connsiteY119" fmla="*/ 321734 h 2888597"/>
              <a:gd name="connsiteX120" fmla="*/ 2734349 w 4114416"/>
              <a:gd name="connsiteY120" fmla="*/ 1058334 h 2888597"/>
              <a:gd name="connsiteX121" fmla="*/ 2760746 w 4114416"/>
              <a:gd name="connsiteY121" fmla="*/ 1023969 h 2888597"/>
              <a:gd name="connsiteX122" fmla="*/ 2810549 w 4114416"/>
              <a:gd name="connsiteY122" fmla="*/ 905934 h 2888597"/>
              <a:gd name="connsiteX123" fmla="*/ 2844416 w 4114416"/>
              <a:gd name="connsiteY123" fmla="*/ 855134 h 2888597"/>
              <a:gd name="connsiteX124" fmla="*/ 2869816 w 4114416"/>
              <a:gd name="connsiteY124" fmla="*/ 1422400 h 2888597"/>
              <a:gd name="connsiteX125" fmla="*/ 2878282 w 4114416"/>
              <a:gd name="connsiteY125" fmla="*/ 1388534 h 2888597"/>
              <a:gd name="connsiteX126" fmla="*/ 2895216 w 4114416"/>
              <a:gd name="connsiteY126" fmla="*/ 1363134 h 2888597"/>
              <a:gd name="connsiteX127" fmla="*/ 2920616 w 4114416"/>
              <a:gd name="connsiteY127" fmla="*/ 1278467 h 2888597"/>
              <a:gd name="connsiteX128" fmla="*/ 2937549 w 4114416"/>
              <a:gd name="connsiteY128" fmla="*/ 1320800 h 2888597"/>
              <a:gd name="connsiteX129" fmla="*/ 2954482 w 4114416"/>
              <a:gd name="connsiteY129" fmla="*/ 1388534 h 2888597"/>
              <a:gd name="connsiteX130" fmla="*/ 2971416 w 4114416"/>
              <a:gd name="connsiteY130" fmla="*/ 1422400 h 2888597"/>
              <a:gd name="connsiteX131" fmla="*/ 3013749 w 4114416"/>
              <a:gd name="connsiteY131" fmla="*/ 1540934 h 2888597"/>
              <a:gd name="connsiteX132" fmla="*/ 3015578 w 4114416"/>
              <a:gd name="connsiteY132" fmla="*/ 1905393 h 2888597"/>
              <a:gd name="connsiteX133" fmla="*/ 3064549 w 4114416"/>
              <a:gd name="connsiteY133" fmla="*/ 1718734 h 2888597"/>
              <a:gd name="connsiteX134" fmla="*/ 3089949 w 4114416"/>
              <a:gd name="connsiteY134" fmla="*/ 1761067 h 2888597"/>
              <a:gd name="connsiteX135" fmla="*/ 3118129 w 4114416"/>
              <a:gd name="connsiteY135" fmla="*/ 1909842 h 2888597"/>
              <a:gd name="connsiteX136" fmla="*/ 3140749 w 4114416"/>
              <a:gd name="connsiteY136" fmla="*/ 1769534 h 2888597"/>
              <a:gd name="connsiteX137" fmla="*/ 3157682 w 4114416"/>
              <a:gd name="connsiteY137" fmla="*/ 1710267 h 2888597"/>
              <a:gd name="connsiteX138" fmla="*/ 3166149 w 4114416"/>
              <a:gd name="connsiteY138" fmla="*/ 1684867 h 2888597"/>
              <a:gd name="connsiteX139" fmla="*/ 3191549 w 4114416"/>
              <a:gd name="connsiteY139" fmla="*/ 1676400 h 2888597"/>
              <a:gd name="connsiteX140" fmla="*/ 3200016 w 4114416"/>
              <a:gd name="connsiteY140" fmla="*/ 2006600 h 2888597"/>
              <a:gd name="connsiteX141" fmla="*/ 3208482 w 4114416"/>
              <a:gd name="connsiteY141" fmla="*/ 2048934 h 2888597"/>
              <a:gd name="connsiteX142" fmla="*/ 3216949 w 4114416"/>
              <a:gd name="connsiteY142" fmla="*/ 2099734 h 2888597"/>
              <a:gd name="connsiteX143" fmla="*/ 3233882 w 4114416"/>
              <a:gd name="connsiteY143" fmla="*/ 2048934 h 2888597"/>
              <a:gd name="connsiteX144" fmla="*/ 3242349 w 4114416"/>
              <a:gd name="connsiteY144" fmla="*/ 1998134 h 2888597"/>
              <a:gd name="connsiteX145" fmla="*/ 3276216 w 4114416"/>
              <a:gd name="connsiteY145" fmla="*/ 2353734 h 2888597"/>
              <a:gd name="connsiteX146" fmla="*/ 3278960 w 4114416"/>
              <a:gd name="connsiteY146" fmla="*/ 2387600 h 2888597"/>
              <a:gd name="connsiteX147" fmla="*/ 3272323 w 4114416"/>
              <a:gd name="connsiteY147" fmla="*/ 2497667 h 2888597"/>
              <a:gd name="connsiteX148" fmla="*/ 3296810 w 4114416"/>
              <a:gd name="connsiteY148" fmla="*/ 2540952 h 2888597"/>
              <a:gd name="connsiteX149" fmla="*/ 3321294 w 4114416"/>
              <a:gd name="connsiteY149" fmla="*/ 2335554 h 2888597"/>
              <a:gd name="connsiteX150" fmla="*/ 3331591 w 4114416"/>
              <a:gd name="connsiteY150" fmla="*/ 2723509 h 2888597"/>
              <a:gd name="connsiteX151" fmla="*/ 3411682 w 4114416"/>
              <a:gd name="connsiteY151" fmla="*/ 2810934 h 2888597"/>
              <a:gd name="connsiteX152" fmla="*/ 3437082 w 4114416"/>
              <a:gd name="connsiteY152" fmla="*/ 2870200 h 2888597"/>
              <a:gd name="connsiteX153" fmla="*/ 3452170 w 4114416"/>
              <a:gd name="connsiteY153" fmla="*/ 2345696 h 2888597"/>
              <a:gd name="connsiteX154" fmla="*/ 3462482 w 4114416"/>
              <a:gd name="connsiteY154" fmla="*/ 1828800 h 2888597"/>
              <a:gd name="connsiteX155" fmla="*/ 3461984 w 4114416"/>
              <a:gd name="connsiteY155" fmla="*/ 2090271 h 2888597"/>
              <a:gd name="connsiteX156" fmla="*/ 3487882 w 4114416"/>
              <a:gd name="connsiteY156" fmla="*/ 1735667 h 2888597"/>
              <a:gd name="connsiteX157" fmla="*/ 3513282 w 4114416"/>
              <a:gd name="connsiteY157" fmla="*/ 1651000 h 2888597"/>
              <a:gd name="connsiteX158" fmla="*/ 3521749 w 4114416"/>
              <a:gd name="connsiteY158" fmla="*/ 1701800 h 2888597"/>
              <a:gd name="connsiteX159" fmla="*/ 3525733 w 4114416"/>
              <a:gd name="connsiteY159" fmla="*/ 1875118 h 2888597"/>
              <a:gd name="connsiteX160" fmla="*/ 3547149 w 4114416"/>
              <a:gd name="connsiteY160" fmla="*/ 1752600 h 2888597"/>
              <a:gd name="connsiteX161" fmla="*/ 3532962 w 4114416"/>
              <a:gd name="connsiteY161" fmla="*/ 1504968 h 2888597"/>
              <a:gd name="connsiteX162" fmla="*/ 3597949 w 4114416"/>
              <a:gd name="connsiteY162" fmla="*/ 1608667 h 2888597"/>
              <a:gd name="connsiteX163" fmla="*/ 3614882 w 4114416"/>
              <a:gd name="connsiteY163" fmla="*/ 1566334 h 2888597"/>
              <a:gd name="connsiteX164" fmla="*/ 3664768 w 4114416"/>
              <a:gd name="connsiteY164" fmla="*/ 1775538 h 2888597"/>
              <a:gd name="connsiteX165" fmla="*/ 3661200 w 4114416"/>
              <a:gd name="connsiteY165" fmla="*/ 1373094 h 2888597"/>
              <a:gd name="connsiteX166" fmla="*/ 3682616 w 4114416"/>
              <a:gd name="connsiteY166" fmla="*/ 1363134 h 2888597"/>
              <a:gd name="connsiteX167" fmla="*/ 3699549 w 4114416"/>
              <a:gd name="connsiteY167" fmla="*/ 1320800 h 2888597"/>
              <a:gd name="connsiteX168" fmla="*/ 3717224 w 4114416"/>
              <a:gd name="connsiteY168" fmla="*/ 973015 h 2888597"/>
              <a:gd name="connsiteX169" fmla="*/ 3741882 w 4114416"/>
              <a:gd name="connsiteY169" fmla="*/ 1227667 h 2888597"/>
              <a:gd name="connsiteX170" fmla="*/ 3750349 w 4114416"/>
              <a:gd name="connsiteY170" fmla="*/ 1176867 h 2888597"/>
              <a:gd name="connsiteX171" fmla="*/ 3767282 w 4114416"/>
              <a:gd name="connsiteY171" fmla="*/ 1126067 h 2888597"/>
              <a:gd name="connsiteX172" fmla="*/ 3775749 w 4114416"/>
              <a:gd name="connsiteY172" fmla="*/ 1058334 h 2888597"/>
              <a:gd name="connsiteX173" fmla="*/ 3784216 w 4114416"/>
              <a:gd name="connsiteY173" fmla="*/ 1270000 h 2888597"/>
              <a:gd name="connsiteX174" fmla="*/ 3813064 w 4114416"/>
              <a:gd name="connsiteY174" fmla="*/ 678606 h 2888597"/>
              <a:gd name="connsiteX175" fmla="*/ 3818082 w 4114416"/>
              <a:gd name="connsiteY175" fmla="*/ 558800 h 2888597"/>
              <a:gd name="connsiteX176" fmla="*/ 3835016 w 4114416"/>
              <a:gd name="connsiteY176" fmla="*/ 482600 h 2888597"/>
              <a:gd name="connsiteX177" fmla="*/ 3843482 w 4114416"/>
              <a:gd name="connsiteY177" fmla="*/ 533400 h 2888597"/>
              <a:gd name="connsiteX178" fmla="*/ 3860416 w 4114416"/>
              <a:gd name="connsiteY178" fmla="*/ 660400 h 2888597"/>
              <a:gd name="connsiteX179" fmla="*/ 3868882 w 4114416"/>
              <a:gd name="connsiteY179" fmla="*/ 702734 h 2888597"/>
              <a:gd name="connsiteX180" fmla="*/ 3885816 w 4114416"/>
              <a:gd name="connsiteY180" fmla="*/ 736600 h 2888597"/>
              <a:gd name="connsiteX181" fmla="*/ 3902749 w 4114416"/>
              <a:gd name="connsiteY181" fmla="*/ 702734 h 2888597"/>
              <a:gd name="connsiteX182" fmla="*/ 3962016 w 4114416"/>
              <a:gd name="connsiteY182" fmla="*/ 482600 h 2888597"/>
              <a:gd name="connsiteX183" fmla="*/ 3978949 w 4114416"/>
              <a:gd name="connsiteY183" fmla="*/ 457200 h 2888597"/>
              <a:gd name="connsiteX184" fmla="*/ 4004349 w 4114416"/>
              <a:gd name="connsiteY184" fmla="*/ 177800 h 2888597"/>
              <a:gd name="connsiteX185" fmla="*/ 4029749 w 4114416"/>
              <a:gd name="connsiteY185" fmla="*/ 135467 h 2888597"/>
              <a:gd name="connsiteX186" fmla="*/ 4038216 w 4114416"/>
              <a:gd name="connsiteY186" fmla="*/ 101600 h 2888597"/>
              <a:gd name="connsiteX187" fmla="*/ 4046682 w 4114416"/>
              <a:gd name="connsiteY187" fmla="*/ 76200 h 2888597"/>
              <a:gd name="connsiteX188" fmla="*/ 4055149 w 4114416"/>
              <a:gd name="connsiteY188" fmla="*/ 110067 h 2888597"/>
              <a:gd name="connsiteX189" fmla="*/ 4072082 w 4114416"/>
              <a:gd name="connsiteY189" fmla="*/ 160867 h 2888597"/>
              <a:gd name="connsiteX190" fmla="*/ 4114416 w 4114416"/>
              <a:gd name="connsiteY190" fmla="*/ 0 h 2888597"/>
              <a:gd name="connsiteX0" fmla="*/ 0 w 4114416"/>
              <a:gd name="connsiteY0" fmla="*/ 735359 h 2888597"/>
              <a:gd name="connsiteX1" fmla="*/ 22363 w 4114416"/>
              <a:gd name="connsiteY1" fmla="*/ 647092 h 2888597"/>
              <a:gd name="connsiteX2" fmla="*/ 53451 w 4114416"/>
              <a:gd name="connsiteY2" fmla="*/ 567267 h 2888597"/>
              <a:gd name="connsiteX3" fmla="*/ 61790 w 4114416"/>
              <a:gd name="connsiteY3" fmla="*/ 828517 h 2888597"/>
              <a:gd name="connsiteX4" fmla="*/ 57549 w 4114416"/>
              <a:gd name="connsiteY4" fmla="*/ 1083293 h 2888597"/>
              <a:gd name="connsiteX5" fmla="*/ 55282 w 4114416"/>
              <a:gd name="connsiteY5" fmla="*/ 1212385 h 2888597"/>
              <a:gd name="connsiteX6" fmla="*/ 69873 w 4114416"/>
              <a:gd name="connsiteY6" fmla="*/ 1401791 h 2888597"/>
              <a:gd name="connsiteX7" fmla="*/ 112335 w 4114416"/>
              <a:gd name="connsiteY7" fmla="*/ 1209517 h 2888597"/>
              <a:gd name="connsiteX8" fmla="*/ 135082 w 4114416"/>
              <a:gd name="connsiteY8" fmla="*/ 1100667 h 2888597"/>
              <a:gd name="connsiteX9" fmla="*/ 168949 w 4114416"/>
              <a:gd name="connsiteY9" fmla="*/ 999067 h 2888597"/>
              <a:gd name="connsiteX10" fmla="*/ 185882 w 4114416"/>
              <a:gd name="connsiteY10" fmla="*/ 948267 h 2888597"/>
              <a:gd name="connsiteX11" fmla="*/ 202816 w 4114416"/>
              <a:gd name="connsiteY11" fmla="*/ 1134534 h 2888597"/>
              <a:gd name="connsiteX12" fmla="*/ 219749 w 4114416"/>
              <a:gd name="connsiteY12" fmla="*/ 1464734 h 2888597"/>
              <a:gd name="connsiteX13" fmla="*/ 279016 w 4114416"/>
              <a:gd name="connsiteY13" fmla="*/ 1363134 h 2888597"/>
              <a:gd name="connsiteX14" fmla="*/ 304416 w 4114416"/>
              <a:gd name="connsiteY14" fmla="*/ 1371600 h 2888597"/>
              <a:gd name="connsiteX15" fmla="*/ 312882 w 4114416"/>
              <a:gd name="connsiteY15" fmla="*/ 2243667 h 2888597"/>
              <a:gd name="connsiteX16" fmla="*/ 338282 w 4114416"/>
              <a:gd name="connsiteY16" fmla="*/ 2201334 h 2888597"/>
              <a:gd name="connsiteX17" fmla="*/ 346749 w 4114416"/>
              <a:gd name="connsiteY17" fmla="*/ 2150534 h 2888597"/>
              <a:gd name="connsiteX18" fmla="*/ 371651 w 4114416"/>
              <a:gd name="connsiteY18" fmla="*/ 2376146 h 2888597"/>
              <a:gd name="connsiteX19" fmla="*/ 389082 w 4114416"/>
              <a:gd name="connsiteY19" fmla="*/ 2082800 h 2888597"/>
              <a:gd name="connsiteX20" fmla="*/ 414981 w 4114416"/>
              <a:gd name="connsiteY20" fmla="*/ 1792444 h 2888597"/>
              <a:gd name="connsiteX21" fmla="*/ 422949 w 4114416"/>
              <a:gd name="connsiteY21" fmla="*/ 2032000 h 2888597"/>
              <a:gd name="connsiteX22" fmla="*/ 453908 w 4114416"/>
              <a:gd name="connsiteY22" fmla="*/ 1990884 h 2888597"/>
              <a:gd name="connsiteX23" fmla="*/ 465282 w 4114416"/>
              <a:gd name="connsiteY23" fmla="*/ 1752600 h 2888597"/>
              <a:gd name="connsiteX24" fmla="*/ 490682 w 4114416"/>
              <a:gd name="connsiteY24" fmla="*/ 1651000 h 2888597"/>
              <a:gd name="connsiteX25" fmla="*/ 516082 w 4114416"/>
              <a:gd name="connsiteY25" fmla="*/ 1710267 h 2888597"/>
              <a:gd name="connsiteX26" fmla="*/ 524549 w 4114416"/>
              <a:gd name="connsiteY26" fmla="*/ 1851666 h 2888597"/>
              <a:gd name="connsiteX27" fmla="*/ 558416 w 4114416"/>
              <a:gd name="connsiteY27" fmla="*/ 1820334 h 2888597"/>
              <a:gd name="connsiteX28" fmla="*/ 583816 w 4114416"/>
              <a:gd name="connsiteY28" fmla="*/ 1938867 h 2888597"/>
              <a:gd name="connsiteX29" fmla="*/ 600749 w 4114416"/>
              <a:gd name="connsiteY29" fmla="*/ 1998134 h 2888597"/>
              <a:gd name="connsiteX30" fmla="*/ 643082 w 4114416"/>
              <a:gd name="connsiteY30" fmla="*/ 1786467 h 2888597"/>
              <a:gd name="connsiteX31" fmla="*/ 668482 w 4114416"/>
              <a:gd name="connsiteY31" fmla="*/ 1718734 h 2888597"/>
              <a:gd name="connsiteX32" fmla="*/ 685416 w 4114416"/>
              <a:gd name="connsiteY32" fmla="*/ 1617134 h 2888597"/>
              <a:gd name="connsiteX33" fmla="*/ 702349 w 4114416"/>
              <a:gd name="connsiteY33" fmla="*/ 1557867 h 2888597"/>
              <a:gd name="connsiteX34" fmla="*/ 710816 w 4114416"/>
              <a:gd name="connsiteY34" fmla="*/ 1524000 h 2888597"/>
              <a:gd name="connsiteX35" fmla="*/ 727749 w 4114416"/>
              <a:gd name="connsiteY35" fmla="*/ 1312334 h 2888597"/>
              <a:gd name="connsiteX36" fmla="*/ 744682 w 4114416"/>
              <a:gd name="connsiteY36" fmla="*/ 1380067 h 2888597"/>
              <a:gd name="connsiteX37" fmla="*/ 761616 w 4114416"/>
              <a:gd name="connsiteY37" fmla="*/ 1532467 h 2888597"/>
              <a:gd name="connsiteX38" fmla="*/ 778549 w 4114416"/>
              <a:gd name="connsiteY38" fmla="*/ 1566334 h 2888597"/>
              <a:gd name="connsiteX39" fmla="*/ 820882 w 4114416"/>
              <a:gd name="connsiteY39" fmla="*/ 1430867 h 2888597"/>
              <a:gd name="connsiteX40" fmla="*/ 854749 w 4114416"/>
              <a:gd name="connsiteY40" fmla="*/ 1388534 h 2888597"/>
              <a:gd name="connsiteX41" fmla="*/ 863216 w 4114416"/>
              <a:gd name="connsiteY41" fmla="*/ 1498600 h 2888597"/>
              <a:gd name="connsiteX42" fmla="*/ 888616 w 4114416"/>
              <a:gd name="connsiteY42" fmla="*/ 1811867 h 2888597"/>
              <a:gd name="connsiteX43" fmla="*/ 897082 w 4114416"/>
              <a:gd name="connsiteY43" fmla="*/ 1642534 h 2888597"/>
              <a:gd name="connsiteX44" fmla="*/ 930949 w 4114416"/>
              <a:gd name="connsiteY44" fmla="*/ 1557867 h 2888597"/>
              <a:gd name="connsiteX45" fmla="*/ 939416 w 4114416"/>
              <a:gd name="connsiteY45" fmla="*/ 2006600 h 2888597"/>
              <a:gd name="connsiteX46" fmla="*/ 964816 w 4114416"/>
              <a:gd name="connsiteY46" fmla="*/ 2116667 h 2888597"/>
              <a:gd name="connsiteX47" fmla="*/ 973282 w 4114416"/>
              <a:gd name="connsiteY47" fmla="*/ 1948424 h 2888597"/>
              <a:gd name="connsiteX48" fmla="*/ 990216 w 4114416"/>
              <a:gd name="connsiteY48" fmla="*/ 1794934 h 2888597"/>
              <a:gd name="connsiteX49" fmla="*/ 998682 w 4114416"/>
              <a:gd name="connsiteY49" fmla="*/ 1761067 h 2888597"/>
              <a:gd name="connsiteX50" fmla="*/ 1015616 w 4114416"/>
              <a:gd name="connsiteY50" fmla="*/ 1871134 h 2888597"/>
              <a:gd name="connsiteX51" fmla="*/ 1032549 w 4114416"/>
              <a:gd name="connsiteY51" fmla="*/ 1947334 h 2888597"/>
              <a:gd name="connsiteX52" fmla="*/ 1049482 w 4114416"/>
              <a:gd name="connsiteY52" fmla="*/ 2040467 h 2888597"/>
              <a:gd name="connsiteX53" fmla="*/ 1074882 w 4114416"/>
              <a:gd name="connsiteY53" fmla="*/ 2108200 h 2888597"/>
              <a:gd name="connsiteX54" fmla="*/ 1105586 w 4114416"/>
              <a:gd name="connsiteY54" fmla="*/ 2165034 h 2888597"/>
              <a:gd name="connsiteX55" fmla="*/ 1117344 w 4114416"/>
              <a:gd name="connsiteY55" fmla="*/ 2220675 h 2888597"/>
              <a:gd name="connsiteX56" fmla="*/ 1134149 w 4114416"/>
              <a:gd name="connsiteY56" fmla="*/ 2108200 h 2888597"/>
              <a:gd name="connsiteX57" fmla="*/ 1184949 w 4114416"/>
              <a:gd name="connsiteY57" fmla="*/ 1989667 h 2888597"/>
              <a:gd name="connsiteX58" fmla="*/ 1221851 w 4114416"/>
              <a:gd name="connsiteY58" fmla="*/ 1898967 h 2888597"/>
              <a:gd name="connsiteX59" fmla="*/ 1244216 w 4114416"/>
              <a:gd name="connsiteY59" fmla="*/ 2167467 h 2888597"/>
              <a:gd name="connsiteX60" fmla="*/ 1261149 w 4114416"/>
              <a:gd name="connsiteY60" fmla="*/ 2082800 h 2888597"/>
              <a:gd name="connsiteX61" fmla="*/ 1269616 w 4114416"/>
              <a:gd name="connsiteY61" fmla="*/ 2015067 h 2888597"/>
              <a:gd name="connsiteX62" fmla="*/ 1311949 w 4114416"/>
              <a:gd name="connsiteY62" fmla="*/ 1854200 h 2888597"/>
              <a:gd name="connsiteX63" fmla="*/ 1320416 w 4114416"/>
              <a:gd name="connsiteY63" fmla="*/ 1803400 h 2888597"/>
              <a:gd name="connsiteX64" fmla="*/ 1345816 w 4114416"/>
              <a:gd name="connsiteY64" fmla="*/ 1701800 h 2888597"/>
              <a:gd name="connsiteX65" fmla="*/ 1379682 w 4114416"/>
              <a:gd name="connsiteY65" fmla="*/ 1744134 h 2888597"/>
              <a:gd name="connsiteX66" fmla="*/ 1422016 w 4114416"/>
              <a:gd name="connsiteY66" fmla="*/ 1879600 h 2888597"/>
              <a:gd name="connsiteX67" fmla="*/ 1455882 w 4114416"/>
              <a:gd name="connsiteY67" fmla="*/ 1947334 h 2888597"/>
              <a:gd name="connsiteX68" fmla="*/ 1472816 w 4114416"/>
              <a:gd name="connsiteY68" fmla="*/ 1938867 h 2888597"/>
              <a:gd name="connsiteX69" fmla="*/ 1515149 w 4114416"/>
              <a:gd name="connsiteY69" fmla="*/ 1803400 h 2888597"/>
              <a:gd name="connsiteX70" fmla="*/ 1574416 w 4114416"/>
              <a:gd name="connsiteY70" fmla="*/ 1651000 h 2888597"/>
              <a:gd name="connsiteX71" fmla="*/ 1590434 w 4114416"/>
              <a:gd name="connsiteY71" fmla="*/ 1262092 h 2888597"/>
              <a:gd name="connsiteX72" fmla="*/ 1608410 w 4114416"/>
              <a:gd name="connsiteY72" fmla="*/ 1462351 h 2888597"/>
              <a:gd name="connsiteX73" fmla="*/ 1633682 w 4114416"/>
              <a:gd name="connsiteY73" fmla="*/ 1524000 h 2888597"/>
              <a:gd name="connsiteX74" fmla="*/ 1659082 w 4114416"/>
              <a:gd name="connsiteY74" fmla="*/ 1490134 h 2888597"/>
              <a:gd name="connsiteX75" fmla="*/ 1684482 w 4114416"/>
              <a:gd name="connsiteY75" fmla="*/ 1388534 h 2888597"/>
              <a:gd name="connsiteX76" fmla="*/ 1732631 w 4114416"/>
              <a:gd name="connsiteY76" fmla="*/ 1294184 h 2888597"/>
              <a:gd name="connsiteX77" fmla="*/ 1794549 w 4114416"/>
              <a:gd name="connsiteY77" fmla="*/ 1176867 h 2888597"/>
              <a:gd name="connsiteX78" fmla="*/ 1831067 w 4114416"/>
              <a:gd name="connsiteY78" fmla="*/ 1238516 h 2888597"/>
              <a:gd name="connsiteX79" fmla="*/ 1853688 w 4114416"/>
              <a:gd name="connsiteY79" fmla="*/ 1323159 h 2888597"/>
              <a:gd name="connsiteX80" fmla="*/ 1902786 w 4114416"/>
              <a:gd name="connsiteY80" fmla="*/ 1064504 h 2888597"/>
              <a:gd name="connsiteX81" fmla="*/ 1938482 w 4114416"/>
              <a:gd name="connsiteY81" fmla="*/ 1600200 h 2888597"/>
              <a:gd name="connsiteX82" fmla="*/ 1978163 w 4114416"/>
              <a:gd name="connsiteY82" fmla="*/ 1762259 h 2888597"/>
              <a:gd name="connsiteX83" fmla="*/ 2006216 w 4114416"/>
              <a:gd name="connsiteY83" fmla="*/ 1498600 h 2888597"/>
              <a:gd name="connsiteX84" fmla="*/ 2023149 w 4114416"/>
              <a:gd name="connsiteY84" fmla="*/ 1464734 h 2888597"/>
              <a:gd name="connsiteX85" fmla="*/ 2031616 w 4114416"/>
              <a:gd name="connsiteY85" fmla="*/ 1439334 h 2888597"/>
              <a:gd name="connsiteX86" fmla="*/ 2067707 w 4114416"/>
              <a:gd name="connsiteY86" fmla="*/ 1908377 h 2888597"/>
              <a:gd name="connsiteX87" fmla="*/ 2082416 w 4114416"/>
              <a:gd name="connsiteY87" fmla="*/ 2032000 h 2888597"/>
              <a:gd name="connsiteX88" fmla="*/ 2090882 w 4114416"/>
              <a:gd name="connsiteY88" fmla="*/ 2150534 h 2888597"/>
              <a:gd name="connsiteX89" fmla="*/ 2099349 w 4114416"/>
              <a:gd name="connsiteY89" fmla="*/ 2489200 h 2888597"/>
              <a:gd name="connsiteX90" fmla="*/ 2133216 w 4114416"/>
              <a:gd name="connsiteY90" fmla="*/ 2421467 h 2888597"/>
              <a:gd name="connsiteX91" fmla="*/ 2175549 w 4114416"/>
              <a:gd name="connsiteY91" fmla="*/ 2319867 h 2888597"/>
              <a:gd name="connsiteX92" fmla="*/ 2192611 w 4114416"/>
              <a:gd name="connsiteY92" fmla="*/ 2271500 h 2888597"/>
              <a:gd name="connsiteX93" fmla="*/ 2212579 w 4114416"/>
              <a:gd name="connsiteY93" fmla="*/ 2206201 h 2888597"/>
              <a:gd name="connsiteX94" fmla="*/ 2251749 w 4114416"/>
              <a:gd name="connsiteY94" fmla="*/ 2514600 h 2888597"/>
              <a:gd name="connsiteX95" fmla="*/ 2277149 w 4114416"/>
              <a:gd name="connsiteY95" fmla="*/ 2565400 h 2888597"/>
              <a:gd name="connsiteX96" fmla="*/ 2285616 w 4114416"/>
              <a:gd name="connsiteY96" fmla="*/ 2489200 h 2888597"/>
              <a:gd name="connsiteX97" fmla="*/ 2302549 w 4114416"/>
              <a:gd name="connsiteY97" fmla="*/ 2421467 h 2888597"/>
              <a:gd name="connsiteX98" fmla="*/ 2311016 w 4114416"/>
              <a:gd name="connsiteY98" fmla="*/ 1718734 h 2888597"/>
              <a:gd name="connsiteX99" fmla="*/ 2336416 w 4114416"/>
              <a:gd name="connsiteY99" fmla="*/ 1811867 h 2888597"/>
              <a:gd name="connsiteX100" fmla="*/ 2361816 w 4114416"/>
              <a:gd name="connsiteY100" fmla="*/ 1871134 h 2888597"/>
              <a:gd name="connsiteX101" fmla="*/ 2395682 w 4114416"/>
              <a:gd name="connsiteY101" fmla="*/ 1972734 h 2888597"/>
              <a:gd name="connsiteX102" fmla="*/ 2404149 w 4114416"/>
              <a:gd name="connsiteY102" fmla="*/ 1574800 h 2888597"/>
              <a:gd name="connsiteX103" fmla="*/ 2429549 w 4114416"/>
              <a:gd name="connsiteY103" fmla="*/ 1236134 h 2888597"/>
              <a:gd name="connsiteX104" fmla="*/ 2446482 w 4114416"/>
              <a:gd name="connsiteY104" fmla="*/ 1092200 h 2888597"/>
              <a:gd name="connsiteX105" fmla="*/ 2454949 w 4114416"/>
              <a:gd name="connsiteY105" fmla="*/ 1066800 h 2888597"/>
              <a:gd name="connsiteX106" fmla="*/ 2463416 w 4114416"/>
              <a:gd name="connsiteY106" fmla="*/ 1092200 h 2888597"/>
              <a:gd name="connsiteX107" fmla="*/ 2488816 w 4114416"/>
              <a:gd name="connsiteY107" fmla="*/ 1227667 h 2888597"/>
              <a:gd name="connsiteX108" fmla="*/ 2514216 w 4114416"/>
              <a:gd name="connsiteY108" fmla="*/ 753534 h 2888597"/>
              <a:gd name="connsiteX109" fmla="*/ 2531149 w 4114416"/>
              <a:gd name="connsiteY109" fmla="*/ 685800 h 2888597"/>
              <a:gd name="connsiteX110" fmla="*/ 2539616 w 4114416"/>
              <a:gd name="connsiteY110" fmla="*/ 609600 h 2888597"/>
              <a:gd name="connsiteX111" fmla="*/ 2548082 w 4114416"/>
              <a:gd name="connsiteY111" fmla="*/ 558800 h 2888597"/>
              <a:gd name="connsiteX112" fmla="*/ 2565016 w 4114416"/>
              <a:gd name="connsiteY112" fmla="*/ 584200 h 2888597"/>
              <a:gd name="connsiteX113" fmla="*/ 2573482 w 4114416"/>
              <a:gd name="connsiteY113" fmla="*/ 778934 h 2888597"/>
              <a:gd name="connsiteX114" fmla="*/ 2615816 w 4114416"/>
              <a:gd name="connsiteY114" fmla="*/ 914400 h 2888597"/>
              <a:gd name="connsiteX115" fmla="*/ 2632749 w 4114416"/>
              <a:gd name="connsiteY115" fmla="*/ 973667 h 2888597"/>
              <a:gd name="connsiteX116" fmla="*/ 2649682 w 4114416"/>
              <a:gd name="connsiteY116" fmla="*/ 812800 h 2888597"/>
              <a:gd name="connsiteX117" fmla="*/ 2666616 w 4114416"/>
              <a:gd name="connsiteY117" fmla="*/ 694267 h 2888597"/>
              <a:gd name="connsiteX118" fmla="*/ 2692016 w 4114416"/>
              <a:gd name="connsiteY118" fmla="*/ 558800 h 2888597"/>
              <a:gd name="connsiteX119" fmla="*/ 2717416 w 4114416"/>
              <a:gd name="connsiteY119" fmla="*/ 321734 h 2888597"/>
              <a:gd name="connsiteX120" fmla="*/ 2734349 w 4114416"/>
              <a:gd name="connsiteY120" fmla="*/ 1058334 h 2888597"/>
              <a:gd name="connsiteX121" fmla="*/ 2760746 w 4114416"/>
              <a:gd name="connsiteY121" fmla="*/ 1023969 h 2888597"/>
              <a:gd name="connsiteX122" fmla="*/ 2810549 w 4114416"/>
              <a:gd name="connsiteY122" fmla="*/ 905934 h 2888597"/>
              <a:gd name="connsiteX123" fmla="*/ 2844416 w 4114416"/>
              <a:gd name="connsiteY123" fmla="*/ 855134 h 2888597"/>
              <a:gd name="connsiteX124" fmla="*/ 2869816 w 4114416"/>
              <a:gd name="connsiteY124" fmla="*/ 1422400 h 2888597"/>
              <a:gd name="connsiteX125" fmla="*/ 2878282 w 4114416"/>
              <a:gd name="connsiteY125" fmla="*/ 1388534 h 2888597"/>
              <a:gd name="connsiteX126" fmla="*/ 2895216 w 4114416"/>
              <a:gd name="connsiteY126" fmla="*/ 1363134 h 2888597"/>
              <a:gd name="connsiteX127" fmla="*/ 2920616 w 4114416"/>
              <a:gd name="connsiteY127" fmla="*/ 1278467 h 2888597"/>
              <a:gd name="connsiteX128" fmla="*/ 2937549 w 4114416"/>
              <a:gd name="connsiteY128" fmla="*/ 1320800 h 2888597"/>
              <a:gd name="connsiteX129" fmla="*/ 2954482 w 4114416"/>
              <a:gd name="connsiteY129" fmla="*/ 1388534 h 2888597"/>
              <a:gd name="connsiteX130" fmla="*/ 2971416 w 4114416"/>
              <a:gd name="connsiteY130" fmla="*/ 1422400 h 2888597"/>
              <a:gd name="connsiteX131" fmla="*/ 3013749 w 4114416"/>
              <a:gd name="connsiteY131" fmla="*/ 1540934 h 2888597"/>
              <a:gd name="connsiteX132" fmla="*/ 3015578 w 4114416"/>
              <a:gd name="connsiteY132" fmla="*/ 1905393 h 2888597"/>
              <a:gd name="connsiteX133" fmla="*/ 3064549 w 4114416"/>
              <a:gd name="connsiteY133" fmla="*/ 1718734 h 2888597"/>
              <a:gd name="connsiteX134" fmla="*/ 3089949 w 4114416"/>
              <a:gd name="connsiteY134" fmla="*/ 1761067 h 2888597"/>
              <a:gd name="connsiteX135" fmla="*/ 3118129 w 4114416"/>
              <a:gd name="connsiteY135" fmla="*/ 1909842 h 2888597"/>
              <a:gd name="connsiteX136" fmla="*/ 3140749 w 4114416"/>
              <a:gd name="connsiteY136" fmla="*/ 1769534 h 2888597"/>
              <a:gd name="connsiteX137" fmla="*/ 3157682 w 4114416"/>
              <a:gd name="connsiteY137" fmla="*/ 1710267 h 2888597"/>
              <a:gd name="connsiteX138" fmla="*/ 3166149 w 4114416"/>
              <a:gd name="connsiteY138" fmla="*/ 1684867 h 2888597"/>
              <a:gd name="connsiteX139" fmla="*/ 3191549 w 4114416"/>
              <a:gd name="connsiteY139" fmla="*/ 1676400 h 2888597"/>
              <a:gd name="connsiteX140" fmla="*/ 3200016 w 4114416"/>
              <a:gd name="connsiteY140" fmla="*/ 2006600 h 2888597"/>
              <a:gd name="connsiteX141" fmla="*/ 3208482 w 4114416"/>
              <a:gd name="connsiteY141" fmla="*/ 2048934 h 2888597"/>
              <a:gd name="connsiteX142" fmla="*/ 3216949 w 4114416"/>
              <a:gd name="connsiteY142" fmla="*/ 2099734 h 2888597"/>
              <a:gd name="connsiteX143" fmla="*/ 3233882 w 4114416"/>
              <a:gd name="connsiteY143" fmla="*/ 2048934 h 2888597"/>
              <a:gd name="connsiteX144" fmla="*/ 3242349 w 4114416"/>
              <a:gd name="connsiteY144" fmla="*/ 1998134 h 2888597"/>
              <a:gd name="connsiteX145" fmla="*/ 3276216 w 4114416"/>
              <a:gd name="connsiteY145" fmla="*/ 2353734 h 2888597"/>
              <a:gd name="connsiteX146" fmla="*/ 3278960 w 4114416"/>
              <a:gd name="connsiteY146" fmla="*/ 2387600 h 2888597"/>
              <a:gd name="connsiteX147" fmla="*/ 3272323 w 4114416"/>
              <a:gd name="connsiteY147" fmla="*/ 2497667 h 2888597"/>
              <a:gd name="connsiteX148" fmla="*/ 3296810 w 4114416"/>
              <a:gd name="connsiteY148" fmla="*/ 2540952 h 2888597"/>
              <a:gd name="connsiteX149" fmla="*/ 3321294 w 4114416"/>
              <a:gd name="connsiteY149" fmla="*/ 2335554 h 2888597"/>
              <a:gd name="connsiteX150" fmla="*/ 3331591 w 4114416"/>
              <a:gd name="connsiteY150" fmla="*/ 2723509 h 2888597"/>
              <a:gd name="connsiteX151" fmla="*/ 3411682 w 4114416"/>
              <a:gd name="connsiteY151" fmla="*/ 2810934 h 2888597"/>
              <a:gd name="connsiteX152" fmla="*/ 3437082 w 4114416"/>
              <a:gd name="connsiteY152" fmla="*/ 2870200 h 2888597"/>
              <a:gd name="connsiteX153" fmla="*/ 3452170 w 4114416"/>
              <a:gd name="connsiteY153" fmla="*/ 2345696 h 2888597"/>
              <a:gd name="connsiteX154" fmla="*/ 3462482 w 4114416"/>
              <a:gd name="connsiteY154" fmla="*/ 1828800 h 2888597"/>
              <a:gd name="connsiteX155" fmla="*/ 3461984 w 4114416"/>
              <a:gd name="connsiteY155" fmla="*/ 2090271 h 2888597"/>
              <a:gd name="connsiteX156" fmla="*/ 3487882 w 4114416"/>
              <a:gd name="connsiteY156" fmla="*/ 1735667 h 2888597"/>
              <a:gd name="connsiteX157" fmla="*/ 3513282 w 4114416"/>
              <a:gd name="connsiteY157" fmla="*/ 1651000 h 2888597"/>
              <a:gd name="connsiteX158" fmla="*/ 3521749 w 4114416"/>
              <a:gd name="connsiteY158" fmla="*/ 1701800 h 2888597"/>
              <a:gd name="connsiteX159" fmla="*/ 3525733 w 4114416"/>
              <a:gd name="connsiteY159" fmla="*/ 1875118 h 2888597"/>
              <a:gd name="connsiteX160" fmla="*/ 3547149 w 4114416"/>
              <a:gd name="connsiteY160" fmla="*/ 1752600 h 2888597"/>
              <a:gd name="connsiteX161" fmla="*/ 3532962 w 4114416"/>
              <a:gd name="connsiteY161" fmla="*/ 1504968 h 2888597"/>
              <a:gd name="connsiteX162" fmla="*/ 3597949 w 4114416"/>
              <a:gd name="connsiteY162" fmla="*/ 1608667 h 2888597"/>
              <a:gd name="connsiteX163" fmla="*/ 3614882 w 4114416"/>
              <a:gd name="connsiteY163" fmla="*/ 1566334 h 2888597"/>
              <a:gd name="connsiteX164" fmla="*/ 3664768 w 4114416"/>
              <a:gd name="connsiteY164" fmla="*/ 1775538 h 2888597"/>
              <a:gd name="connsiteX165" fmla="*/ 3661200 w 4114416"/>
              <a:gd name="connsiteY165" fmla="*/ 1373094 h 2888597"/>
              <a:gd name="connsiteX166" fmla="*/ 3682616 w 4114416"/>
              <a:gd name="connsiteY166" fmla="*/ 1363134 h 2888597"/>
              <a:gd name="connsiteX167" fmla="*/ 3699549 w 4114416"/>
              <a:gd name="connsiteY167" fmla="*/ 1320800 h 2888597"/>
              <a:gd name="connsiteX168" fmla="*/ 3717224 w 4114416"/>
              <a:gd name="connsiteY168" fmla="*/ 973015 h 2888597"/>
              <a:gd name="connsiteX169" fmla="*/ 3741882 w 4114416"/>
              <a:gd name="connsiteY169" fmla="*/ 1227667 h 2888597"/>
              <a:gd name="connsiteX170" fmla="*/ 3750349 w 4114416"/>
              <a:gd name="connsiteY170" fmla="*/ 1176867 h 2888597"/>
              <a:gd name="connsiteX171" fmla="*/ 3767282 w 4114416"/>
              <a:gd name="connsiteY171" fmla="*/ 1126067 h 2888597"/>
              <a:gd name="connsiteX172" fmla="*/ 3775749 w 4114416"/>
              <a:gd name="connsiteY172" fmla="*/ 1058334 h 2888597"/>
              <a:gd name="connsiteX173" fmla="*/ 3784216 w 4114416"/>
              <a:gd name="connsiteY173" fmla="*/ 1270000 h 2888597"/>
              <a:gd name="connsiteX174" fmla="*/ 3813064 w 4114416"/>
              <a:gd name="connsiteY174" fmla="*/ 678606 h 2888597"/>
              <a:gd name="connsiteX175" fmla="*/ 3818082 w 4114416"/>
              <a:gd name="connsiteY175" fmla="*/ 558800 h 2888597"/>
              <a:gd name="connsiteX176" fmla="*/ 3835016 w 4114416"/>
              <a:gd name="connsiteY176" fmla="*/ 482600 h 2888597"/>
              <a:gd name="connsiteX177" fmla="*/ 3843482 w 4114416"/>
              <a:gd name="connsiteY177" fmla="*/ 533400 h 2888597"/>
              <a:gd name="connsiteX178" fmla="*/ 3860416 w 4114416"/>
              <a:gd name="connsiteY178" fmla="*/ 660400 h 2888597"/>
              <a:gd name="connsiteX179" fmla="*/ 3868882 w 4114416"/>
              <a:gd name="connsiteY179" fmla="*/ 702734 h 2888597"/>
              <a:gd name="connsiteX180" fmla="*/ 3885816 w 4114416"/>
              <a:gd name="connsiteY180" fmla="*/ 736600 h 2888597"/>
              <a:gd name="connsiteX181" fmla="*/ 3902749 w 4114416"/>
              <a:gd name="connsiteY181" fmla="*/ 702734 h 2888597"/>
              <a:gd name="connsiteX182" fmla="*/ 3962016 w 4114416"/>
              <a:gd name="connsiteY182" fmla="*/ 482600 h 2888597"/>
              <a:gd name="connsiteX183" fmla="*/ 3978949 w 4114416"/>
              <a:gd name="connsiteY183" fmla="*/ 457200 h 2888597"/>
              <a:gd name="connsiteX184" fmla="*/ 4004349 w 4114416"/>
              <a:gd name="connsiteY184" fmla="*/ 177800 h 2888597"/>
              <a:gd name="connsiteX185" fmla="*/ 4029749 w 4114416"/>
              <a:gd name="connsiteY185" fmla="*/ 135467 h 2888597"/>
              <a:gd name="connsiteX186" fmla="*/ 4038216 w 4114416"/>
              <a:gd name="connsiteY186" fmla="*/ 101600 h 2888597"/>
              <a:gd name="connsiteX187" fmla="*/ 4046682 w 4114416"/>
              <a:gd name="connsiteY187" fmla="*/ 76200 h 2888597"/>
              <a:gd name="connsiteX188" fmla="*/ 4055149 w 4114416"/>
              <a:gd name="connsiteY188" fmla="*/ 110067 h 2888597"/>
              <a:gd name="connsiteX189" fmla="*/ 4072082 w 4114416"/>
              <a:gd name="connsiteY189" fmla="*/ 160867 h 2888597"/>
              <a:gd name="connsiteX190" fmla="*/ 4114416 w 4114416"/>
              <a:gd name="connsiteY190" fmla="*/ 0 h 2888597"/>
              <a:gd name="connsiteX0" fmla="*/ 0 w 4114416"/>
              <a:gd name="connsiteY0" fmla="*/ 735359 h 2888597"/>
              <a:gd name="connsiteX1" fmla="*/ 22363 w 4114416"/>
              <a:gd name="connsiteY1" fmla="*/ 647092 h 2888597"/>
              <a:gd name="connsiteX2" fmla="*/ 53451 w 4114416"/>
              <a:gd name="connsiteY2" fmla="*/ 567267 h 2888597"/>
              <a:gd name="connsiteX3" fmla="*/ 61790 w 4114416"/>
              <a:gd name="connsiteY3" fmla="*/ 828517 h 2888597"/>
              <a:gd name="connsiteX4" fmla="*/ 57549 w 4114416"/>
              <a:gd name="connsiteY4" fmla="*/ 1083293 h 2888597"/>
              <a:gd name="connsiteX5" fmla="*/ 55282 w 4114416"/>
              <a:gd name="connsiteY5" fmla="*/ 1212385 h 2888597"/>
              <a:gd name="connsiteX6" fmla="*/ 69873 w 4114416"/>
              <a:gd name="connsiteY6" fmla="*/ 1401791 h 2888597"/>
              <a:gd name="connsiteX7" fmla="*/ 112335 w 4114416"/>
              <a:gd name="connsiteY7" fmla="*/ 1209517 h 2888597"/>
              <a:gd name="connsiteX8" fmla="*/ 135082 w 4114416"/>
              <a:gd name="connsiteY8" fmla="*/ 1100667 h 2888597"/>
              <a:gd name="connsiteX9" fmla="*/ 168949 w 4114416"/>
              <a:gd name="connsiteY9" fmla="*/ 999067 h 2888597"/>
              <a:gd name="connsiteX10" fmla="*/ 185882 w 4114416"/>
              <a:gd name="connsiteY10" fmla="*/ 948267 h 2888597"/>
              <a:gd name="connsiteX11" fmla="*/ 202816 w 4114416"/>
              <a:gd name="connsiteY11" fmla="*/ 1134534 h 2888597"/>
              <a:gd name="connsiteX12" fmla="*/ 219749 w 4114416"/>
              <a:gd name="connsiteY12" fmla="*/ 1464734 h 2888597"/>
              <a:gd name="connsiteX13" fmla="*/ 279016 w 4114416"/>
              <a:gd name="connsiteY13" fmla="*/ 1363134 h 2888597"/>
              <a:gd name="connsiteX14" fmla="*/ 304416 w 4114416"/>
              <a:gd name="connsiteY14" fmla="*/ 1371600 h 2888597"/>
              <a:gd name="connsiteX15" fmla="*/ 312882 w 4114416"/>
              <a:gd name="connsiteY15" fmla="*/ 2243667 h 2888597"/>
              <a:gd name="connsiteX16" fmla="*/ 338282 w 4114416"/>
              <a:gd name="connsiteY16" fmla="*/ 2201334 h 2888597"/>
              <a:gd name="connsiteX17" fmla="*/ 346749 w 4114416"/>
              <a:gd name="connsiteY17" fmla="*/ 2150534 h 2888597"/>
              <a:gd name="connsiteX18" fmla="*/ 371651 w 4114416"/>
              <a:gd name="connsiteY18" fmla="*/ 2376146 h 2888597"/>
              <a:gd name="connsiteX19" fmla="*/ 389082 w 4114416"/>
              <a:gd name="connsiteY19" fmla="*/ 2082800 h 2888597"/>
              <a:gd name="connsiteX20" fmla="*/ 414981 w 4114416"/>
              <a:gd name="connsiteY20" fmla="*/ 1792444 h 2888597"/>
              <a:gd name="connsiteX21" fmla="*/ 422949 w 4114416"/>
              <a:gd name="connsiteY21" fmla="*/ 2032000 h 2888597"/>
              <a:gd name="connsiteX22" fmla="*/ 453908 w 4114416"/>
              <a:gd name="connsiteY22" fmla="*/ 1990884 h 2888597"/>
              <a:gd name="connsiteX23" fmla="*/ 465282 w 4114416"/>
              <a:gd name="connsiteY23" fmla="*/ 1752600 h 2888597"/>
              <a:gd name="connsiteX24" fmla="*/ 490682 w 4114416"/>
              <a:gd name="connsiteY24" fmla="*/ 1651000 h 2888597"/>
              <a:gd name="connsiteX25" fmla="*/ 516082 w 4114416"/>
              <a:gd name="connsiteY25" fmla="*/ 1710267 h 2888597"/>
              <a:gd name="connsiteX26" fmla="*/ 524549 w 4114416"/>
              <a:gd name="connsiteY26" fmla="*/ 1851666 h 2888597"/>
              <a:gd name="connsiteX27" fmla="*/ 558416 w 4114416"/>
              <a:gd name="connsiteY27" fmla="*/ 1820334 h 2888597"/>
              <a:gd name="connsiteX28" fmla="*/ 583816 w 4114416"/>
              <a:gd name="connsiteY28" fmla="*/ 1938867 h 2888597"/>
              <a:gd name="connsiteX29" fmla="*/ 600749 w 4114416"/>
              <a:gd name="connsiteY29" fmla="*/ 1998134 h 2888597"/>
              <a:gd name="connsiteX30" fmla="*/ 643082 w 4114416"/>
              <a:gd name="connsiteY30" fmla="*/ 1786467 h 2888597"/>
              <a:gd name="connsiteX31" fmla="*/ 668482 w 4114416"/>
              <a:gd name="connsiteY31" fmla="*/ 1718734 h 2888597"/>
              <a:gd name="connsiteX32" fmla="*/ 685416 w 4114416"/>
              <a:gd name="connsiteY32" fmla="*/ 1617134 h 2888597"/>
              <a:gd name="connsiteX33" fmla="*/ 702349 w 4114416"/>
              <a:gd name="connsiteY33" fmla="*/ 1557867 h 2888597"/>
              <a:gd name="connsiteX34" fmla="*/ 710816 w 4114416"/>
              <a:gd name="connsiteY34" fmla="*/ 1524000 h 2888597"/>
              <a:gd name="connsiteX35" fmla="*/ 727749 w 4114416"/>
              <a:gd name="connsiteY35" fmla="*/ 1312334 h 2888597"/>
              <a:gd name="connsiteX36" fmla="*/ 744682 w 4114416"/>
              <a:gd name="connsiteY36" fmla="*/ 1380067 h 2888597"/>
              <a:gd name="connsiteX37" fmla="*/ 761616 w 4114416"/>
              <a:gd name="connsiteY37" fmla="*/ 1532467 h 2888597"/>
              <a:gd name="connsiteX38" fmla="*/ 778549 w 4114416"/>
              <a:gd name="connsiteY38" fmla="*/ 1566334 h 2888597"/>
              <a:gd name="connsiteX39" fmla="*/ 820882 w 4114416"/>
              <a:gd name="connsiteY39" fmla="*/ 1430867 h 2888597"/>
              <a:gd name="connsiteX40" fmla="*/ 854749 w 4114416"/>
              <a:gd name="connsiteY40" fmla="*/ 1388534 h 2888597"/>
              <a:gd name="connsiteX41" fmla="*/ 863216 w 4114416"/>
              <a:gd name="connsiteY41" fmla="*/ 1498600 h 2888597"/>
              <a:gd name="connsiteX42" fmla="*/ 888616 w 4114416"/>
              <a:gd name="connsiteY42" fmla="*/ 1811867 h 2888597"/>
              <a:gd name="connsiteX43" fmla="*/ 897082 w 4114416"/>
              <a:gd name="connsiteY43" fmla="*/ 1642534 h 2888597"/>
              <a:gd name="connsiteX44" fmla="*/ 930949 w 4114416"/>
              <a:gd name="connsiteY44" fmla="*/ 1557867 h 2888597"/>
              <a:gd name="connsiteX45" fmla="*/ 939416 w 4114416"/>
              <a:gd name="connsiteY45" fmla="*/ 2006600 h 2888597"/>
              <a:gd name="connsiteX46" fmla="*/ 964816 w 4114416"/>
              <a:gd name="connsiteY46" fmla="*/ 2116667 h 2888597"/>
              <a:gd name="connsiteX47" fmla="*/ 973282 w 4114416"/>
              <a:gd name="connsiteY47" fmla="*/ 1948424 h 2888597"/>
              <a:gd name="connsiteX48" fmla="*/ 990216 w 4114416"/>
              <a:gd name="connsiteY48" fmla="*/ 1794934 h 2888597"/>
              <a:gd name="connsiteX49" fmla="*/ 998682 w 4114416"/>
              <a:gd name="connsiteY49" fmla="*/ 1761067 h 2888597"/>
              <a:gd name="connsiteX50" fmla="*/ 1015616 w 4114416"/>
              <a:gd name="connsiteY50" fmla="*/ 1871134 h 2888597"/>
              <a:gd name="connsiteX51" fmla="*/ 1032549 w 4114416"/>
              <a:gd name="connsiteY51" fmla="*/ 1947334 h 2888597"/>
              <a:gd name="connsiteX52" fmla="*/ 1049482 w 4114416"/>
              <a:gd name="connsiteY52" fmla="*/ 2040467 h 2888597"/>
              <a:gd name="connsiteX53" fmla="*/ 1089985 w 4114416"/>
              <a:gd name="connsiteY53" fmla="*/ 2249475 h 2888597"/>
              <a:gd name="connsiteX54" fmla="*/ 1105586 w 4114416"/>
              <a:gd name="connsiteY54" fmla="*/ 2165034 h 2888597"/>
              <a:gd name="connsiteX55" fmla="*/ 1117344 w 4114416"/>
              <a:gd name="connsiteY55" fmla="*/ 2220675 h 2888597"/>
              <a:gd name="connsiteX56" fmla="*/ 1134149 w 4114416"/>
              <a:gd name="connsiteY56" fmla="*/ 2108200 h 2888597"/>
              <a:gd name="connsiteX57" fmla="*/ 1184949 w 4114416"/>
              <a:gd name="connsiteY57" fmla="*/ 1989667 h 2888597"/>
              <a:gd name="connsiteX58" fmla="*/ 1221851 w 4114416"/>
              <a:gd name="connsiteY58" fmla="*/ 1898967 h 2888597"/>
              <a:gd name="connsiteX59" fmla="*/ 1244216 w 4114416"/>
              <a:gd name="connsiteY59" fmla="*/ 2167467 h 2888597"/>
              <a:gd name="connsiteX60" fmla="*/ 1261149 w 4114416"/>
              <a:gd name="connsiteY60" fmla="*/ 2082800 h 2888597"/>
              <a:gd name="connsiteX61" fmla="*/ 1269616 w 4114416"/>
              <a:gd name="connsiteY61" fmla="*/ 2015067 h 2888597"/>
              <a:gd name="connsiteX62" fmla="*/ 1311949 w 4114416"/>
              <a:gd name="connsiteY62" fmla="*/ 1854200 h 2888597"/>
              <a:gd name="connsiteX63" fmla="*/ 1320416 w 4114416"/>
              <a:gd name="connsiteY63" fmla="*/ 1803400 h 2888597"/>
              <a:gd name="connsiteX64" fmla="*/ 1345816 w 4114416"/>
              <a:gd name="connsiteY64" fmla="*/ 1701800 h 2888597"/>
              <a:gd name="connsiteX65" fmla="*/ 1379682 w 4114416"/>
              <a:gd name="connsiteY65" fmla="*/ 1744134 h 2888597"/>
              <a:gd name="connsiteX66" fmla="*/ 1422016 w 4114416"/>
              <a:gd name="connsiteY66" fmla="*/ 1879600 h 2888597"/>
              <a:gd name="connsiteX67" fmla="*/ 1455882 w 4114416"/>
              <a:gd name="connsiteY67" fmla="*/ 1947334 h 2888597"/>
              <a:gd name="connsiteX68" fmla="*/ 1472816 w 4114416"/>
              <a:gd name="connsiteY68" fmla="*/ 1938867 h 2888597"/>
              <a:gd name="connsiteX69" fmla="*/ 1515149 w 4114416"/>
              <a:gd name="connsiteY69" fmla="*/ 1803400 h 2888597"/>
              <a:gd name="connsiteX70" fmla="*/ 1574416 w 4114416"/>
              <a:gd name="connsiteY70" fmla="*/ 1651000 h 2888597"/>
              <a:gd name="connsiteX71" fmla="*/ 1590434 w 4114416"/>
              <a:gd name="connsiteY71" fmla="*/ 1262092 h 2888597"/>
              <a:gd name="connsiteX72" fmla="*/ 1608410 w 4114416"/>
              <a:gd name="connsiteY72" fmla="*/ 1462351 h 2888597"/>
              <a:gd name="connsiteX73" fmla="*/ 1633682 w 4114416"/>
              <a:gd name="connsiteY73" fmla="*/ 1524000 h 2888597"/>
              <a:gd name="connsiteX74" fmla="*/ 1659082 w 4114416"/>
              <a:gd name="connsiteY74" fmla="*/ 1490134 h 2888597"/>
              <a:gd name="connsiteX75" fmla="*/ 1684482 w 4114416"/>
              <a:gd name="connsiteY75" fmla="*/ 1388534 h 2888597"/>
              <a:gd name="connsiteX76" fmla="*/ 1732631 w 4114416"/>
              <a:gd name="connsiteY76" fmla="*/ 1294184 h 2888597"/>
              <a:gd name="connsiteX77" fmla="*/ 1794549 w 4114416"/>
              <a:gd name="connsiteY77" fmla="*/ 1176867 h 2888597"/>
              <a:gd name="connsiteX78" fmla="*/ 1831067 w 4114416"/>
              <a:gd name="connsiteY78" fmla="*/ 1238516 h 2888597"/>
              <a:gd name="connsiteX79" fmla="*/ 1853688 w 4114416"/>
              <a:gd name="connsiteY79" fmla="*/ 1323159 h 2888597"/>
              <a:gd name="connsiteX80" fmla="*/ 1902786 w 4114416"/>
              <a:gd name="connsiteY80" fmla="*/ 1064504 h 2888597"/>
              <a:gd name="connsiteX81" fmla="*/ 1938482 w 4114416"/>
              <a:gd name="connsiteY81" fmla="*/ 1600200 h 2888597"/>
              <a:gd name="connsiteX82" fmla="*/ 1978163 w 4114416"/>
              <a:gd name="connsiteY82" fmla="*/ 1762259 h 2888597"/>
              <a:gd name="connsiteX83" fmla="*/ 2006216 w 4114416"/>
              <a:gd name="connsiteY83" fmla="*/ 1498600 h 2888597"/>
              <a:gd name="connsiteX84" fmla="*/ 2023149 w 4114416"/>
              <a:gd name="connsiteY84" fmla="*/ 1464734 h 2888597"/>
              <a:gd name="connsiteX85" fmla="*/ 2031616 w 4114416"/>
              <a:gd name="connsiteY85" fmla="*/ 1439334 h 2888597"/>
              <a:gd name="connsiteX86" fmla="*/ 2067707 w 4114416"/>
              <a:gd name="connsiteY86" fmla="*/ 1908377 h 2888597"/>
              <a:gd name="connsiteX87" fmla="*/ 2082416 w 4114416"/>
              <a:gd name="connsiteY87" fmla="*/ 2032000 h 2888597"/>
              <a:gd name="connsiteX88" fmla="*/ 2090882 w 4114416"/>
              <a:gd name="connsiteY88" fmla="*/ 2150534 h 2888597"/>
              <a:gd name="connsiteX89" fmla="*/ 2099349 w 4114416"/>
              <a:gd name="connsiteY89" fmla="*/ 2489200 h 2888597"/>
              <a:gd name="connsiteX90" fmla="*/ 2133216 w 4114416"/>
              <a:gd name="connsiteY90" fmla="*/ 2421467 h 2888597"/>
              <a:gd name="connsiteX91" fmla="*/ 2175549 w 4114416"/>
              <a:gd name="connsiteY91" fmla="*/ 2319867 h 2888597"/>
              <a:gd name="connsiteX92" fmla="*/ 2192611 w 4114416"/>
              <a:gd name="connsiteY92" fmla="*/ 2271500 h 2888597"/>
              <a:gd name="connsiteX93" fmla="*/ 2212579 w 4114416"/>
              <a:gd name="connsiteY93" fmla="*/ 2206201 h 2888597"/>
              <a:gd name="connsiteX94" fmla="*/ 2251749 w 4114416"/>
              <a:gd name="connsiteY94" fmla="*/ 2514600 h 2888597"/>
              <a:gd name="connsiteX95" fmla="*/ 2277149 w 4114416"/>
              <a:gd name="connsiteY95" fmla="*/ 2565400 h 2888597"/>
              <a:gd name="connsiteX96" fmla="*/ 2285616 w 4114416"/>
              <a:gd name="connsiteY96" fmla="*/ 2489200 h 2888597"/>
              <a:gd name="connsiteX97" fmla="*/ 2302549 w 4114416"/>
              <a:gd name="connsiteY97" fmla="*/ 2421467 h 2888597"/>
              <a:gd name="connsiteX98" fmla="*/ 2311016 w 4114416"/>
              <a:gd name="connsiteY98" fmla="*/ 1718734 h 2888597"/>
              <a:gd name="connsiteX99" fmla="*/ 2336416 w 4114416"/>
              <a:gd name="connsiteY99" fmla="*/ 1811867 h 2888597"/>
              <a:gd name="connsiteX100" fmla="*/ 2361816 w 4114416"/>
              <a:gd name="connsiteY100" fmla="*/ 1871134 h 2888597"/>
              <a:gd name="connsiteX101" fmla="*/ 2395682 w 4114416"/>
              <a:gd name="connsiteY101" fmla="*/ 1972734 h 2888597"/>
              <a:gd name="connsiteX102" fmla="*/ 2404149 w 4114416"/>
              <a:gd name="connsiteY102" fmla="*/ 1574800 h 2888597"/>
              <a:gd name="connsiteX103" fmla="*/ 2429549 w 4114416"/>
              <a:gd name="connsiteY103" fmla="*/ 1236134 h 2888597"/>
              <a:gd name="connsiteX104" fmla="*/ 2446482 w 4114416"/>
              <a:gd name="connsiteY104" fmla="*/ 1092200 h 2888597"/>
              <a:gd name="connsiteX105" fmla="*/ 2454949 w 4114416"/>
              <a:gd name="connsiteY105" fmla="*/ 1066800 h 2888597"/>
              <a:gd name="connsiteX106" fmla="*/ 2463416 w 4114416"/>
              <a:gd name="connsiteY106" fmla="*/ 1092200 h 2888597"/>
              <a:gd name="connsiteX107" fmla="*/ 2488816 w 4114416"/>
              <a:gd name="connsiteY107" fmla="*/ 1227667 h 2888597"/>
              <a:gd name="connsiteX108" fmla="*/ 2514216 w 4114416"/>
              <a:gd name="connsiteY108" fmla="*/ 753534 h 2888597"/>
              <a:gd name="connsiteX109" fmla="*/ 2531149 w 4114416"/>
              <a:gd name="connsiteY109" fmla="*/ 685800 h 2888597"/>
              <a:gd name="connsiteX110" fmla="*/ 2539616 w 4114416"/>
              <a:gd name="connsiteY110" fmla="*/ 609600 h 2888597"/>
              <a:gd name="connsiteX111" fmla="*/ 2548082 w 4114416"/>
              <a:gd name="connsiteY111" fmla="*/ 558800 h 2888597"/>
              <a:gd name="connsiteX112" fmla="*/ 2565016 w 4114416"/>
              <a:gd name="connsiteY112" fmla="*/ 584200 h 2888597"/>
              <a:gd name="connsiteX113" fmla="*/ 2573482 w 4114416"/>
              <a:gd name="connsiteY113" fmla="*/ 778934 h 2888597"/>
              <a:gd name="connsiteX114" fmla="*/ 2615816 w 4114416"/>
              <a:gd name="connsiteY114" fmla="*/ 914400 h 2888597"/>
              <a:gd name="connsiteX115" fmla="*/ 2632749 w 4114416"/>
              <a:gd name="connsiteY115" fmla="*/ 973667 h 2888597"/>
              <a:gd name="connsiteX116" fmla="*/ 2649682 w 4114416"/>
              <a:gd name="connsiteY116" fmla="*/ 812800 h 2888597"/>
              <a:gd name="connsiteX117" fmla="*/ 2666616 w 4114416"/>
              <a:gd name="connsiteY117" fmla="*/ 694267 h 2888597"/>
              <a:gd name="connsiteX118" fmla="*/ 2692016 w 4114416"/>
              <a:gd name="connsiteY118" fmla="*/ 558800 h 2888597"/>
              <a:gd name="connsiteX119" fmla="*/ 2717416 w 4114416"/>
              <a:gd name="connsiteY119" fmla="*/ 321734 h 2888597"/>
              <a:gd name="connsiteX120" fmla="*/ 2734349 w 4114416"/>
              <a:gd name="connsiteY120" fmla="*/ 1058334 h 2888597"/>
              <a:gd name="connsiteX121" fmla="*/ 2760746 w 4114416"/>
              <a:gd name="connsiteY121" fmla="*/ 1023969 h 2888597"/>
              <a:gd name="connsiteX122" fmla="*/ 2810549 w 4114416"/>
              <a:gd name="connsiteY122" fmla="*/ 905934 h 2888597"/>
              <a:gd name="connsiteX123" fmla="*/ 2844416 w 4114416"/>
              <a:gd name="connsiteY123" fmla="*/ 855134 h 2888597"/>
              <a:gd name="connsiteX124" fmla="*/ 2869816 w 4114416"/>
              <a:gd name="connsiteY124" fmla="*/ 1422400 h 2888597"/>
              <a:gd name="connsiteX125" fmla="*/ 2878282 w 4114416"/>
              <a:gd name="connsiteY125" fmla="*/ 1388534 h 2888597"/>
              <a:gd name="connsiteX126" fmla="*/ 2895216 w 4114416"/>
              <a:gd name="connsiteY126" fmla="*/ 1363134 h 2888597"/>
              <a:gd name="connsiteX127" fmla="*/ 2920616 w 4114416"/>
              <a:gd name="connsiteY127" fmla="*/ 1278467 h 2888597"/>
              <a:gd name="connsiteX128" fmla="*/ 2937549 w 4114416"/>
              <a:gd name="connsiteY128" fmla="*/ 1320800 h 2888597"/>
              <a:gd name="connsiteX129" fmla="*/ 2954482 w 4114416"/>
              <a:gd name="connsiteY129" fmla="*/ 1388534 h 2888597"/>
              <a:gd name="connsiteX130" fmla="*/ 2971416 w 4114416"/>
              <a:gd name="connsiteY130" fmla="*/ 1422400 h 2888597"/>
              <a:gd name="connsiteX131" fmla="*/ 3013749 w 4114416"/>
              <a:gd name="connsiteY131" fmla="*/ 1540934 h 2888597"/>
              <a:gd name="connsiteX132" fmla="*/ 3015578 w 4114416"/>
              <a:gd name="connsiteY132" fmla="*/ 1905393 h 2888597"/>
              <a:gd name="connsiteX133" fmla="*/ 3064549 w 4114416"/>
              <a:gd name="connsiteY133" fmla="*/ 1718734 h 2888597"/>
              <a:gd name="connsiteX134" fmla="*/ 3089949 w 4114416"/>
              <a:gd name="connsiteY134" fmla="*/ 1761067 h 2888597"/>
              <a:gd name="connsiteX135" fmla="*/ 3118129 w 4114416"/>
              <a:gd name="connsiteY135" fmla="*/ 1909842 h 2888597"/>
              <a:gd name="connsiteX136" fmla="*/ 3140749 w 4114416"/>
              <a:gd name="connsiteY136" fmla="*/ 1769534 h 2888597"/>
              <a:gd name="connsiteX137" fmla="*/ 3157682 w 4114416"/>
              <a:gd name="connsiteY137" fmla="*/ 1710267 h 2888597"/>
              <a:gd name="connsiteX138" fmla="*/ 3166149 w 4114416"/>
              <a:gd name="connsiteY138" fmla="*/ 1684867 h 2888597"/>
              <a:gd name="connsiteX139" fmla="*/ 3191549 w 4114416"/>
              <a:gd name="connsiteY139" fmla="*/ 1676400 h 2888597"/>
              <a:gd name="connsiteX140" fmla="*/ 3200016 w 4114416"/>
              <a:gd name="connsiteY140" fmla="*/ 2006600 h 2888597"/>
              <a:gd name="connsiteX141" fmla="*/ 3208482 w 4114416"/>
              <a:gd name="connsiteY141" fmla="*/ 2048934 h 2888597"/>
              <a:gd name="connsiteX142" fmla="*/ 3216949 w 4114416"/>
              <a:gd name="connsiteY142" fmla="*/ 2099734 h 2888597"/>
              <a:gd name="connsiteX143" fmla="*/ 3233882 w 4114416"/>
              <a:gd name="connsiteY143" fmla="*/ 2048934 h 2888597"/>
              <a:gd name="connsiteX144" fmla="*/ 3242349 w 4114416"/>
              <a:gd name="connsiteY144" fmla="*/ 1998134 h 2888597"/>
              <a:gd name="connsiteX145" fmla="*/ 3276216 w 4114416"/>
              <a:gd name="connsiteY145" fmla="*/ 2353734 h 2888597"/>
              <a:gd name="connsiteX146" fmla="*/ 3278960 w 4114416"/>
              <a:gd name="connsiteY146" fmla="*/ 2387600 h 2888597"/>
              <a:gd name="connsiteX147" fmla="*/ 3272323 w 4114416"/>
              <a:gd name="connsiteY147" fmla="*/ 2497667 h 2888597"/>
              <a:gd name="connsiteX148" fmla="*/ 3296810 w 4114416"/>
              <a:gd name="connsiteY148" fmla="*/ 2540952 h 2888597"/>
              <a:gd name="connsiteX149" fmla="*/ 3321294 w 4114416"/>
              <a:gd name="connsiteY149" fmla="*/ 2335554 h 2888597"/>
              <a:gd name="connsiteX150" fmla="*/ 3331591 w 4114416"/>
              <a:gd name="connsiteY150" fmla="*/ 2723509 h 2888597"/>
              <a:gd name="connsiteX151" fmla="*/ 3411682 w 4114416"/>
              <a:gd name="connsiteY151" fmla="*/ 2810934 h 2888597"/>
              <a:gd name="connsiteX152" fmla="*/ 3437082 w 4114416"/>
              <a:gd name="connsiteY152" fmla="*/ 2870200 h 2888597"/>
              <a:gd name="connsiteX153" fmla="*/ 3452170 w 4114416"/>
              <a:gd name="connsiteY153" fmla="*/ 2345696 h 2888597"/>
              <a:gd name="connsiteX154" fmla="*/ 3462482 w 4114416"/>
              <a:gd name="connsiteY154" fmla="*/ 1828800 h 2888597"/>
              <a:gd name="connsiteX155" fmla="*/ 3461984 w 4114416"/>
              <a:gd name="connsiteY155" fmla="*/ 2090271 h 2888597"/>
              <a:gd name="connsiteX156" fmla="*/ 3487882 w 4114416"/>
              <a:gd name="connsiteY156" fmla="*/ 1735667 h 2888597"/>
              <a:gd name="connsiteX157" fmla="*/ 3513282 w 4114416"/>
              <a:gd name="connsiteY157" fmla="*/ 1651000 h 2888597"/>
              <a:gd name="connsiteX158" fmla="*/ 3521749 w 4114416"/>
              <a:gd name="connsiteY158" fmla="*/ 1701800 h 2888597"/>
              <a:gd name="connsiteX159" fmla="*/ 3525733 w 4114416"/>
              <a:gd name="connsiteY159" fmla="*/ 1875118 h 2888597"/>
              <a:gd name="connsiteX160" fmla="*/ 3547149 w 4114416"/>
              <a:gd name="connsiteY160" fmla="*/ 1752600 h 2888597"/>
              <a:gd name="connsiteX161" fmla="*/ 3532962 w 4114416"/>
              <a:gd name="connsiteY161" fmla="*/ 1504968 h 2888597"/>
              <a:gd name="connsiteX162" fmla="*/ 3597949 w 4114416"/>
              <a:gd name="connsiteY162" fmla="*/ 1608667 h 2888597"/>
              <a:gd name="connsiteX163" fmla="*/ 3614882 w 4114416"/>
              <a:gd name="connsiteY163" fmla="*/ 1566334 h 2888597"/>
              <a:gd name="connsiteX164" fmla="*/ 3664768 w 4114416"/>
              <a:gd name="connsiteY164" fmla="*/ 1775538 h 2888597"/>
              <a:gd name="connsiteX165" fmla="*/ 3661200 w 4114416"/>
              <a:gd name="connsiteY165" fmla="*/ 1373094 h 2888597"/>
              <a:gd name="connsiteX166" fmla="*/ 3682616 w 4114416"/>
              <a:gd name="connsiteY166" fmla="*/ 1363134 h 2888597"/>
              <a:gd name="connsiteX167" fmla="*/ 3699549 w 4114416"/>
              <a:gd name="connsiteY167" fmla="*/ 1320800 h 2888597"/>
              <a:gd name="connsiteX168" fmla="*/ 3717224 w 4114416"/>
              <a:gd name="connsiteY168" fmla="*/ 973015 h 2888597"/>
              <a:gd name="connsiteX169" fmla="*/ 3741882 w 4114416"/>
              <a:gd name="connsiteY169" fmla="*/ 1227667 h 2888597"/>
              <a:gd name="connsiteX170" fmla="*/ 3750349 w 4114416"/>
              <a:gd name="connsiteY170" fmla="*/ 1176867 h 2888597"/>
              <a:gd name="connsiteX171" fmla="*/ 3767282 w 4114416"/>
              <a:gd name="connsiteY171" fmla="*/ 1126067 h 2888597"/>
              <a:gd name="connsiteX172" fmla="*/ 3775749 w 4114416"/>
              <a:gd name="connsiteY172" fmla="*/ 1058334 h 2888597"/>
              <a:gd name="connsiteX173" fmla="*/ 3784216 w 4114416"/>
              <a:gd name="connsiteY173" fmla="*/ 1270000 h 2888597"/>
              <a:gd name="connsiteX174" fmla="*/ 3813064 w 4114416"/>
              <a:gd name="connsiteY174" fmla="*/ 678606 h 2888597"/>
              <a:gd name="connsiteX175" fmla="*/ 3818082 w 4114416"/>
              <a:gd name="connsiteY175" fmla="*/ 558800 h 2888597"/>
              <a:gd name="connsiteX176" fmla="*/ 3835016 w 4114416"/>
              <a:gd name="connsiteY176" fmla="*/ 482600 h 2888597"/>
              <a:gd name="connsiteX177" fmla="*/ 3843482 w 4114416"/>
              <a:gd name="connsiteY177" fmla="*/ 533400 h 2888597"/>
              <a:gd name="connsiteX178" fmla="*/ 3860416 w 4114416"/>
              <a:gd name="connsiteY178" fmla="*/ 660400 h 2888597"/>
              <a:gd name="connsiteX179" fmla="*/ 3868882 w 4114416"/>
              <a:gd name="connsiteY179" fmla="*/ 702734 h 2888597"/>
              <a:gd name="connsiteX180" fmla="*/ 3885816 w 4114416"/>
              <a:gd name="connsiteY180" fmla="*/ 736600 h 2888597"/>
              <a:gd name="connsiteX181" fmla="*/ 3902749 w 4114416"/>
              <a:gd name="connsiteY181" fmla="*/ 702734 h 2888597"/>
              <a:gd name="connsiteX182" fmla="*/ 3962016 w 4114416"/>
              <a:gd name="connsiteY182" fmla="*/ 482600 h 2888597"/>
              <a:gd name="connsiteX183" fmla="*/ 3978949 w 4114416"/>
              <a:gd name="connsiteY183" fmla="*/ 457200 h 2888597"/>
              <a:gd name="connsiteX184" fmla="*/ 4004349 w 4114416"/>
              <a:gd name="connsiteY184" fmla="*/ 177800 h 2888597"/>
              <a:gd name="connsiteX185" fmla="*/ 4029749 w 4114416"/>
              <a:gd name="connsiteY185" fmla="*/ 135467 h 2888597"/>
              <a:gd name="connsiteX186" fmla="*/ 4038216 w 4114416"/>
              <a:gd name="connsiteY186" fmla="*/ 101600 h 2888597"/>
              <a:gd name="connsiteX187" fmla="*/ 4046682 w 4114416"/>
              <a:gd name="connsiteY187" fmla="*/ 76200 h 2888597"/>
              <a:gd name="connsiteX188" fmla="*/ 4055149 w 4114416"/>
              <a:gd name="connsiteY188" fmla="*/ 110067 h 2888597"/>
              <a:gd name="connsiteX189" fmla="*/ 4072082 w 4114416"/>
              <a:gd name="connsiteY189" fmla="*/ 160867 h 2888597"/>
              <a:gd name="connsiteX190" fmla="*/ 4114416 w 4114416"/>
              <a:gd name="connsiteY190" fmla="*/ 0 h 2888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</a:cxnLst>
            <a:rect l="l" t="t" r="r" b="b"/>
            <a:pathLst>
              <a:path w="4114416" h="2888597">
                <a:moveTo>
                  <a:pt x="0" y="735359"/>
                </a:moveTo>
                <a:cubicBezTo>
                  <a:pt x="2822" y="715603"/>
                  <a:pt x="13455" y="675107"/>
                  <a:pt x="22363" y="647092"/>
                </a:cubicBezTo>
                <a:cubicBezTo>
                  <a:pt x="31271" y="619077"/>
                  <a:pt x="46880" y="536425"/>
                  <a:pt x="53451" y="567267"/>
                </a:cubicBezTo>
                <a:cubicBezTo>
                  <a:pt x="60022" y="598109"/>
                  <a:pt x="61107" y="742513"/>
                  <a:pt x="61790" y="828517"/>
                </a:cubicBezTo>
                <a:cubicBezTo>
                  <a:pt x="62473" y="914521"/>
                  <a:pt x="61877" y="1019315"/>
                  <a:pt x="57549" y="1083293"/>
                </a:cubicBezTo>
                <a:cubicBezTo>
                  <a:pt x="53222" y="1147271"/>
                  <a:pt x="56471" y="1167156"/>
                  <a:pt x="55282" y="1212385"/>
                </a:cubicBezTo>
                <a:cubicBezTo>
                  <a:pt x="54093" y="1257614"/>
                  <a:pt x="60364" y="1402269"/>
                  <a:pt x="69873" y="1401791"/>
                </a:cubicBezTo>
                <a:cubicBezTo>
                  <a:pt x="79382" y="1401313"/>
                  <a:pt x="101467" y="1259704"/>
                  <a:pt x="112335" y="1209517"/>
                </a:cubicBezTo>
                <a:cubicBezTo>
                  <a:pt x="123203" y="1159330"/>
                  <a:pt x="125646" y="1135742"/>
                  <a:pt x="135082" y="1100667"/>
                </a:cubicBezTo>
                <a:cubicBezTo>
                  <a:pt x="144518" y="1065592"/>
                  <a:pt x="157660" y="1032934"/>
                  <a:pt x="168949" y="999067"/>
                </a:cubicBezTo>
                <a:lnTo>
                  <a:pt x="185882" y="948267"/>
                </a:lnTo>
                <a:cubicBezTo>
                  <a:pt x="191527" y="1010356"/>
                  <a:pt x="199358" y="1072285"/>
                  <a:pt x="202816" y="1134534"/>
                </a:cubicBezTo>
                <a:cubicBezTo>
                  <a:pt x="223475" y="1506401"/>
                  <a:pt x="195948" y="1298133"/>
                  <a:pt x="219749" y="1464734"/>
                </a:cubicBezTo>
                <a:cubicBezTo>
                  <a:pt x="232449" y="1502834"/>
                  <a:pt x="264905" y="1378656"/>
                  <a:pt x="279016" y="1363134"/>
                </a:cubicBezTo>
                <a:cubicBezTo>
                  <a:pt x="293127" y="1347612"/>
                  <a:pt x="298772" y="1224845"/>
                  <a:pt x="304416" y="1371600"/>
                </a:cubicBezTo>
                <a:cubicBezTo>
                  <a:pt x="310060" y="1518355"/>
                  <a:pt x="310060" y="1952978"/>
                  <a:pt x="312882" y="2243667"/>
                </a:cubicBezTo>
                <a:cubicBezTo>
                  <a:pt x="321349" y="2229556"/>
                  <a:pt x="332658" y="2216799"/>
                  <a:pt x="338282" y="2201334"/>
                </a:cubicBezTo>
                <a:cubicBezTo>
                  <a:pt x="344149" y="2185201"/>
                  <a:pt x="341187" y="2121399"/>
                  <a:pt x="346749" y="2150534"/>
                </a:cubicBezTo>
                <a:cubicBezTo>
                  <a:pt x="352311" y="2179669"/>
                  <a:pt x="360362" y="2384613"/>
                  <a:pt x="371651" y="2376146"/>
                </a:cubicBezTo>
                <a:cubicBezTo>
                  <a:pt x="374473" y="2362035"/>
                  <a:pt x="381860" y="2180084"/>
                  <a:pt x="389082" y="2082800"/>
                </a:cubicBezTo>
                <a:cubicBezTo>
                  <a:pt x="396304" y="1985516"/>
                  <a:pt x="410553" y="1799086"/>
                  <a:pt x="414981" y="1792444"/>
                </a:cubicBezTo>
                <a:cubicBezTo>
                  <a:pt x="421982" y="1781942"/>
                  <a:pt x="416461" y="1998927"/>
                  <a:pt x="422949" y="2032000"/>
                </a:cubicBezTo>
                <a:cubicBezTo>
                  <a:pt x="429437" y="2065073"/>
                  <a:pt x="445441" y="2002173"/>
                  <a:pt x="453908" y="1990884"/>
                </a:cubicBezTo>
                <a:cubicBezTo>
                  <a:pt x="457739" y="1880418"/>
                  <a:pt x="459153" y="1809247"/>
                  <a:pt x="465282" y="1752600"/>
                </a:cubicBezTo>
                <a:cubicBezTo>
                  <a:pt x="471411" y="1695953"/>
                  <a:pt x="490682" y="1651000"/>
                  <a:pt x="490682" y="1651000"/>
                </a:cubicBezTo>
                <a:cubicBezTo>
                  <a:pt x="499149" y="1670756"/>
                  <a:pt x="510437" y="1676823"/>
                  <a:pt x="516082" y="1710267"/>
                </a:cubicBezTo>
                <a:cubicBezTo>
                  <a:pt x="521727" y="1743711"/>
                  <a:pt x="521345" y="1843336"/>
                  <a:pt x="524549" y="1851666"/>
                </a:cubicBezTo>
                <a:cubicBezTo>
                  <a:pt x="535461" y="1880036"/>
                  <a:pt x="548538" y="1805800"/>
                  <a:pt x="558416" y="1820334"/>
                </a:cubicBezTo>
                <a:cubicBezTo>
                  <a:pt x="568294" y="1834868"/>
                  <a:pt x="568766" y="1873649"/>
                  <a:pt x="583816" y="1938867"/>
                </a:cubicBezTo>
                <a:cubicBezTo>
                  <a:pt x="586143" y="1948949"/>
                  <a:pt x="590871" y="2023534"/>
                  <a:pt x="600749" y="1998134"/>
                </a:cubicBezTo>
                <a:cubicBezTo>
                  <a:pt x="610627" y="1972734"/>
                  <a:pt x="631793" y="1833034"/>
                  <a:pt x="643082" y="1786467"/>
                </a:cubicBezTo>
                <a:cubicBezTo>
                  <a:pt x="654371" y="1739900"/>
                  <a:pt x="661426" y="1746956"/>
                  <a:pt x="668482" y="1718734"/>
                </a:cubicBezTo>
                <a:cubicBezTo>
                  <a:pt x="674127" y="1684867"/>
                  <a:pt x="679089" y="1650880"/>
                  <a:pt x="685416" y="1617134"/>
                </a:cubicBezTo>
                <a:cubicBezTo>
                  <a:pt x="692637" y="1578623"/>
                  <a:pt x="692817" y="1591227"/>
                  <a:pt x="702349" y="1557867"/>
                </a:cubicBezTo>
                <a:cubicBezTo>
                  <a:pt x="705546" y="1546678"/>
                  <a:pt x="707994" y="1535289"/>
                  <a:pt x="710816" y="1524000"/>
                </a:cubicBezTo>
                <a:cubicBezTo>
                  <a:pt x="716460" y="1453445"/>
                  <a:pt x="711538" y="1381233"/>
                  <a:pt x="727749" y="1312334"/>
                </a:cubicBezTo>
                <a:cubicBezTo>
                  <a:pt x="733079" y="1289680"/>
                  <a:pt x="744682" y="1380067"/>
                  <a:pt x="744682" y="1380067"/>
                </a:cubicBezTo>
                <a:cubicBezTo>
                  <a:pt x="750327" y="1430867"/>
                  <a:pt x="752473" y="1482179"/>
                  <a:pt x="761616" y="1532467"/>
                </a:cubicBezTo>
                <a:cubicBezTo>
                  <a:pt x="763874" y="1544885"/>
                  <a:pt x="768671" y="1583267"/>
                  <a:pt x="778549" y="1566334"/>
                </a:cubicBezTo>
                <a:cubicBezTo>
                  <a:pt x="788427" y="1549401"/>
                  <a:pt x="808182" y="1460500"/>
                  <a:pt x="820882" y="1430867"/>
                </a:cubicBezTo>
                <a:cubicBezTo>
                  <a:pt x="840284" y="1353262"/>
                  <a:pt x="824907" y="1343770"/>
                  <a:pt x="854749" y="1388534"/>
                </a:cubicBezTo>
                <a:cubicBezTo>
                  <a:pt x="857571" y="1425223"/>
                  <a:pt x="861582" y="1461839"/>
                  <a:pt x="863216" y="1498600"/>
                </a:cubicBezTo>
                <a:cubicBezTo>
                  <a:pt x="876404" y="1795343"/>
                  <a:pt x="837409" y="1683856"/>
                  <a:pt x="888616" y="1811867"/>
                </a:cubicBezTo>
                <a:cubicBezTo>
                  <a:pt x="891438" y="1755423"/>
                  <a:pt x="890027" y="1684867"/>
                  <a:pt x="897082" y="1642534"/>
                </a:cubicBezTo>
                <a:cubicBezTo>
                  <a:pt x="904137" y="1600201"/>
                  <a:pt x="923893" y="1497189"/>
                  <a:pt x="930949" y="1557867"/>
                </a:cubicBezTo>
                <a:cubicBezTo>
                  <a:pt x="933771" y="1707445"/>
                  <a:pt x="932186" y="1857171"/>
                  <a:pt x="939416" y="2006600"/>
                </a:cubicBezTo>
                <a:cubicBezTo>
                  <a:pt x="940000" y="2018668"/>
                  <a:pt x="958479" y="2091318"/>
                  <a:pt x="964816" y="2116667"/>
                </a:cubicBezTo>
                <a:cubicBezTo>
                  <a:pt x="967638" y="2020711"/>
                  <a:pt x="965727" y="2044123"/>
                  <a:pt x="973282" y="1948424"/>
                </a:cubicBezTo>
                <a:cubicBezTo>
                  <a:pt x="974275" y="1935842"/>
                  <a:pt x="985983" y="1826160"/>
                  <a:pt x="990216" y="1794934"/>
                </a:cubicBezTo>
                <a:cubicBezTo>
                  <a:pt x="994449" y="1763708"/>
                  <a:pt x="995860" y="1772356"/>
                  <a:pt x="998682" y="1761067"/>
                </a:cubicBezTo>
                <a:cubicBezTo>
                  <a:pt x="1019356" y="1823087"/>
                  <a:pt x="995972" y="1746720"/>
                  <a:pt x="1015616" y="1871134"/>
                </a:cubicBezTo>
                <a:cubicBezTo>
                  <a:pt x="1019674" y="1896835"/>
                  <a:pt x="1027446" y="1921820"/>
                  <a:pt x="1032549" y="1947334"/>
                </a:cubicBezTo>
                <a:cubicBezTo>
                  <a:pt x="1038737" y="1978275"/>
                  <a:pt x="1039909" y="1990110"/>
                  <a:pt x="1049482" y="2040467"/>
                </a:cubicBezTo>
                <a:cubicBezTo>
                  <a:pt x="1059055" y="2090824"/>
                  <a:pt x="1080634" y="2228714"/>
                  <a:pt x="1089985" y="2249475"/>
                </a:cubicBezTo>
                <a:cubicBezTo>
                  <a:pt x="1099336" y="2270236"/>
                  <a:pt x="1101026" y="2169834"/>
                  <a:pt x="1105586" y="2165034"/>
                </a:cubicBezTo>
                <a:cubicBezTo>
                  <a:pt x="1110146" y="2160234"/>
                  <a:pt x="1115881" y="2218725"/>
                  <a:pt x="1117344" y="2220675"/>
                </a:cubicBezTo>
                <a:cubicBezTo>
                  <a:pt x="1120166" y="2186808"/>
                  <a:pt x="1122881" y="2146701"/>
                  <a:pt x="1134149" y="2108200"/>
                </a:cubicBezTo>
                <a:cubicBezTo>
                  <a:pt x="1145417" y="2069699"/>
                  <a:pt x="1170332" y="2024539"/>
                  <a:pt x="1184949" y="1989667"/>
                </a:cubicBezTo>
                <a:cubicBezTo>
                  <a:pt x="1199566" y="1954795"/>
                  <a:pt x="1177020" y="1928854"/>
                  <a:pt x="1221851" y="1898967"/>
                </a:cubicBezTo>
                <a:cubicBezTo>
                  <a:pt x="1224673" y="1983634"/>
                  <a:pt x="1237666" y="2136828"/>
                  <a:pt x="1244216" y="2167467"/>
                </a:cubicBezTo>
                <a:cubicBezTo>
                  <a:pt x="1250766" y="2198106"/>
                  <a:pt x="1256417" y="2111190"/>
                  <a:pt x="1261149" y="2082800"/>
                </a:cubicBezTo>
                <a:cubicBezTo>
                  <a:pt x="1264890" y="2060356"/>
                  <a:pt x="1264680" y="2037279"/>
                  <a:pt x="1269616" y="2015067"/>
                </a:cubicBezTo>
                <a:cubicBezTo>
                  <a:pt x="1281644" y="1960939"/>
                  <a:pt x="1302833" y="1908893"/>
                  <a:pt x="1311949" y="1854200"/>
                </a:cubicBezTo>
                <a:cubicBezTo>
                  <a:pt x="1314771" y="1837267"/>
                  <a:pt x="1316692" y="1820158"/>
                  <a:pt x="1320416" y="1803400"/>
                </a:cubicBezTo>
                <a:cubicBezTo>
                  <a:pt x="1327989" y="1769322"/>
                  <a:pt x="1335938" y="1711678"/>
                  <a:pt x="1345816" y="1701800"/>
                </a:cubicBezTo>
                <a:cubicBezTo>
                  <a:pt x="1355694" y="1691922"/>
                  <a:pt x="1366982" y="1714501"/>
                  <a:pt x="1379682" y="1744134"/>
                </a:cubicBezTo>
                <a:cubicBezTo>
                  <a:pt x="1392382" y="1773767"/>
                  <a:pt x="1409316" y="1845733"/>
                  <a:pt x="1422016" y="1879600"/>
                </a:cubicBezTo>
                <a:cubicBezTo>
                  <a:pt x="1434716" y="1913467"/>
                  <a:pt x="1447416" y="1937456"/>
                  <a:pt x="1455882" y="1947334"/>
                </a:cubicBezTo>
                <a:cubicBezTo>
                  <a:pt x="1470161" y="2018723"/>
                  <a:pt x="1459067" y="1989281"/>
                  <a:pt x="1472816" y="1938867"/>
                </a:cubicBezTo>
                <a:cubicBezTo>
                  <a:pt x="1485264" y="1893225"/>
                  <a:pt x="1499404" y="1848012"/>
                  <a:pt x="1515149" y="1803400"/>
                </a:cubicBezTo>
                <a:cubicBezTo>
                  <a:pt x="1533290" y="1752001"/>
                  <a:pt x="1561869" y="1741218"/>
                  <a:pt x="1574416" y="1651000"/>
                </a:cubicBezTo>
                <a:cubicBezTo>
                  <a:pt x="1586963" y="1560782"/>
                  <a:pt x="1584768" y="1293534"/>
                  <a:pt x="1590434" y="1262092"/>
                </a:cubicBezTo>
                <a:cubicBezTo>
                  <a:pt x="1596100" y="1230651"/>
                  <a:pt x="1599943" y="1473640"/>
                  <a:pt x="1608410" y="1462351"/>
                </a:cubicBezTo>
                <a:cubicBezTo>
                  <a:pt x="1614054" y="1470818"/>
                  <a:pt x="1625237" y="1519370"/>
                  <a:pt x="1633682" y="1524000"/>
                </a:cubicBezTo>
                <a:cubicBezTo>
                  <a:pt x="1642127" y="1528631"/>
                  <a:pt x="1654127" y="1503346"/>
                  <a:pt x="1659082" y="1490134"/>
                </a:cubicBezTo>
                <a:cubicBezTo>
                  <a:pt x="1671339" y="1457448"/>
                  <a:pt x="1672224" y="1421192"/>
                  <a:pt x="1684482" y="1388534"/>
                </a:cubicBezTo>
                <a:cubicBezTo>
                  <a:pt x="1696740" y="1355876"/>
                  <a:pt x="1715097" y="1329252"/>
                  <a:pt x="1732631" y="1294184"/>
                </a:cubicBezTo>
                <a:cubicBezTo>
                  <a:pt x="1826165" y="1107115"/>
                  <a:pt x="1714188" y="1310801"/>
                  <a:pt x="1794549" y="1176867"/>
                </a:cubicBezTo>
                <a:cubicBezTo>
                  <a:pt x="1803016" y="1185334"/>
                  <a:pt x="1821211" y="1214134"/>
                  <a:pt x="1831067" y="1238516"/>
                </a:cubicBezTo>
                <a:cubicBezTo>
                  <a:pt x="1840923" y="1262898"/>
                  <a:pt x="1841735" y="1352161"/>
                  <a:pt x="1853688" y="1323159"/>
                </a:cubicBezTo>
                <a:cubicBezTo>
                  <a:pt x="1865641" y="1294157"/>
                  <a:pt x="1888654" y="1018330"/>
                  <a:pt x="1902786" y="1064504"/>
                </a:cubicBezTo>
                <a:cubicBezTo>
                  <a:pt x="1916918" y="1110678"/>
                  <a:pt x="1925919" y="1483908"/>
                  <a:pt x="1938482" y="1600200"/>
                </a:cubicBezTo>
                <a:cubicBezTo>
                  <a:pt x="1951045" y="1716493"/>
                  <a:pt x="1945138" y="1663183"/>
                  <a:pt x="1978163" y="1762259"/>
                </a:cubicBezTo>
                <a:cubicBezTo>
                  <a:pt x="1978511" y="1755994"/>
                  <a:pt x="1998718" y="1548187"/>
                  <a:pt x="2006216" y="1498600"/>
                </a:cubicBezTo>
                <a:cubicBezTo>
                  <a:pt x="2013714" y="1449013"/>
                  <a:pt x="2018177" y="1476335"/>
                  <a:pt x="2023149" y="1464734"/>
                </a:cubicBezTo>
                <a:cubicBezTo>
                  <a:pt x="2026665" y="1456531"/>
                  <a:pt x="2028794" y="1447801"/>
                  <a:pt x="2031616" y="1439334"/>
                </a:cubicBezTo>
                <a:cubicBezTo>
                  <a:pt x="2037653" y="1513879"/>
                  <a:pt x="2059240" y="1809599"/>
                  <a:pt x="2067707" y="1908377"/>
                </a:cubicBezTo>
                <a:cubicBezTo>
                  <a:pt x="2076174" y="2007155"/>
                  <a:pt x="2077164" y="1992245"/>
                  <a:pt x="2082416" y="2032000"/>
                </a:cubicBezTo>
                <a:cubicBezTo>
                  <a:pt x="2085238" y="2071511"/>
                  <a:pt x="2089416" y="2110949"/>
                  <a:pt x="2090882" y="2150534"/>
                </a:cubicBezTo>
                <a:cubicBezTo>
                  <a:pt x="2095061" y="2263381"/>
                  <a:pt x="2081916" y="2377630"/>
                  <a:pt x="2099349" y="2489200"/>
                </a:cubicBezTo>
                <a:cubicBezTo>
                  <a:pt x="2103246" y="2514140"/>
                  <a:pt x="2125234" y="2445414"/>
                  <a:pt x="2133216" y="2421467"/>
                </a:cubicBezTo>
                <a:cubicBezTo>
                  <a:pt x="2148268" y="2376310"/>
                  <a:pt x="2165650" y="2344861"/>
                  <a:pt x="2175549" y="2319867"/>
                </a:cubicBezTo>
                <a:cubicBezTo>
                  <a:pt x="2185448" y="2294873"/>
                  <a:pt x="2186439" y="2290444"/>
                  <a:pt x="2192611" y="2271500"/>
                </a:cubicBezTo>
                <a:cubicBezTo>
                  <a:pt x="2198783" y="2252556"/>
                  <a:pt x="2202723" y="2165684"/>
                  <a:pt x="2212579" y="2206201"/>
                </a:cubicBezTo>
                <a:cubicBezTo>
                  <a:pt x="2222435" y="2246718"/>
                  <a:pt x="2240987" y="2454734"/>
                  <a:pt x="2251749" y="2514600"/>
                </a:cubicBezTo>
                <a:cubicBezTo>
                  <a:pt x="2262511" y="2574466"/>
                  <a:pt x="2267478" y="2550893"/>
                  <a:pt x="2277149" y="2565400"/>
                </a:cubicBezTo>
                <a:cubicBezTo>
                  <a:pt x="2279971" y="2540000"/>
                  <a:pt x="2281175" y="2514367"/>
                  <a:pt x="2285616" y="2489200"/>
                </a:cubicBezTo>
                <a:cubicBezTo>
                  <a:pt x="2289660" y="2466282"/>
                  <a:pt x="2301782" y="2444727"/>
                  <a:pt x="2302549" y="2421467"/>
                </a:cubicBezTo>
                <a:cubicBezTo>
                  <a:pt x="2310268" y="2187333"/>
                  <a:pt x="2308194" y="1952978"/>
                  <a:pt x="2311016" y="1718734"/>
                </a:cubicBezTo>
                <a:cubicBezTo>
                  <a:pt x="2331642" y="1821871"/>
                  <a:pt x="2304190" y="1693706"/>
                  <a:pt x="2336416" y="1811867"/>
                </a:cubicBezTo>
                <a:cubicBezTo>
                  <a:pt x="2351465" y="1867045"/>
                  <a:pt x="2331923" y="1841241"/>
                  <a:pt x="2361816" y="1871134"/>
                </a:cubicBezTo>
                <a:cubicBezTo>
                  <a:pt x="2371694" y="1897945"/>
                  <a:pt x="2388627" y="2022123"/>
                  <a:pt x="2395682" y="1972734"/>
                </a:cubicBezTo>
                <a:cubicBezTo>
                  <a:pt x="2402738" y="1923345"/>
                  <a:pt x="2399357" y="1707388"/>
                  <a:pt x="2404149" y="1574800"/>
                </a:cubicBezTo>
                <a:cubicBezTo>
                  <a:pt x="2414548" y="1287099"/>
                  <a:pt x="2397222" y="1365434"/>
                  <a:pt x="2429549" y="1236134"/>
                </a:cubicBezTo>
                <a:cubicBezTo>
                  <a:pt x="2435193" y="1188156"/>
                  <a:pt x="2439316" y="1139974"/>
                  <a:pt x="2446482" y="1092200"/>
                </a:cubicBezTo>
                <a:cubicBezTo>
                  <a:pt x="2447806" y="1083374"/>
                  <a:pt x="2446024" y="1066800"/>
                  <a:pt x="2454949" y="1066800"/>
                </a:cubicBezTo>
                <a:cubicBezTo>
                  <a:pt x="2463874" y="1066800"/>
                  <a:pt x="2457772" y="1065389"/>
                  <a:pt x="2463416" y="1092200"/>
                </a:cubicBezTo>
                <a:cubicBezTo>
                  <a:pt x="2469060" y="1119011"/>
                  <a:pt x="2480349" y="1284111"/>
                  <a:pt x="2488816" y="1227667"/>
                </a:cubicBezTo>
                <a:cubicBezTo>
                  <a:pt x="2497283" y="1171223"/>
                  <a:pt x="2509414" y="839976"/>
                  <a:pt x="2514216" y="753534"/>
                </a:cubicBezTo>
                <a:cubicBezTo>
                  <a:pt x="2515507" y="730297"/>
                  <a:pt x="2525505" y="708378"/>
                  <a:pt x="2531149" y="685800"/>
                </a:cubicBezTo>
                <a:cubicBezTo>
                  <a:pt x="2533971" y="660400"/>
                  <a:pt x="2536238" y="634932"/>
                  <a:pt x="2539616" y="609600"/>
                </a:cubicBezTo>
                <a:cubicBezTo>
                  <a:pt x="2541885" y="592584"/>
                  <a:pt x="2535943" y="570939"/>
                  <a:pt x="2548082" y="558800"/>
                </a:cubicBezTo>
                <a:cubicBezTo>
                  <a:pt x="2555277" y="551605"/>
                  <a:pt x="2559371" y="575733"/>
                  <a:pt x="2565016" y="584200"/>
                </a:cubicBezTo>
                <a:cubicBezTo>
                  <a:pt x="2567838" y="649111"/>
                  <a:pt x="2567224" y="714263"/>
                  <a:pt x="2573482" y="778934"/>
                </a:cubicBezTo>
                <a:cubicBezTo>
                  <a:pt x="2578061" y="826251"/>
                  <a:pt x="2601105" y="870267"/>
                  <a:pt x="2615816" y="914400"/>
                </a:cubicBezTo>
                <a:cubicBezTo>
                  <a:pt x="2622313" y="933892"/>
                  <a:pt x="2627105" y="953911"/>
                  <a:pt x="2632749" y="973667"/>
                </a:cubicBezTo>
                <a:cubicBezTo>
                  <a:pt x="2652699" y="873922"/>
                  <a:pt x="2629968" y="996802"/>
                  <a:pt x="2649682" y="812800"/>
                </a:cubicBezTo>
                <a:cubicBezTo>
                  <a:pt x="2653934" y="773115"/>
                  <a:pt x="2660054" y="733636"/>
                  <a:pt x="2666616" y="694267"/>
                </a:cubicBezTo>
                <a:cubicBezTo>
                  <a:pt x="2674169" y="648950"/>
                  <a:pt x="2684701" y="604156"/>
                  <a:pt x="2692016" y="558800"/>
                </a:cubicBezTo>
                <a:cubicBezTo>
                  <a:pt x="2709645" y="449502"/>
                  <a:pt x="2709264" y="427704"/>
                  <a:pt x="2717416" y="321734"/>
                </a:cubicBezTo>
                <a:cubicBezTo>
                  <a:pt x="2723060" y="567267"/>
                  <a:pt x="2725583" y="812892"/>
                  <a:pt x="2734349" y="1058334"/>
                </a:cubicBezTo>
                <a:cubicBezTo>
                  <a:pt x="2734668" y="1067253"/>
                  <a:pt x="2756755" y="1031951"/>
                  <a:pt x="2760746" y="1023969"/>
                </a:cubicBezTo>
                <a:cubicBezTo>
                  <a:pt x="2782202" y="981056"/>
                  <a:pt x="2796604" y="934073"/>
                  <a:pt x="2810549" y="905934"/>
                </a:cubicBezTo>
                <a:cubicBezTo>
                  <a:pt x="2824494" y="877795"/>
                  <a:pt x="2812705" y="886845"/>
                  <a:pt x="2844416" y="855134"/>
                </a:cubicBezTo>
                <a:cubicBezTo>
                  <a:pt x="2910624" y="1053772"/>
                  <a:pt x="2840454" y="835164"/>
                  <a:pt x="2869816" y="1422400"/>
                </a:cubicBezTo>
                <a:cubicBezTo>
                  <a:pt x="2870397" y="1434022"/>
                  <a:pt x="2873698" y="1399229"/>
                  <a:pt x="2878282" y="1388534"/>
                </a:cubicBezTo>
                <a:cubicBezTo>
                  <a:pt x="2882290" y="1379181"/>
                  <a:pt x="2889571" y="1371601"/>
                  <a:pt x="2895216" y="1363134"/>
                </a:cubicBezTo>
                <a:cubicBezTo>
                  <a:pt x="2915829" y="1301295"/>
                  <a:pt x="2907820" y="1329650"/>
                  <a:pt x="2920616" y="1278467"/>
                </a:cubicBezTo>
                <a:cubicBezTo>
                  <a:pt x="2926260" y="1292578"/>
                  <a:pt x="2933080" y="1306274"/>
                  <a:pt x="2937549" y="1320800"/>
                </a:cubicBezTo>
                <a:cubicBezTo>
                  <a:pt x="2944393" y="1343044"/>
                  <a:pt x="2944074" y="1367718"/>
                  <a:pt x="2954482" y="1388534"/>
                </a:cubicBezTo>
                <a:lnTo>
                  <a:pt x="2971416" y="1422400"/>
                </a:lnTo>
                <a:cubicBezTo>
                  <a:pt x="2981407" y="1462367"/>
                  <a:pt x="2990833" y="1506560"/>
                  <a:pt x="3013749" y="1540934"/>
                </a:cubicBezTo>
                <a:cubicBezTo>
                  <a:pt x="3014359" y="1662420"/>
                  <a:pt x="3014968" y="1783907"/>
                  <a:pt x="3015578" y="1905393"/>
                </a:cubicBezTo>
                <a:cubicBezTo>
                  <a:pt x="3021955" y="1943656"/>
                  <a:pt x="3050905" y="1695994"/>
                  <a:pt x="3064549" y="1718734"/>
                </a:cubicBezTo>
                <a:lnTo>
                  <a:pt x="3089949" y="1761067"/>
                </a:lnTo>
                <a:cubicBezTo>
                  <a:pt x="3098416" y="1793523"/>
                  <a:pt x="3109662" y="1908431"/>
                  <a:pt x="3118129" y="1909842"/>
                </a:cubicBezTo>
                <a:cubicBezTo>
                  <a:pt x="3126596" y="1911253"/>
                  <a:pt x="3134157" y="1802796"/>
                  <a:pt x="3140749" y="1769534"/>
                </a:cubicBezTo>
                <a:cubicBezTo>
                  <a:pt x="3147341" y="1736272"/>
                  <a:pt x="3151778" y="1729947"/>
                  <a:pt x="3157682" y="1710267"/>
                </a:cubicBezTo>
                <a:cubicBezTo>
                  <a:pt x="3160246" y="1701719"/>
                  <a:pt x="3159838" y="1691178"/>
                  <a:pt x="3166149" y="1684867"/>
                </a:cubicBezTo>
                <a:cubicBezTo>
                  <a:pt x="3172460" y="1678556"/>
                  <a:pt x="3183082" y="1679222"/>
                  <a:pt x="3191549" y="1676400"/>
                </a:cubicBezTo>
                <a:cubicBezTo>
                  <a:pt x="3194371" y="1786467"/>
                  <a:pt x="3195017" y="1896611"/>
                  <a:pt x="3200016" y="2006600"/>
                </a:cubicBezTo>
                <a:cubicBezTo>
                  <a:pt x="3200669" y="2020976"/>
                  <a:pt x="3205908" y="2034775"/>
                  <a:pt x="3208482" y="2048934"/>
                </a:cubicBezTo>
                <a:cubicBezTo>
                  <a:pt x="3211553" y="2065824"/>
                  <a:pt x="3214127" y="2082801"/>
                  <a:pt x="3216949" y="2099734"/>
                </a:cubicBezTo>
                <a:cubicBezTo>
                  <a:pt x="3222593" y="2082801"/>
                  <a:pt x="3229553" y="2066250"/>
                  <a:pt x="3233882" y="2048934"/>
                </a:cubicBezTo>
                <a:cubicBezTo>
                  <a:pt x="3238046" y="2032280"/>
                  <a:pt x="3240552" y="1981061"/>
                  <a:pt x="3242349" y="1998134"/>
                </a:cubicBezTo>
                <a:cubicBezTo>
                  <a:pt x="3243557" y="2009606"/>
                  <a:pt x="3244897" y="2311976"/>
                  <a:pt x="3276216" y="2353734"/>
                </a:cubicBezTo>
                <a:lnTo>
                  <a:pt x="3278960" y="2387600"/>
                </a:lnTo>
                <a:cubicBezTo>
                  <a:pt x="3281782" y="2424289"/>
                  <a:pt x="3269348" y="2472108"/>
                  <a:pt x="3272323" y="2497667"/>
                </a:cubicBezTo>
                <a:cubicBezTo>
                  <a:pt x="3275298" y="2523226"/>
                  <a:pt x="3288648" y="2567971"/>
                  <a:pt x="3296810" y="2540952"/>
                </a:cubicBezTo>
                <a:cubicBezTo>
                  <a:pt x="3304972" y="2513933"/>
                  <a:pt x="3315497" y="2305128"/>
                  <a:pt x="3321294" y="2335554"/>
                </a:cubicBezTo>
                <a:cubicBezTo>
                  <a:pt x="3327091" y="2365980"/>
                  <a:pt x="3324262" y="2705186"/>
                  <a:pt x="3331591" y="2723509"/>
                </a:cubicBezTo>
                <a:cubicBezTo>
                  <a:pt x="3362884" y="2895627"/>
                  <a:pt x="3394100" y="2786486"/>
                  <a:pt x="3411682" y="2810934"/>
                </a:cubicBezTo>
                <a:cubicBezTo>
                  <a:pt x="3429264" y="2835382"/>
                  <a:pt x="3429076" y="2927334"/>
                  <a:pt x="3437082" y="2870200"/>
                </a:cubicBezTo>
                <a:cubicBezTo>
                  <a:pt x="3445089" y="2813067"/>
                  <a:pt x="3447937" y="2519263"/>
                  <a:pt x="3452170" y="2345696"/>
                </a:cubicBezTo>
                <a:cubicBezTo>
                  <a:pt x="3456403" y="2172129"/>
                  <a:pt x="3462105" y="1891777"/>
                  <a:pt x="3462482" y="1828800"/>
                </a:cubicBezTo>
                <a:cubicBezTo>
                  <a:pt x="3462765" y="1819880"/>
                  <a:pt x="3459636" y="2098881"/>
                  <a:pt x="3461984" y="2090271"/>
                </a:cubicBezTo>
                <a:cubicBezTo>
                  <a:pt x="3468107" y="2067819"/>
                  <a:pt x="3479332" y="1808879"/>
                  <a:pt x="3487882" y="1735667"/>
                </a:cubicBezTo>
                <a:cubicBezTo>
                  <a:pt x="3496432" y="1662455"/>
                  <a:pt x="3478219" y="1686065"/>
                  <a:pt x="3513282" y="1651000"/>
                </a:cubicBezTo>
                <a:cubicBezTo>
                  <a:pt x="3516104" y="1667933"/>
                  <a:pt x="3519674" y="1664447"/>
                  <a:pt x="3521749" y="1701800"/>
                </a:cubicBezTo>
                <a:cubicBezTo>
                  <a:pt x="3523824" y="1739153"/>
                  <a:pt x="3510535" y="1844722"/>
                  <a:pt x="3525733" y="1875118"/>
                </a:cubicBezTo>
                <a:cubicBezTo>
                  <a:pt x="3533715" y="1891083"/>
                  <a:pt x="3541505" y="1769533"/>
                  <a:pt x="3547149" y="1752600"/>
                </a:cubicBezTo>
                <a:cubicBezTo>
                  <a:pt x="3549971" y="1732845"/>
                  <a:pt x="3528122" y="1524328"/>
                  <a:pt x="3532962" y="1504968"/>
                </a:cubicBezTo>
                <a:cubicBezTo>
                  <a:pt x="3543838" y="1461465"/>
                  <a:pt x="3584296" y="1598439"/>
                  <a:pt x="3597949" y="1608667"/>
                </a:cubicBezTo>
                <a:cubicBezTo>
                  <a:pt x="3611602" y="1618895"/>
                  <a:pt x="3609238" y="1580445"/>
                  <a:pt x="3614882" y="1566334"/>
                </a:cubicBezTo>
                <a:cubicBezTo>
                  <a:pt x="3633581" y="1435448"/>
                  <a:pt x="3657048" y="1807745"/>
                  <a:pt x="3664768" y="1775538"/>
                </a:cubicBezTo>
                <a:cubicBezTo>
                  <a:pt x="3672488" y="1743331"/>
                  <a:pt x="3658225" y="1441828"/>
                  <a:pt x="3661200" y="1373094"/>
                </a:cubicBezTo>
                <a:cubicBezTo>
                  <a:pt x="3664175" y="1304360"/>
                  <a:pt x="3676225" y="1371850"/>
                  <a:pt x="3682616" y="1363134"/>
                </a:cubicBezTo>
                <a:cubicBezTo>
                  <a:pt x="3689007" y="1354418"/>
                  <a:pt x="3693781" y="1385820"/>
                  <a:pt x="3699549" y="1320800"/>
                </a:cubicBezTo>
                <a:cubicBezTo>
                  <a:pt x="3705317" y="1255780"/>
                  <a:pt x="3713531" y="981140"/>
                  <a:pt x="3717224" y="973015"/>
                </a:cubicBezTo>
                <a:cubicBezTo>
                  <a:pt x="3727669" y="950035"/>
                  <a:pt x="3730593" y="1250245"/>
                  <a:pt x="3741882" y="1227667"/>
                </a:cubicBezTo>
                <a:cubicBezTo>
                  <a:pt x="3744704" y="1210734"/>
                  <a:pt x="3746185" y="1193521"/>
                  <a:pt x="3750349" y="1176867"/>
                </a:cubicBezTo>
                <a:cubicBezTo>
                  <a:pt x="3754678" y="1159551"/>
                  <a:pt x="3763542" y="1143520"/>
                  <a:pt x="3767282" y="1126067"/>
                </a:cubicBezTo>
                <a:cubicBezTo>
                  <a:pt x="3772050" y="1103819"/>
                  <a:pt x="3772927" y="1080912"/>
                  <a:pt x="3775749" y="1058334"/>
                </a:cubicBezTo>
                <a:cubicBezTo>
                  <a:pt x="3778571" y="1128889"/>
                  <a:pt x="3777997" y="1333288"/>
                  <a:pt x="3784216" y="1270000"/>
                </a:cubicBezTo>
                <a:cubicBezTo>
                  <a:pt x="3790435" y="1206712"/>
                  <a:pt x="3807420" y="797139"/>
                  <a:pt x="3813064" y="678606"/>
                </a:cubicBezTo>
                <a:cubicBezTo>
                  <a:pt x="3818708" y="560073"/>
                  <a:pt x="3805459" y="586238"/>
                  <a:pt x="3818082" y="558800"/>
                </a:cubicBezTo>
                <a:cubicBezTo>
                  <a:pt x="3823727" y="533400"/>
                  <a:pt x="3816617" y="500999"/>
                  <a:pt x="3835016" y="482600"/>
                </a:cubicBezTo>
                <a:cubicBezTo>
                  <a:pt x="3847155" y="470461"/>
                  <a:pt x="3841054" y="516406"/>
                  <a:pt x="3843482" y="533400"/>
                </a:cubicBezTo>
                <a:cubicBezTo>
                  <a:pt x="3849522" y="575679"/>
                  <a:pt x="3854081" y="618165"/>
                  <a:pt x="3860416" y="660400"/>
                </a:cubicBezTo>
                <a:cubicBezTo>
                  <a:pt x="3862551" y="674632"/>
                  <a:pt x="3864331" y="689082"/>
                  <a:pt x="3868882" y="702734"/>
                </a:cubicBezTo>
                <a:cubicBezTo>
                  <a:pt x="3872873" y="714708"/>
                  <a:pt x="3880171" y="725311"/>
                  <a:pt x="3885816" y="736600"/>
                </a:cubicBezTo>
                <a:cubicBezTo>
                  <a:pt x="3891460" y="725311"/>
                  <a:pt x="3899122" y="714823"/>
                  <a:pt x="3902749" y="702734"/>
                </a:cubicBezTo>
                <a:cubicBezTo>
                  <a:pt x="3919794" y="645917"/>
                  <a:pt x="3938414" y="543966"/>
                  <a:pt x="3962016" y="482600"/>
                </a:cubicBezTo>
                <a:cubicBezTo>
                  <a:pt x="3965669" y="473103"/>
                  <a:pt x="3973305" y="465667"/>
                  <a:pt x="3978949" y="457200"/>
                </a:cubicBezTo>
                <a:cubicBezTo>
                  <a:pt x="3982235" y="388187"/>
                  <a:pt x="3981605" y="255132"/>
                  <a:pt x="4004349" y="177800"/>
                </a:cubicBezTo>
                <a:cubicBezTo>
                  <a:pt x="4008992" y="162013"/>
                  <a:pt x="4021282" y="149578"/>
                  <a:pt x="4029749" y="135467"/>
                </a:cubicBezTo>
                <a:cubicBezTo>
                  <a:pt x="4032571" y="124178"/>
                  <a:pt x="4035019" y="112789"/>
                  <a:pt x="4038216" y="101600"/>
                </a:cubicBezTo>
                <a:cubicBezTo>
                  <a:pt x="4040668" y="93019"/>
                  <a:pt x="4038700" y="72209"/>
                  <a:pt x="4046682" y="76200"/>
                </a:cubicBezTo>
                <a:cubicBezTo>
                  <a:pt x="4057090" y="81404"/>
                  <a:pt x="4051805" y="98921"/>
                  <a:pt x="4055149" y="110067"/>
                </a:cubicBezTo>
                <a:cubicBezTo>
                  <a:pt x="4060278" y="127164"/>
                  <a:pt x="4066438" y="143934"/>
                  <a:pt x="4072082" y="160867"/>
                </a:cubicBezTo>
                <a:cubicBezTo>
                  <a:pt x="4107394" y="10791"/>
                  <a:pt x="4083907" y="61018"/>
                  <a:pt x="4114416" y="0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cxnSp>
        <p:nvCxnSpPr>
          <p:cNvPr id="21" name="Straight Connector 20"/>
          <p:cNvCxnSpPr/>
          <p:nvPr/>
        </p:nvCxnSpPr>
        <p:spPr bwMode="auto">
          <a:xfrm flipV="1">
            <a:off x="7276745" y="3635579"/>
            <a:ext cx="731659" cy="86968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3" name="Straight Connector 72"/>
          <p:cNvCxnSpPr/>
          <p:nvPr/>
        </p:nvCxnSpPr>
        <p:spPr bwMode="auto">
          <a:xfrm flipV="1">
            <a:off x="4179352" y="2882776"/>
            <a:ext cx="2754321" cy="182757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0" name="Text Box 55"/>
          <p:cNvSpPr txBox="1">
            <a:spLocks noChangeArrowheads="1"/>
          </p:cNvSpPr>
          <p:nvPr/>
        </p:nvSpPr>
        <p:spPr bwMode="auto">
          <a:xfrm>
            <a:off x="2306918" y="5321436"/>
            <a:ext cx="1673966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b="1" dirty="0"/>
              <a:t>signal + noise</a:t>
            </a:r>
            <a:endParaRPr lang="en-US" b="1" dirty="0"/>
          </a:p>
        </p:txBody>
      </p:sp>
      <p:sp>
        <p:nvSpPr>
          <p:cNvPr id="11" name="Oval 10"/>
          <p:cNvSpPr/>
          <p:nvPr/>
        </p:nvSpPr>
        <p:spPr bwMode="auto">
          <a:xfrm>
            <a:off x="7015809" y="2276471"/>
            <a:ext cx="1369316" cy="1359108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62554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Oval 66"/>
          <p:cNvSpPr/>
          <p:nvPr/>
        </p:nvSpPr>
        <p:spPr bwMode="auto">
          <a:xfrm>
            <a:off x="3025116" y="3357757"/>
            <a:ext cx="2500723" cy="1124802"/>
          </a:xfrm>
          <a:prstGeom prst="ellipse">
            <a:avLst/>
          </a:prstGeom>
          <a:solidFill>
            <a:srgbClr val="FFFFCC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63" name="Oval 62"/>
          <p:cNvSpPr/>
          <p:nvPr/>
        </p:nvSpPr>
        <p:spPr bwMode="auto">
          <a:xfrm>
            <a:off x="329930" y="4774963"/>
            <a:ext cx="2500723" cy="1124802"/>
          </a:xfrm>
          <a:prstGeom prst="ellipse">
            <a:avLst/>
          </a:prstGeom>
          <a:solidFill>
            <a:srgbClr val="FFFFCC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395288" y="331788"/>
            <a:ext cx="2119491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Sensor Noise</a:t>
            </a:r>
            <a:endParaRPr lang="en-GB" sz="2400" b="1" dirty="0"/>
          </a:p>
        </p:txBody>
      </p:sp>
      <p:pic>
        <p:nvPicPr>
          <p:cNvPr id="47" name="Picture 2" descr="http://t0.gstatic.com/images?q=tbn:ANd9GcR9lkCivr4z96mILGvpJhKHDUOcQF6I6eCWk4AZbLM7hbM63WoyreBQFPI-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31987" y="1797201"/>
            <a:ext cx="2378075" cy="1576768"/>
          </a:xfrm>
          <a:prstGeom prst="rect">
            <a:avLst/>
          </a:prstGeom>
          <a:noFill/>
        </p:spPr>
      </p:pic>
      <p:sp>
        <p:nvSpPr>
          <p:cNvPr id="48" name="TextBox 47"/>
          <p:cNvSpPr txBox="1"/>
          <p:nvPr/>
        </p:nvSpPr>
        <p:spPr>
          <a:xfrm>
            <a:off x="4385982" y="490194"/>
            <a:ext cx="40171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any </a:t>
            </a:r>
            <a:r>
              <a:rPr lang="en-GB" i="1" dirty="0"/>
              <a:t>active</a:t>
            </a:r>
            <a:r>
              <a:rPr lang="en-GB" dirty="0"/>
              <a:t> circuit (and many passive circuits) including camera sensors will produce noise ...</a:t>
            </a:r>
          </a:p>
        </p:txBody>
      </p:sp>
      <p:sp>
        <p:nvSpPr>
          <p:cNvPr id="49" name="Rectangle 48"/>
          <p:cNvSpPr/>
          <p:nvPr/>
        </p:nvSpPr>
        <p:spPr bwMode="auto">
          <a:xfrm>
            <a:off x="395288" y="1054476"/>
            <a:ext cx="3583650" cy="2125742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pic>
        <p:nvPicPr>
          <p:cNvPr id="50" name="Picture 4" descr="http://t1.gstatic.com/images?q=tbn:ANd9GcTel5auGiK9LCtCqa8Vk6hlgW-EEfiRx8BZpwYOSD1cEJBCz_tBWzYEExGu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10777" y="4259741"/>
            <a:ext cx="2439012" cy="1648080"/>
          </a:xfrm>
          <a:prstGeom prst="rect">
            <a:avLst/>
          </a:prstGeom>
          <a:noFill/>
        </p:spPr>
      </p:pic>
      <p:sp>
        <p:nvSpPr>
          <p:cNvPr id="51" name="Right Arrow 53"/>
          <p:cNvSpPr/>
          <p:nvPr/>
        </p:nvSpPr>
        <p:spPr bwMode="auto">
          <a:xfrm rot="4398066">
            <a:off x="6888429" y="3633400"/>
            <a:ext cx="1047750" cy="409575"/>
          </a:xfrm>
          <a:prstGeom prst="rightArrow">
            <a:avLst>
              <a:gd name="adj1" fmla="val 50000"/>
              <a:gd name="adj2" fmla="val 89535"/>
            </a:avLst>
          </a:prstGeom>
          <a:solidFill>
            <a:srgbClr val="FFCC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594291" y="5166251"/>
            <a:ext cx="447420" cy="43815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3335998" y="3657019"/>
            <a:ext cx="447420" cy="43815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2016145" y="5167449"/>
            <a:ext cx="447420" cy="43815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4810090" y="3657019"/>
            <a:ext cx="447420" cy="43815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41711" y="5265847"/>
            <a:ext cx="14550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/>
              <a:t>+       =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02468" y="3756615"/>
            <a:ext cx="14550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/>
              <a:t>+       =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2410004" y="2745004"/>
            <a:ext cx="209550" cy="272046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51415" y="5950606"/>
            <a:ext cx="38054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photocell charge plus positive noise spike = brighter pixel</a:t>
            </a:r>
          </a:p>
        </p:txBody>
      </p:sp>
      <p:sp>
        <p:nvSpPr>
          <p:cNvPr id="20" name="Rectangle 19"/>
          <p:cNvSpPr/>
          <p:nvPr/>
        </p:nvSpPr>
        <p:spPr bwMode="auto">
          <a:xfrm>
            <a:off x="3059089" y="1869659"/>
            <a:ext cx="209550" cy="272046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817710" y="4465026"/>
            <a:ext cx="33531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photocell charge plus negative  noise spike = darker pixel</a:t>
            </a:r>
          </a:p>
        </p:txBody>
      </p:sp>
      <p:sp>
        <p:nvSpPr>
          <p:cNvPr id="24" name="Freeform: Shape 23"/>
          <p:cNvSpPr/>
          <p:nvPr/>
        </p:nvSpPr>
        <p:spPr bwMode="auto">
          <a:xfrm>
            <a:off x="1322816" y="5011788"/>
            <a:ext cx="335743" cy="505722"/>
          </a:xfrm>
          <a:custGeom>
            <a:avLst/>
            <a:gdLst>
              <a:gd name="connsiteX0" fmla="*/ 0 w 609600"/>
              <a:gd name="connsiteY0" fmla="*/ 1409700 h 1419225"/>
              <a:gd name="connsiteX1" fmla="*/ 133350 w 609600"/>
              <a:gd name="connsiteY1" fmla="*/ 1247775 h 1419225"/>
              <a:gd name="connsiteX2" fmla="*/ 247650 w 609600"/>
              <a:gd name="connsiteY2" fmla="*/ 857250 h 1419225"/>
              <a:gd name="connsiteX3" fmla="*/ 304800 w 609600"/>
              <a:gd name="connsiteY3" fmla="*/ 438150 h 1419225"/>
              <a:gd name="connsiteX4" fmla="*/ 342900 w 609600"/>
              <a:gd name="connsiteY4" fmla="*/ 123825 h 1419225"/>
              <a:gd name="connsiteX5" fmla="*/ 400050 w 609600"/>
              <a:gd name="connsiteY5" fmla="*/ 238125 h 1419225"/>
              <a:gd name="connsiteX6" fmla="*/ 466725 w 609600"/>
              <a:gd name="connsiteY6" fmla="*/ 0 h 1419225"/>
              <a:gd name="connsiteX7" fmla="*/ 523875 w 609600"/>
              <a:gd name="connsiteY7" fmla="*/ 923925 h 1419225"/>
              <a:gd name="connsiteX8" fmla="*/ 571500 w 609600"/>
              <a:gd name="connsiteY8" fmla="*/ 1257300 h 1419225"/>
              <a:gd name="connsiteX9" fmla="*/ 609600 w 609600"/>
              <a:gd name="connsiteY9" fmla="*/ 1419225 h 1419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09600" h="1419225">
                <a:moveTo>
                  <a:pt x="0" y="1409700"/>
                </a:moveTo>
                <a:lnTo>
                  <a:pt x="133350" y="1247775"/>
                </a:lnTo>
                <a:lnTo>
                  <a:pt x="247650" y="857250"/>
                </a:lnTo>
                <a:lnTo>
                  <a:pt x="304800" y="438150"/>
                </a:lnTo>
                <a:lnTo>
                  <a:pt x="342900" y="123825"/>
                </a:lnTo>
                <a:lnTo>
                  <a:pt x="400050" y="238125"/>
                </a:lnTo>
                <a:lnTo>
                  <a:pt x="466725" y="0"/>
                </a:lnTo>
                <a:lnTo>
                  <a:pt x="523875" y="923925"/>
                </a:lnTo>
                <a:lnTo>
                  <a:pt x="571500" y="1257300"/>
                </a:lnTo>
                <a:lnTo>
                  <a:pt x="609600" y="1419225"/>
                </a:lnTo>
              </a:path>
            </a:pathLst>
          </a:cu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6" name="Freeform: Shape 25"/>
          <p:cNvSpPr/>
          <p:nvPr/>
        </p:nvSpPr>
        <p:spPr bwMode="auto">
          <a:xfrm>
            <a:off x="4027417" y="3824341"/>
            <a:ext cx="476250" cy="504825"/>
          </a:xfrm>
          <a:custGeom>
            <a:avLst/>
            <a:gdLst>
              <a:gd name="connsiteX0" fmla="*/ 0 w 942975"/>
              <a:gd name="connsiteY0" fmla="*/ 9525 h 885825"/>
              <a:gd name="connsiteX1" fmla="*/ 209550 w 942975"/>
              <a:gd name="connsiteY1" fmla="*/ 28575 h 885825"/>
              <a:gd name="connsiteX2" fmla="*/ 304800 w 942975"/>
              <a:gd name="connsiteY2" fmla="*/ 209550 h 885825"/>
              <a:gd name="connsiteX3" fmla="*/ 390525 w 942975"/>
              <a:gd name="connsiteY3" fmla="*/ 561975 h 885825"/>
              <a:gd name="connsiteX4" fmla="*/ 447675 w 942975"/>
              <a:gd name="connsiteY4" fmla="*/ 533400 h 885825"/>
              <a:gd name="connsiteX5" fmla="*/ 542925 w 942975"/>
              <a:gd name="connsiteY5" fmla="*/ 885825 h 885825"/>
              <a:gd name="connsiteX6" fmla="*/ 619125 w 942975"/>
              <a:gd name="connsiteY6" fmla="*/ 533400 h 885825"/>
              <a:gd name="connsiteX7" fmla="*/ 676275 w 942975"/>
              <a:gd name="connsiteY7" fmla="*/ 581025 h 885825"/>
              <a:gd name="connsiteX8" fmla="*/ 676275 w 942975"/>
              <a:gd name="connsiteY8" fmla="*/ 495300 h 885825"/>
              <a:gd name="connsiteX9" fmla="*/ 790575 w 942975"/>
              <a:gd name="connsiteY9" fmla="*/ 19050 h 885825"/>
              <a:gd name="connsiteX10" fmla="*/ 942975 w 942975"/>
              <a:gd name="connsiteY10" fmla="*/ 0 h 885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2975" h="885825">
                <a:moveTo>
                  <a:pt x="0" y="9525"/>
                </a:moveTo>
                <a:lnTo>
                  <a:pt x="209550" y="28575"/>
                </a:lnTo>
                <a:lnTo>
                  <a:pt x="304800" y="209550"/>
                </a:lnTo>
                <a:lnTo>
                  <a:pt x="390525" y="561975"/>
                </a:lnTo>
                <a:lnTo>
                  <a:pt x="447675" y="533400"/>
                </a:lnTo>
                <a:lnTo>
                  <a:pt x="542925" y="885825"/>
                </a:lnTo>
                <a:lnTo>
                  <a:pt x="619125" y="533400"/>
                </a:lnTo>
                <a:lnTo>
                  <a:pt x="676275" y="581025"/>
                </a:lnTo>
                <a:lnTo>
                  <a:pt x="676275" y="495300"/>
                </a:lnTo>
                <a:lnTo>
                  <a:pt x="790575" y="19050"/>
                </a:lnTo>
                <a:lnTo>
                  <a:pt x="942975" y="0"/>
                </a:lnTo>
              </a:path>
            </a:pathLst>
          </a:cu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cxnSp>
        <p:nvCxnSpPr>
          <p:cNvPr id="40" name="Straight Arrow Connector 39"/>
          <p:cNvCxnSpPr/>
          <p:nvPr/>
        </p:nvCxnSpPr>
        <p:spPr bwMode="auto">
          <a:xfrm>
            <a:off x="2496753" y="5454032"/>
            <a:ext cx="5208603" cy="26981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2" name="Rectangle 51"/>
          <p:cNvSpPr/>
          <p:nvPr/>
        </p:nvSpPr>
        <p:spPr bwMode="auto">
          <a:xfrm>
            <a:off x="7705356" y="5671185"/>
            <a:ext cx="107262" cy="78082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6" name="Rectangle 55"/>
          <p:cNvSpPr/>
          <p:nvPr/>
        </p:nvSpPr>
        <p:spPr bwMode="auto">
          <a:xfrm>
            <a:off x="8010062" y="4807472"/>
            <a:ext cx="107262" cy="780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cxnSp>
        <p:nvCxnSpPr>
          <p:cNvPr id="57" name="Straight Arrow Connector 56"/>
          <p:cNvCxnSpPr>
            <a:stCxn id="15" idx="3"/>
          </p:cNvCxnSpPr>
          <p:nvPr/>
        </p:nvCxnSpPr>
        <p:spPr bwMode="auto">
          <a:xfrm>
            <a:off x="5257510" y="3925892"/>
            <a:ext cx="2752552" cy="85712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2" name="Right Arrow 53"/>
          <p:cNvSpPr/>
          <p:nvPr/>
        </p:nvSpPr>
        <p:spPr bwMode="auto">
          <a:xfrm rot="400775">
            <a:off x="3920792" y="1974175"/>
            <a:ext cx="2559488" cy="409575"/>
          </a:xfrm>
          <a:prstGeom prst="rightArrow">
            <a:avLst>
              <a:gd name="adj1" fmla="val 50000"/>
              <a:gd name="adj2" fmla="val 126492"/>
            </a:avLst>
          </a:prstGeom>
          <a:solidFill>
            <a:srgbClr val="FFCC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480002" y="1083751"/>
            <a:ext cx="40171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original image = pure grey tone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94561" y="5001765"/>
            <a:ext cx="211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recorded image = noisy grey tone</a:t>
            </a:r>
          </a:p>
        </p:txBody>
      </p:sp>
      <p:cxnSp>
        <p:nvCxnSpPr>
          <p:cNvPr id="68" name="Straight Arrow Connector 67"/>
          <p:cNvCxnSpPr/>
          <p:nvPr/>
        </p:nvCxnSpPr>
        <p:spPr bwMode="auto">
          <a:xfrm>
            <a:off x="3240406" y="2230322"/>
            <a:ext cx="638604" cy="1178795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rgbClr val="FF0000">
                <a:alpha val="48000"/>
              </a:srgb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1" name="Straight Arrow Connector 70"/>
          <p:cNvCxnSpPr/>
          <p:nvPr/>
        </p:nvCxnSpPr>
        <p:spPr bwMode="auto">
          <a:xfrm flipH="1">
            <a:off x="1971659" y="3048926"/>
            <a:ext cx="467463" cy="1731654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rgbClr val="FF0000">
                <a:alpha val="48000"/>
              </a:srgb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4" name="TextBox 33"/>
          <p:cNvSpPr txBox="1"/>
          <p:nvPr/>
        </p:nvSpPr>
        <p:spPr>
          <a:xfrm>
            <a:off x="411276" y="3490155"/>
            <a:ext cx="15603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At the instant of image capture: </a:t>
            </a:r>
          </a:p>
        </p:txBody>
      </p:sp>
    </p:spTree>
    <p:extLst>
      <p:ext uri="{BB962C8B-B14F-4D97-AF65-F5344CB8AC3E}">
        <p14:creationId xmlns:p14="http://schemas.microsoft.com/office/powerpoint/2010/main" val="4610122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-7938" y="0"/>
            <a:ext cx="9144001" cy="6858000"/>
          </a:xfrm>
          <a:prstGeom prst="rect">
            <a:avLst/>
          </a:prstGeom>
          <a:solidFill>
            <a:srgbClr val="3E3E3E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00"/>
              </a:solidFill>
            </a:endParaRPr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395288" y="339725"/>
            <a:ext cx="811053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</a:rPr>
              <a:t>Dynamic Range – Camera  Sensor, Signal to Noise</a:t>
            </a:r>
            <a:endParaRPr lang="en-GB" sz="2400" b="1" dirty="0"/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395288" y="1042988"/>
            <a:ext cx="3227387" cy="181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80975" indent="-180975">
              <a:buFont typeface="Arial" charset="0"/>
              <a:buChar char="•"/>
            </a:pPr>
            <a:r>
              <a:rPr lang="en-US">
                <a:solidFill>
                  <a:srgbClr val="FFFF00"/>
                </a:solidFill>
              </a:rPr>
              <a:t>signal: the light which hits the camera sensor</a:t>
            </a:r>
          </a:p>
          <a:p>
            <a:pPr marL="180975" indent="-180975">
              <a:buFont typeface="Arial" charset="0"/>
              <a:buChar char="•"/>
            </a:pPr>
            <a:r>
              <a:rPr lang="en-US">
                <a:solidFill>
                  <a:srgbClr val="FFFF00"/>
                </a:solidFill>
              </a:rPr>
              <a:t>noise is unavoidable</a:t>
            </a:r>
          </a:p>
          <a:p>
            <a:pPr marL="180975" indent="-180975">
              <a:buFont typeface="Arial" charset="0"/>
              <a:buChar char="•"/>
            </a:pPr>
            <a:r>
              <a:rPr lang="en-US">
                <a:solidFill>
                  <a:srgbClr val="FFFF00"/>
                </a:solidFill>
              </a:rPr>
              <a:t>can be small relative to the signal </a:t>
            </a:r>
          </a:p>
          <a:p>
            <a:pPr marL="180975" lvl="1" indent="-180975">
              <a:buFont typeface="Arial" charset="0"/>
              <a:buChar char="•"/>
            </a:pPr>
            <a:r>
              <a:rPr lang="en-US">
                <a:solidFill>
                  <a:srgbClr val="FFFF00"/>
                </a:solidFill>
              </a:rPr>
              <a:t>appears to be nonexistent</a:t>
            </a:r>
          </a:p>
          <a:p>
            <a:pPr marL="180975" indent="-180975">
              <a:buFont typeface="Arial" charset="0"/>
              <a:buChar char="•"/>
            </a:pPr>
            <a:endParaRPr lang="en-US">
              <a:solidFill>
                <a:srgbClr val="FFFF00"/>
              </a:solidFill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78425" y="3708400"/>
            <a:ext cx="3606800" cy="2371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288" y="3686175"/>
            <a:ext cx="3544887" cy="23923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395288" y="6069013"/>
            <a:ext cx="8458200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rgbClr val="FFFF00"/>
                </a:solidFill>
              </a:rPr>
              <a:t>noise low ratio = much noise                          high ratios = very little visible noise</a:t>
            </a:r>
          </a:p>
        </p:txBody>
      </p:sp>
      <p:cxnSp>
        <p:nvCxnSpPr>
          <p:cNvPr id="8" name="Straight Connector 7"/>
          <p:cNvCxnSpPr/>
          <p:nvPr/>
        </p:nvCxnSpPr>
        <p:spPr bwMode="auto">
          <a:xfrm rot="5400000">
            <a:off x="2572544" y="2108994"/>
            <a:ext cx="2339975" cy="17463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Straight Connector 8"/>
          <p:cNvCxnSpPr/>
          <p:nvPr/>
        </p:nvCxnSpPr>
        <p:spPr bwMode="auto">
          <a:xfrm>
            <a:off x="3708400" y="3279775"/>
            <a:ext cx="2376488" cy="7938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Straight Connector 12"/>
          <p:cNvCxnSpPr>
            <a:cxnSpLocks noChangeShapeType="1"/>
          </p:cNvCxnSpPr>
          <p:nvPr/>
        </p:nvCxnSpPr>
        <p:spPr bwMode="auto">
          <a:xfrm>
            <a:off x="3794125" y="2776538"/>
            <a:ext cx="2281238" cy="9525"/>
          </a:xfrm>
          <a:prstGeom prst="line">
            <a:avLst/>
          </a:prstGeom>
          <a:noFill/>
          <a:ln w="9525" algn="ctr">
            <a:solidFill>
              <a:srgbClr val="FF9900"/>
            </a:solidFill>
            <a:round/>
            <a:headEnd/>
            <a:tailEnd/>
          </a:ln>
        </p:spPr>
      </p:cxnSp>
      <p:cxnSp>
        <p:nvCxnSpPr>
          <p:cNvPr id="11" name="Straight Connector 14"/>
          <p:cNvCxnSpPr>
            <a:cxnSpLocks noChangeShapeType="1"/>
          </p:cNvCxnSpPr>
          <p:nvPr/>
        </p:nvCxnSpPr>
        <p:spPr bwMode="auto">
          <a:xfrm rot="5400000" flipH="1" flipV="1">
            <a:off x="3855244" y="1132681"/>
            <a:ext cx="2039938" cy="2041525"/>
          </a:xfrm>
          <a:prstGeom prst="line">
            <a:avLst/>
          </a:prstGeom>
          <a:noFill/>
          <a:ln w="9525" algn="ctr">
            <a:solidFill>
              <a:srgbClr val="FFFF00"/>
            </a:solidFill>
            <a:round/>
            <a:headEnd/>
            <a:tailEnd/>
          </a:ln>
        </p:spPr>
      </p:cxnSp>
      <p:sp>
        <p:nvSpPr>
          <p:cNvPr id="12" name="TextBox 15"/>
          <p:cNvSpPr txBox="1">
            <a:spLocks noChangeArrowheads="1"/>
          </p:cNvSpPr>
          <p:nvPr/>
        </p:nvSpPr>
        <p:spPr bwMode="auto">
          <a:xfrm>
            <a:off x="3743325" y="931863"/>
            <a:ext cx="1273175" cy="436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200">
                <a:solidFill>
                  <a:srgbClr val="FFFF00"/>
                </a:solidFill>
              </a:rPr>
              <a:t>signal strength</a:t>
            </a:r>
          </a:p>
        </p:txBody>
      </p:sp>
      <p:sp>
        <p:nvSpPr>
          <p:cNvPr id="14" name="TextBox 17"/>
          <p:cNvSpPr txBox="1">
            <a:spLocks noChangeArrowheads="1"/>
          </p:cNvSpPr>
          <p:nvPr/>
        </p:nvSpPr>
        <p:spPr bwMode="auto">
          <a:xfrm>
            <a:off x="4478338" y="2786063"/>
            <a:ext cx="171767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200">
                <a:solidFill>
                  <a:srgbClr val="FF9900"/>
                </a:solidFill>
              </a:rPr>
              <a:t>constant noise level</a:t>
            </a:r>
          </a:p>
        </p:txBody>
      </p:sp>
      <p:sp>
        <p:nvSpPr>
          <p:cNvPr id="15" name="TextBox 18"/>
          <p:cNvSpPr txBox="1">
            <a:spLocks noChangeArrowheads="1"/>
          </p:cNvSpPr>
          <p:nvPr/>
        </p:nvSpPr>
        <p:spPr bwMode="auto">
          <a:xfrm>
            <a:off x="5178425" y="1765300"/>
            <a:ext cx="649288" cy="436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200">
                <a:solidFill>
                  <a:schemeClr val="bg1"/>
                </a:solidFill>
              </a:rPr>
              <a:t>image signal</a:t>
            </a:r>
          </a:p>
        </p:txBody>
      </p:sp>
      <p:sp>
        <p:nvSpPr>
          <p:cNvPr id="16" name="TextBox 21"/>
          <p:cNvSpPr txBox="1">
            <a:spLocks noChangeArrowheads="1"/>
          </p:cNvSpPr>
          <p:nvPr/>
        </p:nvSpPr>
        <p:spPr bwMode="auto">
          <a:xfrm>
            <a:off x="6486525" y="1052513"/>
            <a:ext cx="2255838" cy="181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80975" indent="-180975"/>
            <a:r>
              <a:rPr lang="en-US" b="1">
                <a:solidFill>
                  <a:srgbClr val="FFFF00"/>
                </a:solidFill>
              </a:rPr>
              <a:t>Signal to noise ratio (SNR) </a:t>
            </a:r>
          </a:p>
          <a:p>
            <a:pPr marL="180975" indent="-180975">
              <a:buFont typeface="Arial" charset="0"/>
              <a:buChar char="•"/>
            </a:pPr>
            <a:r>
              <a:rPr lang="en-US">
                <a:solidFill>
                  <a:srgbClr val="FFFF00"/>
                </a:solidFill>
              </a:rPr>
              <a:t>compare relative amounts of signal and noise </a:t>
            </a:r>
          </a:p>
          <a:p>
            <a:pPr marL="180975" indent="-180975">
              <a:buFont typeface="Arial" charset="0"/>
              <a:buChar char="•"/>
            </a:pPr>
            <a:r>
              <a:rPr lang="en-US">
                <a:solidFill>
                  <a:srgbClr val="FFFF00"/>
                </a:solidFill>
              </a:rPr>
              <a:t>used for any electronic system</a:t>
            </a:r>
            <a:endParaRPr lang="en-GB"/>
          </a:p>
        </p:txBody>
      </p:sp>
      <p:sp>
        <p:nvSpPr>
          <p:cNvPr id="17" name="Right Brace 24"/>
          <p:cNvSpPr>
            <a:spLocks/>
          </p:cNvSpPr>
          <p:nvPr/>
        </p:nvSpPr>
        <p:spPr bwMode="auto">
          <a:xfrm rot="5400000">
            <a:off x="4027488" y="3117850"/>
            <a:ext cx="238125" cy="866775"/>
          </a:xfrm>
          <a:prstGeom prst="rightBrace">
            <a:avLst>
              <a:gd name="adj1" fmla="val 37057"/>
              <a:gd name="adj2" fmla="val 50000"/>
            </a:avLst>
          </a:prstGeom>
          <a:noFill/>
          <a:ln w="9525" algn="ctr">
            <a:solidFill>
              <a:srgbClr val="FFFF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" name="Right Brace 27"/>
          <p:cNvSpPr>
            <a:spLocks/>
          </p:cNvSpPr>
          <p:nvPr/>
        </p:nvSpPr>
        <p:spPr bwMode="auto">
          <a:xfrm rot="5400000">
            <a:off x="5254625" y="2865438"/>
            <a:ext cx="238125" cy="1371600"/>
          </a:xfrm>
          <a:prstGeom prst="rightBrace">
            <a:avLst>
              <a:gd name="adj1" fmla="val 37093"/>
              <a:gd name="adj2" fmla="val 83644"/>
            </a:avLst>
          </a:prstGeom>
          <a:noFill/>
          <a:ln w="9525" algn="ctr">
            <a:solidFill>
              <a:srgbClr val="FFFF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cxnSp>
        <p:nvCxnSpPr>
          <p:cNvPr id="19" name="Elbow Connector 29"/>
          <p:cNvCxnSpPr>
            <a:cxnSpLocks noChangeShapeType="1"/>
          </p:cNvCxnSpPr>
          <p:nvPr/>
        </p:nvCxnSpPr>
        <p:spPr bwMode="auto">
          <a:xfrm rot="5400000">
            <a:off x="3807619" y="3909219"/>
            <a:ext cx="563562" cy="146050"/>
          </a:xfrm>
          <a:prstGeom prst="bentConnector3">
            <a:avLst>
              <a:gd name="adj1" fmla="val 100000"/>
            </a:avLst>
          </a:prstGeom>
          <a:noFill/>
          <a:ln w="19050" algn="ctr">
            <a:solidFill>
              <a:srgbClr val="FFFF00"/>
            </a:solidFill>
            <a:round/>
            <a:headEnd/>
            <a:tailEnd type="arrow" w="med" len="med"/>
          </a:ln>
        </p:spPr>
      </p:cxnSp>
      <p:cxnSp>
        <p:nvCxnSpPr>
          <p:cNvPr id="20" name="Elbow Connector 36"/>
          <p:cNvCxnSpPr>
            <a:cxnSpLocks noChangeShapeType="1"/>
          </p:cNvCxnSpPr>
          <p:nvPr/>
        </p:nvCxnSpPr>
        <p:spPr bwMode="auto">
          <a:xfrm rot="16200000" flipH="1">
            <a:off x="4725988" y="3875087"/>
            <a:ext cx="573088" cy="201613"/>
          </a:xfrm>
          <a:prstGeom prst="bentConnector3">
            <a:avLst>
              <a:gd name="adj1" fmla="val 100019"/>
            </a:avLst>
          </a:prstGeom>
          <a:noFill/>
          <a:ln w="19050" algn="ctr">
            <a:solidFill>
              <a:srgbClr val="FFFF00"/>
            </a:solidFill>
            <a:round/>
            <a:headEnd/>
            <a:tailEnd type="arrow" w="med" len="med"/>
          </a:ln>
        </p:spPr>
      </p:cxnSp>
      <p:sp>
        <p:nvSpPr>
          <p:cNvPr id="21" name="TextBox 20"/>
          <p:cNvSpPr txBox="1"/>
          <p:nvPr/>
        </p:nvSpPr>
        <p:spPr>
          <a:xfrm>
            <a:off x="6200775" y="6381750"/>
            <a:ext cx="2943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>
                <a:solidFill>
                  <a:srgbClr val="FFC000"/>
                </a:solidFill>
              </a:rPr>
              <a:t>http://www.cambridgeincolour.com/</a:t>
            </a:r>
          </a:p>
        </p:txBody>
      </p:sp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689863" y="3308301"/>
            <a:ext cx="2404037" cy="1461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6"/>
          <p:cNvSpPr txBox="1">
            <a:spLocks noChangeArrowheads="1"/>
          </p:cNvSpPr>
          <p:nvPr/>
        </p:nvSpPr>
        <p:spPr bwMode="auto">
          <a:xfrm>
            <a:off x="4155282" y="3236119"/>
            <a:ext cx="965200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200">
                <a:solidFill>
                  <a:srgbClr val="FFFF00"/>
                </a:solidFill>
              </a:rPr>
              <a:t>light level</a:t>
            </a:r>
          </a:p>
        </p:txBody>
      </p:sp>
    </p:spTree>
    <p:extLst>
      <p:ext uri="{BB962C8B-B14F-4D97-AF65-F5344CB8AC3E}">
        <p14:creationId xmlns:p14="http://schemas.microsoft.com/office/powerpoint/2010/main" val="26210664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Text Box 46"/>
          <p:cNvSpPr txBox="1">
            <a:spLocks noChangeArrowheads="1"/>
          </p:cNvSpPr>
          <p:nvPr/>
        </p:nvSpPr>
        <p:spPr bwMode="auto">
          <a:xfrm>
            <a:off x="430213" y="365125"/>
            <a:ext cx="2506662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Noise Factor, F</a:t>
            </a:r>
            <a:r>
              <a:rPr lang="en-GB" sz="2400" b="1" baseline="-25000" dirty="0"/>
              <a:t>n</a:t>
            </a:r>
            <a:endParaRPr lang="en-US" sz="3600" b="1" dirty="0"/>
          </a:p>
        </p:txBody>
      </p:sp>
      <p:sp>
        <p:nvSpPr>
          <p:cNvPr id="4101" name="Text Box 48"/>
          <p:cNvSpPr txBox="1">
            <a:spLocks noChangeArrowheads="1"/>
          </p:cNvSpPr>
          <p:nvPr/>
        </p:nvSpPr>
        <p:spPr bwMode="auto">
          <a:xfrm>
            <a:off x="483656" y="1621768"/>
            <a:ext cx="5089525" cy="390683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6213" indent="-176213">
              <a:lnSpc>
                <a:spcPts val="2400"/>
              </a:lnSpc>
            </a:pPr>
            <a:r>
              <a:rPr lang="en-US" sz="1600" b="0" dirty="0"/>
              <a:t>The noise factor of a system </a:t>
            </a:r>
            <a:r>
              <a:rPr lang="en-US" sz="1600" b="0"/>
              <a:t>is </a:t>
            </a:r>
          </a:p>
          <a:p>
            <a:pPr marL="176213" indent="-176213">
              <a:lnSpc>
                <a:spcPts val="2400"/>
              </a:lnSpc>
            </a:pPr>
            <a:r>
              <a:rPr lang="en-US"/>
              <a:t>	</a:t>
            </a:r>
            <a:r>
              <a:rPr lang="en-US" sz="1600" b="0"/>
              <a:t>the </a:t>
            </a:r>
            <a:r>
              <a:rPr lang="en-US" sz="1600" b="0" dirty="0"/>
              <a:t>ratio of output noise power (</a:t>
            </a:r>
            <a:r>
              <a:rPr lang="en-US" sz="1600" b="0" dirty="0" err="1"/>
              <a:t>P</a:t>
            </a:r>
            <a:r>
              <a:rPr lang="en-US" sz="1600" b="0" baseline="-25000" dirty="0" err="1"/>
              <a:t>no</a:t>
            </a:r>
            <a:r>
              <a:rPr lang="en-US" sz="1600" b="0"/>
              <a:t>) </a:t>
            </a:r>
          </a:p>
          <a:p>
            <a:pPr marL="176213" indent="-176213">
              <a:lnSpc>
                <a:spcPts val="2400"/>
              </a:lnSpc>
            </a:pPr>
            <a:r>
              <a:rPr lang="en-US"/>
              <a:t>	</a:t>
            </a:r>
            <a:r>
              <a:rPr lang="en-US" sz="1600" b="0"/>
              <a:t>to </a:t>
            </a:r>
            <a:r>
              <a:rPr lang="en-US" sz="1600" b="0" dirty="0"/>
              <a:t>input noise power (</a:t>
            </a:r>
            <a:r>
              <a:rPr lang="en-US" sz="1600" b="0" dirty="0" err="1"/>
              <a:t>P</a:t>
            </a:r>
            <a:r>
              <a:rPr lang="en-US" sz="1600" b="0" baseline="-25000" dirty="0" err="1"/>
              <a:t>ni</a:t>
            </a:r>
            <a:r>
              <a:rPr lang="en-US" sz="1600" b="0" dirty="0"/>
              <a:t>): </a:t>
            </a:r>
          </a:p>
          <a:p>
            <a:pPr marL="176213" indent="-176213"/>
            <a:endParaRPr lang="en-GB" sz="1600" b="0" dirty="0"/>
          </a:p>
          <a:p>
            <a:pPr marL="176213" indent="-176213"/>
            <a:endParaRPr lang="en-GB" sz="1600" b="0" dirty="0"/>
          </a:p>
          <a:p>
            <a:pPr marL="176213" indent="-176213"/>
            <a:endParaRPr lang="en-GB" sz="1600" b="0" dirty="0"/>
          </a:p>
          <a:p>
            <a:pPr marL="176213" indent="-176213"/>
            <a:endParaRPr lang="en-GB" sz="1600" b="0" dirty="0"/>
          </a:p>
          <a:p>
            <a:pPr marL="176213" indent="-176213"/>
            <a:r>
              <a:rPr lang="en-GB" sz="1600" b="0"/>
              <a:t>Ideally </a:t>
            </a:r>
            <a:r>
              <a:rPr lang="en-GB" sz="1600" b="0" dirty="0" err="1"/>
              <a:t>F</a:t>
            </a:r>
            <a:r>
              <a:rPr lang="en-GB" sz="1600" b="0" baseline="-25000" dirty="0" err="1"/>
              <a:t>n</a:t>
            </a:r>
            <a:r>
              <a:rPr lang="en-GB" sz="1600" b="0" dirty="0"/>
              <a:t> = 1 </a:t>
            </a:r>
          </a:p>
          <a:p>
            <a:pPr marL="176213" indent="-176213"/>
            <a:r>
              <a:rPr lang="en-GB" sz="1600" b="0" dirty="0"/>
              <a:t>	</a:t>
            </a:r>
            <a:r>
              <a:rPr lang="en-GB" sz="1100" b="0" dirty="0"/>
              <a:t>(because noise out would = noise in)</a:t>
            </a:r>
            <a:r>
              <a:rPr lang="en-GB" sz="1050" b="0" dirty="0"/>
              <a:t> </a:t>
            </a:r>
            <a:endParaRPr lang="en-GB" sz="1600" b="0" dirty="0"/>
          </a:p>
          <a:p>
            <a:pPr marL="176213" indent="-176213"/>
            <a:endParaRPr lang="en-GB" sz="1600" b="0" dirty="0"/>
          </a:p>
          <a:p>
            <a:pPr marL="176213" indent="-176213">
              <a:lnSpc>
                <a:spcPts val="2300"/>
              </a:lnSpc>
              <a:buFontTx/>
              <a:buChar char="•"/>
            </a:pPr>
            <a:r>
              <a:rPr lang="en-GB" sz="1600" b="0" dirty="0"/>
              <a:t>Noise sources are subject to temperature (thermal </a:t>
            </a:r>
            <a:r>
              <a:rPr lang="en-GB" sz="1600" b="0"/>
              <a:t>noise)</a:t>
            </a:r>
          </a:p>
          <a:p>
            <a:pPr>
              <a:lnSpc>
                <a:spcPts val="2300"/>
              </a:lnSpc>
            </a:pPr>
            <a:r>
              <a:rPr lang="en-GB" sz="1600" b="0">
                <a:ea typeface="Lucida Sans Unicode" pitchFamily="34" charset="0"/>
                <a:cs typeface="Lucida Sans Unicode" pitchFamily="34" charset="0"/>
              </a:rPr>
              <a:t>   ∴ </a:t>
            </a:r>
            <a:r>
              <a:rPr lang="en-GB" sz="1600" b="0" dirty="0"/>
              <a:t>needs to be measured at a </a:t>
            </a:r>
            <a:r>
              <a:rPr lang="en-GB" sz="1600" b="0"/>
              <a:t>standard 	temperature </a:t>
            </a:r>
            <a:r>
              <a:rPr lang="en-GB" sz="1600" b="0" dirty="0"/>
              <a:t>= T</a:t>
            </a:r>
            <a:r>
              <a:rPr lang="en-GB" sz="1600" b="0" baseline="-25000" dirty="0"/>
              <a:t>0</a:t>
            </a:r>
            <a:r>
              <a:rPr lang="en-GB" sz="1600" b="0" dirty="0"/>
              <a:t> = 20</a:t>
            </a:r>
            <a:r>
              <a:rPr lang="en-US" sz="1600" b="0" dirty="0">
                <a:ea typeface="Lucida Sans Unicode" pitchFamily="34" charset="0"/>
                <a:cs typeface="Lucida Sans Unicode" pitchFamily="34" charset="0"/>
              </a:rPr>
              <a:t>ºC;  = 293K</a:t>
            </a:r>
            <a:endParaRPr lang="en-US" sz="1600" b="0" dirty="0"/>
          </a:p>
        </p:txBody>
      </p:sp>
      <p:sp>
        <p:nvSpPr>
          <p:cNvPr id="4102" name="Rectangle 61"/>
          <p:cNvSpPr>
            <a:spLocks noChangeArrowheads="1"/>
          </p:cNvSpPr>
          <p:nvPr/>
        </p:nvSpPr>
        <p:spPr bwMode="auto">
          <a:xfrm>
            <a:off x="5769504" y="1594918"/>
            <a:ext cx="3338512" cy="3135024"/>
          </a:xfrm>
          <a:prstGeom prst="rect">
            <a:avLst/>
          </a:prstGeom>
          <a:solidFill>
            <a:srgbClr val="FFFFCC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03" name="AutoShape 54"/>
          <p:cNvSpPr>
            <a:spLocks noChangeArrowheads="1"/>
          </p:cNvSpPr>
          <p:nvPr/>
        </p:nvSpPr>
        <p:spPr bwMode="auto">
          <a:xfrm rot="5400000">
            <a:off x="6796881" y="1920082"/>
            <a:ext cx="1298575" cy="1376362"/>
          </a:xfrm>
          <a:prstGeom prst="triangle">
            <a:avLst>
              <a:gd name="adj" fmla="val 50000"/>
            </a:avLst>
          </a:prstGeom>
          <a:solidFill>
            <a:srgbClr val="FFCC66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600"/>
          </a:p>
        </p:txBody>
      </p:sp>
      <p:sp>
        <p:nvSpPr>
          <p:cNvPr id="4104" name="Line 55"/>
          <p:cNvSpPr>
            <a:spLocks noChangeShapeType="1"/>
          </p:cNvSpPr>
          <p:nvPr/>
        </p:nvSpPr>
        <p:spPr bwMode="auto">
          <a:xfrm>
            <a:off x="6200775" y="2613025"/>
            <a:ext cx="727075" cy="0"/>
          </a:xfrm>
          <a:prstGeom prst="line">
            <a:avLst/>
          </a:prstGeom>
          <a:noFill/>
          <a:ln w="76200">
            <a:solidFill>
              <a:srgbClr val="8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sz="1600"/>
          </a:p>
        </p:txBody>
      </p:sp>
      <p:sp>
        <p:nvSpPr>
          <p:cNvPr id="4105" name="Rectangle 57"/>
          <p:cNvSpPr>
            <a:spLocks noChangeArrowheads="1"/>
          </p:cNvSpPr>
          <p:nvPr/>
        </p:nvSpPr>
        <p:spPr bwMode="auto">
          <a:xfrm>
            <a:off x="6992938" y="2305050"/>
            <a:ext cx="476412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/>
              <a:t>F</a:t>
            </a:r>
            <a:r>
              <a:rPr lang="en-GB" sz="2400" baseline="-25000"/>
              <a:t>n</a:t>
            </a:r>
            <a:endParaRPr lang="en-US" sz="2400" baseline="-25000"/>
          </a:p>
        </p:txBody>
      </p:sp>
      <p:graphicFrame>
        <p:nvGraphicFramePr>
          <p:cNvPr id="4099" name="Object 58"/>
          <p:cNvGraphicFramePr>
            <a:graphicFrameLocks noChangeAspect="1"/>
          </p:cNvGraphicFramePr>
          <p:nvPr/>
        </p:nvGraphicFramePr>
        <p:xfrm>
          <a:off x="7000875" y="3592513"/>
          <a:ext cx="925513" cy="703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83947" imgH="444307" progId="Equation.3">
                  <p:embed/>
                </p:oleObj>
              </mc:Choice>
              <mc:Fallback>
                <p:oleObj name="Equation" r:id="rId2" imgW="583947" imgH="444307" progId="Equation.3">
                  <p:embed/>
                  <p:pic>
                    <p:nvPicPr>
                      <p:cNvPr id="4099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0875" y="3592513"/>
                        <a:ext cx="925513" cy="703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6" name="Line 60"/>
          <p:cNvSpPr>
            <a:spLocks noChangeShapeType="1"/>
          </p:cNvSpPr>
          <p:nvPr/>
        </p:nvSpPr>
        <p:spPr bwMode="auto">
          <a:xfrm>
            <a:off x="7974013" y="2613025"/>
            <a:ext cx="727075" cy="0"/>
          </a:xfrm>
          <a:prstGeom prst="line">
            <a:avLst/>
          </a:prstGeom>
          <a:noFill/>
          <a:ln w="76200">
            <a:solidFill>
              <a:srgbClr val="8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sz="1600"/>
          </a:p>
        </p:txBody>
      </p:sp>
      <p:sp>
        <p:nvSpPr>
          <p:cNvPr id="4107" name="Rectangle 65"/>
          <p:cNvSpPr>
            <a:spLocks noChangeArrowheads="1"/>
          </p:cNvSpPr>
          <p:nvPr/>
        </p:nvSpPr>
        <p:spPr bwMode="auto">
          <a:xfrm>
            <a:off x="468313" y="914400"/>
            <a:ext cx="5311775" cy="67005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ts val="2300"/>
              </a:lnSpc>
            </a:pPr>
            <a:r>
              <a:rPr lang="en-US" sz="1600" b="0"/>
              <a:t>specifies </a:t>
            </a:r>
            <a:r>
              <a:rPr lang="en-US" sz="1600" b="0" dirty="0"/>
              <a:t>how much </a:t>
            </a:r>
            <a:r>
              <a:rPr lang="en-US" sz="1600" b="0" i="1" dirty="0"/>
              <a:t>additional noise </a:t>
            </a:r>
            <a:r>
              <a:rPr lang="en-US" sz="1600" b="0" dirty="0"/>
              <a:t>the device will </a:t>
            </a:r>
            <a:r>
              <a:rPr lang="en-US" sz="1600" b="0" i="1" dirty="0"/>
              <a:t>contribute </a:t>
            </a:r>
            <a:r>
              <a:rPr lang="en-US" sz="1600" b="0" dirty="0"/>
              <a:t>to the noise already from the source.</a:t>
            </a:r>
          </a:p>
        </p:txBody>
      </p:sp>
      <p:grpSp>
        <p:nvGrpSpPr>
          <p:cNvPr id="3" name="Group 70"/>
          <p:cNvGrpSpPr>
            <a:grpSpLocks/>
          </p:cNvGrpSpPr>
          <p:nvPr/>
        </p:nvGrpSpPr>
        <p:grpSpPr bwMode="auto">
          <a:xfrm>
            <a:off x="6013450" y="2824163"/>
            <a:ext cx="612775" cy="209550"/>
            <a:chOff x="3404" y="1080"/>
            <a:chExt cx="1755" cy="819"/>
          </a:xfrm>
        </p:grpSpPr>
        <p:grpSp>
          <p:nvGrpSpPr>
            <p:cNvPr id="4" name="Group 71"/>
            <p:cNvGrpSpPr>
              <a:grpSpLocks/>
            </p:cNvGrpSpPr>
            <p:nvPr/>
          </p:nvGrpSpPr>
          <p:grpSpPr bwMode="auto">
            <a:xfrm>
              <a:off x="3404" y="1080"/>
              <a:ext cx="590" cy="801"/>
              <a:chOff x="3462" y="1100"/>
              <a:chExt cx="1549" cy="801"/>
            </a:xfrm>
          </p:grpSpPr>
          <p:sp>
            <p:nvSpPr>
              <p:cNvPr id="4141" name="Freeform 72"/>
              <p:cNvSpPr>
                <a:spLocks/>
              </p:cNvSpPr>
              <p:nvPr/>
            </p:nvSpPr>
            <p:spPr bwMode="auto">
              <a:xfrm>
                <a:off x="3462" y="1126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4142" name="Freeform 73"/>
              <p:cNvSpPr>
                <a:spLocks/>
              </p:cNvSpPr>
              <p:nvPr/>
            </p:nvSpPr>
            <p:spPr bwMode="auto">
              <a:xfrm flipH="1" flipV="1">
                <a:off x="3770" y="1145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4143" name="Freeform 74"/>
              <p:cNvSpPr>
                <a:spLocks/>
              </p:cNvSpPr>
              <p:nvPr/>
            </p:nvSpPr>
            <p:spPr bwMode="auto">
              <a:xfrm flipH="1">
                <a:off x="4077" y="1119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4144" name="Freeform 75"/>
              <p:cNvSpPr>
                <a:spLocks/>
              </p:cNvSpPr>
              <p:nvPr/>
            </p:nvSpPr>
            <p:spPr bwMode="auto">
              <a:xfrm flipV="1">
                <a:off x="4385" y="1138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4145" name="Freeform 76"/>
              <p:cNvSpPr>
                <a:spLocks/>
              </p:cNvSpPr>
              <p:nvPr/>
            </p:nvSpPr>
            <p:spPr bwMode="auto">
              <a:xfrm flipH="1">
                <a:off x="4698" y="1100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</p:grpSp>
        <p:grpSp>
          <p:nvGrpSpPr>
            <p:cNvPr id="5" name="Group 77"/>
            <p:cNvGrpSpPr>
              <a:grpSpLocks/>
            </p:cNvGrpSpPr>
            <p:nvPr/>
          </p:nvGrpSpPr>
          <p:grpSpPr bwMode="auto">
            <a:xfrm flipH="1">
              <a:off x="3986" y="1092"/>
              <a:ext cx="590" cy="801"/>
              <a:chOff x="3462" y="1100"/>
              <a:chExt cx="1549" cy="801"/>
            </a:xfrm>
          </p:grpSpPr>
          <p:sp>
            <p:nvSpPr>
              <p:cNvPr id="4136" name="Freeform 78"/>
              <p:cNvSpPr>
                <a:spLocks/>
              </p:cNvSpPr>
              <p:nvPr/>
            </p:nvSpPr>
            <p:spPr bwMode="auto">
              <a:xfrm>
                <a:off x="3462" y="1126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4137" name="Freeform 79"/>
              <p:cNvSpPr>
                <a:spLocks/>
              </p:cNvSpPr>
              <p:nvPr/>
            </p:nvSpPr>
            <p:spPr bwMode="auto">
              <a:xfrm flipH="1" flipV="1">
                <a:off x="3770" y="1145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4138" name="Freeform 80"/>
              <p:cNvSpPr>
                <a:spLocks/>
              </p:cNvSpPr>
              <p:nvPr/>
            </p:nvSpPr>
            <p:spPr bwMode="auto">
              <a:xfrm flipH="1">
                <a:off x="4077" y="1119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4139" name="Freeform 81"/>
              <p:cNvSpPr>
                <a:spLocks/>
              </p:cNvSpPr>
              <p:nvPr/>
            </p:nvSpPr>
            <p:spPr bwMode="auto">
              <a:xfrm flipV="1">
                <a:off x="4385" y="1138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4140" name="Freeform 82"/>
              <p:cNvSpPr>
                <a:spLocks/>
              </p:cNvSpPr>
              <p:nvPr/>
            </p:nvSpPr>
            <p:spPr bwMode="auto">
              <a:xfrm flipH="1">
                <a:off x="4698" y="1100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</p:grpSp>
        <p:grpSp>
          <p:nvGrpSpPr>
            <p:cNvPr id="6" name="Group 83"/>
            <p:cNvGrpSpPr>
              <a:grpSpLocks/>
            </p:cNvGrpSpPr>
            <p:nvPr/>
          </p:nvGrpSpPr>
          <p:grpSpPr bwMode="auto">
            <a:xfrm flipH="1">
              <a:off x="4569" y="1098"/>
              <a:ext cx="590" cy="801"/>
              <a:chOff x="3462" y="1100"/>
              <a:chExt cx="1549" cy="801"/>
            </a:xfrm>
          </p:grpSpPr>
          <p:sp>
            <p:nvSpPr>
              <p:cNvPr id="4131" name="Freeform 84"/>
              <p:cNvSpPr>
                <a:spLocks/>
              </p:cNvSpPr>
              <p:nvPr/>
            </p:nvSpPr>
            <p:spPr bwMode="auto">
              <a:xfrm>
                <a:off x="3462" y="1126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4132" name="Freeform 85"/>
              <p:cNvSpPr>
                <a:spLocks/>
              </p:cNvSpPr>
              <p:nvPr/>
            </p:nvSpPr>
            <p:spPr bwMode="auto">
              <a:xfrm flipH="1" flipV="1">
                <a:off x="3770" y="1145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4133" name="Freeform 86"/>
              <p:cNvSpPr>
                <a:spLocks/>
              </p:cNvSpPr>
              <p:nvPr/>
            </p:nvSpPr>
            <p:spPr bwMode="auto">
              <a:xfrm flipH="1">
                <a:off x="4077" y="1119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4134" name="Freeform 87"/>
              <p:cNvSpPr>
                <a:spLocks/>
              </p:cNvSpPr>
              <p:nvPr/>
            </p:nvSpPr>
            <p:spPr bwMode="auto">
              <a:xfrm flipV="1">
                <a:off x="4385" y="1138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4135" name="Freeform 88"/>
              <p:cNvSpPr>
                <a:spLocks/>
              </p:cNvSpPr>
              <p:nvPr/>
            </p:nvSpPr>
            <p:spPr bwMode="auto">
              <a:xfrm flipH="1">
                <a:off x="4698" y="1100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</p:grpSp>
      </p:grpSp>
      <p:grpSp>
        <p:nvGrpSpPr>
          <p:cNvPr id="7" name="Group 89"/>
          <p:cNvGrpSpPr>
            <a:grpSpLocks/>
          </p:cNvGrpSpPr>
          <p:nvPr/>
        </p:nvGrpSpPr>
        <p:grpSpPr bwMode="auto">
          <a:xfrm>
            <a:off x="7885113" y="2771775"/>
            <a:ext cx="820737" cy="504825"/>
            <a:chOff x="3404" y="1080"/>
            <a:chExt cx="1755" cy="819"/>
          </a:xfrm>
        </p:grpSpPr>
        <p:grpSp>
          <p:nvGrpSpPr>
            <p:cNvPr id="8" name="Group 90"/>
            <p:cNvGrpSpPr>
              <a:grpSpLocks/>
            </p:cNvGrpSpPr>
            <p:nvPr/>
          </p:nvGrpSpPr>
          <p:grpSpPr bwMode="auto">
            <a:xfrm>
              <a:off x="3404" y="1080"/>
              <a:ext cx="590" cy="801"/>
              <a:chOff x="3462" y="1100"/>
              <a:chExt cx="1549" cy="801"/>
            </a:xfrm>
          </p:grpSpPr>
          <p:sp>
            <p:nvSpPr>
              <p:cNvPr id="4123" name="Freeform 91"/>
              <p:cNvSpPr>
                <a:spLocks/>
              </p:cNvSpPr>
              <p:nvPr/>
            </p:nvSpPr>
            <p:spPr bwMode="auto">
              <a:xfrm>
                <a:off x="3462" y="1126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4124" name="Freeform 92"/>
              <p:cNvSpPr>
                <a:spLocks/>
              </p:cNvSpPr>
              <p:nvPr/>
            </p:nvSpPr>
            <p:spPr bwMode="auto">
              <a:xfrm flipH="1" flipV="1">
                <a:off x="3770" y="1145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4125" name="Freeform 93"/>
              <p:cNvSpPr>
                <a:spLocks/>
              </p:cNvSpPr>
              <p:nvPr/>
            </p:nvSpPr>
            <p:spPr bwMode="auto">
              <a:xfrm flipH="1">
                <a:off x="4077" y="1119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4126" name="Freeform 94"/>
              <p:cNvSpPr>
                <a:spLocks/>
              </p:cNvSpPr>
              <p:nvPr/>
            </p:nvSpPr>
            <p:spPr bwMode="auto">
              <a:xfrm flipV="1">
                <a:off x="4385" y="1138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4127" name="Freeform 95"/>
              <p:cNvSpPr>
                <a:spLocks/>
              </p:cNvSpPr>
              <p:nvPr/>
            </p:nvSpPr>
            <p:spPr bwMode="auto">
              <a:xfrm flipH="1">
                <a:off x="4698" y="1100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</p:grpSp>
        <p:grpSp>
          <p:nvGrpSpPr>
            <p:cNvPr id="9" name="Group 96"/>
            <p:cNvGrpSpPr>
              <a:grpSpLocks/>
            </p:cNvGrpSpPr>
            <p:nvPr/>
          </p:nvGrpSpPr>
          <p:grpSpPr bwMode="auto">
            <a:xfrm flipH="1">
              <a:off x="3986" y="1092"/>
              <a:ext cx="590" cy="801"/>
              <a:chOff x="3462" y="1100"/>
              <a:chExt cx="1549" cy="801"/>
            </a:xfrm>
          </p:grpSpPr>
          <p:sp>
            <p:nvSpPr>
              <p:cNvPr id="4118" name="Freeform 97"/>
              <p:cNvSpPr>
                <a:spLocks/>
              </p:cNvSpPr>
              <p:nvPr/>
            </p:nvSpPr>
            <p:spPr bwMode="auto">
              <a:xfrm>
                <a:off x="3462" y="1126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4119" name="Freeform 98"/>
              <p:cNvSpPr>
                <a:spLocks/>
              </p:cNvSpPr>
              <p:nvPr/>
            </p:nvSpPr>
            <p:spPr bwMode="auto">
              <a:xfrm flipH="1" flipV="1">
                <a:off x="3770" y="1145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4120" name="Freeform 99"/>
              <p:cNvSpPr>
                <a:spLocks/>
              </p:cNvSpPr>
              <p:nvPr/>
            </p:nvSpPr>
            <p:spPr bwMode="auto">
              <a:xfrm flipH="1">
                <a:off x="4077" y="1119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4121" name="Freeform 100"/>
              <p:cNvSpPr>
                <a:spLocks/>
              </p:cNvSpPr>
              <p:nvPr/>
            </p:nvSpPr>
            <p:spPr bwMode="auto">
              <a:xfrm flipV="1">
                <a:off x="4385" y="1138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4122" name="Freeform 101"/>
              <p:cNvSpPr>
                <a:spLocks/>
              </p:cNvSpPr>
              <p:nvPr/>
            </p:nvSpPr>
            <p:spPr bwMode="auto">
              <a:xfrm flipH="1">
                <a:off x="4698" y="1100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</p:grpSp>
        <p:grpSp>
          <p:nvGrpSpPr>
            <p:cNvPr id="10" name="Group 102"/>
            <p:cNvGrpSpPr>
              <a:grpSpLocks/>
            </p:cNvGrpSpPr>
            <p:nvPr/>
          </p:nvGrpSpPr>
          <p:grpSpPr bwMode="auto">
            <a:xfrm flipH="1">
              <a:off x="4569" y="1098"/>
              <a:ext cx="590" cy="801"/>
              <a:chOff x="3462" y="1100"/>
              <a:chExt cx="1549" cy="801"/>
            </a:xfrm>
          </p:grpSpPr>
          <p:sp>
            <p:nvSpPr>
              <p:cNvPr id="4113" name="Freeform 103"/>
              <p:cNvSpPr>
                <a:spLocks/>
              </p:cNvSpPr>
              <p:nvPr/>
            </p:nvSpPr>
            <p:spPr bwMode="auto">
              <a:xfrm>
                <a:off x="3462" y="1126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4114" name="Freeform 104"/>
              <p:cNvSpPr>
                <a:spLocks/>
              </p:cNvSpPr>
              <p:nvPr/>
            </p:nvSpPr>
            <p:spPr bwMode="auto">
              <a:xfrm flipH="1" flipV="1">
                <a:off x="3770" y="1145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4115" name="Freeform 105"/>
              <p:cNvSpPr>
                <a:spLocks/>
              </p:cNvSpPr>
              <p:nvPr/>
            </p:nvSpPr>
            <p:spPr bwMode="auto">
              <a:xfrm flipH="1">
                <a:off x="4077" y="1119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4116" name="Freeform 106"/>
              <p:cNvSpPr>
                <a:spLocks/>
              </p:cNvSpPr>
              <p:nvPr/>
            </p:nvSpPr>
            <p:spPr bwMode="auto">
              <a:xfrm flipV="1">
                <a:off x="4385" y="1138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4117" name="Freeform 107"/>
              <p:cNvSpPr>
                <a:spLocks/>
              </p:cNvSpPr>
              <p:nvPr/>
            </p:nvSpPr>
            <p:spPr bwMode="auto">
              <a:xfrm flipH="1">
                <a:off x="4698" y="1100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</p:grpSp>
      </p:grpSp>
      <p:sp>
        <p:nvSpPr>
          <p:cNvPr id="2" name="Rectangle 1"/>
          <p:cNvSpPr/>
          <p:nvPr/>
        </p:nvSpPr>
        <p:spPr>
          <a:xfrm>
            <a:off x="6320062" y="3765614"/>
            <a:ext cx="67518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6213" indent="-176213"/>
            <a:r>
              <a:rPr lang="en-GB" sz="1600" b="0" dirty="0" err="1"/>
              <a:t>F</a:t>
            </a:r>
            <a:r>
              <a:rPr lang="en-GB" sz="1600" b="0" baseline="-25000" dirty="0" err="1"/>
              <a:t>n</a:t>
            </a:r>
            <a:r>
              <a:rPr lang="en-GB" sz="1600" b="0" dirty="0"/>
              <a:t> = 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D7AA56A-8832-D079-72C6-C7EB2FD96C17}"/>
              </a:ext>
            </a:extLst>
          </p:cNvPr>
          <p:cNvGrpSpPr/>
          <p:nvPr/>
        </p:nvGrpSpPr>
        <p:grpSpPr>
          <a:xfrm>
            <a:off x="658314" y="2607189"/>
            <a:ext cx="1827191" cy="868950"/>
            <a:chOff x="658314" y="2607189"/>
            <a:chExt cx="1827191" cy="86895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61346C6-7ED7-AAF0-C5F4-126C0D92E221}"/>
                </a:ext>
              </a:extLst>
            </p:cNvPr>
            <p:cNvSpPr/>
            <p:nvPr/>
          </p:nvSpPr>
          <p:spPr bwMode="auto">
            <a:xfrm>
              <a:off x="658314" y="2607189"/>
              <a:ext cx="1827191" cy="868950"/>
            </a:xfrm>
            <a:prstGeom prst="rect">
              <a:avLst/>
            </a:prstGeom>
            <a:solidFill>
              <a:srgbClr val="FFFFC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52" name="Rectangle 17">
              <a:extLst>
                <a:ext uri="{FF2B5EF4-FFF2-40B4-BE49-F238E27FC236}">
                  <a16:creationId xmlns:a16="http://schemas.microsoft.com/office/drawing/2014/main" id="{09DF8BBA-31D4-4C99-B18A-9A97885982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314" y="2786418"/>
              <a:ext cx="660242" cy="3698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b="0"/>
                <a:t>F</a:t>
              </a:r>
              <a:r>
                <a:rPr lang="en-GB" b="0" baseline="-25000"/>
                <a:t>n</a:t>
              </a:r>
              <a:r>
                <a:rPr lang="en-GB" b="0"/>
                <a:t> =</a:t>
              </a:r>
              <a:endParaRPr lang="en-US" b="0"/>
            </a:p>
          </p:txBody>
        </p:sp>
        <p:graphicFrame>
          <p:nvGraphicFramePr>
            <p:cNvPr id="11" name="Object 58">
              <a:extLst>
                <a:ext uri="{FF2B5EF4-FFF2-40B4-BE49-F238E27FC236}">
                  <a16:creationId xmlns:a16="http://schemas.microsoft.com/office/drawing/2014/main" id="{5152BAD3-4379-741C-6110-0037896DB4B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13873" y="2678599"/>
            <a:ext cx="925513" cy="703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583947" imgH="444307" progId="Equation.3">
                    <p:embed/>
                  </p:oleObj>
                </mc:Choice>
                <mc:Fallback>
                  <p:oleObj name="Equation" r:id="rId2" imgW="583947" imgH="444307" progId="Equation.3">
                    <p:embed/>
                    <p:pic>
                      <p:nvPicPr>
                        <p:cNvPr id="11" name="Object 58">
                          <a:extLst>
                            <a:ext uri="{FF2B5EF4-FFF2-40B4-BE49-F238E27FC236}">
                              <a16:creationId xmlns:a16="http://schemas.microsoft.com/office/drawing/2014/main" id="{5152BAD3-4379-741C-6110-0037896DB4B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3873" y="2678599"/>
                          <a:ext cx="925513" cy="7032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E9CA6C4-E125-FDE9-724F-F48B4F09CB73}"/>
              </a:ext>
            </a:extLst>
          </p:cNvPr>
          <p:cNvGrpSpPr/>
          <p:nvPr/>
        </p:nvGrpSpPr>
        <p:grpSpPr>
          <a:xfrm>
            <a:off x="395288" y="5703069"/>
            <a:ext cx="6708303" cy="851772"/>
            <a:chOff x="395288" y="5760720"/>
            <a:chExt cx="6708303" cy="851772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35E05C7-24DA-6F3F-6932-7BA7C077C4F5}"/>
                </a:ext>
              </a:extLst>
            </p:cNvPr>
            <p:cNvSpPr/>
            <p:nvPr/>
          </p:nvSpPr>
          <p:spPr bwMode="auto">
            <a:xfrm>
              <a:off x="395288" y="5760720"/>
              <a:ext cx="6708303" cy="78599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8" name="Text Box 4">
              <a:extLst>
                <a:ext uri="{FF2B5EF4-FFF2-40B4-BE49-F238E27FC236}">
                  <a16:creationId xmlns:a16="http://schemas.microsoft.com/office/drawing/2014/main" id="{12AE3564-1C7F-93D9-9C84-7B619FD18F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288" y="5944235"/>
              <a:ext cx="2230098" cy="40011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2000" b="1" dirty="0"/>
                <a:t>Noise Figure, NF</a:t>
              </a:r>
              <a:endParaRPr lang="en-US" sz="3200" b="1" dirty="0"/>
            </a:p>
          </p:txBody>
        </p:sp>
        <p:sp>
          <p:nvSpPr>
            <p:cNvPr id="19" name="Rectangle 5">
              <a:extLst>
                <a:ext uri="{FF2B5EF4-FFF2-40B4-BE49-F238E27FC236}">
                  <a16:creationId xmlns:a16="http://schemas.microsoft.com/office/drawing/2014/main" id="{0E20194D-EB2C-352D-5E02-EBF3583E4C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8441" y="5863569"/>
              <a:ext cx="4345150" cy="74892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r>
                <a:rPr lang="en-GB" sz="1600" b="0"/>
                <a:t>Noise Figure NF is the Noise Factor in dB</a:t>
              </a:r>
            </a:p>
            <a:p>
              <a:r>
                <a:rPr lang="en-GB" sz="1600" b="0"/>
                <a:t>NF = 10 Log</a:t>
              </a:r>
              <a:r>
                <a:rPr lang="en-GB" sz="1600" b="0" baseline="-25000"/>
                <a:t>10</a:t>
              </a:r>
              <a:r>
                <a:rPr lang="en-GB" sz="1600" b="0"/>
                <a:t> F</a:t>
              </a:r>
              <a:r>
                <a:rPr lang="en-GB" sz="1600" b="0" baseline="-25000"/>
                <a:t>n</a:t>
              </a:r>
              <a:r>
                <a:rPr lang="en-GB" sz="1600" baseline="-25000"/>
                <a:t> </a:t>
              </a:r>
            </a:p>
            <a:p>
              <a:endParaRPr lang="en-GB" sz="1600" baseline="-25000"/>
            </a:p>
          </p:txBody>
        </p:sp>
      </p:grpSp>
    </p:spTree>
    <p:extLst>
      <p:ext uri="{BB962C8B-B14F-4D97-AF65-F5344CB8AC3E}">
        <p14:creationId xmlns:p14="http://schemas.microsoft.com/office/powerpoint/2010/main" val="29122694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468313" y="365125"/>
            <a:ext cx="2651125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Signal Distortion</a:t>
            </a:r>
            <a:endParaRPr lang="en-US" sz="2400" b="1" dirty="0"/>
          </a:p>
        </p:txBody>
      </p:sp>
      <p:sp>
        <p:nvSpPr>
          <p:cNvPr id="3" name="Rectangle 2"/>
          <p:cNvSpPr/>
          <p:nvPr/>
        </p:nvSpPr>
        <p:spPr>
          <a:xfrm>
            <a:off x="468309" y="918543"/>
            <a:ext cx="8122796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Frequency Distortion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US" sz="1400" b="0" dirty="0"/>
              <a:t>certain frequencies are boost or cut unevenly across the audio spectrum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US" sz="1400" b="0" dirty="0"/>
              <a:t>stated in equipment specifications as the components frequency response</a:t>
            </a:r>
          </a:p>
          <a:p>
            <a:pPr marL="180975" indent="-180975">
              <a:buFont typeface="Arial" pitchFamily="34" charset="0"/>
              <a:buChar char="•"/>
            </a:pPr>
            <a:endParaRPr lang="en-US" sz="1400" b="0" dirty="0"/>
          </a:p>
          <a:p>
            <a:r>
              <a:rPr lang="en-US" sz="1400" b="1" dirty="0"/>
              <a:t>Phase Distortion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US" sz="1400" b="0" dirty="0"/>
              <a:t>given frequency from a complex waveform takes longer to pass through a signal chain than others: i.e. a phase shift in the individual frequencies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US" sz="1400" b="0" dirty="0"/>
              <a:t>(amplitudes may be amplified equally over the entire frequency band, but  the composite waveform has been varied)</a:t>
            </a:r>
          </a:p>
          <a:p>
            <a:pPr marL="180975" indent="-180975">
              <a:buFont typeface="Arial" pitchFamily="34" charset="0"/>
              <a:buChar char="•"/>
            </a:pPr>
            <a:endParaRPr lang="en-US" sz="1400" b="0" dirty="0"/>
          </a:p>
          <a:p>
            <a:r>
              <a:rPr lang="en-US" sz="1400" b="1" dirty="0"/>
              <a:t>Total Harmonic Distortion (THD)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US" sz="1400" b="0" dirty="0"/>
              <a:t>most commonly known form of distortion 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US" sz="1400" b="0" dirty="0"/>
              <a:t>directly related to the percentage of harmonics generated by the components in the signal chain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US" sz="1400" b="0" dirty="0"/>
              <a:t>Measured using Fourier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68311" y="4327591"/>
            <a:ext cx="812279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Intermodulation (IM) Distortion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US" sz="1400" b="0" dirty="0"/>
              <a:t>modulation of combinations of spurious frequencies 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US" sz="1400" b="0" dirty="0"/>
              <a:t>the combination of resulting frequencies are equivalent to the sum and/or difference of integral multiples of the individual frequencies of a complex waveform</a:t>
            </a:r>
          </a:p>
          <a:p>
            <a:pPr marL="180975" indent="-180975">
              <a:buFont typeface="Arial" pitchFamily="34" charset="0"/>
              <a:buChar char="•"/>
            </a:pPr>
            <a:endParaRPr lang="en-US" sz="1400" b="0" dirty="0"/>
          </a:p>
          <a:p>
            <a:r>
              <a:rPr lang="en-US" sz="1400" b="1" dirty="0"/>
              <a:t>Transient Intermodulation (TIM)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US" sz="1400" b="0" dirty="0"/>
              <a:t>solid-state amplifiers use negative feedback in order to improve frequency response and reduction of harmonic distortion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US" sz="1400" b="0" dirty="0"/>
              <a:t>occurs during high-frequency music passages</a:t>
            </a:r>
          </a:p>
        </p:txBody>
      </p:sp>
    </p:spTree>
    <p:extLst>
      <p:ext uri="{BB962C8B-B14F-4D97-AF65-F5344CB8AC3E}">
        <p14:creationId xmlns:p14="http://schemas.microsoft.com/office/powerpoint/2010/main" val="39589342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9144000" cy="6858001"/>
          </a:xfrm>
          <a:prstGeom prst="rect">
            <a:avLst/>
          </a:prstGeom>
          <a:solidFill>
            <a:schemeClr val="accent4">
              <a:lumMod val="75000"/>
              <a:lumOff val="2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pic>
        <p:nvPicPr>
          <p:cNvPr id="2050" name="Picture 2" descr="BBCHD_testcard_big.jpg (1920×1080)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" y="857509"/>
            <a:ext cx="9143079" cy="5142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29874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85763" y="1236590"/>
            <a:ext cx="1395927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GB" sz="1400" dirty="0"/>
              <a:t>Video Packets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5763" y="1596630"/>
            <a:ext cx="1395927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GB" sz="1400" dirty="0"/>
              <a:t>Audio Packets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5763" y="1956670"/>
            <a:ext cx="1395927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GB" sz="1400" dirty="0"/>
              <a:t>Data Packets</a:t>
            </a:r>
          </a:p>
        </p:txBody>
      </p:sp>
      <p:sp>
        <p:nvSpPr>
          <p:cNvPr id="11" name="Freeform 10"/>
          <p:cNvSpPr/>
          <p:nvPr/>
        </p:nvSpPr>
        <p:spPr>
          <a:xfrm>
            <a:off x="1923690" y="1249023"/>
            <a:ext cx="488021" cy="1017917"/>
          </a:xfrm>
          <a:custGeom>
            <a:avLst/>
            <a:gdLst>
              <a:gd name="connsiteX0" fmla="*/ 0 w 379562"/>
              <a:gd name="connsiteY0" fmla="*/ 0 h 1017917"/>
              <a:gd name="connsiteX1" fmla="*/ 0 w 379562"/>
              <a:gd name="connsiteY1" fmla="*/ 1017917 h 1017917"/>
              <a:gd name="connsiteX2" fmla="*/ 379562 w 379562"/>
              <a:gd name="connsiteY2" fmla="*/ 871268 h 1017917"/>
              <a:gd name="connsiteX3" fmla="*/ 379562 w 379562"/>
              <a:gd name="connsiteY3" fmla="*/ 163902 h 1017917"/>
              <a:gd name="connsiteX4" fmla="*/ 0 w 379562"/>
              <a:gd name="connsiteY4" fmla="*/ 0 h 10179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9562" h="1017917">
                <a:moveTo>
                  <a:pt x="0" y="0"/>
                </a:moveTo>
                <a:lnTo>
                  <a:pt x="0" y="1017917"/>
                </a:lnTo>
                <a:lnTo>
                  <a:pt x="379562" y="871268"/>
                </a:lnTo>
                <a:lnTo>
                  <a:pt x="379562" y="16390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GB" sz="1400" dirty="0">
                <a:latin typeface="Lucida Sans Unicode" pitchFamily="34" charset="0"/>
                <a:cs typeface="Lucida Sans Unicode" pitchFamily="34" charset="0"/>
              </a:rPr>
              <a:t>PS</a:t>
            </a:r>
            <a:endParaRPr lang="en-GB" sz="1100" dirty="0">
              <a:latin typeface="Lucida Sans Unicode" pitchFamily="34" charset="0"/>
              <a:cs typeface="Lucida Sans Unicode" pitchFamily="34" charset="0"/>
            </a:endParaRPr>
          </a:p>
          <a:p>
            <a:pPr algn="ctr"/>
            <a:r>
              <a:rPr lang="en-GB" sz="1100" dirty="0" err="1">
                <a:latin typeface="Lucida Sans Unicode" pitchFamily="34" charset="0"/>
                <a:cs typeface="Lucida Sans Unicode" pitchFamily="34" charset="0"/>
              </a:rPr>
              <a:t>Mux</a:t>
            </a:r>
            <a:endParaRPr lang="en-GB" sz="1100" dirty="0">
              <a:latin typeface="Lucida Sans Unicode" pitchFamily="34" charset="0"/>
              <a:cs typeface="Lucida Sans Unicode" pitchFamily="34" charset="0"/>
            </a:endParaRPr>
          </a:p>
        </p:txBody>
      </p:sp>
      <p:cxnSp>
        <p:nvCxnSpPr>
          <p:cNvPr id="13" name="Straight Connector 12"/>
          <p:cNvCxnSpPr>
            <a:stCxn id="3" idx="3"/>
          </p:cNvCxnSpPr>
          <p:nvPr/>
        </p:nvCxnSpPr>
        <p:spPr>
          <a:xfrm>
            <a:off x="1781690" y="1390479"/>
            <a:ext cx="1420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781690" y="1731601"/>
            <a:ext cx="1420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781690" y="2091649"/>
            <a:ext cx="1420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2411711" y="1731601"/>
            <a:ext cx="27003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reeform 18"/>
          <p:cNvSpPr/>
          <p:nvPr/>
        </p:nvSpPr>
        <p:spPr>
          <a:xfrm>
            <a:off x="2681748" y="1596630"/>
            <a:ext cx="540072" cy="939273"/>
          </a:xfrm>
          <a:custGeom>
            <a:avLst/>
            <a:gdLst>
              <a:gd name="connsiteX0" fmla="*/ 0 w 379562"/>
              <a:gd name="connsiteY0" fmla="*/ 0 h 1017917"/>
              <a:gd name="connsiteX1" fmla="*/ 0 w 379562"/>
              <a:gd name="connsiteY1" fmla="*/ 1017917 h 1017917"/>
              <a:gd name="connsiteX2" fmla="*/ 379562 w 379562"/>
              <a:gd name="connsiteY2" fmla="*/ 871268 h 1017917"/>
              <a:gd name="connsiteX3" fmla="*/ 379562 w 379562"/>
              <a:gd name="connsiteY3" fmla="*/ 163902 h 1017917"/>
              <a:gd name="connsiteX4" fmla="*/ 0 w 379562"/>
              <a:gd name="connsiteY4" fmla="*/ 0 h 10179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9562" h="1017917">
                <a:moveTo>
                  <a:pt x="0" y="0"/>
                </a:moveTo>
                <a:lnTo>
                  <a:pt x="0" y="1017917"/>
                </a:lnTo>
                <a:lnTo>
                  <a:pt x="379562" y="871268"/>
                </a:lnTo>
                <a:lnTo>
                  <a:pt x="379562" y="16390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GB" sz="1400" dirty="0">
                <a:latin typeface="Lucida Sans Unicode" pitchFamily="34" charset="0"/>
                <a:cs typeface="Lucida Sans Unicode" pitchFamily="34" charset="0"/>
              </a:rPr>
              <a:t>TS </a:t>
            </a:r>
            <a:r>
              <a:rPr lang="en-GB" sz="1100" dirty="0" err="1">
                <a:latin typeface="Lucida Sans Unicode" pitchFamily="34" charset="0"/>
                <a:cs typeface="Lucida Sans Unicode" pitchFamily="34" charset="0"/>
              </a:rPr>
              <a:t>Mux</a:t>
            </a:r>
            <a:endParaRPr lang="en-GB" sz="1100" dirty="0">
              <a:latin typeface="Lucida Sans Unicode" pitchFamily="34" charset="0"/>
              <a:cs typeface="Lucida Sans Unicode" pitchFamily="34" charset="0"/>
            </a:endParaRPr>
          </a:p>
        </p:txBody>
      </p:sp>
      <p:cxnSp>
        <p:nvCxnSpPr>
          <p:cNvPr id="28" name="Straight Connector 27"/>
          <p:cNvCxnSpPr/>
          <p:nvPr/>
        </p:nvCxnSpPr>
        <p:spPr>
          <a:xfrm>
            <a:off x="2539747" y="1904407"/>
            <a:ext cx="1420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2539747" y="2091649"/>
            <a:ext cx="1420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2539747" y="2264455"/>
            <a:ext cx="1420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2539747" y="2451697"/>
            <a:ext cx="1420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363821" y="1805366"/>
            <a:ext cx="1080144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GB" sz="1600" dirty="0" err="1"/>
              <a:t>Mux</a:t>
            </a:r>
            <a:r>
              <a:rPr lang="en-GB" sz="1600" dirty="0"/>
              <a:t> </a:t>
            </a:r>
            <a:r>
              <a:rPr lang="en-GB" sz="1200" dirty="0"/>
              <a:t>adaptation, scrambling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85965" y="1805366"/>
            <a:ext cx="1156191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b">
            <a:noAutofit/>
          </a:bodyPr>
          <a:lstStyle/>
          <a:p>
            <a:pPr algn="ctr"/>
            <a:r>
              <a:rPr lang="en-GB" sz="1400" dirty="0"/>
              <a:t>Error Correction</a:t>
            </a:r>
          </a:p>
          <a:p>
            <a:pPr algn="ctr"/>
            <a:r>
              <a:rPr lang="en-GB" sz="1050" dirty="0"/>
              <a:t>Block Code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84157" y="1805366"/>
            <a:ext cx="1080144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b">
            <a:noAutofit/>
          </a:bodyPr>
          <a:lstStyle/>
          <a:p>
            <a:pPr algn="ctr"/>
            <a:endParaRPr lang="en-GB" sz="1200" dirty="0"/>
          </a:p>
          <a:p>
            <a:pPr algn="ctr"/>
            <a:r>
              <a:rPr lang="en-GB" sz="1200" dirty="0"/>
              <a:t>Interleaving</a:t>
            </a:r>
          </a:p>
          <a:p>
            <a:pPr algn="ctr"/>
            <a:r>
              <a:rPr lang="en-GB" sz="1100" dirty="0"/>
              <a:t>(against long errors)</a:t>
            </a:r>
          </a:p>
        </p:txBody>
      </p:sp>
      <p:cxnSp>
        <p:nvCxnSpPr>
          <p:cNvPr id="36" name="Straight Connector 35"/>
          <p:cNvCxnSpPr/>
          <p:nvPr/>
        </p:nvCxnSpPr>
        <p:spPr>
          <a:xfrm>
            <a:off x="3221820" y="2091649"/>
            <a:ext cx="1420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4443965" y="2091649"/>
            <a:ext cx="1420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5742156" y="2091649"/>
            <a:ext cx="1420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106302" y="1805366"/>
            <a:ext cx="1080144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GB" sz="1600" dirty="0"/>
              <a:t>FEC</a:t>
            </a:r>
            <a:endParaRPr lang="en-GB" sz="1200" dirty="0"/>
          </a:p>
          <a:p>
            <a:pPr algn="ctr"/>
            <a:r>
              <a:rPr lang="en-GB" sz="1050" dirty="0" err="1"/>
              <a:t>Convolutional</a:t>
            </a:r>
            <a:endParaRPr lang="en-GB" sz="1050" dirty="0"/>
          </a:p>
          <a:p>
            <a:pPr algn="ctr"/>
            <a:r>
              <a:rPr lang="en-GB" sz="1050" dirty="0"/>
              <a:t>coding</a:t>
            </a:r>
            <a:endParaRPr lang="en-GB" sz="1200" dirty="0"/>
          </a:p>
        </p:txBody>
      </p:sp>
      <p:cxnSp>
        <p:nvCxnSpPr>
          <p:cNvPr id="40" name="Straight Connector 39"/>
          <p:cNvCxnSpPr/>
          <p:nvPr/>
        </p:nvCxnSpPr>
        <p:spPr>
          <a:xfrm>
            <a:off x="6964301" y="2091649"/>
            <a:ext cx="1420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01608" y="3945018"/>
            <a:ext cx="1080144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b">
            <a:noAutofit/>
          </a:bodyPr>
          <a:lstStyle/>
          <a:p>
            <a:pPr algn="ctr"/>
            <a:endParaRPr lang="en-GB" sz="1200" dirty="0"/>
          </a:p>
          <a:p>
            <a:pPr algn="ctr"/>
            <a:r>
              <a:rPr lang="en-GB" sz="1200" dirty="0"/>
              <a:t>Interleaving</a:t>
            </a:r>
          </a:p>
          <a:p>
            <a:pPr algn="ctr"/>
            <a:r>
              <a:rPr lang="en-GB" sz="1100" dirty="0"/>
              <a:t>(against burst errors)</a:t>
            </a:r>
          </a:p>
        </p:txBody>
      </p:sp>
      <p:cxnSp>
        <p:nvCxnSpPr>
          <p:cNvPr id="42" name="Straight Connector 41"/>
          <p:cNvCxnSpPr/>
          <p:nvPr/>
        </p:nvCxnSpPr>
        <p:spPr>
          <a:xfrm>
            <a:off x="559607" y="4231301"/>
            <a:ext cx="1420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1781752" y="4231301"/>
            <a:ext cx="1420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8186446" y="2091649"/>
            <a:ext cx="1420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8328447" y="2091649"/>
            <a:ext cx="0" cy="7200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559545" y="3531841"/>
            <a:ext cx="62" cy="69946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H="1">
            <a:off x="559545" y="2811745"/>
            <a:ext cx="7768904" cy="7200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1923753" y="3945018"/>
            <a:ext cx="886092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GB" sz="1400" dirty="0" err="1"/>
              <a:t>Mapper</a:t>
            </a:r>
            <a:endParaRPr lang="en-GB" sz="1200" dirty="0"/>
          </a:p>
          <a:p>
            <a:pPr algn="ctr"/>
            <a:r>
              <a:rPr lang="en-GB" sz="1100" dirty="0"/>
              <a:t>(IQ symbols)</a:t>
            </a:r>
          </a:p>
        </p:txBody>
      </p:sp>
      <p:cxnSp>
        <p:nvCxnSpPr>
          <p:cNvPr id="55" name="Straight Connector 54"/>
          <p:cNvCxnSpPr/>
          <p:nvPr/>
        </p:nvCxnSpPr>
        <p:spPr>
          <a:xfrm>
            <a:off x="2790896" y="4231301"/>
            <a:ext cx="1420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2932896" y="3945018"/>
            <a:ext cx="971059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GB" sz="1400" dirty="0"/>
              <a:t>Frame</a:t>
            </a:r>
            <a:r>
              <a:rPr lang="en-GB" sz="1100" dirty="0"/>
              <a:t> adaptation</a:t>
            </a:r>
          </a:p>
          <a:p>
            <a:pPr algn="ctr"/>
            <a:r>
              <a:rPr lang="en-GB" sz="1100" dirty="0"/>
              <a:t>symbols</a:t>
            </a:r>
          </a:p>
        </p:txBody>
      </p:sp>
      <p:cxnSp>
        <p:nvCxnSpPr>
          <p:cNvPr id="57" name="Straight Connector 56"/>
          <p:cNvCxnSpPr/>
          <p:nvPr/>
        </p:nvCxnSpPr>
        <p:spPr>
          <a:xfrm>
            <a:off x="3903956" y="4231301"/>
            <a:ext cx="1420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4045957" y="3945018"/>
            <a:ext cx="971059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GB" sz="1400" dirty="0"/>
              <a:t>Pilot, TPS </a:t>
            </a:r>
            <a:r>
              <a:rPr lang="en-GB" sz="1200" dirty="0"/>
              <a:t>signals</a:t>
            </a:r>
          </a:p>
        </p:txBody>
      </p:sp>
      <p:cxnSp>
        <p:nvCxnSpPr>
          <p:cNvPr id="59" name="Straight Connector 58"/>
          <p:cNvCxnSpPr/>
          <p:nvPr/>
        </p:nvCxnSpPr>
        <p:spPr>
          <a:xfrm>
            <a:off x="5017016" y="4231301"/>
            <a:ext cx="1420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5159017" y="3945018"/>
            <a:ext cx="971059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GB" sz="1400" dirty="0"/>
              <a:t>OFDM</a:t>
            </a:r>
            <a:endParaRPr lang="en-GB" sz="1200" dirty="0"/>
          </a:p>
          <a:p>
            <a:pPr algn="ctr"/>
            <a:r>
              <a:rPr lang="en-GB" sz="1100" dirty="0"/>
              <a:t>Modulation</a:t>
            </a:r>
          </a:p>
        </p:txBody>
      </p:sp>
      <p:cxnSp>
        <p:nvCxnSpPr>
          <p:cNvPr id="61" name="Straight Connector 60"/>
          <p:cNvCxnSpPr/>
          <p:nvPr/>
        </p:nvCxnSpPr>
        <p:spPr>
          <a:xfrm>
            <a:off x="6140289" y="4231301"/>
            <a:ext cx="1420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6282290" y="3945018"/>
            <a:ext cx="971059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GB" sz="1400" dirty="0"/>
              <a:t>Guard interval </a:t>
            </a:r>
            <a:r>
              <a:rPr lang="en-GB" sz="1200" dirty="0"/>
              <a:t>insertion</a:t>
            </a:r>
            <a:endParaRPr lang="en-GB" sz="1100" dirty="0"/>
          </a:p>
        </p:txBody>
      </p:sp>
      <p:cxnSp>
        <p:nvCxnSpPr>
          <p:cNvPr id="64" name="Straight Connector 63"/>
          <p:cNvCxnSpPr/>
          <p:nvPr/>
        </p:nvCxnSpPr>
        <p:spPr>
          <a:xfrm>
            <a:off x="7258456" y="4231301"/>
            <a:ext cx="1420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7400457" y="3945018"/>
            <a:ext cx="971059" cy="6463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GB" sz="1200" dirty="0"/>
              <a:t>DAC for </a:t>
            </a:r>
            <a:r>
              <a:rPr lang="en-GB" sz="1200" dirty="0" err="1"/>
              <a:t>Tx</a:t>
            </a:r>
            <a:endParaRPr lang="en-GB" sz="1100" dirty="0"/>
          </a:p>
        </p:txBody>
      </p:sp>
      <p:sp>
        <p:nvSpPr>
          <p:cNvPr id="72" name="Rectangle 71"/>
          <p:cNvSpPr/>
          <p:nvPr/>
        </p:nvSpPr>
        <p:spPr>
          <a:xfrm>
            <a:off x="385763" y="333375"/>
            <a:ext cx="52325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>
                <a:latin typeface="Lucida Sans Unicode" pitchFamily="34" charset="0"/>
                <a:cs typeface="Lucida Sans Unicode" pitchFamily="34" charset="0"/>
              </a:rPr>
              <a:t>DVB Transmission </a:t>
            </a:r>
            <a:r>
              <a:rPr lang="en-GB" sz="2400" b="1" dirty="0" err="1">
                <a:latin typeface="Lucida Sans Unicode" pitchFamily="34" charset="0"/>
                <a:cs typeface="Lucida Sans Unicode" pitchFamily="34" charset="0"/>
              </a:rPr>
              <a:t>Playout</a:t>
            </a:r>
            <a:r>
              <a:rPr lang="en-GB" sz="2400" b="1" dirty="0">
                <a:latin typeface="Lucida Sans Unicode" pitchFamily="34" charset="0"/>
                <a:cs typeface="Lucida Sans Unicode" pitchFamily="34" charset="0"/>
              </a:rPr>
              <a:t> System</a:t>
            </a:r>
          </a:p>
        </p:txBody>
      </p:sp>
      <p:cxnSp>
        <p:nvCxnSpPr>
          <p:cNvPr id="73" name="Straight Connector 72"/>
          <p:cNvCxnSpPr/>
          <p:nvPr/>
        </p:nvCxnSpPr>
        <p:spPr>
          <a:xfrm>
            <a:off x="8371516" y="4231301"/>
            <a:ext cx="1420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7865018" y="5432226"/>
            <a:ext cx="9268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Antenna,</a:t>
            </a:r>
          </a:p>
          <a:p>
            <a:pPr algn="ctr"/>
            <a:r>
              <a:rPr lang="en-GB" sz="1200" dirty="0"/>
              <a:t>Cable, </a:t>
            </a:r>
          </a:p>
          <a:p>
            <a:pPr algn="ctr"/>
            <a:r>
              <a:rPr lang="en-GB" sz="1200" dirty="0"/>
              <a:t>Sat uplink</a:t>
            </a:r>
          </a:p>
        </p:txBody>
      </p:sp>
      <p:cxnSp>
        <p:nvCxnSpPr>
          <p:cNvPr id="75" name="Straight Connector 74"/>
          <p:cNvCxnSpPr/>
          <p:nvPr/>
        </p:nvCxnSpPr>
        <p:spPr>
          <a:xfrm>
            <a:off x="8513517" y="4241619"/>
            <a:ext cx="62" cy="69946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H="1">
            <a:off x="8513517" y="4792009"/>
            <a:ext cx="62" cy="64021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340258" y="795040"/>
            <a:ext cx="49391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(Based on DVB-T, but –C, -S and –H are similar)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852690" y="4662188"/>
            <a:ext cx="9971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QPSK, QAM, </a:t>
            </a:r>
            <a:r>
              <a:rPr lang="en-GB" sz="1100" dirty="0" err="1"/>
              <a:t>etc</a:t>
            </a:r>
            <a:endParaRPr lang="en-GB" sz="1100" dirty="0"/>
          </a:p>
        </p:txBody>
      </p:sp>
      <p:sp>
        <p:nvSpPr>
          <p:cNvPr id="48" name="TextBox 47"/>
          <p:cNvSpPr txBox="1"/>
          <p:nvPr/>
        </p:nvSpPr>
        <p:spPr>
          <a:xfrm>
            <a:off x="2861896" y="4706033"/>
            <a:ext cx="112609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Blocks (1512 – 6048 </a:t>
            </a:r>
            <a:r>
              <a:rPr lang="en-GB" sz="1000" dirty="0" err="1"/>
              <a:t>sy</a:t>
            </a:r>
            <a:r>
              <a:rPr lang="en-GB" sz="1000" dirty="0"/>
              <a:t>/block)</a:t>
            </a:r>
          </a:p>
          <a:p>
            <a:r>
              <a:rPr lang="en-GB" sz="1000" dirty="0"/>
              <a:t>of symbols →</a:t>
            </a:r>
          </a:p>
          <a:p>
            <a:r>
              <a:rPr lang="en-GB" sz="1000" dirty="0"/>
              <a:t>frames (68 blocks)</a:t>
            </a:r>
          </a:p>
          <a:p>
            <a:r>
              <a:rPr lang="en-GB" sz="1000" dirty="0"/>
              <a:t>(4frames =</a:t>
            </a:r>
            <a:r>
              <a:rPr lang="en-GB" sz="1000" dirty="0" err="1"/>
              <a:t>superframe</a:t>
            </a:r>
            <a:r>
              <a:rPr lang="en-GB" sz="1000" dirty="0"/>
              <a:t>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32922" y="4706033"/>
            <a:ext cx="11260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Transmission parameters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98634" y="4730707"/>
            <a:ext cx="11260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carriers, 2k – 32k (for T2</a:t>
            </a:r>
          </a:p>
          <a:p>
            <a:r>
              <a:rPr lang="en-GB" sz="1000" dirty="0"/>
              <a:t>channel b/w = </a:t>
            </a:r>
          </a:p>
          <a:p>
            <a:r>
              <a:rPr lang="en-GB" sz="1000" dirty="0"/>
              <a:t>1.7 to 10MHz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76779" y="4730707"/>
            <a:ext cx="11260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includes cyclic prefix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85965" y="2554348"/>
            <a:ext cx="16908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FEC – Outer …….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06302" y="2545493"/>
            <a:ext cx="9200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FEC – Inner</a:t>
            </a:r>
          </a:p>
        </p:txBody>
      </p:sp>
    </p:spTree>
    <p:extLst>
      <p:ext uri="{BB962C8B-B14F-4D97-AF65-F5344CB8AC3E}">
        <p14:creationId xmlns:p14="http://schemas.microsoft.com/office/powerpoint/2010/main" val="30484997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7" name="Picture 9" descr="http://www.skydsp.com/publications/4thyrthesis/multipath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33685" y="3112317"/>
            <a:ext cx="7208851" cy="3252410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385763" y="333375"/>
            <a:ext cx="70230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Inter-Symbol Interference for Modulated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5762" y="803667"/>
            <a:ext cx="789417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/>
              <a:t>Causes</a:t>
            </a:r>
          </a:p>
          <a:p>
            <a:r>
              <a:rPr lang="en-GB" sz="1600" b="1"/>
              <a:t>In radio: </a:t>
            </a:r>
            <a:endParaRPr lang="en-GB" sz="1600" b="1" dirty="0"/>
          </a:p>
          <a:p>
            <a:pPr marL="180975" indent="-180975">
              <a:buFont typeface="Arial" pitchFamily="34" charset="0"/>
              <a:buChar char="•"/>
            </a:pPr>
            <a:r>
              <a:rPr lang="en-GB" sz="1600" dirty="0"/>
              <a:t>multipath interference, </a:t>
            </a:r>
            <a:r>
              <a:rPr lang="en-GB" sz="1600"/>
              <a:t>including atmospherics</a:t>
            </a:r>
          </a:p>
          <a:p>
            <a:pPr marL="180975" indent="-180975">
              <a:buFont typeface="Arial" pitchFamily="34" charset="0"/>
              <a:buChar char="•"/>
            </a:pPr>
            <a:endParaRPr lang="en-GB" sz="1600"/>
          </a:p>
          <a:p>
            <a:r>
              <a:rPr lang="en-GB" sz="1600" b="1"/>
              <a:t>On cables: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en-GB" sz="1600"/>
              <a:t>transmission line propagation, phase delays, electrical characteristics</a:t>
            </a:r>
          </a:p>
          <a:p>
            <a:endParaRPr lang="en-GB" sz="1600" b="1"/>
          </a:p>
          <a:p>
            <a:r>
              <a:rPr lang="en-GB" sz="1600" b="1"/>
              <a:t>Implications on radio and cable:</a:t>
            </a:r>
            <a:r>
              <a:rPr lang="en-GB" sz="1600"/>
              <a:t> </a:t>
            </a:r>
            <a:endParaRPr lang="en-GB" sz="1600" dirty="0"/>
          </a:p>
          <a:p>
            <a:pPr marL="180975" indent="-180975">
              <a:buFont typeface="Arial" pitchFamily="34" charset="0"/>
              <a:buChar char="•"/>
            </a:pPr>
            <a:r>
              <a:rPr lang="en-GB" sz="1600" dirty="0"/>
              <a:t>channel gain variations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600" dirty="0"/>
              <a:t>signal spreading over a </a:t>
            </a:r>
            <a:r>
              <a:rPr lang="en-GB" sz="1600"/>
              <a:t>transmission line/path</a:t>
            </a:r>
            <a:endParaRPr lang="en-GB" sz="1600" dirty="0"/>
          </a:p>
          <a:p>
            <a:pPr marL="180975" indent="-180975">
              <a:buFont typeface="Arial" pitchFamily="34" charset="0"/>
              <a:buChar char="•"/>
            </a:pPr>
            <a:r>
              <a:rPr lang="en-GB" sz="1600" dirty="0"/>
              <a:t>jitter and other timing issues</a:t>
            </a:r>
          </a:p>
          <a:p>
            <a:pPr marL="180975" indent="-180975">
              <a:buFont typeface="Arial" pitchFamily="34" charset="0"/>
              <a:buChar char="•"/>
            </a:pP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9068522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72" y="882817"/>
            <a:ext cx="8768127" cy="3234488"/>
          </a:xfrm>
          <a:prstGeom prst="rect">
            <a:avLst/>
          </a:prstGeom>
        </p:spPr>
      </p:pic>
      <p:pic>
        <p:nvPicPr>
          <p:cNvPr id="51" name="Picture 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2850" y="3361375"/>
            <a:ext cx="819150" cy="552450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566" y="3328002"/>
            <a:ext cx="819150" cy="552450"/>
          </a:xfrm>
          <a:prstGeom prst="rect">
            <a:avLst/>
          </a:prstGeom>
        </p:spPr>
      </p:pic>
      <p:grpSp>
        <p:nvGrpSpPr>
          <p:cNvPr id="52" name="Group 8"/>
          <p:cNvGrpSpPr>
            <a:grpSpLocks/>
          </p:cNvGrpSpPr>
          <p:nvPr/>
        </p:nvGrpSpPr>
        <p:grpSpPr bwMode="auto">
          <a:xfrm rot="159847">
            <a:off x="7351872" y="1632191"/>
            <a:ext cx="729553" cy="238462"/>
            <a:chOff x="1226" y="1384"/>
            <a:chExt cx="576" cy="432"/>
          </a:xfrm>
        </p:grpSpPr>
        <p:sp>
          <p:nvSpPr>
            <p:cNvPr id="53" name="Freeform 9"/>
            <p:cNvSpPr>
              <a:spLocks/>
            </p:cNvSpPr>
            <p:nvPr/>
          </p:nvSpPr>
          <p:spPr bwMode="auto">
            <a:xfrm>
              <a:off x="1226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54" name="Freeform 10"/>
            <p:cNvSpPr>
              <a:spLocks/>
            </p:cNvSpPr>
            <p:nvPr/>
          </p:nvSpPr>
          <p:spPr bwMode="auto">
            <a:xfrm>
              <a:off x="1418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55" name="Freeform 11"/>
            <p:cNvSpPr>
              <a:spLocks/>
            </p:cNvSpPr>
            <p:nvPr/>
          </p:nvSpPr>
          <p:spPr bwMode="auto">
            <a:xfrm>
              <a:off x="1610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  <p:cxnSp>
        <p:nvCxnSpPr>
          <p:cNvPr id="57" name="Straight Arrow Connector 56"/>
          <p:cNvCxnSpPr/>
          <p:nvPr/>
        </p:nvCxnSpPr>
        <p:spPr>
          <a:xfrm flipH="1" flipV="1">
            <a:off x="2243466" y="1635122"/>
            <a:ext cx="5908964" cy="338347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 flipH="1">
            <a:off x="5235553" y="2094615"/>
            <a:ext cx="2809060" cy="1211867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/>
          <p:nvPr/>
        </p:nvCxnSpPr>
        <p:spPr>
          <a:xfrm flipH="1">
            <a:off x="4278118" y="2038491"/>
            <a:ext cx="3745021" cy="1340682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>
            <a:off x="2354767" y="1712239"/>
            <a:ext cx="2764867" cy="1594243"/>
          </a:xfrm>
          <a:prstGeom prst="straightConnector1">
            <a:avLst/>
          </a:prstGeom>
          <a:ln w="2857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>
            <a:off x="2302642" y="1727546"/>
            <a:ext cx="1937077" cy="1651627"/>
          </a:xfrm>
          <a:prstGeom prst="straightConnector1">
            <a:avLst/>
          </a:prstGeom>
          <a:ln w="2857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Group 8"/>
          <p:cNvGrpSpPr>
            <a:grpSpLocks/>
          </p:cNvGrpSpPr>
          <p:nvPr/>
        </p:nvGrpSpPr>
        <p:grpSpPr bwMode="auto">
          <a:xfrm rot="1688732">
            <a:off x="3509579" y="2252586"/>
            <a:ext cx="729553" cy="238462"/>
            <a:chOff x="1226" y="1384"/>
            <a:chExt cx="576" cy="432"/>
          </a:xfrm>
        </p:grpSpPr>
        <p:sp>
          <p:nvSpPr>
            <p:cNvPr id="80" name="Freeform 9"/>
            <p:cNvSpPr>
              <a:spLocks/>
            </p:cNvSpPr>
            <p:nvPr/>
          </p:nvSpPr>
          <p:spPr bwMode="auto">
            <a:xfrm>
              <a:off x="1226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81" name="Freeform 10"/>
            <p:cNvSpPr>
              <a:spLocks/>
            </p:cNvSpPr>
            <p:nvPr/>
          </p:nvSpPr>
          <p:spPr bwMode="auto">
            <a:xfrm>
              <a:off x="1418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82" name="Freeform 11"/>
            <p:cNvSpPr>
              <a:spLocks/>
            </p:cNvSpPr>
            <p:nvPr/>
          </p:nvSpPr>
          <p:spPr bwMode="auto">
            <a:xfrm>
              <a:off x="1610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  <p:grpSp>
        <p:nvGrpSpPr>
          <p:cNvPr id="83" name="Group 8"/>
          <p:cNvGrpSpPr>
            <a:grpSpLocks/>
          </p:cNvGrpSpPr>
          <p:nvPr/>
        </p:nvGrpSpPr>
        <p:grpSpPr bwMode="auto">
          <a:xfrm rot="2458438">
            <a:off x="2870020" y="2713117"/>
            <a:ext cx="729553" cy="238462"/>
            <a:chOff x="1226" y="1384"/>
            <a:chExt cx="576" cy="432"/>
          </a:xfrm>
        </p:grpSpPr>
        <p:sp>
          <p:nvSpPr>
            <p:cNvPr id="84" name="Freeform 9"/>
            <p:cNvSpPr>
              <a:spLocks/>
            </p:cNvSpPr>
            <p:nvPr/>
          </p:nvSpPr>
          <p:spPr bwMode="auto">
            <a:xfrm>
              <a:off x="1226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85" name="Freeform 10"/>
            <p:cNvSpPr>
              <a:spLocks/>
            </p:cNvSpPr>
            <p:nvPr/>
          </p:nvSpPr>
          <p:spPr bwMode="auto">
            <a:xfrm>
              <a:off x="1418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86" name="Freeform 11"/>
            <p:cNvSpPr>
              <a:spLocks/>
            </p:cNvSpPr>
            <p:nvPr/>
          </p:nvSpPr>
          <p:spPr bwMode="auto">
            <a:xfrm>
              <a:off x="1610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406568" y="341384"/>
            <a:ext cx="48125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/>
              <a:t>Multipath Interference in Radio</a:t>
            </a:r>
            <a:endParaRPr lang="en-GB" sz="2400" b="1" dirty="0"/>
          </a:p>
        </p:txBody>
      </p:sp>
      <p:grpSp>
        <p:nvGrpSpPr>
          <p:cNvPr id="103" name="Group 102"/>
          <p:cNvGrpSpPr/>
          <p:nvPr/>
        </p:nvGrpSpPr>
        <p:grpSpPr>
          <a:xfrm>
            <a:off x="5835135" y="4653308"/>
            <a:ext cx="2823889" cy="548640"/>
            <a:chOff x="6043350" y="3180522"/>
            <a:chExt cx="2823889" cy="548640"/>
          </a:xfrm>
        </p:grpSpPr>
        <p:sp>
          <p:nvSpPr>
            <p:cNvPr id="101" name="Rounded Rectangular Callout 100"/>
            <p:cNvSpPr/>
            <p:nvPr/>
          </p:nvSpPr>
          <p:spPr>
            <a:xfrm>
              <a:off x="6043350" y="3180522"/>
              <a:ext cx="2823889" cy="548640"/>
            </a:xfrm>
            <a:prstGeom prst="wedgeRoundRectCallout">
              <a:avLst>
                <a:gd name="adj1" fmla="val -54622"/>
                <a:gd name="adj2" fmla="val -185327"/>
                <a:gd name="adj3" fmla="val 16667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en-GB" sz="1600" dirty="0">
                <a:latin typeface="Lucida Sans Unicode" pitchFamily="34" charset="0"/>
                <a:cs typeface="Lucida Sans Unicode" pitchFamily="34" charset="0"/>
              </a:endParaRPr>
            </a:p>
          </p:txBody>
        </p:sp>
        <p:grpSp>
          <p:nvGrpSpPr>
            <p:cNvPr id="100" name="Group 99"/>
            <p:cNvGrpSpPr/>
            <p:nvPr/>
          </p:nvGrpSpPr>
          <p:grpSpPr>
            <a:xfrm>
              <a:off x="6114904" y="3278124"/>
              <a:ext cx="2659059" cy="338554"/>
              <a:chOff x="6043350" y="3166636"/>
              <a:chExt cx="2659059" cy="338554"/>
            </a:xfrm>
          </p:grpSpPr>
          <p:sp>
            <p:nvSpPr>
              <p:cNvPr id="43" name="Freeform 9"/>
              <p:cNvSpPr>
                <a:spLocks/>
              </p:cNvSpPr>
              <p:nvPr/>
            </p:nvSpPr>
            <p:spPr bwMode="auto">
              <a:xfrm>
                <a:off x="7093788" y="3208288"/>
                <a:ext cx="243184" cy="238462"/>
              </a:xfrm>
              <a:custGeom>
                <a:avLst/>
                <a:gdLst>
                  <a:gd name="T0" fmla="*/ 0 w 1536"/>
                  <a:gd name="T1" fmla="*/ 0 h 1152"/>
                  <a:gd name="T2" fmla="*/ 0 w 1536"/>
                  <a:gd name="T3" fmla="*/ 0 h 1152"/>
                  <a:gd name="T4" fmla="*/ 0 w 1536"/>
                  <a:gd name="T5" fmla="*/ 0 h 1152"/>
                  <a:gd name="T6" fmla="*/ 0 w 1536"/>
                  <a:gd name="T7" fmla="*/ 0 h 1152"/>
                  <a:gd name="T8" fmla="*/ 0 w 1536"/>
                  <a:gd name="T9" fmla="*/ 0 h 11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36"/>
                  <a:gd name="T16" fmla="*/ 0 h 1152"/>
                  <a:gd name="T17" fmla="*/ 1536 w 1536"/>
                  <a:gd name="T18" fmla="*/ 1152 h 11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36" h="1152">
                    <a:moveTo>
                      <a:pt x="0" y="576"/>
                    </a:moveTo>
                    <a:cubicBezTo>
                      <a:pt x="128" y="288"/>
                      <a:pt x="256" y="0"/>
                      <a:pt x="384" y="0"/>
                    </a:cubicBezTo>
                    <a:cubicBezTo>
                      <a:pt x="512" y="0"/>
                      <a:pt x="640" y="384"/>
                      <a:pt x="768" y="576"/>
                    </a:cubicBezTo>
                    <a:cubicBezTo>
                      <a:pt x="896" y="768"/>
                      <a:pt x="1024" y="1152"/>
                      <a:pt x="1152" y="1152"/>
                    </a:cubicBezTo>
                    <a:cubicBezTo>
                      <a:pt x="1280" y="1152"/>
                      <a:pt x="1408" y="864"/>
                      <a:pt x="1536" y="576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44" name="Freeform 10"/>
              <p:cNvSpPr>
                <a:spLocks/>
              </p:cNvSpPr>
              <p:nvPr/>
            </p:nvSpPr>
            <p:spPr bwMode="auto">
              <a:xfrm>
                <a:off x="7336972" y="3208288"/>
                <a:ext cx="243184" cy="238462"/>
              </a:xfrm>
              <a:custGeom>
                <a:avLst/>
                <a:gdLst>
                  <a:gd name="T0" fmla="*/ 0 w 1536"/>
                  <a:gd name="T1" fmla="*/ 0 h 1152"/>
                  <a:gd name="T2" fmla="*/ 0 w 1536"/>
                  <a:gd name="T3" fmla="*/ 0 h 1152"/>
                  <a:gd name="T4" fmla="*/ 0 w 1536"/>
                  <a:gd name="T5" fmla="*/ 0 h 1152"/>
                  <a:gd name="T6" fmla="*/ 0 w 1536"/>
                  <a:gd name="T7" fmla="*/ 0 h 1152"/>
                  <a:gd name="T8" fmla="*/ 0 w 1536"/>
                  <a:gd name="T9" fmla="*/ 0 h 11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36"/>
                  <a:gd name="T16" fmla="*/ 0 h 1152"/>
                  <a:gd name="T17" fmla="*/ 1536 w 1536"/>
                  <a:gd name="T18" fmla="*/ 1152 h 11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36" h="1152">
                    <a:moveTo>
                      <a:pt x="0" y="576"/>
                    </a:moveTo>
                    <a:cubicBezTo>
                      <a:pt x="128" y="288"/>
                      <a:pt x="256" y="0"/>
                      <a:pt x="384" y="0"/>
                    </a:cubicBezTo>
                    <a:cubicBezTo>
                      <a:pt x="512" y="0"/>
                      <a:pt x="640" y="384"/>
                      <a:pt x="768" y="576"/>
                    </a:cubicBezTo>
                    <a:cubicBezTo>
                      <a:pt x="896" y="768"/>
                      <a:pt x="1024" y="1152"/>
                      <a:pt x="1152" y="1152"/>
                    </a:cubicBezTo>
                    <a:cubicBezTo>
                      <a:pt x="1280" y="1152"/>
                      <a:pt x="1408" y="864"/>
                      <a:pt x="1536" y="576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45" name="Freeform 11"/>
              <p:cNvSpPr>
                <a:spLocks/>
              </p:cNvSpPr>
              <p:nvPr/>
            </p:nvSpPr>
            <p:spPr bwMode="auto">
              <a:xfrm>
                <a:off x="7580157" y="3208288"/>
                <a:ext cx="243184" cy="238462"/>
              </a:xfrm>
              <a:custGeom>
                <a:avLst/>
                <a:gdLst>
                  <a:gd name="T0" fmla="*/ 0 w 1536"/>
                  <a:gd name="T1" fmla="*/ 0 h 1152"/>
                  <a:gd name="T2" fmla="*/ 0 w 1536"/>
                  <a:gd name="T3" fmla="*/ 0 h 1152"/>
                  <a:gd name="T4" fmla="*/ 0 w 1536"/>
                  <a:gd name="T5" fmla="*/ 0 h 1152"/>
                  <a:gd name="T6" fmla="*/ 0 w 1536"/>
                  <a:gd name="T7" fmla="*/ 0 h 1152"/>
                  <a:gd name="T8" fmla="*/ 0 w 1536"/>
                  <a:gd name="T9" fmla="*/ 0 h 11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36"/>
                  <a:gd name="T16" fmla="*/ 0 h 1152"/>
                  <a:gd name="T17" fmla="*/ 1536 w 1536"/>
                  <a:gd name="T18" fmla="*/ 1152 h 11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36" h="1152">
                    <a:moveTo>
                      <a:pt x="0" y="576"/>
                    </a:moveTo>
                    <a:cubicBezTo>
                      <a:pt x="128" y="288"/>
                      <a:pt x="256" y="0"/>
                      <a:pt x="384" y="0"/>
                    </a:cubicBezTo>
                    <a:cubicBezTo>
                      <a:pt x="512" y="0"/>
                      <a:pt x="640" y="384"/>
                      <a:pt x="768" y="576"/>
                    </a:cubicBezTo>
                    <a:cubicBezTo>
                      <a:pt x="896" y="768"/>
                      <a:pt x="1024" y="1152"/>
                      <a:pt x="1152" y="1152"/>
                    </a:cubicBezTo>
                    <a:cubicBezTo>
                      <a:pt x="1280" y="1152"/>
                      <a:pt x="1408" y="864"/>
                      <a:pt x="1536" y="576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90" name="Freeform 9"/>
              <p:cNvSpPr>
                <a:spLocks/>
              </p:cNvSpPr>
              <p:nvPr/>
            </p:nvSpPr>
            <p:spPr bwMode="auto">
              <a:xfrm flipV="1">
                <a:off x="6043350" y="3211282"/>
                <a:ext cx="243184" cy="235468"/>
              </a:xfrm>
              <a:custGeom>
                <a:avLst/>
                <a:gdLst>
                  <a:gd name="T0" fmla="*/ 0 w 1536"/>
                  <a:gd name="T1" fmla="*/ 0 h 1152"/>
                  <a:gd name="T2" fmla="*/ 0 w 1536"/>
                  <a:gd name="T3" fmla="*/ 0 h 1152"/>
                  <a:gd name="T4" fmla="*/ 0 w 1536"/>
                  <a:gd name="T5" fmla="*/ 0 h 1152"/>
                  <a:gd name="T6" fmla="*/ 0 w 1536"/>
                  <a:gd name="T7" fmla="*/ 0 h 1152"/>
                  <a:gd name="T8" fmla="*/ 0 w 1536"/>
                  <a:gd name="T9" fmla="*/ 0 h 11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36"/>
                  <a:gd name="T16" fmla="*/ 0 h 1152"/>
                  <a:gd name="T17" fmla="*/ 1536 w 1536"/>
                  <a:gd name="T18" fmla="*/ 1152 h 11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36" h="1152">
                    <a:moveTo>
                      <a:pt x="0" y="576"/>
                    </a:moveTo>
                    <a:cubicBezTo>
                      <a:pt x="128" y="288"/>
                      <a:pt x="256" y="0"/>
                      <a:pt x="384" y="0"/>
                    </a:cubicBezTo>
                    <a:cubicBezTo>
                      <a:pt x="512" y="0"/>
                      <a:pt x="640" y="384"/>
                      <a:pt x="768" y="576"/>
                    </a:cubicBezTo>
                    <a:cubicBezTo>
                      <a:pt x="896" y="768"/>
                      <a:pt x="1024" y="1152"/>
                      <a:pt x="1152" y="1152"/>
                    </a:cubicBezTo>
                    <a:cubicBezTo>
                      <a:pt x="1280" y="1152"/>
                      <a:pt x="1408" y="864"/>
                      <a:pt x="1536" y="576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91" name="Freeform 10"/>
              <p:cNvSpPr>
                <a:spLocks/>
              </p:cNvSpPr>
              <p:nvPr/>
            </p:nvSpPr>
            <p:spPr bwMode="auto">
              <a:xfrm flipV="1">
                <a:off x="6286534" y="3211282"/>
                <a:ext cx="243184" cy="235468"/>
              </a:xfrm>
              <a:custGeom>
                <a:avLst/>
                <a:gdLst>
                  <a:gd name="T0" fmla="*/ 0 w 1536"/>
                  <a:gd name="T1" fmla="*/ 0 h 1152"/>
                  <a:gd name="T2" fmla="*/ 0 w 1536"/>
                  <a:gd name="T3" fmla="*/ 0 h 1152"/>
                  <a:gd name="T4" fmla="*/ 0 w 1536"/>
                  <a:gd name="T5" fmla="*/ 0 h 1152"/>
                  <a:gd name="T6" fmla="*/ 0 w 1536"/>
                  <a:gd name="T7" fmla="*/ 0 h 1152"/>
                  <a:gd name="T8" fmla="*/ 0 w 1536"/>
                  <a:gd name="T9" fmla="*/ 0 h 11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36"/>
                  <a:gd name="T16" fmla="*/ 0 h 1152"/>
                  <a:gd name="T17" fmla="*/ 1536 w 1536"/>
                  <a:gd name="T18" fmla="*/ 1152 h 11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36" h="1152">
                    <a:moveTo>
                      <a:pt x="0" y="576"/>
                    </a:moveTo>
                    <a:cubicBezTo>
                      <a:pt x="128" y="288"/>
                      <a:pt x="256" y="0"/>
                      <a:pt x="384" y="0"/>
                    </a:cubicBezTo>
                    <a:cubicBezTo>
                      <a:pt x="512" y="0"/>
                      <a:pt x="640" y="384"/>
                      <a:pt x="768" y="576"/>
                    </a:cubicBezTo>
                    <a:cubicBezTo>
                      <a:pt x="896" y="768"/>
                      <a:pt x="1024" y="1152"/>
                      <a:pt x="1152" y="1152"/>
                    </a:cubicBezTo>
                    <a:cubicBezTo>
                      <a:pt x="1280" y="1152"/>
                      <a:pt x="1408" y="864"/>
                      <a:pt x="1536" y="576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92" name="Freeform 11"/>
              <p:cNvSpPr>
                <a:spLocks/>
              </p:cNvSpPr>
              <p:nvPr/>
            </p:nvSpPr>
            <p:spPr bwMode="auto">
              <a:xfrm flipV="1">
                <a:off x="6529719" y="3211282"/>
                <a:ext cx="243184" cy="235468"/>
              </a:xfrm>
              <a:custGeom>
                <a:avLst/>
                <a:gdLst>
                  <a:gd name="T0" fmla="*/ 0 w 1536"/>
                  <a:gd name="T1" fmla="*/ 0 h 1152"/>
                  <a:gd name="T2" fmla="*/ 0 w 1536"/>
                  <a:gd name="T3" fmla="*/ 0 h 1152"/>
                  <a:gd name="T4" fmla="*/ 0 w 1536"/>
                  <a:gd name="T5" fmla="*/ 0 h 1152"/>
                  <a:gd name="T6" fmla="*/ 0 w 1536"/>
                  <a:gd name="T7" fmla="*/ 0 h 1152"/>
                  <a:gd name="T8" fmla="*/ 0 w 1536"/>
                  <a:gd name="T9" fmla="*/ 0 h 11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36"/>
                  <a:gd name="T16" fmla="*/ 0 h 1152"/>
                  <a:gd name="T17" fmla="*/ 1536 w 1536"/>
                  <a:gd name="T18" fmla="*/ 1152 h 11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36" h="1152">
                    <a:moveTo>
                      <a:pt x="0" y="576"/>
                    </a:moveTo>
                    <a:cubicBezTo>
                      <a:pt x="128" y="288"/>
                      <a:pt x="256" y="0"/>
                      <a:pt x="384" y="0"/>
                    </a:cubicBezTo>
                    <a:cubicBezTo>
                      <a:pt x="512" y="0"/>
                      <a:pt x="640" y="384"/>
                      <a:pt x="768" y="576"/>
                    </a:cubicBezTo>
                    <a:cubicBezTo>
                      <a:pt x="896" y="768"/>
                      <a:pt x="1024" y="1152"/>
                      <a:pt x="1152" y="1152"/>
                    </a:cubicBezTo>
                    <a:cubicBezTo>
                      <a:pt x="1280" y="1152"/>
                      <a:pt x="1408" y="864"/>
                      <a:pt x="1536" y="576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96" name="TextBox 95"/>
              <p:cNvSpPr txBox="1"/>
              <p:nvPr/>
            </p:nvSpPr>
            <p:spPr>
              <a:xfrm>
                <a:off x="6794953" y="3166636"/>
                <a:ext cx="142218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600" b="1" dirty="0">
                    <a:solidFill>
                      <a:srgbClr val="C00000"/>
                    </a:solidFill>
                    <a:latin typeface="Arial Black" panose="020B0A04020102020204" pitchFamily="34" charset="0"/>
                  </a:rPr>
                  <a:t>+             = </a:t>
                </a:r>
              </a:p>
            </p:txBody>
          </p:sp>
          <p:cxnSp>
            <p:nvCxnSpPr>
              <p:cNvPr id="98" name="Straight Connector 97"/>
              <p:cNvCxnSpPr/>
              <p:nvPr/>
            </p:nvCxnSpPr>
            <p:spPr>
              <a:xfrm flipV="1">
                <a:off x="8136240" y="3315490"/>
                <a:ext cx="566169" cy="8394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7" name="Group 126"/>
          <p:cNvGrpSpPr/>
          <p:nvPr/>
        </p:nvGrpSpPr>
        <p:grpSpPr>
          <a:xfrm>
            <a:off x="912250" y="4684279"/>
            <a:ext cx="2963148" cy="549473"/>
            <a:chOff x="2157658" y="3211493"/>
            <a:chExt cx="2963148" cy="549473"/>
          </a:xfrm>
        </p:grpSpPr>
        <p:sp>
          <p:nvSpPr>
            <p:cNvPr id="105" name="Rounded Rectangular Callout 104"/>
            <p:cNvSpPr/>
            <p:nvPr/>
          </p:nvSpPr>
          <p:spPr>
            <a:xfrm>
              <a:off x="2157658" y="3211493"/>
              <a:ext cx="2963148" cy="549473"/>
            </a:xfrm>
            <a:prstGeom prst="wedgeRoundRectCallout">
              <a:avLst>
                <a:gd name="adj1" fmla="val 55506"/>
                <a:gd name="adj2" fmla="val -188080"/>
                <a:gd name="adj3" fmla="val 16667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en-GB" sz="1600" dirty="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2975095" y="3310290"/>
              <a:ext cx="1422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b="1" dirty="0">
                  <a:solidFill>
                    <a:srgbClr val="C00000"/>
                  </a:solidFill>
                  <a:latin typeface="Arial Black" panose="020B0A04020102020204" pitchFamily="34" charset="0"/>
                </a:rPr>
                <a:t>+             = </a:t>
              </a:r>
            </a:p>
          </p:txBody>
        </p:sp>
        <p:grpSp>
          <p:nvGrpSpPr>
            <p:cNvPr id="115" name="Group 8"/>
            <p:cNvGrpSpPr>
              <a:grpSpLocks/>
            </p:cNvGrpSpPr>
            <p:nvPr/>
          </p:nvGrpSpPr>
          <p:grpSpPr bwMode="auto">
            <a:xfrm>
              <a:off x="2282094" y="3335611"/>
              <a:ext cx="729553" cy="238462"/>
              <a:chOff x="1226" y="1384"/>
              <a:chExt cx="576" cy="432"/>
            </a:xfrm>
          </p:grpSpPr>
          <p:sp>
            <p:nvSpPr>
              <p:cNvPr id="116" name="Freeform 9"/>
              <p:cNvSpPr>
                <a:spLocks/>
              </p:cNvSpPr>
              <p:nvPr/>
            </p:nvSpPr>
            <p:spPr bwMode="auto">
              <a:xfrm>
                <a:off x="1226" y="1384"/>
                <a:ext cx="192" cy="432"/>
              </a:xfrm>
              <a:custGeom>
                <a:avLst/>
                <a:gdLst>
                  <a:gd name="T0" fmla="*/ 0 w 1536"/>
                  <a:gd name="T1" fmla="*/ 0 h 1152"/>
                  <a:gd name="T2" fmla="*/ 0 w 1536"/>
                  <a:gd name="T3" fmla="*/ 0 h 1152"/>
                  <a:gd name="T4" fmla="*/ 0 w 1536"/>
                  <a:gd name="T5" fmla="*/ 0 h 1152"/>
                  <a:gd name="T6" fmla="*/ 0 w 1536"/>
                  <a:gd name="T7" fmla="*/ 0 h 1152"/>
                  <a:gd name="T8" fmla="*/ 0 w 1536"/>
                  <a:gd name="T9" fmla="*/ 0 h 11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36"/>
                  <a:gd name="T16" fmla="*/ 0 h 1152"/>
                  <a:gd name="T17" fmla="*/ 1536 w 1536"/>
                  <a:gd name="T18" fmla="*/ 1152 h 11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36" h="1152">
                    <a:moveTo>
                      <a:pt x="0" y="576"/>
                    </a:moveTo>
                    <a:cubicBezTo>
                      <a:pt x="128" y="288"/>
                      <a:pt x="256" y="0"/>
                      <a:pt x="384" y="0"/>
                    </a:cubicBezTo>
                    <a:cubicBezTo>
                      <a:pt x="512" y="0"/>
                      <a:pt x="640" y="384"/>
                      <a:pt x="768" y="576"/>
                    </a:cubicBezTo>
                    <a:cubicBezTo>
                      <a:pt x="896" y="768"/>
                      <a:pt x="1024" y="1152"/>
                      <a:pt x="1152" y="1152"/>
                    </a:cubicBezTo>
                    <a:cubicBezTo>
                      <a:pt x="1280" y="1152"/>
                      <a:pt x="1408" y="864"/>
                      <a:pt x="1536" y="576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17" name="Freeform 10"/>
              <p:cNvSpPr>
                <a:spLocks/>
              </p:cNvSpPr>
              <p:nvPr/>
            </p:nvSpPr>
            <p:spPr bwMode="auto">
              <a:xfrm>
                <a:off x="1418" y="1384"/>
                <a:ext cx="192" cy="432"/>
              </a:xfrm>
              <a:custGeom>
                <a:avLst/>
                <a:gdLst>
                  <a:gd name="T0" fmla="*/ 0 w 1536"/>
                  <a:gd name="T1" fmla="*/ 0 h 1152"/>
                  <a:gd name="T2" fmla="*/ 0 w 1536"/>
                  <a:gd name="T3" fmla="*/ 0 h 1152"/>
                  <a:gd name="T4" fmla="*/ 0 w 1536"/>
                  <a:gd name="T5" fmla="*/ 0 h 1152"/>
                  <a:gd name="T6" fmla="*/ 0 w 1536"/>
                  <a:gd name="T7" fmla="*/ 0 h 1152"/>
                  <a:gd name="T8" fmla="*/ 0 w 1536"/>
                  <a:gd name="T9" fmla="*/ 0 h 11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36"/>
                  <a:gd name="T16" fmla="*/ 0 h 1152"/>
                  <a:gd name="T17" fmla="*/ 1536 w 1536"/>
                  <a:gd name="T18" fmla="*/ 1152 h 11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36" h="1152">
                    <a:moveTo>
                      <a:pt x="0" y="576"/>
                    </a:moveTo>
                    <a:cubicBezTo>
                      <a:pt x="128" y="288"/>
                      <a:pt x="256" y="0"/>
                      <a:pt x="384" y="0"/>
                    </a:cubicBezTo>
                    <a:cubicBezTo>
                      <a:pt x="512" y="0"/>
                      <a:pt x="640" y="384"/>
                      <a:pt x="768" y="576"/>
                    </a:cubicBezTo>
                    <a:cubicBezTo>
                      <a:pt x="896" y="768"/>
                      <a:pt x="1024" y="1152"/>
                      <a:pt x="1152" y="1152"/>
                    </a:cubicBezTo>
                    <a:cubicBezTo>
                      <a:pt x="1280" y="1152"/>
                      <a:pt x="1408" y="864"/>
                      <a:pt x="1536" y="576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18" name="Freeform 11"/>
              <p:cNvSpPr>
                <a:spLocks/>
              </p:cNvSpPr>
              <p:nvPr/>
            </p:nvSpPr>
            <p:spPr bwMode="auto">
              <a:xfrm>
                <a:off x="1610" y="1384"/>
                <a:ext cx="192" cy="432"/>
              </a:xfrm>
              <a:custGeom>
                <a:avLst/>
                <a:gdLst>
                  <a:gd name="T0" fmla="*/ 0 w 1536"/>
                  <a:gd name="T1" fmla="*/ 0 h 1152"/>
                  <a:gd name="T2" fmla="*/ 0 w 1536"/>
                  <a:gd name="T3" fmla="*/ 0 h 1152"/>
                  <a:gd name="T4" fmla="*/ 0 w 1536"/>
                  <a:gd name="T5" fmla="*/ 0 h 1152"/>
                  <a:gd name="T6" fmla="*/ 0 w 1536"/>
                  <a:gd name="T7" fmla="*/ 0 h 1152"/>
                  <a:gd name="T8" fmla="*/ 0 w 1536"/>
                  <a:gd name="T9" fmla="*/ 0 h 11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36"/>
                  <a:gd name="T16" fmla="*/ 0 h 1152"/>
                  <a:gd name="T17" fmla="*/ 1536 w 1536"/>
                  <a:gd name="T18" fmla="*/ 1152 h 11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36" h="1152">
                    <a:moveTo>
                      <a:pt x="0" y="576"/>
                    </a:moveTo>
                    <a:cubicBezTo>
                      <a:pt x="128" y="288"/>
                      <a:pt x="256" y="0"/>
                      <a:pt x="384" y="0"/>
                    </a:cubicBezTo>
                    <a:cubicBezTo>
                      <a:pt x="512" y="0"/>
                      <a:pt x="640" y="384"/>
                      <a:pt x="768" y="576"/>
                    </a:cubicBezTo>
                    <a:cubicBezTo>
                      <a:pt x="896" y="768"/>
                      <a:pt x="1024" y="1152"/>
                      <a:pt x="1152" y="1152"/>
                    </a:cubicBezTo>
                    <a:cubicBezTo>
                      <a:pt x="1280" y="1152"/>
                      <a:pt x="1408" y="864"/>
                      <a:pt x="1536" y="576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</p:grpSp>
        <p:grpSp>
          <p:nvGrpSpPr>
            <p:cNvPr id="119" name="Group 8"/>
            <p:cNvGrpSpPr>
              <a:grpSpLocks/>
            </p:cNvGrpSpPr>
            <p:nvPr/>
          </p:nvGrpSpPr>
          <p:grpSpPr bwMode="auto">
            <a:xfrm>
              <a:off x="3260299" y="3319776"/>
              <a:ext cx="729553" cy="238462"/>
              <a:chOff x="1226" y="1384"/>
              <a:chExt cx="576" cy="432"/>
            </a:xfrm>
          </p:grpSpPr>
          <p:sp>
            <p:nvSpPr>
              <p:cNvPr id="120" name="Freeform 9"/>
              <p:cNvSpPr>
                <a:spLocks/>
              </p:cNvSpPr>
              <p:nvPr/>
            </p:nvSpPr>
            <p:spPr bwMode="auto">
              <a:xfrm>
                <a:off x="1226" y="1384"/>
                <a:ext cx="192" cy="432"/>
              </a:xfrm>
              <a:custGeom>
                <a:avLst/>
                <a:gdLst>
                  <a:gd name="T0" fmla="*/ 0 w 1536"/>
                  <a:gd name="T1" fmla="*/ 0 h 1152"/>
                  <a:gd name="T2" fmla="*/ 0 w 1536"/>
                  <a:gd name="T3" fmla="*/ 0 h 1152"/>
                  <a:gd name="T4" fmla="*/ 0 w 1536"/>
                  <a:gd name="T5" fmla="*/ 0 h 1152"/>
                  <a:gd name="T6" fmla="*/ 0 w 1536"/>
                  <a:gd name="T7" fmla="*/ 0 h 1152"/>
                  <a:gd name="T8" fmla="*/ 0 w 1536"/>
                  <a:gd name="T9" fmla="*/ 0 h 11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36"/>
                  <a:gd name="T16" fmla="*/ 0 h 1152"/>
                  <a:gd name="T17" fmla="*/ 1536 w 1536"/>
                  <a:gd name="T18" fmla="*/ 1152 h 11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36" h="1152">
                    <a:moveTo>
                      <a:pt x="0" y="576"/>
                    </a:moveTo>
                    <a:cubicBezTo>
                      <a:pt x="128" y="288"/>
                      <a:pt x="256" y="0"/>
                      <a:pt x="384" y="0"/>
                    </a:cubicBezTo>
                    <a:cubicBezTo>
                      <a:pt x="512" y="0"/>
                      <a:pt x="640" y="384"/>
                      <a:pt x="768" y="576"/>
                    </a:cubicBezTo>
                    <a:cubicBezTo>
                      <a:pt x="896" y="768"/>
                      <a:pt x="1024" y="1152"/>
                      <a:pt x="1152" y="1152"/>
                    </a:cubicBezTo>
                    <a:cubicBezTo>
                      <a:pt x="1280" y="1152"/>
                      <a:pt x="1408" y="864"/>
                      <a:pt x="1536" y="576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21" name="Freeform 10"/>
              <p:cNvSpPr>
                <a:spLocks/>
              </p:cNvSpPr>
              <p:nvPr/>
            </p:nvSpPr>
            <p:spPr bwMode="auto">
              <a:xfrm>
                <a:off x="1418" y="1384"/>
                <a:ext cx="192" cy="432"/>
              </a:xfrm>
              <a:custGeom>
                <a:avLst/>
                <a:gdLst>
                  <a:gd name="T0" fmla="*/ 0 w 1536"/>
                  <a:gd name="T1" fmla="*/ 0 h 1152"/>
                  <a:gd name="T2" fmla="*/ 0 w 1536"/>
                  <a:gd name="T3" fmla="*/ 0 h 1152"/>
                  <a:gd name="T4" fmla="*/ 0 w 1536"/>
                  <a:gd name="T5" fmla="*/ 0 h 1152"/>
                  <a:gd name="T6" fmla="*/ 0 w 1536"/>
                  <a:gd name="T7" fmla="*/ 0 h 1152"/>
                  <a:gd name="T8" fmla="*/ 0 w 1536"/>
                  <a:gd name="T9" fmla="*/ 0 h 11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36"/>
                  <a:gd name="T16" fmla="*/ 0 h 1152"/>
                  <a:gd name="T17" fmla="*/ 1536 w 1536"/>
                  <a:gd name="T18" fmla="*/ 1152 h 11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36" h="1152">
                    <a:moveTo>
                      <a:pt x="0" y="576"/>
                    </a:moveTo>
                    <a:cubicBezTo>
                      <a:pt x="128" y="288"/>
                      <a:pt x="256" y="0"/>
                      <a:pt x="384" y="0"/>
                    </a:cubicBezTo>
                    <a:cubicBezTo>
                      <a:pt x="512" y="0"/>
                      <a:pt x="640" y="384"/>
                      <a:pt x="768" y="576"/>
                    </a:cubicBezTo>
                    <a:cubicBezTo>
                      <a:pt x="896" y="768"/>
                      <a:pt x="1024" y="1152"/>
                      <a:pt x="1152" y="1152"/>
                    </a:cubicBezTo>
                    <a:cubicBezTo>
                      <a:pt x="1280" y="1152"/>
                      <a:pt x="1408" y="864"/>
                      <a:pt x="1536" y="576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22" name="Freeform 11"/>
              <p:cNvSpPr>
                <a:spLocks/>
              </p:cNvSpPr>
              <p:nvPr/>
            </p:nvSpPr>
            <p:spPr bwMode="auto">
              <a:xfrm>
                <a:off x="1610" y="1384"/>
                <a:ext cx="192" cy="432"/>
              </a:xfrm>
              <a:custGeom>
                <a:avLst/>
                <a:gdLst>
                  <a:gd name="T0" fmla="*/ 0 w 1536"/>
                  <a:gd name="T1" fmla="*/ 0 h 1152"/>
                  <a:gd name="T2" fmla="*/ 0 w 1536"/>
                  <a:gd name="T3" fmla="*/ 0 h 1152"/>
                  <a:gd name="T4" fmla="*/ 0 w 1536"/>
                  <a:gd name="T5" fmla="*/ 0 h 1152"/>
                  <a:gd name="T6" fmla="*/ 0 w 1536"/>
                  <a:gd name="T7" fmla="*/ 0 h 1152"/>
                  <a:gd name="T8" fmla="*/ 0 w 1536"/>
                  <a:gd name="T9" fmla="*/ 0 h 11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36"/>
                  <a:gd name="T16" fmla="*/ 0 h 1152"/>
                  <a:gd name="T17" fmla="*/ 1536 w 1536"/>
                  <a:gd name="T18" fmla="*/ 1152 h 11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36" h="1152">
                    <a:moveTo>
                      <a:pt x="0" y="576"/>
                    </a:moveTo>
                    <a:cubicBezTo>
                      <a:pt x="128" y="288"/>
                      <a:pt x="256" y="0"/>
                      <a:pt x="384" y="0"/>
                    </a:cubicBezTo>
                    <a:cubicBezTo>
                      <a:pt x="512" y="0"/>
                      <a:pt x="640" y="384"/>
                      <a:pt x="768" y="576"/>
                    </a:cubicBezTo>
                    <a:cubicBezTo>
                      <a:pt x="896" y="768"/>
                      <a:pt x="1024" y="1152"/>
                      <a:pt x="1152" y="1152"/>
                    </a:cubicBezTo>
                    <a:cubicBezTo>
                      <a:pt x="1280" y="1152"/>
                      <a:pt x="1408" y="864"/>
                      <a:pt x="1536" y="576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</p:grpSp>
        <p:grpSp>
          <p:nvGrpSpPr>
            <p:cNvPr id="123" name="Group 8"/>
            <p:cNvGrpSpPr>
              <a:grpSpLocks/>
            </p:cNvGrpSpPr>
            <p:nvPr/>
          </p:nvGrpSpPr>
          <p:grpSpPr bwMode="auto">
            <a:xfrm>
              <a:off x="4285580" y="3254534"/>
              <a:ext cx="729553" cy="474627"/>
              <a:chOff x="1226" y="1384"/>
              <a:chExt cx="576" cy="432"/>
            </a:xfrm>
          </p:grpSpPr>
          <p:sp>
            <p:nvSpPr>
              <p:cNvPr id="124" name="Freeform 9"/>
              <p:cNvSpPr>
                <a:spLocks/>
              </p:cNvSpPr>
              <p:nvPr/>
            </p:nvSpPr>
            <p:spPr bwMode="auto">
              <a:xfrm>
                <a:off x="1226" y="1384"/>
                <a:ext cx="192" cy="432"/>
              </a:xfrm>
              <a:custGeom>
                <a:avLst/>
                <a:gdLst>
                  <a:gd name="T0" fmla="*/ 0 w 1536"/>
                  <a:gd name="T1" fmla="*/ 0 h 1152"/>
                  <a:gd name="T2" fmla="*/ 0 w 1536"/>
                  <a:gd name="T3" fmla="*/ 0 h 1152"/>
                  <a:gd name="T4" fmla="*/ 0 w 1536"/>
                  <a:gd name="T5" fmla="*/ 0 h 1152"/>
                  <a:gd name="T6" fmla="*/ 0 w 1536"/>
                  <a:gd name="T7" fmla="*/ 0 h 1152"/>
                  <a:gd name="T8" fmla="*/ 0 w 1536"/>
                  <a:gd name="T9" fmla="*/ 0 h 11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36"/>
                  <a:gd name="T16" fmla="*/ 0 h 1152"/>
                  <a:gd name="T17" fmla="*/ 1536 w 1536"/>
                  <a:gd name="T18" fmla="*/ 1152 h 11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36" h="1152">
                    <a:moveTo>
                      <a:pt x="0" y="576"/>
                    </a:moveTo>
                    <a:cubicBezTo>
                      <a:pt x="128" y="288"/>
                      <a:pt x="256" y="0"/>
                      <a:pt x="384" y="0"/>
                    </a:cubicBezTo>
                    <a:cubicBezTo>
                      <a:pt x="512" y="0"/>
                      <a:pt x="640" y="384"/>
                      <a:pt x="768" y="576"/>
                    </a:cubicBezTo>
                    <a:cubicBezTo>
                      <a:pt x="896" y="768"/>
                      <a:pt x="1024" y="1152"/>
                      <a:pt x="1152" y="1152"/>
                    </a:cubicBezTo>
                    <a:cubicBezTo>
                      <a:pt x="1280" y="1152"/>
                      <a:pt x="1408" y="864"/>
                      <a:pt x="1536" y="576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25" name="Freeform 10"/>
              <p:cNvSpPr>
                <a:spLocks/>
              </p:cNvSpPr>
              <p:nvPr/>
            </p:nvSpPr>
            <p:spPr bwMode="auto">
              <a:xfrm>
                <a:off x="1418" y="1384"/>
                <a:ext cx="192" cy="432"/>
              </a:xfrm>
              <a:custGeom>
                <a:avLst/>
                <a:gdLst>
                  <a:gd name="T0" fmla="*/ 0 w 1536"/>
                  <a:gd name="T1" fmla="*/ 0 h 1152"/>
                  <a:gd name="T2" fmla="*/ 0 w 1536"/>
                  <a:gd name="T3" fmla="*/ 0 h 1152"/>
                  <a:gd name="T4" fmla="*/ 0 w 1536"/>
                  <a:gd name="T5" fmla="*/ 0 h 1152"/>
                  <a:gd name="T6" fmla="*/ 0 w 1536"/>
                  <a:gd name="T7" fmla="*/ 0 h 1152"/>
                  <a:gd name="T8" fmla="*/ 0 w 1536"/>
                  <a:gd name="T9" fmla="*/ 0 h 11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36"/>
                  <a:gd name="T16" fmla="*/ 0 h 1152"/>
                  <a:gd name="T17" fmla="*/ 1536 w 1536"/>
                  <a:gd name="T18" fmla="*/ 1152 h 11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36" h="1152">
                    <a:moveTo>
                      <a:pt x="0" y="576"/>
                    </a:moveTo>
                    <a:cubicBezTo>
                      <a:pt x="128" y="288"/>
                      <a:pt x="256" y="0"/>
                      <a:pt x="384" y="0"/>
                    </a:cubicBezTo>
                    <a:cubicBezTo>
                      <a:pt x="512" y="0"/>
                      <a:pt x="640" y="384"/>
                      <a:pt x="768" y="576"/>
                    </a:cubicBezTo>
                    <a:cubicBezTo>
                      <a:pt x="896" y="768"/>
                      <a:pt x="1024" y="1152"/>
                      <a:pt x="1152" y="1152"/>
                    </a:cubicBezTo>
                    <a:cubicBezTo>
                      <a:pt x="1280" y="1152"/>
                      <a:pt x="1408" y="864"/>
                      <a:pt x="1536" y="576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26" name="Freeform 11"/>
              <p:cNvSpPr>
                <a:spLocks/>
              </p:cNvSpPr>
              <p:nvPr/>
            </p:nvSpPr>
            <p:spPr bwMode="auto">
              <a:xfrm>
                <a:off x="1610" y="1384"/>
                <a:ext cx="192" cy="432"/>
              </a:xfrm>
              <a:custGeom>
                <a:avLst/>
                <a:gdLst>
                  <a:gd name="T0" fmla="*/ 0 w 1536"/>
                  <a:gd name="T1" fmla="*/ 0 h 1152"/>
                  <a:gd name="T2" fmla="*/ 0 w 1536"/>
                  <a:gd name="T3" fmla="*/ 0 h 1152"/>
                  <a:gd name="T4" fmla="*/ 0 w 1536"/>
                  <a:gd name="T5" fmla="*/ 0 h 1152"/>
                  <a:gd name="T6" fmla="*/ 0 w 1536"/>
                  <a:gd name="T7" fmla="*/ 0 h 1152"/>
                  <a:gd name="T8" fmla="*/ 0 w 1536"/>
                  <a:gd name="T9" fmla="*/ 0 h 11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36"/>
                  <a:gd name="T16" fmla="*/ 0 h 1152"/>
                  <a:gd name="T17" fmla="*/ 1536 w 1536"/>
                  <a:gd name="T18" fmla="*/ 1152 h 11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36" h="1152">
                    <a:moveTo>
                      <a:pt x="0" y="576"/>
                    </a:moveTo>
                    <a:cubicBezTo>
                      <a:pt x="128" y="288"/>
                      <a:pt x="256" y="0"/>
                      <a:pt x="384" y="0"/>
                    </a:cubicBezTo>
                    <a:cubicBezTo>
                      <a:pt x="512" y="0"/>
                      <a:pt x="640" y="384"/>
                      <a:pt x="768" y="576"/>
                    </a:cubicBezTo>
                    <a:cubicBezTo>
                      <a:pt x="896" y="768"/>
                      <a:pt x="1024" y="1152"/>
                      <a:pt x="1152" y="1152"/>
                    </a:cubicBezTo>
                    <a:cubicBezTo>
                      <a:pt x="1280" y="1152"/>
                      <a:pt x="1408" y="864"/>
                      <a:pt x="1536" y="576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</p:grpSp>
      </p:grpSp>
      <p:grpSp>
        <p:nvGrpSpPr>
          <p:cNvPr id="128" name="Group 8"/>
          <p:cNvGrpSpPr>
            <a:grpSpLocks/>
          </p:cNvGrpSpPr>
          <p:nvPr/>
        </p:nvGrpSpPr>
        <p:grpSpPr bwMode="auto">
          <a:xfrm rot="20593582">
            <a:off x="6634914" y="2069205"/>
            <a:ext cx="729553" cy="238462"/>
            <a:chOff x="1226" y="1384"/>
            <a:chExt cx="576" cy="432"/>
          </a:xfrm>
        </p:grpSpPr>
        <p:sp>
          <p:nvSpPr>
            <p:cNvPr id="129" name="Freeform 9"/>
            <p:cNvSpPr>
              <a:spLocks/>
            </p:cNvSpPr>
            <p:nvPr/>
          </p:nvSpPr>
          <p:spPr bwMode="auto">
            <a:xfrm>
              <a:off x="1226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0" name="Freeform 10"/>
            <p:cNvSpPr>
              <a:spLocks/>
            </p:cNvSpPr>
            <p:nvPr/>
          </p:nvSpPr>
          <p:spPr bwMode="auto">
            <a:xfrm>
              <a:off x="1418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1" name="Freeform 11"/>
            <p:cNvSpPr>
              <a:spLocks/>
            </p:cNvSpPr>
            <p:nvPr/>
          </p:nvSpPr>
          <p:spPr bwMode="auto">
            <a:xfrm>
              <a:off x="1610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  <p:grpSp>
        <p:nvGrpSpPr>
          <p:cNvPr id="137" name="Group 8"/>
          <p:cNvGrpSpPr>
            <a:grpSpLocks/>
          </p:cNvGrpSpPr>
          <p:nvPr/>
        </p:nvGrpSpPr>
        <p:grpSpPr bwMode="auto">
          <a:xfrm rot="19926146">
            <a:off x="7260475" y="2357943"/>
            <a:ext cx="729553" cy="238462"/>
            <a:chOff x="1226" y="1384"/>
            <a:chExt cx="576" cy="432"/>
          </a:xfrm>
        </p:grpSpPr>
        <p:sp>
          <p:nvSpPr>
            <p:cNvPr id="138" name="Freeform 9"/>
            <p:cNvSpPr>
              <a:spLocks/>
            </p:cNvSpPr>
            <p:nvPr/>
          </p:nvSpPr>
          <p:spPr bwMode="auto">
            <a:xfrm>
              <a:off x="1226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9" name="Freeform 10"/>
            <p:cNvSpPr>
              <a:spLocks/>
            </p:cNvSpPr>
            <p:nvPr/>
          </p:nvSpPr>
          <p:spPr bwMode="auto">
            <a:xfrm>
              <a:off x="1418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40" name="Freeform 11"/>
            <p:cNvSpPr>
              <a:spLocks/>
            </p:cNvSpPr>
            <p:nvPr/>
          </p:nvSpPr>
          <p:spPr bwMode="auto">
            <a:xfrm>
              <a:off x="1610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  <p:sp>
        <p:nvSpPr>
          <p:cNvPr id="141" name="Right Brace 140"/>
          <p:cNvSpPr/>
          <p:nvPr/>
        </p:nvSpPr>
        <p:spPr>
          <a:xfrm rot="18145091" flipH="1">
            <a:off x="4741453" y="3043711"/>
            <a:ext cx="171348" cy="568582"/>
          </a:xfrm>
          <a:prstGeom prst="rightBrace">
            <a:avLst>
              <a:gd name="adj1" fmla="val 33596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TextBox 148"/>
          <p:cNvSpPr txBox="1"/>
          <p:nvPr/>
        </p:nvSpPr>
        <p:spPr>
          <a:xfrm>
            <a:off x="3750523" y="5476534"/>
            <a:ext cx="26368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Path difference – results in phase difference</a:t>
            </a:r>
          </a:p>
        </p:txBody>
      </p:sp>
      <p:cxnSp>
        <p:nvCxnSpPr>
          <p:cNvPr id="151" name="Straight Arrow Connector 150"/>
          <p:cNvCxnSpPr/>
          <p:nvPr/>
        </p:nvCxnSpPr>
        <p:spPr>
          <a:xfrm flipH="1" flipV="1">
            <a:off x="4767080" y="3461861"/>
            <a:ext cx="635906" cy="20722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489468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288" y="2087857"/>
            <a:ext cx="6163529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/>
              <a:t>Modulation, </a:t>
            </a:r>
          </a:p>
          <a:p>
            <a:r>
              <a:rPr lang="en-GB" sz="4400" b="1" dirty="0"/>
              <a:t>AM, FM, Phase, </a:t>
            </a:r>
          </a:p>
          <a:p>
            <a:r>
              <a:rPr lang="en-GB" sz="2800" b="1" dirty="0"/>
              <a:t>(QAM ... later on …) </a:t>
            </a:r>
          </a:p>
        </p:txBody>
      </p:sp>
    </p:spTree>
    <p:extLst>
      <p:ext uri="{BB962C8B-B14F-4D97-AF65-F5344CB8AC3E}">
        <p14:creationId xmlns:p14="http://schemas.microsoft.com/office/powerpoint/2010/main" val="77449908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4"/>
          <p:cNvSpPr txBox="1">
            <a:spLocks noChangeArrowheads="1"/>
          </p:cNvSpPr>
          <p:nvPr/>
        </p:nvSpPr>
        <p:spPr bwMode="auto">
          <a:xfrm>
            <a:off x="430213" y="366713"/>
            <a:ext cx="5641975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AM Frequency Spectrum - Sidebands</a:t>
            </a:r>
            <a:endParaRPr lang="en-US" sz="2400" b="1"/>
          </a:p>
        </p:txBody>
      </p:sp>
      <p:sp>
        <p:nvSpPr>
          <p:cNvPr id="12291" name="Text Box 6"/>
          <p:cNvSpPr txBox="1">
            <a:spLocks noChangeArrowheads="1"/>
          </p:cNvSpPr>
          <p:nvPr/>
        </p:nvSpPr>
        <p:spPr bwMode="auto">
          <a:xfrm>
            <a:off x="338138" y="849313"/>
            <a:ext cx="7721600" cy="86177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6213" indent="-176213"/>
            <a:r>
              <a:rPr lang="en-GB" sz="1600"/>
              <a:t>AM process produces a spectrum containing the carrier and two sidebands of frequencies related to the modulating signal</a:t>
            </a:r>
          </a:p>
          <a:p>
            <a:pPr marL="176213" indent="-176213"/>
            <a:r>
              <a:rPr lang="en-GB" sz="1600"/>
              <a:t>e.g.:</a:t>
            </a:r>
            <a:endParaRPr lang="en-US" sz="1600"/>
          </a:p>
        </p:txBody>
      </p:sp>
      <p:sp>
        <p:nvSpPr>
          <p:cNvPr id="12292" name="Text Box 17"/>
          <p:cNvSpPr txBox="1">
            <a:spLocks noChangeArrowheads="1"/>
          </p:cNvSpPr>
          <p:nvPr/>
        </p:nvSpPr>
        <p:spPr bwMode="auto">
          <a:xfrm>
            <a:off x="1093788" y="4292600"/>
            <a:ext cx="7000875" cy="21986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GB" sz="1400" dirty="0"/>
              <a:t>e.g.  modulating signal is between 100Hz and 8KHz, </a:t>
            </a:r>
          </a:p>
          <a:p>
            <a:pPr>
              <a:lnSpc>
                <a:spcPct val="120000"/>
              </a:lnSpc>
              <a:defRPr/>
            </a:pPr>
            <a:r>
              <a:rPr lang="en-GB" sz="1400" dirty="0"/>
              <a:t>	and carrier freq = 600KHz (=600,000Hz)</a:t>
            </a:r>
          </a:p>
          <a:p>
            <a:pPr>
              <a:lnSpc>
                <a:spcPct val="120000"/>
              </a:lnSpc>
              <a:defRPr/>
            </a:pPr>
            <a:endParaRPr lang="en-GB" sz="1400" dirty="0"/>
          </a:p>
          <a:p>
            <a:pPr>
              <a:lnSpc>
                <a:spcPct val="120000"/>
              </a:lnSpc>
              <a:defRPr/>
            </a:pPr>
            <a:r>
              <a:rPr lang="en-GB" sz="1400" dirty="0"/>
              <a:t>Then - USB extends </a:t>
            </a:r>
            <a:r>
              <a:rPr lang="en-GB" sz="1400" i="1" dirty="0"/>
              <a:t>up</a:t>
            </a:r>
            <a:r>
              <a:rPr lang="en-GB" sz="1400" dirty="0"/>
              <a:t> from  </a:t>
            </a:r>
            <a:r>
              <a:rPr lang="en-GB" sz="1400" b="1" dirty="0">
                <a:solidFill>
                  <a:srgbClr val="FF0000"/>
                </a:solidFill>
              </a:rPr>
              <a:t>[600,000 + 100]Hz </a:t>
            </a:r>
            <a:r>
              <a:rPr lang="en-GB" sz="1400" dirty="0"/>
              <a:t>   to    </a:t>
            </a:r>
            <a:r>
              <a:rPr lang="en-GB" sz="1400" b="1" dirty="0">
                <a:solidFill>
                  <a:srgbClr val="FF0000"/>
                </a:solidFill>
              </a:rPr>
              <a:t>[600,000 + 8,000]Hz </a:t>
            </a:r>
          </a:p>
          <a:p>
            <a:pPr>
              <a:lnSpc>
                <a:spcPct val="120000"/>
              </a:lnSpc>
              <a:defRPr/>
            </a:pPr>
            <a:r>
              <a:rPr lang="en-GB" sz="1400" dirty="0"/>
              <a:t>		= </a:t>
            </a:r>
            <a:r>
              <a:rPr lang="en-GB" sz="1400" b="1" dirty="0">
                <a:solidFill>
                  <a:srgbClr val="FF0000"/>
                </a:solidFill>
              </a:rPr>
              <a:t>600.1KHz up to 608KHz </a:t>
            </a:r>
          </a:p>
          <a:p>
            <a:pPr>
              <a:lnSpc>
                <a:spcPct val="120000"/>
              </a:lnSpc>
              <a:defRPr/>
            </a:pPr>
            <a:endParaRPr lang="en-GB" sz="1400" dirty="0"/>
          </a:p>
          <a:p>
            <a:pPr>
              <a:lnSpc>
                <a:spcPct val="120000"/>
              </a:lnSpc>
              <a:defRPr/>
            </a:pPr>
            <a:r>
              <a:rPr lang="en-GB" sz="1400" dirty="0"/>
              <a:t>LSB extends </a:t>
            </a:r>
            <a:r>
              <a:rPr lang="en-GB" sz="1400" i="1" dirty="0"/>
              <a:t>down</a:t>
            </a:r>
            <a:r>
              <a:rPr lang="en-GB" sz="1400" dirty="0"/>
              <a:t> from  </a:t>
            </a:r>
            <a:r>
              <a:rPr lang="en-GB" sz="1400" b="1" dirty="0">
                <a:solidFill>
                  <a:srgbClr val="FF0000"/>
                </a:solidFill>
              </a:rPr>
              <a:t>[600,000 – 100]Hz    </a:t>
            </a:r>
            <a:r>
              <a:rPr lang="en-GB" sz="1400" dirty="0"/>
              <a:t>to    </a:t>
            </a:r>
            <a:r>
              <a:rPr lang="en-GB" sz="1400" b="1" dirty="0">
                <a:solidFill>
                  <a:srgbClr val="FF0000"/>
                </a:solidFill>
              </a:rPr>
              <a:t>[600,000 – 8,000]Hz</a:t>
            </a:r>
          </a:p>
          <a:p>
            <a:pPr>
              <a:lnSpc>
                <a:spcPct val="120000"/>
              </a:lnSpc>
              <a:defRPr/>
            </a:pPr>
            <a:r>
              <a:rPr lang="en-GB" sz="1400" dirty="0"/>
              <a:t>	= </a:t>
            </a:r>
            <a:r>
              <a:rPr lang="en-GB" sz="1400" b="1" dirty="0">
                <a:solidFill>
                  <a:srgbClr val="FF0000"/>
                </a:solidFill>
              </a:rPr>
              <a:t>599.9KHz down to 592KHz</a:t>
            </a:r>
            <a:endParaRPr lang="en-US" sz="1400" b="1" dirty="0">
              <a:solidFill>
                <a:srgbClr val="FF0000"/>
              </a:solidFill>
            </a:endParaRPr>
          </a:p>
        </p:txBody>
      </p:sp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530225" y="1703388"/>
            <a:ext cx="5495925" cy="2535237"/>
            <a:chOff x="530225" y="1703388"/>
            <a:chExt cx="5495926" cy="2535237"/>
          </a:xfrm>
        </p:grpSpPr>
        <p:sp>
          <p:nvSpPr>
            <p:cNvPr id="12294" name="Line 5"/>
            <p:cNvSpPr>
              <a:spLocks noChangeShapeType="1"/>
            </p:cNvSpPr>
            <p:nvPr/>
          </p:nvSpPr>
          <p:spPr bwMode="auto">
            <a:xfrm flipV="1">
              <a:off x="1147763" y="3416300"/>
              <a:ext cx="4878388" cy="1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12295" name="Line 7"/>
            <p:cNvSpPr>
              <a:spLocks noChangeShapeType="1"/>
            </p:cNvSpPr>
            <p:nvPr/>
          </p:nvSpPr>
          <p:spPr bwMode="auto">
            <a:xfrm flipH="1">
              <a:off x="3584576" y="1703388"/>
              <a:ext cx="11113" cy="2151062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12296" name="Text Box 12"/>
            <p:cNvSpPr txBox="1">
              <a:spLocks noChangeArrowheads="1"/>
            </p:cNvSpPr>
            <p:nvPr/>
          </p:nvSpPr>
          <p:spPr bwMode="auto">
            <a:xfrm>
              <a:off x="3470276" y="3902075"/>
              <a:ext cx="330200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1600"/>
                <a:t>f</a:t>
              </a:r>
              <a:r>
                <a:rPr lang="en-GB" sz="1600" baseline="-25000"/>
                <a:t>c</a:t>
              </a:r>
              <a:endParaRPr lang="en-US" sz="1600" baseline="-25000"/>
            </a:p>
          </p:txBody>
        </p:sp>
        <p:sp>
          <p:nvSpPr>
            <p:cNvPr id="12297" name="Text Box 13"/>
            <p:cNvSpPr txBox="1">
              <a:spLocks noChangeArrowheads="1"/>
            </p:cNvSpPr>
            <p:nvPr/>
          </p:nvSpPr>
          <p:spPr bwMode="auto">
            <a:xfrm>
              <a:off x="3692526" y="3509963"/>
              <a:ext cx="1976823" cy="27699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1200" i="1"/>
                <a:t>f</a:t>
              </a:r>
              <a:r>
                <a:rPr lang="en-GB" sz="1200" i="1" baseline="-25000"/>
                <a:t>c</a:t>
              </a:r>
              <a:r>
                <a:rPr lang="en-GB" sz="1200" i="1"/>
                <a:t> + freq range of signal</a:t>
              </a:r>
              <a:endParaRPr lang="en-US" sz="1200" i="1"/>
            </a:p>
          </p:txBody>
        </p:sp>
        <p:sp>
          <p:nvSpPr>
            <p:cNvPr id="12298" name="Text Box 15"/>
            <p:cNvSpPr txBox="1">
              <a:spLocks noChangeArrowheads="1"/>
            </p:cNvSpPr>
            <p:nvPr/>
          </p:nvSpPr>
          <p:spPr bwMode="auto">
            <a:xfrm>
              <a:off x="1241426" y="3530600"/>
              <a:ext cx="1944763" cy="27699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1200" i="1"/>
                <a:t>f</a:t>
              </a:r>
              <a:r>
                <a:rPr lang="en-GB" sz="1200" i="1" baseline="-25000"/>
                <a:t>c</a:t>
              </a:r>
              <a:r>
                <a:rPr lang="en-GB" sz="1200" i="1"/>
                <a:t> - freq range of signal</a:t>
              </a:r>
              <a:endParaRPr lang="en-US" sz="1200" i="1"/>
            </a:p>
          </p:txBody>
        </p:sp>
        <p:sp>
          <p:nvSpPr>
            <p:cNvPr id="12299" name="Line 23"/>
            <p:cNvSpPr>
              <a:spLocks noChangeShapeType="1"/>
            </p:cNvSpPr>
            <p:nvPr/>
          </p:nvSpPr>
          <p:spPr bwMode="auto">
            <a:xfrm flipH="1" flipV="1">
              <a:off x="1174749" y="1828800"/>
              <a:ext cx="907" cy="17634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12300" name="Line 24"/>
            <p:cNvSpPr>
              <a:spLocks noChangeShapeType="1"/>
            </p:cNvSpPr>
            <p:nvPr/>
          </p:nvSpPr>
          <p:spPr bwMode="auto">
            <a:xfrm flipV="1">
              <a:off x="1060450" y="1839913"/>
              <a:ext cx="0" cy="5603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12301" name="Text Box 25"/>
            <p:cNvSpPr txBox="1">
              <a:spLocks noChangeArrowheads="1"/>
            </p:cNvSpPr>
            <p:nvPr/>
          </p:nvSpPr>
          <p:spPr bwMode="auto">
            <a:xfrm>
              <a:off x="530225" y="2376488"/>
              <a:ext cx="630301" cy="27699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1200"/>
                <a:t>Power</a:t>
              </a:r>
              <a:endParaRPr lang="en-US" sz="1200"/>
            </a:p>
          </p:txBody>
        </p:sp>
        <p:sp>
          <p:nvSpPr>
            <p:cNvPr id="19" name="Flowchart: Manual Operation 18"/>
            <p:cNvSpPr/>
            <p:nvPr/>
          </p:nvSpPr>
          <p:spPr bwMode="auto">
            <a:xfrm flipV="1">
              <a:off x="1306513" y="1916113"/>
              <a:ext cx="2133600" cy="1479550"/>
            </a:xfrm>
            <a:prstGeom prst="flowChartManualOperation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 sz="1600"/>
            </a:p>
          </p:txBody>
        </p:sp>
        <p:sp>
          <p:nvSpPr>
            <p:cNvPr id="20" name="Flowchart: Manual Operation 19"/>
            <p:cNvSpPr/>
            <p:nvPr/>
          </p:nvSpPr>
          <p:spPr bwMode="auto">
            <a:xfrm flipV="1">
              <a:off x="3657601" y="1916113"/>
              <a:ext cx="2133600" cy="1479550"/>
            </a:xfrm>
            <a:prstGeom prst="flowChartManualOperation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 sz="1600"/>
            </a:p>
          </p:txBody>
        </p:sp>
        <p:sp>
          <p:nvSpPr>
            <p:cNvPr id="12304" name="TextBox 20"/>
            <p:cNvSpPr txBox="1">
              <a:spLocks noChangeArrowheads="1"/>
            </p:cNvSpPr>
            <p:nvPr/>
          </p:nvSpPr>
          <p:spPr bwMode="auto">
            <a:xfrm>
              <a:off x="1457885" y="2612571"/>
              <a:ext cx="1811713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GB" sz="1600" b="1"/>
                <a:t>LSB = </a:t>
              </a:r>
            </a:p>
            <a:p>
              <a:pPr algn="ctr"/>
              <a:r>
                <a:rPr lang="en-GB" sz="1600" b="1"/>
                <a:t>Lower Side Band</a:t>
              </a:r>
              <a:endParaRPr lang="en-US" sz="1600" b="1"/>
            </a:p>
          </p:txBody>
        </p:sp>
        <p:sp>
          <p:nvSpPr>
            <p:cNvPr id="12305" name="TextBox 21"/>
            <p:cNvSpPr txBox="1">
              <a:spLocks noChangeArrowheads="1"/>
            </p:cNvSpPr>
            <p:nvPr/>
          </p:nvSpPr>
          <p:spPr bwMode="auto">
            <a:xfrm>
              <a:off x="3848735" y="2634343"/>
              <a:ext cx="1819729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GB" sz="1600" b="1"/>
                <a:t>USB = </a:t>
              </a:r>
            </a:p>
            <a:p>
              <a:pPr algn="ctr"/>
              <a:r>
                <a:rPr lang="en-GB" sz="1600" b="1"/>
                <a:t>Upper Side Band</a:t>
              </a:r>
              <a:endParaRPr lang="en-US" sz="1600" b="1"/>
            </a:p>
          </p:txBody>
        </p:sp>
      </p:grpSp>
    </p:spTree>
    <p:extLst>
      <p:ext uri="{BB962C8B-B14F-4D97-AF65-F5344CB8AC3E}">
        <p14:creationId xmlns:p14="http://schemas.microsoft.com/office/powerpoint/2010/main" val="277252793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6">
            <a:extLst>
              <a:ext uri="{FF2B5EF4-FFF2-40B4-BE49-F238E27FC236}">
                <a16:creationId xmlns:a16="http://schemas.microsoft.com/office/drawing/2014/main" id="{F7C07B02-2B14-702D-8C83-9246DB2129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78768"/>
            <a:ext cx="186140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GB" sz="2400" b="1"/>
              <a:t>Subcarriers</a:t>
            </a:r>
          </a:p>
        </p:txBody>
      </p:sp>
      <p:sp>
        <p:nvSpPr>
          <p:cNvPr id="16" name="Text Box 56">
            <a:extLst>
              <a:ext uri="{FF2B5EF4-FFF2-40B4-BE49-F238E27FC236}">
                <a16:creationId xmlns:a16="http://schemas.microsoft.com/office/drawing/2014/main" id="{107197CD-1E4B-BFDF-458B-A89BA30415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803379"/>
            <a:ext cx="521809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GB" sz="1400"/>
              <a:t>An example of subcarrier – consider an AM transmission: 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3B94A8A-274C-10F7-CF52-BB8078120EE1}"/>
              </a:ext>
            </a:extLst>
          </p:cNvPr>
          <p:cNvGrpSpPr/>
          <p:nvPr/>
        </p:nvGrpSpPr>
        <p:grpSpPr>
          <a:xfrm>
            <a:off x="468767" y="1308261"/>
            <a:ext cx="6908118" cy="2151062"/>
            <a:chOff x="395288" y="1144979"/>
            <a:chExt cx="6908118" cy="2151062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59DA6758-8575-AF29-4C5B-34660E6F35FF}"/>
                </a:ext>
              </a:extLst>
            </p:cNvPr>
            <p:cNvGrpSpPr/>
            <p:nvPr/>
          </p:nvGrpSpPr>
          <p:grpSpPr>
            <a:xfrm>
              <a:off x="395288" y="1144979"/>
              <a:ext cx="5495925" cy="2151062"/>
              <a:chOff x="1369558" y="1212171"/>
              <a:chExt cx="5495925" cy="2151062"/>
            </a:xfrm>
          </p:grpSpPr>
          <p:grpSp>
            <p:nvGrpSpPr>
              <p:cNvPr id="3" name="Group 22">
                <a:extLst>
                  <a:ext uri="{FF2B5EF4-FFF2-40B4-BE49-F238E27FC236}">
                    <a16:creationId xmlns:a16="http://schemas.microsoft.com/office/drawing/2014/main" id="{03F6C9DC-E062-A5EC-9C47-AE13878DE05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69558" y="1212171"/>
                <a:ext cx="5495925" cy="2151062"/>
                <a:chOff x="530225" y="1718357"/>
                <a:chExt cx="5495926" cy="2151062"/>
              </a:xfrm>
            </p:grpSpPr>
            <p:sp>
              <p:nvSpPr>
                <p:cNvPr id="4" name="Line 5">
                  <a:extLst>
                    <a:ext uri="{FF2B5EF4-FFF2-40B4-BE49-F238E27FC236}">
                      <a16:creationId xmlns:a16="http://schemas.microsoft.com/office/drawing/2014/main" id="{86BB4ADC-AD50-2209-25A3-1DAAA5FB441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147763" y="3416300"/>
                  <a:ext cx="4878388" cy="158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5" name="Line 7">
                  <a:extLst>
                    <a:ext uri="{FF2B5EF4-FFF2-40B4-BE49-F238E27FC236}">
                      <a16:creationId xmlns:a16="http://schemas.microsoft.com/office/drawing/2014/main" id="{049FF77C-E015-3B40-2D4E-B2A699BC82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835604" y="1718357"/>
                  <a:ext cx="11113" cy="2151062"/>
                </a:xfrm>
                <a:prstGeom prst="line">
                  <a:avLst/>
                </a:prstGeom>
                <a:noFill/>
                <a:ln w="762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6" name="Text Box 12">
                  <a:extLst>
                    <a:ext uri="{FF2B5EF4-FFF2-40B4-BE49-F238E27FC236}">
                      <a16:creationId xmlns:a16="http://schemas.microsoft.com/office/drawing/2014/main" id="{8629CF56-E4AE-D771-5FFE-AA3AF7D4309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60134" y="3465381"/>
                  <a:ext cx="330200" cy="336550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GB" sz="1600"/>
                    <a:t>f</a:t>
                  </a:r>
                  <a:r>
                    <a:rPr lang="en-GB" sz="1600" baseline="-25000"/>
                    <a:t>c</a:t>
                  </a:r>
                  <a:endParaRPr lang="en-US" sz="1600" baseline="-25000"/>
                </a:p>
              </p:txBody>
            </p:sp>
            <p:sp>
              <p:nvSpPr>
                <p:cNvPr id="7" name="Text Box 13">
                  <a:extLst>
                    <a:ext uri="{FF2B5EF4-FFF2-40B4-BE49-F238E27FC236}">
                      <a16:creationId xmlns:a16="http://schemas.microsoft.com/office/drawing/2014/main" id="{8A91F93F-4B7E-AD55-4D7A-17BD1A3CB81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62604" y="3524932"/>
                  <a:ext cx="1649811" cy="276999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GB" sz="1200" i="1"/>
                    <a:t>freq range of signal</a:t>
                  </a:r>
                  <a:endParaRPr lang="en-US" sz="1200" i="1"/>
                </a:p>
              </p:txBody>
            </p:sp>
            <p:sp>
              <p:nvSpPr>
                <p:cNvPr id="9" name="Line 23">
                  <a:extLst>
                    <a:ext uri="{FF2B5EF4-FFF2-40B4-BE49-F238E27FC236}">
                      <a16:creationId xmlns:a16="http://schemas.microsoft.com/office/drawing/2014/main" id="{54ECA8FA-23B3-7078-CAD3-59E1A39A4A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1174749" y="1828800"/>
                  <a:ext cx="907" cy="176348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0" name="Line 24">
                  <a:extLst>
                    <a:ext uri="{FF2B5EF4-FFF2-40B4-BE49-F238E27FC236}">
                      <a16:creationId xmlns:a16="http://schemas.microsoft.com/office/drawing/2014/main" id="{4A11A307-83D0-9F05-F51D-AE148C5E71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060450" y="1839913"/>
                  <a:ext cx="0" cy="56038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1" name="Text Box 25">
                  <a:extLst>
                    <a:ext uri="{FF2B5EF4-FFF2-40B4-BE49-F238E27FC236}">
                      <a16:creationId xmlns:a16="http://schemas.microsoft.com/office/drawing/2014/main" id="{3A2B9B9C-0038-1B5D-1F1A-F7D73A90EFB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30225" y="2376488"/>
                  <a:ext cx="630301" cy="276999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GB" sz="1200"/>
                    <a:t>Power</a:t>
                  </a:r>
                  <a:endParaRPr lang="en-US" sz="1200"/>
                </a:p>
              </p:txBody>
            </p:sp>
            <p:sp>
              <p:nvSpPr>
                <p:cNvPr id="13" name="Flowchart: Manual Operation 12">
                  <a:extLst>
                    <a:ext uri="{FF2B5EF4-FFF2-40B4-BE49-F238E27FC236}">
                      <a16:creationId xmlns:a16="http://schemas.microsoft.com/office/drawing/2014/main" id="{90F536C5-97CF-D5C6-FC54-030B0F6E85D9}"/>
                    </a:ext>
                  </a:extLst>
                </p:cNvPr>
                <p:cNvSpPr/>
                <p:nvPr/>
              </p:nvSpPr>
              <p:spPr bwMode="auto">
                <a:xfrm flipV="1">
                  <a:off x="1927679" y="1931082"/>
                  <a:ext cx="2133600" cy="1479550"/>
                </a:xfrm>
                <a:prstGeom prst="flowChartManualOperation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en-US" sz="1600"/>
                </a:p>
              </p:txBody>
            </p:sp>
            <p:sp>
              <p:nvSpPr>
                <p:cNvPr id="15" name="TextBox 21">
                  <a:extLst>
                    <a:ext uri="{FF2B5EF4-FFF2-40B4-BE49-F238E27FC236}">
                      <a16:creationId xmlns:a16="http://schemas.microsoft.com/office/drawing/2014/main" id="{8DEF72EC-2FB7-C27E-BD31-D2C78B88841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11553" y="2759236"/>
                  <a:ext cx="755406" cy="58477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GB" sz="1600" b="1"/>
                    <a:t>Side Band</a:t>
                  </a:r>
                  <a:endParaRPr lang="en-US" sz="1600" b="1"/>
                </a:p>
              </p:txBody>
            </p:sp>
            <p:sp>
              <p:nvSpPr>
                <p:cNvPr id="21" name="Line 7">
                  <a:extLst>
                    <a:ext uri="{FF2B5EF4-FFF2-40B4-BE49-F238E27FC236}">
                      <a16:creationId xmlns:a16="http://schemas.microsoft.com/office/drawing/2014/main" id="{9BCE4104-9965-4E08-1EFD-0AA5A9BC0E3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467359" y="2018457"/>
                  <a:ext cx="11113" cy="1392174"/>
                </a:xfrm>
                <a:prstGeom prst="line">
                  <a:avLst/>
                </a:prstGeom>
                <a:noFill/>
                <a:ln w="25400">
                  <a:solidFill>
                    <a:srgbClr val="FFC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</p:grp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92ED4A30-F1B1-2035-CFB8-2A631D027A7D}"/>
                  </a:ext>
                </a:extLst>
              </p:cNvPr>
              <p:cNvSpPr/>
              <p:nvPr/>
            </p:nvSpPr>
            <p:spPr bwMode="auto">
              <a:xfrm>
                <a:off x="2032269" y="1424327"/>
                <a:ext cx="554562" cy="1487487"/>
              </a:xfrm>
              <a:custGeom>
                <a:avLst/>
                <a:gdLst>
                  <a:gd name="connsiteX0" fmla="*/ 808265 w 808265"/>
                  <a:gd name="connsiteY0" fmla="*/ 1436914 h 1436914"/>
                  <a:gd name="connsiteX1" fmla="*/ 400050 w 808265"/>
                  <a:gd name="connsiteY1" fmla="*/ 0 h 1436914"/>
                  <a:gd name="connsiteX2" fmla="*/ 0 w 808265"/>
                  <a:gd name="connsiteY2" fmla="*/ 0 h 1436914"/>
                  <a:gd name="connsiteX3" fmla="*/ 8165 w 808265"/>
                  <a:gd name="connsiteY3" fmla="*/ 1420586 h 1436914"/>
                  <a:gd name="connsiteX4" fmla="*/ 808265 w 808265"/>
                  <a:gd name="connsiteY4" fmla="*/ 1436914 h 1436914"/>
                  <a:gd name="connsiteX0" fmla="*/ 808265 w 808265"/>
                  <a:gd name="connsiteY0" fmla="*/ 1436914 h 1439088"/>
                  <a:gd name="connsiteX1" fmla="*/ 400050 w 808265"/>
                  <a:gd name="connsiteY1" fmla="*/ 0 h 1439088"/>
                  <a:gd name="connsiteX2" fmla="*/ 0 w 808265"/>
                  <a:gd name="connsiteY2" fmla="*/ 0 h 1439088"/>
                  <a:gd name="connsiteX3" fmla="*/ 11635 w 808265"/>
                  <a:gd name="connsiteY3" fmla="*/ 1439088 h 1439088"/>
                  <a:gd name="connsiteX4" fmla="*/ 808265 w 808265"/>
                  <a:gd name="connsiteY4" fmla="*/ 1436914 h 1439088"/>
                  <a:gd name="connsiteX0" fmla="*/ 808265 w 808265"/>
                  <a:gd name="connsiteY0" fmla="*/ 1436914 h 1436914"/>
                  <a:gd name="connsiteX1" fmla="*/ 400050 w 808265"/>
                  <a:gd name="connsiteY1" fmla="*/ 0 h 1436914"/>
                  <a:gd name="connsiteX2" fmla="*/ 0 w 808265"/>
                  <a:gd name="connsiteY2" fmla="*/ 0 h 1436914"/>
                  <a:gd name="connsiteX3" fmla="*/ 11635 w 808265"/>
                  <a:gd name="connsiteY3" fmla="*/ 1436775 h 1436914"/>
                  <a:gd name="connsiteX4" fmla="*/ 808265 w 808265"/>
                  <a:gd name="connsiteY4" fmla="*/ 1436914 h 1436914"/>
                  <a:gd name="connsiteX0" fmla="*/ 808265 w 808265"/>
                  <a:gd name="connsiteY0" fmla="*/ 1467749 h 1467749"/>
                  <a:gd name="connsiteX1" fmla="*/ 242715 w 808265"/>
                  <a:gd name="connsiteY1" fmla="*/ 0 h 1467749"/>
                  <a:gd name="connsiteX2" fmla="*/ 0 w 808265"/>
                  <a:gd name="connsiteY2" fmla="*/ 30835 h 1467749"/>
                  <a:gd name="connsiteX3" fmla="*/ 11635 w 808265"/>
                  <a:gd name="connsiteY3" fmla="*/ 1467610 h 1467749"/>
                  <a:gd name="connsiteX4" fmla="*/ 808265 w 808265"/>
                  <a:gd name="connsiteY4" fmla="*/ 1467749 h 1467749"/>
                  <a:gd name="connsiteX0" fmla="*/ 808265 w 808265"/>
                  <a:gd name="connsiteY0" fmla="*/ 1437684 h 1437684"/>
                  <a:gd name="connsiteX1" fmla="*/ 246185 w 808265"/>
                  <a:gd name="connsiteY1" fmla="*/ 0 h 1437684"/>
                  <a:gd name="connsiteX2" fmla="*/ 0 w 808265"/>
                  <a:gd name="connsiteY2" fmla="*/ 770 h 1437684"/>
                  <a:gd name="connsiteX3" fmla="*/ 11635 w 808265"/>
                  <a:gd name="connsiteY3" fmla="*/ 1437545 h 1437684"/>
                  <a:gd name="connsiteX4" fmla="*/ 808265 w 808265"/>
                  <a:gd name="connsiteY4" fmla="*/ 1437684 h 1437684"/>
                  <a:gd name="connsiteX0" fmla="*/ 808265 w 808265"/>
                  <a:gd name="connsiteY0" fmla="*/ 1444622 h 1444622"/>
                  <a:gd name="connsiteX1" fmla="*/ 249655 w 808265"/>
                  <a:gd name="connsiteY1" fmla="*/ 0 h 1444622"/>
                  <a:gd name="connsiteX2" fmla="*/ 0 w 808265"/>
                  <a:gd name="connsiteY2" fmla="*/ 7708 h 1444622"/>
                  <a:gd name="connsiteX3" fmla="*/ 11635 w 808265"/>
                  <a:gd name="connsiteY3" fmla="*/ 1444483 h 1444622"/>
                  <a:gd name="connsiteX4" fmla="*/ 808265 w 808265"/>
                  <a:gd name="connsiteY4" fmla="*/ 1444622 h 1444622"/>
                  <a:gd name="connsiteX0" fmla="*/ 808265 w 808265"/>
                  <a:gd name="connsiteY0" fmla="*/ 1444622 h 1444622"/>
                  <a:gd name="connsiteX1" fmla="*/ 249655 w 808265"/>
                  <a:gd name="connsiteY1" fmla="*/ 0 h 1444622"/>
                  <a:gd name="connsiteX2" fmla="*/ 0 w 808265"/>
                  <a:gd name="connsiteY2" fmla="*/ 770 h 1444622"/>
                  <a:gd name="connsiteX3" fmla="*/ 11635 w 808265"/>
                  <a:gd name="connsiteY3" fmla="*/ 1444483 h 1444622"/>
                  <a:gd name="connsiteX4" fmla="*/ 808265 w 808265"/>
                  <a:gd name="connsiteY4" fmla="*/ 1444622 h 1444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08265" h="1444622">
                    <a:moveTo>
                      <a:pt x="808265" y="1444622"/>
                    </a:moveTo>
                    <a:lnTo>
                      <a:pt x="249655" y="0"/>
                    </a:lnTo>
                    <a:lnTo>
                      <a:pt x="0" y="770"/>
                    </a:lnTo>
                    <a:cubicBezTo>
                      <a:pt x="2722" y="474299"/>
                      <a:pt x="8913" y="970954"/>
                      <a:pt x="11635" y="1444483"/>
                    </a:cubicBezTo>
                    <a:lnTo>
                      <a:pt x="808265" y="1444622"/>
                    </a:lnTo>
                    <a:close/>
                  </a:path>
                </a:pathLst>
              </a:custGeom>
              <a:solidFill>
                <a:schemeClr val="accent6">
                  <a:lumMod val="20000"/>
                  <a:lumOff val="80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GB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Lucida Sans Unicode" pitchFamily="34" charset="0"/>
                </a:endParaRPr>
              </a:p>
            </p:txBody>
          </p:sp>
        </p:grpSp>
        <p:sp>
          <p:nvSpPr>
            <p:cNvPr id="22" name="Text Box 56">
              <a:extLst>
                <a:ext uri="{FF2B5EF4-FFF2-40B4-BE49-F238E27FC236}">
                  <a16:creationId xmlns:a16="http://schemas.microsoft.com/office/drawing/2014/main" id="{E28FEDA0-7BBC-C4CB-9294-964DCD839F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5196" y="1193127"/>
              <a:ext cx="3478210" cy="7386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r>
                <a:rPr lang="en-GB" sz="1400"/>
                <a:t>A frequency (i.e. a tone) modulated on to the main carrier</a:t>
              </a:r>
            </a:p>
            <a:p>
              <a:r>
                <a:rPr lang="en-GB" sz="1400"/>
                <a:t>… becomes a subcarrier 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A53FD7DA-43EE-5099-CCBD-F7925FA164CD}"/>
                </a:ext>
              </a:extLst>
            </p:cNvPr>
            <p:cNvCxnSpPr>
              <a:cxnSpLocks/>
              <a:stCxn id="22" idx="1"/>
            </p:cNvCxnSpPr>
            <p:nvPr/>
          </p:nvCxnSpPr>
          <p:spPr bwMode="auto">
            <a:xfrm flipH="1">
              <a:off x="3343534" y="1562459"/>
              <a:ext cx="481662" cy="27596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BA5FD1D-4E9B-466A-50DA-22FE456713AD}"/>
              </a:ext>
            </a:extLst>
          </p:cNvPr>
          <p:cNvGrpSpPr/>
          <p:nvPr/>
        </p:nvGrpSpPr>
        <p:grpSpPr>
          <a:xfrm>
            <a:off x="395288" y="3772930"/>
            <a:ext cx="5495925" cy="2151062"/>
            <a:chOff x="1369558" y="1212171"/>
            <a:chExt cx="5495925" cy="2151062"/>
          </a:xfrm>
        </p:grpSpPr>
        <p:grpSp>
          <p:nvGrpSpPr>
            <p:cNvPr id="31" name="Group 22">
              <a:extLst>
                <a:ext uri="{FF2B5EF4-FFF2-40B4-BE49-F238E27FC236}">
                  <a16:creationId xmlns:a16="http://schemas.microsoft.com/office/drawing/2014/main" id="{CD643A75-0353-E221-D587-D452619F63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69558" y="1212171"/>
              <a:ext cx="5495925" cy="2151062"/>
              <a:chOff x="530225" y="1718357"/>
              <a:chExt cx="5495926" cy="2151062"/>
            </a:xfrm>
          </p:grpSpPr>
          <p:sp>
            <p:nvSpPr>
              <p:cNvPr id="33" name="Line 5">
                <a:extLst>
                  <a:ext uri="{FF2B5EF4-FFF2-40B4-BE49-F238E27FC236}">
                    <a16:creationId xmlns:a16="http://schemas.microsoft.com/office/drawing/2014/main" id="{3B3E57AC-A301-088B-AD5E-90AB905CCC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47763" y="3416300"/>
                <a:ext cx="4878388" cy="158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34" name="Line 7">
                <a:extLst>
                  <a:ext uri="{FF2B5EF4-FFF2-40B4-BE49-F238E27FC236}">
                    <a16:creationId xmlns:a16="http://schemas.microsoft.com/office/drawing/2014/main" id="{6F9C1D38-E5F7-2324-DE81-F6D7E860D4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35604" y="1718357"/>
                <a:ext cx="11113" cy="2151062"/>
              </a:xfrm>
              <a:prstGeom prst="line">
                <a:avLst/>
              </a:prstGeom>
              <a:noFill/>
              <a:ln w="762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35" name="Text Box 12">
                <a:extLst>
                  <a:ext uri="{FF2B5EF4-FFF2-40B4-BE49-F238E27FC236}">
                    <a16:creationId xmlns:a16="http://schemas.microsoft.com/office/drawing/2014/main" id="{684F55A4-4F6A-0CC5-243E-1CFD1035CC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60134" y="3465381"/>
                <a:ext cx="330200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GB" sz="1600"/>
                  <a:t>f</a:t>
                </a:r>
                <a:r>
                  <a:rPr lang="en-GB" sz="1600" baseline="-25000"/>
                  <a:t>c</a:t>
                </a:r>
                <a:endParaRPr lang="en-US" sz="1600" baseline="-25000"/>
              </a:p>
            </p:txBody>
          </p:sp>
          <p:sp>
            <p:nvSpPr>
              <p:cNvPr id="36" name="Text Box 13">
                <a:extLst>
                  <a:ext uri="{FF2B5EF4-FFF2-40B4-BE49-F238E27FC236}">
                    <a16:creationId xmlns:a16="http://schemas.microsoft.com/office/drawing/2014/main" id="{1FB15EF2-BE16-8061-1BBF-0DEAE470DF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2604" y="3524932"/>
                <a:ext cx="1649811" cy="276999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GB" sz="1200" i="1"/>
                  <a:t>freq range of signal</a:t>
                </a:r>
                <a:endParaRPr lang="en-US" sz="1200" i="1"/>
              </a:p>
            </p:txBody>
          </p:sp>
          <p:sp>
            <p:nvSpPr>
              <p:cNvPr id="37" name="Line 23">
                <a:extLst>
                  <a:ext uri="{FF2B5EF4-FFF2-40B4-BE49-F238E27FC236}">
                    <a16:creationId xmlns:a16="http://schemas.microsoft.com/office/drawing/2014/main" id="{96ADFBE1-B5D9-A779-2591-DAE544AABB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174749" y="1828800"/>
                <a:ext cx="907" cy="17634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38" name="Line 24">
                <a:extLst>
                  <a:ext uri="{FF2B5EF4-FFF2-40B4-BE49-F238E27FC236}">
                    <a16:creationId xmlns:a16="http://schemas.microsoft.com/office/drawing/2014/main" id="{3A6CA8B9-2D0C-3D28-1D96-D07EFB00EC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60450" y="1839913"/>
                <a:ext cx="0" cy="56038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39" name="Text Box 25">
                <a:extLst>
                  <a:ext uri="{FF2B5EF4-FFF2-40B4-BE49-F238E27FC236}">
                    <a16:creationId xmlns:a16="http://schemas.microsoft.com/office/drawing/2014/main" id="{8598FB6A-95A2-36C1-2FF0-606D4EEBF7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0225" y="2376488"/>
                <a:ext cx="630301" cy="276999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GB" sz="1200"/>
                  <a:t>Power</a:t>
                </a:r>
                <a:endParaRPr lang="en-US" sz="1200"/>
              </a:p>
            </p:txBody>
          </p:sp>
          <p:sp>
            <p:nvSpPr>
              <p:cNvPr id="40" name="Flowchart: Manual Operation 39">
                <a:extLst>
                  <a:ext uri="{FF2B5EF4-FFF2-40B4-BE49-F238E27FC236}">
                    <a16:creationId xmlns:a16="http://schemas.microsoft.com/office/drawing/2014/main" id="{AEFB6F8A-A92D-84DE-CE1C-D9C4670134E8}"/>
                  </a:ext>
                </a:extLst>
              </p:cNvPr>
              <p:cNvSpPr/>
              <p:nvPr/>
            </p:nvSpPr>
            <p:spPr bwMode="auto">
              <a:xfrm flipV="1">
                <a:off x="1927679" y="1931082"/>
                <a:ext cx="2133600" cy="1479550"/>
              </a:xfrm>
              <a:prstGeom prst="flowChartManualOperation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600"/>
              </a:p>
            </p:txBody>
          </p:sp>
          <p:sp>
            <p:nvSpPr>
              <p:cNvPr id="41" name="TextBox 21">
                <a:extLst>
                  <a:ext uri="{FF2B5EF4-FFF2-40B4-BE49-F238E27FC236}">
                    <a16:creationId xmlns:a16="http://schemas.microsoft.com/office/drawing/2014/main" id="{6A540204-18D5-BB05-CE3F-0FEAA1C8F3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11553" y="2759236"/>
                <a:ext cx="755406" cy="5847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600" b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Side Band</a:t>
                </a:r>
                <a:endParaRPr lang="en-US" sz="1600" b="1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42" name="Line 7">
                <a:extLst>
                  <a:ext uri="{FF2B5EF4-FFF2-40B4-BE49-F238E27FC236}">
                    <a16:creationId xmlns:a16="http://schemas.microsoft.com/office/drawing/2014/main" id="{3D735B49-0C05-21BC-B5A1-9343637953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67359" y="2018457"/>
                <a:ext cx="11113" cy="1392174"/>
              </a:xfrm>
              <a:prstGeom prst="line">
                <a:avLst/>
              </a:prstGeom>
              <a:noFill/>
              <a:ln w="25400">
                <a:solidFill>
                  <a:srgbClr val="FFC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43" name="Flowchart: Manual Operation 42">
                <a:extLst>
                  <a:ext uri="{FF2B5EF4-FFF2-40B4-BE49-F238E27FC236}">
                    <a16:creationId xmlns:a16="http://schemas.microsoft.com/office/drawing/2014/main" id="{E798607E-A1D2-4FD1-8F22-C5C058AB8FFF}"/>
                  </a:ext>
                </a:extLst>
              </p:cNvPr>
              <p:cNvSpPr/>
              <p:nvPr/>
            </p:nvSpPr>
            <p:spPr bwMode="auto">
              <a:xfrm flipV="1">
                <a:off x="3501929" y="3069949"/>
                <a:ext cx="434505" cy="336550"/>
              </a:xfrm>
              <a:prstGeom prst="flowChartManualOperation">
                <a:avLst/>
              </a:prstGeom>
              <a:solidFill>
                <a:srgbClr val="FFC000">
                  <a:alpha val="29020"/>
                </a:srgbClr>
              </a:solidFill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600"/>
              </a:p>
            </p:txBody>
          </p:sp>
          <p:sp>
            <p:nvSpPr>
              <p:cNvPr id="45" name="Flowchart: Manual Operation 44">
                <a:extLst>
                  <a:ext uri="{FF2B5EF4-FFF2-40B4-BE49-F238E27FC236}">
                    <a16:creationId xmlns:a16="http://schemas.microsoft.com/office/drawing/2014/main" id="{9CCDC7FD-7CD2-5948-0E46-608D0DD2CBE3}"/>
                  </a:ext>
                </a:extLst>
              </p:cNvPr>
              <p:cNvSpPr/>
              <p:nvPr/>
            </p:nvSpPr>
            <p:spPr bwMode="auto">
              <a:xfrm flipV="1">
                <a:off x="2994479" y="3072769"/>
                <a:ext cx="434505" cy="336550"/>
              </a:xfrm>
              <a:prstGeom prst="flowChartManualOperation">
                <a:avLst/>
              </a:prstGeom>
              <a:solidFill>
                <a:srgbClr val="FFC000">
                  <a:alpha val="29020"/>
                </a:srgbClr>
              </a:solidFill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600"/>
              </a:p>
            </p:txBody>
          </p:sp>
        </p:grp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33A8655-6A39-CD06-9FB4-2B6342B66527}"/>
                </a:ext>
              </a:extLst>
            </p:cNvPr>
            <p:cNvSpPr/>
            <p:nvPr/>
          </p:nvSpPr>
          <p:spPr bwMode="auto">
            <a:xfrm>
              <a:off x="2032269" y="1424327"/>
              <a:ext cx="554562" cy="1487487"/>
            </a:xfrm>
            <a:custGeom>
              <a:avLst/>
              <a:gdLst>
                <a:gd name="connsiteX0" fmla="*/ 808265 w 808265"/>
                <a:gd name="connsiteY0" fmla="*/ 1436914 h 1436914"/>
                <a:gd name="connsiteX1" fmla="*/ 400050 w 808265"/>
                <a:gd name="connsiteY1" fmla="*/ 0 h 1436914"/>
                <a:gd name="connsiteX2" fmla="*/ 0 w 808265"/>
                <a:gd name="connsiteY2" fmla="*/ 0 h 1436914"/>
                <a:gd name="connsiteX3" fmla="*/ 8165 w 808265"/>
                <a:gd name="connsiteY3" fmla="*/ 1420586 h 1436914"/>
                <a:gd name="connsiteX4" fmla="*/ 808265 w 808265"/>
                <a:gd name="connsiteY4" fmla="*/ 1436914 h 1436914"/>
                <a:gd name="connsiteX0" fmla="*/ 808265 w 808265"/>
                <a:gd name="connsiteY0" fmla="*/ 1436914 h 1439088"/>
                <a:gd name="connsiteX1" fmla="*/ 400050 w 808265"/>
                <a:gd name="connsiteY1" fmla="*/ 0 h 1439088"/>
                <a:gd name="connsiteX2" fmla="*/ 0 w 808265"/>
                <a:gd name="connsiteY2" fmla="*/ 0 h 1439088"/>
                <a:gd name="connsiteX3" fmla="*/ 11635 w 808265"/>
                <a:gd name="connsiteY3" fmla="*/ 1439088 h 1439088"/>
                <a:gd name="connsiteX4" fmla="*/ 808265 w 808265"/>
                <a:gd name="connsiteY4" fmla="*/ 1436914 h 1439088"/>
                <a:gd name="connsiteX0" fmla="*/ 808265 w 808265"/>
                <a:gd name="connsiteY0" fmla="*/ 1436914 h 1436914"/>
                <a:gd name="connsiteX1" fmla="*/ 400050 w 808265"/>
                <a:gd name="connsiteY1" fmla="*/ 0 h 1436914"/>
                <a:gd name="connsiteX2" fmla="*/ 0 w 808265"/>
                <a:gd name="connsiteY2" fmla="*/ 0 h 1436914"/>
                <a:gd name="connsiteX3" fmla="*/ 11635 w 808265"/>
                <a:gd name="connsiteY3" fmla="*/ 1436775 h 1436914"/>
                <a:gd name="connsiteX4" fmla="*/ 808265 w 808265"/>
                <a:gd name="connsiteY4" fmla="*/ 1436914 h 1436914"/>
                <a:gd name="connsiteX0" fmla="*/ 808265 w 808265"/>
                <a:gd name="connsiteY0" fmla="*/ 1467749 h 1467749"/>
                <a:gd name="connsiteX1" fmla="*/ 242715 w 808265"/>
                <a:gd name="connsiteY1" fmla="*/ 0 h 1467749"/>
                <a:gd name="connsiteX2" fmla="*/ 0 w 808265"/>
                <a:gd name="connsiteY2" fmla="*/ 30835 h 1467749"/>
                <a:gd name="connsiteX3" fmla="*/ 11635 w 808265"/>
                <a:gd name="connsiteY3" fmla="*/ 1467610 h 1467749"/>
                <a:gd name="connsiteX4" fmla="*/ 808265 w 808265"/>
                <a:gd name="connsiteY4" fmla="*/ 1467749 h 1467749"/>
                <a:gd name="connsiteX0" fmla="*/ 808265 w 808265"/>
                <a:gd name="connsiteY0" fmla="*/ 1437684 h 1437684"/>
                <a:gd name="connsiteX1" fmla="*/ 246185 w 808265"/>
                <a:gd name="connsiteY1" fmla="*/ 0 h 1437684"/>
                <a:gd name="connsiteX2" fmla="*/ 0 w 808265"/>
                <a:gd name="connsiteY2" fmla="*/ 770 h 1437684"/>
                <a:gd name="connsiteX3" fmla="*/ 11635 w 808265"/>
                <a:gd name="connsiteY3" fmla="*/ 1437545 h 1437684"/>
                <a:gd name="connsiteX4" fmla="*/ 808265 w 808265"/>
                <a:gd name="connsiteY4" fmla="*/ 1437684 h 1437684"/>
                <a:gd name="connsiteX0" fmla="*/ 808265 w 808265"/>
                <a:gd name="connsiteY0" fmla="*/ 1444622 h 1444622"/>
                <a:gd name="connsiteX1" fmla="*/ 249655 w 808265"/>
                <a:gd name="connsiteY1" fmla="*/ 0 h 1444622"/>
                <a:gd name="connsiteX2" fmla="*/ 0 w 808265"/>
                <a:gd name="connsiteY2" fmla="*/ 7708 h 1444622"/>
                <a:gd name="connsiteX3" fmla="*/ 11635 w 808265"/>
                <a:gd name="connsiteY3" fmla="*/ 1444483 h 1444622"/>
                <a:gd name="connsiteX4" fmla="*/ 808265 w 808265"/>
                <a:gd name="connsiteY4" fmla="*/ 1444622 h 1444622"/>
                <a:gd name="connsiteX0" fmla="*/ 808265 w 808265"/>
                <a:gd name="connsiteY0" fmla="*/ 1444622 h 1444622"/>
                <a:gd name="connsiteX1" fmla="*/ 249655 w 808265"/>
                <a:gd name="connsiteY1" fmla="*/ 0 h 1444622"/>
                <a:gd name="connsiteX2" fmla="*/ 0 w 808265"/>
                <a:gd name="connsiteY2" fmla="*/ 770 h 1444622"/>
                <a:gd name="connsiteX3" fmla="*/ 11635 w 808265"/>
                <a:gd name="connsiteY3" fmla="*/ 1444483 h 1444622"/>
                <a:gd name="connsiteX4" fmla="*/ 808265 w 808265"/>
                <a:gd name="connsiteY4" fmla="*/ 1444622 h 1444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8265" h="1444622">
                  <a:moveTo>
                    <a:pt x="808265" y="1444622"/>
                  </a:moveTo>
                  <a:lnTo>
                    <a:pt x="249655" y="0"/>
                  </a:lnTo>
                  <a:lnTo>
                    <a:pt x="0" y="770"/>
                  </a:lnTo>
                  <a:cubicBezTo>
                    <a:pt x="2722" y="474299"/>
                    <a:pt x="8913" y="970954"/>
                    <a:pt x="11635" y="1444483"/>
                  </a:cubicBezTo>
                  <a:lnTo>
                    <a:pt x="808265" y="1444622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</p:grpSp>
      <p:sp>
        <p:nvSpPr>
          <p:cNvPr id="46" name="Text Box 56">
            <a:extLst>
              <a:ext uri="{FF2B5EF4-FFF2-40B4-BE49-F238E27FC236}">
                <a16:creationId xmlns:a16="http://schemas.microsoft.com/office/drawing/2014/main" id="{6A5B9FE5-7750-6D53-8A99-84E1F9DFF0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9821" y="4323339"/>
            <a:ext cx="1900917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GB" sz="1400"/>
              <a:t>Data (in sidebands) modulated onto the subcarrier 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98B1195-359B-69B3-F611-2653BDCE5EAC}"/>
              </a:ext>
            </a:extLst>
          </p:cNvPr>
          <p:cNvCxnSpPr>
            <a:cxnSpLocks/>
          </p:cNvCxnSpPr>
          <p:nvPr/>
        </p:nvCxnSpPr>
        <p:spPr bwMode="auto">
          <a:xfrm flipH="1">
            <a:off x="3723885" y="4649025"/>
            <a:ext cx="283419" cy="46089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9" name="Text Box 56">
            <a:extLst>
              <a:ext uri="{FF2B5EF4-FFF2-40B4-BE49-F238E27FC236}">
                <a16:creationId xmlns:a16="http://schemas.microsoft.com/office/drawing/2014/main" id="{678C96EE-4FF3-6ECA-C8D6-2DAE33648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7902" y="3653048"/>
            <a:ext cx="248081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GB" sz="1400"/>
              <a:t>This example shows AM modulation on the subcarrier … </a:t>
            </a:r>
          </a:p>
          <a:p>
            <a:r>
              <a:rPr lang="en-GB" sz="1400"/>
              <a:t>but could be other forms of modulation</a:t>
            </a:r>
          </a:p>
          <a:p>
            <a:pPr marL="179388" indent="-179388">
              <a:buFont typeface="Arial" panose="020B0604020202020204" pitchFamily="34" charset="0"/>
              <a:buChar char="•"/>
            </a:pPr>
            <a:r>
              <a:rPr lang="en-GB" sz="1400"/>
              <a:t>phase (PM)</a:t>
            </a:r>
          </a:p>
          <a:p>
            <a:pPr marL="179388" indent="-179388">
              <a:buFont typeface="Arial" panose="020B0604020202020204" pitchFamily="34" charset="0"/>
              <a:buChar char="•"/>
            </a:pPr>
            <a:r>
              <a:rPr lang="en-GB" sz="1400"/>
              <a:t>frequency (FM)</a:t>
            </a:r>
          </a:p>
          <a:p>
            <a:pPr marL="179388" indent="-179388">
              <a:buFont typeface="Arial" panose="020B0604020202020204" pitchFamily="34" charset="0"/>
              <a:buChar char="•"/>
            </a:pPr>
            <a:r>
              <a:rPr lang="en-GB" sz="1400"/>
              <a:t>etc</a:t>
            </a:r>
          </a:p>
        </p:txBody>
      </p:sp>
      <p:sp>
        <p:nvSpPr>
          <p:cNvPr id="50" name="Left Brace 49">
            <a:extLst>
              <a:ext uri="{FF2B5EF4-FFF2-40B4-BE49-F238E27FC236}">
                <a16:creationId xmlns:a16="http://schemas.microsoft.com/office/drawing/2014/main" id="{22783AC6-7F07-13F9-C03B-596B34FAFE47}"/>
              </a:ext>
            </a:extLst>
          </p:cNvPr>
          <p:cNvSpPr/>
          <p:nvPr/>
        </p:nvSpPr>
        <p:spPr bwMode="auto">
          <a:xfrm>
            <a:off x="6068533" y="3781747"/>
            <a:ext cx="149046" cy="1575625"/>
          </a:xfrm>
          <a:prstGeom prst="leftBrace">
            <a:avLst>
              <a:gd name="adj1" fmla="val 69941"/>
              <a:gd name="adj2" fmla="val 5000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1" name="Text Box 56">
            <a:extLst>
              <a:ext uri="{FF2B5EF4-FFF2-40B4-BE49-F238E27FC236}">
                <a16:creationId xmlns:a16="http://schemas.microsoft.com/office/drawing/2014/main" id="{3079775E-998D-2396-6440-4193686C45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3775" y="6093668"/>
            <a:ext cx="496161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GB" sz="1400"/>
              <a:t>so, in effect we have two levels of modulation (at least)</a:t>
            </a:r>
          </a:p>
        </p:txBody>
      </p:sp>
    </p:spTree>
    <p:extLst>
      <p:ext uri="{BB962C8B-B14F-4D97-AF65-F5344CB8AC3E}">
        <p14:creationId xmlns:p14="http://schemas.microsoft.com/office/powerpoint/2010/main" val="16574702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6">
            <a:extLst>
              <a:ext uri="{FF2B5EF4-FFF2-40B4-BE49-F238E27FC236}">
                <a16:creationId xmlns:a16="http://schemas.microsoft.com/office/drawing/2014/main" id="{B6D15280-3235-BC17-5ACE-979191E02A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78768"/>
            <a:ext cx="262443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GB" sz="2400" b="1"/>
              <a:t>Subcarriers …?? </a:t>
            </a:r>
          </a:p>
        </p:txBody>
      </p:sp>
      <p:sp>
        <p:nvSpPr>
          <p:cNvPr id="26" name="Text Box 70">
            <a:extLst>
              <a:ext uri="{FF2B5EF4-FFF2-40B4-BE49-F238E27FC236}">
                <a16:creationId xmlns:a16="http://schemas.microsoft.com/office/drawing/2014/main" id="{92782928-A6A7-B61D-0A07-68379FD371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471224"/>
            <a:ext cx="2191563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GB" sz="1050" dirty="0"/>
              <a:t>Total data to be transmitted</a:t>
            </a:r>
            <a:endParaRPr lang="en-GB" sz="1100" dirty="0"/>
          </a:p>
        </p:txBody>
      </p:sp>
      <p:pic>
        <p:nvPicPr>
          <p:cNvPr id="86" name="Picture 9" descr="http://www.skydsp.com/publications/4thyrthesis/multipath.gif">
            <a:extLst>
              <a:ext uri="{FF2B5EF4-FFF2-40B4-BE49-F238E27FC236}">
                <a16:creationId xmlns:a16="http://schemas.microsoft.com/office/drawing/2014/main" id="{7F11166A-9475-F89B-1FC3-FB7ACEFDB1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8575" y="265795"/>
            <a:ext cx="3591998" cy="162059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</p:pic>
      <p:sp>
        <p:nvSpPr>
          <p:cNvPr id="87" name="TextBox 86">
            <a:extLst>
              <a:ext uri="{FF2B5EF4-FFF2-40B4-BE49-F238E27FC236}">
                <a16:creationId xmlns:a16="http://schemas.microsoft.com/office/drawing/2014/main" id="{9BB1E14C-FB34-3DB9-64AE-2F3EAE437D02}"/>
              </a:ext>
            </a:extLst>
          </p:cNvPr>
          <p:cNvSpPr txBox="1"/>
          <p:nvPr/>
        </p:nvSpPr>
        <p:spPr>
          <a:xfrm>
            <a:off x="1462376" y="901696"/>
            <a:ext cx="3266332" cy="830997"/>
          </a:xfrm>
          <a:prstGeom prst="rect">
            <a:avLst/>
          </a:prstGeom>
          <a:solidFill>
            <a:srgbClr val="FFCC66">
              <a:alpha val="29020"/>
            </a:srgbClr>
          </a:solidFill>
        </p:spPr>
        <p:txBody>
          <a:bodyPr wrap="square" rtlCol="0">
            <a:spAutoFit/>
          </a:bodyPr>
          <a:lstStyle/>
          <a:p>
            <a:r>
              <a:rPr lang="en-GB"/>
              <a:t>Intersymbol interference due to multipath reflections</a:t>
            </a:r>
          </a:p>
          <a:p>
            <a:r>
              <a:rPr lang="en-GB"/>
              <a:t>Solution: multiple carriers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CE6DE2A2-7D41-266E-235C-1D6F886B538D}"/>
              </a:ext>
            </a:extLst>
          </p:cNvPr>
          <p:cNvCxnSpPr>
            <a:cxnSpLocks/>
          </p:cNvCxnSpPr>
          <p:nvPr/>
        </p:nvCxnSpPr>
        <p:spPr bwMode="auto">
          <a:xfrm flipV="1">
            <a:off x="4425043" y="1081047"/>
            <a:ext cx="810532" cy="10277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081FDA61-EBD1-62BA-F3F9-65432DDECBEA}"/>
              </a:ext>
            </a:extLst>
          </p:cNvPr>
          <p:cNvCxnSpPr>
            <a:cxnSpLocks/>
          </p:cNvCxnSpPr>
          <p:nvPr/>
        </p:nvCxnSpPr>
        <p:spPr bwMode="auto">
          <a:xfrm>
            <a:off x="3523891" y="1725412"/>
            <a:ext cx="1134373" cy="92910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79A5C5D0-2F72-B0A9-4F50-C85727AFA373}"/>
              </a:ext>
            </a:extLst>
          </p:cNvPr>
          <p:cNvCxnSpPr>
            <a:cxnSpLocks/>
          </p:cNvCxnSpPr>
          <p:nvPr/>
        </p:nvCxnSpPr>
        <p:spPr bwMode="auto">
          <a:xfrm>
            <a:off x="3502996" y="1703887"/>
            <a:ext cx="575988" cy="95062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BCE469EA-203D-1136-AE4E-72ADE8EAB596}"/>
              </a:ext>
            </a:extLst>
          </p:cNvPr>
          <p:cNvCxnSpPr>
            <a:cxnSpLocks/>
          </p:cNvCxnSpPr>
          <p:nvPr/>
        </p:nvCxnSpPr>
        <p:spPr bwMode="auto">
          <a:xfrm>
            <a:off x="3502996" y="1732693"/>
            <a:ext cx="20895" cy="92182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9811FF1C-0021-48D4-92CF-25F77DB774E2}"/>
              </a:ext>
            </a:extLst>
          </p:cNvPr>
          <p:cNvCxnSpPr>
            <a:cxnSpLocks/>
          </p:cNvCxnSpPr>
          <p:nvPr/>
        </p:nvCxnSpPr>
        <p:spPr bwMode="auto">
          <a:xfrm flipH="1">
            <a:off x="2996129" y="1712728"/>
            <a:ext cx="527762" cy="9417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EB6F6475-B605-0A68-035D-62FF36453058}"/>
              </a:ext>
            </a:extLst>
          </p:cNvPr>
          <p:cNvSpPr txBox="1"/>
          <p:nvPr/>
        </p:nvSpPr>
        <p:spPr>
          <a:xfrm>
            <a:off x="473790" y="5776953"/>
            <a:ext cx="7902848" cy="584775"/>
          </a:xfrm>
          <a:prstGeom prst="rect">
            <a:avLst/>
          </a:prstGeom>
          <a:solidFill>
            <a:srgbClr val="FFCC66"/>
          </a:solidFill>
        </p:spPr>
        <p:txBody>
          <a:bodyPr wrap="square" rtlCol="0">
            <a:spAutoFit/>
          </a:bodyPr>
          <a:lstStyle/>
          <a:p>
            <a:r>
              <a:rPr lang="en-GB"/>
              <a:t>But these are separate carriers – not subcarriers modulated onto one carrier</a:t>
            </a:r>
          </a:p>
          <a:p>
            <a:r>
              <a:rPr lang="en-GB"/>
              <a:t>… but they are often referred to as “subcarriers”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ED5111C5-560C-79F9-B491-14EFBB7ED09C}"/>
              </a:ext>
            </a:extLst>
          </p:cNvPr>
          <p:cNvGrpSpPr/>
          <p:nvPr/>
        </p:nvGrpSpPr>
        <p:grpSpPr>
          <a:xfrm>
            <a:off x="561543" y="2681563"/>
            <a:ext cx="7727342" cy="2936163"/>
            <a:chOff x="561543" y="2776364"/>
            <a:chExt cx="7727342" cy="2936163"/>
          </a:xfrm>
        </p:grpSpPr>
        <p:pic>
          <p:nvPicPr>
            <p:cNvPr id="106" name="Picture 105">
              <a:extLst>
                <a:ext uri="{FF2B5EF4-FFF2-40B4-BE49-F238E27FC236}">
                  <a16:creationId xmlns:a16="http://schemas.microsoft.com/office/drawing/2014/main" id="{C97BC6A3-BFEF-3782-4536-B1C062F67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1543" y="2776364"/>
              <a:ext cx="7727342" cy="2856629"/>
            </a:xfrm>
            <a:prstGeom prst="rect">
              <a:avLst/>
            </a:prstGeom>
          </p:spPr>
        </p:pic>
        <p:sp>
          <p:nvSpPr>
            <p:cNvPr id="22" name="Text Box 83">
              <a:extLst>
                <a:ext uri="{FF2B5EF4-FFF2-40B4-BE49-F238E27FC236}">
                  <a16:creationId xmlns:a16="http://schemas.microsoft.com/office/drawing/2014/main" id="{BA0FAA8E-BAEE-C662-7A92-C3DA76CC9E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43729" y="5435528"/>
              <a:ext cx="48442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1200" i="1" dirty="0" err="1"/>
                <a:t>freq</a:t>
              </a:r>
              <a:endParaRPr lang="en-US" sz="120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9154674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Line 5"/>
          <p:cNvSpPr>
            <a:spLocks noChangeShapeType="1"/>
          </p:cNvSpPr>
          <p:nvPr/>
        </p:nvSpPr>
        <p:spPr bwMode="auto">
          <a:xfrm>
            <a:off x="723900" y="4711700"/>
            <a:ext cx="7912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2531" name="AutoShape 6"/>
          <p:cNvSpPr>
            <a:spLocks noChangeArrowheads="1"/>
          </p:cNvSpPr>
          <p:nvPr/>
        </p:nvSpPr>
        <p:spPr bwMode="auto">
          <a:xfrm flipV="1">
            <a:off x="800100" y="3073400"/>
            <a:ext cx="6540500" cy="1625600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2532" name="Line 7"/>
          <p:cNvSpPr>
            <a:spLocks noChangeShapeType="1"/>
          </p:cNvSpPr>
          <p:nvPr/>
        </p:nvSpPr>
        <p:spPr bwMode="auto">
          <a:xfrm flipV="1">
            <a:off x="2349500" y="2516188"/>
            <a:ext cx="0" cy="2157412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2533" name="Line 8"/>
          <p:cNvSpPr>
            <a:spLocks noChangeShapeType="1"/>
          </p:cNvSpPr>
          <p:nvPr/>
        </p:nvSpPr>
        <p:spPr bwMode="auto">
          <a:xfrm flipV="1">
            <a:off x="5613400" y="1860550"/>
            <a:ext cx="0" cy="2838450"/>
          </a:xfrm>
          <a:prstGeom prst="line">
            <a:avLst/>
          </a:prstGeom>
          <a:noFill/>
          <a:ln w="28575">
            <a:solidFill>
              <a:schemeClr val="hlink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2534" name="Line 9"/>
          <p:cNvSpPr>
            <a:spLocks noChangeShapeType="1"/>
          </p:cNvSpPr>
          <p:nvPr/>
        </p:nvSpPr>
        <p:spPr bwMode="auto">
          <a:xfrm flipV="1">
            <a:off x="7327900" y="3122613"/>
            <a:ext cx="0" cy="1589087"/>
          </a:xfrm>
          <a:prstGeom prst="line">
            <a:avLst/>
          </a:prstGeom>
          <a:noFill/>
          <a:ln w="28575">
            <a:solidFill>
              <a:schemeClr val="hlink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2535" name="Line 10"/>
          <p:cNvSpPr>
            <a:spLocks noChangeShapeType="1"/>
          </p:cNvSpPr>
          <p:nvPr/>
        </p:nvSpPr>
        <p:spPr bwMode="auto">
          <a:xfrm flipV="1">
            <a:off x="812800" y="2120900"/>
            <a:ext cx="0" cy="2589213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2536" name="Text Box 11"/>
          <p:cNvSpPr txBox="1">
            <a:spLocks noChangeArrowheads="1"/>
          </p:cNvSpPr>
          <p:nvPr/>
        </p:nvSpPr>
        <p:spPr bwMode="auto">
          <a:xfrm>
            <a:off x="1550523" y="1593850"/>
            <a:ext cx="1540806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GB" sz="1600"/>
              <a:t>Vision Carrier</a:t>
            </a:r>
          </a:p>
          <a:p>
            <a:pPr algn="ctr"/>
            <a:r>
              <a:rPr lang="en-GB" sz="1600"/>
              <a:t>1.25MHz</a:t>
            </a:r>
          </a:p>
          <a:p>
            <a:pPr algn="ctr"/>
            <a:r>
              <a:rPr lang="en-GB" sz="1600"/>
              <a:t>(AM / VSB)</a:t>
            </a:r>
          </a:p>
        </p:txBody>
      </p:sp>
      <p:sp>
        <p:nvSpPr>
          <p:cNvPr id="22537" name="Text Box 12"/>
          <p:cNvSpPr txBox="1">
            <a:spLocks noChangeArrowheads="1"/>
          </p:cNvSpPr>
          <p:nvPr/>
        </p:nvSpPr>
        <p:spPr bwMode="auto">
          <a:xfrm>
            <a:off x="4057650" y="808038"/>
            <a:ext cx="3049588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z="1600"/>
              <a:t>Colour Sub-Carrier</a:t>
            </a:r>
          </a:p>
          <a:p>
            <a:pPr algn="ctr"/>
            <a:r>
              <a:rPr lang="en-GB" sz="1600"/>
              <a:t>(suppressed)</a:t>
            </a:r>
          </a:p>
          <a:p>
            <a:pPr algn="ctr"/>
            <a:r>
              <a:rPr lang="en-GB" sz="1600"/>
              <a:t>5.68MHz</a:t>
            </a:r>
          </a:p>
          <a:p>
            <a:pPr algn="ctr"/>
            <a:r>
              <a:rPr lang="en-GB" sz="1600"/>
              <a:t>Chroma coding (QAM)</a:t>
            </a:r>
          </a:p>
          <a:p>
            <a:pPr algn="ctr"/>
            <a:endParaRPr lang="en-GB" sz="2000"/>
          </a:p>
        </p:txBody>
      </p:sp>
      <p:sp>
        <p:nvSpPr>
          <p:cNvPr id="22538" name="Text Box 13"/>
          <p:cNvSpPr txBox="1">
            <a:spLocks noChangeArrowheads="1"/>
          </p:cNvSpPr>
          <p:nvPr/>
        </p:nvSpPr>
        <p:spPr bwMode="auto">
          <a:xfrm>
            <a:off x="6527800" y="2105025"/>
            <a:ext cx="1554163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z="1600"/>
              <a:t>Sound Centre Freq</a:t>
            </a:r>
          </a:p>
          <a:p>
            <a:pPr algn="ctr"/>
            <a:r>
              <a:rPr lang="en-GB" sz="1600"/>
              <a:t>6.75MHz</a:t>
            </a:r>
          </a:p>
          <a:p>
            <a:pPr algn="ctr"/>
            <a:r>
              <a:rPr lang="en-GB" sz="1600"/>
              <a:t>(FM)</a:t>
            </a:r>
            <a:endParaRPr lang="en-GB" sz="2000"/>
          </a:p>
        </p:txBody>
      </p:sp>
      <p:sp>
        <p:nvSpPr>
          <p:cNvPr id="22539" name="AutoShape 14"/>
          <p:cNvSpPr>
            <a:spLocks noChangeArrowheads="1"/>
          </p:cNvSpPr>
          <p:nvPr/>
        </p:nvSpPr>
        <p:spPr bwMode="auto">
          <a:xfrm flipV="1">
            <a:off x="7048500" y="4508500"/>
            <a:ext cx="508000" cy="190500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FF9933"/>
          </a:solidFill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2540" name="Line 15"/>
          <p:cNvSpPr>
            <a:spLocks noChangeShapeType="1"/>
          </p:cNvSpPr>
          <p:nvPr/>
        </p:nvSpPr>
        <p:spPr bwMode="auto">
          <a:xfrm flipH="1" flipV="1">
            <a:off x="7556500" y="4152900"/>
            <a:ext cx="12700" cy="1092200"/>
          </a:xfrm>
          <a:prstGeom prst="line">
            <a:avLst/>
          </a:prstGeom>
          <a:noFill/>
          <a:ln w="28575">
            <a:solidFill>
              <a:schemeClr val="hlink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2541" name="Line 16"/>
          <p:cNvSpPr>
            <a:spLocks noChangeShapeType="1"/>
          </p:cNvSpPr>
          <p:nvPr/>
        </p:nvSpPr>
        <p:spPr bwMode="auto">
          <a:xfrm>
            <a:off x="800100" y="4978400"/>
            <a:ext cx="6769100" cy="12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2542" name="Text Box 17"/>
          <p:cNvSpPr txBox="1">
            <a:spLocks noChangeArrowheads="1"/>
          </p:cNvSpPr>
          <p:nvPr/>
        </p:nvSpPr>
        <p:spPr bwMode="auto">
          <a:xfrm>
            <a:off x="3743325" y="4872038"/>
            <a:ext cx="946150" cy="3365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/>
              <a:t>7.0MHz</a:t>
            </a:r>
            <a:endParaRPr lang="en-GB" sz="2000"/>
          </a:p>
        </p:txBody>
      </p:sp>
      <p:sp>
        <p:nvSpPr>
          <p:cNvPr id="22543" name="Freeform 18"/>
          <p:cNvSpPr>
            <a:spLocks/>
          </p:cNvSpPr>
          <p:nvPr/>
        </p:nvSpPr>
        <p:spPr bwMode="auto">
          <a:xfrm>
            <a:off x="2654300" y="3238500"/>
            <a:ext cx="4610100" cy="1460500"/>
          </a:xfrm>
          <a:custGeom>
            <a:avLst/>
            <a:gdLst>
              <a:gd name="T0" fmla="*/ 0 w 3368"/>
              <a:gd name="T1" fmla="*/ 2147483647 h 920"/>
              <a:gd name="T2" fmla="*/ 2147483647 w 3368"/>
              <a:gd name="T3" fmla="*/ 0 h 920"/>
              <a:gd name="T4" fmla="*/ 2147483647 w 3368"/>
              <a:gd name="T5" fmla="*/ 0 h 920"/>
              <a:gd name="T6" fmla="*/ 2147483647 w 3368"/>
              <a:gd name="T7" fmla="*/ 2147483647 h 920"/>
              <a:gd name="T8" fmla="*/ 0 60000 65536"/>
              <a:gd name="T9" fmla="*/ 0 60000 65536"/>
              <a:gd name="T10" fmla="*/ 0 60000 65536"/>
              <a:gd name="T11" fmla="*/ 0 60000 65536"/>
              <a:gd name="T12" fmla="*/ 0 w 3368"/>
              <a:gd name="T13" fmla="*/ 0 h 920"/>
              <a:gd name="T14" fmla="*/ 3368 w 3368"/>
              <a:gd name="T15" fmla="*/ 920 h 92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368" h="920">
                <a:moveTo>
                  <a:pt x="0" y="920"/>
                </a:moveTo>
                <a:lnTo>
                  <a:pt x="856" y="0"/>
                </a:lnTo>
                <a:lnTo>
                  <a:pt x="2760" y="0"/>
                </a:lnTo>
                <a:lnTo>
                  <a:pt x="3368" y="904"/>
                </a:lnTo>
              </a:path>
            </a:pathLst>
          </a:custGeom>
          <a:solidFill>
            <a:srgbClr val="FF9933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2544" name="Freeform 19"/>
          <p:cNvSpPr>
            <a:spLocks/>
          </p:cNvSpPr>
          <p:nvPr/>
        </p:nvSpPr>
        <p:spPr bwMode="auto">
          <a:xfrm>
            <a:off x="850900" y="4368800"/>
            <a:ext cx="1219200" cy="330200"/>
          </a:xfrm>
          <a:custGeom>
            <a:avLst/>
            <a:gdLst>
              <a:gd name="T0" fmla="*/ 0 w 3368"/>
              <a:gd name="T1" fmla="*/ 2147483647 h 920"/>
              <a:gd name="T2" fmla="*/ 2147483647 w 3368"/>
              <a:gd name="T3" fmla="*/ 0 h 920"/>
              <a:gd name="T4" fmla="*/ 2147483647 w 3368"/>
              <a:gd name="T5" fmla="*/ 0 h 920"/>
              <a:gd name="T6" fmla="*/ 2147483647 w 3368"/>
              <a:gd name="T7" fmla="*/ 2147483647 h 920"/>
              <a:gd name="T8" fmla="*/ 0 60000 65536"/>
              <a:gd name="T9" fmla="*/ 0 60000 65536"/>
              <a:gd name="T10" fmla="*/ 0 60000 65536"/>
              <a:gd name="T11" fmla="*/ 0 60000 65536"/>
              <a:gd name="T12" fmla="*/ 0 w 3368"/>
              <a:gd name="T13" fmla="*/ 0 h 920"/>
              <a:gd name="T14" fmla="*/ 3368 w 3368"/>
              <a:gd name="T15" fmla="*/ 920 h 92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368" h="920">
                <a:moveTo>
                  <a:pt x="0" y="920"/>
                </a:moveTo>
                <a:lnTo>
                  <a:pt x="856" y="0"/>
                </a:lnTo>
                <a:lnTo>
                  <a:pt x="2760" y="0"/>
                </a:lnTo>
                <a:lnTo>
                  <a:pt x="3368" y="904"/>
                </a:lnTo>
              </a:path>
            </a:pathLst>
          </a:custGeom>
          <a:solidFill>
            <a:srgbClr val="FF9933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2545" name="Text Box 20"/>
          <p:cNvSpPr txBox="1">
            <a:spLocks noChangeArrowheads="1"/>
          </p:cNvSpPr>
          <p:nvPr/>
        </p:nvSpPr>
        <p:spPr bwMode="auto">
          <a:xfrm>
            <a:off x="361950" y="419100"/>
            <a:ext cx="32051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2400" b="1"/>
              <a:t>PAL Signal Spectrum</a:t>
            </a:r>
          </a:p>
        </p:txBody>
      </p:sp>
      <p:sp>
        <p:nvSpPr>
          <p:cNvPr id="22546" name="Text Box 21"/>
          <p:cNvSpPr txBox="1">
            <a:spLocks noChangeArrowheads="1"/>
          </p:cNvSpPr>
          <p:nvPr/>
        </p:nvSpPr>
        <p:spPr bwMode="auto">
          <a:xfrm>
            <a:off x="7680325" y="4719638"/>
            <a:ext cx="582613" cy="3365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/>
              <a:t>freq</a:t>
            </a:r>
            <a:endParaRPr lang="en-GB" sz="2000"/>
          </a:p>
        </p:txBody>
      </p:sp>
      <p:sp>
        <p:nvSpPr>
          <p:cNvPr id="22547" name="Line 22"/>
          <p:cNvSpPr>
            <a:spLocks noChangeShapeType="1"/>
          </p:cNvSpPr>
          <p:nvPr/>
        </p:nvSpPr>
        <p:spPr bwMode="auto">
          <a:xfrm>
            <a:off x="8191500" y="4876800"/>
            <a:ext cx="241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2548" name="AutoShape 23"/>
          <p:cNvSpPr>
            <a:spLocks/>
          </p:cNvSpPr>
          <p:nvPr/>
        </p:nvSpPr>
        <p:spPr bwMode="auto">
          <a:xfrm rot="5400000">
            <a:off x="4979194" y="3037682"/>
            <a:ext cx="247650" cy="4551362"/>
          </a:xfrm>
          <a:prstGeom prst="rightBrace">
            <a:avLst>
              <a:gd name="adj1" fmla="val 153152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/>
          </a:p>
        </p:txBody>
      </p:sp>
      <p:sp>
        <p:nvSpPr>
          <p:cNvPr id="22549" name="AutoShape 24"/>
          <p:cNvSpPr>
            <a:spLocks/>
          </p:cNvSpPr>
          <p:nvPr/>
        </p:nvSpPr>
        <p:spPr bwMode="auto">
          <a:xfrm rot="5400000">
            <a:off x="1378744" y="4718844"/>
            <a:ext cx="284163" cy="1247775"/>
          </a:xfrm>
          <a:prstGeom prst="rightBrace">
            <a:avLst>
              <a:gd name="adj1" fmla="val 36592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/>
          </a:p>
        </p:txBody>
      </p:sp>
      <p:sp>
        <p:nvSpPr>
          <p:cNvPr id="22550" name="Text Box 25"/>
          <p:cNvSpPr txBox="1">
            <a:spLocks noChangeArrowheads="1"/>
          </p:cNvSpPr>
          <p:nvPr/>
        </p:nvSpPr>
        <p:spPr bwMode="auto">
          <a:xfrm>
            <a:off x="4318428" y="5570329"/>
            <a:ext cx="151996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1600"/>
              <a:t>Full Sideband</a:t>
            </a:r>
            <a:endParaRPr lang="en-GB" sz="2000"/>
          </a:p>
        </p:txBody>
      </p:sp>
      <p:sp>
        <p:nvSpPr>
          <p:cNvPr id="22551" name="Text Box 26"/>
          <p:cNvSpPr txBox="1">
            <a:spLocks noChangeArrowheads="1"/>
          </p:cNvSpPr>
          <p:nvPr/>
        </p:nvSpPr>
        <p:spPr bwMode="auto">
          <a:xfrm>
            <a:off x="712788" y="5546437"/>
            <a:ext cx="16049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GB" sz="1600"/>
              <a:t>Vestigial Sideband</a:t>
            </a:r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15668099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287" y="918132"/>
            <a:ext cx="7310681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dirty="0">
                <a:latin typeface="Lucida Sans Unicode" pitchFamily="34" charset="0"/>
              </a:rPr>
              <a:t>Multiplexing:</a:t>
            </a:r>
          </a:p>
          <a:p>
            <a:r>
              <a:rPr lang="en-GB" sz="5400" b="1" dirty="0">
                <a:latin typeface="Lucida Sans Unicode" pitchFamily="34" charset="0"/>
              </a:rPr>
              <a:t>FDM, TDM</a:t>
            </a:r>
          </a:p>
          <a:p>
            <a:r>
              <a:rPr lang="en-GB" sz="5400" b="1" dirty="0">
                <a:latin typeface="Lucida Sans Unicode" pitchFamily="34" charset="0"/>
              </a:rPr>
              <a:t>Statistical</a:t>
            </a:r>
          </a:p>
          <a:p>
            <a:endParaRPr lang="en-GB" sz="5400" b="1" dirty="0"/>
          </a:p>
          <a:p>
            <a:r>
              <a:rPr lang="en-GB" sz="3200" dirty="0">
                <a:latin typeface="Lucida Sans Unicode" pitchFamily="34" charset="0"/>
              </a:rPr>
              <a:t>Multiplexing: combination of signals to transmit on a common bearer / channel</a:t>
            </a:r>
          </a:p>
        </p:txBody>
      </p:sp>
    </p:spTree>
    <p:extLst>
      <p:ext uri="{BB962C8B-B14F-4D97-AF65-F5344CB8AC3E}">
        <p14:creationId xmlns:p14="http://schemas.microsoft.com/office/powerpoint/2010/main" val="226776529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Box 4"/>
          <p:cNvSpPr txBox="1">
            <a:spLocks noChangeArrowheads="1"/>
          </p:cNvSpPr>
          <p:nvPr/>
        </p:nvSpPr>
        <p:spPr bwMode="auto">
          <a:xfrm>
            <a:off x="393700" y="742411"/>
            <a:ext cx="785495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180975" indent="-180975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 lvl="1">
              <a:lnSpc>
                <a:spcPct val="150000"/>
              </a:lnSpc>
              <a:buFont typeface="Arial" charset="0"/>
              <a:buChar char="•"/>
            </a:pPr>
            <a:r>
              <a:rPr lang="en-GB" dirty="0"/>
              <a:t>Each signal is modulated onto a different frequency (</a:t>
            </a:r>
            <a:r>
              <a:rPr lang="en-GB" i="1" dirty="0"/>
              <a:t>subcarrier</a:t>
            </a:r>
            <a:r>
              <a:rPr lang="en-GB" dirty="0"/>
              <a:t> )</a:t>
            </a:r>
          </a:p>
          <a:p>
            <a:endParaRPr lang="en-GB" dirty="0"/>
          </a:p>
        </p:txBody>
      </p:sp>
      <p:sp>
        <p:nvSpPr>
          <p:cNvPr id="7171" name="Rectangle 5"/>
          <p:cNvSpPr>
            <a:spLocks noChangeArrowheads="1"/>
          </p:cNvSpPr>
          <p:nvPr/>
        </p:nvSpPr>
        <p:spPr bwMode="auto">
          <a:xfrm>
            <a:off x="395288" y="331788"/>
            <a:ext cx="827021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lvl="1"/>
            <a:r>
              <a:rPr lang="en-GB" sz="2400" b="1" dirty="0">
                <a:solidFill>
                  <a:srgbClr val="000000"/>
                </a:solidFill>
                <a:latin typeface="Lucida Sans Unicode" pitchFamily="34" charset="0"/>
              </a:rPr>
              <a:t>Multiplexing - </a:t>
            </a:r>
            <a:r>
              <a:rPr lang="en-GB" sz="2400" b="1" dirty="0"/>
              <a:t>Frequency Division Multiplexing (FDM) </a:t>
            </a:r>
          </a:p>
          <a:p>
            <a:endParaRPr lang="en-GB" sz="2400" b="1" dirty="0">
              <a:solidFill>
                <a:srgbClr val="000000"/>
              </a:solidFill>
              <a:latin typeface="Lucida Sans Unicode" pitchFamily="34" charset="0"/>
            </a:endParaRPr>
          </a:p>
        </p:txBody>
      </p:sp>
      <p:pic>
        <p:nvPicPr>
          <p:cNvPr id="7172" name="Picture 5" descr="Figure 6.4 FDM proces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56" r="8748" b="5109"/>
          <a:stretch>
            <a:fillRect/>
          </a:stretch>
        </p:blipFill>
        <p:spPr bwMode="auto">
          <a:xfrm>
            <a:off x="148487" y="4140680"/>
            <a:ext cx="4483270" cy="2044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7" descr="Figure 6.5 FDM demultiplexing exampl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43" t="14244" b="4424"/>
          <a:stretch>
            <a:fillRect/>
          </a:stretch>
        </p:blipFill>
        <p:spPr bwMode="auto">
          <a:xfrm>
            <a:off x="4603750" y="4149306"/>
            <a:ext cx="4462890" cy="2030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4" name="Picture 11" descr="http://upload.wikimedia.org/wikipedia/commons/e/ee/Frequency_division_multiplexing.PN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659"/>
          <a:stretch/>
        </p:blipFill>
        <p:spPr bwMode="auto">
          <a:xfrm>
            <a:off x="2068633" y="1389213"/>
            <a:ext cx="2313241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ight Brace 1"/>
          <p:cNvSpPr/>
          <p:nvPr/>
        </p:nvSpPr>
        <p:spPr bwMode="auto">
          <a:xfrm>
            <a:off x="4519034" y="1595715"/>
            <a:ext cx="329184" cy="1773936"/>
          </a:xfrm>
          <a:prstGeom prst="rightBrace">
            <a:avLst>
              <a:gd name="adj1" fmla="val 27777"/>
              <a:gd name="adj2" fmla="val 5000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93700" y="1963373"/>
            <a:ext cx="178015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Lucida Sans Unicode" pitchFamily="34" charset="0"/>
              </a:rPr>
              <a:t>“baseband”</a:t>
            </a:r>
          </a:p>
          <a:p>
            <a:r>
              <a:rPr lang="en-GB" sz="1400" dirty="0">
                <a:latin typeface="Lucida Sans Unicode" pitchFamily="34" charset="0"/>
              </a:rPr>
              <a:t>signals</a:t>
            </a:r>
          </a:p>
          <a:p>
            <a:pPr marL="85725"/>
            <a:r>
              <a:rPr lang="en-GB" sz="1400" dirty="0">
                <a:latin typeface="Lucida Sans Unicode" pitchFamily="34" charset="0"/>
              </a:rPr>
              <a:t>i.e. </a:t>
            </a:r>
            <a:r>
              <a:rPr lang="en-GB" sz="1400" dirty="0" err="1">
                <a:latin typeface="Lucida Sans Unicode" pitchFamily="34" charset="0"/>
              </a:rPr>
              <a:t>unmodulated</a:t>
            </a:r>
            <a:r>
              <a:rPr lang="en-GB" sz="1400" dirty="0">
                <a:latin typeface="Lucida Sans Unicode" pitchFamily="34" charset="0"/>
              </a:rPr>
              <a:t> original signal</a:t>
            </a:r>
          </a:p>
          <a:p>
            <a:endParaRPr lang="en-GB" sz="1400" dirty="0">
              <a:latin typeface="Lucida Sans Unicode" pitchFamily="34" charset="0"/>
            </a:endParaRPr>
          </a:p>
        </p:txBody>
      </p:sp>
      <p:cxnSp>
        <p:nvCxnSpPr>
          <p:cNvPr id="5" name="Straight Arrow Connector 4"/>
          <p:cNvCxnSpPr/>
          <p:nvPr/>
        </p:nvCxnSpPr>
        <p:spPr bwMode="auto">
          <a:xfrm>
            <a:off x="1775834" y="2043771"/>
            <a:ext cx="896114" cy="3657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8" name="Straight Arrow Connector 17"/>
          <p:cNvCxnSpPr/>
          <p:nvPr/>
        </p:nvCxnSpPr>
        <p:spPr bwMode="auto">
          <a:xfrm>
            <a:off x="1757546" y="2052915"/>
            <a:ext cx="950978" cy="97840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4865" y="1379198"/>
            <a:ext cx="3061716" cy="1887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5495544" y="2979909"/>
            <a:ext cx="14350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Lucida Sans Unicode" pitchFamily="34" charset="0"/>
              </a:rPr>
              <a:t>f</a:t>
            </a:r>
            <a:r>
              <a:rPr lang="en-GB" sz="1200" baseline="-25000" dirty="0">
                <a:latin typeface="Lucida Sans Unicode" pitchFamily="34" charset="0"/>
              </a:rPr>
              <a:t>1</a:t>
            </a:r>
            <a:r>
              <a:rPr lang="en-GB" sz="1200" dirty="0">
                <a:latin typeface="Lucida Sans Unicode" pitchFamily="34" charset="0"/>
              </a:rPr>
              <a:t>                    f</a:t>
            </a:r>
            <a:r>
              <a:rPr lang="en-GB" sz="1200" baseline="-25000" dirty="0">
                <a:latin typeface="Lucida Sans Unicode" pitchFamily="34" charset="0"/>
              </a:rPr>
              <a:t>2</a:t>
            </a:r>
            <a:r>
              <a:rPr lang="en-GB" sz="1200" dirty="0">
                <a:latin typeface="Lucida Sans Unicode" pitchFamily="34" charset="0"/>
              </a:rPr>
              <a:t> </a:t>
            </a:r>
          </a:p>
        </p:txBody>
      </p:sp>
      <p:cxnSp>
        <p:nvCxnSpPr>
          <p:cNvPr id="7" name="Straight Connector 6"/>
          <p:cNvCxnSpPr/>
          <p:nvPr/>
        </p:nvCxnSpPr>
        <p:spPr bwMode="auto">
          <a:xfrm>
            <a:off x="5641848" y="2275821"/>
            <a:ext cx="0" cy="65836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Straight Connector 12"/>
          <p:cNvCxnSpPr/>
          <p:nvPr/>
        </p:nvCxnSpPr>
        <p:spPr bwMode="auto">
          <a:xfrm>
            <a:off x="6729984" y="2294109"/>
            <a:ext cx="0" cy="6858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0322775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 noChangeArrowheads="1"/>
          </p:cNvSpPr>
          <p:nvPr/>
        </p:nvSpPr>
        <p:spPr bwMode="auto">
          <a:xfrm>
            <a:off x="393700" y="766763"/>
            <a:ext cx="73025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180975" lvl="1" indent="-180975">
              <a:lnSpc>
                <a:spcPct val="150000"/>
              </a:lnSpc>
              <a:buFont typeface="Arial" charset="0"/>
              <a:buChar char="•"/>
            </a:pPr>
            <a:r>
              <a:rPr lang="en-GB" sz="1600" dirty="0">
                <a:latin typeface="Lucida Sans Unicode" pitchFamily="34" charset="0"/>
              </a:rPr>
              <a:t>Multiple signals are interleaved (in bits or blocks) over time</a:t>
            </a:r>
          </a:p>
        </p:txBody>
      </p:sp>
      <p:sp>
        <p:nvSpPr>
          <p:cNvPr id="8195" name="Rectangle 2"/>
          <p:cNvSpPr>
            <a:spLocks noChangeArrowheads="1"/>
          </p:cNvSpPr>
          <p:nvPr/>
        </p:nvSpPr>
        <p:spPr bwMode="auto">
          <a:xfrm>
            <a:off x="395288" y="331788"/>
            <a:ext cx="751680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lvl="1"/>
            <a:r>
              <a:rPr lang="en-GB" sz="2400" b="1" dirty="0">
                <a:solidFill>
                  <a:srgbClr val="000000"/>
                </a:solidFill>
                <a:latin typeface="Lucida Sans Unicode" pitchFamily="34" charset="0"/>
              </a:rPr>
              <a:t>Multiplexing - </a:t>
            </a:r>
            <a:r>
              <a:rPr lang="en-GB" sz="2400" b="1" dirty="0">
                <a:latin typeface="Lucida Sans Unicode" pitchFamily="34" charset="0"/>
              </a:rPr>
              <a:t>Time Division Multiplexing (TDM) </a:t>
            </a:r>
          </a:p>
        </p:txBody>
      </p:sp>
      <p:pic>
        <p:nvPicPr>
          <p:cNvPr id="8197" name="Picture 10" descr="http://www.globalspec.com/RefArticleImages/1002E2581441ED3C3C876BC8F6D930F7_6_CH06_12.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23" t="21654" r="13351" b="5763"/>
          <a:stretch>
            <a:fillRect/>
          </a:stretch>
        </p:blipFill>
        <p:spPr bwMode="auto">
          <a:xfrm>
            <a:off x="393700" y="1337543"/>
            <a:ext cx="4643437" cy="1839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Picture 8" descr="http://image.absoluteastronomy.com/images/encyclopediaimages/t/td/tdma-frame-structure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051" b="10465"/>
          <a:stretch>
            <a:fillRect/>
          </a:stretch>
        </p:blipFill>
        <p:spPr bwMode="auto">
          <a:xfrm>
            <a:off x="5529533" y="3390180"/>
            <a:ext cx="3262844" cy="29416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673525" y="3536831"/>
            <a:ext cx="389914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400" dirty="0">
                <a:latin typeface="Lucida Sans Unicode" pitchFamily="34" charset="0"/>
              </a:rPr>
              <a:t>Data streams divided into frames</a:t>
            </a:r>
          </a:p>
          <a:p>
            <a:pPr algn="r"/>
            <a:endParaRPr lang="en-GB" sz="1400" dirty="0">
              <a:latin typeface="Lucida Sans Unicode" pitchFamily="34" charset="0"/>
            </a:endParaRPr>
          </a:p>
          <a:p>
            <a:pPr algn="r"/>
            <a:endParaRPr lang="en-GB" sz="1400" dirty="0">
              <a:latin typeface="Lucida Sans Unicode" pitchFamily="34" charset="0"/>
            </a:endParaRPr>
          </a:p>
          <a:p>
            <a:pPr algn="r"/>
            <a:endParaRPr lang="en-GB" sz="1400" dirty="0">
              <a:latin typeface="Lucida Sans Unicode" pitchFamily="34" charset="0"/>
            </a:endParaRPr>
          </a:p>
          <a:p>
            <a:pPr algn="r"/>
            <a:r>
              <a:rPr lang="en-GB" sz="1400" dirty="0">
                <a:latin typeface="Lucida Sans Unicode" pitchFamily="34" charset="0"/>
              </a:rPr>
              <a:t>Frames divided into time slots</a:t>
            </a:r>
          </a:p>
          <a:p>
            <a:pPr algn="r"/>
            <a:r>
              <a:rPr lang="en-GB" sz="1400" dirty="0">
                <a:latin typeface="Lucida Sans Unicode" pitchFamily="34" charset="0"/>
              </a:rPr>
              <a:t>Each user is allocated one time slot</a:t>
            </a:r>
          </a:p>
          <a:p>
            <a:pPr algn="r"/>
            <a:endParaRPr lang="en-GB" sz="1400" dirty="0">
              <a:latin typeface="Lucida Sans Unicode" pitchFamily="34" charset="0"/>
            </a:endParaRPr>
          </a:p>
          <a:p>
            <a:pPr algn="r"/>
            <a:endParaRPr lang="en-GB" sz="1400" dirty="0">
              <a:latin typeface="Lucida Sans Unicode" pitchFamily="34" charset="0"/>
            </a:endParaRPr>
          </a:p>
          <a:p>
            <a:pPr algn="r"/>
            <a:endParaRPr lang="en-GB" sz="1400" dirty="0">
              <a:latin typeface="Lucida Sans Unicode" pitchFamily="34" charset="0"/>
            </a:endParaRPr>
          </a:p>
          <a:p>
            <a:pPr algn="r"/>
            <a:r>
              <a:rPr lang="en-GB" sz="1400" dirty="0">
                <a:latin typeface="Lucida Sans Unicode" pitchFamily="34" charset="0"/>
              </a:rPr>
              <a:t>Time slots contain data with guard period if needed for synchronisation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47117" y="4615132"/>
            <a:ext cx="298480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Lucida Sans Unicode" pitchFamily="34" charset="0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54815" y="4623757"/>
            <a:ext cx="298480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Lucida Sans Unicode" pitchFamily="34" charset="0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24159" y="4623757"/>
            <a:ext cx="298480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Lucida Sans Unicode" pitchFamily="34" charset="0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7450" y="4278702"/>
            <a:ext cx="560715" cy="681487"/>
          </a:xfrm>
          <a:prstGeom prst="rect">
            <a:avLst/>
          </a:prstGeom>
          <a:solidFill>
            <a:srgbClr val="0000FF"/>
          </a:solidFill>
        </p:spPr>
        <p:txBody>
          <a:bodyPr wrap="square" rtlCol="0">
            <a:noAutofit/>
          </a:bodyPr>
          <a:lstStyle/>
          <a:p>
            <a:endParaRPr lang="en-GB" sz="1400" dirty="0">
              <a:solidFill>
                <a:schemeClr val="bg1"/>
              </a:solidFill>
              <a:latin typeface="Lucida Sans Unicode" pitchFamily="34" charset="0"/>
            </a:endParaRPr>
          </a:p>
          <a:p>
            <a:endParaRPr lang="en-GB" sz="800" dirty="0">
              <a:solidFill>
                <a:schemeClr val="bg1"/>
              </a:solidFill>
              <a:latin typeface="Lucida Sans Unicode" pitchFamily="34" charset="0"/>
            </a:endParaRPr>
          </a:p>
          <a:p>
            <a:r>
              <a:rPr lang="en-GB" sz="1400" dirty="0">
                <a:solidFill>
                  <a:schemeClr val="bg1"/>
                </a:solidFill>
                <a:latin typeface="Lucida Sans Unicode" pitchFamily="34" charset="0"/>
              </a:rPr>
              <a:t>  </a:t>
            </a:r>
            <a:r>
              <a:rPr lang="en-GB" sz="1400" b="1" dirty="0">
                <a:solidFill>
                  <a:schemeClr val="bg1"/>
                </a:solidFill>
                <a:latin typeface="Lucida Sans Unicode" pitchFamily="34" charset="0"/>
              </a:rPr>
              <a:t>2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5546785" y="5615796"/>
            <a:ext cx="2639683" cy="474453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5581291" y="5641675"/>
            <a:ext cx="370936" cy="439948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004096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596900" y="4337050"/>
            <a:ext cx="8115300" cy="338138"/>
            <a:chOff x="385" y="1253"/>
            <a:chExt cx="5112" cy="213"/>
          </a:xfrm>
        </p:grpSpPr>
        <p:sp>
          <p:nvSpPr>
            <p:cNvPr id="4118" name="Text Box 4"/>
            <p:cNvSpPr txBox="1">
              <a:spLocks noChangeArrowheads="1"/>
            </p:cNvSpPr>
            <p:nvPr/>
          </p:nvSpPr>
          <p:spPr bwMode="auto">
            <a:xfrm>
              <a:off x="2109" y="1253"/>
              <a:ext cx="780" cy="21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GB" sz="1600" b="1" dirty="0">
                  <a:solidFill>
                    <a:srgbClr val="FF3300"/>
                  </a:solidFill>
                  <a:latin typeface="Lucida Sans Unicode" pitchFamily="34" charset="0"/>
                </a:rPr>
                <a:t>10110011</a:t>
              </a:r>
              <a:endParaRPr lang="en-US" sz="1600" b="1" dirty="0">
                <a:solidFill>
                  <a:srgbClr val="FF3300"/>
                </a:solidFill>
                <a:latin typeface="Lucida Sans Unicode" pitchFamily="34" charset="0"/>
              </a:endParaRPr>
            </a:p>
          </p:txBody>
        </p:sp>
        <p:sp>
          <p:nvSpPr>
            <p:cNvPr id="4119" name="Text Box 5"/>
            <p:cNvSpPr txBox="1">
              <a:spLocks noChangeArrowheads="1"/>
            </p:cNvSpPr>
            <p:nvPr/>
          </p:nvSpPr>
          <p:spPr bwMode="auto">
            <a:xfrm>
              <a:off x="1292" y="1289"/>
              <a:ext cx="439" cy="1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800" dirty="0">
                  <a:latin typeface="Lucida Sans Unicode" pitchFamily="34" charset="0"/>
                </a:rPr>
                <a:t>01001001</a:t>
              </a:r>
              <a:endParaRPr lang="en-US" sz="800" dirty="0">
                <a:latin typeface="Lucida Sans Unicode" pitchFamily="34" charset="0"/>
              </a:endParaRPr>
            </a:p>
          </p:txBody>
        </p:sp>
        <p:sp>
          <p:nvSpPr>
            <p:cNvPr id="4120" name="Text Box 6"/>
            <p:cNvSpPr txBox="1">
              <a:spLocks noChangeArrowheads="1"/>
            </p:cNvSpPr>
            <p:nvPr/>
          </p:nvSpPr>
          <p:spPr bwMode="auto">
            <a:xfrm>
              <a:off x="1701" y="1298"/>
              <a:ext cx="439" cy="1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800" dirty="0">
                  <a:latin typeface="Lucida Sans Unicode" pitchFamily="34" charset="0"/>
                </a:rPr>
                <a:t>10010001</a:t>
              </a:r>
              <a:endParaRPr lang="en-US" sz="800" dirty="0">
                <a:latin typeface="Lucida Sans Unicode" pitchFamily="34" charset="0"/>
              </a:endParaRPr>
            </a:p>
          </p:txBody>
        </p:sp>
        <p:sp>
          <p:nvSpPr>
            <p:cNvPr id="4121" name="Text Box 7"/>
            <p:cNvSpPr txBox="1">
              <a:spLocks noChangeArrowheads="1"/>
            </p:cNvSpPr>
            <p:nvPr/>
          </p:nvSpPr>
          <p:spPr bwMode="auto">
            <a:xfrm>
              <a:off x="838" y="1289"/>
              <a:ext cx="480" cy="1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800" dirty="0">
                  <a:latin typeface="Lucida Sans Unicode" pitchFamily="34" charset="0"/>
                </a:rPr>
                <a:t>010100101</a:t>
              </a:r>
              <a:endParaRPr lang="en-US" sz="800" dirty="0">
                <a:latin typeface="Lucida Sans Unicode" pitchFamily="34" charset="0"/>
              </a:endParaRPr>
            </a:p>
          </p:txBody>
        </p:sp>
        <p:sp>
          <p:nvSpPr>
            <p:cNvPr id="4122" name="Text Box 8"/>
            <p:cNvSpPr txBox="1">
              <a:spLocks noChangeArrowheads="1"/>
            </p:cNvSpPr>
            <p:nvPr/>
          </p:nvSpPr>
          <p:spPr bwMode="auto">
            <a:xfrm>
              <a:off x="385" y="1289"/>
              <a:ext cx="480" cy="1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800" dirty="0">
                  <a:latin typeface="Lucida Sans Unicode" pitchFamily="34" charset="0"/>
                </a:rPr>
                <a:t>010100101</a:t>
              </a:r>
              <a:endParaRPr lang="en-US" sz="800" dirty="0">
                <a:latin typeface="Lucida Sans Unicode" pitchFamily="34" charset="0"/>
              </a:endParaRPr>
            </a:p>
          </p:txBody>
        </p:sp>
        <p:sp>
          <p:nvSpPr>
            <p:cNvPr id="4123" name="Text Box 9"/>
            <p:cNvSpPr txBox="1">
              <a:spLocks noChangeArrowheads="1"/>
            </p:cNvSpPr>
            <p:nvPr/>
          </p:nvSpPr>
          <p:spPr bwMode="auto">
            <a:xfrm>
              <a:off x="3334" y="1298"/>
              <a:ext cx="439" cy="1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800" dirty="0">
                  <a:latin typeface="Lucida Sans Unicode" pitchFamily="34" charset="0"/>
                </a:rPr>
                <a:t>10010001</a:t>
              </a:r>
              <a:endParaRPr lang="en-US" sz="800" dirty="0">
                <a:latin typeface="Lucida Sans Unicode" pitchFamily="34" charset="0"/>
              </a:endParaRPr>
            </a:p>
          </p:txBody>
        </p:sp>
        <p:sp>
          <p:nvSpPr>
            <p:cNvPr id="4124" name="Text Box 11"/>
            <p:cNvSpPr txBox="1">
              <a:spLocks noChangeArrowheads="1"/>
            </p:cNvSpPr>
            <p:nvPr/>
          </p:nvSpPr>
          <p:spPr bwMode="auto">
            <a:xfrm>
              <a:off x="3742" y="1298"/>
              <a:ext cx="439" cy="1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800" dirty="0">
                  <a:latin typeface="Lucida Sans Unicode" pitchFamily="34" charset="0"/>
                </a:rPr>
                <a:t>01001001</a:t>
              </a:r>
              <a:endParaRPr lang="en-US" sz="800" dirty="0">
                <a:latin typeface="Lucida Sans Unicode" pitchFamily="34" charset="0"/>
              </a:endParaRPr>
            </a:p>
          </p:txBody>
        </p:sp>
        <p:sp>
          <p:nvSpPr>
            <p:cNvPr id="4125" name="Text Box 10"/>
            <p:cNvSpPr txBox="1">
              <a:spLocks noChangeArrowheads="1"/>
            </p:cNvSpPr>
            <p:nvPr/>
          </p:nvSpPr>
          <p:spPr bwMode="auto">
            <a:xfrm>
              <a:off x="2880" y="1298"/>
              <a:ext cx="480" cy="1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800" dirty="0">
                  <a:latin typeface="Lucida Sans Unicode" pitchFamily="34" charset="0"/>
                </a:rPr>
                <a:t>010100101</a:t>
              </a:r>
              <a:endParaRPr lang="en-US" sz="800" dirty="0">
                <a:latin typeface="Lucida Sans Unicode" pitchFamily="34" charset="0"/>
              </a:endParaRPr>
            </a:p>
          </p:txBody>
        </p:sp>
        <p:sp>
          <p:nvSpPr>
            <p:cNvPr id="4126" name="Text Box 12"/>
            <p:cNvSpPr txBox="1">
              <a:spLocks noChangeArrowheads="1"/>
            </p:cNvSpPr>
            <p:nvPr/>
          </p:nvSpPr>
          <p:spPr bwMode="auto">
            <a:xfrm>
              <a:off x="4150" y="1298"/>
              <a:ext cx="480" cy="1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800" dirty="0">
                  <a:latin typeface="Lucida Sans Unicode" pitchFamily="34" charset="0"/>
                </a:rPr>
                <a:t>010100101</a:t>
              </a:r>
              <a:endParaRPr lang="en-US" sz="800" dirty="0">
                <a:latin typeface="Lucida Sans Unicode" pitchFamily="34" charset="0"/>
              </a:endParaRPr>
            </a:p>
          </p:txBody>
        </p:sp>
        <p:sp>
          <p:nvSpPr>
            <p:cNvPr id="4127" name="Text Box 14"/>
            <p:cNvSpPr txBox="1">
              <a:spLocks noChangeArrowheads="1"/>
            </p:cNvSpPr>
            <p:nvPr/>
          </p:nvSpPr>
          <p:spPr bwMode="auto">
            <a:xfrm>
              <a:off x="5058" y="1298"/>
              <a:ext cx="439" cy="1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800" dirty="0">
                  <a:latin typeface="Lucida Sans Unicode" pitchFamily="34" charset="0"/>
                </a:rPr>
                <a:t>01001001</a:t>
              </a:r>
              <a:endParaRPr lang="en-US" sz="800" dirty="0">
                <a:latin typeface="Lucida Sans Unicode" pitchFamily="34" charset="0"/>
              </a:endParaRPr>
            </a:p>
          </p:txBody>
        </p:sp>
        <p:sp>
          <p:nvSpPr>
            <p:cNvPr id="4128" name="Text Box 15"/>
            <p:cNvSpPr txBox="1">
              <a:spLocks noChangeArrowheads="1"/>
            </p:cNvSpPr>
            <p:nvPr/>
          </p:nvSpPr>
          <p:spPr bwMode="auto">
            <a:xfrm>
              <a:off x="4604" y="1298"/>
              <a:ext cx="480" cy="1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800" dirty="0">
                  <a:latin typeface="Lucida Sans Unicode" pitchFamily="34" charset="0"/>
                </a:rPr>
                <a:t>010100101</a:t>
              </a:r>
              <a:endParaRPr lang="en-US" sz="800" dirty="0">
                <a:latin typeface="Lucida Sans Unicode" pitchFamily="34" charset="0"/>
              </a:endParaRPr>
            </a:p>
          </p:txBody>
        </p:sp>
      </p:grpSp>
      <p:sp>
        <p:nvSpPr>
          <p:cNvPr id="4099" name="Text Box 17"/>
          <p:cNvSpPr txBox="1">
            <a:spLocks noChangeArrowheads="1"/>
          </p:cNvSpPr>
          <p:nvPr/>
        </p:nvSpPr>
        <p:spPr bwMode="auto">
          <a:xfrm>
            <a:off x="381000" y="381000"/>
            <a:ext cx="371475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>
                <a:latin typeface="Lucida Sans Unicode" pitchFamily="34" charset="0"/>
              </a:rPr>
              <a:t>Time Division Multiplex</a:t>
            </a:r>
            <a:endParaRPr lang="en-US" sz="2400" b="1" dirty="0">
              <a:latin typeface="Lucida Sans Unicode" pitchFamily="34" charset="0"/>
            </a:endParaRPr>
          </a:p>
        </p:txBody>
      </p:sp>
      <p:sp>
        <p:nvSpPr>
          <p:cNvPr id="4100" name="Text Box 18"/>
          <p:cNvSpPr txBox="1">
            <a:spLocks noChangeArrowheads="1"/>
          </p:cNvSpPr>
          <p:nvPr/>
        </p:nvSpPr>
        <p:spPr bwMode="auto">
          <a:xfrm>
            <a:off x="381000" y="981075"/>
            <a:ext cx="587853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dirty="0">
                <a:latin typeface="Lucida Sans Unicode" pitchFamily="34" charset="0"/>
              </a:rPr>
              <a:t>4kHz voice sampled at 8kHz (f</a:t>
            </a:r>
            <a:r>
              <a:rPr lang="en-GB" sz="1400" dirty="0">
                <a:latin typeface="Lucida Sans Unicode" pitchFamily="34" charset="0"/>
              </a:rPr>
              <a:t>s</a:t>
            </a:r>
            <a:r>
              <a:rPr lang="en-GB" dirty="0">
                <a:latin typeface="Lucida Sans Unicode" pitchFamily="34" charset="0"/>
              </a:rPr>
              <a:t>) into 8 bits binary</a:t>
            </a:r>
            <a:endParaRPr lang="en-US" dirty="0">
              <a:latin typeface="Lucida Sans Unicode" pitchFamily="34" charset="0"/>
            </a:endParaRPr>
          </a:p>
        </p:txBody>
      </p:sp>
      <p:sp>
        <p:nvSpPr>
          <p:cNvPr id="4101" name="Rectangle 21"/>
          <p:cNvSpPr>
            <a:spLocks noChangeArrowheads="1"/>
          </p:cNvSpPr>
          <p:nvPr/>
        </p:nvSpPr>
        <p:spPr bwMode="auto">
          <a:xfrm>
            <a:off x="1802251" y="5438775"/>
            <a:ext cx="611417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dirty="0">
                <a:latin typeface="Lucida Sans Unicode" pitchFamily="34" charset="0"/>
              </a:rPr>
              <a:t>e.g. for UK / European E1 Multiplexes: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Lucida Sans Unicode" pitchFamily="34" charset="0"/>
              </a:rPr>
              <a:t>30 channels of speech into 32 channel frame “Multiplex”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Lucida Sans Unicode" pitchFamily="34" charset="0"/>
              </a:rPr>
              <a:t>32 channels x 8b x 8kHz = 2.048Mbs-1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 dirty="0">
                <a:latin typeface="Lucida Sans Unicode" pitchFamily="34" charset="0"/>
              </a:rPr>
              <a:t>(includes 1 channel signalling and 1 channel synchronisation) </a:t>
            </a:r>
          </a:p>
        </p:txBody>
      </p:sp>
      <p:sp>
        <p:nvSpPr>
          <p:cNvPr id="4102" name="AutoShape 26"/>
          <p:cNvSpPr>
            <a:spLocks/>
          </p:cNvSpPr>
          <p:nvPr/>
        </p:nvSpPr>
        <p:spPr bwMode="auto">
          <a:xfrm rot="5400000">
            <a:off x="4485481" y="1124744"/>
            <a:ext cx="287338" cy="8064500"/>
          </a:xfrm>
          <a:prstGeom prst="rightBrace">
            <a:avLst>
              <a:gd name="adj1" fmla="val 233885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>
              <a:latin typeface="Lucida Sans Unicode" pitchFamily="34" charset="0"/>
            </a:endParaRPr>
          </a:p>
        </p:txBody>
      </p:sp>
      <p:sp>
        <p:nvSpPr>
          <p:cNvPr id="4103" name="Rectangle 27"/>
          <p:cNvSpPr>
            <a:spLocks noChangeArrowheads="1"/>
          </p:cNvSpPr>
          <p:nvPr/>
        </p:nvSpPr>
        <p:spPr bwMode="auto">
          <a:xfrm>
            <a:off x="-14288" y="4408488"/>
            <a:ext cx="611188" cy="215900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Lucida Sans Unicode" pitchFamily="34" charset="0"/>
            </a:endParaRPr>
          </a:p>
        </p:txBody>
      </p:sp>
      <p:sp>
        <p:nvSpPr>
          <p:cNvPr id="4104" name="Rectangle 28"/>
          <p:cNvSpPr>
            <a:spLocks noChangeArrowheads="1"/>
          </p:cNvSpPr>
          <p:nvPr/>
        </p:nvSpPr>
        <p:spPr bwMode="auto">
          <a:xfrm>
            <a:off x="8661400" y="4408488"/>
            <a:ext cx="468313" cy="215900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Lucida Sans Unicode" pitchFamily="34" charset="0"/>
            </a:endParaRPr>
          </a:p>
        </p:txBody>
      </p:sp>
      <p:sp>
        <p:nvSpPr>
          <p:cNvPr id="4105" name="Text Box 29"/>
          <p:cNvSpPr txBox="1">
            <a:spLocks noChangeArrowheads="1"/>
          </p:cNvSpPr>
          <p:nvPr/>
        </p:nvSpPr>
        <p:spPr bwMode="auto">
          <a:xfrm>
            <a:off x="93663" y="4697413"/>
            <a:ext cx="913765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000" dirty="0">
                <a:latin typeface="Lucida Sans Unicode" pitchFamily="34" charset="0"/>
              </a:rPr>
              <a:t>TS1             TS2            TS3           TS4          TS5                 TS6                    TS7           TS8 …………………………………………………………………. </a:t>
            </a:r>
            <a:endParaRPr lang="en-US" sz="1000" dirty="0">
              <a:latin typeface="Lucida Sans Unicode" pitchFamily="34" charset="0"/>
            </a:endParaRPr>
          </a:p>
        </p:txBody>
      </p:sp>
      <p:pic>
        <p:nvPicPr>
          <p:cNvPr id="4106" name="Picture 3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773238"/>
            <a:ext cx="8763000" cy="100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07" name="Line 31"/>
          <p:cNvSpPr>
            <a:spLocks noChangeShapeType="1"/>
          </p:cNvSpPr>
          <p:nvPr/>
        </p:nvSpPr>
        <p:spPr bwMode="auto">
          <a:xfrm flipH="1">
            <a:off x="0" y="2492375"/>
            <a:ext cx="4859338" cy="129698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4108" name="Line 32"/>
          <p:cNvSpPr>
            <a:spLocks noChangeShapeType="1"/>
          </p:cNvSpPr>
          <p:nvPr/>
        </p:nvSpPr>
        <p:spPr bwMode="auto">
          <a:xfrm flipH="1">
            <a:off x="4140200" y="2708275"/>
            <a:ext cx="863600" cy="151288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4109" name="Line 33"/>
          <p:cNvSpPr>
            <a:spLocks noChangeShapeType="1"/>
          </p:cNvSpPr>
          <p:nvPr/>
        </p:nvSpPr>
        <p:spPr bwMode="auto">
          <a:xfrm>
            <a:off x="5148263" y="2565400"/>
            <a:ext cx="3995737" cy="1223963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4110" name="Line 34"/>
          <p:cNvSpPr>
            <a:spLocks noChangeShapeType="1"/>
          </p:cNvSpPr>
          <p:nvPr/>
        </p:nvSpPr>
        <p:spPr bwMode="auto">
          <a:xfrm>
            <a:off x="4932363" y="2133600"/>
            <a:ext cx="0" cy="4318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4111" name="Line 35"/>
          <p:cNvSpPr>
            <a:spLocks noChangeShapeType="1"/>
          </p:cNvSpPr>
          <p:nvPr/>
        </p:nvSpPr>
        <p:spPr bwMode="auto">
          <a:xfrm>
            <a:off x="5003800" y="1989138"/>
            <a:ext cx="0" cy="72072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4112" name="Line 36"/>
          <p:cNvSpPr>
            <a:spLocks noChangeShapeType="1"/>
          </p:cNvSpPr>
          <p:nvPr/>
        </p:nvSpPr>
        <p:spPr bwMode="auto">
          <a:xfrm>
            <a:off x="5076825" y="2062163"/>
            <a:ext cx="0" cy="57467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4113" name="Text Box 37"/>
          <p:cNvSpPr txBox="1">
            <a:spLocks noChangeArrowheads="1"/>
          </p:cNvSpPr>
          <p:nvPr/>
        </p:nvSpPr>
        <p:spPr bwMode="auto">
          <a:xfrm>
            <a:off x="381000" y="2924175"/>
            <a:ext cx="8129588" cy="338138"/>
          </a:xfrm>
          <a:prstGeom prst="rect">
            <a:avLst/>
          </a:prstGeom>
          <a:solidFill>
            <a:schemeClr val="bg1"/>
          </a:solidFill>
          <a:ln w="9525">
            <a:solidFill>
              <a:srgbClr val="FF33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dirty="0">
                <a:latin typeface="Lucida Sans Unicode" pitchFamily="34" charset="0"/>
              </a:rPr>
              <a:t>Analogue – Digital:  Samples are dropped into allocated timeslot for each frame</a:t>
            </a:r>
            <a:endParaRPr lang="en-US" sz="1600" dirty="0">
              <a:latin typeface="Lucida Sans Unicode" pitchFamily="34" charset="0"/>
            </a:endParaRPr>
          </a:p>
        </p:txBody>
      </p:sp>
      <p:sp>
        <p:nvSpPr>
          <p:cNvPr id="4114" name="Text Box 38"/>
          <p:cNvSpPr txBox="1">
            <a:spLocks noChangeArrowheads="1"/>
          </p:cNvSpPr>
          <p:nvPr/>
        </p:nvSpPr>
        <p:spPr bwMode="auto">
          <a:xfrm>
            <a:off x="381000" y="3644900"/>
            <a:ext cx="2246313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z="1400" dirty="0">
                <a:latin typeface="Lucida Sans Unicode" pitchFamily="34" charset="0"/>
              </a:rPr>
              <a:t>TS6 previous frame</a:t>
            </a:r>
            <a:endParaRPr lang="en-US" sz="1400" dirty="0">
              <a:latin typeface="Lucida Sans Unicode" pitchFamily="34" charset="0"/>
            </a:endParaRPr>
          </a:p>
        </p:txBody>
      </p:sp>
      <p:sp>
        <p:nvSpPr>
          <p:cNvPr id="4115" name="Text Box 39"/>
          <p:cNvSpPr txBox="1">
            <a:spLocks noChangeArrowheads="1"/>
          </p:cNvSpPr>
          <p:nvPr/>
        </p:nvSpPr>
        <p:spPr bwMode="auto">
          <a:xfrm>
            <a:off x="4284663" y="3789363"/>
            <a:ext cx="1449387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 dirty="0">
                <a:latin typeface="Lucida Sans Unicode" pitchFamily="34" charset="0"/>
              </a:rPr>
              <a:t>TS6 this frame</a:t>
            </a:r>
            <a:endParaRPr lang="en-US" sz="1400" dirty="0">
              <a:latin typeface="Lucida Sans Unicode" pitchFamily="34" charset="0"/>
            </a:endParaRPr>
          </a:p>
        </p:txBody>
      </p:sp>
      <p:sp>
        <p:nvSpPr>
          <p:cNvPr id="4116" name="Text Box 40"/>
          <p:cNvSpPr txBox="1">
            <a:spLocks noChangeArrowheads="1"/>
          </p:cNvSpPr>
          <p:nvPr/>
        </p:nvSpPr>
        <p:spPr bwMode="auto">
          <a:xfrm>
            <a:off x="6948488" y="3429000"/>
            <a:ext cx="1516062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 dirty="0">
                <a:latin typeface="Lucida Sans Unicode" pitchFamily="34" charset="0"/>
              </a:rPr>
              <a:t>TS6 next frame</a:t>
            </a:r>
            <a:endParaRPr lang="en-US" sz="1400" dirty="0">
              <a:latin typeface="Lucida Sans Unicode" pitchFamily="34" charset="0"/>
            </a:endParaRPr>
          </a:p>
        </p:txBody>
      </p:sp>
      <p:sp>
        <p:nvSpPr>
          <p:cNvPr id="4117" name="Line 41"/>
          <p:cNvSpPr>
            <a:spLocks noChangeShapeType="1"/>
          </p:cNvSpPr>
          <p:nvPr/>
        </p:nvSpPr>
        <p:spPr bwMode="auto">
          <a:xfrm>
            <a:off x="4859338" y="1268413"/>
            <a:ext cx="144462" cy="6477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954838" y="5634245"/>
            <a:ext cx="1847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sz="1600" dirty="0">
              <a:latin typeface="Lucida Sans Unicod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406695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2425149" y="1176794"/>
            <a:ext cx="2385390" cy="32202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txBody>
          <a:bodyPr wrap="none" rtlCol="0">
            <a:noAutofit/>
          </a:bodyPr>
          <a:lstStyle/>
          <a:p>
            <a:r>
              <a:rPr lang="en-GB" sz="1600" b="1" dirty="0">
                <a:latin typeface="Lucida Sans Unicode" pitchFamily="34" charset="0"/>
              </a:rPr>
              <a:t>Statistical Multiplexer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23190" y="1520725"/>
            <a:ext cx="733245" cy="5232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Lucida Sans Unicode" pitchFamily="34" charset="0"/>
              </a:rPr>
              <a:t>Input buffer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95288" y="331788"/>
            <a:ext cx="582563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sz="2400" b="1" dirty="0">
                <a:solidFill>
                  <a:srgbClr val="000000"/>
                </a:solidFill>
                <a:latin typeface="Lucida Sans Unicode" pitchFamily="34" charset="0"/>
              </a:rPr>
              <a:t>Multiplexing - </a:t>
            </a:r>
            <a:r>
              <a:rPr lang="en-GB" sz="2400" b="1" dirty="0"/>
              <a:t>Statistical Multiplexing</a:t>
            </a:r>
          </a:p>
          <a:p>
            <a:endParaRPr lang="en-GB" sz="2400" b="1" dirty="0">
              <a:solidFill>
                <a:srgbClr val="000000"/>
              </a:solidFill>
              <a:latin typeface="Lucida Sans Unicode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23190" y="2098694"/>
            <a:ext cx="733245" cy="5232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Lucida Sans Unicode" pitchFamily="34" charset="0"/>
              </a:rPr>
              <a:t>Input buffer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23191" y="3220129"/>
            <a:ext cx="733245" cy="5232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Lucida Sans Unicode" pitchFamily="34" charset="0"/>
              </a:rPr>
              <a:t>Input buffer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3191" y="3798098"/>
            <a:ext cx="733245" cy="5232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Lucida Sans Unicode" pitchFamily="34" charset="0"/>
              </a:rPr>
              <a:t>Input buffer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12042" y="2659411"/>
            <a:ext cx="836762" cy="5232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Lucida Sans Unicode" pitchFamily="34" charset="0"/>
              </a:rPr>
              <a:t>Output buffer</a:t>
            </a:r>
          </a:p>
        </p:txBody>
      </p:sp>
      <p:cxnSp>
        <p:nvCxnSpPr>
          <p:cNvPr id="11" name="Straight Arrow Connector 10"/>
          <p:cNvCxnSpPr>
            <a:stCxn id="3" idx="3"/>
          </p:cNvCxnSpPr>
          <p:nvPr/>
        </p:nvCxnSpPr>
        <p:spPr>
          <a:xfrm>
            <a:off x="3256435" y="1782335"/>
            <a:ext cx="646981" cy="9460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8" idx="3"/>
          </p:cNvCxnSpPr>
          <p:nvPr/>
        </p:nvCxnSpPr>
        <p:spPr>
          <a:xfrm flipV="1">
            <a:off x="3256436" y="3125238"/>
            <a:ext cx="646980" cy="9344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7" idx="3"/>
          </p:cNvCxnSpPr>
          <p:nvPr/>
        </p:nvCxnSpPr>
        <p:spPr>
          <a:xfrm flipV="1">
            <a:off x="3256436" y="3038974"/>
            <a:ext cx="638353" cy="44276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6" idx="3"/>
          </p:cNvCxnSpPr>
          <p:nvPr/>
        </p:nvCxnSpPr>
        <p:spPr>
          <a:xfrm>
            <a:off x="3256435" y="2360304"/>
            <a:ext cx="646980" cy="46582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523191" y="2659411"/>
            <a:ext cx="733245" cy="5232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Lucida Sans Unicode" pitchFamily="34" charset="0"/>
              </a:rPr>
              <a:t>Input buffer</a:t>
            </a:r>
          </a:p>
        </p:txBody>
      </p:sp>
      <p:cxnSp>
        <p:nvCxnSpPr>
          <p:cNvPr id="24" name="Straight Arrow Connector 23"/>
          <p:cNvCxnSpPr>
            <a:stCxn id="18" idx="3"/>
            <a:endCxn id="9" idx="1"/>
          </p:cNvCxnSpPr>
          <p:nvPr/>
        </p:nvCxnSpPr>
        <p:spPr>
          <a:xfrm>
            <a:off x="3256436" y="2921021"/>
            <a:ext cx="65560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V="1">
            <a:off x="1289612" y="1797937"/>
            <a:ext cx="1242204" cy="74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V="1">
            <a:off x="1280986" y="2367280"/>
            <a:ext cx="1242204" cy="74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V="1">
            <a:off x="1298238" y="2936624"/>
            <a:ext cx="1242204" cy="74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V="1">
            <a:off x="1289612" y="3497341"/>
            <a:ext cx="1242204" cy="74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V="1">
            <a:off x="1289612" y="4058058"/>
            <a:ext cx="1242204" cy="74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48142" y="1581110"/>
            <a:ext cx="848309" cy="25930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500"/>
              </a:lnSpc>
            </a:pPr>
            <a:r>
              <a:rPr lang="en-GB" sz="1200" dirty="0">
                <a:latin typeface="Lucida Sans Unicode" pitchFamily="34" charset="0"/>
              </a:rPr>
              <a:t>Source A</a:t>
            </a:r>
          </a:p>
          <a:p>
            <a:pPr>
              <a:lnSpc>
                <a:spcPts val="1500"/>
              </a:lnSpc>
            </a:pPr>
            <a:endParaRPr lang="en-GB" sz="1200" dirty="0">
              <a:latin typeface="Lucida Sans Unicode" pitchFamily="34" charset="0"/>
            </a:endParaRPr>
          </a:p>
          <a:p>
            <a:pPr>
              <a:lnSpc>
                <a:spcPts val="1500"/>
              </a:lnSpc>
            </a:pPr>
            <a:endParaRPr lang="en-GB" sz="1200" dirty="0">
              <a:latin typeface="Lucida Sans Unicode" pitchFamily="34" charset="0"/>
            </a:endParaRPr>
          </a:p>
          <a:p>
            <a:pPr>
              <a:lnSpc>
                <a:spcPts val="1500"/>
              </a:lnSpc>
            </a:pPr>
            <a:r>
              <a:rPr lang="en-GB" sz="1200" dirty="0">
                <a:latin typeface="Lucida Sans Unicode" pitchFamily="34" charset="0"/>
              </a:rPr>
              <a:t>Source B</a:t>
            </a:r>
          </a:p>
          <a:p>
            <a:pPr>
              <a:lnSpc>
                <a:spcPts val="1500"/>
              </a:lnSpc>
            </a:pPr>
            <a:endParaRPr lang="en-GB" sz="1200" dirty="0">
              <a:latin typeface="Lucida Sans Unicode" pitchFamily="34" charset="0"/>
            </a:endParaRPr>
          </a:p>
          <a:p>
            <a:pPr>
              <a:lnSpc>
                <a:spcPts val="1500"/>
              </a:lnSpc>
            </a:pPr>
            <a:endParaRPr lang="en-GB" sz="1200" dirty="0">
              <a:latin typeface="Lucida Sans Unicode" pitchFamily="34" charset="0"/>
            </a:endParaRPr>
          </a:p>
          <a:p>
            <a:pPr>
              <a:lnSpc>
                <a:spcPts val="1500"/>
              </a:lnSpc>
            </a:pPr>
            <a:r>
              <a:rPr lang="en-GB" sz="1200" dirty="0">
                <a:latin typeface="Lucida Sans Unicode" pitchFamily="34" charset="0"/>
              </a:rPr>
              <a:t>Source C</a:t>
            </a:r>
          </a:p>
          <a:p>
            <a:pPr>
              <a:lnSpc>
                <a:spcPts val="1500"/>
              </a:lnSpc>
            </a:pPr>
            <a:endParaRPr lang="en-GB" sz="1200" dirty="0">
              <a:latin typeface="Lucida Sans Unicode" pitchFamily="34" charset="0"/>
            </a:endParaRPr>
          </a:p>
          <a:p>
            <a:pPr>
              <a:lnSpc>
                <a:spcPts val="1500"/>
              </a:lnSpc>
            </a:pPr>
            <a:endParaRPr lang="en-GB" sz="1200" dirty="0">
              <a:latin typeface="Lucida Sans Unicode" pitchFamily="34" charset="0"/>
            </a:endParaRPr>
          </a:p>
          <a:p>
            <a:pPr>
              <a:lnSpc>
                <a:spcPts val="1500"/>
              </a:lnSpc>
            </a:pPr>
            <a:r>
              <a:rPr lang="en-GB" sz="1200" dirty="0">
                <a:latin typeface="Lucida Sans Unicode" pitchFamily="34" charset="0"/>
              </a:rPr>
              <a:t>Source D</a:t>
            </a:r>
          </a:p>
          <a:p>
            <a:pPr>
              <a:lnSpc>
                <a:spcPts val="1500"/>
              </a:lnSpc>
            </a:pPr>
            <a:endParaRPr lang="en-GB" sz="1200" dirty="0">
              <a:latin typeface="Lucida Sans Unicode" pitchFamily="34" charset="0"/>
            </a:endParaRPr>
          </a:p>
          <a:p>
            <a:pPr>
              <a:lnSpc>
                <a:spcPts val="1500"/>
              </a:lnSpc>
            </a:pPr>
            <a:endParaRPr lang="en-GB" sz="1200" dirty="0">
              <a:latin typeface="Lucida Sans Unicode" pitchFamily="34" charset="0"/>
            </a:endParaRPr>
          </a:p>
          <a:p>
            <a:pPr>
              <a:lnSpc>
                <a:spcPts val="1500"/>
              </a:lnSpc>
            </a:pPr>
            <a:r>
              <a:rPr lang="en-GB" sz="1200" dirty="0">
                <a:latin typeface="Lucida Sans Unicode" pitchFamily="34" charset="0"/>
              </a:rPr>
              <a:t>Source E</a:t>
            </a:r>
          </a:p>
        </p:txBody>
      </p:sp>
      <p:sp>
        <p:nvSpPr>
          <p:cNvPr id="38" name="Rectangle 37"/>
          <p:cNvSpPr/>
          <p:nvPr/>
        </p:nvSpPr>
        <p:spPr bwMode="auto">
          <a:xfrm>
            <a:off x="1626042" y="2018369"/>
            <a:ext cx="129396" cy="33855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>
            <a:spAutoFit/>
          </a:bodyPr>
          <a:lstStyle/>
          <a:p>
            <a:pPr marL="179388" indent="-179388" algn="ctr"/>
            <a:endParaRPr lang="en-GB" sz="16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39" name="Rectangle 38"/>
          <p:cNvSpPr/>
          <p:nvPr/>
        </p:nvSpPr>
        <p:spPr bwMode="auto">
          <a:xfrm>
            <a:off x="1513899" y="1440400"/>
            <a:ext cx="129396" cy="338554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>
            <a:spAutoFit/>
          </a:bodyPr>
          <a:lstStyle/>
          <a:p>
            <a:pPr marL="179388" indent="-179388" algn="ctr"/>
            <a:endParaRPr lang="en-GB" sz="16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40" name="Rectangle 39"/>
          <p:cNvSpPr/>
          <p:nvPr/>
        </p:nvSpPr>
        <p:spPr bwMode="auto">
          <a:xfrm>
            <a:off x="1798571" y="1440400"/>
            <a:ext cx="129396" cy="338554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>
            <a:spAutoFit/>
          </a:bodyPr>
          <a:lstStyle/>
          <a:p>
            <a:pPr marL="179388" indent="-179388" algn="ctr"/>
            <a:endParaRPr lang="en-GB" sz="16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41" name="Rectangle 40"/>
          <p:cNvSpPr/>
          <p:nvPr/>
        </p:nvSpPr>
        <p:spPr bwMode="auto">
          <a:xfrm>
            <a:off x="2014230" y="1440401"/>
            <a:ext cx="129396" cy="338554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>
            <a:spAutoFit/>
          </a:bodyPr>
          <a:lstStyle/>
          <a:p>
            <a:pPr marL="179388" indent="-179388" algn="ctr"/>
            <a:endParaRPr lang="en-GB" sz="16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42" name="Rectangle 41"/>
          <p:cNvSpPr/>
          <p:nvPr/>
        </p:nvSpPr>
        <p:spPr bwMode="auto">
          <a:xfrm>
            <a:off x="1513899" y="2587713"/>
            <a:ext cx="129396" cy="338554"/>
          </a:xfrm>
          <a:prstGeom prst="rect">
            <a:avLst/>
          </a:prstGeom>
          <a:solidFill>
            <a:srgbClr val="00B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>
            <a:spAutoFit/>
          </a:bodyPr>
          <a:lstStyle/>
          <a:p>
            <a:pPr marL="179388" indent="-179388" algn="ctr"/>
            <a:endParaRPr lang="en-GB" sz="16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43" name="Rectangle 42"/>
          <p:cNvSpPr/>
          <p:nvPr/>
        </p:nvSpPr>
        <p:spPr bwMode="auto">
          <a:xfrm>
            <a:off x="2005605" y="2587713"/>
            <a:ext cx="129396" cy="338554"/>
          </a:xfrm>
          <a:prstGeom prst="rect">
            <a:avLst/>
          </a:prstGeom>
          <a:solidFill>
            <a:srgbClr val="00B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>
            <a:spAutoFit/>
          </a:bodyPr>
          <a:lstStyle/>
          <a:p>
            <a:pPr marL="179388" indent="-179388" algn="ctr"/>
            <a:endParaRPr lang="en-GB" sz="16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44" name="Rectangle 43"/>
          <p:cNvSpPr/>
          <p:nvPr/>
        </p:nvSpPr>
        <p:spPr bwMode="auto">
          <a:xfrm>
            <a:off x="1651922" y="3148430"/>
            <a:ext cx="129396" cy="338554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>
            <a:spAutoFit/>
          </a:bodyPr>
          <a:lstStyle/>
          <a:p>
            <a:pPr marL="179388" indent="-179388" algn="ctr"/>
            <a:endParaRPr lang="en-GB" sz="16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45" name="Rectangle 44"/>
          <p:cNvSpPr/>
          <p:nvPr/>
        </p:nvSpPr>
        <p:spPr bwMode="auto">
          <a:xfrm>
            <a:off x="1815824" y="3148430"/>
            <a:ext cx="129396" cy="338554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>
            <a:spAutoFit/>
          </a:bodyPr>
          <a:lstStyle/>
          <a:p>
            <a:pPr marL="179388" indent="-179388" algn="ctr"/>
            <a:endParaRPr lang="en-GB" sz="16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46" name="Rectangle 45"/>
          <p:cNvSpPr/>
          <p:nvPr/>
        </p:nvSpPr>
        <p:spPr bwMode="auto">
          <a:xfrm>
            <a:off x="2229892" y="3148430"/>
            <a:ext cx="129396" cy="338554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>
            <a:spAutoFit/>
          </a:bodyPr>
          <a:lstStyle/>
          <a:p>
            <a:pPr marL="179388" indent="-179388" algn="ctr"/>
            <a:endParaRPr lang="en-GB" sz="16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47" name="Rectangle 46"/>
          <p:cNvSpPr/>
          <p:nvPr/>
        </p:nvSpPr>
        <p:spPr bwMode="auto">
          <a:xfrm>
            <a:off x="2014232" y="3709147"/>
            <a:ext cx="129396" cy="338554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>
            <a:spAutoFit/>
          </a:bodyPr>
          <a:lstStyle/>
          <a:p>
            <a:pPr marL="179388" indent="-179388" algn="ctr"/>
            <a:endParaRPr lang="en-GB" sz="1600" b="1" dirty="0">
              <a:latin typeface="Lucida Sans Unicode" pitchFamily="34" charset="0"/>
              <a:cs typeface="Lucida Sans Unicode" pitchFamily="34" charset="0"/>
            </a:endParaRPr>
          </a:p>
        </p:txBody>
      </p:sp>
      <p:cxnSp>
        <p:nvCxnSpPr>
          <p:cNvPr id="48" name="Straight Arrow Connector 47"/>
          <p:cNvCxnSpPr/>
          <p:nvPr/>
        </p:nvCxnSpPr>
        <p:spPr>
          <a:xfrm flipV="1">
            <a:off x="4748805" y="2926081"/>
            <a:ext cx="1842827" cy="35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 bwMode="auto">
          <a:xfrm>
            <a:off x="4852321" y="2570460"/>
            <a:ext cx="129396" cy="338554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>
            <a:spAutoFit/>
          </a:bodyPr>
          <a:lstStyle/>
          <a:p>
            <a:pPr marL="179388" indent="-179388" algn="ctr"/>
            <a:endParaRPr lang="en-GB" sz="16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51" name="Rectangle 50"/>
          <p:cNvSpPr/>
          <p:nvPr/>
        </p:nvSpPr>
        <p:spPr bwMode="auto">
          <a:xfrm>
            <a:off x="5562480" y="2573801"/>
            <a:ext cx="129396" cy="338554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>
            <a:spAutoFit/>
          </a:bodyPr>
          <a:lstStyle/>
          <a:p>
            <a:pPr marL="179388" indent="-179388" algn="ctr"/>
            <a:endParaRPr lang="en-GB" sz="16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53" name="Rectangle 52"/>
          <p:cNvSpPr/>
          <p:nvPr/>
        </p:nvSpPr>
        <p:spPr bwMode="auto">
          <a:xfrm>
            <a:off x="4990344" y="2570460"/>
            <a:ext cx="129396" cy="338554"/>
          </a:xfrm>
          <a:prstGeom prst="rect">
            <a:avLst/>
          </a:prstGeom>
          <a:solidFill>
            <a:srgbClr val="00B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>
            <a:spAutoFit/>
          </a:bodyPr>
          <a:lstStyle/>
          <a:p>
            <a:pPr marL="179388" indent="-179388" algn="ctr"/>
            <a:endParaRPr lang="en-GB" sz="16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54" name="Rectangle 53"/>
          <p:cNvSpPr/>
          <p:nvPr/>
        </p:nvSpPr>
        <p:spPr bwMode="auto">
          <a:xfrm>
            <a:off x="5130361" y="2573352"/>
            <a:ext cx="129396" cy="33855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>
            <a:spAutoFit/>
          </a:bodyPr>
          <a:lstStyle/>
          <a:p>
            <a:pPr marL="179388" indent="-179388" algn="ctr"/>
            <a:endParaRPr lang="en-GB" sz="16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55" name="Rectangle 54"/>
          <p:cNvSpPr/>
          <p:nvPr/>
        </p:nvSpPr>
        <p:spPr bwMode="auto">
          <a:xfrm>
            <a:off x="5277809" y="2572306"/>
            <a:ext cx="129396" cy="338554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>
            <a:spAutoFit/>
          </a:bodyPr>
          <a:lstStyle/>
          <a:p>
            <a:pPr marL="179388" indent="-179388" algn="ctr"/>
            <a:endParaRPr lang="en-GB" sz="16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56" name="Rectangle 55"/>
          <p:cNvSpPr/>
          <p:nvPr/>
        </p:nvSpPr>
        <p:spPr bwMode="auto">
          <a:xfrm>
            <a:off x="5420569" y="2572306"/>
            <a:ext cx="129396" cy="338554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>
            <a:spAutoFit/>
          </a:bodyPr>
          <a:lstStyle/>
          <a:p>
            <a:pPr marL="179388" indent="-179388" algn="ctr"/>
            <a:endParaRPr lang="en-GB" sz="16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57" name="Rectangle 56"/>
          <p:cNvSpPr/>
          <p:nvPr/>
        </p:nvSpPr>
        <p:spPr bwMode="auto">
          <a:xfrm>
            <a:off x="5705489" y="2571856"/>
            <a:ext cx="129396" cy="338554"/>
          </a:xfrm>
          <a:prstGeom prst="rect">
            <a:avLst/>
          </a:prstGeom>
          <a:solidFill>
            <a:srgbClr val="00B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>
            <a:spAutoFit/>
          </a:bodyPr>
          <a:lstStyle/>
          <a:p>
            <a:pPr marL="179388" indent="-179388" algn="ctr"/>
            <a:endParaRPr lang="en-GB" sz="16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58" name="Rectangle 57"/>
          <p:cNvSpPr/>
          <p:nvPr/>
        </p:nvSpPr>
        <p:spPr bwMode="auto">
          <a:xfrm>
            <a:off x="5846255" y="2572754"/>
            <a:ext cx="129396" cy="338554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>
            <a:spAutoFit/>
          </a:bodyPr>
          <a:lstStyle/>
          <a:p>
            <a:pPr marL="179388" indent="-179388" algn="ctr"/>
            <a:endParaRPr lang="en-GB" sz="16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59" name="Rectangle 58"/>
          <p:cNvSpPr/>
          <p:nvPr/>
        </p:nvSpPr>
        <p:spPr bwMode="auto">
          <a:xfrm>
            <a:off x="5984275" y="2573801"/>
            <a:ext cx="129396" cy="338554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>
            <a:spAutoFit/>
          </a:bodyPr>
          <a:lstStyle/>
          <a:p>
            <a:pPr marL="179388" indent="-179388" algn="ctr"/>
            <a:endParaRPr lang="en-GB" sz="16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60" name="Rectangle 59"/>
          <p:cNvSpPr/>
          <p:nvPr/>
        </p:nvSpPr>
        <p:spPr bwMode="auto">
          <a:xfrm>
            <a:off x="6130627" y="2572305"/>
            <a:ext cx="129396" cy="338554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>
            <a:spAutoFit/>
          </a:bodyPr>
          <a:lstStyle/>
          <a:p>
            <a:pPr marL="179388" indent="-179388" algn="ctr"/>
            <a:endParaRPr lang="en-GB" sz="16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393700" y="4476584"/>
            <a:ext cx="19916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Lucida Sans Unicode" pitchFamily="34" charset="0"/>
              </a:rPr>
              <a:t>Incoming ports: </a:t>
            </a:r>
            <a:r>
              <a:rPr lang="en-GB" sz="1400" dirty="0">
                <a:latin typeface="Lucida Sans Unicode" pitchFamily="34" charset="0"/>
              </a:rPr>
              <a:t>Data blocks arrive asynchronously from variable-rate sources </a:t>
            </a:r>
          </a:p>
        </p:txBody>
      </p:sp>
      <p:sp>
        <p:nvSpPr>
          <p:cNvPr id="62" name="Rectangle 61"/>
          <p:cNvSpPr/>
          <p:nvPr/>
        </p:nvSpPr>
        <p:spPr bwMode="auto">
          <a:xfrm>
            <a:off x="2377440" y="2752828"/>
            <a:ext cx="244900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>
            <a:spAutoFit/>
          </a:bodyPr>
          <a:lstStyle/>
          <a:p>
            <a:pPr marL="179388" indent="-179388" algn="ctr"/>
            <a:endParaRPr lang="en-GB" sz="16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3677588" y="4715124"/>
            <a:ext cx="481440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>
              <a:buFont typeface="Arial" pitchFamily="34" charset="0"/>
              <a:buChar char="•"/>
            </a:pPr>
            <a:r>
              <a:rPr lang="en-GB" sz="1400" dirty="0">
                <a:latin typeface="Lucida Sans Unicode" pitchFamily="34" charset="0"/>
              </a:rPr>
              <a:t>Input buffers smooth fluctuation in input data rates</a:t>
            </a:r>
          </a:p>
          <a:p>
            <a:pPr marL="182563" indent="-182563">
              <a:buFont typeface="Arial" pitchFamily="34" charset="0"/>
              <a:buChar char="•"/>
            </a:pPr>
            <a:r>
              <a:rPr lang="en-GB" sz="1400" dirty="0">
                <a:latin typeface="Lucida Sans Unicode" pitchFamily="34" charset="0"/>
              </a:rPr>
              <a:t>Headers containing addresses and other information are added to the data blocks – to form packets</a:t>
            </a:r>
          </a:p>
          <a:p>
            <a:pPr marL="182563" indent="-182563">
              <a:buFont typeface="Arial" pitchFamily="34" charset="0"/>
              <a:buChar char="•"/>
            </a:pPr>
            <a:r>
              <a:rPr lang="en-GB" sz="1400" dirty="0">
                <a:latin typeface="Lucida Sans Unicode" pitchFamily="34" charset="0"/>
              </a:rPr>
              <a:t>Packets are then fed to the output buffer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798724" y="3045349"/>
            <a:ext cx="19678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Lucida Sans Unicode" pitchFamily="34" charset="0"/>
              </a:rPr>
              <a:t>Outgoing Port:</a:t>
            </a:r>
          </a:p>
          <a:p>
            <a:r>
              <a:rPr lang="en-GB" sz="1400" dirty="0">
                <a:latin typeface="Lucida Sans Unicode" pitchFamily="34" charset="0"/>
              </a:rPr>
              <a:t>Packets are placed on the outgoing channel</a:t>
            </a:r>
          </a:p>
        </p:txBody>
      </p:sp>
    </p:spTree>
    <p:extLst>
      <p:ext uri="{BB962C8B-B14F-4D97-AF65-F5344CB8AC3E}">
        <p14:creationId xmlns:p14="http://schemas.microsoft.com/office/powerpoint/2010/main" val="216205208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95288" y="331788"/>
            <a:ext cx="582563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sz="2400" b="1" dirty="0">
                <a:solidFill>
                  <a:srgbClr val="000000"/>
                </a:solidFill>
                <a:latin typeface="Lucida Sans Unicode" pitchFamily="34" charset="0"/>
              </a:rPr>
              <a:t>Multiplexing - </a:t>
            </a:r>
            <a:r>
              <a:rPr lang="en-GB" sz="2400" b="1" dirty="0"/>
              <a:t>Statistical Multiplexing</a:t>
            </a:r>
          </a:p>
          <a:p>
            <a:endParaRPr lang="en-GB" sz="2400" b="1" dirty="0">
              <a:solidFill>
                <a:srgbClr val="000000"/>
              </a:solidFill>
              <a:latin typeface="Lucida Sans Unicode" pitchFamily="34" charset="0"/>
            </a:endParaRPr>
          </a:p>
        </p:txBody>
      </p:sp>
      <p:pic>
        <p:nvPicPr>
          <p:cNvPr id="3" name="Picture 6" descr="http://www.tsreader.com/mpeg/stream.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4590" y="1305709"/>
            <a:ext cx="5164196" cy="2646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11"/>
          <p:cNvSpPr txBox="1">
            <a:spLocks noChangeArrowheads="1"/>
          </p:cNvSpPr>
          <p:nvPr/>
        </p:nvSpPr>
        <p:spPr bwMode="auto">
          <a:xfrm>
            <a:off x="393700" y="1089329"/>
            <a:ext cx="217328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dirty="0"/>
              <a:t>e.g. DVB multiplex: </a:t>
            </a:r>
          </a:p>
        </p:txBody>
      </p:sp>
      <p:grpSp>
        <p:nvGrpSpPr>
          <p:cNvPr id="5" name="Group 11"/>
          <p:cNvGrpSpPr/>
          <p:nvPr/>
        </p:nvGrpSpPr>
        <p:grpSpPr>
          <a:xfrm>
            <a:off x="393701" y="4929807"/>
            <a:ext cx="8161902" cy="564543"/>
            <a:chOff x="393701" y="4882099"/>
            <a:chExt cx="8161902" cy="564543"/>
          </a:xfrm>
        </p:grpSpPr>
        <p:sp>
          <p:nvSpPr>
            <p:cNvPr id="6" name="TextBox 5"/>
            <p:cNvSpPr txBox="1"/>
            <p:nvPr/>
          </p:nvSpPr>
          <p:spPr>
            <a:xfrm>
              <a:off x="7724802" y="4882099"/>
              <a:ext cx="830801" cy="56454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chemeClr val="tx2"/>
              </a:solidFill>
            </a:ln>
          </p:spPr>
          <p:txBody>
            <a:bodyPr wrap="none" rtlCol="0">
              <a:noAutofit/>
            </a:bodyPr>
            <a:lstStyle/>
            <a:p>
              <a:r>
                <a:rPr lang="en-GB" sz="1600" dirty="0">
                  <a:latin typeface="Lucida Sans Unicode" pitchFamily="34" charset="0"/>
                </a:rPr>
                <a:t>End</a:t>
              </a:r>
            </a:p>
            <a:p>
              <a:r>
                <a:rPr lang="en-GB" sz="1600" dirty="0">
                  <a:latin typeface="Lucida Sans Unicode" pitchFamily="34" charset="0"/>
                </a:rPr>
                <a:t>Flag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01864" y="4882099"/>
              <a:ext cx="1701579" cy="56454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chemeClr val="tx2"/>
              </a:solidFill>
            </a:ln>
          </p:spPr>
          <p:txBody>
            <a:bodyPr wrap="none" rtlCol="0">
              <a:noAutofit/>
            </a:bodyPr>
            <a:lstStyle/>
            <a:p>
              <a:r>
                <a:rPr lang="en-GB" sz="1600" dirty="0">
                  <a:latin typeface="Lucida Sans Unicode" pitchFamily="34" charset="0"/>
                </a:rPr>
                <a:t>Address </a:t>
              </a:r>
            </a:p>
            <a:p>
              <a:r>
                <a:rPr lang="en-GB" sz="1600" dirty="0">
                  <a:latin typeface="Lucida Sans Unicode" pitchFamily="34" charset="0"/>
                </a:rPr>
                <a:t>Field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956022" y="4882099"/>
              <a:ext cx="2210462" cy="56454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chemeClr val="tx2"/>
              </a:solidFill>
            </a:ln>
          </p:spPr>
          <p:txBody>
            <a:bodyPr wrap="none" rtlCol="0">
              <a:noAutofit/>
            </a:bodyPr>
            <a:lstStyle/>
            <a:p>
              <a:r>
                <a:rPr lang="en-GB" sz="1600" dirty="0">
                  <a:latin typeface="Lucida Sans Unicode" pitchFamily="34" charset="0"/>
                </a:rPr>
                <a:t>Control </a:t>
              </a:r>
            </a:p>
            <a:p>
              <a:r>
                <a:rPr lang="en-GB" sz="1600" dirty="0">
                  <a:latin typeface="Lucida Sans Unicode" pitchFamily="34" charset="0"/>
                </a:rPr>
                <a:t>Field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846567" y="4882099"/>
              <a:ext cx="3840479" cy="56454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chemeClr val="tx2"/>
              </a:solidFill>
            </a:ln>
          </p:spPr>
          <p:txBody>
            <a:bodyPr wrap="none" rtlCol="0">
              <a:noAutofit/>
            </a:bodyPr>
            <a:lstStyle/>
            <a:p>
              <a:r>
                <a:rPr lang="en-GB" sz="1600" dirty="0">
                  <a:latin typeface="Lucida Sans Unicode" pitchFamily="34" charset="0"/>
                </a:rPr>
                <a:t>Information </a:t>
              </a:r>
            </a:p>
            <a:p>
              <a:r>
                <a:rPr lang="en-GB" sz="1600" dirty="0">
                  <a:latin typeface="Lucida Sans Unicode" pitchFamily="34" charset="0"/>
                </a:rPr>
                <a:t>Payload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679095" y="4882099"/>
              <a:ext cx="1041621" cy="56454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chemeClr val="tx2"/>
              </a:solidFill>
            </a:ln>
          </p:spPr>
          <p:txBody>
            <a:bodyPr wrap="none" rtlCol="0">
              <a:noAutofit/>
            </a:bodyPr>
            <a:lstStyle/>
            <a:p>
              <a:r>
                <a:rPr lang="en-GB" sz="1600" dirty="0">
                  <a:latin typeface="Lucida Sans Unicode" pitchFamily="34" charset="0"/>
                </a:rPr>
                <a:t>Error </a:t>
              </a:r>
            </a:p>
            <a:p>
              <a:r>
                <a:rPr lang="en-GB" sz="1600" dirty="0">
                  <a:latin typeface="Lucida Sans Unicode" pitchFamily="34" charset="0"/>
                </a:rPr>
                <a:t>Control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93701" y="4882099"/>
              <a:ext cx="608164" cy="56454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chemeClr val="tx2"/>
              </a:solidFill>
            </a:ln>
          </p:spPr>
          <p:txBody>
            <a:bodyPr wrap="none" rtlCol="0">
              <a:noAutofit/>
            </a:bodyPr>
            <a:lstStyle/>
            <a:p>
              <a:r>
                <a:rPr lang="en-GB" sz="1600" dirty="0">
                  <a:latin typeface="Lucida Sans Unicode" pitchFamily="34" charset="0"/>
                </a:rPr>
                <a:t>Start</a:t>
              </a:r>
            </a:p>
            <a:p>
              <a:r>
                <a:rPr lang="en-GB" sz="1600" dirty="0">
                  <a:latin typeface="Lucida Sans Unicode" pitchFamily="34" charset="0"/>
                </a:rPr>
                <a:t>Flag</a:t>
              </a: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393699" y="4492487"/>
            <a:ext cx="7088477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GB" sz="1600" dirty="0">
                <a:latin typeface="Lucida Sans Unicode" pitchFamily="34" charset="0"/>
              </a:rPr>
              <a:t>Packet format: Control, management and content assigned into fields</a:t>
            </a:r>
          </a:p>
        </p:txBody>
      </p:sp>
    </p:spTree>
    <p:extLst>
      <p:ext uri="{BB962C8B-B14F-4D97-AF65-F5344CB8AC3E}">
        <p14:creationId xmlns:p14="http://schemas.microsoft.com/office/powerpoint/2010/main" val="297858615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5286" y="790575"/>
            <a:ext cx="4258935" cy="20672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n-GB" sz="1600" b="1" dirty="0">
                <a:latin typeface="Lucida Sans Unicode" pitchFamily="34" charset="0"/>
                <a:cs typeface="Lucida Sans Unicode" pitchFamily="34" charset="0"/>
              </a:rPr>
              <a:t>Dynamic capacity allocation</a:t>
            </a:r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  <a:p>
            <a:pPr marL="177800" indent="-177800">
              <a:lnSpc>
                <a:spcPts val="2200"/>
              </a:lnSpc>
              <a:buFont typeface="Arial" pitchFamily="34" charset="0"/>
              <a:buChar char="•"/>
            </a:pPr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  <a:p>
            <a:pPr marL="177800" indent="-177800">
              <a:lnSpc>
                <a:spcPts val="2200"/>
              </a:lnSpc>
              <a:buFont typeface="Arial" pitchFamily="34" charset="0"/>
              <a:buChar char="•"/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Variable Bit Rate – VBR</a:t>
            </a:r>
          </a:p>
          <a:p>
            <a:pPr marL="177800" indent="-177800">
              <a:lnSpc>
                <a:spcPts val="2200"/>
              </a:lnSpc>
              <a:buFont typeface="Arial" pitchFamily="34" charset="0"/>
              <a:buChar char="•"/>
            </a:pPr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  <a:p>
            <a:pPr marL="177800" indent="-177800">
              <a:lnSpc>
                <a:spcPts val="2200"/>
              </a:lnSpc>
              <a:buFont typeface="Arial" pitchFamily="34" charset="0"/>
              <a:buChar char="•"/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one channel capacity reallocated to meet immediate service needs of other channels</a:t>
            </a:r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381000" y="333375"/>
            <a:ext cx="35528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GB" sz="2400" b="1">
                <a:latin typeface="Lucida Sans Unicode" pitchFamily="34" charset="0"/>
                <a:ea typeface="Lucida Sans Unicode" pitchFamily="34" charset="0"/>
                <a:cs typeface="Lucida Sans Unicode" pitchFamily="34" charset="0"/>
              </a:rPr>
              <a:t>Statistical Multiplexing</a:t>
            </a:r>
          </a:p>
        </p:txBody>
      </p:sp>
      <p:pic>
        <p:nvPicPr>
          <p:cNvPr id="5" name="Picture 5" descr="Statistical Multiplexi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54222" y="666035"/>
            <a:ext cx="3997065" cy="20486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410075" y="6319838"/>
            <a:ext cx="4479925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000">
                <a:latin typeface="Lucida Sans Unicode" pitchFamily="34" charset="0"/>
                <a:ea typeface="Lucida Sans Unicode" pitchFamily="34" charset="0"/>
                <a:cs typeface="Lucida Sans Unicode" pitchFamily="34" charset="0"/>
              </a:rPr>
              <a:t>http://igorfuna.com/dvb-t/slovenia/multiplex-a-usage-chart</a:t>
            </a:r>
            <a:endParaRPr lang="en-GB" sz="800">
              <a:latin typeface="Lucida Sans Unicode" pitchFamily="34" charset="0"/>
              <a:ea typeface="Lucida Sans Unicode" pitchFamily="34" charset="0"/>
              <a:cs typeface="Lucida Sans Unicode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4119" y="2846895"/>
            <a:ext cx="5075880" cy="334074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81000" y="2982348"/>
            <a:ext cx="3287026" cy="23493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800" indent="-177800">
              <a:lnSpc>
                <a:spcPts val="2200"/>
              </a:lnSpc>
              <a:buFont typeface="Arial" pitchFamily="34" charset="0"/>
              <a:buChar char="•"/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allow additional elementary bit streams to be added at the input of the multiplexer </a:t>
            </a:r>
          </a:p>
          <a:p>
            <a:pPr marL="177800" indent="-177800">
              <a:lnSpc>
                <a:spcPts val="2200"/>
              </a:lnSpc>
              <a:buFont typeface="Arial" pitchFamily="34" charset="0"/>
              <a:buChar char="•"/>
            </a:pPr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  <a:p>
            <a:pPr marL="177800" indent="-177800">
              <a:lnSpc>
                <a:spcPts val="2200"/>
              </a:lnSpc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	... or allow elementary bit streams to be multiplexed at a </a:t>
            </a:r>
            <a:r>
              <a:rPr lang="en-GB" sz="1600" i="1" dirty="0">
                <a:latin typeface="Lucida Sans Unicode" pitchFamily="34" charset="0"/>
                <a:cs typeface="Lucida Sans Unicode" pitchFamily="34" charset="0"/>
              </a:rPr>
              <a:t>second stage</a:t>
            </a:r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  <a:p>
            <a:pPr marL="177800" indent="-177800">
              <a:lnSpc>
                <a:spcPts val="2200"/>
              </a:lnSpc>
              <a:buFont typeface="Arial" pitchFamily="34" charset="0"/>
              <a:buChar char="•"/>
            </a:pPr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63685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>
            <a:spLocks noChangeArrowheads="1"/>
          </p:cNvSpPr>
          <p:nvPr/>
        </p:nvSpPr>
        <p:spPr bwMode="auto">
          <a:xfrm>
            <a:off x="14630" y="0"/>
            <a:ext cx="9144001" cy="6858000"/>
          </a:xfrm>
          <a:prstGeom prst="rect">
            <a:avLst/>
          </a:prstGeom>
          <a:solidFill>
            <a:srgbClr val="3E3E3E"/>
          </a:solidFill>
          <a:ln w="9525" algn="ctr">
            <a:noFill/>
            <a:round/>
            <a:headEnd/>
            <a:tailEnd/>
          </a:ln>
        </p:spPr>
        <p:txBody>
          <a:bodyPr/>
          <a:lstStyle/>
          <a:p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5288" y="331788"/>
            <a:ext cx="54232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FF00"/>
                </a:solidFill>
              </a:rPr>
              <a:t>Correction to a Power-Based Curve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67178" y="5747397"/>
            <a:ext cx="24333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FF00"/>
                </a:solidFill>
              </a:rPr>
              <a:t>Exposure of scene </a:t>
            </a:r>
          </a:p>
        </p:txBody>
      </p:sp>
      <p:sp>
        <p:nvSpPr>
          <p:cNvPr id="4" name="TextBox 3"/>
          <p:cNvSpPr txBox="1"/>
          <p:nvPr/>
        </p:nvSpPr>
        <p:spPr>
          <a:xfrm rot="16200000">
            <a:off x="-1472467" y="3231194"/>
            <a:ext cx="40553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FF00"/>
                </a:solidFill>
              </a:rPr>
              <a:t>Brightness / Intensity of image/Display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286850" y="611916"/>
                <a:ext cx="3744665" cy="56553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endParaRPr lang="en-GB" dirty="0">
                  <a:solidFill>
                    <a:srgbClr val="FFFF00"/>
                  </a:solidFill>
                </a:endParaRPr>
              </a:p>
              <a:p>
                <a:r>
                  <a:rPr lang="en-GB" sz="1200" dirty="0">
                    <a:solidFill>
                      <a:srgbClr val="FFFF00"/>
                    </a:solidFill>
                  </a:rPr>
                  <a:t>(Simplistic explanation):</a:t>
                </a:r>
              </a:p>
              <a:p>
                <a:r>
                  <a:rPr lang="en-GB" sz="1200" dirty="0">
                    <a:solidFill>
                      <a:srgbClr val="FFFF00"/>
                    </a:solidFill>
                  </a:rPr>
                  <a:t>Input is raised to a power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solidFill>
                          <a:srgbClr val="FFFFCC"/>
                        </a:solidFill>
                        <a:latin typeface="Cambria Math" panose="02040503050406030204" pitchFamily="18" charset="0"/>
                      </a:rPr>
                      <m:t>1/</m:t>
                    </m:r>
                  </m:oMath>
                </a14:m>
                <a:r>
                  <a:rPr lang="en-GB" sz="1400" dirty="0">
                    <a:solidFill>
                      <a:srgbClr val="FFFFCC"/>
                    </a:solidFill>
                    <a:latin typeface="Lucida Sans Unicode"/>
                    <a:cs typeface="Lucida Sans Unicode"/>
                  </a:rPr>
                  <a:t>ɣ</a:t>
                </a:r>
              </a:p>
              <a:p>
                <a:endParaRPr lang="en-GB" sz="1200" dirty="0">
                  <a:solidFill>
                    <a:srgbClr val="FFFF00"/>
                  </a:solidFill>
                </a:endParaRPr>
              </a:p>
              <a:p>
                <a:r>
                  <a:rPr lang="en-GB" sz="2000" b="1" dirty="0" err="1">
                    <a:solidFill>
                      <a:srgbClr val="FFFF00"/>
                    </a:solidFill>
                  </a:rPr>
                  <a:t>V</a:t>
                </a:r>
                <a:r>
                  <a:rPr lang="en-GB" sz="2000" b="1" baseline="-25000" dirty="0" err="1">
                    <a:solidFill>
                      <a:srgbClr val="FFFF00"/>
                    </a:solidFill>
                  </a:rPr>
                  <a:t>file</a:t>
                </a:r>
                <a:r>
                  <a:rPr lang="en-GB" sz="2000" b="1" dirty="0">
                    <a:solidFill>
                      <a:srgbClr val="FFFF00"/>
                    </a:solidFill>
                  </a:rPr>
                  <a:t> = V</a:t>
                </a:r>
                <a:r>
                  <a:rPr lang="en-GB" sz="2000" b="1" baseline="-25000" dirty="0">
                    <a:solidFill>
                      <a:srgbClr val="FFFF00"/>
                    </a:solidFill>
                  </a:rPr>
                  <a:t>in</a:t>
                </a:r>
                <a:r>
                  <a:rPr lang="en-GB" sz="2000" b="1" baseline="30000" dirty="0">
                    <a:solidFill>
                      <a:srgbClr val="FFFFCC"/>
                    </a:solidFill>
                    <a:latin typeface="Lucida Sans Unicode"/>
                    <a:cs typeface="Lucida Sans Unicode"/>
                  </a:rPr>
                  <a:t>1/ɣ</a:t>
                </a:r>
                <a:r>
                  <a:rPr lang="en-GB" sz="2000" b="1" dirty="0">
                    <a:solidFill>
                      <a:srgbClr val="FFFF00"/>
                    </a:solidFill>
                  </a:rPr>
                  <a:t> </a:t>
                </a:r>
              </a:p>
              <a:p>
                <a:endParaRPr lang="en-GB" sz="1200" i="1" dirty="0">
                  <a:solidFill>
                    <a:srgbClr val="FFFF00"/>
                  </a:solidFill>
                </a:endParaRPr>
              </a:p>
              <a:p>
                <a:endParaRPr lang="en-GB" sz="1200" dirty="0">
                  <a:solidFill>
                    <a:srgbClr val="FFFF00"/>
                  </a:solidFill>
                  <a:latin typeface="Lucida Sans Unicode"/>
                  <a:cs typeface="Lucida Sans Unicode"/>
                </a:endParaRPr>
              </a:p>
              <a:p>
                <a:r>
                  <a:rPr lang="en-GB" sz="1200" dirty="0">
                    <a:solidFill>
                      <a:srgbClr val="FFFF00"/>
                    </a:solidFill>
                    <a:latin typeface="Lucida Sans Unicode"/>
                    <a:cs typeface="Lucida Sans Unicode"/>
                  </a:rPr>
                  <a:t>And output (display must be inverse of this, ɣ:</a:t>
                </a:r>
              </a:p>
              <a:p>
                <a:endParaRPr lang="en-GB" sz="1200" dirty="0">
                  <a:solidFill>
                    <a:srgbClr val="FFFF00"/>
                  </a:solidFill>
                  <a:latin typeface="Lucida Sans Unicode"/>
                  <a:cs typeface="Lucida Sans Unicode"/>
                </a:endParaRPr>
              </a:p>
              <a:p>
                <a:pPr lvl="0"/>
                <a:r>
                  <a:rPr lang="en-GB" sz="2000" b="1" dirty="0" err="1">
                    <a:solidFill>
                      <a:srgbClr val="FFFF00"/>
                    </a:solidFill>
                  </a:rPr>
                  <a:t>V</a:t>
                </a:r>
                <a:r>
                  <a:rPr lang="en-GB" sz="2000" b="1" baseline="-25000" dirty="0" err="1">
                    <a:solidFill>
                      <a:srgbClr val="FFFF00"/>
                    </a:solidFill>
                  </a:rPr>
                  <a:t>display</a:t>
                </a:r>
                <a:r>
                  <a:rPr lang="en-GB" sz="2000" b="1" dirty="0">
                    <a:solidFill>
                      <a:srgbClr val="FFFF00"/>
                    </a:solidFill>
                  </a:rPr>
                  <a:t> = </a:t>
                </a:r>
                <a:r>
                  <a:rPr lang="en-GB" sz="2000" b="1" dirty="0" err="1">
                    <a:solidFill>
                      <a:srgbClr val="FFFF00"/>
                    </a:solidFill>
                  </a:rPr>
                  <a:t>V</a:t>
                </a:r>
                <a:r>
                  <a:rPr lang="en-GB" sz="2000" b="1" baseline="-25000" dirty="0" err="1">
                    <a:solidFill>
                      <a:srgbClr val="FFFF00"/>
                    </a:solidFill>
                  </a:rPr>
                  <a:t>in</a:t>
                </a:r>
                <a:r>
                  <a:rPr lang="en-GB" sz="2000" b="1" baseline="30000" dirty="0" err="1">
                    <a:solidFill>
                      <a:srgbClr val="FFFFCC"/>
                    </a:solidFill>
                    <a:latin typeface="Lucida Sans Unicode"/>
                    <a:cs typeface="Lucida Sans Unicode"/>
                  </a:rPr>
                  <a:t>ɣ</a:t>
                </a:r>
                <a:r>
                  <a:rPr lang="en-GB" sz="2000" b="1" dirty="0">
                    <a:solidFill>
                      <a:srgbClr val="FFFF00"/>
                    </a:solidFill>
                  </a:rPr>
                  <a:t> </a:t>
                </a:r>
              </a:p>
              <a:p>
                <a:endParaRPr lang="en-GB" sz="1200" dirty="0">
                  <a:solidFill>
                    <a:schemeClr val="accent3"/>
                  </a:solidFill>
                </a:endParaRPr>
              </a:p>
              <a:p>
                <a:endParaRPr lang="en-GB" sz="1200" dirty="0">
                  <a:solidFill>
                    <a:schemeClr val="accent3"/>
                  </a:solidFill>
                </a:endParaRPr>
              </a:p>
              <a:p>
                <a:r>
                  <a:rPr lang="en-GB" sz="1200" dirty="0">
                    <a:solidFill>
                      <a:schemeClr val="accent3"/>
                    </a:solidFill>
                  </a:rPr>
                  <a:t>Actually, the equations may include a system constant </a:t>
                </a:r>
                <a:r>
                  <a:rPr lang="en-GB" sz="1200" dirty="0">
                    <a:solidFill>
                      <a:srgbClr val="FFC000"/>
                    </a:solidFill>
                  </a:rPr>
                  <a:t>A:</a:t>
                </a:r>
              </a:p>
              <a:p>
                <a:endParaRPr lang="en-GB" sz="1200" dirty="0">
                  <a:solidFill>
                    <a:srgbClr val="FFC000"/>
                  </a:solidFill>
                </a:endParaRPr>
              </a:p>
              <a:p>
                <a:r>
                  <a:rPr lang="en-GB" b="1" dirty="0" err="1">
                    <a:solidFill>
                      <a:schemeClr val="accent3"/>
                    </a:solidFill>
                  </a:rPr>
                  <a:t>V</a:t>
                </a:r>
                <a:r>
                  <a:rPr lang="en-GB" b="1" baseline="-25000" dirty="0" err="1">
                    <a:solidFill>
                      <a:schemeClr val="accent3"/>
                    </a:solidFill>
                  </a:rPr>
                  <a:t>file</a:t>
                </a:r>
                <a:r>
                  <a:rPr lang="en-GB" b="1" dirty="0">
                    <a:solidFill>
                      <a:schemeClr val="accent3"/>
                    </a:solidFill>
                  </a:rPr>
                  <a:t> = </a:t>
                </a:r>
                <a:r>
                  <a:rPr lang="en-GB" dirty="0">
                    <a:solidFill>
                      <a:srgbClr val="FFC000"/>
                    </a:solidFill>
                  </a:rPr>
                  <a:t>A</a:t>
                </a:r>
                <a:r>
                  <a:rPr lang="en-GB" b="1" dirty="0">
                    <a:solidFill>
                      <a:schemeClr val="accent3"/>
                    </a:solidFill>
                  </a:rPr>
                  <a:t>V</a:t>
                </a:r>
                <a:r>
                  <a:rPr lang="en-GB" b="1" baseline="-25000" dirty="0">
                    <a:solidFill>
                      <a:schemeClr val="accent3"/>
                    </a:solidFill>
                  </a:rPr>
                  <a:t>in</a:t>
                </a:r>
                <a:r>
                  <a:rPr lang="en-GB" b="1" baseline="30000" dirty="0">
                    <a:solidFill>
                      <a:schemeClr val="accent3"/>
                    </a:solidFill>
                    <a:latin typeface="Lucida Sans Unicode"/>
                    <a:cs typeface="Lucida Sans Unicode"/>
                  </a:rPr>
                  <a:t>1/ɣ</a:t>
                </a:r>
                <a:r>
                  <a:rPr lang="en-GB" b="1" dirty="0">
                    <a:solidFill>
                      <a:schemeClr val="accent3"/>
                    </a:solidFill>
                  </a:rPr>
                  <a:t> </a:t>
                </a:r>
              </a:p>
              <a:p>
                <a:endParaRPr lang="en-GB" sz="1050" i="1" dirty="0">
                  <a:solidFill>
                    <a:schemeClr val="accent3"/>
                  </a:solidFill>
                </a:endParaRPr>
              </a:p>
              <a:p>
                <a:r>
                  <a:rPr lang="en-GB" sz="1050" i="1" dirty="0">
                    <a:solidFill>
                      <a:schemeClr val="accent3"/>
                    </a:solidFill>
                  </a:rPr>
                  <a:t>(where A = a constant)</a:t>
                </a:r>
              </a:p>
              <a:p>
                <a:endParaRPr lang="en-GB" sz="1050" dirty="0">
                  <a:solidFill>
                    <a:schemeClr val="accent3"/>
                  </a:solidFill>
                  <a:latin typeface="Lucida Sans Unicode"/>
                  <a:cs typeface="Lucida Sans Unicode"/>
                </a:endParaRPr>
              </a:p>
              <a:p>
                <a:pPr lvl="0"/>
                <a:r>
                  <a:rPr lang="en-GB" b="1" dirty="0" err="1">
                    <a:solidFill>
                      <a:schemeClr val="accent3"/>
                    </a:solidFill>
                  </a:rPr>
                  <a:t>V</a:t>
                </a:r>
                <a:r>
                  <a:rPr lang="en-GB" b="1" baseline="-25000" dirty="0" err="1">
                    <a:solidFill>
                      <a:schemeClr val="accent3"/>
                    </a:solidFill>
                  </a:rPr>
                  <a:t>display</a:t>
                </a:r>
                <a:r>
                  <a:rPr lang="en-GB" b="1" dirty="0">
                    <a:solidFill>
                      <a:schemeClr val="accent3"/>
                    </a:solidFill>
                  </a:rPr>
                  <a:t> = </a:t>
                </a:r>
                <a:r>
                  <a:rPr lang="en-GB" err="1">
                    <a:solidFill>
                      <a:srgbClr val="FFC000"/>
                    </a:solidFill>
                  </a:rPr>
                  <a:t>A</a:t>
                </a:r>
                <a:r>
                  <a:rPr lang="en-GB" b="1" err="1">
                    <a:solidFill>
                      <a:schemeClr val="accent3"/>
                    </a:solidFill>
                  </a:rPr>
                  <a:t>V</a:t>
                </a:r>
                <a:r>
                  <a:rPr lang="en-GB" b="1" baseline="-25000" err="1">
                    <a:solidFill>
                      <a:schemeClr val="accent3"/>
                    </a:solidFill>
                  </a:rPr>
                  <a:t>in</a:t>
                </a:r>
                <a:r>
                  <a:rPr lang="en-GB" b="1" baseline="30000" err="1">
                    <a:solidFill>
                      <a:schemeClr val="accent3"/>
                    </a:solidFill>
                    <a:latin typeface="Lucida Sans Unicode"/>
                    <a:cs typeface="Lucida Sans Unicode"/>
                  </a:rPr>
                  <a:t>ɣ</a:t>
                </a:r>
                <a:r>
                  <a:rPr lang="en-GB" b="1">
                    <a:solidFill>
                      <a:schemeClr val="accent3"/>
                    </a:solidFill>
                  </a:rPr>
                  <a:t> </a:t>
                </a:r>
              </a:p>
              <a:p>
                <a:pPr lvl="0"/>
                <a:endParaRPr lang="en-GB" sz="1200" b="1">
                  <a:solidFill>
                    <a:schemeClr val="accent3"/>
                  </a:solidFill>
                </a:endParaRPr>
              </a:p>
              <a:p>
                <a:pPr lvl="0"/>
                <a:endParaRPr lang="en-GB" sz="1200">
                  <a:solidFill>
                    <a:schemeClr val="accent3"/>
                  </a:solidFill>
                </a:endParaRPr>
              </a:p>
              <a:p>
                <a:pPr lvl="0"/>
                <a:r>
                  <a:rPr lang="en-GB" sz="1200">
                    <a:solidFill>
                      <a:srgbClr val="FFFF00"/>
                    </a:solidFill>
                  </a:rPr>
                  <a:t>Result: </a:t>
                </a:r>
              </a:p>
              <a:p>
                <a:pPr lvl="0"/>
                <a:r>
                  <a:rPr lang="en-GB" sz="1200">
                    <a:solidFill>
                      <a:srgbClr val="FFFF00"/>
                    </a:solidFill>
                  </a:rPr>
                  <a:t>The eye needs to see the result of the </a:t>
                </a:r>
              </a:p>
              <a:p>
                <a:pPr lvl="0"/>
                <a:r>
                  <a:rPr lang="en-GB" sz="1200">
                    <a:solidFill>
                      <a:srgbClr val="FFFF00"/>
                    </a:solidFill>
                  </a:rPr>
                  <a:t>input </a:t>
                </a:r>
                <a:r>
                  <a:rPr lang="en-GB" sz="1200">
                    <a:solidFill>
                      <a:srgbClr val="FFFF00"/>
                    </a:solidFill>
                    <a:cs typeface="Lucida Sans Unicode" panose="020B0602030504020204" pitchFamily="34" charset="0"/>
                  </a:rPr>
                  <a:t>⇨ output transfer</a:t>
                </a:r>
              </a:p>
              <a:p>
                <a:pPr lvl="0"/>
                <a:r>
                  <a:rPr lang="en-GB" sz="1200">
                    <a:solidFill>
                      <a:srgbClr val="FFFF00"/>
                    </a:solidFill>
                    <a:cs typeface="Lucida Sans Unicode" panose="020B0602030504020204" pitchFamily="34" charset="0"/>
                  </a:rPr>
                  <a:t>… and should be a straight line </a:t>
                </a:r>
              </a:p>
              <a:p>
                <a:pPr lvl="0"/>
                <a:r>
                  <a:rPr lang="en-GB" sz="1200">
                    <a:solidFill>
                      <a:srgbClr val="FFFF00"/>
                    </a:solidFill>
                    <a:cs typeface="Lucida Sans Unicode" panose="020B0602030504020204" pitchFamily="34" charset="0"/>
                  </a:rPr>
                  <a:t>i.e. the viewer sees the original scene</a:t>
                </a:r>
              </a:p>
              <a:p>
                <a:pPr lvl="0"/>
                <a:endParaRPr lang="en-GB" sz="1200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850" y="611916"/>
                <a:ext cx="3744665" cy="5655394"/>
              </a:xfrm>
              <a:prstGeom prst="rect">
                <a:avLst/>
              </a:prstGeom>
              <a:blipFill>
                <a:blip r:embed="rId2"/>
                <a:stretch>
                  <a:fillRect l="-162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/>
          <p:cNvGrpSpPr/>
          <p:nvPr/>
        </p:nvGrpSpPr>
        <p:grpSpPr>
          <a:xfrm>
            <a:off x="899343" y="1441094"/>
            <a:ext cx="4113522" cy="4009767"/>
            <a:chOff x="899343" y="1441094"/>
            <a:chExt cx="4113522" cy="4009767"/>
          </a:xfrm>
        </p:grpSpPr>
        <p:grpSp>
          <p:nvGrpSpPr>
            <p:cNvPr id="14" name="Group 1"/>
            <p:cNvGrpSpPr/>
            <p:nvPr/>
          </p:nvGrpSpPr>
          <p:grpSpPr>
            <a:xfrm>
              <a:off x="899343" y="1620728"/>
              <a:ext cx="4113522" cy="3830133"/>
              <a:chOff x="3923928" y="4077072"/>
              <a:chExt cx="2691172" cy="2292667"/>
            </a:xfrm>
          </p:grpSpPr>
          <p:cxnSp>
            <p:nvCxnSpPr>
              <p:cNvPr id="18" name="Straight Connector 17"/>
              <p:cNvCxnSpPr/>
              <p:nvPr/>
            </p:nvCxnSpPr>
            <p:spPr bwMode="auto">
              <a:xfrm>
                <a:off x="3923928" y="4077072"/>
                <a:ext cx="0" cy="2292667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9" name="Straight Connector 18"/>
              <p:cNvCxnSpPr/>
              <p:nvPr/>
            </p:nvCxnSpPr>
            <p:spPr bwMode="auto">
              <a:xfrm>
                <a:off x="3923928" y="6369739"/>
                <a:ext cx="2691172" cy="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5" name="Freeform 14"/>
            <p:cNvSpPr/>
            <p:nvPr/>
          </p:nvSpPr>
          <p:spPr bwMode="auto">
            <a:xfrm>
              <a:off x="927017" y="1623974"/>
              <a:ext cx="3615722" cy="3764777"/>
            </a:xfrm>
            <a:custGeom>
              <a:avLst/>
              <a:gdLst>
                <a:gd name="connsiteX0" fmla="*/ 0 w 2374710"/>
                <a:gd name="connsiteY0" fmla="*/ 2210937 h 2210937"/>
                <a:gd name="connsiteX1" fmla="*/ 300251 w 2374710"/>
                <a:gd name="connsiteY1" fmla="*/ 1201003 h 2210937"/>
                <a:gd name="connsiteX2" fmla="*/ 818865 w 2374710"/>
                <a:gd name="connsiteY2" fmla="*/ 627797 h 2210937"/>
                <a:gd name="connsiteX3" fmla="*/ 2374710 w 2374710"/>
                <a:gd name="connsiteY3" fmla="*/ 0 h 2210937"/>
                <a:gd name="connsiteX4" fmla="*/ 2374710 w 2374710"/>
                <a:gd name="connsiteY4" fmla="*/ 0 h 2210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4710" h="2210937">
                  <a:moveTo>
                    <a:pt x="0" y="2210937"/>
                  </a:moveTo>
                  <a:cubicBezTo>
                    <a:pt x="81886" y="1837898"/>
                    <a:pt x="163773" y="1464860"/>
                    <a:pt x="300251" y="1201003"/>
                  </a:cubicBezTo>
                  <a:cubicBezTo>
                    <a:pt x="436729" y="937146"/>
                    <a:pt x="473122" y="827964"/>
                    <a:pt x="818865" y="627797"/>
                  </a:cubicBezTo>
                  <a:cubicBezTo>
                    <a:pt x="1164608" y="427630"/>
                    <a:pt x="2374710" y="0"/>
                    <a:pt x="2374710" y="0"/>
                  </a:cubicBezTo>
                  <a:lnTo>
                    <a:pt x="2374710" y="0"/>
                  </a:lnTo>
                </a:path>
              </a:pathLst>
            </a:cu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rgbClr val="FFFF00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6" name="Freeform 15"/>
            <p:cNvSpPr/>
            <p:nvPr/>
          </p:nvSpPr>
          <p:spPr bwMode="auto">
            <a:xfrm>
              <a:off x="1007567" y="1441094"/>
              <a:ext cx="3579064" cy="3992483"/>
            </a:xfrm>
            <a:custGeom>
              <a:avLst/>
              <a:gdLst>
                <a:gd name="connsiteX0" fmla="*/ 0 w 2429302"/>
                <a:gd name="connsiteY0" fmla="*/ 2440675 h 2440675"/>
                <a:gd name="connsiteX1" fmla="*/ 641445 w 2429302"/>
                <a:gd name="connsiteY1" fmla="*/ 2276901 h 2440675"/>
                <a:gd name="connsiteX2" fmla="*/ 1460311 w 2429302"/>
                <a:gd name="connsiteY2" fmla="*/ 1703695 h 2440675"/>
                <a:gd name="connsiteX3" fmla="*/ 2292824 w 2429302"/>
                <a:gd name="connsiteY3" fmla="*/ 243385 h 2440675"/>
                <a:gd name="connsiteX4" fmla="*/ 2279176 w 2429302"/>
                <a:gd name="connsiteY4" fmla="*/ 243385 h 2440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9302" h="2440675">
                  <a:moveTo>
                    <a:pt x="0" y="2440675"/>
                  </a:moveTo>
                  <a:cubicBezTo>
                    <a:pt x="199030" y="2420203"/>
                    <a:pt x="398060" y="2399731"/>
                    <a:pt x="641445" y="2276901"/>
                  </a:cubicBezTo>
                  <a:cubicBezTo>
                    <a:pt x="884830" y="2154071"/>
                    <a:pt x="1185081" y="2042614"/>
                    <a:pt x="1460311" y="1703695"/>
                  </a:cubicBezTo>
                  <a:cubicBezTo>
                    <a:pt x="1735541" y="1364776"/>
                    <a:pt x="2156347" y="486770"/>
                    <a:pt x="2292824" y="243385"/>
                  </a:cubicBezTo>
                  <a:cubicBezTo>
                    <a:pt x="2429302" y="0"/>
                    <a:pt x="2279176" y="243385"/>
                    <a:pt x="2279176" y="243385"/>
                  </a:cubicBezTo>
                </a:path>
              </a:pathLst>
            </a:custGeom>
            <a:noFill/>
            <a:ln w="2857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rgbClr val="FFFF00"/>
                </a:solidFill>
                <a:effectLst/>
                <a:latin typeface="Lucida Sans Unicode" pitchFamily="34" charset="0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 bwMode="auto">
            <a:xfrm flipV="1">
              <a:off x="899343" y="1620728"/>
              <a:ext cx="3630253" cy="3830133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22" name="Straight Connector 21"/>
          <p:cNvCxnSpPr/>
          <p:nvPr/>
        </p:nvCxnSpPr>
        <p:spPr bwMode="auto">
          <a:xfrm>
            <a:off x="899592" y="5445224"/>
            <a:ext cx="410445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Straight Connector 23"/>
          <p:cNvCxnSpPr/>
          <p:nvPr/>
        </p:nvCxnSpPr>
        <p:spPr bwMode="auto">
          <a:xfrm>
            <a:off x="899592" y="1556792"/>
            <a:ext cx="0" cy="38884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Straight Connector 26"/>
          <p:cNvCxnSpPr/>
          <p:nvPr/>
        </p:nvCxnSpPr>
        <p:spPr bwMode="auto">
          <a:xfrm flipV="1">
            <a:off x="899592" y="1628800"/>
            <a:ext cx="3600400" cy="381642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26" name="Group 23"/>
          <p:cNvGrpSpPr>
            <a:grpSpLocks/>
          </p:cNvGrpSpPr>
          <p:nvPr/>
        </p:nvGrpSpPr>
        <p:grpSpPr bwMode="auto">
          <a:xfrm rot="5400000">
            <a:off x="2875795" y="3504556"/>
            <a:ext cx="151801" cy="4104705"/>
            <a:chOff x="7720013" y="1573823"/>
            <a:chExt cx="720969" cy="2584932"/>
          </a:xfrm>
        </p:grpSpPr>
        <p:sp>
          <p:nvSpPr>
            <p:cNvPr id="28" name="Rectangle 7"/>
            <p:cNvSpPr>
              <a:spLocks noChangeArrowheads="1"/>
            </p:cNvSpPr>
            <p:nvPr/>
          </p:nvSpPr>
          <p:spPr bwMode="auto">
            <a:xfrm>
              <a:off x="7720013" y="3974117"/>
              <a:ext cx="720969" cy="184638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Rectangle 8"/>
            <p:cNvSpPr>
              <a:spLocks noChangeArrowheads="1"/>
            </p:cNvSpPr>
            <p:nvPr/>
          </p:nvSpPr>
          <p:spPr bwMode="auto">
            <a:xfrm>
              <a:off x="7720013" y="1573823"/>
              <a:ext cx="720969" cy="18463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 bwMode="auto">
            <a:xfrm>
              <a:off x="7720013" y="1758461"/>
              <a:ext cx="720969" cy="1846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31" name="Rectangle 10"/>
            <p:cNvSpPr>
              <a:spLocks noChangeArrowheads="1"/>
            </p:cNvSpPr>
            <p:nvPr/>
          </p:nvSpPr>
          <p:spPr bwMode="auto">
            <a:xfrm>
              <a:off x="7720013" y="1943099"/>
              <a:ext cx="720969" cy="184638"/>
            </a:xfrm>
            <a:prstGeom prst="rect">
              <a:avLst/>
            </a:prstGeom>
            <a:solidFill>
              <a:srgbClr val="DDDDD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Rectangle 13"/>
            <p:cNvSpPr>
              <a:spLocks noChangeArrowheads="1"/>
            </p:cNvSpPr>
            <p:nvPr/>
          </p:nvSpPr>
          <p:spPr bwMode="auto">
            <a:xfrm>
              <a:off x="7720013" y="3789479"/>
              <a:ext cx="720969" cy="184638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Rectangle 14"/>
            <p:cNvSpPr>
              <a:spLocks noChangeArrowheads="1"/>
            </p:cNvSpPr>
            <p:nvPr/>
          </p:nvSpPr>
          <p:spPr bwMode="auto">
            <a:xfrm>
              <a:off x="7720013" y="3604841"/>
              <a:ext cx="720969" cy="184638"/>
            </a:xfrm>
            <a:prstGeom prst="rect">
              <a:avLst/>
            </a:prstGeom>
            <a:solidFill>
              <a:srgbClr val="11111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Rectangle 15"/>
            <p:cNvSpPr>
              <a:spLocks noChangeArrowheads="1"/>
            </p:cNvSpPr>
            <p:nvPr/>
          </p:nvSpPr>
          <p:spPr bwMode="auto">
            <a:xfrm>
              <a:off x="7720013" y="3420203"/>
              <a:ext cx="720969" cy="184638"/>
            </a:xfrm>
            <a:prstGeom prst="rect">
              <a:avLst/>
            </a:prstGeom>
            <a:solidFill>
              <a:srgbClr val="1C1C1C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Rectangle 16"/>
            <p:cNvSpPr>
              <a:spLocks noChangeArrowheads="1"/>
            </p:cNvSpPr>
            <p:nvPr/>
          </p:nvSpPr>
          <p:spPr bwMode="auto">
            <a:xfrm>
              <a:off x="7720013" y="3235565"/>
              <a:ext cx="720969" cy="184638"/>
            </a:xfrm>
            <a:prstGeom prst="rect">
              <a:avLst/>
            </a:prstGeom>
            <a:solidFill>
              <a:srgbClr val="4D4D4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Rectangle 17"/>
            <p:cNvSpPr>
              <a:spLocks noChangeArrowheads="1"/>
            </p:cNvSpPr>
            <p:nvPr/>
          </p:nvSpPr>
          <p:spPr bwMode="auto">
            <a:xfrm>
              <a:off x="7720013" y="3050927"/>
              <a:ext cx="720969" cy="184638"/>
            </a:xfrm>
            <a:prstGeom prst="rect">
              <a:avLst/>
            </a:prstGeom>
            <a:solidFill>
              <a:srgbClr val="777777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Rectangle 18"/>
            <p:cNvSpPr>
              <a:spLocks noChangeArrowheads="1"/>
            </p:cNvSpPr>
            <p:nvPr/>
          </p:nvSpPr>
          <p:spPr bwMode="auto">
            <a:xfrm>
              <a:off x="7720013" y="2127737"/>
              <a:ext cx="720969" cy="184638"/>
            </a:xfrm>
            <a:prstGeom prst="rect">
              <a:avLst/>
            </a:prstGeom>
            <a:solidFill>
              <a:srgbClr val="C0C0C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Rectangle 19"/>
            <p:cNvSpPr>
              <a:spLocks noChangeArrowheads="1"/>
            </p:cNvSpPr>
            <p:nvPr/>
          </p:nvSpPr>
          <p:spPr bwMode="auto">
            <a:xfrm>
              <a:off x="7720013" y="2312375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Rectangle 20"/>
            <p:cNvSpPr>
              <a:spLocks noChangeArrowheads="1"/>
            </p:cNvSpPr>
            <p:nvPr/>
          </p:nvSpPr>
          <p:spPr bwMode="auto">
            <a:xfrm>
              <a:off x="7720013" y="2497013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21"/>
            <p:cNvSpPr>
              <a:spLocks noChangeArrowheads="1"/>
            </p:cNvSpPr>
            <p:nvPr/>
          </p:nvSpPr>
          <p:spPr bwMode="auto">
            <a:xfrm>
              <a:off x="7720013" y="2681651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Rectangle 22"/>
            <p:cNvSpPr>
              <a:spLocks noChangeArrowheads="1"/>
            </p:cNvSpPr>
            <p:nvPr/>
          </p:nvSpPr>
          <p:spPr bwMode="auto">
            <a:xfrm>
              <a:off x="7720013" y="2866289"/>
              <a:ext cx="720969" cy="184638"/>
            </a:xfrm>
            <a:prstGeom prst="rect">
              <a:avLst/>
            </a:prstGeom>
            <a:solidFill>
              <a:srgbClr val="969696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2" name="Group 23"/>
          <p:cNvGrpSpPr>
            <a:grpSpLocks/>
          </p:cNvGrpSpPr>
          <p:nvPr/>
        </p:nvGrpSpPr>
        <p:grpSpPr bwMode="auto">
          <a:xfrm>
            <a:off x="709268" y="1384982"/>
            <a:ext cx="147585" cy="4104705"/>
            <a:chOff x="7720013" y="1573823"/>
            <a:chExt cx="720969" cy="2584932"/>
          </a:xfrm>
        </p:grpSpPr>
        <p:sp>
          <p:nvSpPr>
            <p:cNvPr id="43" name="Rectangle 7"/>
            <p:cNvSpPr>
              <a:spLocks noChangeArrowheads="1"/>
            </p:cNvSpPr>
            <p:nvPr/>
          </p:nvSpPr>
          <p:spPr bwMode="auto">
            <a:xfrm>
              <a:off x="7720013" y="3974117"/>
              <a:ext cx="720969" cy="184638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Rectangle 8"/>
            <p:cNvSpPr>
              <a:spLocks noChangeArrowheads="1"/>
            </p:cNvSpPr>
            <p:nvPr/>
          </p:nvSpPr>
          <p:spPr bwMode="auto">
            <a:xfrm>
              <a:off x="7720013" y="1573823"/>
              <a:ext cx="720969" cy="18463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Rectangle 44"/>
            <p:cNvSpPr/>
            <p:nvPr/>
          </p:nvSpPr>
          <p:spPr bwMode="auto">
            <a:xfrm>
              <a:off x="7720013" y="1758461"/>
              <a:ext cx="720969" cy="1846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46" name="Rectangle 10"/>
            <p:cNvSpPr>
              <a:spLocks noChangeArrowheads="1"/>
            </p:cNvSpPr>
            <p:nvPr/>
          </p:nvSpPr>
          <p:spPr bwMode="auto">
            <a:xfrm>
              <a:off x="7720013" y="1943099"/>
              <a:ext cx="720969" cy="184638"/>
            </a:xfrm>
            <a:prstGeom prst="rect">
              <a:avLst/>
            </a:prstGeom>
            <a:solidFill>
              <a:srgbClr val="DDDDD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Rectangle 13"/>
            <p:cNvSpPr>
              <a:spLocks noChangeArrowheads="1"/>
            </p:cNvSpPr>
            <p:nvPr/>
          </p:nvSpPr>
          <p:spPr bwMode="auto">
            <a:xfrm>
              <a:off x="7720013" y="3789479"/>
              <a:ext cx="720969" cy="184638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Rectangle 14"/>
            <p:cNvSpPr>
              <a:spLocks noChangeArrowheads="1"/>
            </p:cNvSpPr>
            <p:nvPr/>
          </p:nvSpPr>
          <p:spPr bwMode="auto">
            <a:xfrm>
              <a:off x="7720013" y="3604841"/>
              <a:ext cx="720969" cy="184638"/>
            </a:xfrm>
            <a:prstGeom prst="rect">
              <a:avLst/>
            </a:prstGeom>
            <a:solidFill>
              <a:srgbClr val="11111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Rectangle 15"/>
            <p:cNvSpPr>
              <a:spLocks noChangeArrowheads="1"/>
            </p:cNvSpPr>
            <p:nvPr/>
          </p:nvSpPr>
          <p:spPr bwMode="auto">
            <a:xfrm>
              <a:off x="7720013" y="3420203"/>
              <a:ext cx="720969" cy="184638"/>
            </a:xfrm>
            <a:prstGeom prst="rect">
              <a:avLst/>
            </a:prstGeom>
            <a:solidFill>
              <a:srgbClr val="1C1C1C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Rectangle 16"/>
            <p:cNvSpPr>
              <a:spLocks noChangeArrowheads="1"/>
            </p:cNvSpPr>
            <p:nvPr/>
          </p:nvSpPr>
          <p:spPr bwMode="auto">
            <a:xfrm>
              <a:off x="7720013" y="3235565"/>
              <a:ext cx="720969" cy="184638"/>
            </a:xfrm>
            <a:prstGeom prst="rect">
              <a:avLst/>
            </a:prstGeom>
            <a:solidFill>
              <a:srgbClr val="4D4D4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Rectangle 17"/>
            <p:cNvSpPr>
              <a:spLocks noChangeArrowheads="1"/>
            </p:cNvSpPr>
            <p:nvPr/>
          </p:nvSpPr>
          <p:spPr bwMode="auto">
            <a:xfrm>
              <a:off x="7720013" y="3050927"/>
              <a:ext cx="720969" cy="184638"/>
            </a:xfrm>
            <a:prstGeom prst="rect">
              <a:avLst/>
            </a:prstGeom>
            <a:solidFill>
              <a:srgbClr val="777777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18"/>
            <p:cNvSpPr>
              <a:spLocks noChangeArrowheads="1"/>
            </p:cNvSpPr>
            <p:nvPr/>
          </p:nvSpPr>
          <p:spPr bwMode="auto">
            <a:xfrm>
              <a:off x="7720013" y="2127737"/>
              <a:ext cx="720969" cy="184638"/>
            </a:xfrm>
            <a:prstGeom prst="rect">
              <a:avLst/>
            </a:prstGeom>
            <a:solidFill>
              <a:srgbClr val="C0C0C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Rectangle 19"/>
            <p:cNvSpPr>
              <a:spLocks noChangeArrowheads="1"/>
            </p:cNvSpPr>
            <p:nvPr/>
          </p:nvSpPr>
          <p:spPr bwMode="auto">
            <a:xfrm>
              <a:off x="7720013" y="2312375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Rectangle 20"/>
            <p:cNvSpPr>
              <a:spLocks noChangeArrowheads="1"/>
            </p:cNvSpPr>
            <p:nvPr/>
          </p:nvSpPr>
          <p:spPr bwMode="auto">
            <a:xfrm>
              <a:off x="7720013" y="2497013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Rectangle 21"/>
            <p:cNvSpPr>
              <a:spLocks noChangeArrowheads="1"/>
            </p:cNvSpPr>
            <p:nvPr/>
          </p:nvSpPr>
          <p:spPr bwMode="auto">
            <a:xfrm>
              <a:off x="7720013" y="2681651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Rectangle 22"/>
            <p:cNvSpPr>
              <a:spLocks noChangeArrowheads="1"/>
            </p:cNvSpPr>
            <p:nvPr/>
          </p:nvSpPr>
          <p:spPr bwMode="auto">
            <a:xfrm>
              <a:off x="7720013" y="2866289"/>
              <a:ext cx="720969" cy="184638"/>
            </a:xfrm>
            <a:prstGeom prst="rect">
              <a:avLst/>
            </a:prstGeom>
            <a:solidFill>
              <a:srgbClr val="969696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cxnSp>
        <p:nvCxnSpPr>
          <p:cNvPr id="21" name="Straight Arrow Connector 20"/>
          <p:cNvCxnSpPr>
            <a:cxnSpLocks/>
          </p:cNvCxnSpPr>
          <p:nvPr/>
        </p:nvCxnSpPr>
        <p:spPr bwMode="auto">
          <a:xfrm flipH="1">
            <a:off x="2951696" y="1687560"/>
            <a:ext cx="2334905" cy="67063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7" name="Straight Arrow Connector 56"/>
          <p:cNvCxnSpPr>
            <a:cxnSpLocks/>
          </p:cNvCxnSpPr>
          <p:nvPr/>
        </p:nvCxnSpPr>
        <p:spPr bwMode="auto">
          <a:xfrm flipH="1">
            <a:off x="3538082" y="2544183"/>
            <a:ext cx="1728325" cy="116278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1" name="Oval 60"/>
          <p:cNvSpPr/>
          <p:nvPr/>
        </p:nvSpPr>
        <p:spPr bwMode="auto">
          <a:xfrm>
            <a:off x="6440186" y="1368139"/>
            <a:ext cx="444615" cy="377305"/>
          </a:xfrm>
          <a:prstGeom prst="ellipse">
            <a:avLst/>
          </a:prstGeom>
          <a:noFill/>
          <a:ln w="9525" cap="flat" cmpd="sng" algn="ctr">
            <a:solidFill>
              <a:schemeClr val="accent3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62" name="Oval 61"/>
          <p:cNvSpPr/>
          <p:nvPr/>
        </p:nvSpPr>
        <p:spPr bwMode="auto">
          <a:xfrm>
            <a:off x="5945590" y="3700008"/>
            <a:ext cx="318732" cy="323713"/>
          </a:xfrm>
          <a:prstGeom prst="ellipse">
            <a:avLst/>
          </a:prstGeom>
          <a:noFill/>
          <a:ln w="9525" cap="flat" cmpd="sng" algn="ctr">
            <a:solidFill>
              <a:schemeClr val="accent3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cxnSp>
        <p:nvCxnSpPr>
          <p:cNvPr id="63" name="Straight Arrow Connector 62"/>
          <p:cNvCxnSpPr>
            <a:cxnSpLocks/>
          </p:cNvCxnSpPr>
          <p:nvPr/>
        </p:nvCxnSpPr>
        <p:spPr bwMode="auto">
          <a:xfrm flipH="1">
            <a:off x="6917361" y="1307358"/>
            <a:ext cx="402249" cy="21510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3">
                <a:lumMod val="75000"/>
              </a:schemeClr>
            </a:solidFill>
            <a:prstDash val="dash"/>
            <a:round/>
            <a:headEnd type="none" w="med" len="med"/>
            <a:tailEnd type="triangle"/>
          </a:ln>
          <a:effectLst/>
        </p:spPr>
      </p:cxnSp>
      <p:cxnSp>
        <p:nvCxnSpPr>
          <p:cNvPr id="67" name="Straight Arrow Connector 66"/>
          <p:cNvCxnSpPr>
            <a:cxnSpLocks/>
          </p:cNvCxnSpPr>
          <p:nvPr/>
        </p:nvCxnSpPr>
        <p:spPr bwMode="auto">
          <a:xfrm flipH="1">
            <a:off x="6010518" y="3583931"/>
            <a:ext cx="94438" cy="14659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3">
                <a:lumMod val="75000"/>
              </a:schemeClr>
            </a:solidFill>
            <a:prstDash val="dash"/>
            <a:round/>
            <a:headEnd type="none" w="med" len="med"/>
            <a:tailEnd type="triangle"/>
          </a:ln>
          <a:effectLst/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FA50EC-DFA3-1D81-26D7-37F049D74EA1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2479142" y="3861864"/>
            <a:ext cx="2774134" cy="147341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3945916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9144001" cy="6858000"/>
          </a:xfrm>
          <a:prstGeom prst="rect">
            <a:avLst/>
          </a:prstGeom>
          <a:solidFill>
            <a:srgbClr val="3E3E3E"/>
          </a:solidFill>
          <a:ln w="9525" algn="ctr">
            <a:noFill/>
            <a:round/>
            <a:headEnd/>
            <a:tailEnd/>
          </a:ln>
        </p:spPr>
        <p:txBody>
          <a:bodyPr/>
          <a:lstStyle/>
          <a:p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-21030" y="5974353"/>
            <a:ext cx="1518347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900" dirty="0">
                <a:hlinkClick r:id="rId2"/>
              </a:rPr>
              <a:t>http://www.cambridgeincolour.com/tutorials/gamma-correction.htm</a:t>
            </a:r>
            <a:endParaRPr lang="en-GB" sz="9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72065" y="836401"/>
            <a:ext cx="3772122" cy="3502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9" name="Straight Connector 8"/>
          <p:cNvCxnSpPr/>
          <p:nvPr/>
        </p:nvCxnSpPr>
        <p:spPr bwMode="auto">
          <a:xfrm flipV="1">
            <a:off x="6607833" y="2415396"/>
            <a:ext cx="8627" cy="1181819"/>
          </a:xfrm>
          <a:prstGeom prst="line">
            <a:avLst/>
          </a:prstGeom>
          <a:solidFill>
            <a:schemeClr val="accent1"/>
          </a:solidFill>
          <a:ln w="317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Straight Arrow Connector 10"/>
          <p:cNvCxnSpPr/>
          <p:nvPr/>
        </p:nvCxnSpPr>
        <p:spPr bwMode="auto">
          <a:xfrm flipH="1" flipV="1">
            <a:off x="5952226" y="2415396"/>
            <a:ext cx="664234" cy="8627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5" name="Group 17"/>
          <p:cNvGrpSpPr/>
          <p:nvPr/>
        </p:nvGrpSpPr>
        <p:grpSpPr>
          <a:xfrm>
            <a:off x="5692970" y="5070824"/>
            <a:ext cx="2374915" cy="588897"/>
            <a:chOff x="3349896" y="4852358"/>
            <a:chExt cx="2035833" cy="588897"/>
          </a:xfrm>
        </p:grpSpPr>
        <p:pic>
          <p:nvPicPr>
            <p:cNvPr id="1028" name="Picture 4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427815" y="4852358"/>
              <a:ext cx="1896304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" name="TextBox 13"/>
            <p:cNvSpPr txBox="1"/>
            <p:nvPr/>
          </p:nvSpPr>
          <p:spPr>
            <a:xfrm>
              <a:off x="3349896" y="4856480"/>
              <a:ext cx="203583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Camera detects this as 50% </a:t>
              </a:r>
              <a:r>
                <a:rPr lang="en-GB"/>
                <a:t>as bright</a:t>
              </a:r>
              <a:endParaRPr lang="en-GB" dirty="0"/>
            </a:p>
          </p:txBody>
        </p:sp>
      </p:grpSp>
      <p:grpSp>
        <p:nvGrpSpPr>
          <p:cNvPr id="6" name="Group 16"/>
          <p:cNvGrpSpPr/>
          <p:nvPr/>
        </p:nvGrpSpPr>
        <p:grpSpPr>
          <a:xfrm>
            <a:off x="4117693" y="5784174"/>
            <a:ext cx="2080669" cy="520377"/>
            <a:chOff x="5839824" y="4766613"/>
            <a:chExt cx="1955113" cy="617997"/>
          </a:xfrm>
        </p:grpSpPr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5884831" y="4790895"/>
              <a:ext cx="1828649" cy="5937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" name="TextBox 15"/>
            <p:cNvSpPr txBox="1"/>
            <p:nvPr/>
          </p:nvSpPr>
          <p:spPr>
            <a:xfrm>
              <a:off x="5839824" y="4766613"/>
              <a:ext cx="195511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Eyes detect this as 50% as bright </a:t>
              </a:r>
            </a:p>
          </p:txBody>
        </p:sp>
      </p:grpSp>
      <p:cxnSp>
        <p:nvCxnSpPr>
          <p:cNvPr id="32" name="Straight Arrow Connector 31"/>
          <p:cNvCxnSpPr>
            <a:cxnSpLocks/>
          </p:cNvCxnSpPr>
          <p:nvPr/>
        </p:nvCxnSpPr>
        <p:spPr bwMode="auto">
          <a:xfrm flipH="1" flipV="1">
            <a:off x="7712202" y="3685283"/>
            <a:ext cx="206940" cy="754025"/>
          </a:xfrm>
          <a:prstGeom prst="straightConnector1">
            <a:avLst/>
          </a:prstGeom>
          <a:solidFill>
            <a:schemeClr val="accent1"/>
          </a:solidFill>
          <a:ln w="47625" cap="flat" cmpd="sng" algn="ctr">
            <a:solidFill>
              <a:schemeClr val="bg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4" name="Straight Arrow Connector 33"/>
          <p:cNvCxnSpPr>
            <a:cxnSpLocks/>
            <a:endCxn id="45" idx="0"/>
          </p:cNvCxnSpPr>
          <p:nvPr/>
        </p:nvCxnSpPr>
        <p:spPr bwMode="auto">
          <a:xfrm flipV="1">
            <a:off x="6178172" y="3694716"/>
            <a:ext cx="436447" cy="1452761"/>
          </a:xfrm>
          <a:prstGeom prst="straightConnector1">
            <a:avLst/>
          </a:prstGeom>
          <a:solidFill>
            <a:schemeClr val="accent1"/>
          </a:solidFill>
          <a:ln w="47625" cap="flat" cmpd="sng" algn="ctr">
            <a:solidFill>
              <a:srgbClr val="BABABA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6" name="TextBox 35"/>
          <p:cNvSpPr txBox="1"/>
          <p:nvPr/>
        </p:nvSpPr>
        <p:spPr>
          <a:xfrm>
            <a:off x="395288" y="333375"/>
            <a:ext cx="81534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FFFF00"/>
                </a:solidFill>
              </a:rPr>
              <a:t>Eye Response Compared to Camera ... Gamma (</a:t>
            </a:r>
            <a:r>
              <a:rPr lang="en-GB" sz="2400" b="1" dirty="0">
                <a:solidFill>
                  <a:srgbClr val="FFFF00"/>
                </a:solidFill>
                <a:latin typeface="Lucida Sans Unicode"/>
                <a:cs typeface="Lucida Sans Unicode"/>
              </a:rPr>
              <a:t>ɣ)</a:t>
            </a:r>
            <a:r>
              <a:rPr lang="en-GB" sz="2400" b="1" dirty="0">
                <a:solidFill>
                  <a:srgbClr val="FFFF00"/>
                </a:solidFill>
              </a:rPr>
              <a:t>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5288" y="1412776"/>
            <a:ext cx="3771270" cy="4693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50000"/>
              </a:lnSpc>
            </a:pPr>
            <a:r>
              <a:rPr lang="en-GB" u="sng" dirty="0">
                <a:solidFill>
                  <a:srgbClr val="FFFF00"/>
                </a:solidFill>
              </a:rPr>
              <a:t>Camera</a:t>
            </a:r>
            <a:r>
              <a:rPr lang="en-GB" dirty="0">
                <a:solidFill>
                  <a:srgbClr val="FFFF00"/>
                </a:solidFill>
              </a:rPr>
              <a:t> response is </a:t>
            </a:r>
            <a:r>
              <a:rPr lang="en-GB">
                <a:solidFill>
                  <a:srgbClr val="FFFF00"/>
                </a:solidFill>
              </a:rPr>
              <a:t>linear ...</a:t>
            </a:r>
          </a:p>
          <a:p>
            <a:pPr marL="180975" indent="-180975">
              <a:lnSpc>
                <a:spcPct val="150000"/>
              </a:lnSpc>
            </a:pPr>
            <a:endParaRPr lang="en-GB" dirty="0">
              <a:solidFill>
                <a:srgbClr val="FFFF00"/>
              </a:solidFill>
            </a:endParaRPr>
          </a:p>
          <a:p>
            <a:pPr marL="180975" indent="-180975">
              <a:lnSpc>
                <a:spcPct val="150000"/>
              </a:lnSpc>
            </a:pPr>
            <a:r>
              <a:rPr lang="en-GB" u="sng" dirty="0">
                <a:solidFill>
                  <a:srgbClr val="FFFF00"/>
                </a:solidFill>
              </a:rPr>
              <a:t>Eyes</a:t>
            </a:r>
            <a:r>
              <a:rPr lang="en-GB" dirty="0">
                <a:solidFill>
                  <a:srgbClr val="FFFF00"/>
                </a:solidFill>
              </a:rPr>
              <a:t> are much more sensitive to changes in dark tones than we are to </a:t>
            </a:r>
            <a:r>
              <a:rPr lang="en-GB" i="1" dirty="0">
                <a:solidFill>
                  <a:srgbClr val="FFFF00"/>
                </a:solidFill>
              </a:rPr>
              <a:t>similar changes</a:t>
            </a:r>
            <a:r>
              <a:rPr lang="en-GB" dirty="0">
                <a:solidFill>
                  <a:srgbClr val="FFFF00"/>
                </a:solidFill>
              </a:rPr>
              <a:t> in bright tones</a:t>
            </a:r>
          </a:p>
          <a:p>
            <a:pPr marL="180975" lvl="1">
              <a:lnSpc>
                <a:spcPct val="150000"/>
              </a:lnSpc>
            </a:pPr>
            <a:r>
              <a:rPr lang="en-GB">
                <a:solidFill>
                  <a:srgbClr val="FFFF00"/>
                </a:solidFill>
              </a:rPr>
              <a:t>… this </a:t>
            </a:r>
            <a:r>
              <a:rPr lang="en-GB" dirty="0">
                <a:solidFill>
                  <a:srgbClr val="FFFF00"/>
                </a:solidFill>
              </a:rPr>
              <a:t>enables our vision to operate over a broader range </a:t>
            </a:r>
            <a:r>
              <a:rPr lang="en-GB">
                <a:solidFill>
                  <a:srgbClr val="FFFF00"/>
                </a:solidFill>
              </a:rPr>
              <a:t>of luminance</a:t>
            </a:r>
          </a:p>
          <a:p>
            <a:pPr marL="180975" lvl="1">
              <a:lnSpc>
                <a:spcPct val="150000"/>
              </a:lnSpc>
            </a:pPr>
            <a:endParaRPr lang="en-GB" dirty="0">
              <a:solidFill>
                <a:srgbClr val="FFFF00"/>
              </a:solidFill>
            </a:endParaRPr>
          </a:p>
          <a:p>
            <a:pPr marL="177800" lvl="1" indent="3175">
              <a:lnSpc>
                <a:spcPct val="150000"/>
              </a:lnSpc>
            </a:pPr>
            <a:r>
              <a:rPr lang="en-GB">
                <a:solidFill>
                  <a:srgbClr val="FFFF00"/>
                </a:solidFill>
              </a:rPr>
              <a:t>(otherwise </a:t>
            </a:r>
            <a:r>
              <a:rPr lang="en-GB" dirty="0">
                <a:solidFill>
                  <a:srgbClr val="FFFF00"/>
                </a:solidFill>
              </a:rPr>
              <a:t>- </a:t>
            </a:r>
            <a:r>
              <a:rPr lang="en-GB">
                <a:solidFill>
                  <a:srgbClr val="FFFF00"/>
                </a:solidFill>
              </a:rPr>
              <a:t>outdoors brightness ranges </a:t>
            </a:r>
            <a:r>
              <a:rPr lang="en-GB" dirty="0">
                <a:solidFill>
                  <a:srgbClr val="FFFF00"/>
                </a:solidFill>
              </a:rPr>
              <a:t>would </a:t>
            </a:r>
            <a:r>
              <a:rPr lang="en-GB">
                <a:solidFill>
                  <a:srgbClr val="FFFF00"/>
                </a:solidFill>
              </a:rPr>
              <a:t>be too overwhelming)</a:t>
            </a:r>
            <a:endParaRPr lang="en-GB" dirty="0">
              <a:solidFill>
                <a:srgbClr val="FFFF00"/>
              </a:solidFill>
            </a:endParaRPr>
          </a:p>
          <a:p>
            <a:endParaRPr lang="en-GB" sz="1100" dirty="0"/>
          </a:p>
        </p:txBody>
      </p:sp>
      <p:pic>
        <p:nvPicPr>
          <p:cNvPr id="23" name="Picture 1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482818" y="1595695"/>
            <a:ext cx="409262" cy="23956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26" name="Picture 3" descr="C:\Users\jdfoss\Desktop\Clipboard01.gif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 rot="20973913" flipH="1">
            <a:off x="6621790" y="1977122"/>
            <a:ext cx="683170" cy="497903"/>
          </a:xfrm>
          <a:prstGeom prst="rect">
            <a:avLst/>
          </a:prstGeom>
          <a:noFill/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549AA1F9-3B23-D571-4024-E106D18C7A80}"/>
              </a:ext>
            </a:extLst>
          </p:cNvPr>
          <p:cNvGrpSpPr/>
          <p:nvPr/>
        </p:nvGrpSpPr>
        <p:grpSpPr>
          <a:xfrm>
            <a:off x="6839292" y="4352437"/>
            <a:ext cx="2008808" cy="618165"/>
            <a:chOff x="4082678" y="6129013"/>
            <a:chExt cx="2008808" cy="618165"/>
          </a:xfrm>
        </p:grpSpPr>
        <p:pic>
          <p:nvPicPr>
            <p:cNvPr id="1029" name="Picture 5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4166558" y="6129013"/>
              <a:ext cx="1856569" cy="6181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" name="TextBox 12"/>
            <p:cNvSpPr txBox="1"/>
            <p:nvPr/>
          </p:nvSpPr>
          <p:spPr>
            <a:xfrm>
              <a:off x="4082678" y="6163110"/>
              <a:ext cx="200880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/>
                <a:t>Reference </a:t>
              </a:r>
              <a:r>
                <a:rPr lang="en-GB" dirty="0"/>
                <a:t>Tone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4252075" y="6409769"/>
              <a:ext cx="156004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GB" sz="1400" dirty="0"/>
                <a:t>(full brightness)</a:t>
              </a:r>
            </a:p>
          </p:txBody>
        </p:sp>
      </p:grpSp>
      <p:grpSp>
        <p:nvGrpSpPr>
          <p:cNvPr id="27" name="Group 23"/>
          <p:cNvGrpSpPr>
            <a:grpSpLocks/>
          </p:cNvGrpSpPr>
          <p:nvPr/>
        </p:nvGrpSpPr>
        <p:grpSpPr bwMode="auto">
          <a:xfrm rot="5400000">
            <a:off x="6569006" y="2474073"/>
            <a:ext cx="91226" cy="2441285"/>
            <a:chOff x="7720013" y="1573823"/>
            <a:chExt cx="720969" cy="2584932"/>
          </a:xfrm>
        </p:grpSpPr>
        <p:sp>
          <p:nvSpPr>
            <p:cNvPr id="28" name="Rectangle 7"/>
            <p:cNvSpPr>
              <a:spLocks noChangeArrowheads="1"/>
            </p:cNvSpPr>
            <p:nvPr/>
          </p:nvSpPr>
          <p:spPr bwMode="auto">
            <a:xfrm>
              <a:off x="7720013" y="3974117"/>
              <a:ext cx="720969" cy="184638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Rectangle 8"/>
            <p:cNvSpPr>
              <a:spLocks noChangeArrowheads="1"/>
            </p:cNvSpPr>
            <p:nvPr/>
          </p:nvSpPr>
          <p:spPr bwMode="auto">
            <a:xfrm>
              <a:off x="7720013" y="1573823"/>
              <a:ext cx="720969" cy="18463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 bwMode="auto">
            <a:xfrm>
              <a:off x="7720013" y="1758461"/>
              <a:ext cx="720969" cy="1846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31" name="Rectangle 10"/>
            <p:cNvSpPr>
              <a:spLocks noChangeArrowheads="1"/>
            </p:cNvSpPr>
            <p:nvPr/>
          </p:nvSpPr>
          <p:spPr bwMode="auto">
            <a:xfrm>
              <a:off x="7720013" y="1943099"/>
              <a:ext cx="720969" cy="184638"/>
            </a:xfrm>
            <a:prstGeom prst="rect">
              <a:avLst/>
            </a:prstGeom>
            <a:solidFill>
              <a:srgbClr val="DDDDD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Rectangle 13"/>
            <p:cNvSpPr>
              <a:spLocks noChangeArrowheads="1"/>
            </p:cNvSpPr>
            <p:nvPr/>
          </p:nvSpPr>
          <p:spPr bwMode="auto">
            <a:xfrm>
              <a:off x="7720013" y="3789479"/>
              <a:ext cx="720969" cy="184638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Rectangle 14"/>
            <p:cNvSpPr>
              <a:spLocks noChangeArrowheads="1"/>
            </p:cNvSpPr>
            <p:nvPr/>
          </p:nvSpPr>
          <p:spPr bwMode="auto">
            <a:xfrm>
              <a:off x="7720013" y="3604841"/>
              <a:ext cx="720969" cy="184638"/>
            </a:xfrm>
            <a:prstGeom prst="rect">
              <a:avLst/>
            </a:prstGeom>
            <a:solidFill>
              <a:srgbClr val="11111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Rectangle 15"/>
            <p:cNvSpPr>
              <a:spLocks noChangeArrowheads="1"/>
            </p:cNvSpPr>
            <p:nvPr/>
          </p:nvSpPr>
          <p:spPr bwMode="auto">
            <a:xfrm>
              <a:off x="7720013" y="3420203"/>
              <a:ext cx="720969" cy="184638"/>
            </a:xfrm>
            <a:prstGeom prst="rect">
              <a:avLst/>
            </a:prstGeom>
            <a:solidFill>
              <a:srgbClr val="1C1C1C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Rectangle 16"/>
            <p:cNvSpPr>
              <a:spLocks noChangeArrowheads="1"/>
            </p:cNvSpPr>
            <p:nvPr/>
          </p:nvSpPr>
          <p:spPr bwMode="auto">
            <a:xfrm>
              <a:off x="7720013" y="3235565"/>
              <a:ext cx="720969" cy="184638"/>
            </a:xfrm>
            <a:prstGeom prst="rect">
              <a:avLst/>
            </a:prstGeom>
            <a:solidFill>
              <a:srgbClr val="4D4D4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17"/>
            <p:cNvSpPr>
              <a:spLocks noChangeArrowheads="1"/>
            </p:cNvSpPr>
            <p:nvPr/>
          </p:nvSpPr>
          <p:spPr bwMode="auto">
            <a:xfrm>
              <a:off x="7720013" y="3050927"/>
              <a:ext cx="720969" cy="184638"/>
            </a:xfrm>
            <a:prstGeom prst="rect">
              <a:avLst/>
            </a:prstGeom>
            <a:solidFill>
              <a:srgbClr val="777777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Rectangle 18"/>
            <p:cNvSpPr>
              <a:spLocks noChangeArrowheads="1"/>
            </p:cNvSpPr>
            <p:nvPr/>
          </p:nvSpPr>
          <p:spPr bwMode="auto">
            <a:xfrm>
              <a:off x="7720013" y="2127737"/>
              <a:ext cx="720969" cy="184638"/>
            </a:xfrm>
            <a:prstGeom prst="rect">
              <a:avLst/>
            </a:prstGeom>
            <a:solidFill>
              <a:srgbClr val="C0C0C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Rectangle 19"/>
            <p:cNvSpPr>
              <a:spLocks noChangeArrowheads="1"/>
            </p:cNvSpPr>
            <p:nvPr/>
          </p:nvSpPr>
          <p:spPr bwMode="auto">
            <a:xfrm>
              <a:off x="7720013" y="2312375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Rectangle 20"/>
            <p:cNvSpPr>
              <a:spLocks noChangeArrowheads="1"/>
            </p:cNvSpPr>
            <p:nvPr/>
          </p:nvSpPr>
          <p:spPr bwMode="auto">
            <a:xfrm>
              <a:off x="7720013" y="2497013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Rectangle 21"/>
            <p:cNvSpPr>
              <a:spLocks noChangeArrowheads="1"/>
            </p:cNvSpPr>
            <p:nvPr/>
          </p:nvSpPr>
          <p:spPr bwMode="auto">
            <a:xfrm>
              <a:off x="7720013" y="2681651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Rectangle 22"/>
            <p:cNvSpPr>
              <a:spLocks noChangeArrowheads="1"/>
            </p:cNvSpPr>
            <p:nvPr/>
          </p:nvSpPr>
          <p:spPr bwMode="auto">
            <a:xfrm>
              <a:off x="7720013" y="2866289"/>
              <a:ext cx="720969" cy="184638"/>
            </a:xfrm>
            <a:prstGeom prst="rect">
              <a:avLst/>
            </a:prstGeom>
            <a:solidFill>
              <a:srgbClr val="969696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6" name="Group 23"/>
          <p:cNvGrpSpPr>
            <a:grpSpLocks/>
          </p:cNvGrpSpPr>
          <p:nvPr/>
        </p:nvGrpSpPr>
        <p:grpSpPr bwMode="auto">
          <a:xfrm>
            <a:off x="5318183" y="1224941"/>
            <a:ext cx="84048" cy="2441285"/>
            <a:chOff x="7720013" y="1573823"/>
            <a:chExt cx="720969" cy="2584932"/>
          </a:xfrm>
        </p:grpSpPr>
        <p:sp>
          <p:nvSpPr>
            <p:cNvPr id="47" name="Rectangle 7"/>
            <p:cNvSpPr>
              <a:spLocks noChangeArrowheads="1"/>
            </p:cNvSpPr>
            <p:nvPr/>
          </p:nvSpPr>
          <p:spPr bwMode="auto">
            <a:xfrm>
              <a:off x="7720013" y="3974117"/>
              <a:ext cx="720969" cy="184638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Rectangle 8"/>
            <p:cNvSpPr>
              <a:spLocks noChangeArrowheads="1"/>
            </p:cNvSpPr>
            <p:nvPr/>
          </p:nvSpPr>
          <p:spPr bwMode="auto">
            <a:xfrm>
              <a:off x="7720013" y="1573823"/>
              <a:ext cx="720969" cy="18463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Rectangle 48"/>
            <p:cNvSpPr/>
            <p:nvPr/>
          </p:nvSpPr>
          <p:spPr bwMode="auto">
            <a:xfrm>
              <a:off x="7720013" y="1758461"/>
              <a:ext cx="720969" cy="1846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50" name="Rectangle 10"/>
            <p:cNvSpPr>
              <a:spLocks noChangeArrowheads="1"/>
            </p:cNvSpPr>
            <p:nvPr/>
          </p:nvSpPr>
          <p:spPr bwMode="auto">
            <a:xfrm>
              <a:off x="7720013" y="1943099"/>
              <a:ext cx="720969" cy="184638"/>
            </a:xfrm>
            <a:prstGeom prst="rect">
              <a:avLst/>
            </a:prstGeom>
            <a:solidFill>
              <a:srgbClr val="DDDDD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Rectangle 13"/>
            <p:cNvSpPr>
              <a:spLocks noChangeArrowheads="1"/>
            </p:cNvSpPr>
            <p:nvPr/>
          </p:nvSpPr>
          <p:spPr bwMode="auto">
            <a:xfrm>
              <a:off x="7720013" y="3789479"/>
              <a:ext cx="720969" cy="184638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14"/>
            <p:cNvSpPr>
              <a:spLocks noChangeArrowheads="1"/>
            </p:cNvSpPr>
            <p:nvPr/>
          </p:nvSpPr>
          <p:spPr bwMode="auto">
            <a:xfrm>
              <a:off x="7720013" y="3604841"/>
              <a:ext cx="720969" cy="184638"/>
            </a:xfrm>
            <a:prstGeom prst="rect">
              <a:avLst/>
            </a:prstGeom>
            <a:solidFill>
              <a:srgbClr val="11111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Rectangle 15"/>
            <p:cNvSpPr>
              <a:spLocks noChangeArrowheads="1"/>
            </p:cNvSpPr>
            <p:nvPr/>
          </p:nvSpPr>
          <p:spPr bwMode="auto">
            <a:xfrm>
              <a:off x="7720013" y="3420203"/>
              <a:ext cx="720969" cy="184638"/>
            </a:xfrm>
            <a:prstGeom prst="rect">
              <a:avLst/>
            </a:prstGeom>
            <a:solidFill>
              <a:srgbClr val="1C1C1C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Rectangle 16"/>
            <p:cNvSpPr>
              <a:spLocks noChangeArrowheads="1"/>
            </p:cNvSpPr>
            <p:nvPr/>
          </p:nvSpPr>
          <p:spPr bwMode="auto">
            <a:xfrm>
              <a:off x="7720013" y="3235565"/>
              <a:ext cx="720969" cy="184638"/>
            </a:xfrm>
            <a:prstGeom prst="rect">
              <a:avLst/>
            </a:prstGeom>
            <a:solidFill>
              <a:srgbClr val="4D4D4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Rectangle 17"/>
            <p:cNvSpPr>
              <a:spLocks noChangeArrowheads="1"/>
            </p:cNvSpPr>
            <p:nvPr/>
          </p:nvSpPr>
          <p:spPr bwMode="auto">
            <a:xfrm>
              <a:off x="7720013" y="3050927"/>
              <a:ext cx="720969" cy="184638"/>
            </a:xfrm>
            <a:prstGeom prst="rect">
              <a:avLst/>
            </a:prstGeom>
            <a:solidFill>
              <a:srgbClr val="777777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Rectangle 18"/>
            <p:cNvSpPr>
              <a:spLocks noChangeArrowheads="1"/>
            </p:cNvSpPr>
            <p:nvPr/>
          </p:nvSpPr>
          <p:spPr bwMode="auto">
            <a:xfrm>
              <a:off x="7720013" y="2127737"/>
              <a:ext cx="720969" cy="184638"/>
            </a:xfrm>
            <a:prstGeom prst="rect">
              <a:avLst/>
            </a:prstGeom>
            <a:solidFill>
              <a:srgbClr val="C0C0C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Rectangle 19"/>
            <p:cNvSpPr>
              <a:spLocks noChangeArrowheads="1"/>
            </p:cNvSpPr>
            <p:nvPr/>
          </p:nvSpPr>
          <p:spPr bwMode="auto">
            <a:xfrm>
              <a:off x="7720013" y="2312375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Rectangle 20"/>
            <p:cNvSpPr>
              <a:spLocks noChangeArrowheads="1"/>
            </p:cNvSpPr>
            <p:nvPr/>
          </p:nvSpPr>
          <p:spPr bwMode="auto">
            <a:xfrm>
              <a:off x="7720013" y="2497013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Rectangle 21"/>
            <p:cNvSpPr>
              <a:spLocks noChangeArrowheads="1"/>
            </p:cNvSpPr>
            <p:nvPr/>
          </p:nvSpPr>
          <p:spPr bwMode="auto">
            <a:xfrm>
              <a:off x="7720013" y="2681651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Rectangle 22"/>
            <p:cNvSpPr>
              <a:spLocks noChangeArrowheads="1"/>
            </p:cNvSpPr>
            <p:nvPr/>
          </p:nvSpPr>
          <p:spPr bwMode="auto">
            <a:xfrm>
              <a:off x="7720013" y="2866289"/>
              <a:ext cx="720969" cy="184638"/>
            </a:xfrm>
            <a:prstGeom prst="rect">
              <a:avLst/>
            </a:prstGeom>
            <a:solidFill>
              <a:srgbClr val="969696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16C5C72-EACC-0276-AFB1-3BE59FC8D838}"/>
              </a:ext>
            </a:extLst>
          </p:cNvPr>
          <p:cNvCxnSpPr>
            <a:cxnSpLocks/>
            <a:endCxn id="35" idx="3"/>
          </p:cNvCxnSpPr>
          <p:nvPr/>
        </p:nvCxnSpPr>
        <p:spPr bwMode="auto">
          <a:xfrm flipV="1">
            <a:off x="4447409" y="3740329"/>
            <a:ext cx="1382511" cy="2149211"/>
          </a:xfrm>
          <a:prstGeom prst="straightConnector1">
            <a:avLst/>
          </a:prstGeom>
          <a:solidFill>
            <a:schemeClr val="accent1"/>
          </a:solidFill>
          <a:ln w="47625" cap="flat" cmpd="sng" algn="ctr">
            <a:solidFill>
              <a:srgbClr val="7F7F7F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106047583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0"/>
            <a:ext cx="9144001" cy="6858000"/>
          </a:xfrm>
          <a:prstGeom prst="rect">
            <a:avLst/>
          </a:prstGeom>
          <a:solidFill>
            <a:srgbClr val="3E3E3E"/>
          </a:solidFill>
          <a:ln w="9525" algn="ctr">
            <a:noFill/>
            <a:round/>
            <a:headEnd/>
            <a:tailEnd/>
          </a:ln>
        </p:spPr>
        <p:txBody>
          <a:bodyPr/>
          <a:lstStyle/>
          <a:p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95288" y="333375"/>
            <a:ext cx="81534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FFFF00"/>
                </a:solidFill>
              </a:rPr>
              <a:t>Eye Response Compared to Camera ... Gamma (</a:t>
            </a:r>
            <a:r>
              <a:rPr lang="en-GB" sz="2400" b="1" dirty="0">
                <a:solidFill>
                  <a:srgbClr val="FFFF00"/>
                </a:solidFill>
                <a:latin typeface="Lucida Sans Unicode"/>
                <a:cs typeface="Lucida Sans Unicode"/>
              </a:rPr>
              <a:t>ɣ)</a:t>
            </a:r>
            <a:r>
              <a:rPr lang="en-GB" sz="2400" b="1" dirty="0">
                <a:solidFill>
                  <a:srgbClr val="FFFF00"/>
                </a:solidFill>
              </a:rP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288" y="1484784"/>
            <a:ext cx="3771270" cy="3954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50000"/>
              </a:lnSpc>
            </a:pPr>
            <a:r>
              <a:rPr lang="en-GB" b="1" dirty="0">
                <a:solidFill>
                  <a:srgbClr val="FFFF00"/>
                </a:solidFill>
              </a:rPr>
              <a:t>Gamma translates between our eye's light sensitivity and that of the camera</a:t>
            </a:r>
          </a:p>
          <a:p>
            <a:pPr marL="180975" indent="-180975">
              <a:lnSpc>
                <a:spcPct val="150000"/>
              </a:lnSpc>
            </a:pPr>
            <a:endParaRPr lang="en-GB" b="1" dirty="0">
              <a:solidFill>
                <a:srgbClr val="FFFF00"/>
              </a:solidFill>
            </a:endParaRPr>
          </a:p>
          <a:p>
            <a:pPr marL="180975" indent="-180975">
              <a:lnSpc>
                <a:spcPct val="150000"/>
              </a:lnSpc>
              <a:buFont typeface="Arial" pitchFamily="34" charset="0"/>
              <a:buChar char="•"/>
            </a:pPr>
            <a:r>
              <a:rPr lang="en-GB" dirty="0">
                <a:solidFill>
                  <a:srgbClr val="FFFF00"/>
                </a:solidFill>
              </a:rPr>
              <a:t>when a digital image is saved, it's gamma encoded </a:t>
            </a:r>
          </a:p>
          <a:p>
            <a:pPr marL="180975" indent="-180975">
              <a:lnSpc>
                <a:spcPct val="150000"/>
              </a:lnSpc>
              <a:buFont typeface="Arial" pitchFamily="34" charset="0"/>
              <a:buChar char="•"/>
            </a:pPr>
            <a:endParaRPr lang="en-GB" dirty="0">
              <a:solidFill>
                <a:srgbClr val="FFFF00"/>
              </a:solidFill>
            </a:endParaRPr>
          </a:p>
          <a:p>
            <a:pPr marL="180975" indent="-180975">
              <a:lnSpc>
                <a:spcPct val="150000"/>
              </a:lnSpc>
              <a:buFont typeface="Arial" pitchFamily="34" charset="0"/>
              <a:buChar char="•"/>
            </a:pPr>
            <a:r>
              <a:rPr lang="en-GB" dirty="0">
                <a:solidFill>
                  <a:srgbClr val="FFFF00"/>
                </a:solidFill>
              </a:rPr>
              <a:t>the file more closely corresponds to what we would perceive in brightness increases</a:t>
            </a:r>
          </a:p>
          <a:p>
            <a:endParaRPr lang="en-GB" sz="110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327915E-6F1D-9AC0-5FF9-E5E2BBD5254A}"/>
              </a:ext>
            </a:extLst>
          </p:cNvPr>
          <p:cNvSpPr/>
          <p:nvPr/>
        </p:nvSpPr>
        <p:spPr>
          <a:xfrm>
            <a:off x="-21030" y="5974353"/>
            <a:ext cx="1518347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900" dirty="0">
                <a:hlinkClick r:id="rId2"/>
              </a:rPr>
              <a:t>http://www.cambridgeincolour.com/tutorials/gamma-correction.htm</a:t>
            </a:r>
            <a:endParaRPr lang="en-GB" sz="900" dirty="0"/>
          </a:p>
        </p:txBody>
      </p:sp>
      <p:pic>
        <p:nvPicPr>
          <p:cNvPr id="53" name="Picture 2">
            <a:extLst>
              <a:ext uri="{FF2B5EF4-FFF2-40B4-BE49-F238E27FC236}">
                <a16:creationId xmlns:a16="http://schemas.microsoft.com/office/drawing/2014/main" id="{88F684EE-42DC-85E6-4D5A-EF731C59E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72065" y="836401"/>
            <a:ext cx="3772122" cy="3502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F95DC6B-E28B-B828-8CBC-67F5F571FA91}"/>
              </a:ext>
            </a:extLst>
          </p:cNvPr>
          <p:cNvCxnSpPr/>
          <p:nvPr/>
        </p:nvCxnSpPr>
        <p:spPr bwMode="auto">
          <a:xfrm flipV="1">
            <a:off x="6607833" y="2415396"/>
            <a:ext cx="8627" cy="1181819"/>
          </a:xfrm>
          <a:prstGeom prst="line">
            <a:avLst/>
          </a:prstGeom>
          <a:solidFill>
            <a:schemeClr val="accent1"/>
          </a:solidFill>
          <a:ln w="317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85C8869-31D6-23A8-474A-FCE528808C4B}"/>
              </a:ext>
            </a:extLst>
          </p:cNvPr>
          <p:cNvCxnSpPr/>
          <p:nvPr/>
        </p:nvCxnSpPr>
        <p:spPr bwMode="auto">
          <a:xfrm flipH="1" flipV="1">
            <a:off x="5952226" y="2415396"/>
            <a:ext cx="664234" cy="8627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56" name="Group 17">
            <a:extLst>
              <a:ext uri="{FF2B5EF4-FFF2-40B4-BE49-F238E27FC236}">
                <a16:creationId xmlns:a16="http://schemas.microsoft.com/office/drawing/2014/main" id="{2056F916-2391-A46A-E694-405DA1026461}"/>
              </a:ext>
            </a:extLst>
          </p:cNvPr>
          <p:cNvGrpSpPr/>
          <p:nvPr/>
        </p:nvGrpSpPr>
        <p:grpSpPr>
          <a:xfrm>
            <a:off x="5692970" y="5070824"/>
            <a:ext cx="2374915" cy="588897"/>
            <a:chOff x="3349896" y="4852358"/>
            <a:chExt cx="2035833" cy="588897"/>
          </a:xfrm>
        </p:grpSpPr>
        <p:pic>
          <p:nvPicPr>
            <p:cNvPr id="57" name="Picture 4">
              <a:extLst>
                <a:ext uri="{FF2B5EF4-FFF2-40B4-BE49-F238E27FC236}">
                  <a16:creationId xmlns:a16="http://schemas.microsoft.com/office/drawing/2014/main" id="{6AD5D2D6-23D7-EE9C-DF37-8F1E73B881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427815" y="4852358"/>
              <a:ext cx="1896304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0DF21EA-71B6-5D7E-8C99-27F44AA537AC}"/>
                </a:ext>
              </a:extLst>
            </p:cNvPr>
            <p:cNvSpPr txBox="1"/>
            <p:nvPr/>
          </p:nvSpPr>
          <p:spPr>
            <a:xfrm>
              <a:off x="3349896" y="4856480"/>
              <a:ext cx="203583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Camera detects this as 50% </a:t>
              </a:r>
              <a:r>
                <a:rPr lang="en-GB"/>
                <a:t>as bright</a:t>
              </a:r>
              <a:endParaRPr lang="en-GB" dirty="0"/>
            </a:p>
          </p:txBody>
        </p:sp>
      </p:grpSp>
      <p:grpSp>
        <p:nvGrpSpPr>
          <p:cNvPr id="59" name="Group 16">
            <a:extLst>
              <a:ext uri="{FF2B5EF4-FFF2-40B4-BE49-F238E27FC236}">
                <a16:creationId xmlns:a16="http://schemas.microsoft.com/office/drawing/2014/main" id="{19D40A55-B704-7E8D-CFB7-5755D65E0A4D}"/>
              </a:ext>
            </a:extLst>
          </p:cNvPr>
          <p:cNvGrpSpPr/>
          <p:nvPr/>
        </p:nvGrpSpPr>
        <p:grpSpPr>
          <a:xfrm>
            <a:off x="4117693" y="5784174"/>
            <a:ext cx="2080669" cy="520377"/>
            <a:chOff x="5839824" y="4766613"/>
            <a:chExt cx="1955113" cy="617997"/>
          </a:xfrm>
        </p:grpSpPr>
        <p:pic>
          <p:nvPicPr>
            <p:cNvPr id="60" name="Picture 3">
              <a:extLst>
                <a:ext uri="{FF2B5EF4-FFF2-40B4-BE49-F238E27FC236}">
                  <a16:creationId xmlns:a16="http://schemas.microsoft.com/office/drawing/2014/main" id="{93C0C666-9709-FE9D-4DF7-26AFF085C2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5884831" y="4790895"/>
              <a:ext cx="1828649" cy="5937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2252D7E-81A4-21FA-BA58-49EFD295298C}"/>
                </a:ext>
              </a:extLst>
            </p:cNvPr>
            <p:cNvSpPr txBox="1"/>
            <p:nvPr/>
          </p:nvSpPr>
          <p:spPr>
            <a:xfrm>
              <a:off x="5839824" y="4766613"/>
              <a:ext cx="195511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Eyes detect this as 50% as bright </a:t>
              </a:r>
            </a:p>
          </p:txBody>
        </p:sp>
      </p:grp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BD6656BD-C66B-C30D-7EB0-A3A68AA5DA24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712202" y="3685283"/>
            <a:ext cx="206940" cy="754025"/>
          </a:xfrm>
          <a:prstGeom prst="straightConnector1">
            <a:avLst/>
          </a:prstGeom>
          <a:solidFill>
            <a:schemeClr val="accent1"/>
          </a:solidFill>
          <a:ln w="47625" cap="flat" cmpd="sng" algn="ctr">
            <a:solidFill>
              <a:schemeClr val="bg1"/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64" name="Picture 1">
            <a:extLst>
              <a:ext uri="{FF2B5EF4-FFF2-40B4-BE49-F238E27FC236}">
                <a16:creationId xmlns:a16="http://schemas.microsoft.com/office/drawing/2014/main" id="{4F89D2E5-A452-1593-AAF0-86BCD11033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482818" y="1595695"/>
            <a:ext cx="409262" cy="23956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65" name="Picture 3" descr="C:\Users\jdfoss\Desktop\Clipboard01.gif">
            <a:extLst>
              <a:ext uri="{FF2B5EF4-FFF2-40B4-BE49-F238E27FC236}">
                <a16:creationId xmlns:a16="http://schemas.microsoft.com/office/drawing/2014/main" id="{D476A4C0-67D0-F85F-40AF-0AF65003F9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 rot="20973913" flipH="1">
            <a:off x="6621790" y="1977122"/>
            <a:ext cx="683170" cy="497903"/>
          </a:xfrm>
          <a:prstGeom prst="rect">
            <a:avLst/>
          </a:prstGeom>
          <a:noFill/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F87C12A8-FE55-CBD2-5B1C-095719410291}"/>
              </a:ext>
            </a:extLst>
          </p:cNvPr>
          <p:cNvGrpSpPr/>
          <p:nvPr/>
        </p:nvGrpSpPr>
        <p:grpSpPr>
          <a:xfrm>
            <a:off x="6839292" y="4352437"/>
            <a:ext cx="2008808" cy="618165"/>
            <a:chOff x="4082678" y="6129013"/>
            <a:chExt cx="2008808" cy="618165"/>
          </a:xfrm>
        </p:grpSpPr>
        <p:pic>
          <p:nvPicPr>
            <p:cNvPr id="67" name="Picture 5">
              <a:extLst>
                <a:ext uri="{FF2B5EF4-FFF2-40B4-BE49-F238E27FC236}">
                  <a16:creationId xmlns:a16="http://schemas.microsoft.com/office/drawing/2014/main" id="{0D0AE0C1-8169-FE60-A8B1-CC077FF3C7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4166558" y="6129013"/>
              <a:ext cx="1856569" cy="6181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ADCE2866-866D-1323-658D-3FA43E87A7D0}"/>
                </a:ext>
              </a:extLst>
            </p:cNvPr>
            <p:cNvSpPr txBox="1"/>
            <p:nvPr/>
          </p:nvSpPr>
          <p:spPr>
            <a:xfrm>
              <a:off x="4082678" y="6163110"/>
              <a:ext cx="200880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/>
                <a:t>Reference </a:t>
              </a:r>
              <a:r>
                <a:rPr lang="en-GB" dirty="0"/>
                <a:t>Tone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B88E028C-7875-1C34-A81C-2EFDAEA7F0C9}"/>
                </a:ext>
              </a:extLst>
            </p:cNvPr>
            <p:cNvSpPr/>
            <p:nvPr/>
          </p:nvSpPr>
          <p:spPr>
            <a:xfrm>
              <a:off x="4252075" y="6409769"/>
              <a:ext cx="156004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GB" sz="1400" dirty="0"/>
                <a:t>(full brightness)</a:t>
              </a:r>
            </a:p>
          </p:txBody>
        </p:sp>
      </p:grpSp>
      <p:grpSp>
        <p:nvGrpSpPr>
          <p:cNvPr id="70" name="Group 23">
            <a:extLst>
              <a:ext uri="{FF2B5EF4-FFF2-40B4-BE49-F238E27FC236}">
                <a16:creationId xmlns:a16="http://schemas.microsoft.com/office/drawing/2014/main" id="{E4659AD3-06A6-CDDA-B729-028CBC1F0324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6569006" y="2474073"/>
            <a:ext cx="91226" cy="2441285"/>
            <a:chOff x="7720013" y="1573823"/>
            <a:chExt cx="720969" cy="2584932"/>
          </a:xfrm>
        </p:grpSpPr>
        <p:sp>
          <p:nvSpPr>
            <p:cNvPr id="71" name="Rectangle 7">
              <a:extLst>
                <a:ext uri="{FF2B5EF4-FFF2-40B4-BE49-F238E27FC236}">
                  <a16:creationId xmlns:a16="http://schemas.microsoft.com/office/drawing/2014/main" id="{8CCE7BC1-5535-FE3F-87C8-0D6C8A2887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20013" y="3974117"/>
              <a:ext cx="720969" cy="184638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Rectangle 8">
              <a:extLst>
                <a:ext uri="{FF2B5EF4-FFF2-40B4-BE49-F238E27FC236}">
                  <a16:creationId xmlns:a16="http://schemas.microsoft.com/office/drawing/2014/main" id="{EBBA35EE-A33D-8FCA-7122-B21DFD6041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20013" y="1573823"/>
              <a:ext cx="720969" cy="18463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E046202E-7544-6EF7-0F97-2816D72B24CE}"/>
                </a:ext>
              </a:extLst>
            </p:cNvPr>
            <p:cNvSpPr/>
            <p:nvPr/>
          </p:nvSpPr>
          <p:spPr bwMode="auto">
            <a:xfrm>
              <a:off x="7720013" y="1758461"/>
              <a:ext cx="720969" cy="1846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74" name="Rectangle 10">
              <a:extLst>
                <a:ext uri="{FF2B5EF4-FFF2-40B4-BE49-F238E27FC236}">
                  <a16:creationId xmlns:a16="http://schemas.microsoft.com/office/drawing/2014/main" id="{E1358866-F4B3-FC04-79FE-87A6FA78D6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20013" y="1943099"/>
              <a:ext cx="720969" cy="184638"/>
            </a:xfrm>
            <a:prstGeom prst="rect">
              <a:avLst/>
            </a:prstGeom>
            <a:solidFill>
              <a:srgbClr val="DDDDD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Rectangle 13">
              <a:extLst>
                <a:ext uri="{FF2B5EF4-FFF2-40B4-BE49-F238E27FC236}">
                  <a16:creationId xmlns:a16="http://schemas.microsoft.com/office/drawing/2014/main" id="{B45BAF9A-01CC-CFBC-8FAF-8C028D7452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20013" y="3789479"/>
              <a:ext cx="720969" cy="184638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Rectangle 14">
              <a:extLst>
                <a:ext uri="{FF2B5EF4-FFF2-40B4-BE49-F238E27FC236}">
                  <a16:creationId xmlns:a16="http://schemas.microsoft.com/office/drawing/2014/main" id="{E8FED85F-F338-0888-EA2D-0A84731D61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20013" y="3604841"/>
              <a:ext cx="720969" cy="184638"/>
            </a:xfrm>
            <a:prstGeom prst="rect">
              <a:avLst/>
            </a:prstGeom>
            <a:solidFill>
              <a:srgbClr val="11111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Rectangle 15">
              <a:extLst>
                <a:ext uri="{FF2B5EF4-FFF2-40B4-BE49-F238E27FC236}">
                  <a16:creationId xmlns:a16="http://schemas.microsoft.com/office/drawing/2014/main" id="{75E43AD6-E6D9-9C7F-7C25-4F568F3B52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20013" y="3420203"/>
              <a:ext cx="720969" cy="184638"/>
            </a:xfrm>
            <a:prstGeom prst="rect">
              <a:avLst/>
            </a:prstGeom>
            <a:solidFill>
              <a:srgbClr val="1C1C1C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Rectangle 16">
              <a:extLst>
                <a:ext uri="{FF2B5EF4-FFF2-40B4-BE49-F238E27FC236}">
                  <a16:creationId xmlns:a16="http://schemas.microsoft.com/office/drawing/2014/main" id="{997422C1-1F13-2201-E78A-E4E41B6566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20013" y="3235565"/>
              <a:ext cx="720969" cy="184638"/>
            </a:xfrm>
            <a:prstGeom prst="rect">
              <a:avLst/>
            </a:prstGeom>
            <a:solidFill>
              <a:srgbClr val="4D4D4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Rectangle 17">
              <a:extLst>
                <a:ext uri="{FF2B5EF4-FFF2-40B4-BE49-F238E27FC236}">
                  <a16:creationId xmlns:a16="http://schemas.microsoft.com/office/drawing/2014/main" id="{62A9CDC1-9F1E-CCC1-2B7B-6EC2A238D0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20013" y="3050927"/>
              <a:ext cx="720969" cy="184638"/>
            </a:xfrm>
            <a:prstGeom prst="rect">
              <a:avLst/>
            </a:prstGeom>
            <a:solidFill>
              <a:srgbClr val="777777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Rectangle 18">
              <a:extLst>
                <a:ext uri="{FF2B5EF4-FFF2-40B4-BE49-F238E27FC236}">
                  <a16:creationId xmlns:a16="http://schemas.microsoft.com/office/drawing/2014/main" id="{903A7E62-CF74-3669-53D1-70C2653C8E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20013" y="2127737"/>
              <a:ext cx="720969" cy="184638"/>
            </a:xfrm>
            <a:prstGeom prst="rect">
              <a:avLst/>
            </a:prstGeom>
            <a:solidFill>
              <a:srgbClr val="C0C0C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Rectangle 19">
              <a:extLst>
                <a:ext uri="{FF2B5EF4-FFF2-40B4-BE49-F238E27FC236}">
                  <a16:creationId xmlns:a16="http://schemas.microsoft.com/office/drawing/2014/main" id="{A66F5174-2DCC-4450-F076-4E48B08BC9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20013" y="2312375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Rectangle 20">
              <a:extLst>
                <a:ext uri="{FF2B5EF4-FFF2-40B4-BE49-F238E27FC236}">
                  <a16:creationId xmlns:a16="http://schemas.microsoft.com/office/drawing/2014/main" id="{AD46D8B9-5725-809C-4B89-0432CDE630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20013" y="2497013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Rectangle 21">
              <a:extLst>
                <a:ext uri="{FF2B5EF4-FFF2-40B4-BE49-F238E27FC236}">
                  <a16:creationId xmlns:a16="http://schemas.microsoft.com/office/drawing/2014/main" id="{A490C3FD-F111-63E1-4161-63377821F8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20013" y="2681651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Rectangle 22">
              <a:extLst>
                <a:ext uri="{FF2B5EF4-FFF2-40B4-BE49-F238E27FC236}">
                  <a16:creationId xmlns:a16="http://schemas.microsoft.com/office/drawing/2014/main" id="{B7CDA402-517F-3CD8-3949-47369A3060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20013" y="2866289"/>
              <a:ext cx="720969" cy="184638"/>
            </a:xfrm>
            <a:prstGeom prst="rect">
              <a:avLst/>
            </a:prstGeom>
            <a:solidFill>
              <a:srgbClr val="969696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5" name="Group 23">
            <a:extLst>
              <a:ext uri="{FF2B5EF4-FFF2-40B4-BE49-F238E27FC236}">
                <a16:creationId xmlns:a16="http://schemas.microsoft.com/office/drawing/2014/main" id="{DA70C324-601A-F032-2CF2-8987DA9E67FC}"/>
              </a:ext>
            </a:extLst>
          </p:cNvPr>
          <p:cNvGrpSpPr>
            <a:grpSpLocks/>
          </p:cNvGrpSpPr>
          <p:nvPr/>
        </p:nvGrpSpPr>
        <p:grpSpPr bwMode="auto">
          <a:xfrm>
            <a:off x="5318183" y="1224941"/>
            <a:ext cx="84048" cy="2441285"/>
            <a:chOff x="7720013" y="1573823"/>
            <a:chExt cx="720969" cy="2584932"/>
          </a:xfrm>
        </p:grpSpPr>
        <p:sp>
          <p:nvSpPr>
            <p:cNvPr id="86" name="Rectangle 7">
              <a:extLst>
                <a:ext uri="{FF2B5EF4-FFF2-40B4-BE49-F238E27FC236}">
                  <a16:creationId xmlns:a16="http://schemas.microsoft.com/office/drawing/2014/main" id="{A7EF57FD-9503-4967-2595-89E47A827F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20013" y="3974117"/>
              <a:ext cx="720969" cy="184638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Rectangle 8">
              <a:extLst>
                <a:ext uri="{FF2B5EF4-FFF2-40B4-BE49-F238E27FC236}">
                  <a16:creationId xmlns:a16="http://schemas.microsoft.com/office/drawing/2014/main" id="{823F3435-65AF-372F-113F-52FF521E44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20013" y="1573823"/>
              <a:ext cx="720969" cy="18463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38F592FF-CDC8-49C9-1CB1-B5F50860D057}"/>
                </a:ext>
              </a:extLst>
            </p:cNvPr>
            <p:cNvSpPr/>
            <p:nvPr/>
          </p:nvSpPr>
          <p:spPr bwMode="auto">
            <a:xfrm>
              <a:off x="7720013" y="1758461"/>
              <a:ext cx="720969" cy="1846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89" name="Rectangle 10">
              <a:extLst>
                <a:ext uri="{FF2B5EF4-FFF2-40B4-BE49-F238E27FC236}">
                  <a16:creationId xmlns:a16="http://schemas.microsoft.com/office/drawing/2014/main" id="{8AB7F61E-A5BD-C734-D761-BDBD7214DA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20013" y="1943099"/>
              <a:ext cx="720969" cy="184638"/>
            </a:xfrm>
            <a:prstGeom prst="rect">
              <a:avLst/>
            </a:prstGeom>
            <a:solidFill>
              <a:srgbClr val="DDDDD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Rectangle 13">
              <a:extLst>
                <a:ext uri="{FF2B5EF4-FFF2-40B4-BE49-F238E27FC236}">
                  <a16:creationId xmlns:a16="http://schemas.microsoft.com/office/drawing/2014/main" id="{2C0A4F49-B392-B6BB-B3C9-BEA5818FF5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20013" y="3789479"/>
              <a:ext cx="720969" cy="184638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Rectangle 14">
              <a:extLst>
                <a:ext uri="{FF2B5EF4-FFF2-40B4-BE49-F238E27FC236}">
                  <a16:creationId xmlns:a16="http://schemas.microsoft.com/office/drawing/2014/main" id="{BCB07226-14B5-5F3F-0E11-FE57A86DA0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20013" y="3604841"/>
              <a:ext cx="720969" cy="184638"/>
            </a:xfrm>
            <a:prstGeom prst="rect">
              <a:avLst/>
            </a:prstGeom>
            <a:solidFill>
              <a:srgbClr val="11111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Rectangle 15">
              <a:extLst>
                <a:ext uri="{FF2B5EF4-FFF2-40B4-BE49-F238E27FC236}">
                  <a16:creationId xmlns:a16="http://schemas.microsoft.com/office/drawing/2014/main" id="{D1FC9448-F8BD-2FCB-9869-661A235992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20013" y="3420203"/>
              <a:ext cx="720969" cy="184638"/>
            </a:xfrm>
            <a:prstGeom prst="rect">
              <a:avLst/>
            </a:prstGeom>
            <a:solidFill>
              <a:srgbClr val="1C1C1C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Rectangle 16">
              <a:extLst>
                <a:ext uri="{FF2B5EF4-FFF2-40B4-BE49-F238E27FC236}">
                  <a16:creationId xmlns:a16="http://schemas.microsoft.com/office/drawing/2014/main" id="{F20233AD-5005-B279-B5F5-2A81493ED9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20013" y="3235565"/>
              <a:ext cx="720969" cy="184638"/>
            </a:xfrm>
            <a:prstGeom prst="rect">
              <a:avLst/>
            </a:prstGeom>
            <a:solidFill>
              <a:srgbClr val="4D4D4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Rectangle 17">
              <a:extLst>
                <a:ext uri="{FF2B5EF4-FFF2-40B4-BE49-F238E27FC236}">
                  <a16:creationId xmlns:a16="http://schemas.microsoft.com/office/drawing/2014/main" id="{605DAC2F-D2D2-D32B-F15B-AE30429E72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20013" y="3050927"/>
              <a:ext cx="720969" cy="184638"/>
            </a:xfrm>
            <a:prstGeom prst="rect">
              <a:avLst/>
            </a:prstGeom>
            <a:solidFill>
              <a:srgbClr val="777777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Rectangle 18">
              <a:extLst>
                <a:ext uri="{FF2B5EF4-FFF2-40B4-BE49-F238E27FC236}">
                  <a16:creationId xmlns:a16="http://schemas.microsoft.com/office/drawing/2014/main" id="{1E2894EB-62F7-52DE-2E9A-F700516D18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20013" y="2127737"/>
              <a:ext cx="720969" cy="184638"/>
            </a:xfrm>
            <a:prstGeom prst="rect">
              <a:avLst/>
            </a:prstGeom>
            <a:solidFill>
              <a:srgbClr val="C0C0C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Rectangle 19">
              <a:extLst>
                <a:ext uri="{FF2B5EF4-FFF2-40B4-BE49-F238E27FC236}">
                  <a16:creationId xmlns:a16="http://schemas.microsoft.com/office/drawing/2014/main" id="{1F3DD30F-05C4-E0C7-297A-70CF371C83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20013" y="2312375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Rectangle 20">
              <a:extLst>
                <a:ext uri="{FF2B5EF4-FFF2-40B4-BE49-F238E27FC236}">
                  <a16:creationId xmlns:a16="http://schemas.microsoft.com/office/drawing/2014/main" id="{42CD89F2-9CF4-A635-0744-F326DA511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20013" y="2497013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Rectangle 21">
              <a:extLst>
                <a:ext uri="{FF2B5EF4-FFF2-40B4-BE49-F238E27FC236}">
                  <a16:creationId xmlns:a16="http://schemas.microsoft.com/office/drawing/2014/main" id="{47504018-2E23-EFF2-94C1-0AFAD584FC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20013" y="2681651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Rectangle 22">
              <a:extLst>
                <a:ext uri="{FF2B5EF4-FFF2-40B4-BE49-F238E27FC236}">
                  <a16:creationId xmlns:a16="http://schemas.microsoft.com/office/drawing/2014/main" id="{A3438D7C-EFAB-B357-DAD6-B2D26F9EF8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20013" y="2866289"/>
              <a:ext cx="720969" cy="184638"/>
            </a:xfrm>
            <a:prstGeom prst="rect">
              <a:avLst/>
            </a:prstGeom>
            <a:solidFill>
              <a:srgbClr val="969696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C640C116-1B36-9DE2-FCE1-7FCF5BD0F696}"/>
              </a:ext>
            </a:extLst>
          </p:cNvPr>
          <p:cNvCxnSpPr>
            <a:cxnSpLocks/>
          </p:cNvCxnSpPr>
          <p:nvPr/>
        </p:nvCxnSpPr>
        <p:spPr bwMode="auto">
          <a:xfrm flipV="1">
            <a:off x="6178172" y="3694716"/>
            <a:ext cx="436447" cy="1452761"/>
          </a:xfrm>
          <a:prstGeom prst="straightConnector1">
            <a:avLst/>
          </a:prstGeom>
          <a:solidFill>
            <a:schemeClr val="accent1"/>
          </a:solidFill>
          <a:ln w="47625" cap="flat" cmpd="sng" algn="ctr">
            <a:solidFill>
              <a:srgbClr val="BABABA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87AF1347-3EF8-7A48-7686-40EB5B878E59}"/>
              </a:ext>
            </a:extLst>
          </p:cNvPr>
          <p:cNvCxnSpPr>
            <a:cxnSpLocks/>
          </p:cNvCxnSpPr>
          <p:nvPr/>
        </p:nvCxnSpPr>
        <p:spPr bwMode="auto">
          <a:xfrm flipV="1">
            <a:off x="4447409" y="3740329"/>
            <a:ext cx="1382511" cy="2149211"/>
          </a:xfrm>
          <a:prstGeom prst="straightConnector1">
            <a:avLst/>
          </a:prstGeom>
          <a:solidFill>
            <a:schemeClr val="accent1"/>
          </a:solidFill>
          <a:ln w="47625" cap="flat" cmpd="sng" algn="ctr">
            <a:solidFill>
              <a:srgbClr val="7F7F7F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208818970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CA6D60-8E7E-2AF8-2AF3-38D48CAF25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1" cy="6858000"/>
          </a:xfrm>
          <a:prstGeom prst="rect">
            <a:avLst/>
          </a:prstGeom>
          <a:solidFill>
            <a:srgbClr val="3E3E3E"/>
          </a:solidFill>
          <a:ln w="9525" algn="ctr">
            <a:noFill/>
            <a:round/>
            <a:headEnd/>
            <a:tailEnd/>
          </a:ln>
        </p:spPr>
        <p:txBody>
          <a:bodyPr/>
          <a:lstStyle/>
          <a:p>
            <a:endParaRPr lang="en-US" dirty="0">
              <a:solidFill>
                <a:srgbClr val="FFFF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C0487A-A6A1-18E7-F7F8-E9358DFFDA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39752" y="3284984"/>
            <a:ext cx="1209675" cy="118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A12A462-CAD1-AD82-4B65-8349991EDA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96184" y="3284984"/>
            <a:ext cx="1209675" cy="118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61CD583-FBBC-124E-6B06-522796002B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652368" y="3284984"/>
            <a:ext cx="1209675" cy="118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DAC91BB-9BD3-A1B7-4BC7-A204B724A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308552" y="3284984"/>
            <a:ext cx="1209675" cy="118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7743FC-BA9E-F13D-57A2-C16EF13259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556024" y="5013176"/>
            <a:ext cx="95250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7595DF4-8207-D6E7-5C54-CE87431D5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140200" y="5013176"/>
            <a:ext cx="95250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8D6EAC5-B8BA-4A60-DB28-B35ABEA153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796384" y="5013176"/>
            <a:ext cx="95250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E3F872E-CE71-D9E5-C9FC-C2396F29C3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7452568" y="5013176"/>
            <a:ext cx="95250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08804B3-FD2D-7830-1571-8ED7525339BD}"/>
              </a:ext>
            </a:extLst>
          </p:cNvPr>
          <p:cNvSpPr txBox="1"/>
          <p:nvPr/>
        </p:nvSpPr>
        <p:spPr>
          <a:xfrm>
            <a:off x="971600" y="4581128"/>
            <a:ext cx="76328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FF00"/>
                </a:solidFill>
              </a:rPr>
              <a:t>Display Gamma   1.0                     1.8                     2.2                    4.0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273798-C7CC-37AA-79DD-A3451CACD6FA}"/>
              </a:ext>
            </a:extLst>
          </p:cNvPr>
          <p:cNvSpPr txBox="1"/>
          <p:nvPr/>
        </p:nvSpPr>
        <p:spPr>
          <a:xfrm>
            <a:off x="395288" y="333375"/>
            <a:ext cx="2952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FFFF00"/>
                </a:solidFill>
              </a:rPr>
              <a:t>Display Gamma</a:t>
            </a:r>
            <a:endParaRPr lang="en-GB" sz="2400" dirty="0">
              <a:solidFill>
                <a:srgbClr val="FFFF0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627C7A-E567-1926-7C92-A8FB5EBA480B}"/>
              </a:ext>
            </a:extLst>
          </p:cNvPr>
          <p:cNvSpPr/>
          <p:nvPr/>
        </p:nvSpPr>
        <p:spPr>
          <a:xfrm>
            <a:off x="395288" y="2204864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marL="180975" indent="-180975">
              <a:buFont typeface="Arial" pitchFamily="34" charset="0"/>
              <a:buChar char="•"/>
            </a:pPr>
            <a:r>
              <a:rPr lang="en-GB" dirty="0">
                <a:solidFill>
                  <a:srgbClr val="FF0000"/>
                </a:solidFill>
              </a:rPr>
              <a:t>display gamma </a:t>
            </a:r>
            <a:r>
              <a:rPr lang="en-GB" dirty="0">
                <a:solidFill>
                  <a:srgbClr val="FFFF00"/>
                </a:solidFill>
              </a:rPr>
              <a:t>exactly corrects the </a:t>
            </a:r>
            <a:r>
              <a:rPr lang="en-GB" dirty="0">
                <a:solidFill>
                  <a:srgbClr val="00B0F0"/>
                </a:solidFill>
              </a:rPr>
              <a:t>image gamma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dirty="0">
                <a:solidFill>
                  <a:srgbClr val="FFFF00"/>
                </a:solidFill>
              </a:rPr>
              <a:t>overall linear </a:t>
            </a:r>
            <a:r>
              <a:rPr lang="en-GB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system gamma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69BA66-BC32-3DB4-D23B-3DEBD1B40995}"/>
              </a:ext>
            </a:extLst>
          </p:cNvPr>
          <p:cNvSpPr txBox="1"/>
          <p:nvPr/>
        </p:nvSpPr>
        <p:spPr>
          <a:xfrm>
            <a:off x="4319464" y="764704"/>
            <a:ext cx="48245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buFont typeface="Arial" pitchFamily="34" charset="0"/>
              <a:buChar char="•"/>
            </a:pPr>
            <a:r>
              <a:rPr lang="en-GB" dirty="0">
                <a:solidFill>
                  <a:srgbClr val="FF0000"/>
                </a:solidFill>
              </a:rPr>
              <a:t>display gamma </a:t>
            </a:r>
            <a:r>
              <a:rPr lang="en-GB" dirty="0">
                <a:solidFill>
                  <a:srgbClr val="FFFF00"/>
                </a:solidFill>
              </a:rPr>
              <a:t>over-compensates for the </a:t>
            </a:r>
            <a:r>
              <a:rPr lang="en-GB" dirty="0">
                <a:solidFill>
                  <a:srgbClr val="00B0F0"/>
                </a:solidFill>
              </a:rPr>
              <a:t>image gamma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dirty="0">
                <a:solidFill>
                  <a:srgbClr val="FFFF00"/>
                </a:solidFill>
              </a:rPr>
              <a:t>overall </a:t>
            </a:r>
            <a:r>
              <a:rPr lang="en-GB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system gamma </a:t>
            </a:r>
            <a:r>
              <a:rPr lang="en-GB" dirty="0">
                <a:solidFill>
                  <a:srgbClr val="FFFF00"/>
                </a:solidFill>
              </a:rPr>
              <a:t>that curves downward 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dirty="0">
                <a:solidFill>
                  <a:srgbClr val="FFFF00"/>
                </a:solidFill>
              </a:rPr>
              <a:t>(darkens the image)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11972F0-AD50-08A4-9E1F-FF187ADCF534}"/>
              </a:ext>
            </a:extLst>
          </p:cNvPr>
          <p:cNvCxnSpPr/>
          <p:nvPr/>
        </p:nvCxnSpPr>
        <p:spPr bwMode="auto">
          <a:xfrm>
            <a:off x="4788024" y="2492896"/>
            <a:ext cx="792088" cy="86409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BD23B69-8394-F9B4-1F17-A3D8A4C8D1BA}"/>
              </a:ext>
            </a:extLst>
          </p:cNvPr>
          <p:cNvCxnSpPr/>
          <p:nvPr/>
        </p:nvCxnSpPr>
        <p:spPr bwMode="auto">
          <a:xfrm>
            <a:off x="6012160" y="1844824"/>
            <a:ext cx="1296144" cy="151216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41E58EB-BAAE-48EC-5ABD-EC9127EEFECB}"/>
              </a:ext>
            </a:extLst>
          </p:cNvPr>
          <p:cNvSpPr/>
          <p:nvPr/>
        </p:nvSpPr>
        <p:spPr bwMode="auto">
          <a:xfrm>
            <a:off x="2448559" y="3284539"/>
            <a:ext cx="1054417" cy="1025366"/>
          </a:xfrm>
          <a:custGeom>
            <a:avLst/>
            <a:gdLst>
              <a:gd name="connsiteX0" fmla="*/ 0 w 1059180"/>
              <a:gd name="connsiteY0" fmla="*/ 1013460 h 1013460"/>
              <a:gd name="connsiteX1" fmla="*/ 83820 w 1059180"/>
              <a:gd name="connsiteY1" fmla="*/ 693420 h 1013460"/>
              <a:gd name="connsiteX2" fmla="*/ 205740 w 1059180"/>
              <a:gd name="connsiteY2" fmla="*/ 510540 h 1013460"/>
              <a:gd name="connsiteX3" fmla="*/ 388620 w 1059180"/>
              <a:gd name="connsiteY3" fmla="*/ 358140 h 1013460"/>
              <a:gd name="connsiteX4" fmla="*/ 579120 w 1059180"/>
              <a:gd name="connsiteY4" fmla="*/ 251460 h 1013460"/>
              <a:gd name="connsiteX5" fmla="*/ 830580 w 1059180"/>
              <a:gd name="connsiteY5" fmla="*/ 106680 h 1013460"/>
              <a:gd name="connsiteX6" fmla="*/ 1059180 w 1059180"/>
              <a:gd name="connsiteY6" fmla="*/ 0 h 1013460"/>
              <a:gd name="connsiteX0" fmla="*/ 0 w 1059180"/>
              <a:gd name="connsiteY0" fmla="*/ 1013460 h 1013460"/>
              <a:gd name="connsiteX1" fmla="*/ 83820 w 1059180"/>
              <a:gd name="connsiteY1" fmla="*/ 693420 h 1013460"/>
              <a:gd name="connsiteX2" fmla="*/ 205740 w 1059180"/>
              <a:gd name="connsiteY2" fmla="*/ 510540 h 1013460"/>
              <a:gd name="connsiteX3" fmla="*/ 388620 w 1059180"/>
              <a:gd name="connsiteY3" fmla="*/ 358140 h 1013460"/>
              <a:gd name="connsiteX4" fmla="*/ 588645 w 1059180"/>
              <a:gd name="connsiteY4" fmla="*/ 225266 h 1013460"/>
              <a:gd name="connsiteX5" fmla="*/ 830580 w 1059180"/>
              <a:gd name="connsiteY5" fmla="*/ 106680 h 1013460"/>
              <a:gd name="connsiteX6" fmla="*/ 1059180 w 1059180"/>
              <a:gd name="connsiteY6" fmla="*/ 0 h 1013460"/>
              <a:gd name="connsiteX0" fmla="*/ 0 w 1059180"/>
              <a:gd name="connsiteY0" fmla="*/ 1013460 h 1013460"/>
              <a:gd name="connsiteX1" fmla="*/ 83820 w 1059180"/>
              <a:gd name="connsiteY1" fmla="*/ 693420 h 1013460"/>
              <a:gd name="connsiteX2" fmla="*/ 205740 w 1059180"/>
              <a:gd name="connsiteY2" fmla="*/ 510540 h 1013460"/>
              <a:gd name="connsiteX3" fmla="*/ 388620 w 1059180"/>
              <a:gd name="connsiteY3" fmla="*/ 358140 h 1013460"/>
              <a:gd name="connsiteX4" fmla="*/ 588645 w 1059180"/>
              <a:gd name="connsiteY4" fmla="*/ 225266 h 1013460"/>
              <a:gd name="connsiteX5" fmla="*/ 830580 w 1059180"/>
              <a:gd name="connsiteY5" fmla="*/ 94774 h 1013460"/>
              <a:gd name="connsiteX6" fmla="*/ 1059180 w 1059180"/>
              <a:gd name="connsiteY6" fmla="*/ 0 h 1013460"/>
              <a:gd name="connsiteX0" fmla="*/ 0 w 1054417"/>
              <a:gd name="connsiteY0" fmla="*/ 1025366 h 1025366"/>
              <a:gd name="connsiteX1" fmla="*/ 83820 w 1054417"/>
              <a:gd name="connsiteY1" fmla="*/ 705326 h 1025366"/>
              <a:gd name="connsiteX2" fmla="*/ 205740 w 1054417"/>
              <a:gd name="connsiteY2" fmla="*/ 522446 h 1025366"/>
              <a:gd name="connsiteX3" fmla="*/ 388620 w 1054417"/>
              <a:gd name="connsiteY3" fmla="*/ 370046 h 1025366"/>
              <a:gd name="connsiteX4" fmla="*/ 588645 w 1054417"/>
              <a:gd name="connsiteY4" fmla="*/ 237172 h 1025366"/>
              <a:gd name="connsiteX5" fmla="*/ 830580 w 1054417"/>
              <a:gd name="connsiteY5" fmla="*/ 106680 h 1025366"/>
              <a:gd name="connsiteX6" fmla="*/ 1054417 w 1054417"/>
              <a:gd name="connsiteY6" fmla="*/ 0 h 1025366"/>
              <a:gd name="connsiteX0" fmla="*/ 0 w 1054417"/>
              <a:gd name="connsiteY0" fmla="*/ 1025366 h 1025366"/>
              <a:gd name="connsiteX1" fmla="*/ 83820 w 1054417"/>
              <a:gd name="connsiteY1" fmla="*/ 705326 h 1025366"/>
              <a:gd name="connsiteX2" fmla="*/ 205740 w 1054417"/>
              <a:gd name="connsiteY2" fmla="*/ 522446 h 1025366"/>
              <a:gd name="connsiteX3" fmla="*/ 388620 w 1054417"/>
              <a:gd name="connsiteY3" fmla="*/ 372427 h 1025366"/>
              <a:gd name="connsiteX4" fmla="*/ 588645 w 1054417"/>
              <a:gd name="connsiteY4" fmla="*/ 237172 h 1025366"/>
              <a:gd name="connsiteX5" fmla="*/ 830580 w 1054417"/>
              <a:gd name="connsiteY5" fmla="*/ 106680 h 1025366"/>
              <a:gd name="connsiteX6" fmla="*/ 1054417 w 1054417"/>
              <a:gd name="connsiteY6" fmla="*/ 0 h 1025366"/>
              <a:gd name="connsiteX0" fmla="*/ 0 w 1054417"/>
              <a:gd name="connsiteY0" fmla="*/ 1025366 h 1025366"/>
              <a:gd name="connsiteX1" fmla="*/ 83820 w 1054417"/>
              <a:gd name="connsiteY1" fmla="*/ 705326 h 1025366"/>
              <a:gd name="connsiteX2" fmla="*/ 205740 w 1054417"/>
              <a:gd name="connsiteY2" fmla="*/ 539115 h 1025366"/>
              <a:gd name="connsiteX3" fmla="*/ 388620 w 1054417"/>
              <a:gd name="connsiteY3" fmla="*/ 372427 h 1025366"/>
              <a:gd name="connsiteX4" fmla="*/ 588645 w 1054417"/>
              <a:gd name="connsiteY4" fmla="*/ 237172 h 1025366"/>
              <a:gd name="connsiteX5" fmla="*/ 830580 w 1054417"/>
              <a:gd name="connsiteY5" fmla="*/ 106680 h 1025366"/>
              <a:gd name="connsiteX6" fmla="*/ 1054417 w 1054417"/>
              <a:gd name="connsiteY6" fmla="*/ 0 h 1025366"/>
              <a:gd name="connsiteX0" fmla="*/ 0 w 1054417"/>
              <a:gd name="connsiteY0" fmla="*/ 1025366 h 1025366"/>
              <a:gd name="connsiteX1" fmla="*/ 83820 w 1054417"/>
              <a:gd name="connsiteY1" fmla="*/ 705326 h 1025366"/>
              <a:gd name="connsiteX2" fmla="*/ 208122 w 1054417"/>
              <a:gd name="connsiteY2" fmla="*/ 548640 h 1025366"/>
              <a:gd name="connsiteX3" fmla="*/ 388620 w 1054417"/>
              <a:gd name="connsiteY3" fmla="*/ 372427 h 1025366"/>
              <a:gd name="connsiteX4" fmla="*/ 588645 w 1054417"/>
              <a:gd name="connsiteY4" fmla="*/ 237172 h 1025366"/>
              <a:gd name="connsiteX5" fmla="*/ 830580 w 1054417"/>
              <a:gd name="connsiteY5" fmla="*/ 106680 h 1025366"/>
              <a:gd name="connsiteX6" fmla="*/ 1054417 w 1054417"/>
              <a:gd name="connsiteY6" fmla="*/ 0 h 1025366"/>
              <a:gd name="connsiteX0" fmla="*/ 0 w 1054417"/>
              <a:gd name="connsiteY0" fmla="*/ 1025366 h 1025366"/>
              <a:gd name="connsiteX1" fmla="*/ 90964 w 1054417"/>
              <a:gd name="connsiteY1" fmla="*/ 721995 h 1025366"/>
              <a:gd name="connsiteX2" fmla="*/ 208122 w 1054417"/>
              <a:gd name="connsiteY2" fmla="*/ 548640 h 1025366"/>
              <a:gd name="connsiteX3" fmla="*/ 388620 w 1054417"/>
              <a:gd name="connsiteY3" fmla="*/ 372427 h 1025366"/>
              <a:gd name="connsiteX4" fmla="*/ 588645 w 1054417"/>
              <a:gd name="connsiteY4" fmla="*/ 237172 h 1025366"/>
              <a:gd name="connsiteX5" fmla="*/ 830580 w 1054417"/>
              <a:gd name="connsiteY5" fmla="*/ 106680 h 1025366"/>
              <a:gd name="connsiteX6" fmla="*/ 1054417 w 1054417"/>
              <a:gd name="connsiteY6" fmla="*/ 0 h 1025366"/>
              <a:gd name="connsiteX0" fmla="*/ 0 w 1054417"/>
              <a:gd name="connsiteY0" fmla="*/ 1025366 h 1025366"/>
              <a:gd name="connsiteX1" fmla="*/ 81439 w 1054417"/>
              <a:gd name="connsiteY1" fmla="*/ 729139 h 1025366"/>
              <a:gd name="connsiteX2" fmla="*/ 208122 w 1054417"/>
              <a:gd name="connsiteY2" fmla="*/ 548640 h 1025366"/>
              <a:gd name="connsiteX3" fmla="*/ 388620 w 1054417"/>
              <a:gd name="connsiteY3" fmla="*/ 372427 h 1025366"/>
              <a:gd name="connsiteX4" fmla="*/ 588645 w 1054417"/>
              <a:gd name="connsiteY4" fmla="*/ 237172 h 1025366"/>
              <a:gd name="connsiteX5" fmla="*/ 830580 w 1054417"/>
              <a:gd name="connsiteY5" fmla="*/ 106680 h 1025366"/>
              <a:gd name="connsiteX6" fmla="*/ 1054417 w 1054417"/>
              <a:gd name="connsiteY6" fmla="*/ 0 h 1025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54417" h="1025366">
                <a:moveTo>
                  <a:pt x="0" y="1025366"/>
                </a:moveTo>
                <a:cubicBezTo>
                  <a:pt x="24765" y="907256"/>
                  <a:pt x="46752" y="808593"/>
                  <a:pt x="81439" y="729139"/>
                </a:cubicBezTo>
                <a:cubicBezTo>
                  <a:pt x="116126" y="649685"/>
                  <a:pt x="156925" y="608092"/>
                  <a:pt x="208122" y="548640"/>
                </a:cubicBezTo>
                <a:cubicBezTo>
                  <a:pt x="259319" y="489188"/>
                  <a:pt x="325200" y="424338"/>
                  <a:pt x="388620" y="372427"/>
                </a:cubicBezTo>
                <a:cubicBezTo>
                  <a:pt x="452040" y="320516"/>
                  <a:pt x="514985" y="281463"/>
                  <a:pt x="588645" y="237172"/>
                </a:cubicBezTo>
                <a:cubicBezTo>
                  <a:pt x="662305" y="192881"/>
                  <a:pt x="750570" y="148590"/>
                  <a:pt x="830580" y="106680"/>
                </a:cubicBezTo>
                <a:cubicBezTo>
                  <a:pt x="910590" y="64770"/>
                  <a:pt x="980122" y="32385"/>
                  <a:pt x="1054417" y="0"/>
                </a:cubicBezTo>
              </a:path>
            </a:pathLst>
          </a:custGeom>
          <a:noFill/>
          <a:ln w="9525" cap="flat" cmpd="sng" algn="ctr">
            <a:solidFill>
              <a:srgbClr val="4B81B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D7109A-EF64-DACD-BADF-3DCAAD55AE81}"/>
              </a:ext>
            </a:extLst>
          </p:cNvPr>
          <p:cNvSpPr txBox="1"/>
          <p:nvPr/>
        </p:nvSpPr>
        <p:spPr>
          <a:xfrm>
            <a:off x="4716016" y="3732411"/>
            <a:ext cx="7772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>
                <a:solidFill>
                  <a:srgbClr val="FFFF00"/>
                </a:solidFill>
                <a:latin typeface="Segoe Print" panose="02000600000000000000" pitchFamily="2" charset="0"/>
              </a:rPr>
              <a:t>x</a:t>
            </a:r>
            <a:endParaRPr lang="en-GB">
              <a:solidFill>
                <a:srgbClr val="FFFF00"/>
              </a:solidFill>
              <a:latin typeface="Segoe Print" panose="020006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27CD27-F44D-FB9C-93D4-51E951635226}"/>
              </a:ext>
            </a:extLst>
          </p:cNvPr>
          <p:cNvSpPr txBox="1"/>
          <p:nvPr/>
        </p:nvSpPr>
        <p:spPr>
          <a:xfrm>
            <a:off x="3103013" y="3754165"/>
            <a:ext cx="7772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>
                <a:solidFill>
                  <a:srgbClr val="FFFF00"/>
                </a:solidFill>
                <a:latin typeface="Segoe Print" panose="02000600000000000000" pitchFamily="2" charset="0"/>
              </a:rPr>
              <a:t>x</a:t>
            </a:r>
            <a:endParaRPr lang="en-GB">
              <a:solidFill>
                <a:srgbClr val="FFFF00"/>
              </a:solidFill>
              <a:latin typeface="Segoe Print" panose="020006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3675213-0FC6-9DD7-B1CB-BD0EA1921D9C}"/>
              </a:ext>
            </a:extLst>
          </p:cNvPr>
          <p:cNvSpPr txBox="1"/>
          <p:nvPr/>
        </p:nvSpPr>
        <p:spPr>
          <a:xfrm>
            <a:off x="8057697" y="3718193"/>
            <a:ext cx="7772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>
                <a:solidFill>
                  <a:srgbClr val="FFFF00"/>
                </a:solidFill>
                <a:latin typeface="Segoe Print" panose="02000600000000000000" pitchFamily="2" charset="0"/>
              </a:rPr>
              <a:t>x</a:t>
            </a:r>
            <a:endParaRPr lang="en-GB">
              <a:solidFill>
                <a:srgbClr val="FFFF00"/>
              </a:solidFill>
              <a:latin typeface="Segoe Print" panose="020006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A69E8E-B518-8776-434D-0448BD9B0462}"/>
              </a:ext>
            </a:extLst>
          </p:cNvPr>
          <p:cNvSpPr txBox="1"/>
          <p:nvPr/>
        </p:nvSpPr>
        <p:spPr>
          <a:xfrm>
            <a:off x="6294158" y="3563133"/>
            <a:ext cx="77724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600">
                <a:solidFill>
                  <a:srgbClr val="FFFF00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✓</a:t>
            </a:r>
            <a:endParaRPr lang="en-GB" sz="2800">
              <a:solidFill>
                <a:srgbClr val="FFFF00"/>
              </a:solidFill>
              <a:latin typeface="Segoe Print" panose="02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696744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5288" y="859658"/>
            <a:ext cx="7686828" cy="52322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/>
              <a:t>Ideally EOTF should be defined by the human visual response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/>
          </a:p>
          <a:p>
            <a:pPr>
              <a:lnSpc>
                <a:spcPct val="150000"/>
              </a:lnSpc>
            </a:pPr>
            <a:r>
              <a:rPr lang="en-GB"/>
              <a:t>The current gamma worked well enough for the CRT era </a:t>
            </a:r>
          </a:p>
          <a:p>
            <a:pPr>
              <a:lnSpc>
                <a:spcPct val="150000"/>
              </a:lnSpc>
            </a:pPr>
            <a:r>
              <a:rPr lang="en-GB"/>
              <a:t>… is a sort of perceptual EOTF </a:t>
            </a:r>
          </a:p>
          <a:p>
            <a:pPr>
              <a:lnSpc>
                <a:spcPct val="150000"/>
              </a:lnSpc>
            </a:pPr>
            <a:r>
              <a:rPr lang="en-GB"/>
              <a:t>… But only at relatively low luminance levels </a:t>
            </a:r>
          </a:p>
          <a:p>
            <a:pPr lvl="1">
              <a:lnSpc>
                <a:spcPct val="150000"/>
              </a:lnSpc>
            </a:pPr>
            <a:r>
              <a:rPr lang="en-GB"/>
              <a:t>and small dynamic ranges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/>
          </a:p>
          <a:p>
            <a:pPr>
              <a:lnSpc>
                <a:spcPct val="150000"/>
              </a:lnSpc>
            </a:pPr>
            <a:r>
              <a:rPr lang="en-GB" b="1"/>
              <a:t>But next generation systems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/>
              <a:t>are much brighter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/>
              <a:t>have much higher dynamic range </a:t>
            </a:r>
          </a:p>
          <a:p>
            <a:pPr>
              <a:lnSpc>
                <a:spcPct val="150000"/>
              </a:lnSpc>
            </a:pPr>
            <a:endParaRPr lang="en-GB"/>
          </a:p>
          <a:p>
            <a:pPr>
              <a:lnSpc>
                <a:spcPct val="150000"/>
              </a:lnSpc>
            </a:pPr>
            <a:r>
              <a:rPr lang="en-GB"/>
              <a:t>… so need to stretch or modify gamma to allow a little more brightness and dynamic range out the current system </a:t>
            </a:r>
          </a:p>
          <a:p>
            <a:pPr>
              <a:lnSpc>
                <a:spcPct val="150000"/>
              </a:lnSpc>
            </a:pPr>
            <a:r>
              <a:rPr lang="en-GB"/>
              <a:t>… and adapt to scenes </a:t>
            </a:r>
          </a:p>
        </p:txBody>
      </p:sp>
      <p:sp>
        <p:nvSpPr>
          <p:cNvPr id="3" name="Rectangle 2"/>
          <p:cNvSpPr/>
          <p:nvPr/>
        </p:nvSpPr>
        <p:spPr>
          <a:xfrm>
            <a:off x="395288" y="368300"/>
            <a:ext cx="37305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/>
              <a:t>HDR Transfer Functions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D6AFF8A-DA44-9606-E9A8-96E14C87C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1782" y="606553"/>
            <a:ext cx="1732982" cy="1114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73463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2B18C92-40A1-4580-994C-3592B69E0761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ctr">
            <a:spAutoFit/>
          </a:bodyPr>
          <a:lstStyle/>
          <a:p>
            <a:pPr algn="l">
              <a:lnSpc>
                <a:spcPts val="1900"/>
              </a:lnSpc>
            </a:pPr>
            <a:endParaRPr lang="en-GB" sz="140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pic>
        <p:nvPicPr>
          <p:cNvPr id="2050" name="Picture 2" descr="https://www.flatpanelshd.com/pictures/colorvolume-1l.jpg">
            <a:extLst>
              <a:ext uri="{FF2B5EF4-FFF2-40B4-BE49-F238E27FC236}">
                <a16:creationId xmlns:a16="http://schemas.microsoft.com/office/drawing/2014/main" id="{C7CA61E1-48E2-4446-AE37-BC62DAFDED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548105"/>
            <a:ext cx="5720840" cy="5698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69A62B2-B26C-4E9B-8B1C-A3B88CF93DC5}"/>
              </a:ext>
            </a:extLst>
          </p:cNvPr>
          <p:cNvSpPr txBox="1"/>
          <p:nvPr/>
        </p:nvSpPr>
        <p:spPr>
          <a:xfrm>
            <a:off x="5605788" y="1275994"/>
            <a:ext cx="353820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rgbClr val="FFFF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Colour/luminance volume: </a:t>
            </a:r>
          </a:p>
          <a:p>
            <a:endParaRPr lang="en-GB" sz="1600" dirty="0">
              <a:solidFill>
                <a:srgbClr val="FFFF00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algn="ctr"/>
            <a:r>
              <a:rPr lang="en-GB" sz="1600" dirty="0">
                <a:solidFill>
                  <a:srgbClr val="FFFF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BT.2020 (10,000 nits for new LCDs and OLED displays) </a:t>
            </a:r>
          </a:p>
          <a:p>
            <a:pPr algn="ctr"/>
            <a:r>
              <a:rPr lang="en-GB" sz="1600" dirty="0">
                <a:solidFill>
                  <a:srgbClr val="FFFF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vs </a:t>
            </a:r>
          </a:p>
          <a:p>
            <a:pPr algn="ctr"/>
            <a:r>
              <a:rPr lang="en-GB" sz="1600" dirty="0">
                <a:solidFill>
                  <a:srgbClr val="FFFF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BT.709 (100 nits); </a:t>
            </a:r>
            <a:r>
              <a:rPr lang="en-GB" sz="1600" dirty="0" err="1">
                <a:solidFill>
                  <a:srgbClr val="FFFF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Yxy</a:t>
            </a:r>
            <a:r>
              <a:rPr lang="en-GB" sz="1600" dirty="0">
                <a:solidFill>
                  <a:srgbClr val="FFFF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</a:p>
          <a:p>
            <a:pPr algn="ctr"/>
            <a:r>
              <a:rPr lang="en-GB" sz="1600" dirty="0">
                <a:solidFill>
                  <a:srgbClr val="FFFF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(Sony)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3FFAB4-9E3F-45F1-B8D1-84E5A421DE1C}"/>
              </a:ext>
            </a:extLst>
          </p:cNvPr>
          <p:cNvSpPr txBox="1"/>
          <p:nvPr/>
        </p:nvSpPr>
        <p:spPr>
          <a:xfrm>
            <a:off x="5605789" y="5478898"/>
            <a:ext cx="35382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Nit</a:t>
            </a:r>
            <a:r>
              <a:rPr lang="en-GB" sz="1200" dirty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: Unit of luminance, the intensity of visible light. </a:t>
            </a:r>
          </a:p>
          <a:p>
            <a:r>
              <a:rPr lang="en-GB" sz="1200" dirty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To describe the brightness of </a:t>
            </a:r>
            <a:r>
              <a:rPr lang="en-GB" sz="1200" b="1" dirty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TV</a:t>
            </a:r>
            <a:r>
              <a:rPr lang="en-GB" sz="1200" dirty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 displays.</a:t>
            </a:r>
          </a:p>
          <a:p>
            <a:r>
              <a:rPr lang="en-GB" sz="1200" dirty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One </a:t>
            </a:r>
            <a:r>
              <a:rPr lang="en-GB" sz="1200" b="1" dirty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nit</a:t>
            </a:r>
            <a:r>
              <a:rPr lang="en-GB" sz="1200" dirty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 = one candela/m</a:t>
            </a:r>
            <a:r>
              <a:rPr lang="en-GB" sz="1200" baseline="30000" dirty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n-GB" sz="1200" dirty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8BC66C-FCAF-4BDF-9609-C3D60C8718E8}"/>
              </a:ext>
            </a:extLst>
          </p:cNvPr>
          <p:cNvSpPr txBox="1"/>
          <p:nvPr/>
        </p:nvSpPr>
        <p:spPr>
          <a:xfrm>
            <a:off x="0" y="5894396"/>
            <a:ext cx="1562096" cy="64633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rgbClr val="00B0F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https://www.flatpanelshd.com/focus.php?subaction=showfull&amp;id=1505390780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BFE0E3-30DD-4A89-B2E0-145C7476CC42}"/>
              </a:ext>
            </a:extLst>
          </p:cNvPr>
          <p:cNvSpPr txBox="1"/>
          <p:nvPr/>
        </p:nvSpPr>
        <p:spPr>
          <a:xfrm>
            <a:off x="395288" y="368300"/>
            <a:ext cx="44823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>
                <a:solidFill>
                  <a:srgbClr val="FFFF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Colour in BT.709 vs BT.2020</a:t>
            </a:r>
            <a:endParaRPr lang="en-GB" sz="2400" b="1" dirty="0">
              <a:solidFill>
                <a:srgbClr val="FFFF00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532762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EFB5FB-8F07-1550-5B97-09E6D28575D3}"/>
              </a:ext>
            </a:extLst>
          </p:cNvPr>
          <p:cNvSpPr txBox="1"/>
          <p:nvPr/>
        </p:nvSpPr>
        <p:spPr>
          <a:xfrm>
            <a:off x="396240" y="971421"/>
            <a:ext cx="8351520" cy="5057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300"/>
              </a:lnSpc>
            </a:pPr>
            <a:r>
              <a:rPr lang="en-GB" b="1"/>
              <a:t>Traditional display devices </a:t>
            </a:r>
          </a:p>
          <a:p>
            <a:pPr marL="285750" indent="-285750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GB"/>
              <a:t>used BT.709 Gamma transfer function </a:t>
            </a:r>
          </a:p>
          <a:p>
            <a:pPr marL="285750" indent="-285750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GB"/>
              <a:t>brightness range of up to 100 Nits (cd/m2).</a:t>
            </a:r>
          </a:p>
          <a:p>
            <a:pPr>
              <a:lnSpc>
                <a:spcPts val="2300"/>
              </a:lnSpc>
            </a:pPr>
            <a:endParaRPr lang="en-GB"/>
          </a:p>
          <a:p>
            <a:pPr>
              <a:lnSpc>
                <a:spcPts val="2300"/>
              </a:lnSpc>
            </a:pPr>
            <a:r>
              <a:rPr lang="en-GB" b="1"/>
              <a:t>For HDR </a:t>
            </a:r>
          </a:p>
          <a:p>
            <a:pPr marL="285750" indent="-285750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GB" b="1"/>
              <a:t>Perceptual Quantizer (PQ) </a:t>
            </a:r>
            <a:endParaRPr lang="en-GB"/>
          </a:p>
          <a:p>
            <a:pPr marL="742950" lvl="1" indent="-285750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GB"/>
              <a:t>an absolute, display-referred signal</a:t>
            </a:r>
          </a:p>
          <a:p>
            <a:pPr marL="1200150" lvl="2" indent="-285750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GB"/>
              <a:t>(i.e. image data is referred to each display’s capabilities)</a:t>
            </a:r>
          </a:p>
          <a:p>
            <a:pPr marL="742950" lvl="1" indent="-285750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GB"/>
              <a:t>implement tone mapping to adapt the light levels</a:t>
            </a:r>
          </a:p>
          <a:p>
            <a:pPr marL="742950" lvl="1" indent="-285750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GB"/>
              <a:t>use content metadata to display PQ coded images</a:t>
            </a:r>
          </a:p>
          <a:p>
            <a:pPr marL="1200150" lvl="2" indent="-285750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GB"/>
              <a:t>could be for entire video stream (static) </a:t>
            </a:r>
          </a:p>
          <a:p>
            <a:pPr marL="742950" lvl="1" indent="-285750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GB"/>
              <a:t>	or for each individual shot (dynamic)</a:t>
            </a:r>
          </a:p>
          <a:p>
            <a:pPr marL="742950" lvl="1" indent="-285750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GB"/>
              <a:t>but dynamic PQ not compatible with existing display systems</a:t>
            </a:r>
          </a:p>
          <a:p>
            <a:pPr marL="742950" lvl="1" indent="-285750">
              <a:lnSpc>
                <a:spcPts val="2300"/>
              </a:lnSpc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GB" b="1"/>
              <a:t>Hybrid Log-Gamma (HLG) </a:t>
            </a:r>
            <a:r>
              <a:rPr lang="en-GB"/>
              <a:t>- a relative, scene-referred signal</a:t>
            </a:r>
          </a:p>
          <a:p>
            <a:pPr marL="742950" lvl="1" indent="-285750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GB"/>
              <a:t>compatible with existing display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F34DF7-9FD6-C21D-8509-344BDC4AE449}"/>
              </a:ext>
            </a:extLst>
          </p:cNvPr>
          <p:cNvSpPr txBox="1"/>
          <p:nvPr/>
        </p:nvSpPr>
        <p:spPr>
          <a:xfrm>
            <a:off x="395288" y="368300"/>
            <a:ext cx="78967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/>
              <a:t>The Need for HDR Transfer Functions – HLG and PQ</a:t>
            </a:r>
          </a:p>
        </p:txBody>
      </p:sp>
    </p:spTree>
    <p:extLst>
      <p:ext uri="{BB962C8B-B14F-4D97-AF65-F5344CB8AC3E}">
        <p14:creationId xmlns:p14="http://schemas.microsoft.com/office/powerpoint/2010/main" val="338888279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rt&#10;&#10;Description automatically generated">
            <a:extLst>
              <a:ext uri="{FF2B5EF4-FFF2-40B4-BE49-F238E27FC236}">
                <a16:creationId xmlns:a16="http://schemas.microsoft.com/office/drawing/2014/main" id="{B963126F-AEF2-570F-3C80-3205D94FA7B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893"/>
          <a:stretch/>
        </p:blipFill>
        <p:spPr>
          <a:xfrm>
            <a:off x="1187023" y="843297"/>
            <a:ext cx="7626121" cy="39141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7AC124F-E578-7082-5878-06C8687E5721}"/>
              </a:ext>
            </a:extLst>
          </p:cNvPr>
          <p:cNvSpPr txBox="1"/>
          <p:nvPr/>
        </p:nvSpPr>
        <p:spPr>
          <a:xfrm>
            <a:off x="395288" y="368300"/>
            <a:ext cx="6675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/>
              <a:t>HDR – Signal To Light Mapping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5940FD-CAAD-D619-B12B-C01FE8ABD147}"/>
              </a:ext>
            </a:extLst>
          </p:cNvPr>
          <p:cNvSpPr/>
          <p:nvPr/>
        </p:nvSpPr>
        <p:spPr bwMode="auto">
          <a:xfrm>
            <a:off x="797074" y="1895951"/>
            <a:ext cx="488385" cy="2094168"/>
          </a:xfrm>
          <a:prstGeom prst="rect">
            <a:avLst/>
          </a:prstGeom>
          <a:gradFill>
            <a:gsLst>
              <a:gs pos="27000">
                <a:schemeClr val="bg1"/>
              </a:gs>
              <a:gs pos="0">
                <a:schemeClr val="bg1">
                  <a:lumMod val="95000"/>
                </a:schemeClr>
              </a:gs>
              <a:gs pos="100000">
                <a:schemeClr val="tx1"/>
              </a:gs>
            </a:gsLst>
            <a:lin ang="5400000" scaled="1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34518D-FCDC-8363-1AB3-79A7BA12CCDC}"/>
              </a:ext>
            </a:extLst>
          </p:cNvPr>
          <p:cNvSpPr txBox="1"/>
          <p:nvPr/>
        </p:nvSpPr>
        <p:spPr>
          <a:xfrm rot="16200000">
            <a:off x="127806" y="1455380"/>
            <a:ext cx="996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/>
              <a:t>Brightest </a:t>
            </a:r>
          </a:p>
          <a:p>
            <a:r>
              <a:rPr lang="en-GB" sz="1200"/>
              <a:t>Image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4A96CB-0C01-BA0A-98ED-103778445CB4}"/>
              </a:ext>
            </a:extLst>
          </p:cNvPr>
          <p:cNvSpPr txBox="1"/>
          <p:nvPr/>
        </p:nvSpPr>
        <p:spPr>
          <a:xfrm rot="16200000">
            <a:off x="183020" y="3440824"/>
            <a:ext cx="830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/>
              <a:t>Darkest </a:t>
            </a:r>
          </a:p>
          <a:p>
            <a:r>
              <a:rPr lang="en-GB" sz="1200"/>
              <a:t>Image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65AC38-A0DE-BE95-2308-9E7AA71F83BD}"/>
              </a:ext>
            </a:extLst>
          </p:cNvPr>
          <p:cNvSpPr txBox="1"/>
          <p:nvPr/>
        </p:nvSpPr>
        <p:spPr>
          <a:xfrm>
            <a:off x="5971686" y="1626232"/>
            <a:ext cx="9511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/>
              <a:t>HLG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2E85A20-BD39-5D68-EB9E-27164D55A0BD}"/>
              </a:ext>
            </a:extLst>
          </p:cNvPr>
          <p:cNvSpPr txBox="1"/>
          <p:nvPr/>
        </p:nvSpPr>
        <p:spPr>
          <a:xfrm>
            <a:off x="2569029" y="1618952"/>
            <a:ext cx="18868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/>
              <a:t>BT.709 Gamma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F674239-CB47-868D-B678-2C7EABE2E812}"/>
              </a:ext>
            </a:extLst>
          </p:cNvPr>
          <p:cNvSpPr txBox="1"/>
          <p:nvPr/>
        </p:nvSpPr>
        <p:spPr>
          <a:xfrm>
            <a:off x="4572000" y="2393555"/>
            <a:ext cx="23416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/>
              <a:t>PQ SMPTE ST2048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77A764-3FE1-6577-3ECE-5BAD9092A337}"/>
              </a:ext>
            </a:extLst>
          </p:cNvPr>
          <p:cNvSpPr txBox="1"/>
          <p:nvPr/>
        </p:nvSpPr>
        <p:spPr>
          <a:xfrm>
            <a:off x="395288" y="4757457"/>
            <a:ext cx="855335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light level range in darker region is represented by a larger signal value range compared to the brighter regions: so more granular representation in darker regions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/>
              <a:t>this is more evenly distributed for the BT.709 based displays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/>
              <a:t>become less granular for HDR displays in the brighter regions</a:t>
            </a:r>
          </a:p>
        </p:txBody>
      </p:sp>
    </p:spTree>
    <p:extLst>
      <p:ext uri="{BB962C8B-B14F-4D97-AF65-F5344CB8AC3E}">
        <p14:creationId xmlns:p14="http://schemas.microsoft.com/office/powerpoint/2010/main" val="225451816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2506133" y="1481689"/>
            <a:ext cx="2953621" cy="1041403"/>
            <a:chOff x="2921000" y="1481689"/>
            <a:chExt cx="1456267" cy="1041403"/>
          </a:xfrm>
        </p:grpSpPr>
        <p:cxnSp>
          <p:nvCxnSpPr>
            <p:cNvPr id="39" name="Straight Connector 38"/>
            <p:cNvCxnSpPr>
              <a:cxnSpLocks/>
            </p:cNvCxnSpPr>
            <p:nvPr/>
          </p:nvCxnSpPr>
          <p:spPr>
            <a:xfrm flipV="1">
              <a:off x="2929467" y="1481689"/>
              <a:ext cx="1447800" cy="2"/>
            </a:xfrm>
            <a:prstGeom prst="line">
              <a:avLst/>
            </a:prstGeom>
            <a:ln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>
              <a:cxnSpLocks/>
            </p:cNvCxnSpPr>
            <p:nvPr/>
          </p:nvCxnSpPr>
          <p:spPr>
            <a:xfrm flipV="1">
              <a:off x="2921000" y="1828823"/>
              <a:ext cx="1447800" cy="2"/>
            </a:xfrm>
            <a:prstGeom prst="line">
              <a:avLst/>
            </a:prstGeom>
            <a:ln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>
              <a:cxnSpLocks/>
            </p:cNvCxnSpPr>
            <p:nvPr/>
          </p:nvCxnSpPr>
          <p:spPr>
            <a:xfrm flipV="1">
              <a:off x="2921000" y="2192890"/>
              <a:ext cx="1447800" cy="2"/>
            </a:xfrm>
            <a:prstGeom prst="line">
              <a:avLst/>
            </a:prstGeom>
            <a:ln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>
              <a:cxnSpLocks/>
            </p:cNvCxnSpPr>
            <p:nvPr/>
          </p:nvCxnSpPr>
          <p:spPr>
            <a:xfrm flipV="1">
              <a:off x="2921000" y="2523090"/>
              <a:ext cx="1447800" cy="2"/>
            </a:xfrm>
            <a:prstGeom prst="line">
              <a:avLst/>
            </a:prstGeom>
            <a:ln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9" name="Straight Connector 88"/>
          <p:cNvCxnSpPr/>
          <p:nvPr/>
        </p:nvCxnSpPr>
        <p:spPr>
          <a:xfrm>
            <a:off x="3200396" y="3793084"/>
            <a:ext cx="634918" cy="762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>
            <a:off x="3200397" y="3369755"/>
            <a:ext cx="0" cy="431874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374458" y="4815906"/>
            <a:ext cx="6280342" cy="155491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Requirement:</a:t>
            </a:r>
          </a:p>
          <a:p>
            <a:pPr marL="285750" indent="-285750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To transmit Audio and Video compressed data in: </a:t>
            </a:r>
          </a:p>
          <a:p>
            <a:pPr marL="177800" defTabSz="627063">
              <a:lnSpc>
                <a:spcPts val="2300"/>
              </a:lnSpc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	(i) reliable channels – studio, DVD, reliable media </a:t>
            </a:r>
            <a:r>
              <a:rPr lang="en-GB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Lucida Sans Unicode" pitchFamily="34" charset="0"/>
                <a:cs typeface="Lucida Sans Unicode" pitchFamily="34" charset="0"/>
              </a:rPr>
              <a:t>(PS)</a:t>
            </a:r>
          </a:p>
          <a:p>
            <a:pPr marL="177800" defTabSz="627063">
              <a:lnSpc>
                <a:spcPts val="2300"/>
              </a:lnSpc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	(ii) transmission in hostile environments </a:t>
            </a:r>
            <a:r>
              <a:rPr lang="en-GB" sz="1600" b="1" dirty="0">
                <a:solidFill>
                  <a:srgbClr val="FF0000"/>
                </a:solidFill>
                <a:latin typeface="Lucida Sans Unicode" pitchFamily="34" charset="0"/>
                <a:cs typeface="Lucida Sans Unicode" pitchFamily="34" charset="0"/>
              </a:rPr>
              <a:t>(TS)</a:t>
            </a:r>
          </a:p>
          <a:p>
            <a:pPr marL="285750" indent="-285750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Allow interchange between these two formats 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456361" y="1354546"/>
            <a:ext cx="1210733" cy="279400"/>
            <a:chOff x="1701800" y="1075267"/>
            <a:chExt cx="1210733" cy="279400"/>
          </a:xfrm>
        </p:grpSpPr>
        <p:sp>
          <p:nvSpPr>
            <p:cNvPr id="3" name="Rectangle 2"/>
            <p:cNvSpPr/>
            <p:nvPr/>
          </p:nvSpPr>
          <p:spPr>
            <a:xfrm>
              <a:off x="1701800" y="1075267"/>
              <a:ext cx="1210733" cy="2794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769533" y="1134534"/>
              <a:ext cx="127000" cy="143933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Rectangle 4"/>
            <p:cNvSpPr/>
            <p:nvPr/>
          </p:nvSpPr>
          <p:spPr>
            <a:xfrm>
              <a:off x="1955800" y="1134534"/>
              <a:ext cx="127000" cy="143933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angle 5"/>
            <p:cNvSpPr/>
            <p:nvPr/>
          </p:nvSpPr>
          <p:spPr>
            <a:xfrm>
              <a:off x="2150534" y="1134533"/>
              <a:ext cx="127000" cy="14393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/>
            <p:cNvSpPr/>
            <p:nvPr/>
          </p:nvSpPr>
          <p:spPr>
            <a:xfrm>
              <a:off x="2336799" y="1134533"/>
              <a:ext cx="127000" cy="143933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523066" y="1134533"/>
              <a:ext cx="127000" cy="143933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 8"/>
            <p:cNvSpPr/>
            <p:nvPr/>
          </p:nvSpPr>
          <p:spPr>
            <a:xfrm>
              <a:off x="2717800" y="1134532"/>
              <a:ext cx="127000" cy="14393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1456361" y="1701680"/>
            <a:ext cx="1210733" cy="279400"/>
            <a:chOff x="1701800" y="1075267"/>
            <a:chExt cx="1210733" cy="279400"/>
          </a:xfrm>
        </p:grpSpPr>
        <p:sp>
          <p:nvSpPr>
            <p:cNvPr id="11" name="Rectangle 10"/>
            <p:cNvSpPr/>
            <p:nvPr/>
          </p:nvSpPr>
          <p:spPr>
            <a:xfrm>
              <a:off x="1701800" y="1075267"/>
              <a:ext cx="1210733" cy="2794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769533" y="1134534"/>
              <a:ext cx="127000" cy="143933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55800" y="1134534"/>
              <a:ext cx="127000" cy="143933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150534" y="1134533"/>
              <a:ext cx="127000" cy="14393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336799" y="1134533"/>
              <a:ext cx="127000" cy="143933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523066" y="1134533"/>
              <a:ext cx="127000" cy="143933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2717800" y="1134532"/>
              <a:ext cx="127000" cy="14393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1456361" y="2057280"/>
            <a:ext cx="1210733" cy="279400"/>
            <a:chOff x="1701800" y="1075267"/>
            <a:chExt cx="1210733" cy="279400"/>
          </a:xfrm>
        </p:grpSpPr>
        <p:sp>
          <p:nvSpPr>
            <p:cNvPr id="19" name="Rectangle 18"/>
            <p:cNvSpPr/>
            <p:nvPr/>
          </p:nvSpPr>
          <p:spPr>
            <a:xfrm>
              <a:off x="1701800" y="1075267"/>
              <a:ext cx="1210733" cy="2794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769533" y="1134534"/>
              <a:ext cx="127000" cy="143933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55800" y="1134534"/>
              <a:ext cx="127000" cy="143933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150534" y="1134533"/>
              <a:ext cx="127000" cy="14393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336799" y="1134533"/>
              <a:ext cx="127000" cy="143933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2523066" y="1134533"/>
              <a:ext cx="127000" cy="143933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2717800" y="1134532"/>
              <a:ext cx="127000" cy="14393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1456361" y="2404414"/>
            <a:ext cx="1210733" cy="279400"/>
            <a:chOff x="1701800" y="1075267"/>
            <a:chExt cx="1210733" cy="279400"/>
          </a:xfrm>
        </p:grpSpPr>
        <p:sp>
          <p:nvSpPr>
            <p:cNvPr id="27" name="Rectangle 26"/>
            <p:cNvSpPr/>
            <p:nvPr/>
          </p:nvSpPr>
          <p:spPr>
            <a:xfrm>
              <a:off x="1701800" y="1075267"/>
              <a:ext cx="1210733" cy="2794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769533" y="1134534"/>
              <a:ext cx="127000" cy="143933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955800" y="1134534"/>
              <a:ext cx="127000" cy="143933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2150534" y="1134533"/>
              <a:ext cx="127000" cy="14393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2336799" y="1134533"/>
              <a:ext cx="127000" cy="143933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2523066" y="1134533"/>
              <a:ext cx="127000" cy="143933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2717800" y="1134532"/>
              <a:ext cx="127000" cy="14393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321810" y="1286808"/>
            <a:ext cx="768159" cy="17235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Video</a:t>
            </a:r>
          </a:p>
          <a:p>
            <a:pPr>
              <a:lnSpc>
                <a:spcPts val="2700"/>
              </a:lnSpc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Audio</a:t>
            </a:r>
          </a:p>
          <a:p>
            <a:pPr>
              <a:lnSpc>
                <a:spcPts val="2700"/>
              </a:lnSpc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Video</a:t>
            </a:r>
          </a:p>
          <a:p>
            <a:pPr>
              <a:lnSpc>
                <a:spcPts val="2700"/>
              </a:lnSpc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Audio</a:t>
            </a:r>
          </a:p>
          <a:p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cxnSp>
        <p:nvCxnSpPr>
          <p:cNvPr id="35" name="Straight Connector 34"/>
          <p:cNvCxnSpPr>
            <a:endCxn id="3" idx="1"/>
          </p:cNvCxnSpPr>
          <p:nvPr/>
        </p:nvCxnSpPr>
        <p:spPr>
          <a:xfrm flipV="1">
            <a:off x="914494" y="1494246"/>
            <a:ext cx="541867" cy="4233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V="1">
            <a:off x="1083827" y="1849846"/>
            <a:ext cx="541867" cy="4233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V="1">
            <a:off x="1075360" y="2196979"/>
            <a:ext cx="541867" cy="4233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1092294" y="2544112"/>
            <a:ext cx="541867" cy="4233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5401737" y="1278488"/>
            <a:ext cx="273752" cy="694267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Rectangle 43"/>
          <p:cNvSpPr/>
          <p:nvPr/>
        </p:nvSpPr>
        <p:spPr>
          <a:xfrm>
            <a:off x="5401737" y="2040486"/>
            <a:ext cx="273752" cy="694267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Rectangle 44"/>
          <p:cNvSpPr/>
          <p:nvPr/>
        </p:nvSpPr>
        <p:spPr>
          <a:xfrm>
            <a:off x="2743197" y="3149620"/>
            <a:ext cx="914400" cy="254003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6" name="Straight Connector 45"/>
          <p:cNvCxnSpPr/>
          <p:nvPr/>
        </p:nvCxnSpPr>
        <p:spPr>
          <a:xfrm flipH="1">
            <a:off x="2929464" y="2192892"/>
            <a:ext cx="1" cy="982131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H="1">
            <a:off x="3386664" y="2531558"/>
            <a:ext cx="1" cy="626531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6146803" y="609589"/>
            <a:ext cx="359741" cy="2116702"/>
          </a:xfrm>
          <a:prstGeom prst="rec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9" name="Straight Connector 48"/>
          <p:cNvCxnSpPr/>
          <p:nvPr/>
        </p:nvCxnSpPr>
        <p:spPr>
          <a:xfrm flipV="1">
            <a:off x="5681136" y="1642557"/>
            <a:ext cx="457200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V="1">
            <a:off x="5664203" y="2328357"/>
            <a:ext cx="457200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cxnSpLocks/>
          </p:cNvCxnSpPr>
          <p:nvPr/>
        </p:nvCxnSpPr>
        <p:spPr>
          <a:xfrm flipV="1">
            <a:off x="5238750" y="794249"/>
            <a:ext cx="1087923" cy="164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6098072" y="1632918"/>
            <a:ext cx="1303867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H="1">
            <a:off x="7390155" y="1600245"/>
            <a:ext cx="11789" cy="213135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V="1">
            <a:off x="8070697" y="2349379"/>
            <a:ext cx="360040" cy="801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flipV="1">
            <a:off x="7393362" y="3413880"/>
            <a:ext cx="360040" cy="801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7753402" y="2478144"/>
            <a:ext cx="900100" cy="450050"/>
          </a:xfrm>
          <a:prstGeom prst="rect">
            <a:avLst/>
          </a:prstGeom>
          <a:solidFill>
            <a:schemeClr val="tx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Rectangle 56"/>
          <p:cNvSpPr/>
          <p:nvPr/>
        </p:nvSpPr>
        <p:spPr>
          <a:xfrm>
            <a:off x="7781473" y="2523149"/>
            <a:ext cx="855095" cy="360040"/>
          </a:xfrm>
          <a:prstGeom prst="rect">
            <a:avLst/>
          </a:prstGeom>
          <a:gradFill flip="none" rotWithShape="1">
            <a:gsLst>
              <a:gs pos="0">
                <a:srgbClr val="3399FF"/>
              </a:gs>
              <a:gs pos="16000">
                <a:srgbClr val="00CCCC"/>
              </a:gs>
              <a:gs pos="47000">
                <a:srgbClr val="9999FF"/>
              </a:gs>
              <a:gs pos="60001">
                <a:srgbClr val="2E6792"/>
              </a:gs>
              <a:gs pos="71001">
                <a:srgbClr val="3333CC"/>
              </a:gs>
              <a:gs pos="81000">
                <a:srgbClr val="1170FF"/>
              </a:gs>
              <a:gs pos="100000">
                <a:srgbClr val="006699"/>
              </a:gs>
            </a:gsLst>
            <a:lin ang="13500000" scaled="1"/>
            <a:tileRect/>
          </a:gra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Rectangle 59"/>
          <p:cNvSpPr/>
          <p:nvPr/>
        </p:nvSpPr>
        <p:spPr>
          <a:xfrm>
            <a:off x="3527959" y="4051041"/>
            <a:ext cx="900100" cy="470144"/>
          </a:xfrm>
          <a:prstGeom prst="rect">
            <a:avLst/>
          </a:prstGeom>
          <a:solidFill>
            <a:schemeClr val="tx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Rectangle 60"/>
          <p:cNvSpPr/>
          <p:nvPr/>
        </p:nvSpPr>
        <p:spPr>
          <a:xfrm>
            <a:off x="3556032" y="4097891"/>
            <a:ext cx="855095" cy="360040"/>
          </a:xfrm>
          <a:prstGeom prst="rect">
            <a:avLst/>
          </a:prstGeom>
          <a:gradFill flip="none" rotWithShape="1">
            <a:gsLst>
              <a:gs pos="0">
                <a:srgbClr val="3399FF"/>
              </a:gs>
              <a:gs pos="16000">
                <a:srgbClr val="00CCCC"/>
              </a:gs>
              <a:gs pos="47000">
                <a:srgbClr val="9999FF"/>
              </a:gs>
              <a:gs pos="60001">
                <a:srgbClr val="2E6792"/>
              </a:gs>
              <a:gs pos="71001">
                <a:srgbClr val="3333CC"/>
              </a:gs>
              <a:gs pos="81000">
                <a:srgbClr val="1170FF"/>
              </a:gs>
              <a:gs pos="100000">
                <a:srgbClr val="006699"/>
              </a:gs>
            </a:gsLst>
            <a:lin ang="13500000" scaled="1"/>
            <a:tileRect/>
          </a:gra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" name="Rectangle 61"/>
          <p:cNvSpPr/>
          <p:nvPr/>
        </p:nvSpPr>
        <p:spPr>
          <a:xfrm>
            <a:off x="7744936" y="3663474"/>
            <a:ext cx="900100" cy="450050"/>
          </a:xfrm>
          <a:prstGeom prst="rect">
            <a:avLst/>
          </a:prstGeom>
          <a:solidFill>
            <a:schemeClr val="tx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" name="Rectangle 62"/>
          <p:cNvSpPr/>
          <p:nvPr/>
        </p:nvSpPr>
        <p:spPr>
          <a:xfrm>
            <a:off x="7773007" y="3708479"/>
            <a:ext cx="855095" cy="360040"/>
          </a:xfrm>
          <a:prstGeom prst="rect">
            <a:avLst/>
          </a:prstGeom>
          <a:gradFill flip="none" rotWithShape="1">
            <a:gsLst>
              <a:gs pos="0">
                <a:srgbClr val="3399FF"/>
              </a:gs>
              <a:gs pos="16000">
                <a:srgbClr val="00CCCC"/>
              </a:gs>
              <a:gs pos="47000">
                <a:srgbClr val="9999FF"/>
              </a:gs>
              <a:gs pos="60001">
                <a:srgbClr val="2E6792"/>
              </a:gs>
              <a:gs pos="71001">
                <a:srgbClr val="3333CC"/>
              </a:gs>
              <a:gs pos="81000">
                <a:srgbClr val="1170FF"/>
              </a:gs>
              <a:gs pos="100000">
                <a:srgbClr val="006699"/>
              </a:gs>
            </a:gsLst>
            <a:lin ang="13500000" scaled="1"/>
            <a:tileRect/>
          </a:gra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TextBox 65"/>
          <p:cNvSpPr txBox="1"/>
          <p:nvPr/>
        </p:nvSpPr>
        <p:spPr>
          <a:xfrm>
            <a:off x="4610975" y="543184"/>
            <a:ext cx="643125" cy="4135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Data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44503" y="628892"/>
            <a:ext cx="18830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MPEG-2 Transport Mux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70889" y="1327383"/>
            <a:ext cx="26486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>
                <a:solidFill>
                  <a:srgbClr val="C00000"/>
                </a:solidFill>
                <a:latin typeface="Lucida Sans Unicode" pitchFamily="34" charset="0"/>
                <a:cs typeface="Lucida Sans Unicode" pitchFamily="34" charset="0"/>
              </a:rPr>
              <a:t>Transport Stream, 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6992" y="3600460"/>
            <a:ext cx="30332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>
                <a:solidFill>
                  <a:srgbClr val="0070C0"/>
                </a:solidFill>
                <a:latin typeface="Lucida Sans Unicode" pitchFamily="34" charset="0"/>
                <a:cs typeface="Lucida Sans Unicode" pitchFamily="34" charset="0"/>
              </a:rPr>
              <a:t>Program Stream, PS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50247" y="2766529"/>
            <a:ext cx="14939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MPEG-2</a:t>
            </a:r>
          </a:p>
          <a:p>
            <a:pPr algn="ctr"/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Systems Processor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48975" y="2944625"/>
            <a:ext cx="23452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MPEG-2</a:t>
            </a:r>
          </a:p>
          <a:p>
            <a:pPr algn="r"/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Systems Processor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329342" y="829601"/>
            <a:ext cx="14986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MPEG-2</a:t>
            </a:r>
          </a:p>
          <a:p>
            <a:pPr algn="ctr"/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Compressors</a:t>
            </a:r>
          </a:p>
        </p:txBody>
      </p:sp>
      <p:sp>
        <p:nvSpPr>
          <p:cNvPr id="74" name="Rectangle 26"/>
          <p:cNvSpPr>
            <a:spLocks noChangeArrowheads="1"/>
          </p:cNvSpPr>
          <p:nvPr/>
        </p:nvSpPr>
        <p:spPr bwMode="auto">
          <a:xfrm>
            <a:off x="381000" y="338665"/>
            <a:ext cx="232146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>
                <a:latin typeface="Lucida Sans Unicode" panose="020B0602030504020204" pitchFamily="34" charset="0"/>
              </a:rPr>
              <a:t>MPEG Systems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522044" y="3572951"/>
            <a:ext cx="906017" cy="43858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GB" sz="1400" dirty="0">
                <a:latin typeface="Lucida Sans Unicode" pitchFamily="34" charset="0"/>
                <a:cs typeface="Lucida Sans Unicode" pitchFamily="34" charset="0"/>
              </a:rPr>
              <a:t>Decoder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745050" y="2008593"/>
            <a:ext cx="906017" cy="43858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GB" sz="1400" dirty="0">
                <a:latin typeface="Lucida Sans Unicode" pitchFamily="34" charset="0"/>
                <a:cs typeface="Lucida Sans Unicode" pitchFamily="34" charset="0"/>
              </a:rPr>
              <a:t>Decoder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736488" y="3182482"/>
            <a:ext cx="906017" cy="43858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GB" sz="1400" dirty="0">
                <a:latin typeface="Lucida Sans Unicode" pitchFamily="34" charset="0"/>
                <a:cs typeface="Lucida Sans Unicode" pitchFamily="34" charset="0"/>
              </a:rPr>
              <a:t>Decoder</a:t>
            </a:r>
          </a:p>
        </p:txBody>
      </p:sp>
      <p:cxnSp>
        <p:nvCxnSpPr>
          <p:cNvPr id="83" name="Straight Connector 82"/>
          <p:cNvCxnSpPr/>
          <p:nvPr/>
        </p:nvCxnSpPr>
        <p:spPr>
          <a:xfrm>
            <a:off x="7389763" y="3770210"/>
            <a:ext cx="1" cy="343314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 flipV="1">
            <a:off x="7393362" y="2270960"/>
            <a:ext cx="360040" cy="801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758291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: Rounded Corners 48"/>
          <p:cNvSpPr/>
          <p:nvPr/>
        </p:nvSpPr>
        <p:spPr>
          <a:xfrm>
            <a:off x="334347" y="4406962"/>
            <a:ext cx="1914674" cy="931822"/>
          </a:xfrm>
          <a:prstGeom prst="roundRect">
            <a:avLst/>
          </a:prstGeom>
          <a:solidFill>
            <a:srgbClr val="FDEDE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TextBox 43"/>
          <p:cNvSpPr txBox="1"/>
          <p:nvPr/>
        </p:nvSpPr>
        <p:spPr>
          <a:xfrm>
            <a:off x="356388" y="4409608"/>
            <a:ext cx="18224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Lucida Sans Unicode" pitchFamily="34" charset="0"/>
                <a:cs typeface="Lucida Sans Unicode" pitchFamily="34" charset="0"/>
              </a:rPr>
              <a:t>Video Presentation Units: </a:t>
            </a:r>
            <a:r>
              <a:rPr lang="en-GB" sz="1400" dirty="0">
                <a:latin typeface="Lucida Sans Unicode" pitchFamily="34" charset="0"/>
                <a:cs typeface="Lucida Sans Unicode" pitchFamily="34" charset="0"/>
              </a:rPr>
              <a:t>Raw video coding at discrete time intervals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19696" y="2502021"/>
            <a:ext cx="111944" cy="546944"/>
          </a:xfrm>
          <a:prstGeom prst="rect">
            <a:avLst/>
          </a:prstGeom>
          <a:gradFill>
            <a:gsLst>
              <a:gs pos="0">
                <a:srgbClr val="E1E1FF"/>
              </a:gs>
              <a:gs pos="57000">
                <a:srgbClr val="604A7B"/>
              </a:gs>
            </a:gsLst>
            <a:lin ang="5400000" scaled="1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: Rounded Corners 21"/>
          <p:cNvSpPr/>
          <p:nvPr/>
        </p:nvSpPr>
        <p:spPr>
          <a:xfrm>
            <a:off x="418951" y="1765022"/>
            <a:ext cx="1914674" cy="741310"/>
          </a:xfrm>
          <a:prstGeom prst="roundRect">
            <a:avLst/>
          </a:prstGeom>
          <a:solidFill>
            <a:srgbClr val="E1E1F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Oval 39"/>
          <p:cNvSpPr/>
          <p:nvPr/>
        </p:nvSpPr>
        <p:spPr>
          <a:xfrm>
            <a:off x="3208867" y="1411332"/>
            <a:ext cx="5579533" cy="395864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extBox 1"/>
          <p:cNvSpPr txBox="1"/>
          <p:nvPr/>
        </p:nvSpPr>
        <p:spPr>
          <a:xfrm>
            <a:off x="395288" y="333375"/>
            <a:ext cx="8209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Lucida Sans Unicode" panose="020B0602030504020204" pitchFamily="34" charset="0"/>
              </a:rPr>
              <a:t>MPEG-2 Packets and Multiplexes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48064" y="741834"/>
            <a:ext cx="38256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i="1" dirty="0">
                <a:latin typeface="Lucida Sans Unicode" pitchFamily="34" charset="0"/>
                <a:cs typeface="Lucida Sans Unicode" pitchFamily="34" charset="0"/>
              </a:rPr>
              <a:t>audio and video data can be exchanged between TS and PS at PES level 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331640" y="2826013"/>
            <a:ext cx="432048" cy="288032"/>
          </a:xfrm>
          <a:prstGeom prst="rightArrow">
            <a:avLst>
              <a:gd name="adj1" fmla="val 50000"/>
              <a:gd name="adj2" fmla="val 64697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ight Arrow 7"/>
          <p:cNvSpPr/>
          <p:nvPr/>
        </p:nvSpPr>
        <p:spPr>
          <a:xfrm>
            <a:off x="1331640" y="3690109"/>
            <a:ext cx="432048" cy="288032"/>
          </a:xfrm>
          <a:prstGeom prst="rightArrow">
            <a:avLst>
              <a:gd name="adj1" fmla="val 50000"/>
              <a:gd name="adj2" fmla="val 64697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/>
          <p:cNvSpPr txBox="1"/>
          <p:nvPr/>
        </p:nvSpPr>
        <p:spPr>
          <a:xfrm>
            <a:off x="1835697" y="2609989"/>
            <a:ext cx="1152128" cy="5847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63500" h="63500" prst="coolSlant"/>
          </a:sp3d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Audio </a:t>
            </a:r>
          </a:p>
          <a:p>
            <a:pPr algn="ctr"/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Encoder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35696" y="3618101"/>
            <a:ext cx="1170223" cy="5847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63500" h="63500" prst="coolSlant"/>
          </a:sp3d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Video </a:t>
            </a:r>
          </a:p>
          <a:p>
            <a:pPr algn="ctr"/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Encoder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059832" y="2826013"/>
            <a:ext cx="432048" cy="288032"/>
          </a:xfrm>
          <a:prstGeom prst="rightArrow">
            <a:avLst>
              <a:gd name="adj1" fmla="val 50000"/>
              <a:gd name="adj2" fmla="val 64697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ight Arrow 11"/>
          <p:cNvSpPr/>
          <p:nvPr/>
        </p:nvSpPr>
        <p:spPr>
          <a:xfrm>
            <a:off x="3059832" y="3690109"/>
            <a:ext cx="432048" cy="288032"/>
          </a:xfrm>
          <a:prstGeom prst="rightArrow">
            <a:avLst>
              <a:gd name="adj1" fmla="val 50000"/>
              <a:gd name="adj2" fmla="val 64697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3563888" y="2754005"/>
            <a:ext cx="1296144" cy="33855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63500" h="63500" prst="coolSlant"/>
          </a:sp3d>
        </p:spPr>
        <p:txBody>
          <a:bodyPr wrap="square" rtlCol="0">
            <a:spAutoFit/>
          </a:bodyPr>
          <a:lstStyle/>
          <a:p>
            <a:pPr algn="ctr"/>
            <a:r>
              <a:rPr lang="en-GB" sz="1600" dirty="0" err="1">
                <a:latin typeface="Lucida Sans Unicode" pitchFamily="34" charset="0"/>
                <a:cs typeface="Lucida Sans Unicode" pitchFamily="34" charset="0"/>
              </a:rPr>
              <a:t>Packetiser</a:t>
            </a:r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63888" y="3690109"/>
            <a:ext cx="1296144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63500" h="63500" prst="coolSlant"/>
          </a:sp3d>
        </p:spPr>
        <p:txBody>
          <a:bodyPr wrap="square" rtlCol="0">
            <a:spAutoFit/>
          </a:bodyPr>
          <a:lstStyle/>
          <a:p>
            <a:pPr algn="ctr"/>
            <a:r>
              <a:rPr lang="en-GB" sz="1600" dirty="0" err="1">
                <a:latin typeface="Lucida Sans Unicode" pitchFamily="34" charset="0"/>
                <a:cs typeface="Lucida Sans Unicode" pitchFamily="34" charset="0"/>
              </a:rPr>
              <a:t>Packetiser</a:t>
            </a:r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707040" y="2537981"/>
            <a:ext cx="1440160" cy="58477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63500" h="63500" prst="coolSlant"/>
          </a:sp3d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TS Multiplexer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94378" y="3618101"/>
            <a:ext cx="1440160" cy="5847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63500" h="63500" prst="coolSlant"/>
          </a:sp3d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PS Multiplexer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932040" y="2826013"/>
            <a:ext cx="432048" cy="196071"/>
          </a:xfrm>
          <a:prstGeom prst="rightArrow">
            <a:avLst>
              <a:gd name="adj1" fmla="val 26080"/>
              <a:gd name="adj2" fmla="val 92552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ight Arrow 23"/>
          <p:cNvSpPr/>
          <p:nvPr/>
        </p:nvSpPr>
        <p:spPr>
          <a:xfrm>
            <a:off x="4932040" y="3762117"/>
            <a:ext cx="432048" cy="196071"/>
          </a:xfrm>
          <a:prstGeom prst="rightArrow">
            <a:avLst>
              <a:gd name="adj1" fmla="val 26080"/>
              <a:gd name="adj2" fmla="val 92552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/>
          <p:cNvSpPr txBox="1"/>
          <p:nvPr/>
        </p:nvSpPr>
        <p:spPr>
          <a:xfrm>
            <a:off x="7291293" y="2533787"/>
            <a:ext cx="154766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Lucida Sans Unicode" pitchFamily="34" charset="0"/>
                <a:cs typeface="Lucida Sans Unicode" pitchFamily="34" charset="0"/>
              </a:rPr>
              <a:t>Transport Stream </a:t>
            </a:r>
          </a:p>
          <a:p>
            <a:pPr algn="ctr"/>
            <a:r>
              <a:rPr lang="en-GB" sz="1400" dirty="0">
                <a:latin typeface="Lucida Sans Unicode" pitchFamily="34" charset="0"/>
                <a:cs typeface="Lucida Sans Unicode" pitchFamily="34" charset="0"/>
              </a:rPr>
              <a:t>(TS)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219208" y="2681997"/>
            <a:ext cx="432048" cy="288032"/>
          </a:xfrm>
          <a:prstGeom prst="rightArrow">
            <a:avLst>
              <a:gd name="adj1" fmla="val 50000"/>
              <a:gd name="adj2" fmla="val 64697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/>
          <p:cNvSpPr txBox="1"/>
          <p:nvPr/>
        </p:nvSpPr>
        <p:spPr>
          <a:xfrm>
            <a:off x="7291293" y="3592700"/>
            <a:ext cx="154766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Lucida Sans Unicode" pitchFamily="34" charset="0"/>
                <a:cs typeface="Lucida Sans Unicode" pitchFamily="34" charset="0"/>
              </a:rPr>
              <a:t>Program Stream </a:t>
            </a:r>
          </a:p>
          <a:p>
            <a:pPr algn="ctr"/>
            <a:r>
              <a:rPr lang="en-GB" sz="1400" dirty="0">
                <a:latin typeface="Lucida Sans Unicode" pitchFamily="34" charset="0"/>
                <a:cs typeface="Lucida Sans Unicode" pitchFamily="34" charset="0"/>
              </a:rPr>
              <a:t>(PS)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7206546" y="3762117"/>
            <a:ext cx="432048" cy="288032"/>
          </a:xfrm>
          <a:prstGeom prst="rightArrow">
            <a:avLst>
              <a:gd name="adj1" fmla="val 50000"/>
              <a:gd name="adj2" fmla="val 64697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Box 28"/>
          <p:cNvSpPr txBox="1"/>
          <p:nvPr/>
        </p:nvSpPr>
        <p:spPr>
          <a:xfrm>
            <a:off x="2734507" y="1202928"/>
            <a:ext cx="133133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i="1" dirty="0">
                <a:latin typeface="Lucida Sans Unicode" pitchFamily="34" charset="0"/>
                <a:cs typeface="Lucida Sans Unicode" pitchFamily="34" charset="0"/>
              </a:rPr>
              <a:t>Access Units (AU)</a:t>
            </a:r>
          </a:p>
          <a:p>
            <a:pPr algn="ctr"/>
            <a:r>
              <a:rPr lang="en-GB" sz="1400" i="1" dirty="0">
                <a:latin typeface="Lucida Sans Unicode" pitchFamily="34" charset="0"/>
                <a:cs typeface="Lucida Sans Unicode" pitchFamily="34" charset="0"/>
              </a:rPr>
              <a:t>Audio Elementary Stream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82942" y="4959120"/>
            <a:ext cx="133287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i="1" dirty="0">
                <a:latin typeface="Lucida Sans Unicode" pitchFamily="34" charset="0"/>
                <a:cs typeface="Lucida Sans Unicode" pitchFamily="34" charset="0"/>
              </a:rPr>
              <a:t>Access Units (AU)</a:t>
            </a:r>
          </a:p>
          <a:p>
            <a:pPr algn="ctr"/>
            <a:r>
              <a:rPr lang="en-GB" sz="1400" i="1" dirty="0">
                <a:latin typeface="Lucida Sans Unicode" pitchFamily="34" charset="0"/>
                <a:cs typeface="Lucida Sans Unicode" pitchFamily="34" charset="0"/>
              </a:rPr>
              <a:t>Video Elementary Stream</a:t>
            </a:r>
          </a:p>
        </p:txBody>
      </p:sp>
      <p:cxnSp>
        <p:nvCxnSpPr>
          <p:cNvPr id="32" name="Straight Arrow Connector 31"/>
          <p:cNvCxnSpPr>
            <a:cxnSpLocks/>
            <a:stCxn id="29" idx="2"/>
          </p:cNvCxnSpPr>
          <p:nvPr/>
        </p:nvCxnSpPr>
        <p:spPr>
          <a:xfrm flipH="1">
            <a:off x="3189898" y="2372479"/>
            <a:ext cx="210276" cy="45353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cxnSpLocks/>
            <a:stCxn id="30" idx="0"/>
          </p:cNvCxnSpPr>
          <p:nvPr/>
        </p:nvCxnSpPr>
        <p:spPr>
          <a:xfrm flipH="1" flipV="1">
            <a:off x="3170360" y="3995564"/>
            <a:ext cx="179019" cy="9635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139952" y="2033925"/>
            <a:ext cx="10438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i="1" dirty="0">
                <a:latin typeface="Lucida Sans Unicode" pitchFamily="34" charset="0"/>
                <a:cs typeface="Lucida Sans Unicode" pitchFamily="34" charset="0"/>
              </a:rPr>
              <a:t>Audio PES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11960" y="4626213"/>
            <a:ext cx="10246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i="1" dirty="0">
                <a:latin typeface="Lucida Sans Unicode" pitchFamily="34" charset="0"/>
                <a:cs typeface="Lucida Sans Unicode" pitchFamily="34" charset="0"/>
              </a:rPr>
              <a:t>Video PES</a:t>
            </a:r>
          </a:p>
        </p:txBody>
      </p:sp>
      <p:cxnSp>
        <p:nvCxnSpPr>
          <p:cNvPr id="38" name="Straight Arrow Connector 37"/>
          <p:cNvCxnSpPr>
            <a:cxnSpLocks/>
          </p:cNvCxnSpPr>
          <p:nvPr/>
        </p:nvCxnSpPr>
        <p:spPr>
          <a:xfrm flipV="1">
            <a:off x="4788024" y="3978141"/>
            <a:ext cx="360040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cxnSpLocks/>
          </p:cNvCxnSpPr>
          <p:nvPr/>
        </p:nvCxnSpPr>
        <p:spPr>
          <a:xfrm>
            <a:off x="4860032" y="2321957"/>
            <a:ext cx="288032" cy="5040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698907" y="4565099"/>
            <a:ext cx="2160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i="1" dirty="0">
                <a:solidFill>
                  <a:schemeClr val="accent6">
                    <a:lumMod val="50000"/>
                  </a:schemeClr>
                </a:solidFill>
                <a:latin typeface="Lucida Sans Unicode" pitchFamily="34" charset="0"/>
                <a:cs typeface="Lucida Sans Unicode" pitchFamily="34" charset="0"/>
              </a:rPr>
              <a:t>Scope of MPEG-2 Systems Standard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35896" y="3207539"/>
            <a:ext cx="864096" cy="33855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63500" h="63500" prst="coolSlant"/>
          </a:sp3d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Clock</a:t>
            </a:r>
          </a:p>
        </p:txBody>
      </p:sp>
      <p:cxnSp>
        <p:nvCxnSpPr>
          <p:cNvPr id="51" name="Straight Arrow Connector 50"/>
          <p:cNvCxnSpPr/>
          <p:nvPr/>
        </p:nvCxnSpPr>
        <p:spPr>
          <a:xfrm flipV="1">
            <a:off x="4499992" y="3042038"/>
            <a:ext cx="216024" cy="21602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4499992" y="3474085"/>
            <a:ext cx="216024" cy="21602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ight Brace 41"/>
          <p:cNvSpPr/>
          <p:nvPr/>
        </p:nvSpPr>
        <p:spPr>
          <a:xfrm>
            <a:off x="5266258" y="2550557"/>
            <a:ext cx="254003" cy="1557867"/>
          </a:xfrm>
          <a:prstGeom prst="rightBrace">
            <a:avLst>
              <a:gd name="adj1" fmla="val 58331"/>
              <a:gd name="adj2" fmla="val 20731"/>
            </a:avLst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Right Brace 42"/>
          <p:cNvSpPr/>
          <p:nvPr/>
        </p:nvSpPr>
        <p:spPr>
          <a:xfrm>
            <a:off x="5444065" y="2686024"/>
            <a:ext cx="254003" cy="1651000"/>
          </a:xfrm>
          <a:prstGeom prst="rightBrace">
            <a:avLst>
              <a:gd name="adj1" fmla="val 58331"/>
              <a:gd name="adj2" fmla="val 78658"/>
            </a:avLst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6" name="Straight Arrow Connector 45"/>
          <p:cNvCxnSpPr/>
          <p:nvPr/>
        </p:nvCxnSpPr>
        <p:spPr>
          <a:xfrm flipV="1">
            <a:off x="5452533" y="2863825"/>
            <a:ext cx="279400" cy="8466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cxnSpLocks/>
          </p:cNvCxnSpPr>
          <p:nvPr/>
        </p:nvCxnSpPr>
        <p:spPr>
          <a:xfrm flipH="1">
            <a:off x="5088468" y="1250300"/>
            <a:ext cx="766042" cy="78381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401623" y="1756430"/>
            <a:ext cx="2121689" cy="7386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Lucida Sans Unicode" pitchFamily="34" charset="0"/>
                <a:cs typeface="Lucida Sans Unicode" pitchFamily="34" charset="0"/>
              </a:rPr>
              <a:t>Audio Presentation Units: </a:t>
            </a:r>
            <a:r>
              <a:rPr lang="en-GB" sz="1400" dirty="0">
                <a:latin typeface="Lucida Sans Unicode" pitchFamily="34" charset="0"/>
                <a:cs typeface="Lucida Sans Unicode" pitchFamily="34" charset="0"/>
              </a:rPr>
              <a:t>24mS of Raw uncompressed audio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277727" y="3762116"/>
            <a:ext cx="118864" cy="656083"/>
          </a:xfrm>
          <a:prstGeom prst="rect">
            <a:avLst/>
          </a:prstGeom>
          <a:gradFill>
            <a:gsLst>
              <a:gs pos="20000">
                <a:srgbClr val="E46C0A"/>
              </a:gs>
              <a:gs pos="61000">
                <a:srgbClr val="FDEDE3"/>
              </a:gs>
            </a:gsLst>
            <a:lin ang="5400000" scaled="1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411838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/>
          <p:cNvSpPr/>
          <p:nvPr/>
        </p:nvSpPr>
        <p:spPr>
          <a:xfrm flipV="1">
            <a:off x="0" y="832946"/>
            <a:ext cx="9144000" cy="2846176"/>
          </a:xfrm>
          <a:prstGeom prst="rect">
            <a:avLst/>
          </a:prstGeom>
          <a:gradFill flip="none" rotWithShape="1">
            <a:gsLst>
              <a:gs pos="100000">
                <a:srgbClr val="FFCCCC"/>
              </a:gs>
              <a:gs pos="48000">
                <a:schemeClr val="accent3">
                  <a:lumMod val="40000"/>
                  <a:lumOff val="60000"/>
                </a:schemeClr>
              </a:gs>
            </a:gsLst>
            <a:lin ang="54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 1"/>
          <p:cNvSpPr/>
          <p:nvPr/>
        </p:nvSpPr>
        <p:spPr>
          <a:xfrm>
            <a:off x="0" y="2762008"/>
            <a:ext cx="9144000" cy="373900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48000">
                <a:schemeClr val="accent1">
                  <a:lumMod val="20000"/>
                  <a:lumOff val="80000"/>
                </a:schemeClr>
              </a:gs>
            </a:gsLst>
            <a:lin ang="54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/>
          <p:cNvSpPr/>
          <p:nvPr/>
        </p:nvSpPr>
        <p:spPr>
          <a:xfrm>
            <a:off x="395287" y="333375"/>
            <a:ext cx="87487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>
                <a:latin typeface="Lucida Sans Unicode" pitchFamily="34" charset="0"/>
                <a:cs typeface="Lucida Sans Unicode" pitchFamily="34" charset="0"/>
              </a:rPr>
              <a:t>MPEG-2 – PES ⇒ PS Packs and TS Packets</a:t>
            </a:r>
            <a:endParaRPr lang="en-GB" sz="24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5288" y="1124743"/>
            <a:ext cx="7549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3648" y="1124744"/>
            <a:ext cx="1152128" cy="43204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55776" y="1124744"/>
            <a:ext cx="1152128" cy="43204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Pack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08104" y="1124744"/>
            <a:ext cx="1152128" cy="43204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Pack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7971" y="1124744"/>
            <a:ext cx="946586" cy="43204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Program end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7904" y="1124744"/>
            <a:ext cx="1800200" cy="43204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........................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3648" y="2132856"/>
            <a:ext cx="720080" cy="432048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en-GB" sz="1100" b="1" dirty="0">
                <a:solidFill>
                  <a:schemeClr val="bg1">
                    <a:lumMod val="95000"/>
                  </a:schemeClr>
                </a:solidFill>
                <a:latin typeface="Lucida Sans Unicode" pitchFamily="34" charset="0"/>
                <a:cs typeface="Lucida Sans Unicode" pitchFamily="34" charset="0"/>
              </a:rPr>
              <a:t>Pack</a:t>
            </a:r>
            <a:r>
              <a:rPr lang="en-GB" sz="1100" dirty="0">
                <a:solidFill>
                  <a:schemeClr val="bg1">
                    <a:lumMod val="95000"/>
                  </a:schemeClr>
                </a:solidFill>
                <a:latin typeface="Lucida Sans Unicode" pitchFamily="34" charset="0"/>
                <a:cs typeface="Lucida Sans Unicode" pitchFamily="34" charset="0"/>
              </a:rPr>
              <a:t> </a:t>
            </a:r>
          </a:p>
          <a:p>
            <a:r>
              <a:rPr lang="en-GB" sz="1100" dirty="0">
                <a:solidFill>
                  <a:schemeClr val="bg1">
                    <a:lumMod val="95000"/>
                  </a:schemeClr>
                </a:solidFill>
                <a:latin typeface="Lucida Sans Unicode" pitchFamily="34" charset="0"/>
                <a:cs typeface="Lucida Sans Unicode" pitchFamily="34" charset="0"/>
              </a:rPr>
              <a:t>Header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3728" y="2132856"/>
            <a:ext cx="1152128" cy="4320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288" y="2132855"/>
            <a:ext cx="7549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Pack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5856" y="2132856"/>
            <a:ext cx="1152128" cy="43204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PES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2200" y="2132856"/>
            <a:ext cx="1152128" cy="43204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PES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4328" y="2132856"/>
            <a:ext cx="1152128" cy="43204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PES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7984" y="2132856"/>
            <a:ext cx="1944216" cy="43204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...................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1403648" y="1628800"/>
            <a:ext cx="0" cy="532859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2627784" y="1628800"/>
            <a:ext cx="5976664" cy="432048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95288" y="3212975"/>
            <a:ext cx="7549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PES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03648" y="3140968"/>
            <a:ext cx="720080" cy="43204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en-GB" sz="1100" b="1" dirty="0">
                <a:solidFill>
                  <a:schemeClr val="bg1">
                    <a:lumMod val="95000"/>
                  </a:schemeClr>
                </a:solidFill>
                <a:latin typeface="Lucida Sans Unicode" pitchFamily="34" charset="0"/>
                <a:cs typeface="Lucida Sans Unicode" pitchFamily="34" charset="0"/>
              </a:rPr>
              <a:t>PES</a:t>
            </a:r>
            <a:r>
              <a:rPr lang="en-GB" sz="1100" dirty="0">
                <a:solidFill>
                  <a:schemeClr val="bg1">
                    <a:lumMod val="95000"/>
                  </a:schemeClr>
                </a:solidFill>
                <a:latin typeface="Lucida Sans Unicode" pitchFamily="34" charset="0"/>
                <a:cs typeface="Lucida Sans Unicode" pitchFamily="34" charset="0"/>
              </a:rPr>
              <a:t> </a:t>
            </a:r>
          </a:p>
          <a:p>
            <a:r>
              <a:rPr lang="en-GB" sz="1100" dirty="0">
                <a:solidFill>
                  <a:schemeClr val="bg1">
                    <a:lumMod val="95000"/>
                  </a:schemeClr>
                </a:solidFill>
                <a:latin typeface="Lucida Sans Unicode" pitchFamily="34" charset="0"/>
                <a:cs typeface="Lucida Sans Unicode" pitchFamily="34" charset="0"/>
              </a:rPr>
              <a:t>Header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23728" y="3140968"/>
            <a:ext cx="6552728" cy="4320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                                        PES payload</a:t>
            </a:r>
          </a:p>
        </p:txBody>
      </p:sp>
      <p:cxnSp>
        <p:nvCxnSpPr>
          <p:cNvPr id="26" name="Straight Connector 25"/>
          <p:cNvCxnSpPr/>
          <p:nvPr/>
        </p:nvCxnSpPr>
        <p:spPr>
          <a:xfrm flipH="1">
            <a:off x="1403648" y="2564904"/>
            <a:ext cx="720080" cy="504056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3275856" y="2564904"/>
            <a:ext cx="5400600" cy="504056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403648" y="4293096"/>
            <a:ext cx="720080" cy="43204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en-GB" sz="1200" b="1" dirty="0">
                <a:solidFill>
                  <a:schemeClr val="bg1">
                    <a:lumMod val="95000"/>
                  </a:schemeClr>
                </a:solidFill>
                <a:latin typeface="Lucida Sans Unicode" pitchFamily="34" charset="0"/>
                <a:cs typeface="Lucida Sans Unicode" pitchFamily="34" charset="0"/>
              </a:rPr>
              <a:t>TS </a:t>
            </a:r>
          </a:p>
          <a:p>
            <a:r>
              <a:rPr lang="en-GB" sz="1200" dirty="0">
                <a:solidFill>
                  <a:schemeClr val="bg1">
                    <a:lumMod val="95000"/>
                  </a:schemeClr>
                </a:solidFill>
                <a:latin typeface="Lucida Sans Unicode" pitchFamily="34" charset="0"/>
                <a:cs typeface="Lucida Sans Unicode" pitchFamily="34" charset="0"/>
              </a:rPr>
              <a:t>Header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23728" y="4293096"/>
            <a:ext cx="1296144" cy="43204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TS payload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16016" y="4293096"/>
            <a:ext cx="720080" cy="43204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en-GB" sz="1200" b="1" dirty="0">
                <a:solidFill>
                  <a:schemeClr val="bg1">
                    <a:lumMod val="95000"/>
                  </a:schemeClr>
                </a:solidFill>
                <a:latin typeface="Lucida Sans Unicode" pitchFamily="34" charset="0"/>
                <a:cs typeface="Lucida Sans Unicode" pitchFamily="34" charset="0"/>
              </a:rPr>
              <a:t>TS </a:t>
            </a:r>
          </a:p>
          <a:p>
            <a:r>
              <a:rPr lang="en-GB" sz="1200" dirty="0">
                <a:solidFill>
                  <a:schemeClr val="bg1">
                    <a:lumMod val="95000"/>
                  </a:schemeClr>
                </a:solidFill>
                <a:latin typeface="Lucida Sans Unicode" pitchFamily="34" charset="0"/>
                <a:cs typeface="Lucida Sans Unicode" pitchFamily="34" charset="0"/>
              </a:rPr>
              <a:t>Header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36096" y="4293096"/>
            <a:ext cx="1296144" cy="43204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TS payload</a:t>
            </a:r>
          </a:p>
        </p:txBody>
      </p:sp>
      <p:cxnSp>
        <p:nvCxnSpPr>
          <p:cNvPr id="52" name="Straight Connector 51"/>
          <p:cNvCxnSpPr/>
          <p:nvPr/>
        </p:nvCxnSpPr>
        <p:spPr>
          <a:xfrm>
            <a:off x="1403648" y="3717032"/>
            <a:ext cx="0" cy="432048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2987824" y="3140968"/>
            <a:ext cx="0" cy="432048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>
            <a:off x="2987824" y="3645024"/>
            <a:ext cx="360040" cy="64807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>
            <a:off x="4355976" y="3140968"/>
            <a:ext cx="0" cy="432048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>
            <a:off x="4355976" y="3645024"/>
            <a:ext cx="2304256" cy="576064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2987824" y="3645024"/>
            <a:ext cx="1728192" cy="576064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1403648" y="5373216"/>
            <a:ext cx="1152128" cy="43204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TS Packet </a:t>
            </a:r>
          </a:p>
          <a:p>
            <a:r>
              <a:rPr lang="en-GB" sz="1100" dirty="0">
                <a:latin typeface="Lucida Sans Unicode" pitchFamily="34" charset="0"/>
                <a:cs typeface="Lucida Sans Unicode" pitchFamily="34" charset="0"/>
              </a:rPr>
              <a:t>PID =m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55776" y="5373216"/>
            <a:ext cx="1152128" cy="43204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TS Packet </a:t>
            </a:r>
          </a:p>
          <a:p>
            <a:r>
              <a:rPr lang="en-GB" sz="1100" dirty="0">
                <a:latin typeface="Lucida Sans Unicode" pitchFamily="34" charset="0"/>
                <a:cs typeface="Lucida Sans Unicode" pitchFamily="34" charset="0"/>
              </a:rPr>
              <a:t>PID = 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707904" y="5373216"/>
            <a:ext cx="1152128" cy="43204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TS Packet </a:t>
            </a:r>
          </a:p>
          <a:p>
            <a:r>
              <a:rPr lang="en-GB" sz="1100" dirty="0">
                <a:latin typeface="Lucida Sans Unicode" pitchFamily="34" charset="0"/>
                <a:cs typeface="Lucida Sans Unicode" pitchFamily="34" charset="0"/>
              </a:rPr>
              <a:t>PID = 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16216" y="5373216"/>
            <a:ext cx="1152128" cy="43204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TS Packet </a:t>
            </a:r>
          </a:p>
          <a:p>
            <a:r>
              <a:rPr lang="en-GB" sz="1100" dirty="0">
                <a:latin typeface="Lucida Sans Unicode" pitchFamily="34" charset="0"/>
                <a:cs typeface="Lucida Sans Unicode" pitchFamily="34" charset="0"/>
              </a:rPr>
              <a:t>PID = h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68344" y="5373216"/>
            <a:ext cx="1152128" cy="43204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TS Packet </a:t>
            </a:r>
          </a:p>
          <a:p>
            <a:r>
              <a:rPr lang="en-GB" sz="1100" dirty="0">
                <a:latin typeface="Lucida Sans Unicode" pitchFamily="34" charset="0"/>
                <a:cs typeface="Lucida Sans Unicode" pitchFamily="34" charset="0"/>
              </a:rPr>
              <a:t>PID = k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860032" y="5373216"/>
            <a:ext cx="1656184" cy="43204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.................................</a:t>
            </a:r>
            <a:endParaRPr lang="en-GB" sz="1100" dirty="0">
              <a:latin typeface="Lucida Sans Unicode" pitchFamily="34" charset="0"/>
              <a:cs typeface="Lucida Sans Unicode" pitchFamily="34" charset="0"/>
            </a:endParaRPr>
          </a:p>
        </p:txBody>
      </p:sp>
      <p:cxnSp>
        <p:nvCxnSpPr>
          <p:cNvPr id="73" name="Straight Connector 72"/>
          <p:cNvCxnSpPr/>
          <p:nvPr/>
        </p:nvCxnSpPr>
        <p:spPr>
          <a:xfrm>
            <a:off x="1403648" y="4797152"/>
            <a:ext cx="0" cy="432048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 flipH="1">
            <a:off x="2555776" y="4797152"/>
            <a:ext cx="864096" cy="504056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>
            <a:off x="6732240" y="4797152"/>
            <a:ext cx="936104" cy="504056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4716016" y="4797152"/>
            <a:ext cx="1800200" cy="504056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1403648" y="5949280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Lucida Sans Unicode" pitchFamily="34" charset="0"/>
                <a:cs typeface="Lucida Sans Unicode" pitchFamily="34" charset="0"/>
              </a:rPr>
              <a:t>188 bytes</a:t>
            </a:r>
          </a:p>
        </p:txBody>
      </p:sp>
      <p:cxnSp>
        <p:nvCxnSpPr>
          <p:cNvPr id="83" name="Straight Arrow Connector 82"/>
          <p:cNvCxnSpPr/>
          <p:nvPr/>
        </p:nvCxnSpPr>
        <p:spPr>
          <a:xfrm>
            <a:off x="1403648" y="5949280"/>
            <a:ext cx="115212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2555776" y="5949280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Lucida Sans Unicode" pitchFamily="34" charset="0"/>
                <a:cs typeface="Lucida Sans Unicode" pitchFamily="34" charset="0"/>
              </a:rPr>
              <a:t>188 bytes</a:t>
            </a:r>
          </a:p>
        </p:txBody>
      </p:sp>
      <p:cxnSp>
        <p:nvCxnSpPr>
          <p:cNvPr id="85" name="Straight Arrow Connector 84"/>
          <p:cNvCxnSpPr/>
          <p:nvPr/>
        </p:nvCxnSpPr>
        <p:spPr>
          <a:xfrm>
            <a:off x="2555776" y="5949280"/>
            <a:ext cx="115212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3707904" y="5949280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Lucida Sans Unicode" pitchFamily="34" charset="0"/>
                <a:cs typeface="Lucida Sans Unicode" pitchFamily="34" charset="0"/>
              </a:rPr>
              <a:t>188 bytes</a:t>
            </a:r>
          </a:p>
        </p:txBody>
      </p:sp>
      <p:cxnSp>
        <p:nvCxnSpPr>
          <p:cNvPr id="87" name="Straight Arrow Connector 86"/>
          <p:cNvCxnSpPr/>
          <p:nvPr/>
        </p:nvCxnSpPr>
        <p:spPr>
          <a:xfrm>
            <a:off x="3707904" y="5949280"/>
            <a:ext cx="115212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6516216" y="5949280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Lucida Sans Unicode" pitchFamily="34" charset="0"/>
                <a:cs typeface="Lucida Sans Unicode" pitchFamily="34" charset="0"/>
              </a:rPr>
              <a:t>188 bytes</a:t>
            </a:r>
          </a:p>
        </p:txBody>
      </p:sp>
      <p:cxnSp>
        <p:nvCxnSpPr>
          <p:cNvPr id="89" name="Straight Arrow Connector 88"/>
          <p:cNvCxnSpPr/>
          <p:nvPr/>
        </p:nvCxnSpPr>
        <p:spPr>
          <a:xfrm>
            <a:off x="6516216" y="5949280"/>
            <a:ext cx="115212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7668344" y="5949280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Lucida Sans Unicode" pitchFamily="34" charset="0"/>
                <a:cs typeface="Lucida Sans Unicode" pitchFamily="34" charset="0"/>
              </a:rPr>
              <a:t>188 bytes</a:t>
            </a:r>
          </a:p>
        </p:txBody>
      </p:sp>
      <p:cxnSp>
        <p:nvCxnSpPr>
          <p:cNvPr id="91" name="Straight Arrow Connector 90"/>
          <p:cNvCxnSpPr/>
          <p:nvPr/>
        </p:nvCxnSpPr>
        <p:spPr>
          <a:xfrm>
            <a:off x="7668344" y="5949280"/>
            <a:ext cx="115212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395288" y="4293096"/>
            <a:ext cx="864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TS</a:t>
            </a:r>
          </a:p>
          <a:p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Packet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95288" y="5373216"/>
            <a:ext cx="8643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TS</a:t>
            </a:r>
          </a:p>
        </p:txBody>
      </p:sp>
      <p:cxnSp>
        <p:nvCxnSpPr>
          <p:cNvPr id="60" name="Straight Arrow Connector 59"/>
          <p:cNvCxnSpPr/>
          <p:nvPr/>
        </p:nvCxnSpPr>
        <p:spPr>
          <a:xfrm flipV="1">
            <a:off x="1903228" y="2583712"/>
            <a:ext cx="202019" cy="1594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 flipH="1" flipV="1">
            <a:off x="3317359" y="2562447"/>
            <a:ext cx="361507" cy="4253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 flipH="1" flipV="1">
            <a:off x="2594345" y="1609848"/>
            <a:ext cx="361507" cy="4253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 flipV="1">
            <a:off x="1403498" y="1605516"/>
            <a:ext cx="0" cy="29771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 flipH="1">
            <a:off x="1395031" y="3997842"/>
            <a:ext cx="10632" cy="21265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/>
          <p:nvPr/>
        </p:nvCxnSpPr>
        <p:spPr>
          <a:xfrm>
            <a:off x="3200399" y="4051006"/>
            <a:ext cx="127591" cy="23391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/>
          <p:nvPr/>
        </p:nvCxnSpPr>
        <p:spPr>
          <a:xfrm>
            <a:off x="4497572" y="4138231"/>
            <a:ext cx="233916" cy="11695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/>
          <p:cNvCxnSpPr/>
          <p:nvPr/>
        </p:nvCxnSpPr>
        <p:spPr>
          <a:xfrm>
            <a:off x="6443330" y="4167963"/>
            <a:ext cx="265814" cy="9569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/>
          <p:cNvCxnSpPr/>
          <p:nvPr/>
        </p:nvCxnSpPr>
        <p:spPr>
          <a:xfrm>
            <a:off x="6294474" y="5231219"/>
            <a:ext cx="244550" cy="7442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/>
          <p:cNvCxnSpPr/>
          <p:nvPr/>
        </p:nvCxnSpPr>
        <p:spPr>
          <a:xfrm>
            <a:off x="7389628" y="5156791"/>
            <a:ext cx="276446" cy="1594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/>
          <p:cNvCxnSpPr/>
          <p:nvPr/>
        </p:nvCxnSpPr>
        <p:spPr>
          <a:xfrm flipH="1">
            <a:off x="2488018" y="5188688"/>
            <a:ext cx="265814" cy="14885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/>
          <p:cNvCxnSpPr/>
          <p:nvPr/>
        </p:nvCxnSpPr>
        <p:spPr>
          <a:xfrm flipH="1">
            <a:off x="1395032" y="5146158"/>
            <a:ext cx="10632" cy="21265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6656419" y="1124744"/>
            <a:ext cx="1041553" cy="43204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Pack</a:t>
            </a:r>
          </a:p>
        </p:txBody>
      </p:sp>
    </p:spTree>
    <p:extLst>
      <p:ext uri="{BB962C8B-B14F-4D97-AF65-F5344CB8AC3E}">
        <p14:creationId xmlns:p14="http://schemas.microsoft.com/office/powerpoint/2010/main" val="349556419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6AF0CA8-0DCF-4717-78BE-0C93D3A7A6DA}"/>
              </a:ext>
            </a:extLst>
          </p:cNvPr>
          <p:cNvSpPr/>
          <p:nvPr/>
        </p:nvSpPr>
        <p:spPr>
          <a:xfrm flipV="1">
            <a:off x="0" y="832946"/>
            <a:ext cx="9144000" cy="2846176"/>
          </a:xfrm>
          <a:prstGeom prst="rect">
            <a:avLst/>
          </a:prstGeom>
          <a:gradFill flip="none" rotWithShape="1">
            <a:gsLst>
              <a:gs pos="100000">
                <a:srgbClr val="FFCCCC"/>
              </a:gs>
              <a:gs pos="48000">
                <a:schemeClr val="accent3">
                  <a:lumMod val="40000"/>
                  <a:lumOff val="60000"/>
                </a:schemeClr>
              </a:gs>
            </a:gsLst>
            <a:lin ang="54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C73185-0FAE-0E72-5B4E-A452AACA5AAF}"/>
              </a:ext>
            </a:extLst>
          </p:cNvPr>
          <p:cNvSpPr/>
          <p:nvPr/>
        </p:nvSpPr>
        <p:spPr>
          <a:xfrm>
            <a:off x="0" y="2762008"/>
            <a:ext cx="9144000" cy="373900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48000">
                <a:schemeClr val="accent1">
                  <a:lumMod val="20000"/>
                  <a:lumOff val="80000"/>
                </a:schemeClr>
              </a:gs>
            </a:gsLst>
            <a:lin ang="54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EC699B-478A-9401-A462-15E8ACA69DA0}"/>
              </a:ext>
            </a:extLst>
          </p:cNvPr>
          <p:cNvSpPr/>
          <p:nvPr/>
        </p:nvSpPr>
        <p:spPr>
          <a:xfrm>
            <a:off x="395287" y="333375"/>
            <a:ext cx="87487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>
                <a:latin typeface="Lucida Sans Unicode" pitchFamily="34" charset="0"/>
                <a:cs typeface="Lucida Sans Unicode" pitchFamily="34" charset="0"/>
              </a:rPr>
              <a:t>MPEG-2 – PES ⇒ PS Packs </a:t>
            </a:r>
            <a:r>
              <a:rPr lang="en-GB" sz="2400" b="1">
                <a:solidFill>
                  <a:schemeClr val="bg1">
                    <a:lumMod val="75000"/>
                  </a:schemeClr>
                </a:solidFill>
                <a:latin typeface="Lucida Sans Unicode" pitchFamily="34" charset="0"/>
                <a:cs typeface="Lucida Sans Unicode" pitchFamily="34" charset="0"/>
              </a:rPr>
              <a:t>and TS Packets</a:t>
            </a:r>
            <a:endParaRPr lang="en-GB" sz="2400" b="1" dirty="0">
              <a:solidFill>
                <a:schemeClr val="bg1">
                  <a:lumMod val="75000"/>
                </a:schemeClr>
              </a:solidFill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68823A-A42C-5162-C582-5F6BA454877A}"/>
              </a:ext>
            </a:extLst>
          </p:cNvPr>
          <p:cNvSpPr txBox="1"/>
          <p:nvPr/>
        </p:nvSpPr>
        <p:spPr>
          <a:xfrm>
            <a:off x="395288" y="1124743"/>
            <a:ext cx="7549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6F55BD-DA63-B146-3A64-FBEDCA3E7EE6}"/>
              </a:ext>
            </a:extLst>
          </p:cNvPr>
          <p:cNvSpPr txBox="1"/>
          <p:nvPr/>
        </p:nvSpPr>
        <p:spPr>
          <a:xfrm>
            <a:off x="1403648" y="1124744"/>
            <a:ext cx="1152128" cy="43204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Pack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A19F6B-9354-16FA-0254-5D083A7A96B6}"/>
              </a:ext>
            </a:extLst>
          </p:cNvPr>
          <p:cNvSpPr txBox="1"/>
          <p:nvPr/>
        </p:nvSpPr>
        <p:spPr>
          <a:xfrm>
            <a:off x="2555776" y="1124744"/>
            <a:ext cx="1152128" cy="43204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Pack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A9A9E1-3F73-333B-F35F-96B58C4D0701}"/>
              </a:ext>
            </a:extLst>
          </p:cNvPr>
          <p:cNvSpPr txBox="1"/>
          <p:nvPr/>
        </p:nvSpPr>
        <p:spPr>
          <a:xfrm>
            <a:off x="5508104" y="1124744"/>
            <a:ext cx="1152128" cy="43204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Pack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E4265F-2ED2-1354-7AB6-66C90E44847F}"/>
              </a:ext>
            </a:extLst>
          </p:cNvPr>
          <p:cNvSpPr txBox="1"/>
          <p:nvPr/>
        </p:nvSpPr>
        <p:spPr>
          <a:xfrm>
            <a:off x="7697971" y="1124744"/>
            <a:ext cx="946586" cy="43204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Program end code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7FD65C-3DA2-7448-4CF8-7E84B4FA35D5}"/>
              </a:ext>
            </a:extLst>
          </p:cNvPr>
          <p:cNvSpPr txBox="1"/>
          <p:nvPr/>
        </p:nvSpPr>
        <p:spPr>
          <a:xfrm>
            <a:off x="3707904" y="1124744"/>
            <a:ext cx="1800200" cy="43204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........................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CEDA46-82CF-3C8C-1A3C-2CEEF81B834A}"/>
              </a:ext>
            </a:extLst>
          </p:cNvPr>
          <p:cNvSpPr txBox="1"/>
          <p:nvPr/>
        </p:nvSpPr>
        <p:spPr>
          <a:xfrm>
            <a:off x="1403648" y="2132856"/>
            <a:ext cx="720080" cy="432048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en-GB" sz="1100" b="1" dirty="0">
                <a:solidFill>
                  <a:schemeClr val="bg1">
                    <a:lumMod val="95000"/>
                  </a:schemeClr>
                </a:solidFill>
                <a:latin typeface="Lucida Sans Unicode" pitchFamily="34" charset="0"/>
                <a:cs typeface="Lucida Sans Unicode" pitchFamily="34" charset="0"/>
              </a:rPr>
              <a:t>Pack</a:t>
            </a:r>
            <a:r>
              <a:rPr lang="en-GB" sz="1100" dirty="0">
                <a:solidFill>
                  <a:schemeClr val="bg1">
                    <a:lumMod val="95000"/>
                  </a:schemeClr>
                </a:solidFill>
                <a:latin typeface="Lucida Sans Unicode" pitchFamily="34" charset="0"/>
                <a:cs typeface="Lucida Sans Unicode" pitchFamily="34" charset="0"/>
              </a:rPr>
              <a:t> </a:t>
            </a:r>
          </a:p>
          <a:p>
            <a:r>
              <a:rPr lang="en-GB" sz="1100" dirty="0">
                <a:solidFill>
                  <a:schemeClr val="bg1">
                    <a:lumMod val="95000"/>
                  </a:schemeClr>
                </a:solidFill>
                <a:latin typeface="Lucida Sans Unicode" pitchFamily="34" charset="0"/>
                <a:cs typeface="Lucida Sans Unicode" pitchFamily="34" charset="0"/>
              </a:rPr>
              <a:t>Header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3742FB-3C6B-07B4-6531-B4B5096048A9}"/>
              </a:ext>
            </a:extLst>
          </p:cNvPr>
          <p:cNvSpPr txBox="1"/>
          <p:nvPr/>
        </p:nvSpPr>
        <p:spPr>
          <a:xfrm>
            <a:off x="2123728" y="2132856"/>
            <a:ext cx="1152128" cy="4320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PES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9DFE38-CE9B-B552-BC7A-0EFE4B99B479}"/>
              </a:ext>
            </a:extLst>
          </p:cNvPr>
          <p:cNvSpPr txBox="1"/>
          <p:nvPr/>
        </p:nvSpPr>
        <p:spPr>
          <a:xfrm>
            <a:off x="395288" y="2132855"/>
            <a:ext cx="7549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Pack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163CBC-DE58-B008-0877-21BEC29BD7F2}"/>
              </a:ext>
            </a:extLst>
          </p:cNvPr>
          <p:cNvSpPr txBox="1"/>
          <p:nvPr/>
        </p:nvSpPr>
        <p:spPr>
          <a:xfrm>
            <a:off x="3275856" y="2132856"/>
            <a:ext cx="1152128" cy="43204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PES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EA9A09-2209-3443-9504-CD66E15D1FAA}"/>
              </a:ext>
            </a:extLst>
          </p:cNvPr>
          <p:cNvSpPr txBox="1"/>
          <p:nvPr/>
        </p:nvSpPr>
        <p:spPr>
          <a:xfrm>
            <a:off x="6372200" y="2132856"/>
            <a:ext cx="1152128" cy="43204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PES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EEA943-BBB8-8B8D-064D-C5597AA98FD7}"/>
              </a:ext>
            </a:extLst>
          </p:cNvPr>
          <p:cNvSpPr txBox="1"/>
          <p:nvPr/>
        </p:nvSpPr>
        <p:spPr>
          <a:xfrm>
            <a:off x="7524328" y="2132856"/>
            <a:ext cx="1152128" cy="43204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PES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72B3CD-495A-DBAC-21C2-11E58EF5B577}"/>
              </a:ext>
            </a:extLst>
          </p:cNvPr>
          <p:cNvSpPr txBox="1"/>
          <p:nvPr/>
        </p:nvSpPr>
        <p:spPr>
          <a:xfrm>
            <a:off x="4427984" y="2132856"/>
            <a:ext cx="1944216" cy="43204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...................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D57F1D6-5BBE-6F77-8C46-617314FF673F}"/>
              </a:ext>
            </a:extLst>
          </p:cNvPr>
          <p:cNvCxnSpPr/>
          <p:nvPr/>
        </p:nvCxnSpPr>
        <p:spPr>
          <a:xfrm>
            <a:off x="1403648" y="1628800"/>
            <a:ext cx="0" cy="532859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1A466A4-4CE8-0B4C-75B8-7D858A4F960D}"/>
              </a:ext>
            </a:extLst>
          </p:cNvPr>
          <p:cNvCxnSpPr/>
          <p:nvPr/>
        </p:nvCxnSpPr>
        <p:spPr>
          <a:xfrm>
            <a:off x="2627784" y="1628800"/>
            <a:ext cx="5976664" cy="432048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E7E28C3-A88C-793B-35E5-012D895363DD}"/>
              </a:ext>
            </a:extLst>
          </p:cNvPr>
          <p:cNvSpPr txBox="1"/>
          <p:nvPr/>
        </p:nvSpPr>
        <p:spPr>
          <a:xfrm>
            <a:off x="395288" y="3212975"/>
            <a:ext cx="7549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PES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1523DD-D2D7-4E11-8901-EC3E1C8247C2}"/>
              </a:ext>
            </a:extLst>
          </p:cNvPr>
          <p:cNvSpPr txBox="1"/>
          <p:nvPr/>
        </p:nvSpPr>
        <p:spPr>
          <a:xfrm>
            <a:off x="1403648" y="3140968"/>
            <a:ext cx="720080" cy="43204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en-GB" sz="1100" b="1" dirty="0">
                <a:solidFill>
                  <a:schemeClr val="bg1">
                    <a:lumMod val="95000"/>
                  </a:schemeClr>
                </a:solidFill>
                <a:latin typeface="Lucida Sans Unicode" pitchFamily="34" charset="0"/>
                <a:cs typeface="Lucida Sans Unicode" pitchFamily="34" charset="0"/>
              </a:rPr>
              <a:t>PES</a:t>
            </a:r>
            <a:r>
              <a:rPr lang="en-GB" sz="1100" dirty="0">
                <a:solidFill>
                  <a:schemeClr val="bg1">
                    <a:lumMod val="95000"/>
                  </a:schemeClr>
                </a:solidFill>
                <a:latin typeface="Lucida Sans Unicode" pitchFamily="34" charset="0"/>
                <a:cs typeface="Lucida Sans Unicode" pitchFamily="34" charset="0"/>
              </a:rPr>
              <a:t> </a:t>
            </a:r>
          </a:p>
          <a:p>
            <a:r>
              <a:rPr lang="en-GB" sz="1100" dirty="0">
                <a:solidFill>
                  <a:schemeClr val="bg1">
                    <a:lumMod val="95000"/>
                  </a:schemeClr>
                </a:solidFill>
                <a:latin typeface="Lucida Sans Unicode" pitchFamily="34" charset="0"/>
                <a:cs typeface="Lucida Sans Unicode" pitchFamily="34" charset="0"/>
              </a:rPr>
              <a:t>Header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5AFE8A3-8CB3-53AE-EE4E-451B6AE4A1F7}"/>
              </a:ext>
            </a:extLst>
          </p:cNvPr>
          <p:cNvSpPr txBox="1"/>
          <p:nvPr/>
        </p:nvSpPr>
        <p:spPr>
          <a:xfrm>
            <a:off x="2123728" y="3140968"/>
            <a:ext cx="6552728" cy="4320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                                        PES payload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B3A5375-FB75-7F94-3E77-83FA7BCA8378}"/>
              </a:ext>
            </a:extLst>
          </p:cNvPr>
          <p:cNvCxnSpPr/>
          <p:nvPr/>
        </p:nvCxnSpPr>
        <p:spPr>
          <a:xfrm flipH="1">
            <a:off x="1403648" y="2564904"/>
            <a:ext cx="720080" cy="504056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1A8D4F4-13B4-2C77-7A3A-6FF54F42F5B6}"/>
              </a:ext>
            </a:extLst>
          </p:cNvPr>
          <p:cNvCxnSpPr/>
          <p:nvPr/>
        </p:nvCxnSpPr>
        <p:spPr>
          <a:xfrm>
            <a:off x="3275856" y="2564904"/>
            <a:ext cx="5400600" cy="504056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D73F45B-DF17-8329-9032-2EC8BFDA8F5A}"/>
              </a:ext>
            </a:extLst>
          </p:cNvPr>
          <p:cNvCxnSpPr/>
          <p:nvPr/>
        </p:nvCxnSpPr>
        <p:spPr>
          <a:xfrm>
            <a:off x="2987824" y="3140968"/>
            <a:ext cx="0" cy="432048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628045C-E521-4A31-E4B5-14B2A446FA70}"/>
              </a:ext>
            </a:extLst>
          </p:cNvPr>
          <p:cNvCxnSpPr/>
          <p:nvPr/>
        </p:nvCxnSpPr>
        <p:spPr>
          <a:xfrm>
            <a:off x="4355976" y="3140968"/>
            <a:ext cx="0" cy="432048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7C08D293-1CE3-3A6D-220E-AC2EBA0330BE}"/>
              </a:ext>
            </a:extLst>
          </p:cNvPr>
          <p:cNvSpPr txBox="1"/>
          <p:nvPr/>
        </p:nvSpPr>
        <p:spPr>
          <a:xfrm>
            <a:off x="395288" y="4293096"/>
            <a:ext cx="864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Lucida Sans Unicode" pitchFamily="34" charset="0"/>
                <a:cs typeface="Lucida Sans Unicode" pitchFamily="34" charset="0"/>
              </a:rPr>
              <a:t>TS</a:t>
            </a:r>
          </a:p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Lucida Sans Unicode" pitchFamily="34" charset="0"/>
                <a:cs typeface="Lucida Sans Unicode" pitchFamily="34" charset="0"/>
              </a:rPr>
              <a:t>Packet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F87A99D-5A44-A73F-C56A-FAACB8ECFA0F}"/>
              </a:ext>
            </a:extLst>
          </p:cNvPr>
          <p:cNvSpPr txBox="1"/>
          <p:nvPr/>
        </p:nvSpPr>
        <p:spPr>
          <a:xfrm>
            <a:off x="395288" y="5373216"/>
            <a:ext cx="8643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Lucida Sans Unicode" pitchFamily="34" charset="0"/>
                <a:cs typeface="Lucida Sans Unicode" pitchFamily="34" charset="0"/>
              </a:rPr>
              <a:t>TS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2CA31563-EA6B-9ABA-CE1F-E14DA75E0919}"/>
              </a:ext>
            </a:extLst>
          </p:cNvPr>
          <p:cNvCxnSpPr/>
          <p:nvPr/>
        </p:nvCxnSpPr>
        <p:spPr>
          <a:xfrm flipV="1">
            <a:off x="1903228" y="2583712"/>
            <a:ext cx="202019" cy="1594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3BB750F-FA6B-689A-CDEE-CBC2670E97BA}"/>
              </a:ext>
            </a:extLst>
          </p:cNvPr>
          <p:cNvCxnSpPr/>
          <p:nvPr/>
        </p:nvCxnSpPr>
        <p:spPr>
          <a:xfrm flipH="1" flipV="1">
            <a:off x="3317359" y="2562447"/>
            <a:ext cx="361507" cy="4253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C82AF2E-42B9-7FAC-9291-548B21B2AAE5}"/>
              </a:ext>
            </a:extLst>
          </p:cNvPr>
          <p:cNvCxnSpPr/>
          <p:nvPr/>
        </p:nvCxnSpPr>
        <p:spPr>
          <a:xfrm flipH="1" flipV="1">
            <a:off x="2594345" y="1609848"/>
            <a:ext cx="361507" cy="4253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480F4163-DE8F-E87D-2A27-E4AC5F7CF704}"/>
              </a:ext>
            </a:extLst>
          </p:cNvPr>
          <p:cNvCxnSpPr/>
          <p:nvPr/>
        </p:nvCxnSpPr>
        <p:spPr>
          <a:xfrm flipV="1">
            <a:off x="1403498" y="1605516"/>
            <a:ext cx="0" cy="29771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379F3F5B-8584-4047-9025-3815BE6FA792}"/>
              </a:ext>
            </a:extLst>
          </p:cNvPr>
          <p:cNvSpPr txBox="1"/>
          <p:nvPr/>
        </p:nvSpPr>
        <p:spPr>
          <a:xfrm>
            <a:off x="6656419" y="1124744"/>
            <a:ext cx="1041553" cy="43204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Pack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1F08612-473F-5D72-9730-09F29D370FA0}"/>
              </a:ext>
            </a:extLst>
          </p:cNvPr>
          <p:cNvSpPr txBox="1"/>
          <p:nvPr/>
        </p:nvSpPr>
        <p:spPr>
          <a:xfrm>
            <a:off x="3796462" y="4058082"/>
            <a:ext cx="457541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1">
                <a:latin typeface="Lucida Sans Unicode" pitchFamily="34" charset="0"/>
                <a:cs typeface="Lucida Sans Unicode" pitchFamily="34" charset="0"/>
              </a:rPr>
              <a:t>Program Steam - PS 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>
                <a:latin typeface="Lucida Sans Unicode" pitchFamily="34" charset="0"/>
                <a:cs typeface="Lucida Sans Unicode" pitchFamily="34" charset="0"/>
              </a:rPr>
              <a:t>for transmission and storage in error-free channels 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b="1">
                <a:latin typeface="Lucida Sans Unicode" pitchFamily="34" charset="0"/>
                <a:cs typeface="Lucida Sans Unicode" pitchFamily="34" charset="0"/>
              </a:rPr>
              <a:t>PES </a:t>
            </a:r>
            <a:r>
              <a:rPr lang="en-GB" sz="1600">
                <a:latin typeface="Lucida Sans Unicode" pitchFamily="34" charset="0"/>
                <a:cs typeface="Lucida Sans Unicode" pitchFamily="34" charset="0"/>
              </a:rPr>
              <a:t>- long variable-length packets </a:t>
            </a:r>
          </a:p>
          <a:p>
            <a:pPr marL="177800" indent="-177800"/>
            <a:r>
              <a:rPr lang="en-GB" sz="1600">
                <a:latin typeface="Lucida Sans Unicode" pitchFamily="34" charset="0"/>
                <a:cs typeface="Lucida Sans Unicode" pitchFamily="34" charset="0"/>
              </a:rPr>
              <a:t>	... into variable length </a:t>
            </a:r>
            <a:r>
              <a:rPr lang="en-GB" sz="1600" b="1" i="1">
                <a:latin typeface="Lucida Sans Unicode" pitchFamily="34" charset="0"/>
                <a:cs typeface="Lucida Sans Unicode" pitchFamily="34" charset="0"/>
              </a:rPr>
              <a:t>packs</a:t>
            </a:r>
            <a:r>
              <a:rPr lang="en-GB" sz="1600">
                <a:latin typeface="Lucida Sans Unicode" pitchFamily="34" charset="0"/>
                <a:cs typeface="Lucida Sans Unicode" pitchFamily="34" charset="0"/>
              </a:rPr>
              <a:t> </a:t>
            </a:r>
          </a:p>
          <a:p>
            <a:pPr marL="815975" lvl="2" indent="-177800">
              <a:buFont typeface="Arial" pitchFamily="34" charset="0"/>
              <a:buChar char="•"/>
            </a:pPr>
            <a:r>
              <a:rPr lang="en-GB" sz="1600">
                <a:latin typeface="Lucida Sans Unicode" pitchFamily="34" charset="0"/>
                <a:cs typeface="Lucida Sans Unicode" pitchFamily="34" charset="0"/>
              </a:rPr>
              <a:t>multiple PES packets</a:t>
            </a:r>
          </a:p>
          <a:p>
            <a:pPr marL="177800" indent="-177800"/>
            <a:r>
              <a:rPr lang="en-GB" sz="1600">
                <a:latin typeface="Lucida Sans Unicode" pitchFamily="34" charset="0"/>
                <a:cs typeface="Lucida Sans Unicode" pitchFamily="34" charset="0"/>
              </a:rPr>
              <a:t>		... of nearly equal length </a:t>
            </a:r>
          </a:p>
          <a:p>
            <a:pPr marL="177800" indent="-177800"/>
            <a:r>
              <a:rPr lang="en-GB" sz="1600">
                <a:latin typeface="Lucida Sans Unicode" pitchFamily="34" charset="0"/>
                <a:cs typeface="Lucida Sans Unicode" pitchFamily="34" charset="0"/>
              </a:rPr>
              <a:t>		(video and audio)</a:t>
            </a:r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778265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8DB4360-C851-F226-64DF-393A70FEE736}"/>
              </a:ext>
            </a:extLst>
          </p:cNvPr>
          <p:cNvSpPr/>
          <p:nvPr/>
        </p:nvSpPr>
        <p:spPr>
          <a:xfrm flipV="1">
            <a:off x="0" y="832946"/>
            <a:ext cx="9144000" cy="2846176"/>
          </a:xfrm>
          <a:prstGeom prst="rect">
            <a:avLst/>
          </a:prstGeom>
          <a:gradFill flip="none" rotWithShape="1">
            <a:gsLst>
              <a:gs pos="100000">
                <a:srgbClr val="FFCCCC"/>
              </a:gs>
              <a:gs pos="48000">
                <a:schemeClr val="accent3">
                  <a:lumMod val="40000"/>
                  <a:lumOff val="60000"/>
                </a:schemeClr>
              </a:gs>
            </a:gsLst>
            <a:lin ang="54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492B6D-98E0-C0F1-7A49-5CA161C35964}"/>
              </a:ext>
            </a:extLst>
          </p:cNvPr>
          <p:cNvSpPr/>
          <p:nvPr/>
        </p:nvSpPr>
        <p:spPr>
          <a:xfrm>
            <a:off x="0" y="2762008"/>
            <a:ext cx="9144000" cy="373900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48000">
                <a:schemeClr val="accent1">
                  <a:lumMod val="20000"/>
                  <a:lumOff val="80000"/>
                </a:schemeClr>
              </a:gs>
            </a:gsLst>
            <a:lin ang="54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6B692A-ACA0-4349-994B-037D2B924617}"/>
              </a:ext>
            </a:extLst>
          </p:cNvPr>
          <p:cNvSpPr/>
          <p:nvPr/>
        </p:nvSpPr>
        <p:spPr>
          <a:xfrm>
            <a:off x="395287" y="333375"/>
            <a:ext cx="87487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>
                <a:latin typeface="Lucida Sans Unicode" pitchFamily="34" charset="0"/>
                <a:cs typeface="Lucida Sans Unicode" pitchFamily="34" charset="0"/>
              </a:rPr>
              <a:t>MPEG-2 – PES ⇒ </a:t>
            </a:r>
            <a:r>
              <a:rPr lang="en-GB" sz="2400" b="1">
                <a:solidFill>
                  <a:schemeClr val="bg1">
                    <a:lumMod val="75000"/>
                  </a:schemeClr>
                </a:solidFill>
                <a:latin typeface="Lucida Sans Unicode" pitchFamily="34" charset="0"/>
                <a:cs typeface="Lucida Sans Unicode" pitchFamily="34" charset="0"/>
              </a:rPr>
              <a:t>PS Packs and </a:t>
            </a:r>
            <a:r>
              <a:rPr lang="en-GB" sz="2400" b="1">
                <a:latin typeface="Lucida Sans Unicode" pitchFamily="34" charset="0"/>
                <a:cs typeface="Lucida Sans Unicode" pitchFamily="34" charset="0"/>
              </a:rPr>
              <a:t>TS Packets</a:t>
            </a:r>
            <a:endParaRPr lang="en-GB" sz="24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13BB0B-C1B9-AD72-899E-DB0D69961934}"/>
              </a:ext>
            </a:extLst>
          </p:cNvPr>
          <p:cNvSpPr txBox="1"/>
          <p:nvPr/>
        </p:nvSpPr>
        <p:spPr>
          <a:xfrm>
            <a:off x="395288" y="1124743"/>
            <a:ext cx="7549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bg1">
                    <a:lumMod val="65000"/>
                  </a:schemeClr>
                </a:solidFill>
                <a:latin typeface="Lucida Sans Unicode" pitchFamily="34" charset="0"/>
                <a:cs typeface="Lucida Sans Unicode" pitchFamily="34" charset="0"/>
              </a:rPr>
              <a:t>PS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D27A3C-A58E-CAA0-1509-AFC540F09E3C}"/>
              </a:ext>
            </a:extLst>
          </p:cNvPr>
          <p:cNvSpPr txBox="1"/>
          <p:nvPr/>
        </p:nvSpPr>
        <p:spPr>
          <a:xfrm>
            <a:off x="395288" y="2132855"/>
            <a:ext cx="7549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bg1">
                    <a:lumMod val="65000"/>
                  </a:schemeClr>
                </a:solidFill>
                <a:latin typeface="Lucida Sans Unicode" pitchFamily="34" charset="0"/>
                <a:cs typeface="Lucida Sans Unicode" pitchFamily="34" charset="0"/>
              </a:rPr>
              <a:t>Pack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BDC567-6935-717B-17F6-91EC7D77B08D}"/>
              </a:ext>
            </a:extLst>
          </p:cNvPr>
          <p:cNvSpPr txBox="1"/>
          <p:nvPr/>
        </p:nvSpPr>
        <p:spPr>
          <a:xfrm>
            <a:off x="395288" y="3212975"/>
            <a:ext cx="7549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PES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482B97A-B531-4C71-4D44-BB2836921F9B}"/>
              </a:ext>
            </a:extLst>
          </p:cNvPr>
          <p:cNvSpPr txBox="1"/>
          <p:nvPr/>
        </p:nvSpPr>
        <p:spPr>
          <a:xfrm>
            <a:off x="1403648" y="3140968"/>
            <a:ext cx="720080" cy="43204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en-GB" sz="1100" b="1" dirty="0">
                <a:solidFill>
                  <a:schemeClr val="bg1">
                    <a:lumMod val="95000"/>
                  </a:schemeClr>
                </a:solidFill>
                <a:latin typeface="Lucida Sans Unicode" pitchFamily="34" charset="0"/>
                <a:cs typeface="Lucida Sans Unicode" pitchFamily="34" charset="0"/>
              </a:rPr>
              <a:t>PES</a:t>
            </a:r>
            <a:r>
              <a:rPr lang="en-GB" sz="1100" dirty="0">
                <a:solidFill>
                  <a:schemeClr val="bg1">
                    <a:lumMod val="95000"/>
                  </a:schemeClr>
                </a:solidFill>
                <a:latin typeface="Lucida Sans Unicode" pitchFamily="34" charset="0"/>
                <a:cs typeface="Lucida Sans Unicode" pitchFamily="34" charset="0"/>
              </a:rPr>
              <a:t> </a:t>
            </a:r>
          </a:p>
          <a:p>
            <a:r>
              <a:rPr lang="en-GB" sz="1100" dirty="0">
                <a:solidFill>
                  <a:schemeClr val="bg1">
                    <a:lumMod val="95000"/>
                  </a:schemeClr>
                </a:solidFill>
                <a:latin typeface="Lucida Sans Unicode" pitchFamily="34" charset="0"/>
                <a:cs typeface="Lucida Sans Unicode" pitchFamily="34" charset="0"/>
              </a:rPr>
              <a:t>Header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9E4D902-74C9-507C-F83F-DB5601B6EDD1}"/>
              </a:ext>
            </a:extLst>
          </p:cNvPr>
          <p:cNvSpPr txBox="1"/>
          <p:nvPr/>
        </p:nvSpPr>
        <p:spPr>
          <a:xfrm>
            <a:off x="2123728" y="3140968"/>
            <a:ext cx="6552728" cy="4320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                                        PES payload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DB749F4-A9A6-F809-B199-B23A2E3CBA3A}"/>
              </a:ext>
            </a:extLst>
          </p:cNvPr>
          <p:cNvSpPr txBox="1"/>
          <p:nvPr/>
        </p:nvSpPr>
        <p:spPr>
          <a:xfrm>
            <a:off x="1403648" y="4293096"/>
            <a:ext cx="720080" cy="43204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en-GB" sz="1200" b="1" dirty="0">
                <a:solidFill>
                  <a:schemeClr val="bg1">
                    <a:lumMod val="95000"/>
                  </a:schemeClr>
                </a:solidFill>
                <a:latin typeface="Lucida Sans Unicode" pitchFamily="34" charset="0"/>
                <a:cs typeface="Lucida Sans Unicode" pitchFamily="34" charset="0"/>
              </a:rPr>
              <a:t>TS </a:t>
            </a:r>
          </a:p>
          <a:p>
            <a:r>
              <a:rPr lang="en-GB" sz="1200" dirty="0">
                <a:solidFill>
                  <a:schemeClr val="bg1">
                    <a:lumMod val="95000"/>
                  </a:schemeClr>
                </a:solidFill>
                <a:latin typeface="Lucida Sans Unicode" pitchFamily="34" charset="0"/>
                <a:cs typeface="Lucida Sans Unicode" pitchFamily="34" charset="0"/>
              </a:rPr>
              <a:t>Header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9352485-C7BE-7F9E-9D48-19106F21A781}"/>
              </a:ext>
            </a:extLst>
          </p:cNvPr>
          <p:cNvSpPr txBox="1"/>
          <p:nvPr/>
        </p:nvSpPr>
        <p:spPr>
          <a:xfrm>
            <a:off x="2123728" y="4293096"/>
            <a:ext cx="1296144" cy="43204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TS payload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15523F-CE4C-4EC1-5DA8-E0112457398B}"/>
              </a:ext>
            </a:extLst>
          </p:cNvPr>
          <p:cNvSpPr txBox="1"/>
          <p:nvPr/>
        </p:nvSpPr>
        <p:spPr>
          <a:xfrm>
            <a:off x="4716016" y="4293096"/>
            <a:ext cx="720080" cy="43204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en-GB" sz="1200" b="1" dirty="0">
                <a:solidFill>
                  <a:schemeClr val="bg1">
                    <a:lumMod val="95000"/>
                  </a:schemeClr>
                </a:solidFill>
                <a:latin typeface="Lucida Sans Unicode" pitchFamily="34" charset="0"/>
                <a:cs typeface="Lucida Sans Unicode" pitchFamily="34" charset="0"/>
              </a:rPr>
              <a:t>TS </a:t>
            </a:r>
          </a:p>
          <a:p>
            <a:r>
              <a:rPr lang="en-GB" sz="1200" dirty="0">
                <a:solidFill>
                  <a:schemeClr val="bg1">
                    <a:lumMod val="95000"/>
                  </a:schemeClr>
                </a:solidFill>
                <a:latin typeface="Lucida Sans Unicode" pitchFamily="34" charset="0"/>
                <a:cs typeface="Lucida Sans Unicode" pitchFamily="34" charset="0"/>
              </a:rPr>
              <a:t>Header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20BAC5C-7ACB-497F-A119-8BAB8660DE1C}"/>
              </a:ext>
            </a:extLst>
          </p:cNvPr>
          <p:cNvSpPr txBox="1"/>
          <p:nvPr/>
        </p:nvSpPr>
        <p:spPr>
          <a:xfrm>
            <a:off x="5436096" y="4293096"/>
            <a:ext cx="1296144" cy="43204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TS payload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F5D2CB0-D5E3-27FC-916E-69AAAF48D09E}"/>
              </a:ext>
            </a:extLst>
          </p:cNvPr>
          <p:cNvCxnSpPr/>
          <p:nvPr/>
        </p:nvCxnSpPr>
        <p:spPr>
          <a:xfrm>
            <a:off x="1403648" y="3717032"/>
            <a:ext cx="0" cy="432048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78EF22F-C8AE-54B4-D7C7-89443C00CF4E}"/>
              </a:ext>
            </a:extLst>
          </p:cNvPr>
          <p:cNvCxnSpPr/>
          <p:nvPr/>
        </p:nvCxnSpPr>
        <p:spPr>
          <a:xfrm>
            <a:off x="2987824" y="3140968"/>
            <a:ext cx="0" cy="432048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A7A1623-2AF1-B319-C3FC-923F85D568FA}"/>
              </a:ext>
            </a:extLst>
          </p:cNvPr>
          <p:cNvCxnSpPr/>
          <p:nvPr/>
        </p:nvCxnSpPr>
        <p:spPr>
          <a:xfrm>
            <a:off x="2987824" y="3645024"/>
            <a:ext cx="360040" cy="64807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134FEED-E577-B376-440D-2BE4C7AB6A8F}"/>
              </a:ext>
            </a:extLst>
          </p:cNvPr>
          <p:cNvCxnSpPr/>
          <p:nvPr/>
        </p:nvCxnSpPr>
        <p:spPr>
          <a:xfrm>
            <a:off x="4355976" y="3140968"/>
            <a:ext cx="0" cy="432048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B39BED8-07BD-1252-9F5C-85310A85277E}"/>
              </a:ext>
            </a:extLst>
          </p:cNvPr>
          <p:cNvCxnSpPr/>
          <p:nvPr/>
        </p:nvCxnSpPr>
        <p:spPr>
          <a:xfrm>
            <a:off x="4355976" y="3645024"/>
            <a:ext cx="2304256" cy="576064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A8F3E25-83D2-669B-5BAA-E6E6405AD632}"/>
              </a:ext>
            </a:extLst>
          </p:cNvPr>
          <p:cNvCxnSpPr/>
          <p:nvPr/>
        </p:nvCxnSpPr>
        <p:spPr>
          <a:xfrm>
            <a:off x="2987824" y="3645024"/>
            <a:ext cx="1728192" cy="576064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5AC65FD-0150-D644-0C5C-5ABA294435EB}"/>
              </a:ext>
            </a:extLst>
          </p:cNvPr>
          <p:cNvSpPr txBox="1"/>
          <p:nvPr/>
        </p:nvSpPr>
        <p:spPr>
          <a:xfrm>
            <a:off x="1403648" y="5373216"/>
            <a:ext cx="1152128" cy="43204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TS Packet </a:t>
            </a:r>
          </a:p>
          <a:p>
            <a:r>
              <a:rPr lang="en-GB" sz="1100" dirty="0">
                <a:latin typeface="Lucida Sans Unicode" pitchFamily="34" charset="0"/>
                <a:cs typeface="Lucida Sans Unicode" pitchFamily="34" charset="0"/>
              </a:rPr>
              <a:t>PID =m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F7E0F15-2C51-16D9-5C5D-A8A9E22B4D39}"/>
              </a:ext>
            </a:extLst>
          </p:cNvPr>
          <p:cNvSpPr txBox="1"/>
          <p:nvPr/>
        </p:nvSpPr>
        <p:spPr>
          <a:xfrm>
            <a:off x="2555776" y="5373216"/>
            <a:ext cx="1152128" cy="43204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TS Packet </a:t>
            </a:r>
          </a:p>
          <a:p>
            <a:r>
              <a:rPr lang="en-GB" sz="1100" dirty="0">
                <a:latin typeface="Lucida Sans Unicode" pitchFamily="34" charset="0"/>
                <a:cs typeface="Lucida Sans Unicode" pitchFamily="34" charset="0"/>
              </a:rPr>
              <a:t>PID = k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4AEE47B-DE6C-7ED8-EBE2-3361BA893C39}"/>
              </a:ext>
            </a:extLst>
          </p:cNvPr>
          <p:cNvSpPr txBox="1"/>
          <p:nvPr/>
        </p:nvSpPr>
        <p:spPr>
          <a:xfrm>
            <a:off x="3707904" y="5373216"/>
            <a:ext cx="1152128" cy="43204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TS Packet </a:t>
            </a:r>
          </a:p>
          <a:p>
            <a:r>
              <a:rPr lang="en-GB" sz="1100" dirty="0">
                <a:latin typeface="Lucida Sans Unicode" pitchFamily="34" charset="0"/>
                <a:cs typeface="Lucida Sans Unicode" pitchFamily="34" charset="0"/>
              </a:rPr>
              <a:t>PID = m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BF0B3DE-DC19-3571-6CCE-E813ABDD510A}"/>
              </a:ext>
            </a:extLst>
          </p:cNvPr>
          <p:cNvSpPr txBox="1"/>
          <p:nvPr/>
        </p:nvSpPr>
        <p:spPr>
          <a:xfrm>
            <a:off x="6516216" y="5373216"/>
            <a:ext cx="1152128" cy="43204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TS Packet </a:t>
            </a:r>
          </a:p>
          <a:p>
            <a:r>
              <a:rPr lang="en-GB" sz="1100" dirty="0">
                <a:latin typeface="Lucida Sans Unicode" pitchFamily="34" charset="0"/>
                <a:cs typeface="Lucida Sans Unicode" pitchFamily="34" charset="0"/>
              </a:rPr>
              <a:t>PID = h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427039F-6A4D-C2F9-CD2F-FA49F13AEB95}"/>
              </a:ext>
            </a:extLst>
          </p:cNvPr>
          <p:cNvSpPr txBox="1"/>
          <p:nvPr/>
        </p:nvSpPr>
        <p:spPr>
          <a:xfrm>
            <a:off x="7668344" y="5373216"/>
            <a:ext cx="1152128" cy="43204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TS Packet </a:t>
            </a:r>
          </a:p>
          <a:p>
            <a:r>
              <a:rPr lang="en-GB" sz="1100" dirty="0">
                <a:latin typeface="Lucida Sans Unicode" pitchFamily="34" charset="0"/>
                <a:cs typeface="Lucida Sans Unicode" pitchFamily="34" charset="0"/>
              </a:rPr>
              <a:t>PID = k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710E4A6-0B13-76F8-8FFB-B9A6877843B3}"/>
              </a:ext>
            </a:extLst>
          </p:cNvPr>
          <p:cNvSpPr txBox="1"/>
          <p:nvPr/>
        </p:nvSpPr>
        <p:spPr>
          <a:xfrm>
            <a:off x="4860032" y="5373216"/>
            <a:ext cx="1656184" cy="43204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.................................</a:t>
            </a:r>
            <a:endParaRPr lang="en-GB" sz="1100" dirty="0">
              <a:latin typeface="Lucida Sans Unicode" pitchFamily="34" charset="0"/>
              <a:cs typeface="Lucida Sans Unicode" pitchFamily="34" charset="0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BF10A30-CB54-FD56-9178-E1EDE40C80EE}"/>
              </a:ext>
            </a:extLst>
          </p:cNvPr>
          <p:cNvCxnSpPr/>
          <p:nvPr/>
        </p:nvCxnSpPr>
        <p:spPr>
          <a:xfrm>
            <a:off x="1403648" y="4797152"/>
            <a:ext cx="0" cy="432048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6F18522-E56C-67F6-94AA-4460D034B65E}"/>
              </a:ext>
            </a:extLst>
          </p:cNvPr>
          <p:cNvCxnSpPr/>
          <p:nvPr/>
        </p:nvCxnSpPr>
        <p:spPr>
          <a:xfrm flipH="1">
            <a:off x="2555776" y="4797152"/>
            <a:ext cx="864096" cy="504056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088DFFE-089C-2BA7-4DA0-FFE075B6FDB5}"/>
              </a:ext>
            </a:extLst>
          </p:cNvPr>
          <p:cNvCxnSpPr/>
          <p:nvPr/>
        </p:nvCxnSpPr>
        <p:spPr>
          <a:xfrm>
            <a:off x="6732240" y="4797152"/>
            <a:ext cx="936104" cy="504056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26A7EFB-CAAA-3EC5-9BFF-EBF85E98882D}"/>
              </a:ext>
            </a:extLst>
          </p:cNvPr>
          <p:cNvCxnSpPr/>
          <p:nvPr/>
        </p:nvCxnSpPr>
        <p:spPr>
          <a:xfrm>
            <a:off x="4716016" y="4797152"/>
            <a:ext cx="1800200" cy="504056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BB15D849-CB9A-69D7-8764-814823349CCD}"/>
              </a:ext>
            </a:extLst>
          </p:cNvPr>
          <p:cNvSpPr txBox="1"/>
          <p:nvPr/>
        </p:nvSpPr>
        <p:spPr>
          <a:xfrm>
            <a:off x="1403648" y="5949280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Lucida Sans Unicode" pitchFamily="34" charset="0"/>
                <a:cs typeface="Lucida Sans Unicode" pitchFamily="34" charset="0"/>
              </a:rPr>
              <a:t>188 bytes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8B597F5-41B8-A981-4B85-D6724109861F}"/>
              </a:ext>
            </a:extLst>
          </p:cNvPr>
          <p:cNvCxnSpPr/>
          <p:nvPr/>
        </p:nvCxnSpPr>
        <p:spPr>
          <a:xfrm>
            <a:off x="1403648" y="5949280"/>
            <a:ext cx="115212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AC074ECD-D86B-1669-3E26-8BE689494579}"/>
              </a:ext>
            </a:extLst>
          </p:cNvPr>
          <p:cNvSpPr txBox="1"/>
          <p:nvPr/>
        </p:nvSpPr>
        <p:spPr>
          <a:xfrm>
            <a:off x="2555776" y="5949280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Lucida Sans Unicode" pitchFamily="34" charset="0"/>
                <a:cs typeface="Lucida Sans Unicode" pitchFamily="34" charset="0"/>
              </a:rPr>
              <a:t>188 bytes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92E5217-82A2-32A6-B897-D6B2A7A763E4}"/>
              </a:ext>
            </a:extLst>
          </p:cNvPr>
          <p:cNvCxnSpPr/>
          <p:nvPr/>
        </p:nvCxnSpPr>
        <p:spPr>
          <a:xfrm>
            <a:off x="2555776" y="5949280"/>
            <a:ext cx="115212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6335262C-0DCB-6338-FF74-6D16AAA2C47D}"/>
              </a:ext>
            </a:extLst>
          </p:cNvPr>
          <p:cNvSpPr txBox="1"/>
          <p:nvPr/>
        </p:nvSpPr>
        <p:spPr>
          <a:xfrm>
            <a:off x="3707904" y="5949280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Lucida Sans Unicode" pitchFamily="34" charset="0"/>
                <a:cs typeface="Lucida Sans Unicode" pitchFamily="34" charset="0"/>
              </a:rPr>
              <a:t>188 bytes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62945E7-607F-B232-0E3F-25A30483E994}"/>
              </a:ext>
            </a:extLst>
          </p:cNvPr>
          <p:cNvCxnSpPr/>
          <p:nvPr/>
        </p:nvCxnSpPr>
        <p:spPr>
          <a:xfrm>
            <a:off x="3707904" y="5949280"/>
            <a:ext cx="115212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EDF73917-7BB9-3E95-E2C0-48D748DC0646}"/>
              </a:ext>
            </a:extLst>
          </p:cNvPr>
          <p:cNvSpPr txBox="1"/>
          <p:nvPr/>
        </p:nvSpPr>
        <p:spPr>
          <a:xfrm>
            <a:off x="6516216" y="5949280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Lucida Sans Unicode" pitchFamily="34" charset="0"/>
                <a:cs typeface="Lucida Sans Unicode" pitchFamily="34" charset="0"/>
              </a:rPr>
              <a:t>188 bytes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494684A7-67BF-5ADF-A161-AD2D67F123A1}"/>
              </a:ext>
            </a:extLst>
          </p:cNvPr>
          <p:cNvCxnSpPr/>
          <p:nvPr/>
        </p:nvCxnSpPr>
        <p:spPr>
          <a:xfrm>
            <a:off x="6516216" y="5949280"/>
            <a:ext cx="115212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639B3938-A28B-7A39-9CA1-7A362DEF93AE}"/>
              </a:ext>
            </a:extLst>
          </p:cNvPr>
          <p:cNvSpPr txBox="1"/>
          <p:nvPr/>
        </p:nvSpPr>
        <p:spPr>
          <a:xfrm>
            <a:off x="7668344" y="5949280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Lucida Sans Unicode" pitchFamily="34" charset="0"/>
                <a:cs typeface="Lucida Sans Unicode" pitchFamily="34" charset="0"/>
              </a:rPr>
              <a:t>188 bytes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50E9FE1-EE7E-E4DE-D8CC-1A2667948F66}"/>
              </a:ext>
            </a:extLst>
          </p:cNvPr>
          <p:cNvCxnSpPr/>
          <p:nvPr/>
        </p:nvCxnSpPr>
        <p:spPr>
          <a:xfrm>
            <a:off x="7668344" y="5949280"/>
            <a:ext cx="115212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D9C272B7-9B97-5D81-B626-91AE5359B6C5}"/>
              </a:ext>
            </a:extLst>
          </p:cNvPr>
          <p:cNvSpPr txBox="1"/>
          <p:nvPr/>
        </p:nvSpPr>
        <p:spPr>
          <a:xfrm>
            <a:off x="395288" y="4293096"/>
            <a:ext cx="864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TS</a:t>
            </a:r>
          </a:p>
          <a:p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Packet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F465DCE-255B-39B9-C12D-632518ED6039}"/>
              </a:ext>
            </a:extLst>
          </p:cNvPr>
          <p:cNvSpPr txBox="1"/>
          <p:nvPr/>
        </p:nvSpPr>
        <p:spPr>
          <a:xfrm>
            <a:off x="395288" y="5373216"/>
            <a:ext cx="8643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TS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C9C668B-7A27-E908-3082-0B8E3A7DBD2E}"/>
              </a:ext>
            </a:extLst>
          </p:cNvPr>
          <p:cNvCxnSpPr/>
          <p:nvPr/>
        </p:nvCxnSpPr>
        <p:spPr>
          <a:xfrm flipH="1">
            <a:off x="1395031" y="3997842"/>
            <a:ext cx="10632" cy="21265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53E6412F-9DD5-9361-78AE-89BB5BC42B76}"/>
              </a:ext>
            </a:extLst>
          </p:cNvPr>
          <p:cNvCxnSpPr/>
          <p:nvPr/>
        </p:nvCxnSpPr>
        <p:spPr>
          <a:xfrm>
            <a:off x="3200399" y="4051006"/>
            <a:ext cx="127591" cy="23391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5F05CBDB-625B-6A90-0877-C69F87DB6CF8}"/>
              </a:ext>
            </a:extLst>
          </p:cNvPr>
          <p:cNvCxnSpPr/>
          <p:nvPr/>
        </p:nvCxnSpPr>
        <p:spPr>
          <a:xfrm>
            <a:off x="4497572" y="4138231"/>
            <a:ext cx="233916" cy="11695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FBB86F2B-E7CF-0AD1-8550-BACF5C22EC81}"/>
              </a:ext>
            </a:extLst>
          </p:cNvPr>
          <p:cNvCxnSpPr/>
          <p:nvPr/>
        </p:nvCxnSpPr>
        <p:spPr>
          <a:xfrm>
            <a:off x="6443330" y="4167963"/>
            <a:ext cx="265814" cy="9569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95A632EB-EDA7-7DCE-2FAA-F733764E824B}"/>
              </a:ext>
            </a:extLst>
          </p:cNvPr>
          <p:cNvCxnSpPr/>
          <p:nvPr/>
        </p:nvCxnSpPr>
        <p:spPr>
          <a:xfrm>
            <a:off x="6294474" y="5231219"/>
            <a:ext cx="244550" cy="7442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1926EED7-F381-046D-65B0-A92709CF1236}"/>
              </a:ext>
            </a:extLst>
          </p:cNvPr>
          <p:cNvCxnSpPr/>
          <p:nvPr/>
        </p:nvCxnSpPr>
        <p:spPr>
          <a:xfrm>
            <a:off x="7389628" y="5156791"/>
            <a:ext cx="276446" cy="1594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70B5420A-97BB-FDAB-5289-08E4E7F363B3}"/>
              </a:ext>
            </a:extLst>
          </p:cNvPr>
          <p:cNvCxnSpPr/>
          <p:nvPr/>
        </p:nvCxnSpPr>
        <p:spPr>
          <a:xfrm flipH="1">
            <a:off x="2488018" y="5188688"/>
            <a:ext cx="265814" cy="14885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30D69DFE-53BC-2552-C704-3FFCFF151099}"/>
              </a:ext>
            </a:extLst>
          </p:cNvPr>
          <p:cNvCxnSpPr/>
          <p:nvPr/>
        </p:nvCxnSpPr>
        <p:spPr>
          <a:xfrm flipH="1">
            <a:off x="1395032" y="5146158"/>
            <a:ext cx="10632" cy="21265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AFAF13B-04AA-B7D6-66AE-58FA0AD272D7}"/>
              </a:ext>
            </a:extLst>
          </p:cNvPr>
          <p:cNvSpPr txBox="1"/>
          <p:nvPr/>
        </p:nvSpPr>
        <p:spPr>
          <a:xfrm>
            <a:off x="1840231" y="1103578"/>
            <a:ext cx="457541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1">
                <a:latin typeface="Lucida Sans Unicode" pitchFamily="34" charset="0"/>
                <a:cs typeface="Lucida Sans Unicode" pitchFamily="34" charset="0"/>
              </a:rPr>
              <a:t>Transport Stream – TS 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600">
                <a:latin typeface="Lucida Sans Unicode" pitchFamily="34" charset="0"/>
                <a:cs typeface="Lucida Sans Unicode" pitchFamily="34" charset="0"/>
              </a:rPr>
              <a:t>for channels with likely errors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>
                <a:latin typeface="Lucida Sans Unicode" pitchFamily="34" charset="0"/>
                <a:cs typeface="Lucida Sans Unicode" pitchFamily="34" charset="0"/>
              </a:rPr>
              <a:t>short fixed-length: 188B</a:t>
            </a:r>
          </a:p>
          <a:p>
            <a:pPr marL="177800" indent="-177800">
              <a:buFont typeface="Arial" pitchFamily="34" charset="0"/>
              <a:buChar char="•"/>
            </a:pPr>
            <a:endParaRPr lang="en-GB" sz="1600">
              <a:latin typeface="Lucida Sans Unicode" pitchFamily="34" charset="0"/>
              <a:cs typeface="Lucida Sans Unicode" pitchFamily="34" charset="0"/>
            </a:endParaRPr>
          </a:p>
          <a:p>
            <a:pPr marL="177800" indent="-177800">
              <a:buFont typeface="Arial" pitchFamily="34" charset="0"/>
              <a:buChar char="•"/>
            </a:pPr>
            <a:r>
              <a:rPr lang="en-GB" sz="1600">
                <a:latin typeface="Lucida Sans Unicode" pitchFamily="34" charset="0"/>
                <a:cs typeface="Lucida Sans Unicode" pitchFamily="34" charset="0"/>
              </a:rPr>
              <a:t>PES packets – long variable length </a:t>
            </a:r>
          </a:p>
          <a:p>
            <a:pPr marL="635000" lvl="1" indent="-177800">
              <a:buFont typeface="Arial" pitchFamily="34" charset="0"/>
              <a:buChar char="•"/>
            </a:pPr>
            <a:r>
              <a:rPr lang="en-GB" sz="1600">
                <a:latin typeface="Lucida Sans Unicode" pitchFamily="34" charset="0"/>
                <a:cs typeface="Lucida Sans Unicode" pitchFamily="34" charset="0"/>
              </a:rPr>
              <a:t>Sub-divided </a:t>
            </a:r>
          </a:p>
          <a:p>
            <a:pPr marL="635000" lvl="1" indent="-177800">
              <a:buFont typeface="Arial" pitchFamily="34" charset="0"/>
              <a:buChar char="•"/>
            </a:pPr>
            <a:r>
              <a:rPr lang="en-GB" sz="1600">
                <a:latin typeface="Lucida Sans Unicode" pitchFamily="34" charset="0"/>
                <a:cs typeface="Lucida Sans Unicode" pitchFamily="34" charset="0"/>
              </a:rPr>
              <a:t>carried as payload of TS packets</a:t>
            </a:r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22617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 bwMode="auto">
          <a:xfrm>
            <a:off x="0" y="0"/>
            <a:ext cx="9144000" cy="6858001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pic>
        <p:nvPicPr>
          <p:cNvPr id="4" name="Picture 2" descr="maxresdefault.jpg (1280×720)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3" r="3572" b="2062"/>
          <a:stretch/>
        </p:blipFill>
        <p:spPr bwMode="auto">
          <a:xfrm>
            <a:off x="0" y="933061"/>
            <a:ext cx="9150162" cy="5131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7815DB-12ED-4B14-8E19-9F0F3C75EE85}"/>
              </a:ext>
            </a:extLst>
          </p:cNvPr>
          <p:cNvSpPr txBox="1"/>
          <p:nvPr/>
        </p:nvSpPr>
        <p:spPr>
          <a:xfrm>
            <a:off x="395288" y="368300"/>
            <a:ext cx="56554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solidFill>
                  <a:srgbClr val="FFFF00"/>
                </a:solidFill>
              </a:rPr>
              <a:t>Video Compression (Introduction)</a:t>
            </a:r>
          </a:p>
        </p:txBody>
      </p:sp>
    </p:spTree>
    <p:extLst>
      <p:ext uri="{BB962C8B-B14F-4D97-AF65-F5344CB8AC3E}">
        <p14:creationId xmlns:p14="http://schemas.microsoft.com/office/powerpoint/2010/main" val="11689642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6793" y="336379"/>
            <a:ext cx="9144001" cy="6105524"/>
            <a:chOff x="-1" y="381000"/>
            <a:chExt cx="9144001" cy="6105524"/>
          </a:xfrm>
        </p:grpSpPr>
        <p:sp>
          <p:nvSpPr>
            <p:cNvPr id="12290" name="Rectangle 2"/>
            <p:cNvSpPr>
              <a:spLocks noChangeArrowheads="1"/>
            </p:cNvSpPr>
            <p:nvPr/>
          </p:nvSpPr>
          <p:spPr bwMode="auto">
            <a:xfrm>
              <a:off x="427038" y="381000"/>
              <a:ext cx="132715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2400" b="1"/>
                <a:t>The Eye</a:t>
              </a:r>
            </a:p>
          </p:txBody>
        </p:sp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392906"/>
              <a:ext cx="1514475" cy="733425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1100137" y="771525"/>
              <a:ext cx="1514475" cy="733425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0800000">
              <a:off x="-1" y="1150143"/>
              <a:ext cx="1514475" cy="733425"/>
            </a:xfrm>
            <a:prstGeom prst="rect">
              <a:avLst/>
            </a:prstGeom>
            <a:ln>
              <a:noFill/>
            </a:ln>
          </p:spPr>
        </p:pic>
        <p:grpSp>
          <p:nvGrpSpPr>
            <p:cNvPr id="6" name="Group 5"/>
            <p:cNvGrpSpPr/>
            <p:nvPr/>
          </p:nvGrpSpPr>
          <p:grpSpPr>
            <a:xfrm rot="10800000">
              <a:off x="0" y="1883568"/>
              <a:ext cx="2247901" cy="1514475"/>
              <a:chOff x="0" y="3587580"/>
              <a:chExt cx="2247901" cy="1514475"/>
            </a:xfrm>
          </p:grpSpPr>
          <p:pic>
            <p:nvPicPr>
              <p:cNvPr id="22" name="Picture 21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" y="3587580"/>
                <a:ext cx="1514475" cy="733425"/>
              </a:xfrm>
              <a:prstGeom prst="rect">
                <a:avLst/>
              </a:prstGeom>
              <a:ln>
                <a:noFill/>
              </a:ln>
            </p:spPr>
          </p:pic>
          <p:pic>
            <p:nvPicPr>
              <p:cNvPr id="23" name="Picture 22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5400000">
                <a:off x="1123951" y="3978105"/>
                <a:ext cx="1514475" cy="733425"/>
              </a:xfrm>
              <a:prstGeom prst="rect">
                <a:avLst/>
              </a:prstGeom>
              <a:ln>
                <a:noFill/>
              </a:ln>
            </p:spPr>
          </p:pic>
          <p:pic>
            <p:nvPicPr>
              <p:cNvPr id="24" name="Picture 23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10800000">
                <a:off x="0" y="4344817"/>
                <a:ext cx="1514475" cy="733425"/>
              </a:xfrm>
              <a:prstGeom prst="rect">
                <a:avLst/>
              </a:prstGeom>
              <a:ln>
                <a:noFill/>
              </a:ln>
            </p:spPr>
          </p:pic>
        </p:grpSp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" y="3421855"/>
              <a:ext cx="1514475" cy="733425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1123951" y="3812380"/>
              <a:ext cx="1514475" cy="733425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9" name="Picture 2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0800000">
              <a:off x="0" y="4179092"/>
              <a:ext cx="1514475" cy="733425"/>
            </a:xfrm>
            <a:prstGeom prst="rect">
              <a:avLst/>
            </a:prstGeom>
            <a:ln>
              <a:noFill/>
            </a:ln>
          </p:spPr>
        </p:pic>
        <p:grpSp>
          <p:nvGrpSpPr>
            <p:cNvPr id="30" name="Group 29"/>
            <p:cNvGrpSpPr/>
            <p:nvPr/>
          </p:nvGrpSpPr>
          <p:grpSpPr>
            <a:xfrm rot="10800000">
              <a:off x="24779" y="4960142"/>
              <a:ext cx="2247901" cy="1514475"/>
              <a:chOff x="0" y="3587580"/>
              <a:chExt cx="2247901" cy="1514475"/>
            </a:xfrm>
          </p:grpSpPr>
          <p:pic>
            <p:nvPicPr>
              <p:cNvPr id="31" name="Picture 30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" y="3587580"/>
                <a:ext cx="1514475" cy="733425"/>
              </a:xfrm>
              <a:prstGeom prst="rect">
                <a:avLst/>
              </a:prstGeom>
              <a:ln>
                <a:noFill/>
              </a:ln>
            </p:spPr>
          </p:pic>
          <p:pic>
            <p:nvPicPr>
              <p:cNvPr id="32" name="Picture 31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5400000">
                <a:off x="1123951" y="3978105"/>
                <a:ext cx="1514475" cy="733425"/>
              </a:xfrm>
              <a:prstGeom prst="rect">
                <a:avLst/>
              </a:prstGeom>
              <a:ln>
                <a:noFill/>
              </a:ln>
            </p:spPr>
          </p:pic>
          <p:pic>
            <p:nvPicPr>
              <p:cNvPr id="33" name="Picture 32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10800000">
                <a:off x="0" y="4344817"/>
                <a:ext cx="1514475" cy="733425"/>
              </a:xfrm>
              <a:prstGeom prst="rect">
                <a:avLst/>
              </a:prstGeom>
              <a:ln>
                <a:noFill/>
              </a:ln>
            </p:spPr>
          </p:pic>
        </p:grpSp>
        <p:sp>
          <p:nvSpPr>
            <p:cNvPr id="34" name="Rectangle 2"/>
            <p:cNvSpPr>
              <a:spLocks noChangeArrowheads="1"/>
            </p:cNvSpPr>
            <p:nvPr/>
          </p:nvSpPr>
          <p:spPr bwMode="auto">
            <a:xfrm>
              <a:off x="7298358" y="392907"/>
              <a:ext cx="132715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2400" b="1"/>
                <a:t>The Eye</a:t>
              </a:r>
            </a:p>
          </p:txBody>
        </p:sp>
        <p:pic>
          <p:nvPicPr>
            <p:cNvPr id="35" name="Picture 3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71320" y="404813"/>
              <a:ext cx="1514475" cy="733425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6" name="Picture 3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7971457" y="783432"/>
              <a:ext cx="1514475" cy="733425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7" name="Picture 3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0800000">
              <a:off x="6871319" y="1162050"/>
              <a:ext cx="1514475" cy="733425"/>
            </a:xfrm>
            <a:prstGeom prst="rect">
              <a:avLst/>
            </a:prstGeom>
            <a:ln>
              <a:noFill/>
            </a:ln>
          </p:spPr>
        </p:pic>
        <p:grpSp>
          <p:nvGrpSpPr>
            <p:cNvPr id="38" name="Group 37"/>
            <p:cNvGrpSpPr/>
            <p:nvPr/>
          </p:nvGrpSpPr>
          <p:grpSpPr>
            <a:xfrm rot="10800000">
              <a:off x="6871320" y="1895475"/>
              <a:ext cx="2247901" cy="1514475"/>
              <a:chOff x="0" y="3587580"/>
              <a:chExt cx="2247901" cy="1514475"/>
            </a:xfrm>
          </p:grpSpPr>
          <p:pic>
            <p:nvPicPr>
              <p:cNvPr id="39" name="Picture 38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" y="3587580"/>
                <a:ext cx="1514475" cy="733425"/>
              </a:xfrm>
              <a:prstGeom prst="rect">
                <a:avLst/>
              </a:prstGeom>
              <a:ln>
                <a:noFill/>
              </a:ln>
            </p:spPr>
          </p:pic>
          <p:pic>
            <p:nvPicPr>
              <p:cNvPr id="40" name="Picture 39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5400000">
                <a:off x="1123951" y="3978105"/>
                <a:ext cx="1514475" cy="733425"/>
              </a:xfrm>
              <a:prstGeom prst="rect">
                <a:avLst/>
              </a:prstGeom>
              <a:ln>
                <a:noFill/>
              </a:ln>
            </p:spPr>
          </p:pic>
          <p:pic>
            <p:nvPicPr>
              <p:cNvPr id="41" name="Picture 40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10800000">
                <a:off x="0" y="4344817"/>
                <a:ext cx="1514475" cy="733425"/>
              </a:xfrm>
              <a:prstGeom prst="rect">
                <a:avLst/>
              </a:prstGeom>
              <a:ln>
                <a:noFill/>
              </a:ln>
            </p:spPr>
          </p:pic>
        </p:grpSp>
        <p:pic>
          <p:nvPicPr>
            <p:cNvPr id="42" name="Picture 4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71321" y="3433762"/>
              <a:ext cx="1514475" cy="733425"/>
            </a:xfrm>
            <a:prstGeom prst="rect">
              <a:avLst/>
            </a:prstGeom>
            <a:ln>
              <a:noFill/>
            </a:ln>
          </p:spPr>
        </p:pic>
        <p:pic>
          <p:nvPicPr>
            <p:cNvPr id="43" name="Picture 4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7995271" y="3824287"/>
              <a:ext cx="1514475" cy="733425"/>
            </a:xfrm>
            <a:prstGeom prst="rect">
              <a:avLst/>
            </a:prstGeom>
            <a:ln>
              <a:noFill/>
            </a:ln>
          </p:spPr>
        </p:pic>
        <p:pic>
          <p:nvPicPr>
            <p:cNvPr id="44" name="Picture 4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0800000">
              <a:off x="6871320" y="4190999"/>
              <a:ext cx="1514475" cy="733425"/>
            </a:xfrm>
            <a:prstGeom prst="rect">
              <a:avLst/>
            </a:prstGeom>
            <a:ln>
              <a:noFill/>
            </a:ln>
          </p:spPr>
        </p:pic>
        <p:grpSp>
          <p:nvGrpSpPr>
            <p:cNvPr id="45" name="Group 44"/>
            <p:cNvGrpSpPr/>
            <p:nvPr/>
          </p:nvGrpSpPr>
          <p:grpSpPr>
            <a:xfrm rot="10800000">
              <a:off x="6896099" y="4972049"/>
              <a:ext cx="2247901" cy="1514475"/>
              <a:chOff x="0" y="3587580"/>
              <a:chExt cx="2247901" cy="1514475"/>
            </a:xfrm>
          </p:grpSpPr>
          <p:pic>
            <p:nvPicPr>
              <p:cNvPr id="46" name="Picture 45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" y="3587580"/>
                <a:ext cx="1514475" cy="733425"/>
              </a:xfrm>
              <a:prstGeom prst="rect">
                <a:avLst/>
              </a:prstGeom>
              <a:ln>
                <a:noFill/>
              </a:ln>
            </p:spPr>
          </p:pic>
          <p:pic>
            <p:nvPicPr>
              <p:cNvPr id="47" name="Picture 46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5400000">
                <a:off x="1123951" y="3978105"/>
                <a:ext cx="1514475" cy="733425"/>
              </a:xfrm>
              <a:prstGeom prst="rect">
                <a:avLst/>
              </a:prstGeom>
              <a:ln>
                <a:noFill/>
              </a:ln>
            </p:spPr>
          </p:pic>
          <p:pic>
            <p:nvPicPr>
              <p:cNvPr id="48" name="Picture 47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10800000">
                <a:off x="0" y="4344817"/>
                <a:ext cx="1514475" cy="733425"/>
              </a:xfrm>
              <a:prstGeom prst="rect">
                <a:avLst/>
              </a:prstGeom>
              <a:ln>
                <a:noFill/>
              </a:ln>
            </p:spPr>
          </p:pic>
        </p:grpSp>
        <p:pic>
          <p:nvPicPr>
            <p:cNvPr id="49" name="Picture 4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34672" y="404813"/>
              <a:ext cx="1514475" cy="733425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0" name="Picture 4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78559" y="381000"/>
              <a:ext cx="1514475" cy="733425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1" name="Picture 5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08941" y="381000"/>
              <a:ext cx="1514475" cy="733425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2" name="Picture 5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64084" y="5713652"/>
              <a:ext cx="1514475" cy="733425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3" name="Picture 5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14804" y="5713651"/>
              <a:ext cx="1514475" cy="733425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5" name="Picture 5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16490" y="5729286"/>
              <a:ext cx="1514475" cy="733425"/>
            </a:xfrm>
            <a:prstGeom prst="rect">
              <a:avLst/>
            </a:prstGeom>
            <a:ln>
              <a:noFill/>
            </a:ln>
          </p:spPr>
        </p:pic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699" y="425008"/>
            <a:ext cx="7391373" cy="5351751"/>
          </a:xfrm>
          <a:prstGeom prst="rect">
            <a:avLst/>
          </a:prstGeom>
        </p:spPr>
      </p:pic>
      <p:sp>
        <p:nvSpPr>
          <p:cNvPr id="57" name="Rectangle 56"/>
          <p:cNvSpPr/>
          <p:nvPr/>
        </p:nvSpPr>
        <p:spPr>
          <a:xfrm>
            <a:off x="395288" y="331788"/>
            <a:ext cx="13388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GB" sz="2400" b="1" dirty="0">
                <a:solidFill>
                  <a:srgbClr val="000000"/>
                </a:solidFill>
              </a:rPr>
              <a:t>The Eye</a:t>
            </a:r>
          </a:p>
        </p:txBody>
      </p:sp>
    </p:spTree>
    <p:extLst>
      <p:ext uri="{BB962C8B-B14F-4D97-AF65-F5344CB8AC3E}">
        <p14:creationId xmlns:p14="http://schemas.microsoft.com/office/powerpoint/2010/main" val="294507059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81000" y="333375"/>
            <a:ext cx="626806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 err="1"/>
              <a:t>Psychovisual</a:t>
            </a:r>
            <a:r>
              <a:rPr lang="en-GB" sz="2400" b="1" dirty="0"/>
              <a:t> – how we perceive images</a:t>
            </a:r>
          </a:p>
        </p:txBody>
      </p:sp>
      <p:sp>
        <p:nvSpPr>
          <p:cNvPr id="13" name="Oval 17"/>
          <p:cNvSpPr>
            <a:spLocks noChangeArrowheads="1"/>
          </p:cNvSpPr>
          <p:nvPr/>
        </p:nvSpPr>
        <p:spPr bwMode="auto">
          <a:xfrm>
            <a:off x="6353745" y="1007534"/>
            <a:ext cx="1714988" cy="1507067"/>
          </a:xfrm>
          <a:prstGeom prst="ellipse">
            <a:avLst/>
          </a:prstGeom>
          <a:gradFill rotWithShape="1">
            <a:gsLst>
              <a:gs pos="0">
                <a:schemeClr val="tx1"/>
              </a:gs>
              <a:gs pos="100000">
                <a:srgbClr val="FFFFFF"/>
              </a:gs>
            </a:gsLst>
            <a:lin ang="0" scaled="1"/>
          </a:gra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square" anchor="ctr">
            <a:noAutofit/>
          </a:bodyPr>
          <a:lstStyle/>
          <a:p>
            <a:endParaRPr lang="en-US"/>
          </a:p>
        </p:txBody>
      </p:sp>
      <p:pic>
        <p:nvPicPr>
          <p:cNvPr id="14" name="Picture 1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00137" y="2548467"/>
            <a:ext cx="2935334" cy="187522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381000" y="880400"/>
            <a:ext cx="5141288" cy="263610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74625" indent="-174625">
              <a:lnSpc>
                <a:spcPct val="130000"/>
              </a:lnSpc>
            </a:pPr>
            <a:r>
              <a:rPr lang="en-GB" b="1" dirty="0"/>
              <a:t>Light sensitivity in the eye</a:t>
            </a:r>
          </a:p>
          <a:p>
            <a:pPr marL="174625" indent="-174625">
              <a:lnSpc>
                <a:spcPct val="130000"/>
              </a:lnSpc>
            </a:pPr>
            <a:endParaRPr lang="en-GB" sz="900" b="1" dirty="0"/>
          </a:p>
          <a:p>
            <a:pPr marL="174625" indent="-174625">
              <a:lnSpc>
                <a:spcPct val="130000"/>
              </a:lnSpc>
            </a:pPr>
            <a:r>
              <a:rPr lang="en-GB" b="1" dirty="0"/>
              <a:t>Rods - </a:t>
            </a:r>
            <a:r>
              <a:rPr lang="en-GB" dirty="0"/>
              <a:t>light intensity - not colour</a:t>
            </a:r>
          </a:p>
          <a:p>
            <a:pPr marL="174625" indent="-174625">
              <a:lnSpc>
                <a:spcPct val="130000"/>
              </a:lnSpc>
              <a:buFontTx/>
              <a:buChar char="•"/>
            </a:pPr>
            <a:r>
              <a:rPr lang="en-GB" dirty="0"/>
              <a:t>~125 million across the retina</a:t>
            </a:r>
          </a:p>
          <a:p>
            <a:pPr marL="174625" indent="-174625">
              <a:lnSpc>
                <a:spcPct val="130000"/>
              </a:lnSpc>
              <a:buFontTx/>
              <a:buChar char="•"/>
            </a:pPr>
            <a:r>
              <a:rPr lang="en-GB" dirty="0"/>
              <a:t>characteristics of high speed black &amp; white film</a:t>
            </a:r>
          </a:p>
          <a:p>
            <a:pPr marL="174625" indent="-174625"/>
            <a:endParaRPr lang="en-GB" b="1" dirty="0"/>
          </a:p>
          <a:p>
            <a:pPr marL="174625" indent="-174625"/>
            <a:r>
              <a:rPr lang="en-GB" b="1" dirty="0"/>
              <a:t>Cones - </a:t>
            </a:r>
            <a:r>
              <a:rPr lang="en-GB" dirty="0"/>
              <a:t>colour - responsive in three wavebands</a:t>
            </a:r>
          </a:p>
          <a:p>
            <a:pPr marL="174625" indent="-174625">
              <a:lnSpc>
                <a:spcPct val="120000"/>
              </a:lnSpc>
              <a:buFontTx/>
              <a:buChar char="•"/>
            </a:pPr>
            <a:r>
              <a:rPr lang="en-GB" dirty="0"/>
              <a:t>6 or 7 million cones</a:t>
            </a:r>
          </a:p>
          <a:p>
            <a:pPr marL="174625" indent="-174625">
              <a:lnSpc>
                <a:spcPct val="120000"/>
              </a:lnSpc>
              <a:buFontTx/>
              <a:buChar char="•"/>
            </a:pPr>
            <a:r>
              <a:rPr lang="en-GB" dirty="0"/>
              <a:t>characteristics of low-speed colour film</a:t>
            </a:r>
            <a:endParaRPr lang="en-GB" sz="1800" dirty="0"/>
          </a:p>
        </p:txBody>
      </p:sp>
      <p:grpSp>
        <p:nvGrpSpPr>
          <p:cNvPr id="32" name="Group 31"/>
          <p:cNvGrpSpPr/>
          <p:nvPr/>
        </p:nvGrpSpPr>
        <p:grpSpPr>
          <a:xfrm>
            <a:off x="381000" y="4099511"/>
            <a:ext cx="4354781" cy="2268664"/>
            <a:chOff x="1295896" y="2694043"/>
            <a:chExt cx="4354781" cy="2268664"/>
          </a:xfrm>
        </p:grpSpPr>
        <p:grpSp>
          <p:nvGrpSpPr>
            <p:cNvPr id="3" name="Group 3"/>
            <p:cNvGrpSpPr>
              <a:grpSpLocks/>
            </p:cNvGrpSpPr>
            <p:nvPr/>
          </p:nvGrpSpPr>
          <p:grpSpPr bwMode="auto">
            <a:xfrm>
              <a:off x="1295896" y="2694043"/>
              <a:ext cx="2859215" cy="2268664"/>
              <a:chOff x="1310" y="787"/>
              <a:chExt cx="3854" cy="3121"/>
            </a:xfrm>
          </p:grpSpPr>
          <p:pic>
            <p:nvPicPr>
              <p:cNvPr id="4" name="Picture 4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1352" y="787"/>
                <a:ext cx="3736" cy="3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5" name="Rectangle 5"/>
              <p:cNvSpPr>
                <a:spLocks noChangeArrowheads="1"/>
              </p:cNvSpPr>
              <p:nvPr/>
            </p:nvSpPr>
            <p:spPr bwMode="auto">
              <a:xfrm>
                <a:off x="1324" y="1824"/>
                <a:ext cx="439" cy="185"/>
              </a:xfrm>
              <a:prstGeom prst="rect">
                <a:avLst/>
              </a:prstGeom>
              <a:noFill/>
              <a:ln w="19050" algn="ctr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" name="Rectangle 6"/>
              <p:cNvSpPr>
                <a:spLocks noChangeArrowheads="1"/>
              </p:cNvSpPr>
              <p:nvPr/>
            </p:nvSpPr>
            <p:spPr bwMode="auto">
              <a:xfrm>
                <a:off x="1310" y="2057"/>
                <a:ext cx="336" cy="185"/>
              </a:xfrm>
              <a:prstGeom prst="rect">
                <a:avLst/>
              </a:prstGeom>
              <a:noFill/>
              <a:ln w="19050" algn="ctr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" name="Rectangle 7"/>
              <p:cNvSpPr>
                <a:spLocks noChangeArrowheads="1"/>
              </p:cNvSpPr>
              <p:nvPr/>
            </p:nvSpPr>
            <p:spPr bwMode="auto">
              <a:xfrm>
                <a:off x="1317" y="2393"/>
                <a:ext cx="336" cy="185"/>
              </a:xfrm>
              <a:prstGeom prst="rect">
                <a:avLst/>
              </a:prstGeom>
              <a:noFill/>
              <a:ln w="19050" algn="ctr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" name="Rectangle 8"/>
              <p:cNvSpPr>
                <a:spLocks noChangeArrowheads="1"/>
              </p:cNvSpPr>
              <p:nvPr/>
            </p:nvSpPr>
            <p:spPr bwMode="auto">
              <a:xfrm>
                <a:off x="1317" y="2646"/>
                <a:ext cx="199" cy="185"/>
              </a:xfrm>
              <a:prstGeom prst="rect">
                <a:avLst/>
              </a:prstGeom>
              <a:noFill/>
              <a:ln w="19050" algn="ctr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" name="Rectangle 9"/>
              <p:cNvSpPr>
                <a:spLocks noChangeArrowheads="1"/>
              </p:cNvSpPr>
              <p:nvPr/>
            </p:nvSpPr>
            <p:spPr bwMode="auto">
              <a:xfrm>
                <a:off x="4718" y="3263"/>
                <a:ext cx="405" cy="281"/>
              </a:xfrm>
              <a:prstGeom prst="rect">
                <a:avLst/>
              </a:prstGeom>
              <a:noFill/>
              <a:ln w="19050" algn="ctr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" name="Rectangle 10"/>
              <p:cNvSpPr>
                <a:spLocks noChangeArrowheads="1"/>
              </p:cNvSpPr>
              <p:nvPr/>
            </p:nvSpPr>
            <p:spPr bwMode="auto">
              <a:xfrm>
                <a:off x="3510" y="1981"/>
                <a:ext cx="405" cy="199"/>
              </a:xfrm>
              <a:prstGeom prst="rect">
                <a:avLst/>
              </a:prstGeom>
              <a:noFill/>
              <a:ln w="19050" algn="ctr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" name="Rectangle 11"/>
              <p:cNvSpPr>
                <a:spLocks noChangeArrowheads="1"/>
              </p:cNvSpPr>
              <p:nvPr/>
            </p:nvSpPr>
            <p:spPr bwMode="auto">
              <a:xfrm>
                <a:off x="4690" y="1446"/>
                <a:ext cx="474" cy="199"/>
              </a:xfrm>
              <a:prstGeom prst="rect">
                <a:avLst/>
              </a:prstGeom>
              <a:noFill/>
              <a:ln w="19050" algn="ctr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" name="Rectangle 12"/>
              <p:cNvSpPr>
                <a:spLocks noChangeArrowheads="1"/>
              </p:cNvSpPr>
              <p:nvPr/>
            </p:nvSpPr>
            <p:spPr bwMode="auto">
              <a:xfrm>
                <a:off x="4635" y="1830"/>
                <a:ext cx="474" cy="199"/>
              </a:xfrm>
              <a:prstGeom prst="rect">
                <a:avLst/>
              </a:prstGeom>
              <a:noFill/>
              <a:ln w="19050" algn="ctr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7" name="Freeform 16"/>
            <p:cNvSpPr/>
            <p:nvPr/>
          </p:nvSpPr>
          <p:spPr bwMode="auto">
            <a:xfrm>
              <a:off x="2889504" y="3008376"/>
              <a:ext cx="690587" cy="1700784"/>
            </a:xfrm>
            <a:custGeom>
              <a:avLst/>
              <a:gdLst>
                <a:gd name="connsiteX0" fmla="*/ 0 w 690587"/>
                <a:gd name="connsiteY0" fmla="*/ 0 h 1700784"/>
                <a:gd name="connsiteX1" fmla="*/ 246888 w 690587"/>
                <a:gd name="connsiteY1" fmla="*/ 100584 h 1700784"/>
                <a:gd name="connsiteX2" fmla="*/ 448056 w 690587"/>
                <a:gd name="connsiteY2" fmla="*/ 292608 h 1700784"/>
                <a:gd name="connsiteX3" fmla="*/ 603504 w 690587"/>
                <a:gd name="connsiteY3" fmla="*/ 521208 h 1700784"/>
                <a:gd name="connsiteX4" fmla="*/ 685800 w 690587"/>
                <a:gd name="connsiteY4" fmla="*/ 886968 h 1700784"/>
                <a:gd name="connsiteX5" fmla="*/ 667512 w 690587"/>
                <a:gd name="connsiteY5" fmla="*/ 1051560 h 1700784"/>
                <a:gd name="connsiteX6" fmla="*/ 557784 w 690587"/>
                <a:gd name="connsiteY6" fmla="*/ 1280160 h 1700784"/>
                <a:gd name="connsiteX7" fmla="*/ 466344 w 690587"/>
                <a:gd name="connsiteY7" fmla="*/ 1417320 h 1700784"/>
                <a:gd name="connsiteX8" fmla="*/ 310896 w 690587"/>
                <a:gd name="connsiteY8" fmla="*/ 1545336 h 1700784"/>
                <a:gd name="connsiteX9" fmla="*/ 182880 w 690587"/>
                <a:gd name="connsiteY9" fmla="*/ 1655064 h 1700784"/>
                <a:gd name="connsiteX10" fmla="*/ 36576 w 690587"/>
                <a:gd name="connsiteY10" fmla="*/ 1700784 h 1700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0587" h="1700784">
                  <a:moveTo>
                    <a:pt x="0" y="0"/>
                  </a:moveTo>
                  <a:cubicBezTo>
                    <a:pt x="86106" y="25908"/>
                    <a:pt x="172212" y="51816"/>
                    <a:pt x="246888" y="100584"/>
                  </a:cubicBezTo>
                  <a:cubicBezTo>
                    <a:pt x="321564" y="149352"/>
                    <a:pt x="388620" y="222504"/>
                    <a:pt x="448056" y="292608"/>
                  </a:cubicBezTo>
                  <a:cubicBezTo>
                    <a:pt x="507492" y="362712"/>
                    <a:pt x="563880" y="422148"/>
                    <a:pt x="603504" y="521208"/>
                  </a:cubicBezTo>
                  <a:cubicBezTo>
                    <a:pt x="643128" y="620268"/>
                    <a:pt x="675132" y="798576"/>
                    <a:pt x="685800" y="886968"/>
                  </a:cubicBezTo>
                  <a:cubicBezTo>
                    <a:pt x="696468" y="975360"/>
                    <a:pt x="688848" y="986028"/>
                    <a:pt x="667512" y="1051560"/>
                  </a:cubicBezTo>
                  <a:cubicBezTo>
                    <a:pt x="646176" y="1117092"/>
                    <a:pt x="591312" y="1219200"/>
                    <a:pt x="557784" y="1280160"/>
                  </a:cubicBezTo>
                  <a:cubicBezTo>
                    <a:pt x="524256" y="1341120"/>
                    <a:pt x="507492" y="1373124"/>
                    <a:pt x="466344" y="1417320"/>
                  </a:cubicBezTo>
                  <a:cubicBezTo>
                    <a:pt x="425196" y="1461516"/>
                    <a:pt x="358140" y="1505712"/>
                    <a:pt x="310896" y="1545336"/>
                  </a:cubicBezTo>
                  <a:cubicBezTo>
                    <a:pt x="263652" y="1584960"/>
                    <a:pt x="228600" y="1629156"/>
                    <a:pt x="182880" y="1655064"/>
                  </a:cubicBezTo>
                  <a:cubicBezTo>
                    <a:pt x="137160" y="1680972"/>
                    <a:pt x="86868" y="1690878"/>
                    <a:pt x="36576" y="1700784"/>
                  </a:cubicBezTo>
                </a:path>
              </a:pathLst>
            </a:custGeom>
            <a:noFill/>
            <a:ln w="76200" cap="flat" cmpd="sng" algn="ctr">
              <a:solidFill>
                <a:srgbClr val="FF000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Rectangle 2"/>
            <p:cNvSpPr>
              <a:spLocks noChangeArrowheads="1"/>
            </p:cNvSpPr>
            <p:nvPr/>
          </p:nvSpPr>
          <p:spPr bwMode="auto">
            <a:xfrm>
              <a:off x="4419106" y="2731680"/>
              <a:ext cx="1231571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GB" sz="1200" b="1" dirty="0">
                  <a:solidFill>
                    <a:srgbClr val="FF0000"/>
                  </a:solidFill>
                </a:rPr>
                <a:t>RODS </a:t>
              </a:r>
              <a:r>
                <a:rPr lang="en-GB" sz="1200" b="1">
                  <a:solidFill>
                    <a:srgbClr val="FF0000"/>
                  </a:solidFill>
                </a:rPr>
                <a:t>and CONES</a:t>
              </a:r>
            </a:p>
            <a:p>
              <a:r>
                <a:rPr lang="en-GB" sz="1200" b="1">
                  <a:solidFill>
                    <a:srgbClr val="FF0000"/>
                  </a:solidFill>
                </a:rPr>
                <a:t>(retina)</a:t>
              </a:r>
              <a:endParaRPr lang="en-GB" sz="12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19" name="Straight Arrow Connector 18"/>
            <p:cNvCxnSpPr>
              <a:stCxn id="24" idx="1"/>
            </p:cNvCxnSpPr>
            <p:nvPr/>
          </p:nvCxnSpPr>
          <p:spPr bwMode="auto">
            <a:xfrm flipH="1">
              <a:off x="3200400" y="3054846"/>
              <a:ext cx="1218706" cy="27021"/>
            </a:xfrm>
            <a:prstGeom prst="straightConnector1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3" name="Straight Arrow Connector 22"/>
            <p:cNvCxnSpPr/>
            <p:nvPr/>
          </p:nvCxnSpPr>
          <p:spPr bwMode="auto">
            <a:xfrm flipH="1">
              <a:off x="3488268" y="3183467"/>
              <a:ext cx="922865" cy="254000"/>
            </a:xfrm>
            <a:prstGeom prst="straightConnector1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6" name="Straight Arrow Connector 25"/>
            <p:cNvCxnSpPr/>
            <p:nvPr/>
          </p:nvCxnSpPr>
          <p:spPr bwMode="auto">
            <a:xfrm flipH="1">
              <a:off x="3556001" y="3225800"/>
              <a:ext cx="922866" cy="601133"/>
            </a:xfrm>
            <a:prstGeom prst="straightConnector1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30" name="Straight Arrow Connector 29"/>
            <p:cNvCxnSpPr/>
            <p:nvPr/>
          </p:nvCxnSpPr>
          <p:spPr bwMode="auto">
            <a:xfrm flipH="1">
              <a:off x="3429001" y="3327400"/>
              <a:ext cx="1024466" cy="965200"/>
            </a:xfrm>
            <a:prstGeom prst="straightConnector1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36" name="Group 35"/>
          <p:cNvGrpSpPr/>
          <p:nvPr/>
        </p:nvGrpSpPr>
        <p:grpSpPr>
          <a:xfrm>
            <a:off x="5650298" y="5244860"/>
            <a:ext cx="2907106" cy="888521"/>
            <a:chOff x="5650298" y="5244860"/>
            <a:chExt cx="2907106" cy="888521"/>
          </a:xfrm>
        </p:grpSpPr>
        <p:sp>
          <p:nvSpPr>
            <p:cNvPr id="35" name="Right Arrow 34"/>
            <p:cNvSpPr/>
            <p:nvPr/>
          </p:nvSpPr>
          <p:spPr bwMode="auto">
            <a:xfrm>
              <a:off x="5650302" y="5244860"/>
              <a:ext cx="2907102" cy="888521"/>
            </a:xfrm>
            <a:prstGeom prst="rightArrow">
              <a:avLst>
                <a:gd name="adj1" fmla="val 50000"/>
                <a:gd name="adj2" fmla="val 94737"/>
              </a:avLst>
            </a:prstGeom>
            <a:solidFill>
              <a:srgbClr val="FF33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650298" y="5520905"/>
              <a:ext cx="270006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>
                  <a:solidFill>
                    <a:schemeClr val="bg1"/>
                  </a:solidFill>
                </a:rPr>
                <a:t>... Chroma Sub-sampling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7390354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0040" y="1209040"/>
            <a:ext cx="6423959" cy="386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67473" y="335441"/>
            <a:ext cx="47051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Images Captured on a Camera</a:t>
            </a:r>
          </a:p>
        </p:txBody>
      </p:sp>
      <p:grpSp>
        <p:nvGrpSpPr>
          <p:cNvPr id="3" name="Group 100"/>
          <p:cNvGrpSpPr/>
          <p:nvPr/>
        </p:nvGrpSpPr>
        <p:grpSpPr>
          <a:xfrm>
            <a:off x="417004" y="1910396"/>
            <a:ext cx="3754946" cy="2518728"/>
            <a:chOff x="417004" y="1079507"/>
            <a:chExt cx="5616872" cy="3886765"/>
          </a:xfrm>
        </p:grpSpPr>
        <p:sp>
          <p:nvSpPr>
            <p:cNvPr id="102" name="Rectangle 101"/>
            <p:cNvSpPr/>
            <p:nvPr/>
          </p:nvSpPr>
          <p:spPr bwMode="auto">
            <a:xfrm>
              <a:off x="993316" y="1691575"/>
              <a:ext cx="709793" cy="709793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03" name="Rectangle 102"/>
            <p:cNvSpPr/>
            <p:nvPr/>
          </p:nvSpPr>
          <p:spPr bwMode="auto">
            <a:xfrm>
              <a:off x="1880557" y="1691575"/>
              <a:ext cx="709793" cy="709793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04" name="Rectangle 103"/>
            <p:cNvSpPr/>
            <p:nvPr/>
          </p:nvSpPr>
          <p:spPr bwMode="auto">
            <a:xfrm>
              <a:off x="2767799" y="1691575"/>
              <a:ext cx="709793" cy="709793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05" name="Rectangle 104"/>
            <p:cNvSpPr/>
            <p:nvPr/>
          </p:nvSpPr>
          <p:spPr bwMode="auto">
            <a:xfrm>
              <a:off x="993316" y="2578816"/>
              <a:ext cx="709793" cy="709793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06" name="Rectangle 105"/>
            <p:cNvSpPr/>
            <p:nvPr/>
          </p:nvSpPr>
          <p:spPr bwMode="auto">
            <a:xfrm>
              <a:off x="1880557" y="2578816"/>
              <a:ext cx="709793" cy="709793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07" name="Rectangle 106"/>
            <p:cNvSpPr/>
            <p:nvPr/>
          </p:nvSpPr>
          <p:spPr bwMode="auto">
            <a:xfrm>
              <a:off x="2767799" y="2578816"/>
              <a:ext cx="709793" cy="709793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08" name="Rectangle 107"/>
            <p:cNvSpPr/>
            <p:nvPr/>
          </p:nvSpPr>
          <p:spPr bwMode="auto">
            <a:xfrm>
              <a:off x="849052" y="1511555"/>
              <a:ext cx="709793" cy="70979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09" name="Rectangle 108"/>
            <p:cNvSpPr/>
            <p:nvPr/>
          </p:nvSpPr>
          <p:spPr bwMode="auto">
            <a:xfrm>
              <a:off x="1736293" y="1511555"/>
              <a:ext cx="709793" cy="70979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10" name="Rectangle 109"/>
            <p:cNvSpPr/>
            <p:nvPr/>
          </p:nvSpPr>
          <p:spPr bwMode="auto">
            <a:xfrm>
              <a:off x="2623535" y="1511555"/>
              <a:ext cx="709793" cy="70979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11" name="Rectangle 110"/>
            <p:cNvSpPr/>
            <p:nvPr/>
          </p:nvSpPr>
          <p:spPr bwMode="auto">
            <a:xfrm>
              <a:off x="849052" y="2398796"/>
              <a:ext cx="709793" cy="70979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12" name="Rectangle 111"/>
            <p:cNvSpPr/>
            <p:nvPr/>
          </p:nvSpPr>
          <p:spPr bwMode="auto">
            <a:xfrm>
              <a:off x="1736293" y="2398796"/>
              <a:ext cx="709793" cy="70979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13" name="Rectangle 112"/>
            <p:cNvSpPr/>
            <p:nvPr/>
          </p:nvSpPr>
          <p:spPr bwMode="auto">
            <a:xfrm>
              <a:off x="2623535" y="2398796"/>
              <a:ext cx="709793" cy="70979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14" name="Rectangle 113"/>
            <p:cNvSpPr/>
            <p:nvPr/>
          </p:nvSpPr>
          <p:spPr bwMode="auto">
            <a:xfrm>
              <a:off x="849052" y="3286038"/>
              <a:ext cx="709793" cy="70979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15" name="Rectangle 114"/>
            <p:cNvSpPr/>
            <p:nvPr/>
          </p:nvSpPr>
          <p:spPr bwMode="auto">
            <a:xfrm>
              <a:off x="1736293" y="3286038"/>
              <a:ext cx="709793" cy="70979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16" name="Rectangle 115"/>
            <p:cNvSpPr/>
            <p:nvPr/>
          </p:nvSpPr>
          <p:spPr bwMode="auto">
            <a:xfrm>
              <a:off x="2623535" y="3286038"/>
              <a:ext cx="709793" cy="70979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17" name="Rectangle 116"/>
            <p:cNvSpPr/>
            <p:nvPr/>
          </p:nvSpPr>
          <p:spPr bwMode="auto">
            <a:xfrm>
              <a:off x="633028" y="1331535"/>
              <a:ext cx="709793" cy="709793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18" name="Rectangle 117"/>
            <p:cNvSpPr/>
            <p:nvPr/>
          </p:nvSpPr>
          <p:spPr bwMode="auto">
            <a:xfrm>
              <a:off x="1520269" y="1331535"/>
              <a:ext cx="709793" cy="709793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19" name="Rectangle 118"/>
            <p:cNvSpPr/>
            <p:nvPr/>
          </p:nvSpPr>
          <p:spPr bwMode="auto">
            <a:xfrm>
              <a:off x="2407511" y="1331535"/>
              <a:ext cx="709793" cy="709793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20" name="Rectangle 119"/>
            <p:cNvSpPr/>
            <p:nvPr/>
          </p:nvSpPr>
          <p:spPr bwMode="auto">
            <a:xfrm>
              <a:off x="633028" y="2218776"/>
              <a:ext cx="709793" cy="709793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21" name="Rectangle 120"/>
            <p:cNvSpPr/>
            <p:nvPr/>
          </p:nvSpPr>
          <p:spPr bwMode="auto">
            <a:xfrm>
              <a:off x="1520269" y="2218776"/>
              <a:ext cx="709793" cy="709793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22" name="Rectangle 121"/>
            <p:cNvSpPr/>
            <p:nvPr/>
          </p:nvSpPr>
          <p:spPr bwMode="auto">
            <a:xfrm>
              <a:off x="2407511" y="2218776"/>
              <a:ext cx="709793" cy="709793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23" name="Rectangle 122"/>
            <p:cNvSpPr/>
            <p:nvPr/>
          </p:nvSpPr>
          <p:spPr bwMode="auto">
            <a:xfrm>
              <a:off x="633028" y="3106018"/>
              <a:ext cx="709793" cy="709793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24" name="Rectangle 123"/>
            <p:cNvSpPr/>
            <p:nvPr/>
          </p:nvSpPr>
          <p:spPr bwMode="auto">
            <a:xfrm>
              <a:off x="1520269" y="3106018"/>
              <a:ext cx="709793" cy="709793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25" name="Rectangle 124"/>
            <p:cNvSpPr/>
            <p:nvPr/>
          </p:nvSpPr>
          <p:spPr bwMode="auto">
            <a:xfrm>
              <a:off x="2407511" y="3106018"/>
              <a:ext cx="709793" cy="709793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26" name="Rectangle 125"/>
            <p:cNvSpPr/>
            <p:nvPr/>
          </p:nvSpPr>
          <p:spPr bwMode="auto">
            <a:xfrm>
              <a:off x="417004" y="1079507"/>
              <a:ext cx="709793" cy="709793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27" name="Rectangle 126"/>
            <p:cNvSpPr/>
            <p:nvPr/>
          </p:nvSpPr>
          <p:spPr bwMode="auto">
            <a:xfrm>
              <a:off x="1304245" y="1079507"/>
              <a:ext cx="709793" cy="709793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28" name="Rectangle 127"/>
            <p:cNvSpPr/>
            <p:nvPr/>
          </p:nvSpPr>
          <p:spPr bwMode="auto">
            <a:xfrm>
              <a:off x="2191487" y="1079507"/>
              <a:ext cx="709793" cy="709793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29" name="Rectangle 128"/>
            <p:cNvSpPr/>
            <p:nvPr/>
          </p:nvSpPr>
          <p:spPr bwMode="auto">
            <a:xfrm>
              <a:off x="417004" y="1966748"/>
              <a:ext cx="709793" cy="709793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30" name="Rectangle 129"/>
            <p:cNvSpPr/>
            <p:nvPr/>
          </p:nvSpPr>
          <p:spPr bwMode="auto">
            <a:xfrm>
              <a:off x="1304245" y="1966748"/>
              <a:ext cx="709793" cy="709793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31" name="Rectangle 130"/>
            <p:cNvSpPr/>
            <p:nvPr/>
          </p:nvSpPr>
          <p:spPr bwMode="auto">
            <a:xfrm>
              <a:off x="2191487" y="1966748"/>
              <a:ext cx="709793" cy="709793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32" name="Rectangle 131"/>
            <p:cNvSpPr/>
            <p:nvPr/>
          </p:nvSpPr>
          <p:spPr bwMode="auto">
            <a:xfrm>
              <a:off x="417004" y="2853990"/>
              <a:ext cx="709793" cy="709793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33" name="Rectangle 132"/>
            <p:cNvSpPr/>
            <p:nvPr/>
          </p:nvSpPr>
          <p:spPr bwMode="auto">
            <a:xfrm>
              <a:off x="1304245" y="2853990"/>
              <a:ext cx="709793" cy="709793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34" name="Rectangle 133"/>
            <p:cNvSpPr/>
            <p:nvPr/>
          </p:nvSpPr>
          <p:spPr bwMode="auto">
            <a:xfrm>
              <a:off x="2191487" y="2853990"/>
              <a:ext cx="709793" cy="709793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35" name="Rectangle 134"/>
            <p:cNvSpPr/>
            <p:nvPr/>
          </p:nvSpPr>
          <p:spPr bwMode="auto">
            <a:xfrm>
              <a:off x="3693864" y="1691575"/>
              <a:ext cx="709793" cy="709793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36" name="Rectangle 135"/>
            <p:cNvSpPr/>
            <p:nvPr/>
          </p:nvSpPr>
          <p:spPr bwMode="auto">
            <a:xfrm>
              <a:off x="4581105" y="1691575"/>
              <a:ext cx="709793" cy="709793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37" name="Rectangle 136"/>
            <p:cNvSpPr/>
            <p:nvPr/>
          </p:nvSpPr>
          <p:spPr bwMode="auto">
            <a:xfrm>
              <a:off x="3693864" y="2578816"/>
              <a:ext cx="709793" cy="709793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38" name="Rectangle 137"/>
            <p:cNvSpPr/>
            <p:nvPr/>
          </p:nvSpPr>
          <p:spPr bwMode="auto">
            <a:xfrm>
              <a:off x="4581105" y="2578816"/>
              <a:ext cx="709793" cy="709793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39" name="Rectangle 138"/>
            <p:cNvSpPr/>
            <p:nvPr/>
          </p:nvSpPr>
          <p:spPr bwMode="auto">
            <a:xfrm>
              <a:off x="3549600" y="1511555"/>
              <a:ext cx="709793" cy="70979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40" name="Rectangle 139"/>
            <p:cNvSpPr/>
            <p:nvPr/>
          </p:nvSpPr>
          <p:spPr bwMode="auto">
            <a:xfrm>
              <a:off x="4436841" y="1511555"/>
              <a:ext cx="709793" cy="70979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41" name="Rectangle 140"/>
            <p:cNvSpPr/>
            <p:nvPr/>
          </p:nvSpPr>
          <p:spPr bwMode="auto">
            <a:xfrm>
              <a:off x="5324083" y="1511555"/>
              <a:ext cx="709793" cy="70979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42" name="Rectangle 141"/>
            <p:cNvSpPr/>
            <p:nvPr/>
          </p:nvSpPr>
          <p:spPr bwMode="auto">
            <a:xfrm>
              <a:off x="3549600" y="2398796"/>
              <a:ext cx="709793" cy="70979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43" name="Rectangle 142"/>
            <p:cNvSpPr/>
            <p:nvPr/>
          </p:nvSpPr>
          <p:spPr bwMode="auto">
            <a:xfrm>
              <a:off x="4436841" y="2398796"/>
              <a:ext cx="709793" cy="70979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44" name="Rectangle 143"/>
            <p:cNvSpPr/>
            <p:nvPr/>
          </p:nvSpPr>
          <p:spPr bwMode="auto">
            <a:xfrm>
              <a:off x="5324083" y="2398796"/>
              <a:ext cx="709793" cy="70979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45" name="Rectangle 144"/>
            <p:cNvSpPr/>
            <p:nvPr/>
          </p:nvSpPr>
          <p:spPr bwMode="auto">
            <a:xfrm>
              <a:off x="3549600" y="3286038"/>
              <a:ext cx="709793" cy="70979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46" name="Rectangle 145"/>
            <p:cNvSpPr/>
            <p:nvPr/>
          </p:nvSpPr>
          <p:spPr bwMode="auto">
            <a:xfrm>
              <a:off x="4436841" y="3286038"/>
              <a:ext cx="709793" cy="70979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47" name="Rectangle 146"/>
            <p:cNvSpPr/>
            <p:nvPr/>
          </p:nvSpPr>
          <p:spPr bwMode="auto">
            <a:xfrm>
              <a:off x="5324083" y="3286038"/>
              <a:ext cx="709793" cy="70979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48" name="Rectangle 147"/>
            <p:cNvSpPr/>
            <p:nvPr/>
          </p:nvSpPr>
          <p:spPr bwMode="auto">
            <a:xfrm>
              <a:off x="3333576" y="1331535"/>
              <a:ext cx="709793" cy="709793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49" name="Rectangle 148"/>
            <p:cNvSpPr/>
            <p:nvPr/>
          </p:nvSpPr>
          <p:spPr bwMode="auto">
            <a:xfrm>
              <a:off x="4220817" y="1331535"/>
              <a:ext cx="709793" cy="709793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50" name="Rectangle 149"/>
            <p:cNvSpPr/>
            <p:nvPr/>
          </p:nvSpPr>
          <p:spPr bwMode="auto">
            <a:xfrm>
              <a:off x="5108059" y="1331535"/>
              <a:ext cx="709793" cy="709793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51" name="Rectangle 150"/>
            <p:cNvSpPr/>
            <p:nvPr/>
          </p:nvSpPr>
          <p:spPr bwMode="auto">
            <a:xfrm>
              <a:off x="3333576" y="2218776"/>
              <a:ext cx="709793" cy="709793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52" name="Rectangle 151"/>
            <p:cNvSpPr/>
            <p:nvPr/>
          </p:nvSpPr>
          <p:spPr bwMode="auto">
            <a:xfrm>
              <a:off x="4220817" y="2218776"/>
              <a:ext cx="709793" cy="709793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53" name="Rectangle 152"/>
            <p:cNvSpPr/>
            <p:nvPr/>
          </p:nvSpPr>
          <p:spPr bwMode="auto">
            <a:xfrm>
              <a:off x="5108059" y="2218776"/>
              <a:ext cx="709793" cy="709793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54" name="Rectangle 153"/>
            <p:cNvSpPr/>
            <p:nvPr/>
          </p:nvSpPr>
          <p:spPr bwMode="auto">
            <a:xfrm>
              <a:off x="3333576" y="3106018"/>
              <a:ext cx="709793" cy="709793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55" name="Rectangle 154"/>
            <p:cNvSpPr/>
            <p:nvPr/>
          </p:nvSpPr>
          <p:spPr bwMode="auto">
            <a:xfrm>
              <a:off x="4220817" y="3106018"/>
              <a:ext cx="709793" cy="709793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56" name="Rectangle 155"/>
            <p:cNvSpPr/>
            <p:nvPr/>
          </p:nvSpPr>
          <p:spPr bwMode="auto">
            <a:xfrm>
              <a:off x="5108059" y="3106018"/>
              <a:ext cx="709793" cy="709793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57" name="Rectangle 156"/>
            <p:cNvSpPr/>
            <p:nvPr/>
          </p:nvSpPr>
          <p:spPr bwMode="auto">
            <a:xfrm>
              <a:off x="3117552" y="1079507"/>
              <a:ext cx="709793" cy="709793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58" name="Rectangle 157"/>
            <p:cNvSpPr/>
            <p:nvPr/>
          </p:nvSpPr>
          <p:spPr bwMode="auto">
            <a:xfrm>
              <a:off x="4004793" y="1079507"/>
              <a:ext cx="709793" cy="709793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59" name="Rectangle 158"/>
            <p:cNvSpPr/>
            <p:nvPr/>
          </p:nvSpPr>
          <p:spPr bwMode="auto">
            <a:xfrm>
              <a:off x="4892035" y="1079507"/>
              <a:ext cx="709793" cy="709793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60" name="Rectangle 159"/>
            <p:cNvSpPr/>
            <p:nvPr/>
          </p:nvSpPr>
          <p:spPr bwMode="auto">
            <a:xfrm>
              <a:off x="3117552" y="1966748"/>
              <a:ext cx="709793" cy="709793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61" name="Rectangle 160"/>
            <p:cNvSpPr/>
            <p:nvPr/>
          </p:nvSpPr>
          <p:spPr bwMode="auto">
            <a:xfrm>
              <a:off x="4004793" y="1966748"/>
              <a:ext cx="709793" cy="709793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62" name="Rectangle 161"/>
            <p:cNvSpPr/>
            <p:nvPr/>
          </p:nvSpPr>
          <p:spPr bwMode="auto">
            <a:xfrm>
              <a:off x="4892035" y="1966748"/>
              <a:ext cx="709793" cy="709793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63" name="Rectangle 162"/>
            <p:cNvSpPr/>
            <p:nvPr/>
          </p:nvSpPr>
          <p:spPr bwMode="auto">
            <a:xfrm>
              <a:off x="3117552" y="2853990"/>
              <a:ext cx="709793" cy="709793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64" name="Rectangle 163"/>
            <p:cNvSpPr/>
            <p:nvPr/>
          </p:nvSpPr>
          <p:spPr bwMode="auto">
            <a:xfrm>
              <a:off x="4004793" y="2853990"/>
              <a:ext cx="709793" cy="709793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65" name="Rectangle 164"/>
            <p:cNvSpPr/>
            <p:nvPr/>
          </p:nvSpPr>
          <p:spPr bwMode="auto">
            <a:xfrm>
              <a:off x="4892035" y="2853990"/>
              <a:ext cx="709793" cy="709793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66" name="Rectangle 165"/>
            <p:cNvSpPr/>
            <p:nvPr/>
          </p:nvSpPr>
          <p:spPr bwMode="auto">
            <a:xfrm>
              <a:off x="849052" y="4256479"/>
              <a:ext cx="709793" cy="70979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67" name="Rectangle 166"/>
            <p:cNvSpPr/>
            <p:nvPr/>
          </p:nvSpPr>
          <p:spPr bwMode="auto">
            <a:xfrm>
              <a:off x="1736293" y="4256479"/>
              <a:ext cx="709793" cy="70979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68" name="Rectangle 167"/>
            <p:cNvSpPr/>
            <p:nvPr/>
          </p:nvSpPr>
          <p:spPr bwMode="auto">
            <a:xfrm>
              <a:off x="2623535" y="4256479"/>
              <a:ext cx="709793" cy="70979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69" name="Rectangle 168"/>
            <p:cNvSpPr/>
            <p:nvPr/>
          </p:nvSpPr>
          <p:spPr bwMode="auto">
            <a:xfrm>
              <a:off x="633028" y="4076459"/>
              <a:ext cx="709793" cy="709793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70" name="Rectangle 169"/>
            <p:cNvSpPr/>
            <p:nvPr/>
          </p:nvSpPr>
          <p:spPr bwMode="auto">
            <a:xfrm>
              <a:off x="1520269" y="4076459"/>
              <a:ext cx="709793" cy="709793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71" name="Rectangle 170"/>
            <p:cNvSpPr/>
            <p:nvPr/>
          </p:nvSpPr>
          <p:spPr bwMode="auto">
            <a:xfrm>
              <a:off x="2407511" y="4076459"/>
              <a:ext cx="709793" cy="709793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72" name="Rectangle 171"/>
            <p:cNvSpPr/>
            <p:nvPr/>
          </p:nvSpPr>
          <p:spPr bwMode="auto">
            <a:xfrm>
              <a:off x="417004" y="3824431"/>
              <a:ext cx="709793" cy="709793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73" name="Rectangle 172"/>
            <p:cNvSpPr/>
            <p:nvPr/>
          </p:nvSpPr>
          <p:spPr bwMode="auto">
            <a:xfrm>
              <a:off x="1304245" y="3824431"/>
              <a:ext cx="709793" cy="709793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74" name="Rectangle 173"/>
            <p:cNvSpPr/>
            <p:nvPr/>
          </p:nvSpPr>
          <p:spPr bwMode="auto">
            <a:xfrm>
              <a:off x="2191487" y="3824431"/>
              <a:ext cx="709793" cy="709793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75" name="Rectangle 174"/>
            <p:cNvSpPr/>
            <p:nvPr/>
          </p:nvSpPr>
          <p:spPr bwMode="auto">
            <a:xfrm>
              <a:off x="3549600" y="4256479"/>
              <a:ext cx="709793" cy="70979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76" name="Rectangle 175"/>
            <p:cNvSpPr/>
            <p:nvPr/>
          </p:nvSpPr>
          <p:spPr bwMode="auto">
            <a:xfrm>
              <a:off x="4436841" y="4256479"/>
              <a:ext cx="709793" cy="70979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77" name="Rectangle 176"/>
            <p:cNvSpPr/>
            <p:nvPr/>
          </p:nvSpPr>
          <p:spPr bwMode="auto">
            <a:xfrm>
              <a:off x="5324083" y="4256479"/>
              <a:ext cx="709793" cy="70979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78" name="Rectangle 177"/>
            <p:cNvSpPr/>
            <p:nvPr/>
          </p:nvSpPr>
          <p:spPr bwMode="auto">
            <a:xfrm>
              <a:off x="3333576" y="4076459"/>
              <a:ext cx="709793" cy="709793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79" name="Rectangle 178"/>
            <p:cNvSpPr/>
            <p:nvPr/>
          </p:nvSpPr>
          <p:spPr bwMode="auto">
            <a:xfrm>
              <a:off x="4220817" y="4076459"/>
              <a:ext cx="709793" cy="709793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80" name="Rectangle 179"/>
            <p:cNvSpPr/>
            <p:nvPr/>
          </p:nvSpPr>
          <p:spPr bwMode="auto">
            <a:xfrm>
              <a:off x="5108059" y="4076459"/>
              <a:ext cx="709793" cy="709793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81" name="Rectangle 180"/>
            <p:cNvSpPr/>
            <p:nvPr/>
          </p:nvSpPr>
          <p:spPr bwMode="auto">
            <a:xfrm>
              <a:off x="3117552" y="3824431"/>
              <a:ext cx="709793" cy="709793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82" name="Rectangle 181"/>
            <p:cNvSpPr/>
            <p:nvPr/>
          </p:nvSpPr>
          <p:spPr bwMode="auto">
            <a:xfrm>
              <a:off x="4004793" y="3824431"/>
              <a:ext cx="709793" cy="709793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83" name="Rectangle 182"/>
            <p:cNvSpPr/>
            <p:nvPr/>
          </p:nvSpPr>
          <p:spPr bwMode="auto">
            <a:xfrm>
              <a:off x="4892035" y="3824431"/>
              <a:ext cx="709793" cy="709793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</p:grpSp>
      <p:sp>
        <p:nvSpPr>
          <p:cNvPr id="184" name="TextBox 183"/>
          <p:cNvSpPr txBox="1"/>
          <p:nvPr/>
        </p:nvSpPr>
        <p:spPr>
          <a:xfrm>
            <a:off x="381000" y="5478726"/>
            <a:ext cx="81046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Image captured on red blue and green – responsive photo-sites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each pixel is represented by R, B, 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each pixel has its own value of light intensity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1016000"/>
            <a:ext cx="21996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Original captured image at camera sensor: </a:t>
            </a:r>
          </a:p>
        </p:txBody>
      </p:sp>
      <p:cxnSp>
        <p:nvCxnSpPr>
          <p:cNvPr id="9" name="Straight Arrow Connector 8"/>
          <p:cNvCxnSpPr/>
          <p:nvPr/>
        </p:nvCxnSpPr>
        <p:spPr bwMode="auto">
          <a:xfrm flipH="1">
            <a:off x="4267200" y="2418080"/>
            <a:ext cx="1127760" cy="589280"/>
          </a:xfrm>
          <a:prstGeom prst="straightConnector1">
            <a:avLst/>
          </a:prstGeom>
          <a:noFill/>
          <a:ln w="50800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1" name="Rectangle 10"/>
          <p:cNvSpPr/>
          <p:nvPr/>
        </p:nvSpPr>
        <p:spPr bwMode="auto">
          <a:xfrm>
            <a:off x="381000" y="1828800"/>
            <a:ext cx="3865880" cy="2702560"/>
          </a:xfrm>
          <a:prstGeom prst="rect">
            <a:avLst/>
          </a:prstGeom>
          <a:noFill/>
          <a:ln w="5080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5405120" y="2316480"/>
            <a:ext cx="193040" cy="111760"/>
          </a:xfrm>
          <a:prstGeom prst="rect">
            <a:avLst/>
          </a:prstGeom>
          <a:solidFill>
            <a:srgbClr val="FFFF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361906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 bwMode="auto">
          <a:xfrm>
            <a:off x="5093836" y="2191412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5641845" y="2191412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6189856" y="2191412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3" name="Rectangle 22"/>
          <p:cNvSpPr/>
          <p:nvPr/>
        </p:nvSpPr>
        <p:spPr bwMode="auto">
          <a:xfrm>
            <a:off x="4960407" y="2070024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4" name="Rectangle 23"/>
          <p:cNvSpPr/>
          <p:nvPr/>
        </p:nvSpPr>
        <p:spPr bwMode="auto">
          <a:xfrm>
            <a:off x="5508417" y="2070024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5" name="Rectangle 24"/>
          <p:cNvSpPr/>
          <p:nvPr/>
        </p:nvSpPr>
        <p:spPr bwMode="auto">
          <a:xfrm>
            <a:off x="6056427" y="2070024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2" name="Rectangle 31"/>
          <p:cNvSpPr/>
          <p:nvPr/>
        </p:nvSpPr>
        <p:spPr bwMode="auto">
          <a:xfrm>
            <a:off x="4826978" y="1900081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3" name="Rectangle 32"/>
          <p:cNvSpPr/>
          <p:nvPr/>
        </p:nvSpPr>
        <p:spPr bwMode="auto">
          <a:xfrm>
            <a:off x="5374988" y="1900081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4" name="Rectangle 33"/>
          <p:cNvSpPr/>
          <p:nvPr/>
        </p:nvSpPr>
        <p:spPr bwMode="auto">
          <a:xfrm>
            <a:off x="5922999" y="1900081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0" name="Rectangle 49"/>
          <p:cNvSpPr/>
          <p:nvPr/>
        </p:nvSpPr>
        <p:spPr bwMode="auto">
          <a:xfrm>
            <a:off x="6761846" y="2191412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1" name="Rectangle 50"/>
          <p:cNvSpPr/>
          <p:nvPr/>
        </p:nvSpPr>
        <p:spPr bwMode="auto">
          <a:xfrm>
            <a:off x="7309855" y="2191412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2" name="Rectangle 51"/>
          <p:cNvSpPr/>
          <p:nvPr/>
        </p:nvSpPr>
        <p:spPr bwMode="auto">
          <a:xfrm>
            <a:off x="7857866" y="2191412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9" name="Rectangle 58"/>
          <p:cNvSpPr/>
          <p:nvPr/>
        </p:nvSpPr>
        <p:spPr bwMode="auto">
          <a:xfrm>
            <a:off x="6628417" y="2070024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60" name="Rectangle 59"/>
          <p:cNvSpPr/>
          <p:nvPr/>
        </p:nvSpPr>
        <p:spPr bwMode="auto">
          <a:xfrm>
            <a:off x="7176427" y="2070024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61" name="Rectangle 60"/>
          <p:cNvSpPr/>
          <p:nvPr/>
        </p:nvSpPr>
        <p:spPr bwMode="auto">
          <a:xfrm>
            <a:off x="7724437" y="2070024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68" name="Rectangle 67"/>
          <p:cNvSpPr/>
          <p:nvPr/>
        </p:nvSpPr>
        <p:spPr bwMode="auto">
          <a:xfrm>
            <a:off x="6494989" y="1900081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69" name="Rectangle 68"/>
          <p:cNvSpPr/>
          <p:nvPr/>
        </p:nvSpPr>
        <p:spPr bwMode="auto">
          <a:xfrm>
            <a:off x="7042998" y="1900081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70" name="Rectangle 69"/>
          <p:cNvSpPr/>
          <p:nvPr/>
        </p:nvSpPr>
        <p:spPr bwMode="auto">
          <a:xfrm>
            <a:off x="7591009" y="1900081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03" name="Rectangle 102"/>
          <p:cNvSpPr/>
          <p:nvPr/>
        </p:nvSpPr>
        <p:spPr bwMode="auto">
          <a:xfrm>
            <a:off x="5093836" y="277060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04" name="Rectangle 103"/>
          <p:cNvSpPr/>
          <p:nvPr/>
        </p:nvSpPr>
        <p:spPr bwMode="auto">
          <a:xfrm>
            <a:off x="5641845" y="277060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05" name="Rectangle 104"/>
          <p:cNvSpPr/>
          <p:nvPr/>
        </p:nvSpPr>
        <p:spPr bwMode="auto">
          <a:xfrm>
            <a:off x="6189856" y="277060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06" name="Rectangle 105"/>
          <p:cNvSpPr/>
          <p:nvPr/>
        </p:nvSpPr>
        <p:spPr bwMode="auto">
          <a:xfrm>
            <a:off x="4960407" y="264921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07" name="Rectangle 106"/>
          <p:cNvSpPr/>
          <p:nvPr/>
        </p:nvSpPr>
        <p:spPr bwMode="auto">
          <a:xfrm>
            <a:off x="5508417" y="264921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08" name="Rectangle 107"/>
          <p:cNvSpPr/>
          <p:nvPr/>
        </p:nvSpPr>
        <p:spPr bwMode="auto">
          <a:xfrm>
            <a:off x="6056427" y="264921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09" name="Rectangle 108"/>
          <p:cNvSpPr/>
          <p:nvPr/>
        </p:nvSpPr>
        <p:spPr bwMode="auto">
          <a:xfrm>
            <a:off x="4826978" y="247927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10" name="Rectangle 109"/>
          <p:cNvSpPr/>
          <p:nvPr/>
        </p:nvSpPr>
        <p:spPr bwMode="auto">
          <a:xfrm>
            <a:off x="5374988" y="247927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11" name="Rectangle 110"/>
          <p:cNvSpPr/>
          <p:nvPr/>
        </p:nvSpPr>
        <p:spPr bwMode="auto">
          <a:xfrm>
            <a:off x="5922999" y="247927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12" name="Rectangle 111"/>
          <p:cNvSpPr/>
          <p:nvPr/>
        </p:nvSpPr>
        <p:spPr bwMode="auto">
          <a:xfrm>
            <a:off x="6761846" y="277060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13" name="Rectangle 112"/>
          <p:cNvSpPr/>
          <p:nvPr/>
        </p:nvSpPr>
        <p:spPr bwMode="auto">
          <a:xfrm>
            <a:off x="7309855" y="277060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14" name="Rectangle 113"/>
          <p:cNvSpPr/>
          <p:nvPr/>
        </p:nvSpPr>
        <p:spPr bwMode="auto">
          <a:xfrm>
            <a:off x="7857866" y="277060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15" name="Rectangle 114"/>
          <p:cNvSpPr/>
          <p:nvPr/>
        </p:nvSpPr>
        <p:spPr bwMode="auto">
          <a:xfrm>
            <a:off x="6628417" y="264921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16" name="Rectangle 115"/>
          <p:cNvSpPr/>
          <p:nvPr/>
        </p:nvSpPr>
        <p:spPr bwMode="auto">
          <a:xfrm>
            <a:off x="7176427" y="264921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17" name="Rectangle 116"/>
          <p:cNvSpPr/>
          <p:nvPr/>
        </p:nvSpPr>
        <p:spPr bwMode="auto">
          <a:xfrm>
            <a:off x="7724437" y="264921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18" name="Rectangle 117"/>
          <p:cNvSpPr/>
          <p:nvPr/>
        </p:nvSpPr>
        <p:spPr bwMode="auto">
          <a:xfrm>
            <a:off x="6494989" y="247927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19" name="Rectangle 118"/>
          <p:cNvSpPr/>
          <p:nvPr/>
        </p:nvSpPr>
        <p:spPr bwMode="auto">
          <a:xfrm>
            <a:off x="7042998" y="247927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20" name="Rectangle 119"/>
          <p:cNvSpPr/>
          <p:nvPr/>
        </p:nvSpPr>
        <p:spPr bwMode="auto">
          <a:xfrm>
            <a:off x="7591009" y="247927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22" name="Rectangle 121"/>
          <p:cNvSpPr/>
          <p:nvPr/>
        </p:nvSpPr>
        <p:spPr bwMode="auto">
          <a:xfrm>
            <a:off x="5087594" y="3359618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23" name="Rectangle 122"/>
          <p:cNvSpPr/>
          <p:nvPr/>
        </p:nvSpPr>
        <p:spPr bwMode="auto">
          <a:xfrm>
            <a:off x="5635604" y="3359618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24" name="Rectangle 123"/>
          <p:cNvSpPr/>
          <p:nvPr/>
        </p:nvSpPr>
        <p:spPr bwMode="auto">
          <a:xfrm>
            <a:off x="6183614" y="3359618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25" name="Rectangle 124"/>
          <p:cNvSpPr/>
          <p:nvPr/>
        </p:nvSpPr>
        <p:spPr bwMode="auto">
          <a:xfrm>
            <a:off x="4954166" y="3238230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26" name="Rectangle 125"/>
          <p:cNvSpPr/>
          <p:nvPr/>
        </p:nvSpPr>
        <p:spPr bwMode="auto">
          <a:xfrm>
            <a:off x="5502175" y="3238230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27" name="Rectangle 126"/>
          <p:cNvSpPr/>
          <p:nvPr/>
        </p:nvSpPr>
        <p:spPr bwMode="auto">
          <a:xfrm>
            <a:off x="6050186" y="3238230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28" name="Rectangle 127"/>
          <p:cNvSpPr/>
          <p:nvPr/>
        </p:nvSpPr>
        <p:spPr bwMode="auto">
          <a:xfrm>
            <a:off x="4820737" y="3068287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29" name="Rectangle 128"/>
          <p:cNvSpPr/>
          <p:nvPr/>
        </p:nvSpPr>
        <p:spPr bwMode="auto">
          <a:xfrm>
            <a:off x="5368747" y="3068287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30" name="Rectangle 129"/>
          <p:cNvSpPr/>
          <p:nvPr/>
        </p:nvSpPr>
        <p:spPr bwMode="auto">
          <a:xfrm>
            <a:off x="5916757" y="3068287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31" name="Rectangle 130"/>
          <p:cNvSpPr/>
          <p:nvPr/>
        </p:nvSpPr>
        <p:spPr bwMode="auto">
          <a:xfrm>
            <a:off x="6755604" y="3359618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32" name="Rectangle 131"/>
          <p:cNvSpPr/>
          <p:nvPr/>
        </p:nvSpPr>
        <p:spPr bwMode="auto">
          <a:xfrm>
            <a:off x="7303614" y="3359618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33" name="Rectangle 132"/>
          <p:cNvSpPr/>
          <p:nvPr/>
        </p:nvSpPr>
        <p:spPr bwMode="auto">
          <a:xfrm>
            <a:off x="7851625" y="3359618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34" name="Rectangle 133"/>
          <p:cNvSpPr/>
          <p:nvPr/>
        </p:nvSpPr>
        <p:spPr bwMode="auto">
          <a:xfrm>
            <a:off x="6622176" y="3238230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35" name="Rectangle 134"/>
          <p:cNvSpPr/>
          <p:nvPr/>
        </p:nvSpPr>
        <p:spPr bwMode="auto">
          <a:xfrm>
            <a:off x="7170186" y="3238230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36" name="Rectangle 135"/>
          <p:cNvSpPr/>
          <p:nvPr/>
        </p:nvSpPr>
        <p:spPr bwMode="auto">
          <a:xfrm>
            <a:off x="7718196" y="3238230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37" name="Rectangle 136"/>
          <p:cNvSpPr/>
          <p:nvPr/>
        </p:nvSpPr>
        <p:spPr bwMode="auto">
          <a:xfrm>
            <a:off x="6488747" y="3068287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38" name="Rectangle 137"/>
          <p:cNvSpPr/>
          <p:nvPr/>
        </p:nvSpPr>
        <p:spPr bwMode="auto">
          <a:xfrm>
            <a:off x="7036757" y="3068287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39" name="Rectangle 138"/>
          <p:cNvSpPr/>
          <p:nvPr/>
        </p:nvSpPr>
        <p:spPr bwMode="auto">
          <a:xfrm>
            <a:off x="7584767" y="3068287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41" name="Rectangle 140"/>
          <p:cNvSpPr/>
          <p:nvPr/>
        </p:nvSpPr>
        <p:spPr bwMode="auto">
          <a:xfrm>
            <a:off x="5093836" y="395050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42" name="Rectangle 141"/>
          <p:cNvSpPr/>
          <p:nvPr/>
        </p:nvSpPr>
        <p:spPr bwMode="auto">
          <a:xfrm>
            <a:off x="5641845" y="395050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43" name="Rectangle 142"/>
          <p:cNvSpPr/>
          <p:nvPr/>
        </p:nvSpPr>
        <p:spPr bwMode="auto">
          <a:xfrm>
            <a:off x="6189856" y="395050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44" name="Rectangle 143"/>
          <p:cNvSpPr/>
          <p:nvPr/>
        </p:nvSpPr>
        <p:spPr bwMode="auto">
          <a:xfrm>
            <a:off x="4960407" y="382912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45" name="Rectangle 144"/>
          <p:cNvSpPr/>
          <p:nvPr/>
        </p:nvSpPr>
        <p:spPr bwMode="auto">
          <a:xfrm>
            <a:off x="5508417" y="382912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46" name="Rectangle 145"/>
          <p:cNvSpPr/>
          <p:nvPr/>
        </p:nvSpPr>
        <p:spPr bwMode="auto">
          <a:xfrm>
            <a:off x="6056427" y="382912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47" name="Rectangle 146"/>
          <p:cNvSpPr/>
          <p:nvPr/>
        </p:nvSpPr>
        <p:spPr bwMode="auto">
          <a:xfrm>
            <a:off x="4826978" y="365917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48" name="Rectangle 147"/>
          <p:cNvSpPr/>
          <p:nvPr/>
        </p:nvSpPr>
        <p:spPr bwMode="auto">
          <a:xfrm>
            <a:off x="5374988" y="365917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49" name="Rectangle 148"/>
          <p:cNvSpPr/>
          <p:nvPr/>
        </p:nvSpPr>
        <p:spPr bwMode="auto">
          <a:xfrm>
            <a:off x="5922999" y="365917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50" name="Rectangle 149"/>
          <p:cNvSpPr/>
          <p:nvPr/>
        </p:nvSpPr>
        <p:spPr bwMode="auto">
          <a:xfrm>
            <a:off x="6761846" y="395050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51" name="Rectangle 150"/>
          <p:cNvSpPr/>
          <p:nvPr/>
        </p:nvSpPr>
        <p:spPr bwMode="auto">
          <a:xfrm>
            <a:off x="7309855" y="395050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52" name="Rectangle 151"/>
          <p:cNvSpPr/>
          <p:nvPr/>
        </p:nvSpPr>
        <p:spPr bwMode="auto">
          <a:xfrm>
            <a:off x="7857866" y="395050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53" name="Rectangle 152"/>
          <p:cNvSpPr/>
          <p:nvPr/>
        </p:nvSpPr>
        <p:spPr bwMode="auto">
          <a:xfrm>
            <a:off x="6628417" y="382912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54" name="Rectangle 153"/>
          <p:cNvSpPr/>
          <p:nvPr/>
        </p:nvSpPr>
        <p:spPr bwMode="auto">
          <a:xfrm>
            <a:off x="7176427" y="382912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55" name="Rectangle 154"/>
          <p:cNvSpPr/>
          <p:nvPr/>
        </p:nvSpPr>
        <p:spPr bwMode="auto">
          <a:xfrm>
            <a:off x="7724437" y="382912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56" name="Rectangle 155"/>
          <p:cNvSpPr/>
          <p:nvPr/>
        </p:nvSpPr>
        <p:spPr bwMode="auto">
          <a:xfrm>
            <a:off x="6494989" y="365917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57" name="Rectangle 156"/>
          <p:cNvSpPr/>
          <p:nvPr/>
        </p:nvSpPr>
        <p:spPr bwMode="auto">
          <a:xfrm>
            <a:off x="7042998" y="365917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58" name="Rectangle 157"/>
          <p:cNvSpPr/>
          <p:nvPr/>
        </p:nvSpPr>
        <p:spPr bwMode="auto">
          <a:xfrm>
            <a:off x="7591009" y="365917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cxnSp>
        <p:nvCxnSpPr>
          <p:cNvPr id="205" name="Straight Arrow Connector 204"/>
          <p:cNvCxnSpPr/>
          <p:nvPr/>
        </p:nvCxnSpPr>
        <p:spPr bwMode="auto">
          <a:xfrm flipH="1" flipV="1">
            <a:off x="7628283" y="4381440"/>
            <a:ext cx="528321" cy="863600"/>
          </a:xfrm>
          <a:prstGeom prst="straightConnector1">
            <a:avLst/>
          </a:prstGeom>
          <a:noFill/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" name="TextBox 1"/>
          <p:cNvSpPr txBox="1"/>
          <p:nvPr/>
        </p:nvSpPr>
        <p:spPr>
          <a:xfrm>
            <a:off x="381000" y="381000"/>
            <a:ext cx="26116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RGB  to  </a:t>
            </a:r>
            <a:r>
              <a:rPr lang="en-GB" sz="2400" b="1" dirty="0" err="1"/>
              <a:t>Y,Cb,Cr</a:t>
            </a:r>
            <a:endParaRPr lang="en-GB" sz="2400" b="1" dirty="0"/>
          </a:p>
        </p:txBody>
      </p:sp>
      <p:sp>
        <p:nvSpPr>
          <p:cNvPr id="161" name="TextBox 160"/>
          <p:cNvSpPr txBox="1"/>
          <p:nvPr/>
        </p:nvSpPr>
        <p:spPr>
          <a:xfrm>
            <a:off x="381000" y="4605566"/>
            <a:ext cx="720376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RGB</a:t>
            </a:r>
            <a:r>
              <a:rPr lang="en-GB" sz="1600" dirty="0"/>
              <a:t> pixel format … … …  is converted to … … … </a:t>
            </a:r>
            <a:r>
              <a:rPr lang="en-GB" sz="2000" b="1" dirty="0" err="1"/>
              <a:t>Y,Cb,Cr</a:t>
            </a:r>
            <a:endParaRPr lang="en-GB" sz="2000" b="1" dirty="0"/>
          </a:p>
          <a:p>
            <a:endParaRPr lang="en-GB" sz="1600" dirty="0"/>
          </a:p>
          <a:p>
            <a:r>
              <a:rPr lang="en-GB" sz="1600" dirty="0"/>
              <a:t>where </a:t>
            </a:r>
          </a:p>
          <a:p>
            <a:r>
              <a:rPr lang="en-GB" dirty="0"/>
              <a:t>Y = luminance (light intensity)</a:t>
            </a:r>
          </a:p>
          <a:p>
            <a:r>
              <a:rPr lang="en-GB" dirty="0" err="1"/>
              <a:t>Cb</a:t>
            </a:r>
            <a:r>
              <a:rPr lang="en-GB" dirty="0"/>
              <a:t>, Cr = colour information </a:t>
            </a:r>
          </a:p>
        </p:txBody>
      </p:sp>
      <p:grpSp>
        <p:nvGrpSpPr>
          <p:cNvPr id="258" name="Group 257"/>
          <p:cNvGrpSpPr/>
          <p:nvPr/>
        </p:nvGrpSpPr>
        <p:grpSpPr>
          <a:xfrm>
            <a:off x="417004" y="1910396"/>
            <a:ext cx="3754946" cy="2518728"/>
            <a:chOff x="417004" y="1910396"/>
            <a:chExt cx="3754946" cy="2518728"/>
          </a:xfrm>
        </p:grpSpPr>
        <p:sp>
          <p:nvSpPr>
            <p:cNvPr id="162" name="Rectangle 161"/>
            <p:cNvSpPr/>
            <p:nvPr/>
          </p:nvSpPr>
          <p:spPr bwMode="auto">
            <a:xfrm>
              <a:off x="802275" y="2307032"/>
              <a:ext cx="474505" cy="459965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63" name="Rectangle 162"/>
            <p:cNvSpPr/>
            <p:nvPr/>
          </p:nvSpPr>
          <p:spPr bwMode="auto">
            <a:xfrm>
              <a:off x="1395407" y="2307032"/>
              <a:ext cx="474505" cy="459965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64" name="Rectangle 163"/>
            <p:cNvSpPr/>
            <p:nvPr/>
          </p:nvSpPr>
          <p:spPr bwMode="auto">
            <a:xfrm>
              <a:off x="1988539" y="2307032"/>
              <a:ext cx="474505" cy="459965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65" name="Rectangle 164"/>
            <p:cNvSpPr/>
            <p:nvPr/>
          </p:nvSpPr>
          <p:spPr bwMode="auto">
            <a:xfrm>
              <a:off x="802275" y="2881988"/>
              <a:ext cx="474505" cy="459965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66" name="Rectangle 165"/>
            <p:cNvSpPr/>
            <p:nvPr/>
          </p:nvSpPr>
          <p:spPr bwMode="auto">
            <a:xfrm>
              <a:off x="1395407" y="2881988"/>
              <a:ext cx="474505" cy="459965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67" name="Rectangle 166"/>
            <p:cNvSpPr/>
            <p:nvPr/>
          </p:nvSpPr>
          <p:spPr bwMode="auto">
            <a:xfrm>
              <a:off x="1988539" y="2881988"/>
              <a:ext cx="474505" cy="459965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71" name="Rectangle 170"/>
            <p:cNvSpPr/>
            <p:nvPr/>
          </p:nvSpPr>
          <p:spPr bwMode="auto">
            <a:xfrm>
              <a:off x="705833" y="2190375"/>
              <a:ext cx="474505" cy="45996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72" name="Rectangle 171"/>
            <p:cNvSpPr/>
            <p:nvPr/>
          </p:nvSpPr>
          <p:spPr bwMode="auto">
            <a:xfrm>
              <a:off x="1298964" y="2190375"/>
              <a:ext cx="474505" cy="45996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73" name="Rectangle 172"/>
            <p:cNvSpPr/>
            <p:nvPr/>
          </p:nvSpPr>
          <p:spPr bwMode="auto">
            <a:xfrm>
              <a:off x="1892096" y="2190375"/>
              <a:ext cx="474505" cy="45996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74" name="Rectangle 173"/>
            <p:cNvSpPr/>
            <p:nvPr/>
          </p:nvSpPr>
          <p:spPr bwMode="auto">
            <a:xfrm>
              <a:off x="705833" y="2765331"/>
              <a:ext cx="474505" cy="45996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75" name="Rectangle 174"/>
            <p:cNvSpPr/>
            <p:nvPr/>
          </p:nvSpPr>
          <p:spPr bwMode="auto">
            <a:xfrm>
              <a:off x="1298964" y="2765331"/>
              <a:ext cx="474505" cy="45996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76" name="Rectangle 175"/>
            <p:cNvSpPr/>
            <p:nvPr/>
          </p:nvSpPr>
          <p:spPr bwMode="auto">
            <a:xfrm>
              <a:off x="1892096" y="2765331"/>
              <a:ext cx="474505" cy="45996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77" name="Rectangle 176"/>
            <p:cNvSpPr/>
            <p:nvPr/>
          </p:nvSpPr>
          <p:spPr bwMode="auto">
            <a:xfrm>
              <a:off x="705833" y="3340287"/>
              <a:ext cx="474505" cy="45996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78" name="Rectangle 177"/>
            <p:cNvSpPr/>
            <p:nvPr/>
          </p:nvSpPr>
          <p:spPr bwMode="auto">
            <a:xfrm>
              <a:off x="1298964" y="3340287"/>
              <a:ext cx="474505" cy="45996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79" name="Rectangle 178"/>
            <p:cNvSpPr/>
            <p:nvPr/>
          </p:nvSpPr>
          <p:spPr bwMode="auto">
            <a:xfrm>
              <a:off x="1892096" y="3340287"/>
              <a:ext cx="474505" cy="45996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80" name="Rectangle 179"/>
            <p:cNvSpPr/>
            <p:nvPr/>
          </p:nvSpPr>
          <p:spPr bwMode="auto">
            <a:xfrm>
              <a:off x="561419" y="2073717"/>
              <a:ext cx="474505" cy="459965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81" name="Rectangle 180"/>
            <p:cNvSpPr/>
            <p:nvPr/>
          </p:nvSpPr>
          <p:spPr bwMode="auto">
            <a:xfrm>
              <a:off x="1154550" y="2073717"/>
              <a:ext cx="474505" cy="459965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82" name="Rectangle 181"/>
            <p:cNvSpPr/>
            <p:nvPr/>
          </p:nvSpPr>
          <p:spPr bwMode="auto">
            <a:xfrm>
              <a:off x="1747682" y="2073717"/>
              <a:ext cx="474505" cy="459965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83" name="Rectangle 182"/>
            <p:cNvSpPr/>
            <p:nvPr/>
          </p:nvSpPr>
          <p:spPr bwMode="auto">
            <a:xfrm>
              <a:off x="561419" y="2648673"/>
              <a:ext cx="474505" cy="459965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84" name="Rectangle 183"/>
            <p:cNvSpPr/>
            <p:nvPr/>
          </p:nvSpPr>
          <p:spPr bwMode="auto">
            <a:xfrm>
              <a:off x="1154550" y="2648673"/>
              <a:ext cx="474505" cy="459965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85" name="Rectangle 184"/>
            <p:cNvSpPr/>
            <p:nvPr/>
          </p:nvSpPr>
          <p:spPr bwMode="auto">
            <a:xfrm>
              <a:off x="1747682" y="2648673"/>
              <a:ext cx="474505" cy="459965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86" name="Rectangle 185"/>
            <p:cNvSpPr/>
            <p:nvPr/>
          </p:nvSpPr>
          <p:spPr bwMode="auto">
            <a:xfrm>
              <a:off x="561419" y="3223629"/>
              <a:ext cx="474505" cy="459965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87" name="Rectangle 186"/>
            <p:cNvSpPr/>
            <p:nvPr/>
          </p:nvSpPr>
          <p:spPr bwMode="auto">
            <a:xfrm>
              <a:off x="1154550" y="3223629"/>
              <a:ext cx="474505" cy="459965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88" name="Rectangle 187"/>
            <p:cNvSpPr/>
            <p:nvPr/>
          </p:nvSpPr>
          <p:spPr bwMode="auto">
            <a:xfrm>
              <a:off x="1747682" y="3223629"/>
              <a:ext cx="474505" cy="459965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89" name="Rectangle 188"/>
            <p:cNvSpPr/>
            <p:nvPr/>
          </p:nvSpPr>
          <p:spPr bwMode="auto">
            <a:xfrm>
              <a:off x="417004" y="1910396"/>
              <a:ext cx="474505" cy="459965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90" name="Rectangle 189"/>
            <p:cNvSpPr/>
            <p:nvPr/>
          </p:nvSpPr>
          <p:spPr bwMode="auto">
            <a:xfrm>
              <a:off x="1010135" y="1910396"/>
              <a:ext cx="474505" cy="459965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91" name="Rectangle 190"/>
            <p:cNvSpPr/>
            <p:nvPr/>
          </p:nvSpPr>
          <p:spPr bwMode="auto">
            <a:xfrm>
              <a:off x="1603267" y="1910396"/>
              <a:ext cx="474505" cy="459965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92" name="Rectangle 191"/>
            <p:cNvSpPr/>
            <p:nvPr/>
          </p:nvSpPr>
          <p:spPr bwMode="auto">
            <a:xfrm>
              <a:off x="417004" y="2485352"/>
              <a:ext cx="474505" cy="459965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93" name="Rectangle 192"/>
            <p:cNvSpPr/>
            <p:nvPr/>
          </p:nvSpPr>
          <p:spPr bwMode="auto">
            <a:xfrm>
              <a:off x="1010135" y="2485352"/>
              <a:ext cx="474505" cy="459965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94" name="Rectangle 193"/>
            <p:cNvSpPr/>
            <p:nvPr/>
          </p:nvSpPr>
          <p:spPr bwMode="auto">
            <a:xfrm>
              <a:off x="1603267" y="2485352"/>
              <a:ext cx="474505" cy="459965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95" name="Rectangle 194"/>
            <p:cNvSpPr/>
            <p:nvPr/>
          </p:nvSpPr>
          <p:spPr bwMode="auto">
            <a:xfrm>
              <a:off x="417004" y="3060309"/>
              <a:ext cx="474505" cy="459965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96" name="Rectangle 195"/>
            <p:cNvSpPr/>
            <p:nvPr/>
          </p:nvSpPr>
          <p:spPr bwMode="auto">
            <a:xfrm>
              <a:off x="1010135" y="3060309"/>
              <a:ext cx="474505" cy="459965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97" name="Rectangle 196"/>
            <p:cNvSpPr/>
            <p:nvPr/>
          </p:nvSpPr>
          <p:spPr bwMode="auto">
            <a:xfrm>
              <a:off x="1603267" y="3060309"/>
              <a:ext cx="474505" cy="459965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98" name="Rectangle 197"/>
            <p:cNvSpPr/>
            <p:nvPr/>
          </p:nvSpPr>
          <p:spPr bwMode="auto">
            <a:xfrm>
              <a:off x="2607624" y="2307032"/>
              <a:ext cx="474505" cy="459965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99" name="Rectangle 198"/>
            <p:cNvSpPr/>
            <p:nvPr/>
          </p:nvSpPr>
          <p:spPr bwMode="auto">
            <a:xfrm>
              <a:off x="3200755" y="2307032"/>
              <a:ext cx="474505" cy="459965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01" name="Rectangle 200"/>
            <p:cNvSpPr/>
            <p:nvPr/>
          </p:nvSpPr>
          <p:spPr bwMode="auto">
            <a:xfrm>
              <a:off x="2607624" y="2881988"/>
              <a:ext cx="474505" cy="459965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02" name="Rectangle 201"/>
            <p:cNvSpPr/>
            <p:nvPr/>
          </p:nvSpPr>
          <p:spPr bwMode="auto">
            <a:xfrm>
              <a:off x="3200755" y="2881988"/>
              <a:ext cx="474505" cy="459965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07" name="Rectangle 206"/>
            <p:cNvSpPr/>
            <p:nvPr/>
          </p:nvSpPr>
          <p:spPr bwMode="auto">
            <a:xfrm>
              <a:off x="2511182" y="2190375"/>
              <a:ext cx="474505" cy="45996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08" name="Rectangle 207"/>
            <p:cNvSpPr/>
            <p:nvPr/>
          </p:nvSpPr>
          <p:spPr bwMode="auto">
            <a:xfrm>
              <a:off x="3104313" y="2190375"/>
              <a:ext cx="474505" cy="45996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09" name="Rectangle 208"/>
            <p:cNvSpPr/>
            <p:nvPr/>
          </p:nvSpPr>
          <p:spPr bwMode="auto">
            <a:xfrm>
              <a:off x="3697445" y="2190375"/>
              <a:ext cx="474505" cy="45996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10" name="Rectangle 209"/>
            <p:cNvSpPr/>
            <p:nvPr/>
          </p:nvSpPr>
          <p:spPr bwMode="auto">
            <a:xfrm>
              <a:off x="2511182" y="2765331"/>
              <a:ext cx="474505" cy="45996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11" name="Rectangle 210"/>
            <p:cNvSpPr/>
            <p:nvPr/>
          </p:nvSpPr>
          <p:spPr bwMode="auto">
            <a:xfrm>
              <a:off x="3104313" y="2765331"/>
              <a:ext cx="474505" cy="45996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12" name="Rectangle 211"/>
            <p:cNvSpPr/>
            <p:nvPr/>
          </p:nvSpPr>
          <p:spPr bwMode="auto">
            <a:xfrm>
              <a:off x="3697445" y="2765331"/>
              <a:ext cx="474505" cy="45996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13" name="Rectangle 212"/>
            <p:cNvSpPr/>
            <p:nvPr/>
          </p:nvSpPr>
          <p:spPr bwMode="auto">
            <a:xfrm>
              <a:off x="2511182" y="3340287"/>
              <a:ext cx="474505" cy="45996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14" name="Rectangle 213"/>
            <p:cNvSpPr/>
            <p:nvPr/>
          </p:nvSpPr>
          <p:spPr bwMode="auto">
            <a:xfrm>
              <a:off x="3104313" y="3340287"/>
              <a:ext cx="474505" cy="45996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15" name="Rectangle 214"/>
            <p:cNvSpPr/>
            <p:nvPr/>
          </p:nvSpPr>
          <p:spPr bwMode="auto">
            <a:xfrm>
              <a:off x="3697445" y="3340287"/>
              <a:ext cx="474505" cy="45996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16" name="Rectangle 215"/>
            <p:cNvSpPr/>
            <p:nvPr/>
          </p:nvSpPr>
          <p:spPr bwMode="auto">
            <a:xfrm>
              <a:off x="2366767" y="2073717"/>
              <a:ext cx="474505" cy="459965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17" name="Rectangle 216"/>
            <p:cNvSpPr/>
            <p:nvPr/>
          </p:nvSpPr>
          <p:spPr bwMode="auto">
            <a:xfrm>
              <a:off x="2959898" y="2073717"/>
              <a:ext cx="474505" cy="459965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18" name="Rectangle 217"/>
            <p:cNvSpPr/>
            <p:nvPr/>
          </p:nvSpPr>
          <p:spPr bwMode="auto">
            <a:xfrm>
              <a:off x="3553030" y="2073717"/>
              <a:ext cx="474505" cy="459965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19" name="Rectangle 218"/>
            <p:cNvSpPr/>
            <p:nvPr/>
          </p:nvSpPr>
          <p:spPr bwMode="auto">
            <a:xfrm>
              <a:off x="2366767" y="2648673"/>
              <a:ext cx="474505" cy="459965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20" name="Rectangle 219"/>
            <p:cNvSpPr/>
            <p:nvPr/>
          </p:nvSpPr>
          <p:spPr bwMode="auto">
            <a:xfrm>
              <a:off x="2959898" y="2648673"/>
              <a:ext cx="474505" cy="459965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21" name="Rectangle 220"/>
            <p:cNvSpPr/>
            <p:nvPr/>
          </p:nvSpPr>
          <p:spPr bwMode="auto">
            <a:xfrm>
              <a:off x="3553030" y="2648673"/>
              <a:ext cx="474505" cy="459965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22" name="Rectangle 221"/>
            <p:cNvSpPr/>
            <p:nvPr/>
          </p:nvSpPr>
          <p:spPr bwMode="auto">
            <a:xfrm>
              <a:off x="2366767" y="3223629"/>
              <a:ext cx="474505" cy="459965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23" name="Rectangle 222"/>
            <p:cNvSpPr/>
            <p:nvPr/>
          </p:nvSpPr>
          <p:spPr bwMode="auto">
            <a:xfrm>
              <a:off x="2959898" y="3223629"/>
              <a:ext cx="474505" cy="459965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24" name="Rectangle 223"/>
            <p:cNvSpPr/>
            <p:nvPr/>
          </p:nvSpPr>
          <p:spPr bwMode="auto">
            <a:xfrm>
              <a:off x="3553030" y="3223629"/>
              <a:ext cx="474505" cy="459965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25" name="Rectangle 224"/>
            <p:cNvSpPr/>
            <p:nvPr/>
          </p:nvSpPr>
          <p:spPr bwMode="auto">
            <a:xfrm>
              <a:off x="2222353" y="1910396"/>
              <a:ext cx="474505" cy="459965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26" name="Rectangle 225"/>
            <p:cNvSpPr/>
            <p:nvPr/>
          </p:nvSpPr>
          <p:spPr bwMode="auto">
            <a:xfrm>
              <a:off x="2815484" y="1910396"/>
              <a:ext cx="474505" cy="459965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27" name="Rectangle 226"/>
            <p:cNvSpPr/>
            <p:nvPr/>
          </p:nvSpPr>
          <p:spPr bwMode="auto">
            <a:xfrm>
              <a:off x="3408616" y="1910396"/>
              <a:ext cx="474505" cy="459965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28" name="Rectangle 227"/>
            <p:cNvSpPr/>
            <p:nvPr/>
          </p:nvSpPr>
          <p:spPr bwMode="auto">
            <a:xfrm>
              <a:off x="2222353" y="2485352"/>
              <a:ext cx="474505" cy="459965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29" name="Rectangle 228"/>
            <p:cNvSpPr/>
            <p:nvPr/>
          </p:nvSpPr>
          <p:spPr bwMode="auto">
            <a:xfrm>
              <a:off x="2815484" y="2485352"/>
              <a:ext cx="474505" cy="459965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30" name="Rectangle 229"/>
            <p:cNvSpPr/>
            <p:nvPr/>
          </p:nvSpPr>
          <p:spPr bwMode="auto">
            <a:xfrm>
              <a:off x="3408616" y="2485352"/>
              <a:ext cx="474505" cy="459965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31" name="Rectangle 230"/>
            <p:cNvSpPr/>
            <p:nvPr/>
          </p:nvSpPr>
          <p:spPr bwMode="auto">
            <a:xfrm>
              <a:off x="2222353" y="3060309"/>
              <a:ext cx="474505" cy="459965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32" name="Rectangle 231"/>
            <p:cNvSpPr/>
            <p:nvPr/>
          </p:nvSpPr>
          <p:spPr bwMode="auto">
            <a:xfrm>
              <a:off x="2815484" y="3060309"/>
              <a:ext cx="474505" cy="459965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33" name="Rectangle 232"/>
            <p:cNvSpPr/>
            <p:nvPr/>
          </p:nvSpPr>
          <p:spPr bwMode="auto">
            <a:xfrm>
              <a:off x="3408616" y="3060309"/>
              <a:ext cx="474505" cy="459965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37" name="Rectangle 236"/>
            <p:cNvSpPr/>
            <p:nvPr/>
          </p:nvSpPr>
          <p:spPr bwMode="auto">
            <a:xfrm>
              <a:off x="705833" y="3969159"/>
              <a:ext cx="474505" cy="45996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38" name="Rectangle 237"/>
            <p:cNvSpPr/>
            <p:nvPr/>
          </p:nvSpPr>
          <p:spPr bwMode="auto">
            <a:xfrm>
              <a:off x="1298964" y="3969159"/>
              <a:ext cx="474505" cy="45996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39" name="Rectangle 238"/>
            <p:cNvSpPr/>
            <p:nvPr/>
          </p:nvSpPr>
          <p:spPr bwMode="auto">
            <a:xfrm>
              <a:off x="1892096" y="3969159"/>
              <a:ext cx="474505" cy="45996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40" name="Rectangle 239"/>
            <p:cNvSpPr/>
            <p:nvPr/>
          </p:nvSpPr>
          <p:spPr bwMode="auto">
            <a:xfrm>
              <a:off x="561419" y="3852501"/>
              <a:ext cx="474505" cy="459965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41" name="Rectangle 240"/>
            <p:cNvSpPr/>
            <p:nvPr/>
          </p:nvSpPr>
          <p:spPr bwMode="auto">
            <a:xfrm>
              <a:off x="1154550" y="3852501"/>
              <a:ext cx="474505" cy="459965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42" name="Rectangle 241"/>
            <p:cNvSpPr/>
            <p:nvPr/>
          </p:nvSpPr>
          <p:spPr bwMode="auto">
            <a:xfrm>
              <a:off x="1747682" y="3852501"/>
              <a:ext cx="474505" cy="459965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43" name="Rectangle 242"/>
            <p:cNvSpPr/>
            <p:nvPr/>
          </p:nvSpPr>
          <p:spPr bwMode="auto">
            <a:xfrm>
              <a:off x="417004" y="3689180"/>
              <a:ext cx="474505" cy="459965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44" name="Rectangle 243"/>
            <p:cNvSpPr/>
            <p:nvPr/>
          </p:nvSpPr>
          <p:spPr bwMode="auto">
            <a:xfrm>
              <a:off x="1010135" y="3689180"/>
              <a:ext cx="474505" cy="459965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45" name="Rectangle 244"/>
            <p:cNvSpPr/>
            <p:nvPr/>
          </p:nvSpPr>
          <p:spPr bwMode="auto">
            <a:xfrm>
              <a:off x="1603267" y="3689180"/>
              <a:ext cx="474505" cy="459965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49" name="Rectangle 248"/>
            <p:cNvSpPr/>
            <p:nvPr/>
          </p:nvSpPr>
          <p:spPr bwMode="auto">
            <a:xfrm>
              <a:off x="2511182" y="3969159"/>
              <a:ext cx="474505" cy="45996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50" name="Rectangle 249"/>
            <p:cNvSpPr/>
            <p:nvPr/>
          </p:nvSpPr>
          <p:spPr bwMode="auto">
            <a:xfrm>
              <a:off x="3104313" y="3969159"/>
              <a:ext cx="474505" cy="45996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51" name="Rectangle 250"/>
            <p:cNvSpPr/>
            <p:nvPr/>
          </p:nvSpPr>
          <p:spPr bwMode="auto">
            <a:xfrm>
              <a:off x="3697445" y="3969159"/>
              <a:ext cx="474505" cy="45996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52" name="Rectangle 251"/>
            <p:cNvSpPr/>
            <p:nvPr/>
          </p:nvSpPr>
          <p:spPr bwMode="auto">
            <a:xfrm>
              <a:off x="2366767" y="3852501"/>
              <a:ext cx="474505" cy="459965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53" name="Rectangle 252"/>
            <p:cNvSpPr/>
            <p:nvPr/>
          </p:nvSpPr>
          <p:spPr bwMode="auto">
            <a:xfrm>
              <a:off x="2959898" y="3852501"/>
              <a:ext cx="474505" cy="459965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54" name="Rectangle 253"/>
            <p:cNvSpPr/>
            <p:nvPr/>
          </p:nvSpPr>
          <p:spPr bwMode="auto">
            <a:xfrm>
              <a:off x="3553030" y="3852501"/>
              <a:ext cx="474505" cy="459965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55" name="Rectangle 254"/>
            <p:cNvSpPr/>
            <p:nvPr/>
          </p:nvSpPr>
          <p:spPr bwMode="auto">
            <a:xfrm>
              <a:off x="2222353" y="3689180"/>
              <a:ext cx="474505" cy="459965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56" name="Rectangle 255"/>
            <p:cNvSpPr/>
            <p:nvPr/>
          </p:nvSpPr>
          <p:spPr bwMode="auto">
            <a:xfrm>
              <a:off x="2815484" y="3689180"/>
              <a:ext cx="474505" cy="459965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57" name="Rectangle 256"/>
            <p:cNvSpPr/>
            <p:nvPr/>
          </p:nvSpPr>
          <p:spPr bwMode="auto">
            <a:xfrm>
              <a:off x="3408616" y="3689180"/>
              <a:ext cx="474505" cy="459965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</p:grpSp>
      <p:sp>
        <p:nvSpPr>
          <p:cNvPr id="260" name="Right Arrow 259"/>
          <p:cNvSpPr/>
          <p:nvPr/>
        </p:nvSpPr>
        <p:spPr bwMode="auto">
          <a:xfrm>
            <a:off x="4276725" y="2995313"/>
            <a:ext cx="529216" cy="458298"/>
          </a:xfrm>
          <a:prstGeom prst="rightArrow">
            <a:avLst/>
          </a:pr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62" name="TextBox 261"/>
          <p:cNvSpPr txBox="1"/>
          <p:nvPr/>
        </p:nvSpPr>
        <p:spPr>
          <a:xfrm>
            <a:off x="5222845" y="5723687"/>
            <a:ext cx="3917962" cy="7386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en-GB" sz="1050" dirty="0"/>
          </a:p>
          <a:p>
            <a:r>
              <a:rPr lang="en-GB" sz="1050" dirty="0"/>
              <a:t>Weighted RGB converted to Y </a:t>
            </a:r>
            <a:r>
              <a:rPr lang="en-GB" sz="1050" dirty="0" err="1"/>
              <a:t>Cb</a:t>
            </a:r>
            <a:r>
              <a:rPr lang="en-GB" sz="1050" dirty="0"/>
              <a:t>, Cr</a:t>
            </a:r>
          </a:p>
          <a:p>
            <a:r>
              <a:rPr lang="pt-BR" sz="1050" dirty="0"/>
              <a:t>0.2989*R + 0.5870*G + 0.1140*B </a:t>
            </a:r>
          </a:p>
          <a:p>
            <a:endParaRPr lang="en-GB" sz="1050" dirty="0"/>
          </a:p>
        </p:txBody>
      </p:sp>
      <p:sp>
        <p:nvSpPr>
          <p:cNvPr id="200" name="TextBox 199"/>
          <p:cNvSpPr txBox="1"/>
          <p:nvPr/>
        </p:nvSpPr>
        <p:spPr>
          <a:xfrm>
            <a:off x="8256298" y="5208845"/>
            <a:ext cx="4106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Cr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6724650" y="1143000"/>
            <a:ext cx="4571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Cb</a:t>
            </a:r>
            <a:endParaRPr lang="en-GB" dirty="0"/>
          </a:p>
        </p:txBody>
      </p:sp>
      <p:sp>
        <p:nvSpPr>
          <p:cNvPr id="204" name="TextBox 203"/>
          <p:cNvSpPr txBox="1"/>
          <p:nvPr/>
        </p:nvSpPr>
        <p:spPr>
          <a:xfrm>
            <a:off x="8162925" y="800100"/>
            <a:ext cx="3619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</a:t>
            </a:r>
          </a:p>
        </p:txBody>
      </p:sp>
      <p:cxnSp>
        <p:nvCxnSpPr>
          <p:cNvPr id="206" name="Straight Arrow Connector 205"/>
          <p:cNvCxnSpPr/>
          <p:nvPr/>
        </p:nvCxnSpPr>
        <p:spPr bwMode="auto">
          <a:xfrm flipH="1">
            <a:off x="8286750" y="1181100"/>
            <a:ext cx="85725" cy="1000125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36" name="Straight Arrow Connector 235"/>
          <p:cNvCxnSpPr/>
          <p:nvPr/>
        </p:nvCxnSpPr>
        <p:spPr bwMode="auto">
          <a:xfrm flipH="1" flipV="1">
            <a:off x="7628283" y="4361120"/>
            <a:ext cx="528321" cy="8636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47" name="Straight Arrow Connector 246"/>
          <p:cNvCxnSpPr/>
          <p:nvPr/>
        </p:nvCxnSpPr>
        <p:spPr bwMode="auto">
          <a:xfrm flipH="1">
            <a:off x="6762750" y="1495425"/>
            <a:ext cx="114301" cy="6096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69" name="TextBox 168"/>
          <p:cNvSpPr txBox="1"/>
          <p:nvPr/>
        </p:nvSpPr>
        <p:spPr>
          <a:xfrm>
            <a:off x="369211" y="1134418"/>
            <a:ext cx="38117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During the </a:t>
            </a:r>
            <a:r>
              <a:rPr lang="en-GB" sz="1600" b="1" i="1" dirty="0"/>
              <a:t>encoding</a:t>
            </a:r>
            <a:r>
              <a:rPr lang="en-GB" sz="1600" dirty="0"/>
              <a:t> stage ... </a:t>
            </a:r>
          </a:p>
        </p:txBody>
      </p:sp>
    </p:spTree>
    <p:extLst>
      <p:ext uri="{BB962C8B-B14F-4D97-AF65-F5344CB8AC3E}">
        <p14:creationId xmlns:p14="http://schemas.microsoft.com/office/powerpoint/2010/main" val="172107753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Rectangle 192"/>
          <p:cNvSpPr/>
          <p:nvPr/>
        </p:nvSpPr>
        <p:spPr bwMode="auto">
          <a:xfrm>
            <a:off x="854764" y="4164496"/>
            <a:ext cx="4651513" cy="236551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54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81000" y="381000"/>
            <a:ext cx="44823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RGB  to  </a:t>
            </a:r>
            <a:r>
              <a:rPr lang="en-GB" sz="2400" b="1" dirty="0" err="1"/>
              <a:t>Y,Cb,Cr</a:t>
            </a:r>
            <a:r>
              <a:rPr lang="en-GB" sz="2400" b="1" dirty="0"/>
              <a:t> – each pixel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940936" y="5931902"/>
            <a:ext cx="3917962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400" dirty="0"/>
              <a:t>Weighted RGB luminance: </a:t>
            </a:r>
          </a:p>
          <a:p>
            <a:r>
              <a:rPr lang="pt-BR" sz="1400" dirty="0"/>
              <a:t>approx  29% Red + 59% Green + 11% Blue </a:t>
            </a:r>
            <a:endParaRPr lang="en-GB" sz="1400" dirty="0"/>
          </a:p>
        </p:txBody>
      </p:sp>
      <p:sp>
        <p:nvSpPr>
          <p:cNvPr id="171" name="Rectangle 170"/>
          <p:cNvSpPr/>
          <p:nvPr/>
        </p:nvSpPr>
        <p:spPr bwMode="auto">
          <a:xfrm>
            <a:off x="1059020" y="2076075"/>
            <a:ext cx="1560355" cy="149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72" name="Rectangle 171"/>
          <p:cNvSpPr/>
          <p:nvPr/>
        </p:nvSpPr>
        <p:spPr bwMode="auto">
          <a:xfrm>
            <a:off x="914605" y="1959417"/>
            <a:ext cx="1560355" cy="1495800"/>
          </a:xfrm>
          <a:prstGeom prst="rect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73" name="Rectangle 172"/>
          <p:cNvSpPr/>
          <p:nvPr/>
        </p:nvSpPr>
        <p:spPr bwMode="auto">
          <a:xfrm>
            <a:off x="770191" y="1796096"/>
            <a:ext cx="1560355" cy="14958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80" name="Right Brace 179"/>
          <p:cNvSpPr/>
          <p:nvPr/>
        </p:nvSpPr>
        <p:spPr bwMode="auto">
          <a:xfrm rot="5400000">
            <a:off x="1600199" y="3067052"/>
            <a:ext cx="295275" cy="1819275"/>
          </a:xfrm>
          <a:prstGeom prst="rightBrace">
            <a:avLst>
              <a:gd name="adj1" fmla="val 31589"/>
              <a:gd name="adj2" fmla="val 5000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2" name="Rectangle 181"/>
          <p:cNvSpPr/>
          <p:nvPr/>
        </p:nvSpPr>
        <p:spPr bwMode="auto">
          <a:xfrm>
            <a:off x="978912" y="4269283"/>
            <a:ext cx="1560355" cy="14958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83" name="TextBox 182"/>
          <p:cNvSpPr txBox="1"/>
          <p:nvPr/>
        </p:nvSpPr>
        <p:spPr>
          <a:xfrm>
            <a:off x="2601111" y="4561877"/>
            <a:ext cx="292504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Overall luminance </a:t>
            </a:r>
          </a:p>
          <a:p>
            <a:r>
              <a:rPr lang="en-GB" sz="1600" dirty="0"/>
              <a:t>i.e. greyscale, monochrome </a:t>
            </a:r>
          </a:p>
          <a:p>
            <a:r>
              <a:rPr lang="en-GB" sz="1600" dirty="0"/>
              <a:t>of this pixel </a:t>
            </a:r>
          </a:p>
          <a:p>
            <a:r>
              <a:rPr lang="en-GB" sz="1600" dirty="0"/>
              <a:t>= Y,  ...  i.e. the </a:t>
            </a:r>
            <a:r>
              <a:rPr lang="en-GB" sz="1600" b="1" i="1" dirty="0" err="1"/>
              <a:t>luma</a:t>
            </a:r>
            <a:endParaRPr lang="en-GB" sz="1600" b="1" i="1" dirty="0"/>
          </a:p>
        </p:txBody>
      </p:sp>
      <p:pic>
        <p:nvPicPr>
          <p:cNvPr id="2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5079" y="863600"/>
            <a:ext cx="2037081" cy="3074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92496" y="3155959"/>
            <a:ext cx="2260376" cy="3411889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/>
            <a:tailEnd/>
          </a:ln>
        </p:spPr>
      </p:pic>
      <p:sp>
        <p:nvSpPr>
          <p:cNvPr id="3" name="Right Brace 2"/>
          <p:cNvSpPr/>
          <p:nvPr/>
        </p:nvSpPr>
        <p:spPr bwMode="auto">
          <a:xfrm flipH="1">
            <a:off x="3027680" y="914400"/>
            <a:ext cx="447040" cy="2976880"/>
          </a:xfrm>
          <a:prstGeom prst="rightBrace">
            <a:avLst>
              <a:gd name="adj1" fmla="val 39912"/>
              <a:gd name="adj2" fmla="val 56826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ight Brace 30"/>
          <p:cNvSpPr/>
          <p:nvPr/>
        </p:nvSpPr>
        <p:spPr bwMode="auto">
          <a:xfrm flipH="1">
            <a:off x="5842000" y="3159760"/>
            <a:ext cx="447040" cy="3332480"/>
          </a:xfrm>
          <a:prstGeom prst="rightBrace">
            <a:avLst>
              <a:gd name="adj1" fmla="val 39912"/>
              <a:gd name="adj2" fmla="val 6311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065894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854764" y="4164496"/>
            <a:ext cx="4651513" cy="236551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54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5913781" y="4025348"/>
            <a:ext cx="3011557" cy="15405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5893683" y="525448"/>
            <a:ext cx="3001618" cy="29695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5400" cap="flat" cmpd="sng" algn="ctr">
            <a:solidFill>
              <a:srgbClr val="9966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1000" y="381000"/>
            <a:ext cx="44823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RGB  to  </a:t>
            </a:r>
            <a:r>
              <a:rPr lang="en-GB" sz="2400" b="1" dirty="0" err="1"/>
              <a:t>Y,Cb,Cr</a:t>
            </a:r>
            <a:r>
              <a:rPr lang="en-GB" sz="2400" b="1" dirty="0"/>
              <a:t> – each pixel</a:t>
            </a:r>
          </a:p>
        </p:txBody>
      </p:sp>
      <p:sp>
        <p:nvSpPr>
          <p:cNvPr id="6" name="Rectangle 5"/>
          <p:cNvSpPr/>
          <p:nvPr/>
        </p:nvSpPr>
        <p:spPr bwMode="auto">
          <a:xfrm>
            <a:off x="3979410" y="2134262"/>
            <a:ext cx="1506989" cy="1504288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3845981" y="2012874"/>
            <a:ext cx="1506989" cy="1504288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3712552" y="1842931"/>
            <a:ext cx="1506989" cy="1504288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40936" y="5931902"/>
            <a:ext cx="3917962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400" dirty="0"/>
              <a:t>Weighted RGB luminance: </a:t>
            </a:r>
          </a:p>
          <a:p>
            <a:r>
              <a:rPr lang="pt-BR" sz="1400" dirty="0"/>
              <a:t>approx  29% Red + 59% Green + 11% Blue </a:t>
            </a:r>
            <a:endParaRPr lang="en-GB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6028083" y="4140062"/>
            <a:ext cx="178125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similarly, </a:t>
            </a:r>
          </a:p>
          <a:p>
            <a:r>
              <a:rPr lang="en-GB" b="1" dirty="0"/>
              <a:t>Cr = R – Y</a:t>
            </a:r>
          </a:p>
          <a:p>
            <a:endParaRPr lang="en-GB" b="1" dirty="0"/>
          </a:p>
          <a:p>
            <a:r>
              <a:rPr lang="en-GB" b="1" dirty="0"/>
              <a:t>          =          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0590" y="672465"/>
            <a:ext cx="2746586" cy="3293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 err="1"/>
              <a:t>Cb</a:t>
            </a:r>
            <a:r>
              <a:rPr lang="en-GB" b="1" dirty="0"/>
              <a:t> = B – Y</a:t>
            </a:r>
          </a:p>
          <a:p>
            <a:pPr marL="179388" indent="-179388">
              <a:buFont typeface="Arial" pitchFamily="34" charset="0"/>
              <a:buChar char="•"/>
            </a:pPr>
            <a:r>
              <a:rPr lang="en-GB" dirty="0"/>
              <a:t>i.e. 8 bits of </a:t>
            </a:r>
            <a:r>
              <a:rPr lang="en-GB" dirty="0" err="1"/>
              <a:t>Cb</a:t>
            </a:r>
            <a:r>
              <a:rPr lang="en-GB" dirty="0"/>
              <a:t> (0-255)</a:t>
            </a:r>
          </a:p>
          <a:p>
            <a:pPr marL="179388" indent="-179388">
              <a:buFont typeface="Arial" pitchFamily="34" charset="0"/>
              <a:buChar char="•"/>
            </a:pPr>
            <a:r>
              <a:rPr lang="en-GB" dirty="0"/>
              <a:t>value of </a:t>
            </a:r>
            <a:r>
              <a:rPr lang="en-GB" dirty="0" err="1"/>
              <a:t>Cb</a:t>
            </a:r>
            <a:r>
              <a:rPr lang="en-GB" dirty="0"/>
              <a:t>:</a:t>
            </a:r>
          </a:p>
          <a:p>
            <a:pPr marL="179388" indent="-179388">
              <a:tabLst>
                <a:tab pos="357188" algn="l"/>
              </a:tabLst>
            </a:pPr>
            <a:r>
              <a:rPr lang="en-GB" dirty="0"/>
              <a:t>		value of original Blue </a:t>
            </a:r>
          </a:p>
          <a:p>
            <a:pPr marL="179388" indent="-179388"/>
            <a:r>
              <a:rPr lang="en-GB" dirty="0"/>
              <a:t>		minus</a:t>
            </a:r>
          </a:p>
          <a:p>
            <a:pPr marL="179388" indent="-179388">
              <a:tabLst>
                <a:tab pos="357188" algn="l"/>
              </a:tabLst>
            </a:pPr>
            <a:r>
              <a:rPr lang="en-GB" dirty="0"/>
              <a:t>		value of </a:t>
            </a:r>
            <a:r>
              <a:rPr lang="en-GB" dirty="0" err="1"/>
              <a:t>luma</a:t>
            </a:r>
            <a:endParaRPr lang="en-GB" dirty="0"/>
          </a:p>
          <a:p>
            <a:pPr marL="179388" indent="-179388">
              <a:tabLst>
                <a:tab pos="357188" algn="l"/>
              </a:tabLst>
            </a:pPr>
            <a:endParaRPr lang="en-GB" dirty="0"/>
          </a:p>
          <a:p>
            <a:pPr marL="179388" indent="-179388">
              <a:tabLst>
                <a:tab pos="357188" algn="l"/>
              </a:tabLst>
            </a:pPr>
            <a:r>
              <a:rPr lang="en-GB" dirty="0"/>
              <a:t>         =           -  </a:t>
            </a:r>
          </a:p>
          <a:p>
            <a:pPr marL="179388" indent="-179388">
              <a:tabLst>
                <a:tab pos="357188" algn="l"/>
              </a:tabLst>
            </a:pPr>
            <a:endParaRPr lang="en-GB" dirty="0"/>
          </a:p>
          <a:p>
            <a:pPr marL="179388" indent="-179388">
              <a:tabLst>
                <a:tab pos="357188" algn="l"/>
              </a:tabLst>
            </a:pPr>
            <a:r>
              <a:rPr lang="en-GB" dirty="0"/>
              <a:t>e.g.</a:t>
            </a:r>
          </a:p>
          <a:p>
            <a:pPr marL="342900" indent="-342900">
              <a:buAutoNum type="arabicPlain" startAt="120"/>
              <a:tabLst>
                <a:tab pos="357188" algn="l"/>
              </a:tabLst>
            </a:pPr>
            <a:r>
              <a:rPr lang="en-GB" dirty="0"/>
              <a:t>=   210  -   90</a:t>
            </a:r>
          </a:p>
          <a:p>
            <a:pPr>
              <a:tabLst>
                <a:tab pos="357188" algn="l"/>
              </a:tabLst>
            </a:pPr>
            <a:endParaRPr lang="en-GB" dirty="0"/>
          </a:p>
          <a:p>
            <a:pPr>
              <a:tabLst>
                <a:tab pos="357188" algn="l"/>
              </a:tabLst>
            </a:pPr>
            <a:r>
              <a:rPr lang="en-GB" dirty="0"/>
              <a:t> </a:t>
            </a:r>
          </a:p>
        </p:txBody>
      </p:sp>
      <p:cxnSp>
        <p:nvCxnSpPr>
          <p:cNvPr id="12" name="Straight Arrow Connector 11"/>
          <p:cNvCxnSpPr/>
          <p:nvPr/>
        </p:nvCxnSpPr>
        <p:spPr bwMode="auto">
          <a:xfrm flipH="1">
            <a:off x="5010150" y="1466850"/>
            <a:ext cx="971550" cy="4953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3" name="Straight Arrow Connector 12"/>
          <p:cNvCxnSpPr/>
          <p:nvPr/>
        </p:nvCxnSpPr>
        <p:spPr bwMode="auto">
          <a:xfrm flipH="1" flipV="1">
            <a:off x="5224256" y="3429829"/>
            <a:ext cx="808796" cy="714788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4" name="Rectangle 13"/>
          <p:cNvSpPr/>
          <p:nvPr/>
        </p:nvSpPr>
        <p:spPr bwMode="auto">
          <a:xfrm>
            <a:off x="1059020" y="2076075"/>
            <a:ext cx="1560355" cy="149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914605" y="1959417"/>
            <a:ext cx="1560355" cy="1495800"/>
          </a:xfrm>
          <a:prstGeom prst="rect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770191" y="1796096"/>
            <a:ext cx="1560355" cy="14958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7" name="Right Arrow 16"/>
          <p:cNvSpPr/>
          <p:nvPr/>
        </p:nvSpPr>
        <p:spPr bwMode="auto">
          <a:xfrm>
            <a:off x="2990850" y="2433338"/>
            <a:ext cx="529216" cy="458298"/>
          </a:xfrm>
          <a:prstGeom prst="rightArrow">
            <a:avLst/>
          </a:pr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8" name="Right Brace 17"/>
          <p:cNvSpPr/>
          <p:nvPr/>
        </p:nvSpPr>
        <p:spPr bwMode="auto">
          <a:xfrm rot="5400000">
            <a:off x="1600199" y="3067052"/>
            <a:ext cx="295275" cy="1819275"/>
          </a:xfrm>
          <a:prstGeom prst="rightBrace">
            <a:avLst>
              <a:gd name="adj1" fmla="val 31589"/>
              <a:gd name="adj2" fmla="val 5000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/>
          <p:cNvSpPr/>
          <p:nvPr/>
        </p:nvSpPr>
        <p:spPr bwMode="auto">
          <a:xfrm>
            <a:off x="978912" y="4269283"/>
            <a:ext cx="1560355" cy="14958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601111" y="4561877"/>
            <a:ext cx="292504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Overall luminance </a:t>
            </a:r>
          </a:p>
          <a:p>
            <a:r>
              <a:rPr lang="en-GB" sz="1600" dirty="0"/>
              <a:t>i.e. greyscale, monochrome </a:t>
            </a:r>
          </a:p>
          <a:p>
            <a:r>
              <a:rPr lang="en-GB" sz="1600" dirty="0"/>
              <a:t>of this pixel </a:t>
            </a:r>
          </a:p>
          <a:p>
            <a:r>
              <a:rPr lang="en-GB" sz="1600" dirty="0"/>
              <a:t>= Y,  ...  i.e. the </a:t>
            </a:r>
            <a:r>
              <a:rPr lang="en-GB" sz="1600" b="1" i="1" dirty="0" err="1"/>
              <a:t>luma</a:t>
            </a:r>
            <a:endParaRPr lang="en-GB" sz="1600" b="1" i="1" dirty="0"/>
          </a:p>
        </p:txBody>
      </p:sp>
      <p:sp>
        <p:nvSpPr>
          <p:cNvPr id="21" name="Rectangle 20"/>
          <p:cNvSpPr/>
          <p:nvPr/>
        </p:nvSpPr>
        <p:spPr bwMode="auto">
          <a:xfrm>
            <a:off x="6057968" y="2338562"/>
            <a:ext cx="491699" cy="472887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2" name="Rectangle 21"/>
          <p:cNvSpPr/>
          <p:nvPr/>
        </p:nvSpPr>
        <p:spPr bwMode="auto">
          <a:xfrm>
            <a:off x="6937498" y="2346959"/>
            <a:ext cx="499621" cy="464489"/>
          </a:xfrm>
          <a:prstGeom prst="rect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3" name="Rectangle 22"/>
          <p:cNvSpPr/>
          <p:nvPr/>
        </p:nvSpPr>
        <p:spPr bwMode="auto">
          <a:xfrm>
            <a:off x="7737302" y="2336800"/>
            <a:ext cx="511956" cy="484588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4" name="Rectangle 23"/>
          <p:cNvSpPr/>
          <p:nvPr/>
        </p:nvSpPr>
        <p:spPr bwMode="auto">
          <a:xfrm>
            <a:off x="6131982" y="4815708"/>
            <a:ext cx="537176" cy="452030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5" name="Rectangle 24"/>
          <p:cNvSpPr/>
          <p:nvPr/>
        </p:nvSpPr>
        <p:spPr bwMode="auto">
          <a:xfrm>
            <a:off x="7002025" y="4817592"/>
            <a:ext cx="521897" cy="440208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6" name="Rectangle 25"/>
          <p:cNvSpPr/>
          <p:nvPr/>
        </p:nvSpPr>
        <p:spPr bwMode="auto">
          <a:xfrm>
            <a:off x="7836913" y="4805996"/>
            <a:ext cx="531836" cy="471682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cxnSp>
        <p:nvCxnSpPr>
          <p:cNvPr id="27" name="Straight Arrow Connector 26"/>
          <p:cNvCxnSpPr/>
          <p:nvPr/>
        </p:nvCxnSpPr>
        <p:spPr bwMode="auto">
          <a:xfrm flipH="1" flipV="1">
            <a:off x="5234416" y="3460309"/>
            <a:ext cx="808796" cy="714788"/>
          </a:xfrm>
          <a:prstGeom prst="straightConnector1">
            <a:avLst/>
          </a:prstGeom>
          <a:noFill/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9" name="Rectangle 28"/>
          <p:cNvSpPr/>
          <p:nvPr/>
        </p:nvSpPr>
        <p:spPr>
          <a:xfrm>
            <a:off x="3689935" y="1837323"/>
            <a:ext cx="86914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200" dirty="0"/>
              <a:t>1111000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57734" y="3259723"/>
            <a:ext cx="96693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200" dirty="0">
                <a:solidFill>
                  <a:srgbClr val="FFFF00"/>
                </a:solidFill>
              </a:rPr>
              <a:t>11010010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7055" y="4285883"/>
            <a:ext cx="96693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200" dirty="0"/>
              <a:t>01011010</a:t>
            </a:r>
          </a:p>
        </p:txBody>
      </p:sp>
    </p:spTree>
    <p:extLst>
      <p:ext uri="{BB962C8B-B14F-4D97-AF65-F5344CB8AC3E}">
        <p14:creationId xmlns:p14="http://schemas.microsoft.com/office/powerpoint/2010/main" val="63421779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 bwMode="auto">
          <a:xfrm>
            <a:off x="1217161" y="1277012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1765170" y="1277012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2313181" y="1277012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1083732" y="1155624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1631742" y="1155624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2179752" y="1155624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950303" y="985681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1498313" y="985681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2046324" y="985681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2885171" y="1277012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3433180" y="1277012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3981191" y="1277012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2751742" y="1155624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3299752" y="1155624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3847762" y="1155624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2618314" y="985681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3166323" y="985681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3714334" y="985681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1217161" y="185620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2" name="Rectangle 21"/>
          <p:cNvSpPr/>
          <p:nvPr/>
        </p:nvSpPr>
        <p:spPr bwMode="auto">
          <a:xfrm>
            <a:off x="1765170" y="185620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3" name="Rectangle 22"/>
          <p:cNvSpPr/>
          <p:nvPr/>
        </p:nvSpPr>
        <p:spPr bwMode="auto">
          <a:xfrm>
            <a:off x="2313181" y="185620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4" name="Rectangle 23"/>
          <p:cNvSpPr/>
          <p:nvPr/>
        </p:nvSpPr>
        <p:spPr bwMode="auto">
          <a:xfrm>
            <a:off x="1083732" y="173481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5" name="Rectangle 24"/>
          <p:cNvSpPr/>
          <p:nvPr/>
        </p:nvSpPr>
        <p:spPr bwMode="auto">
          <a:xfrm>
            <a:off x="1631742" y="173481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6" name="Rectangle 25"/>
          <p:cNvSpPr/>
          <p:nvPr/>
        </p:nvSpPr>
        <p:spPr bwMode="auto">
          <a:xfrm>
            <a:off x="2179752" y="173481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7" name="Rectangle 26"/>
          <p:cNvSpPr/>
          <p:nvPr/>
        </p:nvSpPr>
        <p:spPr bwMode="auto">
          <a:xfrm>
            <a:off x="950303" y="156487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8" name="Rectangle 27"/>
          <p:cNvSpPr/>
          <p:nvPr/>
        </p:nvSpPr>
        <p:spPr bwMode="auto">
          <a:xfrm>
            <a:off x="1498313" y="156487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9" name="Rectangle 28"/>
          <p:cNvSpPr/>
          <p:nvPr/>
        </p:nvSpPr>
        <p:spPr bwMode="auto">
          <a:xfrm>
            <a:off x="2046324" y="156487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0" name="Rectangle 29"/>
          <p:cNvSpPr/>
          <p:nvPr/>
        </p:nvSpPr>
        <p:spPr bwMode="auto">
          <a:xfrm>
            <a:off x="2885171" y="185620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1" name="Rectangle 30"/>
          <p:cNvSpPr/>
          <p:nvPr/>
        </p:nvSpPr>
        <p:spPr bwMode="auto">
          <a:xfrm>
            <a:off x="3433180" y="185620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2" name="Rectangle 31"/>
          <p:cNvSpPr/>
          <p:nvPr/>
        </p:nvSpPr>
        <p:spPr bwMode="auto">
          <a:xfrm>
            <a:off x="3981191" y="185620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3" name="Rectangle 32"/>
          <p:cNvSpPr/>
          <p:nvPr/>
        </p:nvSpPr>
        <p:spPr bwMode="auto">
          <a:xfrm>
            <a:off x="2751742" y="173481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4" name="Rectangle 33"/>
          <p:cNvSpPr/>
          <p:nvPr/>
        </p:nvSpPr>
        <p:spPr bwMode="auto">
          <a:xfrm>
            <a:off x="3299752" y="173481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5" name="Rectangle 34"/>
          <p:cNvSpPr/>
          <p:nvPr/>
        </p:nvSpPr>
        <p:spPr bwMode="auto">
          <a:xfrm>
            <a:off x="3847762" y="173481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6" name="Rectangle 35"/>
          <p:cNvSpPr/>
          <p:nvPr/>
        </p:nvSpPr>
        <p:spPr bwMode="auto">
          <a:xfrm>
            <a:off x="2618314" y="156487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7" name="Rectangle 36"/>
          <p:cNvSpPr/>
          <p:nvPr/>
        </p:nvSpPr>
        <p:spPr bwMode="auto">
          <a:xfrm>
            <a:off x="3166323" y="156487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8" name="Rectangle 37"/>
          <p:cNvSpPr/>
          <p:nvPr/>
        </p:nvSpPr>
        <p:spPr bwMode="auto">
          <a:xfrm>
            <a:off x="3714334" y="156487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9" name="Rectangle 38"/>
          <p:cNvSpPr/>
          <p:nvPr/>
        </p:nvSpPr>
        <p:spPr bwMode="auto">
          <a:xfrm>
            <a:off x="1210919" y="2445218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40" name="Rectangle 39"/>
          <p:cNvSpPr/>
          <p:nvPr/>
        </p:nvSpPr>
        <p:spPr bwMode="auto">
          <a:xfrm>
            <a:off x="1758929" y="2445218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41" name="Rectangle 40"/>
          <p:cNvSpPr/>
          <p:nvPr/>
        </p:nvSpPr>
        <p:spPr bwMode="auto">
          <a:xfrm>
            <a:off x="2306939" y="2445218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42" name="Rectangle 41"/>
          <p:cNvSpPr/>
          <p:nvPr/>
        </p:nvSpPr>
        <p:spPr bwMode="auto">
          <a:xfrm>
            <a:off x="1077491" y="2323830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43" name="Rectangle 42"/>
          <p:cNvSpPr/>
          <p:nvPr/>
        </p:nvSpPr>
        <p:spPr bwMode="auto">
          <a:xfrm>
            <a:off x="1625500" y="2323830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44" name="Rectangle 43"/>
          <p:cNvSpPr/>
          <p:nvPr/>
        </p:nvSpPr>
        <p:spPr bwMode="auto">
          <a:xfrm>
            <a:off x="2173511" y="2323830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45" name="Rectangle 44"/>
          <p:cNvSpPr/>
          <p:nvPr/>
        </p:nvSpPr>
        <p:spPr bwMode="auto">
          <a:xfrm>
            <a:off x="944062" y="2153887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46" name="Rectangle 45"/>
          <p:cNvSpPr/>
          <p:nvPr/>
        </p:nvSpPr>
        <p:spPr bwMode="auto">
          <a:xfrm>
            <a:off x="1492072" y="2153887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47" name="Rectangle 46"/>
          <p:cNvSpPr/>
          <p:nvPr/>
        </p:nvSpPr>
        <p:spPr bwMode="auto">
          <a:xfrm>
            <a:off x="2040082" y="2153887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48" name="Rectangle 47"/>
          <p:cNvSpPr/>
          <p:nvPr/>
        </p:nvSpPr>
        <p:spPr bwMode="auto">
          <a:xfrm>
            <a:off x="2878929" y="2445218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49" name="Rectangle 48"/>
          <p:cNvSpPr/>
          <p:nvPr/>
        </p:nvSpPr>
        <p:spPr bwMode="auto">
          <a:xfrm>
            <a:off x="3426939" y="2445218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0" name="Rectangle 49"/>
          <p:cNvSpPr/>
          <p:nvPr/>
        </p:nvSpPr>
        <p:spPr bwMode="auto">
          <a:xfrm>
            <a:off x="3974950" y="2445218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1" name="Rectangle 50"/>
          <p:cNvSpPr/>
          <p:nvPr/>
        </p:nvSpPr>
        <p:spPr bwMode="auto">
          <a:xfrm>
            <a:off x="2745501" y="2323830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2" name="Rectangle 51"/>
          <p:cNvSpPr/>
          <p:nvPr/>
        </p:nvSpPr>
        <p:spPr bwMode="auto">
          <a:xfrm>
            <a:off x="3293511" y="2323830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3" name="Rectangle 52"/>
          <p:cNvSpPr/>
          <p:nvPr/>
        </p:nvSpPr>
        <p:spPr bwMode="auto">
          <a:xfrm>
            <a:off x="3841521" y="2323830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4" name="Rectangle 53"/>
          <p:cNvSpPr/>
          <p:nvPr/>
        </p:nvSpPr>
        <p:spPr bwMode="auto">
          <a:xfrm>
            <a:off x="2612072" y="2153887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5" name="Rectangle 54"/>
          <p:cNvSpPr/>
          <p:nvPr/>
        </p:nvSpPr>
        <p:spPr bwMode="auto">
          <a:xfrm>
            <a:off x="3160082" y="2153887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6" name="Rectangle 55"/>
          <p:cNvSpPr/>
          <p:nvPr/>
        </p:nvSpPr>
        <p:spPr bwMode="auto">
          <a:xfrm>
            <a:off x="3708092" y="2153887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7" name="Rectangle 56"/>
          <p:cNvSpPr/>
          <p:nvPr/>
        </p:nvSpPr>
        <p:spPr bwMode="auto">
          <a:xfrm>
            <a:off x="1217161" y="303610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8" name="Rectangle 57"/>
          <p:cNvSpPr/>
          <p:nvPr/>
        </p:nvSpPr>
        <p:spPr bwMode="auto">
          <a:xfrm>
            <a:off x="1765170" y="303610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9" name="Rectangle 58"/>
          <p:cNvSpPr/>
          <p:nvPr/>
        </p:nvSpPr>
        <p:spPr bwMode="auto">
          <a:xfrm>
            <a:off x="2313181" y="303610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60" name="Rectangle 59"/>
          <p:cNvSpPr/>
          <p:nvPr/>
        </p:nvSpPr>
        <p:spPr bwMode="auto">
          <a:xfrm>
            <a:off x="1083732" y="291472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61" name="Rectangle 60"/>
          <p:cNvSpPr/>
          <p:nvPr/>
        </p:nvSpPr>
        <p:spPr bwMode="auto">
          <a:xfrm>
            <a:off x="1631742" y="291472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62" name="Rectangle 61"/>
          <p:cNvSpPr/>
          <p:nvPr/>
        </p:nvSpPr>
        <p:spPr bwMode="auto">
          <a:xfrm>
            <a:off x="2179752" y="291472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63" name="Rectangle 62"/>
          <p:cNvSpPr/>
          <p:nvPr/>
        </p:nvSpPr>
        <p:spPr bwMode="auto">
          <a:xfrm>
            <a:off x="950303" y="274477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64" name="Rectangle 63"/>
          <p:cNvSpPr/>
          <p:nvPr/>
        </p:nvSpPr>
        <p:spPr bwMode="auto">
          <a:xfrm>
            <a:off x="1498313" y="274477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65" name="Rectangle 64"/>
          <p:cNvSpPr/>
          <p:nvPr/>
        </p:nvSpPr>
        <p:spPr bwMode="auto">
          <a:xfrm>
            <a:off x="2046324" y="274477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66" name="Rectangle 65"/>
          <p:cNvSpPr/>
          <p:nvPr/>
        </p:nvSpPr>
        <p:spPr bwMode="auto">
          <a:xfrm>
            <a:off x="2885171" y="303610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67" name="Rectangle 66"/>
          <p:cNvSpPr/>
          <p:nvPr/>
        </p:nvSpPr>
        <p:spPr bwMode="auto">
          <a:xfrm>
            <a:off x="3433180" y="303610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68" name="Rectangle 67"/>
          <p:cNvSpPr/>
          <p:nvPr/>
        </p:nvSpPr>
        <p:spPr bwMode="auto">
          <a:xfrm>
            <a:off x="3981191" y="303610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69" name="Rectangle 68"/>
          <p:cNvSpPr/>
          <p:nvPr/>
        </p:nvSpPr>
        <p:spPr bwMode="auto">
          <a:xfrm>
            <a:off x="2751742" y="291472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70" name="Rectangle 69"/>
          <p:cNvSpPr/>
          <p:nvPr/>
        </p:nvSpPr>
        <p:spPr bwMode="auto">
          <a:xfrm>
            <a:off x="3299752" y="291472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71" name="Rectangle 70"/>
          <p:cNvSpPr/>
          <p:nvPr/>
        </p:nvSpPr>
        <p:spPr bwMode="auto">
          <a:xfrm>
            <a:off x="3847762" y="291472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72" name="Rectangle 71"/>
          <p:cNvSpPr/>
          <p:nvPr/>
        </p:nvSpPr>
        <p:spPr bwMode="auto">
          <a:xfrm>
            <a:off x="2618314" y="274477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73" name="Rectangle 72"/>
          <p:cNvSpPr/>
          <p:nvPr/>
        </p:nvSpPr>
        <p:spPr bwMode="auto">
          <a:xfrm>
            <a:off x="3166323" y="274477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74" name="Rectangle 73"/>
          <p:cNvSpPr/>
          <p:nvPr/>
        </p:nvSpPr>
        <p:spPr bwMode="auto">
          <a:xfrm>
            <a:off x="3714334" y="274477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75" name="Rectangle 74"/>
          <p:cNvSpPr/>
          <p:nvPr/>
        </p:nvSpPr>
        <p:spPr bwMode="auto">
          <a:xfrm>
            <a:off x="4522336" y="1286537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76" name="Rectangle 75"/>
          <p:cNvSpPr/>
          <p:nvPr/>
        </p:nvSpPr>
        <p:spPr bwMode="auto">
          <a:xfrm>
            <a:off x="5070345" y="1286537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77" name="Rectangle 76"/>
          <p:cNvSpPr/>
          <p:nvPr/>
        </p:nvSpPr>
        <p:spPr bwMode="auto">
          <a:xfrm>
            <a:off x="5618356" y="1286537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78" name="Rectangle 77"/>
          <p:cNvSpPr/>
          <p:nvPr/>
        </p:nvSpPr>
        <p:spPr bwMode="auto">
          <a:xfrm>
            <a:off x="4388907" y="1165149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79" name="Rectangle 78"/>
          <p:cNvSpPr/>
          <p:nvPr/>
        </p:nvSpPr>
        <p:spPr bwMode="auto">
          <a:xfrm>
            <a:off x="4936917" y="1165149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80" name="Rectangle 79"/>
          <p:cNvSpPr/>
          <p:nvPr/>
        </p:nvSpPr>
        <p:spPr bwMode="auto">
          <a:xfrm>
            <a:off x="5484927" y="1165149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81" name="Rectangle 80"/>
          <p:cNvSpPr/>
          <p:nvPr/>
        </p:nvSpPr>
        <p:spPr bwMode="auto">
          <a:xfrm>
            <a:off x="4255478" y="995206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82" name="Rectangle 81"/>
          <p:cNvSpPr/>
          <p:nvPr/>
        </p:nvSpPr>
        <p:spPr bwMode="auto">
          <a:xfrm>
            <a:off x="4803488" y="995206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83" name="Rectangle 82"/>
          <p:cNvSpPr/>
          <p:nvPr/>
        </p:nvSpPr>
        <p:spPr bwMode="auto">
          <a:xfrm>
            <a:off x="5351499" y="995206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84" name="Rectangle 83"/>
          <p:cNvSpPr/>
          <p:nvPr/>
        </p:nvSpPr>
        <p:spPr bwMode="auto">
          <a:xfrm>
            <a:off x="6190346" y="1286537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85" name="Rectangle 84"/>
          <p:cNvSpPr/>
          <p:nvPr/>
        </p:nvSpPr>
        <p:spPr bwMode="auto">
          <a:xfrm>
            <a:off x="6738355" y="1286537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86" name="Rectangle 85"/>
          <p:cNvSpPr/>
          <p:nvPr/>
        </p:nvSpPr>
        <p:spPr bwMode="auto">
          <a:xfrm>
            <a:off x="7286366" y="1286537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87" name="Rectangle 86"/>
          <p:cNvSpPr/>
          <p:nvPr/>
        </p:nvSpPr>
        <p:spPr bwMode="auto">
          <a:xfrm>
            <a:off x="6056917" y="1165149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88" name="Rectangle 87"/>
          <p:cNvSpPr/>
          <p:nvPr/>
        </p:nvSpPr>
        <p:spPr bwMode="auto">
          <a:xfrm>
            <a:off x="6604927" y="1165149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89" name="Rectangle 88"/>
          <p:cNvSpPr/>
          <p:nvPr/>
        </p:nvSpPr>
        <p:spPr bwMode="auto">
          <a:xfrm>
            <a:off x="7152937" y="1165149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90" name="Rectangle 89"/>
          <p:cNvSpPr/>
          <p:nvPr/>
        </p:nvSpPr>
        <p:spPr bwMode="auto">
          <a:xfrm>
            <a:off x="5923489" y="995206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91" name="Rectangle 90"/>
          <p:cNvSpPr/>
          <p:nvPr/>
        </p:nvSpPr>
        <p:spPr bwMode="auto">
          <a:xfrm>
            <a:off x="6471498" y="995206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92" name="Rectangle 91"/>
          <p:cNvSpPr/>
          <p:nvPr/>
        </p:nvSpPr>
        <p:spPr bwMode="auto">
          <a:xfrm>
            <a:off x="7019509" y="995206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93" name="Rectangle 92"/>
          <p:cNvSpPr/>
          <p:nvPr/>
        </p:nvSpPr>
        <p:spPr bwMode="auto">
          <a:xfrm>
            <a:off x="4522336" y="186572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94" name="Rectangle 93"/>
          <p:cNvSpPr/>
          <p:nvPr/>
        </p:nvSpPr>
        <p:spPr bwMode="auto">
          <a:xfrm>
            <a:off x="5070345" y="186572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95" name="Rectangle 94"/>
          <p:cNvSpPr/>
          <p:nvPr/>
        </p:nvSpPr>
        <p:spPr bwMode="auto">
          <a:xfrm>
            <a:off x="5618356" y="186572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96" name="Rectangle 95"/>
          <p:cNvSpPr/>
          <p:nvPr/>
        </p:nvSpPr>
        <p:spPr bwMode="auto">
          <a:xfrm>
            <a:off x="4388907" y="174434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97" name="Rectangle 96"/>
          <p:cNvSpPr/>
          <p:nvPr/>
        </p:nvSpPr>
        <p:spPr bwMode="auto">
          <a:xfrm>
            <a:off x="4936917" y="174434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98" name="Rectangle 97"/>
          <p:cNvSpPr/>
          <p:nvPr/>
        </p:nvSpPr>
        <p:spPr bwMode="auto">
          <a:xfrm>
            <a:off x="5484927" y="174434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99" name="Rectangle 98"/>
          <p:cNvSpPr/>
          <p:nvPr/>
        </p:nvSpPr>
        <p:spPr bwMode="auto">
          <a:xfrm>
            <a:off x="4255478" y="157439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00" name="Rectangle 99"/>
          <p:cNvSpPr/>
          <p:nvPr/>
        </p:nvSpPr>
        <p:spPr bwMode="auto">
          <a:xfrm>
            <a:off x="4803488" y="157439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01" name="Rectangle 100"/>
          <p:cNvSpPr/>
          <p:nvPr/>
        </p:nvSpPr>
        <p:spPr bwMode="auto">
          <a:xfrm>
            <a:off x="5351499" y="157439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02" name="Rectangle 101"/>
          <p:cNvSpPr/>
          <p:nvPr/>
        </p:nvSpPr>
        <p:spPr bwMode="auto">
          <a:xfrm>
            <a:off x="6190346" y="186572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03" name="Rectangle 102"/>
          <p:cNvSpPr/>
          <p:nvPr/>
        </p:nvSpPr>
        <p:spPr bwMode="auto">
          <a:xfrm>
            <a:off x="6738355" y="186572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04" name="Rectangle 103"/>
          <p:cNvSpPr/>
          <p:nvPr/>
        </p:nvSpPr>
        <p:spPr bwMode="auto">
          <a:xfrm>
            <a:off x="7286366" y="186572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05" name="Rectangle 104"/>
          <p:cNvSpPr/>
          <p:nvPr/>
        </p:nvSpPr>
        <p:spPr bwMode="auto">
          <a:xfrm>
            <a:off x="6056917" y="174434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06" name="Rectangle 105"/>
          <p:cNvSpPr/>
          <p:nvPr/>
        </p:nvSpPr>
        <p:spPr bwMode="auto">
          <a:xfrm>
            <a:off x="6604927" y="174434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07" name="Rectangle 106"/>
          <p:cNvSpPr/>
          <p:nvPr/>
        </p:nvSpPr>
        <p:spPr bwMode="auto">
          <a:xfrm>
            <a:off x="7152937" y="174434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08" name="Rectangle 107"/>
          <p:cNvSpPr/>
          <p:nvPr/>
        </p:nvSpPr>
        <p:spPr bwMode="auto">
          <a:xfrm>
            <a:off x="5923489" y="157439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09" name="Rectangle 108"/>
          <p:cNvSpPr/>
          <p:nvPr/>
        </p:nvSpPr>
        <p:spPr bwMode="auto">
          <a:xfrm>
            <a:off x="6471498" y="157439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10" name="Rectangle 109"/>
          <p:cNvSpPr/>
          <p:nvPr/>
        </p:nvSpPr>
        <p:spPr bwMode="auto">
          <a:xfrm>
            <a:off x="7019509" y="157439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11" name="Rectangle 110"/>
          <p:cNvSpPr/>
          <p:nvPr/>
        </p:nvSpPr>
        <p:spPr bwMode="auto">
          <a:xfrm>
            <a:off x="4516094" y="2454743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12" name="Rectangle 111"/>
          <p:cNvSpPr/>
          <p:nvPr/>
        </p:nvSpPr>
        <p:spPr bwMode="auto">
          <a:xfrm>
            <a:off x="5064104" y="2454743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13" name="Rectangle 112"/>
          <p:cNvSpPr/>
          <p:nvPr/>
        </p:nvSpPr>
        <p:spPr bwMode="auto">
          <a:xfrm>
            <a:off x="5612114" y="2454743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14" name="Rectangle 113"/>
          <p:cNvSpPr/>
          <p:nvPr/>
        </p:nvSpPr>
        <p:spPr bwMode="auto">
          <a:xfrm>
            <a:off x="4382666" y="2333355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15" name="Rectangle 114"/>
          <p:cNvSpPr/>
          <p:nvPr/>
        </p:nvSpPr>
        <p:spPr bwMode="auto">
          <a:xfrm>
            <a:off x="4930675" y="2333355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16" name="Rectangle 115"/>
          <p:cNvSpPr/>
          <p:nvPr/>
        </p:nvSpPr>
        <p:spPr bwMode="auto">
          <a:xfrm>
            <a:off x="5478686" y="2333355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17" name="Rectangle 116"/>
          <p:cNvSpPr/>
          <p:nvPr/>
        </p:nvSpPr>
        <p:spPr bwMode="auto">
          <a:xfrm>
            <a:off x="4249237" y="2163412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18" name="Rectangle 117"/>
          <p:cNvSpPr/>
          <p:nvPr/>
        </p:nvSpPr>
        <p:spPr bwMode="auto">
          <a:xfrm>
            <a:off x="4797247" y="2163412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20" name="Rectangle 119"/>
          <p:cNvSpPr/>
          <p:nvPr/>
        </p:nvSpPr>
        <p:spPr bwMode="auto">
          <a:xfrm>
            <a:off x="6184104" y="2454743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21" name="Rectangle 120"/>
          <p:cNvSpPr/>
          <p:nvPr/>
        </p:nvSpPr>
        <p:spPr bwMode="auto">
          <a:xfrm>
            <a:off x="6732114" y="2454743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22" name="Rectangle 121"/>
          <p:cNvSpPr/>
          <p:nvPr/>
        </p:nvSpPr>
        <p:spPr bwMode="auto">
          <a:xfrm>
            <a:off x="7280125" y="2454743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23" name="Rectangle 122"/>
          <p:cNvSpPr/>
          <p:nvPr/>
        </p:nvSpPr>
        <p:spPr bwMode="auto">
          <a:xfrm>
            <a:off x="6050676" y="2333355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24" name="Rectangle 123"/>
          <p:cNvSpPr/>
          <p:nvPr/>
        </p:nvSpPr>
        <p:spPr bwMode="auto">
          <a:xfrm>
            <a:off x="6598686" y="2333355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25" name="Rectangle 124"/>
          <p:cNvSpPr/>
          <p:nvPr/>
        </p:nvSpPr>
        <p:spPr bwMode="auto">
          <a:xfrm>
            <a:off x="7146696" y="2333355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26" name="Rectangle 125"/>
          <p:cNvSpPr/>
          <p:nvPr/>
        </p:nvSpPr>
        <p:spPr bwMode="auto">
          <a:xfrm>
            <a:off x="5917247" y="2163412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27" name="Rectangle 126"/>
          <p:cNvSpPr/>
          <p:nvPr/>
        </p:nvSpPr>
        <p:spPr bwMode="auto">
          <a:xfrm>
            <a:off x="6465257" y="2163412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28" name="Rectangle 127"/>
          <p:cNvSpPr/>
          <p:nvPr/>
        </p:nvSpPr>
        <p:spPr bwMode="auto">
          <a:xfrm>
            <a:off x="7013267" y="2163412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29" name="Rectangle 128"/>
          <p:cNvSpPr/>
          <p:nvPr/>
        </p:nvSpPr>
        <p:spPr bwMode="auto">
          <a:xfrm>
            <a:off x="4522336" y="304563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30" name="Rectangle 129"/>
          <p:cNvSpPr/>
          <p:nvPr/>
        </p:nvSpPr>
        <p:spPr bwMode="auto">
          <a:xfrm>
            <a:off x="5070345" y="304563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31" name="Rectangle 130"/>
          <p:cNvSpPr/>
          <p:nvPr/>
        </p:nvSpPr>
        <p:spPr bwMode="auto">
          <a:xfrm>
            <a:off x="5618356" y="304563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32" name="Rectangle 131"/>
          <p:cNvSpPr/>
          <p:nvPr/>
        </p:nvSpPr>
        <p:spPr bwMode="auto">
          <a:xfrm>
            <a:off x="4388907" y="292424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33" name="Rectangle 132"/>
          <p:cNvSpPr/>
          <p:nvPr/>
        </p:nvSpPr>
        <p:spPr bwMode="auto">
          <a:xfrm>
            <a:off x="4936917" y="292424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34" name="Rectangle 133"/>
          <p:cNvSpPr/>
          <p:nvPr/>
        </p:nvSpPr>
        <p:spPr bwMode="auto">
          <a:xfrm>
            <a:off x="5484927" y="292424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35" name="Rectangle 134"/>
          <p:cNvSpPr/>
          <p:nvPr/>
        </p:nvSpPr>
        <p:spPr bwMode="auto">
          <a:xfrm>
            <a:off x="4255478" y="275430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36" name="Rectangle 135"/>
          <p:cNvSpPr/>
          <p:nvPr/>
        </p:nvSpPr>
        <p:spPr bwMode="auto">
          <a:xfrm>
            <a:off x="4803488" y="275430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37" name="Rectangle 136"/>
          <p:cNvSpPr/>
          <p:nvPr/>
        </p:nvSpPr>
        <p:spPr bwMode="auto">
          <a:xfrm>
            <a:off x="5351499" y="275430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38" name="Rectangle 137"/>
          <p:cNvSpPr/>
          <p:nvPr/>
        </p:nvSpPr>
        <p:spPr bwMode="auto">
          <a:xfrm>
            <a:off x="6190346" y="304563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39" name="Rectangle 138"/>
          <p:cNvSpPr/>
          <p:nvPr/>
        </p:nvSpPr>
        <p:spPr bwMode="auto">
          <a:xfrm>
            <a:off x="6738355" y="304563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40" name="Rectangle 139"/>
          <p:cNvSpPr/>
          <p:nvPr/>
        </p:nvSpPr>
        <p:spPr bwMode="auto">
          <a:xfrm>
            <a:off x="7286366" y="304563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41" name="Rectangle 140"/>
          <p:cNvSpPr/>
          <p:nvPr/>
        </p:nvSpPr>
        <p:spPr bwMode="auto">
          <a:xfrm>
            <a:off x="6056917" y="292424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42" name="Rectangle 141"/>
          <p:cNvSpPr/>
          <p:nvPr/>
        </p:nvSpPr>
        <p:spPr bwMode="auto">
          <a:xfrm>
            <a:off x="6604927" y="292424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43" name="Rectangle 142"/>
          <p:cNvSpPr/>
          <p:nvPr/>
        </p:nvSpPr>
        <p:spPr bwMode="auto">
          <a:xfrm>
            <a:off x="7152937" y="292424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44" name="Rectangle 143"/>
          <p:cNvSpPr/>
          <p:nvPr/>
        </p:nvSpPr>
        <p:spPr bwMode="auto">
          <a:xfrm>
            <a:off x="5923489" y="275430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45" name="Rectangle 144"/>
          <p:cNvSpPr/>
          <p:nvPr/>
        </p:nvSpPr>
        <p:spPr bwMode="auto">
          <a:xfrm>
            <a:off x="6471498" y="275430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46" name="Rectangle 145"/>
          <p:cNvSpPr/>
          <p:nvPr/>
        </p:nvSpPr>
        <p:spPr bwMode="auto">
          <a:xfrm>
            <a:off x="7019509" y="275430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47" name="Rectangle 146"/>
          <p:cNvSpPr/>
          <p:nvPr/>
        </p:nvSpPr>
        <p:spPr bwMode="auto">
          <a:xfrm>
            <a:off x="1207636" y="3620162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48" name="Rectangle 147"/>
          <p:cNvSpPr/>
          <p:nvPr/>
        </p:nvSpPr>
        <p:spPr bwMode="auto">
          <a:xfrm>
            <a:off x="1755645" y="3620162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49" name="Rectangle 148"/>
          <p:cNvSpPr/>
          <p:nvPr/>
        </p:nvSpPr>
        <p:spPr bwMode="auto">
          <a:xfrm>
            <a:off x="2303656" y="3620162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50" name="Rectangle 149"/>
          <p:cNvSpPr/>
          <p:nvPr/>
        </p:nvSpPr>
        <p:spPr bwMode="auto">
          <a:xfrm>
            <a:off x="1074207" y="3498774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51" name="Rectangle 150"/>
          <p:cNvSpPr/>
          <p:nvPr/>
        </p:nvSpPr>
        <p:spPr bwMode="auto">
          <a:xfrm>
            <a:off x="1622217" y="3498774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52" name="Rectangle 151"/>
          <p:cNvSpPr/>
          <p:nvPr/>
        </p:nvSpPr>
        <p:spPr bwMode="auto">
          <a:xfrm>
            <a:off x="2170227" y="3498774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53" name="Rectangle 152"/>
          <p:cNvSpPr/>
          <p:nvPr/>
        </p:nvSpPr>
        <p:spPr bwMode="auto">
          <a:xfrm>
            <a:off x="940778" y="3328831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54" name="Rectangle 153"/>
          <p:cNvSpPr/>
          <p:nvPr/>
        </p:nvSpPr>
        <p:spPr bwMode="auto">
          <a:xfrm>
            <a:off x="1488788" y="3328831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55" name="Rectangle 154"/>
          <p:cNvSpPr/>
          <p:nvPr/>
        </p:nvSpPr>
        <p:spPr bwMode="auto">
          <a:xfrm>
            <a:off x="2036799" y="3328831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56" name="Rectangle 155"/>
          <p:cNvSpPr/>
          <p:nvPr/>
        </p:nvSpPr>
        <p:spPr bwMode="auto">
          <a:xfrm>
            <a:off x="2875646" y="3620162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57" name="Rectangle 156"/>
          <p:cNvSpPr/>
          <p:nvPr/>
        </p:nvSpPr>
        <p:spPr bwMode="auto">
          <a:xfrm>
            <a:off x="3423655" y="3620162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58" name="Rectangle 157"/>
          <p:cNvSpPr/>
          <p:nvPr/>
        </p:nvSpPr>
        <p:spPr bwMode="auto">
          <a:xfrm>
            <a:off x="3971666" y="3620162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59" name="Rectangle 158"/>
          <p:cNvSpPr/>
          <p:nvPr/>
        </p:nvSpPr>
        <p:spPr bwMode="auto">
          <a:xfrm>
            <a:off x="2742217" y="3498774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60" name="Rectangle 159"/>
          <p:cNvSpPr/>
          <p:nvPr/>
        </p:nvSpPr>
        <p:spPr bwMode="auto">
          <a:xfrm>
            <a:off x="3290227" y="3498774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61" name="Rectangle 160"/>
          <p:cNvSpPr/>
          <p:nvPr/>
        </p:nvSpPr>
        <p:spPr bwMode="auto">
          <a:xfrm>
            <a:off x="3838237" y="3498774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62" name="Rectangle 161"/>
          <p:cNvSpPr/>
          <p:nvPr/>
        </p:nvSpPr>
        <p:spPr bwMode="auto">
          <a:xfrm>
            <a:off x="2608789" y="3328831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63" name="Rectangle 162"/>
          <p:cNvSpPr/>
          <p:nvPr/>
        </p:nvSpPr>
        <p:spPr bwMode="auto">
          <a:xfrm>
            <a:off x="3156798" y="3328831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64" name="Rectangle 163"/>
          <p:cNvSpPr/>
          <p:nvPr/>
        </p:nvSpPr>
        <p:spPr bwMode="auto">
          <a:xfrm>
            <a:off x="3704809" y="3328831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65" name="Rectangle 164"/>
          <p:cNvSpPr/>
          <p:nvPr/>
        </p:nvSpPr>
        <p:spPr bwMode="auto">
          <a:xfrm>
            <a:off x="1207636" y="419935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66" name="Rectangle 165"/>
          <p:cNvSpPr/>
          <p:nvPr/>
        </p:nvSpPr>
        <p:spPr bwMode="auto">
          <a:xfrm>
            <a:off x="1755645" y="419935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67" name="Rectangle 166"/>
          <p:cNvSpPr/>
          <p:nvPr/>
        </p:nvSpPr>
        <p:spPr bwMode="auto">
          <a:xfrm>
            <a:off x="2303656" y="419935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68" name="Rectangle 167"/>
          <p:cNvSpPr/>
          <p:nvPr/>
        </p:nvSpPr>
        <p:spPr bwMode="auto">
          <a:xfrm>
            <a:off x="1074207" y="407796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69" name="Rectangle 168"/>
          <p:cNvSpPr/>
          <p:nvPr/>
        </p:nvSpPr>
        <p:spPr bwMode="auto">
          <a:xfrm>
            <a:off x="1622217" y="407796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70" name="Rectangle 169"/>
          <p:cNvSpPr/>
          <p:nvPr/>
        </p:nvSpPr>
        <p:spPr bwMode="auto">
          <a:xfrm>
            <a:off x="2170227" y="407796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71" name="Rectangle 170"/>
          <p:cNvSpPr/>
          <p:nvPr/>
        </p:nvSpPr>
        <p:spPr bwMode="auto">
          <a:xfrm>
            <a:off x="940778" y="390802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72" name="Rectangle 171"/>
          <p:cNvSpPr/>
          <p:nvPr/>
        </p:nvSpPr>
        <p:spPr bwMode="auto">
          <a:xfrm>
            <a:off x="1488788" y="390802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73" name="Rectangle 172"/>
          <p:cNvSpPr/>
          <p:nvPr/>
        </p:nvSpPr>
        <p:spPr bwMode="auto">
          <a:xfrm>
            <a:off x="2036799" y="390802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74" name="Rectangle 173"/>
          <p:cNvSpPr/>
          <p:nvPr/>
        </p:nvSpPr>
        <p:spPr bwMode="auto">
          <a:xfrm>
            <a:off x="2875646" y="419935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75" name="Rectangle 174"/>
          <p:cNvSpPr/>
          <p:nvPr/>
        </p:nvSpPr>
        <p:spPr bwMode="auto">
          <a:xfrm>
            <a:off x="3423655" y="419935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76" name="Rectangle 175"/>
          <p:cNvSpPr/>
          <p:nvPr/>
        </p:nvSpPr>
        <p:spPr bwMode="auto">
          <a:xfrm>
            <a:off x="3971666" y="419935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77" name="Rectangle 176"/>
          <p:cNvSpPr/>
          <p:nvPr/>
        </p:nvSpPr>
        <p:spPr bwMode="auto">
          <a:xfrm>
            <a:off x="2742217" y="407796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78" name="Rectangle 177"/>
          <p:cNvSpPr/>
          <p:nvPr/>
        </p:nvSpPr>
        <p:spPr bwMode="auto">
          <a:xfrm>
            <a:off x="3290227" y="407796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79" name="Rectangle 178"/>
          <p:cNvSpPr/>
          <p:nvPr/>
        </p:nvSpPr>
        <p:spPr bwMode="auto">
          <a:xfrm>
            <a:off x="3838237" y="407796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80" name="Rectangle 179"/>
          <p:cNvSpPr/>
          <p:nvPr/>
        </p:nvSpPr>
        <p:spPr bwMode="auto">
          <a:xfrm>
            <a:off x="2608789" y="390802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81" name="Rectangle 180"/>
          <p:cNvSpPr/>
          <p:nvPr/>
        </p:nvSpPr>
        <p:spPr bwMode="auto">
          <a:xfrm>
            <a:off x="3156798" y="390802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82" name="Rectangle 181"/>
          <p:cNvSpPr/>
          <p:nvPr/>
        </p:nvSpPr>
        <p:spPr bwMode="auto">
          <a:xfrm>
            <a:off x="3704809" y="390802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83" name="Rectangle 182"/>
          <p:cNvSpPr/>
          <p:nvPr/>
        </p:nvSpPr>
        <p:spPr bwMode="auto">
          <a:xfrm>
            <a:off x="1201394" y="4788368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84" name="Rectangle 183"/>
          <p:cNvSpPr/>
          <p:nvPr/>
        </p:nvSpPr>
        <p:spPr bwMode="auto">
          <a:xfrm>
            <a:off x="1749404" y="4788368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85" name="Rectangle 184"/>
          <p:cNvSpPr/>
          <p:nvPr/>
        </p:nvSpPr>
        <p:spPr bwMode="auto">
          <a:xfrm>
            <a:off x="2297414" y="4788368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86" name="Rectangle 185"/>
          <p:cNvSpPr/>
          <p:nvPr/>
        </p:nvSpPr>
        <p:spPr bwMode="auto">
          <a:xfrm>
            <a:off x="1067966" y="4666980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87" name="Rectangle 186"/>
          <p:cNvSpPr/>
          <p:nvPr/>
        </p:nvSpPr>
        <p:spPr bwMode="auto">
          <a:xfrm>
            <a:off x="1615975" y="4666980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88" name="Rectangle 187"/>
          <p:cNvSpPr/>
          <p:nvPr/>
        </p:nvSpPr>
        <p:spPr bwMode="auto">
          <a:xfrm>
            <a:off x="2163986" y="4666980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89" name="Rectangle 188"/>
          <p:cNvSpPr/>
          <p:nvPr/>
        </p:nvSpPr>
        <p:spPr bwMode="auto">
          <a:xfrm>
            <a:off x="934537" y="4497037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90" name="Rectangle 189"/>
          <p:cNvSpPr/>
          <p:nvPr/>
        </p:nvSpPr>
        <p:spPr bwMode="auto">
          <a:xfrm>
            <a:off x="1482547" y="4497037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91" name="Rectangle 190"/>
          <p:cNvSpPr/>
          <p:nvPr/>
        </p:nvSpPr>
        <p:spPr bwMode="auto">
          <a:xfrm>
            <a:off x="2030557" y="4497037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92" name="Rectangle 191"/>
          <p:cNvSpPr/>
          <p:nvPr/>
        </p:nvSpPr>
        <p:spPr bwMode="auto">
          <a:xfrm>
            <a:off x="2869404" y="4788368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93" name="Rectangle 192"/>
          <p:cNvSpPr/>
          <p:nvPr/>
        </p:nvSpPr>
        <p:spPr bwMode="auto">
          <a:xfrm>
            <a:off x="3417414" y="4788368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94" name="Rectangle 193"/>
          <p:cNvSpPr/>
          <p:nvPr/>
        </p:nvSpPr>
        <p:spPr bwMode="auto">
          <a:xfrm>
            <a:off x="3965425" y="4788368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95" name="Rectangle 194"/>
          <p:cNvSpPr/>
          <p:nvPr/>
        </p:nvSpPr>
        <p:spPr bwMode="auto">
          <a:xfrm>
            <a:off x="2735976" y="4666980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96" name="Rectangle 195"/>
          <p:cNvSpPr/>
          <p:nvPr/>
        </p:nvSpPr>
        <p:spPr bwMode="auto">
          <a:xfrm>
            <a:off x="3283986" y="4666980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97" name="Rectangle 196"/>
          <p:cNvSpPr/>
          <p:nvPr/>
        </p:nvSpPr>
        <p:spPr bwMode="auto">
          <a:xfrm>
            <a:off x="3831996" y="4666980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98" name="Rectangle 197"/>
          <p:cNvSpPr/>
          <p:nvPr/>
        </p:nvSpPr>
        <p:spPr bwMode="auto">
          <a:xfrm>
            <a:off x="2602547" y="4497037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99" name="Rectangle 198"/>
          <p:cNvSpPr/>
          <p:nvPr/>
        </p:nvSpPr>
        <p:spPr bwMode="auto">
          <a:xfrm>
            <a:off x="3150557" y="4497037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00" name="Rectangle 199"/>
          <p:cNvSpPr/>
          <p:nvPr/>
        </p:nvSpPr>
        <p:spPr bwMode="auto">
          <a:xfrm>
            <a:off x="3698567" y="4497037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01" name="Rectangle 200"/>
          <p:cNvSpPr/>
          <p:nvPr/>
        </p:nvSpPr>
        <p:spPr bwMode="auto">
          <a:xfrm>
            <a:off x="1207636" y="537925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02" name="Rectangle 201"/>
          <p:cNvSpPr/>
          <p:nvPr/>
        </p:nvSpPr>
        <p:spPr bwMode="auto">
          <a:xfrm>
            <a:off x="1755645" y="537925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03" name="Rectangle 202"/>
          <p:cNvSpPr/>
          <p:nvPr/>
        </p:nvSpPr>
        <p:spPr bwMode="auto">
          <a:xfrm>
            <a:off x="2303656" y="537925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04" name="Rectangle 203"/>
          <p:cNvSpPr/>
          <p:nvPr/>
        </p:nvSpPr>
        <p:spPr bwMode="auto">
          <a:xfrm>
            <a:off x="1074207" y="525787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05" name="Rectangle 204"/>
          <p:cNvSpPr/>
          <p:nvPr/>
        </p:nvSpPr>
        <p:spPr bwMode="auto">
          <a:xfrm>
            <a:off x="1622217" y="525787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06" name="Rectangle 205"/>
          <p:cNvSpPr/>
          <p:nvPr/>
        </p:nvSpPr>
        <p:spPr bwMode="auto">
          <a:xfrm>
            <a:off x="2170227" y="525787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07" name="Rectangle 206"/>
          <p:cNvSpPr/>
          <p:nvPr/>
        </p:nvSpPr>
        <p:spPr bwMode="auto">
          <a:xfrm>
            <a:off x="940778" y="508792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08" name="Rectangle 207"/>
          <p:cNvSpPr/>
          <p:nvPr/>
        </p:nvSpPr>
        <p:spPr bwMode="auto">
          <a:xfrm>
            <a:off x="1488788" y="508792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09" name="Rectangle 208"/>
          <p:cNvSpPr/>
          <p:nvPr/>
        </p:nvSpPr>
        <p:spPr bwMode="auto">
          <a:xfrm>
            <a:off x="2036799" y="508792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10" name="Rectangle 209"/>
          <p:cNvSpPr/>
          <p:nvPr/>
        </p:nvSpPr>
        <p:spPr bwMode="auto">
          <a:xfrm>
            <a:off x="2875646" y="537925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11" name="Rectangle 210"/>
          <p:cNvSpPr/>
          <p:nvPr/>
        </p:nvSpPr>
        <p:spPr bwMode="auto">
          <a:xfrm>
            <a:off x="3423655" y="537925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12" name="Rectangle 211"/>
          <p:cNvSpPr/>
          <p:nvPr/>
        </p:nvSpPr>
        <p:spPr bwMode="auto">
          <a:xfrm>
            <a:off x="3971666" y="537925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13" name="Rectangle 212"/>
          <p:cNvSpPr/>
          <p:nvPr/>
        </p:nvSpPr>
        <p:spPr bwMode="auto">
          <a:xfrm>
            <a:off x="2742217" y="525787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14" name="Rectangle 213"/>
          <p:cNvSpPr/>
          <p:nvPr/>
        </p:nvSpPr>
        <p:spPr bwMode="auto">
          <a:xfrm>
            <a:off x="3290227" y="525787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15" name="Rectangle 214"/>
          <p:cNvSpPr/>
          <p:nvPr/>
        </p:nvSpPr>
        <p:spPr bwMode="auto">
          <a:xfrm>
            <a:off x="3838237" y="525787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16" name="Rectangle 215"/>
          <p:cNvSpPr/>
          <p:nvPr/>
        </p:nvSpPr>
        <p:spPr bwMode="auto">
          <a:xfrm>
            <a:off x="2608789" y="508792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17" name="Rectangle 216"/>
          <p:cNvSpPr/>
          <p:nvPr/>
        </p:nvSpPr>
        <p:spPr bwMode="auto">
          <a:xfrm>
            <a:off x="3156798" y="508792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18" name="Rectangle 217"/>
          <p:cNvSpPr/>
          <p:nvPr/>
        </p:nvSpPr>
        <p:spPr bwMode="auto">
          <a:xfrm>
            <a:off x="3704809" y="508792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19" name="Rectangle 218"/>
          <p:cNvSpPr/>
          <p:nvPr/>
        </p:nvSpPr>
        <p:spPr bwMode="auto">
          <a:xfrm>
            <a:off x="4512811" y="3629687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20" name="Rectangle 219"/>
          <p:cNvSpPr/>
          <p:nvPr/>
        </p:nvSpPr>
        <p:spPr bwMode="auto">
          <a:xfrm>
            <a:off x="5060820" y="3629687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21" name="Rectangle 220"/>
          <p:cNvSpPr/>
          <p:nvPr/>
        </p:nvSpPr>
        <p:spPr bwMode="auto">
          <a:xfrm>
            <a:off x="5608831" y="3629687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22" name="Rectangle 221"/>
          <p:cNvSpPr/>
          <p:nvPr/>
        </p:nvSpPr>
        <p:spPr bwMode="auto">
          <a:xfrm>
            <a:off x="4379382" y="3508299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23" name="Rectangle 222"/>
          <p:cNvSpPr/>
          <p:nvPr/>
        </p:nvSpPr>
        <p:spPr bwMode="auto">
          <a:xfrm>
            <a:off x="4927392" y="3508299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24" name="Rectangle 223"/>
          <p:cNvSpPr/>
          <p:nvPr/>
        </p:nvSpPr>
        <p:spPr bwMode="auto">
          <a:xfrm>
            <a:off x="5475402" y="3508299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25" name="Rectangle 224"/>
          <p:cNvSpPr/>
          <p:nvPr/>
        </p:nvSpPr>
        <p:spPr bwMode="auto">
          <a:xfrm>
            <a:off x="4245953" y="3338356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26" name="Rectangle 225"/>
          <p:cNvSpPr/>
          <p:nvPr/>
        </p:nvSpPr>
        <p:spPr bwMode="auto">
          <a:xfrm>
            <a:off x="4793963" y="3338356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27" name="Rectangle 226"/>
          <p:cNvSpPr/>
          <p:nvPr/>
        </p:nvSpPr>
        <p:spPr bwMode="auto">
          <a:xfrm>
            <a:off x="5341974" y="3338356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28" name="Rectangle 227"/>
          <p:cNvSpPr/>
          <p:nvPr/>
        </p:nvSpPr>
        <p:spPr bwMode="auto">
          <a:xfrm>
            <a:off x="6180821" y="3629687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29" name="Rectangle 228"/>
          <p:cNvSpPr/>
          <p:nvPr/>
        </p:nvSpPr>
        <p:spPr bwMode="auto">
          <a:xfrm>
            <a:off x="6728830" y="3629687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30" name="Rectangle 229"/>
          <p:cNvSpPr/>
          <p:nvPr/>
        </p:nvSpPr>
        <p:spPr bwMode="auto">
          <a:xfrm>
            <a:off x="7276841" y="3629687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31" name="Rectangle 230"/>
          <p:cNvSpPr/>
          <p:nvPr/>
        </p:nvSpPr>
        <p:spPr bwMode="auto">
          <a:xfrm>
            <a:off x="6047392" y="3508299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32" name="Rectangle 231"/>
          <p:cNvSpPr/>
          <p:nvPr/>
        </p:nvSpPr>
        <p:spPr bwMode="auto">
          <a:xfrm>
            <a:off x="6595402" y="3508299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33" name="Rectangle 232"/>
          <p:cNvSpPr/>
          <p:nvPr/>
        </p:nvSpPr>
        <p:spPr bwMode="auto">
          <a:xfrm>
            <a:off x="7143412" y="3508299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34" name="Rectangle 233"/>
          <p:cNvSpPr/>
          <p:nvPr/>
        </p:nvSpPr>
        <p:spPr bwMode="auto">
          <a:xfrm>
            <a:off x="5913964" y="3338356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35" name="Rectangle 234"/>
          <p:cNvSpPr/>
          <p:nvPr/>
        </p:nvSpPr>
        <p:spPr bwMode="auto">
          <a:xfrm>
            <a:off x="6461973" y="3338356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36" name="Rectangle 235"/>
          <p:cNvSpPr/>
          <p:nvPr/>
        </p:nvSpPr>
        <p:spPr bwMode="auto">
          <a:xfrm>
            <a:off x="7009984" y="3338356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37" name="Rectangle 236"/>
          <p:cNvSpPr/>
          <p:nvPr/>
        </p:nvSpPr>
        <p:spPr bwMode="auto">
          <a:xfrm>
            <a:off x="4512811" y="420887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38" name="Rectangle 237"/>
          <p:cNvSpPr/>
          <p:nvPr/>
        </p:nvSpPr>
        <p:spPr bwMode="auto">
          <a:xfrm>
            <a:off x="5060820" y="420887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39" name="Rectangle 238"/>
          <p:cNvSpPr/>
          <p:nvPr/>
        </p:nvSpPr>
        <p:spPr bwMode="auto">
          <a:xfrm>
            <a:off x="5608831" y="420887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40" name="Rectangle 239"/>
          <p:cNvSpPr/>
          <p:nvPr/>
        </p:nvSpPr>
        <p:spPr bwMode="auto">
          <a:xfrm>
            <a:off x="4379382" y="408749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41" name="Rectangle 240"/>
          <p:cNvSpPr/>
          <p:nvPr/>
        </p:nvSpPr>
        <p:spPr bwMode="auto">
          <a:xfrm>
            <a:off x="4927392" y="408749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42" name="Rectangle 241"/>
          <p:cNvSpPr/>
          <p:nvPr/>
        </p:nvSpPr>
        <p:spPr bwMode="auto">
          <a:xfrm>
            <a:off x="5475402" y="408749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43" name="Rectangle 242"/>
          <p:cNvSpPr/>
          <p:nvPr/>
        </p:nvSpPr>
        <p:spPr bwMode="auto">
          <a:xfrm>
            <a:off x="4245953" y="391754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44" name="Rectangle 243"/>
          <p:cNvSpPr/>
          <p:nvPr/>
        </p:nvSpPr>
        <p:spPr bwMode="auto">
          <a:xfrm>
            <a:off x="4793963" y="391754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45" name="Rectangle 244"/>
          <p:cNvSpPr/>
          <p:nvPr/>
        </p:nvSpPr>
        <p:spPr bwMode="auto">
          <a:xfrm>
            <a:off x="5341974" y="391754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46" name="Rectangle 245"/>
          <p:cNvSpPr/>
          <p:nvPr/>
        </p:nvSpPr>
        <p:spPr bwMode="auto">
          <a:xfrm>
            <a:off x="6180821" y="420887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47" name="Rectangle 246"/>
          <p:cNvSpPr/>
          <p:nvPr/>
        </p:nvSpPr>
        <p:spPr bwMode="auto">
          <a:xfrm>
            <a:off x="6728830" y="420887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48" name="Rectangle 247"/>
          <p:cNvSpPr/>
          <p:nvPr/>
        </p:nvSpPr>
        <p:spPr bwMode="auto">
          <a:xfrm>
            <a:off x="7276841" y="420887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49" name="Rectangle 248"/>
          <p:cNvSpPr/>
          <p:nvPr/>
        </p:nvSpPr>
        <p:spPr bwMode="auto">
          <a:xfrm>
            <a:off x="6047392" y="408749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50" name="Rectangle 249"/>
          <p:cNvSpPr/>
          <p:nvPr/>
        </p:nvSpPr>
        <p:spPr bwMode="auto">
          <a:xfrm>
            <a:off x="6595402" y="408749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51" name="Rectangle 250"/>
          <p:cNvSpPr/>
          <p:nvPr/>
        </p:nvSpPr>
        <p:spPr bwMode="auto">
          <a:xfrm>
            <a:off x="7143412" y="408749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52" name="Rectangle 251"/>
          <p:cNvSpPr/>
          <p:nvPr/>
        </p:nvSpPr>
        <p:spPr bwMode="auto">
          <a:xfrm>
            <a:off x="5913964" y="391754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53" name="Rectangle 252"/>
          <p:cNvSpPr/>
          <p:nvPr/>
        </p:nvSpPr>
        <p:spPr bwMode="auto">
          <a:xfrm>
            <a:off x="6461973" y="391754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54" name="Rectangle 253"/>
          <p:cNvSpPr/>
          <p:nvPr/>
        </p:nvSpPr>
        <p:spPr bwMode="auto">
          <a:xfrm>
            <a:off x="7009984" y="391754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55" name="Rectangle 254"/>
          <p:cNvSpPr/>
          <p:nvPr/>
        </p:nvSpPr>
        <p:spPr bwMode="auto">
          <a:xfrm>
            <a:off x="4506569" y="4797893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56" name="Rectangle 255"/>
          <p:cNvSpPr/>
          <p:nvPr/>
        </p:nvSpPr>
        <p:spPr bwMode="auto">
          <a:xfrm>
            <a:off x="5054579" y="4797893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57" name="Rectangle 256"/>
          <p:cNvSpPr/>
          <p:nvPr/>
        </p:nvSpPr>
        <p:spPr bwMode="auto">
          <a:xfrm>
            <a:off x="5602589" y="4797893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58" name="Rectangle 257"/>
          <p:cNvSpPr/>
          <p:nvPr/>
        </p:nvSpPr>
        <p:spPr bwMode="auto">
          <a:xfrm>
            <a:off x="4373141" y="4676505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59" name="Rectangle 258"/>
          <p:cNvSpPr/>
          <p:nvPr/>
        </p:nvSpPr>
        <p:spPr bwMode="auto">
          <a:xfrm>
            <a:off x="4921150" y="4676505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60" name="Rectangle 259"/>
          <p:cNvSpPr/>
          <p:nvPr/>
        </p:nvSpPr>
        <p:spPr bwMode="auto">
          <a:xfrm>
            <a:off x="5469161" y="4676505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61" name="Rectangle 260"/>
          <p:cNvSpPr/>
          <p:nvPr/>
        </p:nvSpPr>
        <p:spPr bwMode="auto">
          <a:xfrm>
            <a:off x="4239712" y="4506562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62" name="Rectangle 261"/>
          <p:cNvSpPr/>
          <p:nvPr/>
        </p:nvSpPr>
        <p:spPr bwMode="auto">
          <a:xfrm>
            <a:off x="4787722" y="4506562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63" name="Rectangle 262"/>
          <p:cNvSpPr/>
          <p:nvPr/>
        </p:nvSpPr>
        <p:spPr bwMode="auto">
          <a:xfrm>
            <a:off x="5335732" y="4506562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64" name="Rectangle 263"/>
          <p:cNvSpPr/>
          <p:nvPr/>
        </p:nvSpPr>
        <p:spPr bwMode="auto">
          <a:xfrm>
            <a:off x="6174579" y="4797893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65" name="Rectangle 264"/>
          <p:cNvSpPr/>
          <p:nvPr/>
        </p:nvSpPr>
        <p:spPr bwMode="auto">
          <a:xfrm>
            <a:off x="6722589" y="4797893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66" name="Rectangle 265"/>
          <p:cNvSpPr/>
          <p:nvPr/>
        </p:nvSpPr>
        <p:spPr bwMode="auto">
          <a:xfrm>
            <a:off x="7270600" y="4797893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67" name="Rectangle 266"/>
          <p:cNvSpPr/>
          <p:nvPr/>
        </p:nvSpPr>
        <p:spPr bwMode="auto">
          <a:xfrm>
            <a:off x="6041151" y="4676505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68" name="Rectangle 267"/>
          <p:cNvSpPr/>
          <p:nvPr/>
        </p:nvSpPr>
        <p:spPr bwMode="auto">
          <a:xfrm>
            <a:off x="6589161" y="4676505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69" name="Rectangle 268"/>
          <p:cNvSpPr/>
          <p:nvPr/>
        </p:nvSpPr>
        <p:spPr bwMode="auto">
          <a:xfrm>
            <a:off x="7137171" y="4676505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70" name="Rectangle 269"/>
          <p:cNvSpPr/>
          <p:nvPr/>
        </p:nvSpPr>
        <p:spPr bwMode="auto">
          <a:xfrm>
            <a:off x="5907722" y="4506562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71" name="Rectangle 270"/>
          <p:cNvSpPr/>
          <p:nvPr/>
        </p:nvSpPr>
        <p:spPr bwMode="auto">
          <a:xfrm>
            <a:off x="6455732" y="4506562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72" name="Rectangle 271"/>
          <p:cNvSpPr/>
          <p:nvPr/>
        </p:nvSpPr>
        <p:spPr bwMode="auto">
          <a:xfrm>
            <a:off x="7003742" y="4506562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73" name="Rectangle 272"/>
          <p:cNvSpPr/>
          <p:nvPr/>
        </p:nvSpPr>
        <p:spPr bwMode="auto">
          <a:xfrm>
            <a:off x="4512811" y="538878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74" name="Rectangle 273"/>
          <p:cNvSpPr/>
          <p:nvPr/>
        </p:nvSpPr>
        <p:spPr bwMode="auto">
          <a:xfrm>
            <a:off x="5060820" y="538878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75" name="Rectangle 274"/>
          <p:cNvSpPr/>
          <p:nvPr/>
        </p:nvSpPr>
        <p:spPr bwMode="auto">
          <a:xfrm>
            <a:off x="5608831" y="538878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76" name="Rectangle 275"/>
          <p:cNvSpPr/>
          <p:nvPr/>
        </p:nvSpPr>
        <p:spPr bwMode="auto">
          <a:xfrm>
            <a:off x="4379382" y="526739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77" name="Rectangle 276"/>
          <p:cNvSpPr/>
          <p:nvPr/>
        </p:nvSpPr>
        <p:spPr bwMode="auto">
          <a:xfrm>
            <a:off x="4927392" y="526739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78" name="Rectangle 277"/>
          <p:cNvSpPr/>
          <p:nvPr/>
        </p:nvSpPr>
        <p:spPr bwMode="auto">
          <a:xfrm>
            <a:off x="5475402" y="526739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79" name="Rectangle 278"/>
          <p:cNvSpPr/>
          <p:nvPr/>
        </p:nvSpPr>
        <p:spPr bwMode="auto">
          <a:xfrm>
            <a:off x="4245953" y="509745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80" name="Rectangle 279"/>
          <p:cNvSpPr/>
          <p:nvPr/>
        </p:nvSpPr>
        <p:spPr bwMode="auto">
          <a:xfrm>
            <a:off x="4793963" y="509745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81" name="Rectangle 280"/>
          <p:cNvSpPr/>
          <p:nvPr/>
        </p:nvSpPr>
        <p:spPr bwMode="auto">
          <a:xfrm>
            <a:off x="5341974" y="509745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82" name="Rectangle 281"/>
          <p:cNvSpPr/>
          <p:nvPr/>
        </p:nvSpPr>
        <p:spPr bwMode="auto">
          <a:xfrm>
            <a:off x="6180821" y="538878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83" name="Rectangle 282"/>
          <p:cNvSpPr/>
          <p:nvPr/>
        </p:nvSpPr>
        <p:spPr bwMode="auto">
          <a:xfrm>
            <a:off x="6728830" y="538878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84" name="Rectangle 283"/>
          <p:cNvSpPr/>
          <p:nvPr/>
        </p:nvSpPr>
        <p:spPr bwMode="auto">
          <a:xfrm>
            <a:off x="7276841" y="538878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85" name="Rectangle 284"/>
          <p:cNvSpPr/>
          <p:nvPr/>
        </p:nvSpPr>
        <p:spPr bwMode="auto">
          <a:xfrm>
            <a:off x="6047392" y="526739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86" name="Rectangle 285"/>
          <p:cNvSpPr/>
          <p:nvPr/>
        </p:nvSpPr>
        <p:spPr bwMode="auto">
          <a:xfrm>
            <a:off x="6595402" y="526739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87" name="Rectangle 286"/>
          <p:cNvSpPr/>
          <p:nvPr/>
        </p:nvSpPr>
        <p:spPr bwMode="auto">
          <a:xfrm>
            <a:off x="7143412" y="526739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88" name="Rectangle 287"/>
          <p:cNvSpPr/>
          <p:nvPr/>
        </p:nvSpPr>
        <p:spPr bwMode="auto">
          <a:xfrm>
            <a:off x="5913964" y="509745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89" name="Rectangle 288"/>
          <p:cNvSpPr/>
          <p:nvPr/>
        </p:nvSpPr>
        <p:spPr bwMode="auto">
          <a:xfrm>
            <a:off x="6461973" y="509745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90" name="Rectangle 289"/>
          <p:cNvSpPr/>
          <p:nvPr/>
        </p:nvSpPr>
        <p:spPr bwMode="auto">
          <a:xfrm>
            <a:off x="7009984" y="509745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91" name="TextBox 290"/>
          <p:cNvSpPr txBox="1"/>
          <p:nvPr/>
        </p:nvSpPr>
        <p:spPr>
          <a:xfrm>
            <a:off x="381000" y="381000"/>
            <a:ext cx="66976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 err="1"/>
              <a:t>Y,Cb,Cr</a:t>
            </a:r>
            <a:r>
              <a:rPr lang="en-GB" sz="2400" b="1" dirty="0"/>
              <a:t> – for image of </a:t>
            </a:r>
            <a:r>
              <a:rPr lang="en-GB" sz="2400" b="1" i="1" dirty="0"/>
              <a:t>x</a:t>
            </a:r>
            <a:r>
              <a:rPr lang="en-GB" sz="2400" b="1" dirty="0"/>
              <a:t> </a:t>
            </a:r>
            <a:r>
              <a:rPr lang="en-GB" sz="1400" b="1" dirty="0"/>
              <a:t>x </a:t>
            </a:r>
            <a:r>
              <a:rPr lang="en-GB" sz="2400" b="1" i="1" dirty="0"/>
              <a:t>y</a:t>
            </a:r>
            <a:r>
              <a:rPr lang="en-GB" sz="2400" b="1" dirty="0"/>
              <a:t> pixels in “4:4:4”</a:t>
            </a:r>
          </a:p>
        </p:txBody>
      </p:sp>
      <p:cxnSp>
        <p:nvCxnSpPr>
          <p:cNvPr id="293" name="Straight Arrow Connector 292"/>
          <p:cNvCxnSpPr/>
          <p:nvPr/>
        </p:nvCxnSpPr>
        <p:spPr bwMode="auto">
          <a:xfrm>
            <a:off x="1003852" y="6092687"/>
            <a:ext cx="6738731" cy="9939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94" name="Straight Arrow Connector 293"/>
          <p:cNvCxnSpPr/>
          <p:nvPr/>
        </p:nvCxnSpPr>
        <p:spPr bwMode="auto">
          <a:xfrm flipH="1" flipV="1">
            <a:off x="7861853" y="1023730"/>
            <a:ext cx="29817" cy="5049078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96" name="TextBox 295"/>
          <p:cNvSpPr txBox="1"/>
          <p:nvPr/>
        </p:nvSpPr>
        <p:spPr>
          <a:xfrm>
            <a:off x="3916017" y="6132443"/>
            <a:ext cx="9701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/>
              <a:t>x pixels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7955202" y="3190460"/>
            <a:ext cx="9701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/>
              <a:t>y pixels</a:t>
            </a:r>
          </a:p>
        </p:txBody>
      </p:sp>
      <p:sp>
        <p:nvSpPr>
          <p:cNvPr id="295" name="Rectangle 294"/>
          <p:cNvSpPr/>
          <p:nvPr/>
        </p:nvSpPr>
        <p:spPr bwMode="auto">
          <a:xfrm>
            <a:off x="5356047" y="2163412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130824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1217161" y="1277012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1765170" y="1277012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2313181" y="1277012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1083732" y="1155624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950303" y="985681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2885171" y="1277012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3433180" y="1277012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3981191" y="1277012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3299752" y="1155624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3166323" y="985681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1217161" y="185620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1765170" y="185620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2" name="Rectangle 21"/>
          <p:cNvSpPr/>
          <p:nvPr/>
        </p:nvSpPr>
        <p:spPr bwMode="auto">
          <a:xfrm>
            <a:off x="2313181" y="185620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3" name="Rectangle 22"/>
          <p:cNvSpPr/>
          <p:nvPr/>
        </p:nvSpPr>
        <p:spPr bwMode="auto">
          <a:xfrm>
            <a:off x="1083732" y="173481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6" name="Rectangle 25"/>
          <p:cNvSpPr/>
          <p:nvPr/>
        </p:nvSpPr>
        <p:spPr bwMode="auto">
          <a:xfrm>
            <a:off x="950303" y="156487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9" name="Rectangle 28"/>
          <p:cNvSpPr/>
          <p:nvPr/>
        </p:nvSpPr>
        <p:spPr bwMode="auto">
          <a:xfrm>
            <a:off x="2885171" y="185620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0" name="Rectangle 29"/>
          <p:cNvSpPr/>
          <p:nvPr/>
        </p:nvSpPr>
        <p:spPr bwMode="auto">
          <a:xfrm>
            <a:off x="3433180" y="185620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1" name="Rectangle 30"/>
          <p:cNvSpPr/>
          <p:nvPr/>
        </p:nvSpPr>
        <p:spPr bwMode="auto">
          <a:xfrm>
            <a:off x="3981191" y="185620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3" name="Rectangle 32"/>
          <p:cNvSpPr/>
          <p:nvPr/>
        </p:nvSpPr>
        <p:spPr bwMode="auto">
          <a:xfrm>
            <a:off x="3299752" y="173481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6" name="Rectangle 35"/>
          <p:cNvSpPr/>
          <p:nvPr/>
        </p:nvSpPr>
        <p:spPr bwMode="auto">
          <a:xfrm>
            <a:off x="3166323" y="156487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8" name="Rectangle 37"/>
          <p:cNvSpPr/>
          <p:nvPr/>
        </p:nvSpPr>
        <p:spPr bwMode="auto">
          <a:xfrm>
            <a:off x="1210919" y="2445218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9" name="Rectangle 38"/>
          <p:cNvSpPr/>
          <p:nvPr/>
        </p:nvSpPr>
        <p:spPr bwMode="auto">
          <a:xfrm>
            <a:off x="1758929" y="2445218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40" name="Rectangle 39"/>
          <p:cNvSpPr/>
          <p:nvPr/>
        </p:nvSpPr>
        <p:spPr bwMode="auto">
          <a:xfrm>
            <a:off x="2306939" y="2445218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41" name="Rectangle 40"/>
          <p:cNvSpPr/>
          <p:nvPr/>
        </p:nvSpPr>
        <p:spPr bwMode="auto">
          <a:xfrm>
            <a:off x="1077491" y="2323830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44" name="Rectangle 43"/>
          <p:cNvSpPr/>
          <p:nvPr/>
        </p:nvSpPr>
        <p:spPr bwMode="auto">
          <a:xfrm>
            <a:off x="944062" y="2153887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47" name="Rectangle 46"/>
          <p:cNvSpPr/>
          <p:nvPr/>
        </p:nvSpPr>
        <p:spPr bwMode="auto">
          <a:xfrm>
            <a:off x="2878929" y="2445218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48" name="Rectangle 47"/>
          <p:cNvSpPr/>
          <p:nvPr/>
        </p:nvSpPr>
        <p:spPr bwMode="auto">
          <a:xfrm>
            <a:off x="3426939" y="2445218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49" name="Rectangle 48"/>
          <p:cNvSpPr/>
          <p:nvPr/>
        </p:nvSpPr>
        <p:spPr bwMode="auto">
          <a:xfrm>
            <a:off x="3974950" y="2445218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1" name="Rectangle 50"/>
          <p:cNvSpPr/>
          <p:nvPr/>
        </p:nvSpPr>
        <p:spPr bwMode="auto">
          <a:xfrm>
            <a:off x="3293511" y="2323830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4" name="Rectangle 53"/>
          <p:cNvSpPr/>
          <p:nvPr/>
        </p:nvSpPr>
        <p:spPr bwMode="auto">
          <a:xfrm>
            <a:off x="3160082" y="2153887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6" name="Rectangle 55"/>
          <p:cNvSpPr/>
          <p:nvPr/>
        </p:nvSpPr>
        <p:spPr bwMode="auto">
          <a:xfrm>
            <a:off x="1217161" y="303610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7" name="Rectangle 56"/>
          <p:cNvSpPr/>
          <p:nvPr/>
        </p:nvSpPr>
        <p:spPr bwMode="auto">
          <a:xfrm>
            <a:off x="1765170" y="303610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8" name="Rectangle 57"/>
          <p:cNvSpPr/>
          <p:nvPr/>
        </p:nvSpPr>
        <p:spPr bwMode="auto">
          <a:xfrm>
            <a:off x="2313181" y="303610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9" name="Rectangle 58"/>
          <p:cNvSpPr/>
          <p:nvPr/>
        </p:nvSpPr>
        <p:spPr bwMode="auto">
          <a:xfrm>
            <a:off x="1083732" y="291472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62" name="Rectangle 61"/>
          <p:cNvSpPr/>
          <p:nvPr/>
        </p:nvSpPr>
        <p:spPr bwMode="auto">
          <a:xfrm>
            <a:off x="950303" y="274477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65" name="Rectangle 64"/>
          <p:cNvSpPr/>
          <p:nvPr/>
        </p:nvSpPr>
        <p:spPr bwMode="auto">
          <a:xfrm>
            <a:off x="2885171" y="303610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66" name="Rectangle 65"/>
          <p:cNvSpPr/>
          <p:nvPr/>
        </p:nvSpPr>
        <p:spPr bwMode="auto">
          <a:xfrm>
            <a:off x="3433180" y="303610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67" name="Rectangle 66"/>
          <p:cNvSpPr/>
          <p:nvPr/>
        </p:nvSpPr>
        <p:spPr bwMode="auto">
          <a:xfrm>
            <a:off x="3981191" y="303610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69" name="Rectangle 68"/>
          <p:cNvSpPr/>
          <p:nvPr/>
        </p:nvSpPr>
        <p:spPr bwMode="auto">
          <a:xfrm>
            <a:off x="3299752" y="291472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72" name="Rectangle 71"/>
          <p:cNvSpPr/>
          <p:nvPr/>
        </p:nvSpPr>
        <p:spPr bwMode="auto">
          <a:xfrm>
            <a:off x="3166323" y="274477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74" name="Rectangle 73"/>
          <p:cNvSpPr/>
          <p:nvPr/>
        </p:nvSpPr>
        <p:spPr bwMode="auto">
          <a:xfrm>
            <a:off x="4522336" y="1286537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75" name="Rectangle 74"/>
          <p:cNvSpPr/>
          <p:nvPr/>
        </p:nvSpPr>
        <p:spPr bwMode="auto">
          <a:xfrm>
            <a:off x="5070345" y="1286537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76" name="Rectangle 75"/>
          <p:cNvSpPr/>
          <p:nvPr/>
        </p:nvSpPr>
        <p:spPr bwMode="auto">
          <a:xfrm>
            <a:off x="5618356" y="1286537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79" name="Rectangle 78"/>
          <p:cNvSpPr/>
          <p:nvPr/>
        </p:nvSpPr>
        <p:spPr bwMode="auto">
          <a:xfrm>
            <a:off x="5484927" y="1165149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82" name="Rectangle 81"/>
          <p:cNvSpPr/>
          <p:nvPr/>
        </p:nvSpPr>
        <p:spPr bwMode="auto">
          <a:xfrm>
            <a:off x="5351499" y="995206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83" name="Rectangle 82"/>
          <p:cNvSpPr/>
          <p:nvPr/>
        </p:nvSpPr>
        <p:spPr bwMode="auto">
          <a:xfrm>
            <a:off x="6190346" y="1286537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84" name="Rectangle 83"/>
          <p:cNvSpPr/>
          <p:nvPr/>
        </p:nvSpPr>
        <p:spPr bwMode="auto">
          <a:xfrm>
            <a:off x="6738355" y="1286537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85" name="Rectangle 84"/>
          <p:cNvSpPr/>
          <p:nvPr/>
        </p:nvSpPr>
        <p:spPr bwMode="auto">
          <a:xfrm>
            <a:off x="7286366" y="1286537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92" name="Rectangle 91"/>
          <p:cNvSpPr/>
          <p:nvPr/>
        </p:nvSpPr>
        <p:spPr bwMode="auto">
          <a:xfrm>
            <a:off x="4522336" y="186572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93" name="Rectangle 92"/>
          <p:cNvSpPr/>
          <p:nvPr/>
        </p:nvSpPr>
        <p:spPr bwMode="auto">
          <a:xfrm>
            <a:off x="5070345" y="186572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94" name="Rectangle 93"/>
          <p:cNvSpPr/>
          <p:nvPr/>
        </p:nvSpPr>
        <p:spPr bwMode="auto">
          <a:xfrm>
            <a:off x="5618356" y="186572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97" name="Rectangle 96"/>
          <p:cNvSpPr/>
          <p:nvPr/>
        </p:nvSpPr>
        <p:spPr bwMode="auto">
          <a:xfrm>
            <a:off x="5484927" y="174434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00" name="Rectangle 99"/>
          <p:cNvSpPr/>
          <p:nvPr/>
        </p:nvSpPr>
        <p:spPr bwMode="auto">
          <a:xfrm>
            <a:off x="5351499" y="157439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01" name="Rectangle 100"/>
          <p:cNvSpPr/>
          <p:nvPr/>
        </p:nvSpPr>
        <p:spPr bwMode="auto">
          <a:xfrm>
            <a:off x="6190346" y="186572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02" name="Rectangle 101"/>
          <p:cNvSpPr/>
          <p:nvPr/>
        </p:nvSpPr>
        <p:spPr bwMode="auto">
          <a:xfrm>
            <a:off x="6738355" y="186572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03" name="Rectangle 102"/>
          <p:cNvSpPr/>
          <p:nvPr/>
        </p:nvSpPr>
        <p:spPr bwMode="auto">
          <a:xfrm>
            <a:off x="7286366" y="186572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10" name="Rectangle 109"/>
          <p:cNvSpPr/>
          <p:nvPr/>
        </p:nvSpPr>
        <p:spPr bwMode="auto">
          <a:xfrm>
            <a:off x="4516094" y="2454743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11" name="Rectangle 110"/>
          <p:cNvSpPr/>
          <p:nvPr/>
        </p:nvSpPr>
        <p:spPr bwMode="auto">
          <a:xfrm>
            <a:off x="5064104" y="2454743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12" name="Rectangle 111"/>
          <p:cNvSpPr/>
          <p:nvPr/>
        </p:nvSpPr>
        <p:spPr bwMode="auto">
          <a:xfrm>
            <a:off x="5612114" y="2454743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15" name="Rectangle 114"/>
          <p:cNvSpPr/>
          <p:nvPr/>
        </p:nvSpPr>
        <p:spPr bwMode="auto">
          <a:xfrm>
            <a:off x="5478686" y="2333355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18" name="Rectangle 117"/>
          <p:cNvSpPr/>
          <p:nvPr/>
        </p:nvSpPr>
        <p:spPr bwMode="auto">
          <a:xfrm>
            <a:off x="5345257" y="2163412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19" name="Rectangle 118"/>
          <p:cNvSpPr/>
          <p:nvPr/>
        </p:nvSpPr>
        <p:spPr bwMode="auto">
          <a:xfrm>
            <a:off x="6184104" y="2454743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20" name="Rectangle 119"/>
          <p:cNvSpPr/>
          <p:nvPr/>
        </p:nvSpPr>
        <p:spPr bwMode="auto">
          <a:xfrm>
            <a:off x="6732114" y="2454743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21" name="Rectangle 120"/>
          <p:cNvSpPr/>
          <p:nvPr/>
        </p:nvSpPr>
        <p:spPr bwMode="auto">
          <a:xfrm>
            <a:off x="7280125" y="2454743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28" name="Rectangle 127"/>
          <p:cNvSpPr/>
          <p:nvPr/>
        </p:nvSpPr>
        <p:spPr bwMode="auto">
          <a:xfrm>
            <a:off x="4522336" y="304563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29" name="Rectangle 128"/>
          <p:cNvSpPr/>
          <p:nvPr/>
        </p:nvSpPr>
        <p:spPr bwMode="auto">
          <a:xfrm>
            <a:off x="5070345" y="304563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30" name="Rectangle 129"/>
          <p:cNvSpPr/>
          <p:nvPr/>
        </p:nvSpPr>
        <p:spPr bwMode="auto">
          <a:xfrm>
            <a:off x="5618356" y="304563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33" name="Rectangle 132"/>
          <p:cNvSpPr/>
          <p:nvPr/>
        </p:nvSpPr>
        <p:spPr bwMode="auto">
          <a:xfrm>
            <a:off x="5484927" y="292424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36" name="Rectangle 135"/>
          <p:cNvSpPr/>
          <p:nvPr/>
        </p:nvSpPr>
        <p:spPr bwMode="auto">
          <a:xfrm>
            <a:off x="5351499" y="275430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37" name="Rectangle 136"/>
          <p:cNvSpPr/>
          <p:nvPr/>
        </p:nvSpPr>
        <p:spPr bwMode="auto">
          <a:xfrm>
            <a:off x="6190346" y="304563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38" name="Rectangle 137"/>
          <p:cNvSpPr/>
          <p:nvPr/>
        </p:nvSpPr>
        <p:spPr bwMode="auto">
          <a:xfrm>
            <a:off x="6738355" y="304563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39" name="Rectangle 138"/>
          <p:cNvSpPr/>
          <p:nvPr/>
        </p:nvSpPr>
        <p:spPr bwMode="auto">
          <a:xfrm>
            <a:off x="7286366" y="304563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46" name="Rectangle 145"/>
          <p:cNvSpPr/>
          <p:nvPr/>
        </p:nvSpPr>
        <p:spPr bwMode="auto">
          <a:xfrm>
            <a:off x="1207636" y="3620162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47" name="Rectangle 146"/>
          <p:cNvSpPr/>
          <p:nvPr/>
        </p:nvSpPr>
        <p:spPr bwMode="auto">
          <a:xfrm>
            <a:off x="1755645" y="3620162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48" name="Rectangle 147"/>
          <p:cNvSpPr/>
          <p:nvPr/>
        </p:nvSpPr>
        <p:spPr bwMode="auto">
          <a:xfrm>
            <a:off x="2303656" y="3620162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49" name="Rectangle 148"/>
          <p:cNvSpPr/>
          <p:nvPr/>
        </p:nvSpPr>
        <p:spPr bwMode="auto">
          <a:xfrm>
            <a:off x="1074207" y="3498774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52" name="Rectangle 151"/>
          <p:cNvSpPr/>
          <p:nvPr/>
        </p:nvSpPr>
        <p:spPr bwMode="auto">
          <a:xfrm>
            <a:off x="940778" y="3328831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55" name="Rectangle 154"/>
          <p:cNvSpPr/>
          <p:nvPr/>
        </p:nvSpPr>
        <p:spPr bwMode="auto">
          <a:xfrm>
            <a:off x="2875646" y="3620162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56" name="Rectangle 155"/>
          <p:cNvSpPr/>
          <p:nvPr/>
        </p:nvSpPr>
        <p:spPr bwMode="auto">
          <a:xfrm>
            <a:off x="3423655" y="3620162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57" name="Rectangle 156"/>
          <p:cNvSpPr/>
          <p:nvPr/>
        </p:nvSpPr>
        <p:spPr bwMode="auto">
          <a:xfrm>
            <a:off x="3971666" y="3620162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59" name="Rectangle 158"/>
          <p:cNvSpPr/>
          <p:nvPr/>
        </p:nvSpPr>
        <p:spPr bwMode="auto">
          <a:xfrm>
            <a:off x="3290227" y="3498774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62" name="Rectangle 161"/>
          <p:cNvSpPr/>
          <p:nvPr/>
        </p:nvSpPr>
        <p:spPr bwMode="auto">
          <a:xfrm>
            <a:off x="3156798" y="3328831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64" name="Rectangle 163"/>
          <p:cNvSpPr/>
          <p:nvPr/>
        </p:nvSpPr>
        <p:spPr bwMode="auto">
          <a:xfrm>
            <a:off x="1207636" y="419935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65" name="Rectangle 164"/>
          <p:cNvSpPr/>
          <p:nvPr/>
        </p:nvSpPr>
        <p:spPr bwMode="auto">
          <a:xfrm>
            <a:off x="1755645" y="419935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66" name="Rectangle 165"/>
          <p:cNvSpPr/>
          <p:nvPr/>
        </p:nvSpPr>
        <p:spPr bwMode="auto">
          <a:xfrm>
            <a:off x="2303656" y="419935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67" name="Rectangle 166"/>
          <p:cNvSpPr/>
          <p:nvPr/>
        </p:nvSpPr>
        <p:spPr bwMode="auto">
          <a:xfrm>
            <a:off x="1074207" y="407796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70" name="Rectangle 169"/>
          <p:cNvSpPr/>
          <p:nvPr/>
        </p:nvSpPr>
        <p:spPr bwMode="auto">
          <a:xfrm>
            <a:off x="940778" y="390802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73" name="Rectangle 172"/>
          <p:cNvSpPr/>
          <p:nvPr/>
        </p:nvSpPr>
        <p:spPr bwMode="auto">
          <a:xfrm>
            <a:off x="2875646" y="419935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74" name="Rectangle 173"/>
          <p:cNvSpPr/>
          <p:nvPr/>
        </p:nvSpPr>
        <p:spPr bwMode="auto">
          <a:xfrm>
            <a:off x="3423655" y="419935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75" name="Rectangle 174"/>
          <p:cNvSpPr/>
          <p:nvPr/>
        </p:nvSpPr>
        <p:spPr bwMode="auto">
          <a:xfrm>
            <a:off x="3971666" y="419935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77" name="Rectangle 176"/>
          <p:cNvSpPr/>
          <p:nvPr/>
        </p:nvSpPr>
        <p:spPr bwMode="auto">
          <a:xfrm>
            <a:off x="3290227" y="407796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80" name="Rectangle 179"/>
          <p:cNvSpPr/>
          <p:nvPr/>
        </p:nvSpPr>
        <p:spPr bwMode="auto">
          <a:xfrm>
            <a:off x="3156798" y="390802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82" name="Rectangle 181"/>
          <p:cNvSpPr/>
          <p:nvPr/>
        </p:nvSpPr>
        <p:spPr bwMode="auto">
          <a:xfrm>
            <a:off x="1201394" y="4788368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83" name="Rectangle 182"/>
          <p:cNvSpPr/>
          <p:nvPr/>
        </p:nvSpPr>
        <p:spPr bwMode="auto">
          <a:xfrm>
            <a:off x="1749404" y="4788368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84" name="Rectangle 183"/>
          <p:cNvSpPr/>
          <p:nvPr/>
        </p:nvSpPr>
        <p:spPr bwMode="auto">
          <a:xfrm>
            <a:off x="2297414" y="4788368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85" name="Rectangle 184"/>
          <p:cNvSpPr/>
          <p:nvPr/>
        </p:nvSpPr>
        <p:spPr bwMode="auto">
          <a:xfrm>
            <a:off x="1067966" y="4666980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88" name="Rectangle 187"/>
          <p:cNvSpPr/>
          <p:nvPr/>
        </p:nvSpPr>
        <p:spPr bwMode="auto">
          <a:xfrm>
            <a:off x="934537" y="4497037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91" name="Rectangle 190"/>
          <p:cNvSpPr/>
          <p:nvPr/>
        </p:nvSpPr>
        <p:spPr bwMode="auto">
          <a:xfrm>
            <a:off x="2869404" y="4788368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92" name="Rectangle 191"/>
          <p:cNvSpPr/>
          <p:nvPr/>
        </p:nvSpPr>
        <p:spPr bwMode="auto">
          <a:xfrm>
            <a:off x="3417414" y="4788368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93" name="Rectangle 192"/>
          <p:cNvSpPr/>
          <p:nvPr/>
        </p:nvSpPr>
        <p:spPr bwMode="auto">
          <a:xfrm>
            <a:off x="3965425" y="4788368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95" name="Rectangle 194"/>
          <p:cNvSpPr/>
          <p:nvPr/>
        </p:nvSpPr>
        <p:spPr bwMode="auto">
          <a:xfrm>
            <a:off x="3283986" y="4666980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98" name="Rectangle 197"/>
          <p:cNvSpPr/>
          <p:nvPr/>
        </p:nvSpPr>
        <p:spPr bwMode="auto">
          <a:xfrm>
            <a:off x="3150557" y="4497037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00" name="Rectangle 199"/>
          <p:cNvSpPr/>
          <p:nvPr/>
        </p:nvSpPr>
        <p:spPr bwMode="auto">
          <a:xfrm>
            <a:off x="1207636" y="537925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01" name="Rectangle 200"/>
          <p:cNvSpPr/>
          <p:nvPr/>
        </p:nvSpPr>
        <p:spPr bwMode="auto">
          <a:xfrm>
            <a:off x="1755645" y="537925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02" name="Rectangle 201"/>
          <p:cNvSpPr/>
          <p:nvPr/>
        </p:nvSpPr>
        <p:spPr bwMode="auto">
          <a:xfrm>
            <a:off x="2303656" y="537925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03" name="Rectangle 202"/>
          <p:cNvSpPr/>
          <p:nvPr/>
        </p:nvSpPr>
        <p:spPr bwMode="auto">
          <a:xfrm>
            <a:off x="1074207" y="525787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06" name="Rectangle 205"/>
          <p:cNvSpPr/>
          <p:nvPr/>
        </p:nvSpPr>
        <p:spPr bwMode="auto">
          <a:xfrm>
            <a:off x="940778" y="508792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09" name="Rectangle 208"/>
          <p:cNvSpPr/>
          <p:nvPr/>
        </p:nvSpPr>
        <p:spPr bwMode="auto">
          <a:xfrm>
            <a:off x="2875646" y="537925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10" name="Rectangle 209"/>
          <p:cNvSpPr/>
          <p:nvPr/>
        </p:nvSpPr>
        <p:spPr bwMode="auto">
          <a:xfrm>
            <a:off x="3423655" y="537925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11" name="Rectangle 210"/>
          <p:cNvSpPr/>
          <p:nvPr/>
        </p:nvSpPr>
        <p:spPr bwMode="auto">
          <a:xfrm>
            <a:off x="3971666" y="537925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13" name="Rectangle 212"/>
          <p:cNvSpPr/>
          <p:nvPr/>
        </p:nvSpPr>
        <p:spPr bwMode="auto">
          <a:xfrm>
            <a:off x="3290227" y="525787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16" name="Rectangle 215"/>
          <p:cNvSpPr/>
          <p:nvPr/>
        </p:nvSpPr>
        <p:spPr bwMode="auto">
          <a:xfrm>
            <a:off x="3156798" y="508792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18" name="Rectangle 217"/>
          <p:cNvSpPr/>
          <p:nvPr/>
        </p:nvSpPr>
        <p:spPr bwMode="auto">
          <a:xfrm>
            <a:off x="4512811" y="3629687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19" name="Rectangle 218"/>
          <p:cNvSpPr/>
          <p:nvPr/>
        </p:nvSpPr>
        <p:spPr bwMode="auto">
          <a:xfrm>
            <a:off x="5060820" y="3629687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20" name="Rectangle 219"/>
          <p:cNvSpPr/>
          <p:nvPr/>
        </p:nvSpPr>
        <p:spPr bwMode="auto">
          <a:xfrm>
            <a:off x="5608831" y="3629687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23" name="Rectangle 222"/>
          <p:cNvSpPr/>
          <p:nvPr/>
        </p:nvSpPr>
        <p:spPr bwMode="auto">
          <a:xfrm>
            <a:off x="5475402" y="3508299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26" name="Rectangle 225"/>
          <p:cNvSpPr/>
          <p:nvPr/>
        </p:nvSpPr>
        <p:spPr bwMode="auto">
          <a:xfrm>
            <a:off x="5341974" y="3338356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27" name="Rectangle 226"/>
          <p:cNvSpPr/>
          <p:nvPr/>
        </p:nvSpPr>
        <p:spPr bwMode="auto">
          <a:xfrm>
            <a:off x="6180821" y="3629687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28" name="Rectangle 227"/>
          <p:cNvSpPr/>
          <p:nvPr/>
        </p:nvSpPr>
        <p:spPr bwMode="auto">
          <a:xfrm>
            <a:off x="6728830" y="3629687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29" name="Rectangle 228"/>
          <p:cNvSpPr/>
          <p:nvPr/>
        </p:nvSpPr>
        <p:spPr bwMode="auto">
          <a:xfrm>
            <a:off x="7276841" y="3629687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36" name="Rectangle 235"/>
          <p:cNvSpPr/>
          <p:nvPr/>
        </p:nvSpPr>
        <p:spPr bwMode="auto">
          <a:xfrm>
            <a:off x="4512811" y="420887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37" name="Rectangle 236"/>
          <p:cNvSpPr/>
          <p:nvPr/>
        </p:nvSpPr>
        <p:spPr bwMode="auto">
          <a:xfrm>
            <a:off x="5060820" y="420887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38" name="Rectangle 237"/>
          <p:cNvSpPr/>
          <p:nvPr/>
        </p:nvSpPr>
        <p:spPr bwMode="auto">
          <a:xfrm>
            <a:off x="5608831" y="420887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41" name="Rectangle 240"/>
          <p:cNvSpPr/>
          <p:nvPr/>
        </p:nvSpPr>
        <p:spPr bwMode="auto">
          <a:xfrm>
            <a:off x="5475402" y="4087491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44" name="Rectangle 243"/>
          <p:cNvSpPr/>
          <p:nvPr/>
        </p:nvSpPr>
        <p:spPr bwMode="auto">
          <a:xfrm>
            <a:off x="5341974" y="3917548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45" name="Rectangle 244"/>
          <p:cNvSpPr/>
          <p:nvPr/>
        </p:nvSpPr>
        <p:spPr bwMode="auto">
          <a:xfrm>
            <a:off x="6180821" y="420887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46" name="Rectangle 245"/>
          <p:cNvSpPr/>
          <p:nvPr/>
        </p:nvSpPr>
        <p:spPr bwMode="auto">
          <a:xfrm>
            <a:off x="6728830" y="420887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47" name="Rectangle 246"/>
          <p:cNvSpPr/>
          <p:nvPr/>
        </p:nvSpPr>
        <p:spPr bwMode="auto">
          <a:xfrm>
            <a:off x="7276841" y="4208879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54" name="Rectangle 253"/>
          <p:cNvSpPr/>
          <p:nvPr/>
        </p:nvSpPr>
        <p:spPr bwMode="auto">
          <a:xfrm>
            <a:off x="4506569" y="4797893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55" name="Rectangle 254"/>
          <p:cNvSpPr/>
          <p:nvPr/>
        </p:nvSpPr>
        <p:spPr bwMode="auto">
          <a:xfrm>
            <a:off x="5054579" y="4797893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56" name="Rectangle 255"/>
          <p:cNvSpPr/>
          <p:nvPr/>
        </p:nvSpPr>
        <p:spPr bwMode="auto">
          <a:xfrm>
            <a:off x="5602589" y="4797893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59" name="Rectangle 258"/>
          <p:cNvSpPr/>
          <p:nvPr/>
        </p:nvSpPr>
        <p:spPr bwMode="auto">
          <a:xfrm>
            <a:off x="5469161" y="4676505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62" name="Rectangle 261"/>
          <p:cNvSpPr/>
          <p:nvPr/>
        </p:nvSpPr>
        <p:spPr bwMode="auto">
          <a:xfrm>
            <a:off x="5335732" y="4506562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63" name="Rectangle 262"/>
          <p:cNvSpPr/>
          <p:nvPr/>
        </p:nvSpPr>
        <p:spPr bwMode="auto">
          <a:xfrm>
            <a:off x="6174579" y="4797893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64" name="Rectangle 263"/>
          <p:cNvSpPr/>
          <p:nvPr/>
        </p:nvSpPr>
        <p:spPr bwMode="auto">
          <a:xfrm>
            <a:off x="6722589" y="4797893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65" name="Rectangle 264"/>
          <p:cNvSpPr/>
          <p:nvPr/>
        </p:nvSpPr>
        <p:spPr bwMode="auto">
          <a:xfrm>
            <a:off x="7270600" y="4797893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72" name="Rectangle 271"/>
          <p:cNvSpPr/>
          <p:nvPr/>
        </p:nvSpPr>
        <p:spPr bwMode="auto">
          <a:xfrm>
            <a:off x="4512811" y="538878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73" name="Rectangle 272"/>
          <p:cNvSpPr/>
          <p:nvPr/>
        </p:nvSpPr>
        <p:spPr bwMode="auto">
          <a:xfrm>
            <a:off x="5060820" y="538878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74" name="Rectangle 273"/>
          <p:cNvSpPr/>
          <p:nvPr/>
        </p:nvSpPr>
        <p:spPr bwMode="auto">
          <a:xfrm>
            <a:off x="5608831" y="538878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77" name="Rectangle 276"/>
          <p:cNvSpPr/>
          <p:nvPr/>
        </p:nvSpPr>
        <p:spPr bwMode="auto">
          <a:xfrm>
            <a:off x="5475402" y="5267396"/>
            <a:ext cx="438408" cy="478615"/>
          </a:xfrm>
          <a:prstGeom prst="rect">
            <a:avLst/>
          </a:prstGeom>
          <a:solidFill>
            <a:srgbClr val="639D8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80" name="Rectangle 279"/>
          <p:cNvSpPr/>
          <p:nvPr/>
        </p:nvSpPr>
        <p:spPr bwMode="auto">
          <a:xfrm>
            <a:off x="5341974" y="5097453"/>
            <a:ext cx="438408" cy="478615"/>
          </a:xfrm>
          <a:prstGeom prst="rect">
            <a:avLst/>
          </a:prstGeom>
          <a:solidFill>
            <a:srgbClr val="E3A4E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81" name="Rectangle 280"/>
          <p:cNvSpPr/>
          <p:nvPr/>
        </p:nvSpPr>
        <p:spPr bwMode="auto">
          <a:xfrm>
            <a:off x="6180821" y="538878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82" name="Rectangle 281"/>
          <p:cNvSpPr/>
          <p:nvPr/>
        </p:nvSpPr>
        <p:spPr bwMode="auto">
          <a:xfrm>
            <a:off x="6728830" y="538878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83" name="Rectangle 282"/>
          <p:cNvSpPr/>
          <p:nvPr/>
        </p:nvSpPr>
        <p:spPr bwMode="auto">
          <a:xfrm>
            <a:off x="7276841" y="5388784"/>
            <a:ext cx="438408" cy="47861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90" name="TextBox 289"/>
          <p:cNvSpPr txBox="1"/>
          <p:nvPr/>
        </p:nvSpPr>
        <p:spPr>
          <a:xfrm>
            <a:off x="381000" y="381000"/>
            <a:ext cx="6546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 err="1"/>
              <a:t>Y,Cb,Cr</a:t>
            </a:r>
            <a:r>
              <a:rPr lang="en-GB" sz="2400" b="1" dirty="0"/>
              <a:t> – Chroma Sub-sampled to “4:1:1” </a:t>
            </a:r>
          </a:p>
        </p:txBody>
      </p:sp>
      <p:cxnSp>
        <p:nvCxnSpPr>
          <p:cNvPr id="291" name="Straight Arrow Connector 290"/>
          <p:cNvCxnSpPr/>
          <p:nvPr/>
        </p:nvCxnSpPr>
        <p:spPr bwMode="auto">
          <a:xfrm>
            <a:off x="1003852" y="6092687"/>
            <a:ext cx="6738731" cy="9939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92" name="Straight Arrow Connector 291"/>
          <p:cNvCxnSpPr/>
          <p:nvPr/>
        </p:nvCxnSpPr>
        <p:spPr bwMode="auto">
          <a:xfrm flipH="1" flipV="1">
            <a:off x="7861853" y="1023730"/>
            <a:ext cx="29817" cy="5049078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93" name="TextBox 292"/>
          <p:cNvSpPr txBox="1"/>
          <p:nvPr/>
        </p:nvSpPr>
        <p:spPr>
          <a:xfrm>
            <a:off x="3916017" y="6132443"/>
            <a:ext cx="9701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/>
              <a:t>x pixels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7955202" y="3190460"/>
            <a:ext cx="9701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/>
              <a:t>y pixels</a:t>
            </a:r>
          </a:p>
        </p:txBody>
      </p:sp>
      <p:sp>
        <p:nvSpPr>
          <p:cNvPr id="326" name="TextBox 325"/>
          <p:cNvSpPr txBox="1"/>
          <p:nvPr/>
        </p:nvSpPr>
        <p:spPr>
          <a:xfrm>
            <a:off x="6372750" y="3929932"/>
            <a:ext cx="2507090" cy="1384995"/>
          </a:xfrm>
          <a:prstGeom prst="rect">
            <a:avLst/>
          </a:prstGeom>
          <a:solidFill>
            <a:schemeClr val="bg1">
              <a:alpha val="83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400" dirty="0"/>
              <a:t>Reason: To greatly reduce the amount of data</a:t>
            </a:r>
          </a:p>
          <a:p>
            <a:endParaRPr lang="en-GB" sz="1400" dirty="0"/>
          </a:p>
          <a:p>
            <a:r>
              <a:rPr lang="en-GB" sz="1400" dirty="0"/>
              <a:t>Rationale: The eye’s resolution of luminance is greater than for colour</a:t>
            </a:r>
          </a:p>
        </p:txBody>
      </p:sp>
    </p:spTree>
    <p:extLst>
      <p:ext uri="{BB962C8B-B14F-4D97-AF65-F5344CB8AC3E}">
        <p14:creationId xmlns:p14="http://schemas.microsoft.com/office/powerpoint/2010/main" val="265129153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450091" y="1728650"/>
            <a:ext cx="5265737" cy="3811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87325" indent="-187325">
              <a:lnSpc>
                <a:spcPct val="120000"/>
              </a:lnSpc>
            </a:pPr>
            <a:r>
              <a:rPr lang="en-GB" sz="1600" b="1" dirty="0" err="1"/>
              <a:t>YCbCr</a:t>
            </a:r>
            <a:r>
              <a:rPr lang="en-GB" sz="1600" dirty="0"/>
              <a:t> </a:t>
            </a:r>
          </a:p>
          <a:p>
            <a:pPr marL="187325" indent="-187325">
              <a:lnSpc>
                <a:spcPct val="120000"/>
              </a:lnSpc>
            </a:pPr>
            <a:endParaRPr lang="en-GB" sz="1600" dirty="0"/>
          </a:p>
          <a:p>
            <a:pPr marL="187325" indent="-187325">
              <a:lnSpc>
                <a:spcPct val="120000"/>
              </a:lnSpc>
              <a:buFontTx/>
              <a:buChar char="•"/>
            </a:pPr>
            <a:r>
              <a:rPr lang="en-GB" sz="1600" dirty="0"/>
              <a:t>Colour Space: Y = </a:t>
            </a:r>
            <a:r>
              <a:rPr lang="en-GB" sz="1600" dirty="0" err="1"/>
              <a:t>Luminence</a:t>
            </a:r>
            <a:r>
              <a:rPr lang="en-GB" sz="1600" dirty="0"/>
              <a:t> Information; Cr, </a:t>
            </a:r>
            <a:r>
              <a:rPr lang="en-GB" sz="1600" dirty="0" err="1"/>
              <a:t>Cb</a:t>
            </a:r>
            <a:r>
              <a:rPr lang="en-GB" sz="1600" dirty="0"/>
              <a:t> = Chrominance Information</a:t>
            </a:r>
          </a:p>
          <a:p>
            <a:pPr marL="187325" indent="-187325">
              <a:lnSpc>
                <a:spcPct val="120000"/>
              </a:lnSpc>
              <a:buFontTx/>
              <a:buChar char="•"/>
            </a:pPr>
            <a:endParaRPr lang="en-GB" sz="1600" dirty="0"/>
          </a:p>
          <a:p>
            <a:pPr marL="187325" indent="-187325">
              <a:lnSpc>
                <a:spcPct val="120000"/>
              </a:lnSpc>
              <a:buFontTx/>
              <a:buChar char="•"/>
            </a:pPr>
            <a:r>
              <a:rPr lang="en-GB" sz="1600" dirty="0"/>
              <a:t>Derived from RGB (gamma corrected)</a:t>
            </a:r>
          </a:p>
          <a:p>
            <a:pPr marL="187325" indent="-187325">
              <a:lnSpc>
                <a:spcPct val="120000"/>
              </a:lnSpc>
              <a:buFontTx/>
              <a:buChar char="•"/>
            </a:pPr>
            <a:endParaRPr lang="en-GB" sz="1600" dirty="0"/>
          </a:p>
          <a:p>
            <a:pPr marL="187325" indent="-187325">
              <a:lnSpc>
                <a:spcPct val="120000"/>
              </a:lnSpc>
              <a:buFontTx/>
              <a:buChar char="•"/>
            </a:pPr>
            <a:r>
              <a:rPr lang="en-GB" sz="1600" dirty="0"/>
              <a:t>Y is dominant information; RGB colour info derived from Y, Cr, </a:t>
            </a:r>
            <a:r>
              <a:rPr lang="en-GB" sz="1600" dirty="0" err="1"/>
              <a:t>Cb</a:t>
            </a:r>
            <a:r>
              <a:rPr lang="en-GB" sz="1600" dirty="0"/>
              <a:t> relationships</a:t>
            </a:r>
          </a:p>
          <a:p>
            <a:pPr marL="187325" indent="-187325">
              <a:lnSpc>
                <a:spcPct val="120000"/>
              </a:lnSpc>
              <a:buFontTx/>
              <a:buChar char="•"/>
            </a:pPr>
            <a:endParaRPr lang="en-GB" sz="1600" dirty="0"/>
          </a:p>
          <a:p>
            <a:pPr marL="582613" lvl="1" indent="-204788">
              <a:lnSpc>
                <a:spcPct val="120000"/>
              </a:lnSpc>
              <a:buFontTx/>
              <a:buChar char="•"/>
            </a:pPr>
            <a:r>
              <a:rPr lang="en-GB" sz="1600" dirty="0"/>
              <a:t>(simplified</a:t>
            </a:r>
            <a:r>
              <a:rPr lang="en-GB" sz="1600" dirty="0">
                <a:sym typeface="Wingdings" pitchFamily="2" charset="2"/>
              </a:rPr>
              <a:t>):   </a:t>
            </a:r>
            <a:r>
              <a:rPr lang="en-GB" sz="1600" dirty="0" err="1"/>
              <a:t>Cb</a:t>
            </a:r>
            <a:r>
              <a:rPr lang="en-GB" sz="1600" dirty="0"/>
              <a:t> = B-Y ;  Cr = R-Y</a:t>
            </a:r>
          </a:p>
          <a:p>
            <a:pPr marL="187325" indent="-187325"/>
            <a:endParaRPr lang="en-GB" sz="1600" dirty="0"/>
          </a:p>
          <a:p>
            <a:pPr marL="187325" indent="-187325"/>
            <a:endParaRPr lang="en-GB" sz="1600" dirty="0"/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6200" y="527050"/>
            <a:ext cx="1905000" cy="5695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9221" name="Rectangle 6"/>
          <p:cNvSpPr>
            <a:spLocks noChangeArrowheads="1"/>
          </p:cNvSpPr>
          <p:nvPr/>
        </p:nvSpPr>
        <p:spPr bwMode="auto">
          <a:xfrm>
            <a:off x="8366125" y="5849938"/>
            <a:ext cx="41069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/>
              <a:t>Cr</a:t>
            </a:r>
            <a:endParaRPr lang="en-US" sz="1600"/>
          </a:p>
        </p:txBody>
      </p:sp>
      <p:sp>
        <p:nvSpPr>
          <p:cNvPr id="9222" name="Rectangle 7"/>
          <p:cNvSpPr>
            <a:spLocks noChangeArrowheads="1"/>
          </p:cNvSpPr>
          <p:nvPr/>
        </p:nvSpPr>
        <p:spPr bwMode="auto">
          <a:xfrm>
            <a:off x="8347075" y="4452938"/>
            <a:ext cx="45717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/>
              <a:t>Cb</a:t>
            </a:r>
            <a:endParaRPr lang="en-US" sz="1600"/>
          </a:p>
        </p:txBody>
      </p:sp>
      <p:sp>
        <p:nvSpPr>
          <p:cNvPr id="9223" name="Rectangle 8"/>
          <p:cNvSpPr>
            <a:spLocks noChangeArrowheads="1"/>
          </p:cNvSpPr>
          <p:nvPr/>
        </p:nvSpPr>
        <p:spPr bwMode="auto">
          <a:xfrm>
            <a:off x="8339138" y="3022600"/>
            <a:ext cx="3129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/>
              <a:t>Y</a:t>
            </a:r>
            <a:endParaRPr lang="en-US" sz="1600"/>
          </a:p>
        </p:txBody>
      </p:sp>
      <p:sp>
        <p:nvSpPr>
          <p:cNvPr id="9224" name="Rectangle 9"/>
          <p:cNvSpPr>
            <a:spLocks noChangeArrowheads="1"/>
          </p:cNvSpPr>
          <p:nvPr/>
        </p:nvSpPr>
        <p:spPr bwMode="auto">
          <a:xfrm>
            <a:off x="4603750" y="1541463"/>
            <a:ext cx="164660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/>
              <a:t>Original image</a:t>
            </a:r>
            <a:endParaRPr lang="en-US" sz="1600"/>
          </a:p>
        </p:txBody>
      </p:sp>
      <p:sp>
        <p:nvSpPr>
          <p:cNvPr id="9" name="TextBox 8"/>
          <p:cNvSpPr txBox="1"/>
          <p:nvPr/>
        </p:nvSpPr>
        <p:spPr>
          <a:xfrm>
            <a:off x="381000" y="381000"/>
            <a:ext cx="13195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 err="1"/>
              <a:t>Y,Cb,Cr</a:t>
            </a:r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149634123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6200" y="527050"/>
            <a:ext cx="1905000" cy="5695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8025" y="2995613"/>
            <a:ext cx="1905000" cy="1400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7075" y="4791075"/>
            <a:ext cx="1885950" cy="139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0" y="1195388"/>
            <a:ext cx="1905000" cy="1419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8366125" y="5849938"/>
            <a:ext cx="4365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/>
              <a:t>Cr</a:t>
            </a:r>
            <a:endParaRPr lang="en-US"/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8347075" y="4452938"/>
            <a:ext cx="4873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/>
              <a:t>Cb</a:t>
            </a:r>
            <a:endParaRPr 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8339138" y="3022600"/>
            <a:ext cx="3270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/>
              <a:t>Y</a:t>
            </a:r>
            <a:endParaRPr lang="en-US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5137150" y="5935663"/>
            <a:ext cx="4365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dirty="0"/>
              <a:t>Cr</a:t>
            </a:r>
            <a:endParaRPr lang="en-US" dirty="0"/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5241925" y="4024313"/>
            <a:ext cx="4873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dirty="0" err="1"/>
              <a:t>Cb</a:t>
            </a:r>
            <a:endParaRPr lang="en-US" dirty="0"/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5214938" y="2355850"/>
            <a:ext cx="3270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dirty="0"/>
              <a:t>Y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381000" y="381000"/>
            <a:ext cx="26116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RGB  to  </a:t>
            </a:r>
            <a:r>
              <a:rPr lang="en-GB" sz="2400" b="1" dirty="0" err="1"/>
              <a:t>Y,Cr,Cb</a:t>
            </a:r>
            <a:endParaRPr lang="en-GB" sz="2400" b="1" dirty="0"/>
          </a:p>
        </p:txBody>
      </p:sp>
      <p:cxnSp>
        <p:nvCxnSpPr>
          <p:cNvPr id="4" name="Straight Arrow Connector 3"/>
          <p:cNvCxnSpPr/>
          <p:nvPr/>
        </p:nvCxnSpPr>
        <p:spPr bwMode="auto">
          <a:xfrm flipH="1" flipV="1">
            <a:off x="5248275" y="1952625"/>
            <a:ext cx="1076325" cy="24765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5" name="Straight Arrow Connector 14"/>
          <p:cNvCxnSpPr/>
          <p:nvPr/>
        </p:nvCxnSpPr>
        <p:spPr bwMode="auto">
          <a:xfrm flipH="1" flipV="1">
            <a:off x="5257800" y="3752850"/>
            <a:ext cx="1095376" cy="161925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6" name="Straight Arrow Connector 15"/>
          <p:cNvCxnSpPr/>
          <p:nvPr/>
        </p:nvCxnSpPr>
        <p:spPr bwMode="auto">
          <a:xfrm flipH="1" flipV="1">
            <a:off x="5305425" y="5381625"/>
            <a:ext cx="1104901" cy="5715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4" name="TextBox 13"/>
          <p:cNvSpPr txBox="1"/>
          <p:nvPr/>
        </p:nvSpPr>
        <p:spPr>
          <a:xfrm flipH="1">
            <a:off x="381000" y="1152525"/>
            <a:ext cx="2162175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i.e. there are now three mappings of the original RGB image: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Y: Luminance intensity</a:t>
            </a:r>
          </a:p>
          <a:p>
            <a:endParaRPr lang="en-GB" dirty="0"/>
          </a:p>
          <a:p>
            <a:r>
              <a:rPr lang="en-GB" dirty="0" err="1"/>
              <a:t>Cb</a:t>
            </a:r>
            <a:r>
              <a:rPr lang="en-GB" dirty="0"/>
              <a:t>: Intensity of the values of </a:t>
            </a:r>
          </a:p>
          <a:p>
            <a:r>
              <a:rPr lang="en-GB" dirty="0"/>
              <a:t>[B minus Y]</a:t>
            </a:r>
          </a:p>
          <a:p>
            <a:endParaRPr lang="en-GB" dirty="0"/>
          </a:p>
          <a:p>
            <a:r>
              <a:rPr lang="en-GB" dirty="0"/>
              <a:t>Cr: Intensity of the values of </a:t>
            </a:r>
          </a:p>
          <a:p>
            <a:r>
              <a:rPr lang="en-GB" dirty="0"/>
              <a:t>[R minus Y]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cxnSp>
        <p:nvCxnSpPr>
          <p:cNvPr id="20" name="Straight Arrow Connector 19"/>
          <p:cNvCxnSpPr/>
          <p:nvPr/>
        </p:nvCxnSpPr>
        <p:spPr bwMode="auto">
          <a:xfrm flipV="1">
            <a:off x="1876425" y="2000250"/>
            <a:ext cx="1190626" cy="771525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2" name="Straight Arrow Connector 21"/>
          <p:cNvCxnSpPr/>
          <p:nvPr/>
        </p:nvCxnSpPr>
        <p:spPr bwMode="auto">
          <a:xfrm flipV="1">
            <a:off x="1733550" y="3667125"/>
            <a:ext cx="1381126" cy="1524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4" name="Straight Arrow Connector 23"/>
          <p:cNvCxnSpPr/>
          <p:nvPr/>
        </p:nvCxnSpPr>
        <p:spPr bwMode="auto">
          <a:xfrm>
            <a:off x="1666875" y="4914900"/>
            <a:ext cx="1457326" cy="51435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8900" y="3371850"/>
            <a:ext cx="1885950" cy="285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5527573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381000" y="381000"/>
            <a:ext cx="34323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>
                <a:solidFill>
                  <a:srgbClr val="000000"/>
                </a:solidFill>
              </a:rPr>
              <a:t>Reception / Decoding</a:t>
            </a:r>
          </a:p>
        </p:txBody>
      </p:sp>
      <p:sp>
        <p:nvSpPr>
          <p:cNvPr id="7" name="Right Arrow 6"/>
          <p:cNvSpPr/>
          <p:nvPr/>
        </p:nvSpPr>
        <p:spPr bwMode="auto">
          <a:xfrm rot="5400000">
            <a:off x="6241773" y="3339546"/>
            <a:ext cx="983975" cy="672525"/>
          </a:xfrm>
          <a:prstGeom prst="rightArrow">
            <a:avLst>
              <a:gd name="adj1" fmla="val 50000"/>
              <a:gd name="adj2" fmla="val 77027"/>
            </a:avLst>
          </a:prstGeom>
          <a:solidFill>
            <a:schemeClr val="accent3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1155" y="3525033"/>
            <a:ext cx="4965368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9388" indent="-179388"/>
            <a:r>
              <a:rPr lang="en-GB" dirty="0"/>
              <a:t>Decoding, reverse process ... </a:t>
            </a:r>
          </a:p>
          <a:p>
            <a:pPr marL="636588" lvl="1" indent="-179388"/>
            <a:r>
              <a:rPr lang="en-GB" dirty="0"/>
              <a:t>from </a:t>
            </a:r>
            <a:r>
              <a:rPr lang="en-GB" dirty="0" err="1"/>
              <a:t>Chroma</a:t>
            </a:r>
            <a:r>
              <a:rPr lang="en-GB" dirty="0"/>
              <a:t> sub-sampled to full RGB</a:t>
            </a:r>
          </a:p>
          <a:p>
            <a:pPr marL="636588" lvl="1" indent="-179388"/>
            <a:endParaRPr lang="en-GB" dirty="0"/>
          </a:p>
          <a:p>
            <a:pPr marL="179388" indent="-179388">
              <a:buFont typeface="Arial" pitchFamily="34" charset="0"/>
              <a:buChar char="•"/>
            </a:pPr>
            <a:r>
              <a:rPr lang="en-GB" dirty="0"/>
              <a:t>note – interpolating lost information</a:t>
            </a:r>
          </a:p>
          <a:p>
            <a:pPr marL="179388" indent="-179388"/>
            <a:r>
              <a:rPr lang="en-GB" dirty="0"/>
              <a:t>		∴ detail is lost in the process</a:t>
            </a:r>
          </a:p>
          <a:p>
            <a:pPr marL="179388" indent="-179388">
              <a:buFont typeface="Arial" pitchFamily="34" charset="0"/>
              <a:buChar char="•"/>
            </a:pPr>
            <a:endParaRPr lang="en-GB" dirty="0"/>
          </a:p>
          <a:p>
            <a:pPr marL="179388" indent="-179388">
              <a:buFont typeface="Arial" pitchFamily="34" charset="0"/>
              <a:buChar char="•"/>
            </a:pPr>
            <a:r>
              <a:rPr lang="en-GB" dirty="0"/>
              <a:t>Perceptual (e.g. MPEG, etc ) encoding + decoding is also part of this process and loses a lot more detail </a:t>
            </a:r>
          </a:p>
          <a:p>
            <a:pPr marL="179388" indent="-179388"/>
            <a:endParaRPr lang="en-GB" i="1" dirty="0"/>
          </a:p>
          <a:p>
            <a:pPr marL="179388" indent="-179388"/>
            <a:r>
              <a:rPr lang="en-GB" i="1" dirty="0"/>
              <a:t>... more later in the module</a:t>
            </a:r>
            <a:endParaRPr lang="en-GB" dirty="0"/>
          </a:p>
        </p:txBody>
      </p:sp>
      <p:grpSp>
        <p:nvGrpSpPr>
          <p:cNvPr id="11" name="Group 10"/>
          <p:cNvGrpSpPr/>
          <p:nvPr/>
        </p:nvGrpSpPr>
        <p:grpSpPr>
          <a:xfrm>
            <a:off x="5575852" y="4343401"/>
            <a:ext cx="2991679" cy="2126974"/>
            <a:chOff x="5377069" y="4065106"/>
            <a:chExt cx="2991679" cy="2126974"/>
          </a:xfrm>
        </p:grpSpPr>
        <p:pic>
          <p:nvPicPr>
            <p:cNvPr id="5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403367" y="4083345"/>
              <a:ext cx="2965381" cy="20987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" name="Rectangle 9"/>
            <p:cNvSpPr/>
            <p:nvPr/>
          </p:nvSpPr>
          <p:spPr bwMode="auto">
            <a:xfrm>
              <a:off x="5377069" y="4065106"/>
              <a:ext cx="2991679" cy="2126974"/>
            </a:xfrm>
            <a:prstGeom prst="rect">
              <a:avLst/>
            </a:prstGeom>
            <a:blipFill dpi="0" rotWithShape="1">
              <a:blip r:embed="rId3" cstate="print">
                <a:alphaModFix amt="46000"/>
              </a:blip>
              <a:srcRect/>
              <a:tile tx="0" ty="0" sx="100000" sy="100000" flip="none" algn="tl"/>
            </a:blip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</p:grpSp>
      <p:sp>
        <p:nvSpPr>
          <p:cNvPr id="12" name="Right Arrow 11"/>
          <p:cNvSpPr/>
          <p:nvPr/>
        </p:nvSpPr>
        <p:spPr bwMode="auto">
          <a:xfrm>
            <a:off x="3916016" y="1202634"/>
            <a:ext cx="983975" cy="672525"/>
          </a:xfrm>
          <a:prstGeom prst="rightArrow">
            <a:avLst>
              <a:gd name="adj1" fmla="val 50000"/>
              <a:gd name="adj2" fmla="val 77027"/>
            </a:avLst>
          </a:prstGeom>
          <a:solidFill>
            <a:schemeClr val="accent3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3497" y="932640"/>
            <a:ext cx="2965381" cy="2098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TextBox 15"/>
          <p:cNvSpPr txBox="1"/>
          <p:nvPr/>
        </p:nvSpPr>
        <p:spPr>
          <a:xfrm>
            <a:off x="3532592" y="1924832"/>
            <a:ext cx="162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encoding process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60375" y="3316312"/>
            <a:ext cx="13077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decoding process</a:t>
            </a:r>
          </a:p>
        </p:txBody>
      </p:sp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7335" y="924561"/>
            <a:ext cx="2921455" cy="2103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575896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700" y="2303875"/>
            <a:ext cx="7459093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6600" b="1" dirty="0"/>
              <a:t>Contribution and </a:t>
            </a:r>
          </a:p>
          <a:p>
            <a:r>
              <a:rPr lang="en-GB" sz="6600" b="1" dirty="0"/>
              <a:t>Distribution</a:t>
            </a:r>
          </a:p>
        </p:txBody>
      </p:sp>
    </p:spTree>
    <p:extLst>
      <p:ext uri="{BB962C8B-B14F-4D97-AF65-F5344CB8AC3E}">
        <p14:creationId xmlns:p14="http://schemas.microsoft.com/office/powerpoint/2010/main" val="149681165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572000" y="6174305"/>
            <a:ext cx="4572000" cy="200055"/>
          </a:xfrm>
          <a:prstGeom prst="rect">
            <a:avLst/>
          </a:prstGeom>
          <a:solidFill>
            <a:srgbClr val="CCCCFF"/>
          </a:solidFill>
        </p:spPr>
        <p:txBody>
          <a:bodyPr>
            <a:spAutoFit/>
          </a:bodyPr>
          <a:lstStyle/>
          <a:p>
            <a:r>
              <a:rPr lang="en-GB" sz="700" dirty="0">
                <a:hlinkClick r:id="rId2"/>
              </a:rPr>
              <a:t>http://www.cisco.com/c/en/us/solutions/service-provider/distribution/index.html#</a:t>
            </a:r>
            <a:r>
              <a:rPr lang="en-GB" sz="700" dirty="0"/>
              <a:t> 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385763" y="908720"/>
            <a:ext cx="8497839" cy="4725525"/>
            <a:chOff x="385763" y="908720"/>
            <a:chExt cx="8497839" cy="4725525"/>
          </a:xfrm>
        </p:grpSpPr>
        <p:pic>
          <p:nvPicPr>
            <p:cNvPr id="19460" name="Picture 4" descr="http://www.cisco.com/assets/sol/sp/msb/contrib/figure_01_msb_contribution.jp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85763" y="908720"/>
              <a:ext cx="8484733" cy="4725525"/>
            </a:xfrm>
            <a:prstGeom prst="rect">
              <a:avLst/>
            </a:prstGeom>
            <a:noFill/>
          </p:spPr>
        </p:pic>
        <p:sp>
          <p:nvSpPr>
            <p:cNvPr id="6" name="TextBox 5"/>
            <p:cNvSpPr txBox="1"/>
            <p:nvPr/>
          </p:nvSpPr>
          <p:spPr>
            <a:xfrm>
              <a:off x="385763" y="953725"/>
              <a:ext cx="8497839" cy="38728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>
                <a:lnSpc>
                  <a:spcPts val="2300"/>
                </a:lnSpc>
              </a:pPr>
              <a:r>
                <a:rPr lang="en-GB" sz="1200" dirty="0">
                  <a:latin typeface="Lucida Sans Unicode" pitchFamily="34" charset="0"/>
                  <a:cs typeface="Lucida Sans Unicode" pitchFamily="34" charset="0"/>
                </a:rPr>
                <a:t>Production             Contribution                                                        Distribution                            Consumption</a:t>
              </a:r>
            </a:p>
          </p:txBody>
        </p:sp>
      </p:grpSp>
      <p:sp>
        <p:nvSpPr>
          <p:cNvPr id="8" name="Rectangle 7"/>
          <p:cNvSpPr/>
          <p:nvPr/>
        </p:nvSpPr>
        <p:spPr>
          <a:xfrm>
            <a:off x="385762" y="323850"/>
            <a:ext cx="57164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/>
              <a:t>Contribution and Distribution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ight Arrow 90"/>
          <p:cNvSpPr/>
          <p:nvPr/>
        </p:nvSpPr>
        <p:spPr>
          <a:xfrm rot="18925465">
            <a:off x="7390450" y="934785"/>
            <a:ext cx="720080" cy="324036"/>
          </a:xfrm>
          <a:prstGeom prst="rightArrow">
            <a:avLst>
              <a:gd name="adj1" fmla="val 50000"/>
              <a:gd name="adj2" fmla="val 101063"/>
            </a:avLst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92" name="Right Arrow 91"/>
          <p:cNvSpPr/>
          <p:nvPr/>
        </p:nvSpPr>
        <p:spPr>
          <a:xfrm rot="18925465">
            <a:off x="7786494" y="934786"/>
            <a:ext cx="720080" cy="324036"/>
          </a:xfrm>
          <a:prstGeom prst="rightArrow">
            <a:avLst>
              <a:gd name="adj1" fmla="val 50000"/>
              <a:gd name="adj2" fmla="val 101063"/>
            </a:avLst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6316" y="5625245"/>
            <a:ext cx="1504950" cy="414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601670" y="3168871"/>
            <a:ext cx="1080120" cy="7439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accent3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>
              <a:lnSpc>
                <a:spcPts val="2300"/>
              </a:lnSpc>
            </a:pPr>
            <a:endParaRPr lang="en-GB" sz="1400" dirty="0">
              <a:latin typeface="Lucida Sans Unicode" pitchFamily="34" charset="0"/>
              <a:cs typeface="Lucida Sans Unicode" pitchFamily="34" charset="0"/>
            </a:endParaRPr>
          </a:p>
          <a:p>
            <a:pPr algn="ctr">
              <a:lnSpc>
                <a:spcPts val="2300"/>
              </a:lnSpc>
            </a:pPr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ACQUISITION</a:t>
            </a:r>
          </a:p>
          <a:p>
            <a:pPr algn="ctr">
              <a:lnSpc>
                <a:spcPts val="2300"/>
              </a:lnSpc>
            </a:pPr>
            <a:endParaRPr lang="en-GB" sz="14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861811" y="3168871"/>
            <a:ext cx="702078" cy="75329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accent3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>
              <a:lnSpc>
                <a:spcPts val="2300"/>
              </a:lnSpc>
            </a:pPr>
            <a:endParaRPr lang="en-GB" sz="1100" b="1" dirty="0">
              <a:latin typeface="Lucida Sans Unicode" pitchFamily="34" charset="0"/>
              <a:cs typeface="Lucida Sans Unicode" pitchFamily="34" charset="0"/>
            </a:endParaRPr>
          </a:p>
          <a:p>
            <a:pPr algn="ctr">
              <a:lnSpc>
                <a:spcPts val="2300"/>
              </a:lnSpc>
            </a:pPr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LOGGING</a:t>
            </a:r>
            <a:endParaRPr lang="en-GB" sz="1000" b="1" dirty="0">
              <a:latin typeface="Lucida Sans Unicode" pitchFamily="34" charset="0"/>
              <a:cs typeface="Lucida Sans Unicode" pitchFamily="34" charset="0"/>
            </a:endParaRPr>
          </a:p>
          <a:p>
            <a:pPr algn="ctr">
              <a:lnSpc>
                <a:spcPts val="2300"/>
              </a:lnSpc>
            </a:pPr>
            <a:endParaRPr lang="en-GB" sz="14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06915" y="3168871"/>
            <a:ext cx="585065" cy="75329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accent3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>
              <a:lnSpc>
                <a:spcPts val="2300"/>
              </a:lnSpc>
            </a:pPr>
            <a:endParaRPr lang="en-GB" sz="1100" b="1" dirty="0">
              <a:latin typeface="Lucida Sans Unicode" pitchFamily="34" charset="0"/>
              <a:cs typeface="Lucida Sans Unicode" pitchFamily="34" charset="0"/>
            </a:endParaRPr>
          </a:p>
          <a:p>
            <a:pPr algn="ctr">
              <a:lnSpc>
                <a:spcPts val="2300"/>
              </a:lnSpc>
            </a:pPr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INGEST</a:t>
            </a:r>
            <a:endParaRPr lang="en-GB" sz="1000" b="1" dirty="0">
              <a:latin typeface="Lucida Sans Unicode" pitchFamily="34" charset="0"/>
              <a:cs typeface="Lucida Sans Unicode" pitchFamily="34" charset="0"/>
            </a:endParaRPr>
          </a:p>
          <a:p>
            <a:pPr algn="ctr">
              <a:lnSpc>
                <a:spcPts val="2300"/>
              </a:lnSpc>
            </a:pPr>
            <a:endParaRPr lang="en-GB" sz="14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0" y="3168871"/>
            <a:ext cx="630070" cy="75329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MEDIA </a:t>
            </a:r>
          </a:p>
          <a:p>
            <a:pPr algn="ctr"/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STORE</a:t>
            </a:r>
            <a:endParaRPr lang="en-GB" sz="10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07115" y="3168871"/>
            <a:ext cx="810090" cy="76262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accent3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DELIVERY</a:t>
            </a:r>
            <a:endParaRPr lang="en-GB" sz="10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319972" y="1206653"/>
            <a:ext cx="1152128" cy="5732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accent3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PRODUCTION</a:t>
            </a:r>
            <a:endParaRPr lang="en-GB" sz="10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07115" y="2178761"/>
            <a:ext cx="900100" cy="76262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accent3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SCHEDULE </a:t>
            </a:r>
          </a:p>
          <a:p>
            <a:pPr algn="ctr"/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CREATION</a:t>
            </a:r>
            <a:endParaRPr lang="en-GB" sz="10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456765" y="5589240"/>
            <a:ext cx="3530567" cy="5400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accent3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200" b="1" dirty="0">
                <a:latin typeface="Lucida Sans Unicode" pitchFamily="34" charset="0"/>
                <a:cs typeface="Lucida Sans Unicode" pitchFamily="34" charset="0"/>
              </a:rPr>
              <a:t>ARCHIVE</a:t>
            </a:r>
            <a:endParaRPr lang="en-GB" sz="105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96236" y="2384884"/>
            <a:ext cx="1125125" cy="15760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>
                <a:lumMod val="75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AUTOMATION</a:t>
            </a:r>
          </a:p>
          <a:p>
            <a:pPr algn="ctr"/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&amp; PLAYOUT</a:t>
            </a:r>
          </a:p>
          <a:p>
            <a:pPr algn="ctr"/>
            <a:endParaRPr lang="en-GB" sz="1100" b="1" dirty="0">
              <a:latin typeface="Lucida Sans Unicode" pitchFamily="34" charset="0"/>
              <a:cs typeface="Lucida Sans Unicode" pitchFamily="34" charset="0"/>
            </a:endParaRPr>
          </a:p>
          <a:p>
            <a:pPr algn="ctr"/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EPG </a:t>
            </a:r>
          </a:p>
          <a:p>
            <a:pPr algn="ctr"/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CREATION</a:t>
            </a:r>
            <a:endParaRPr lang="en-GB" sz="10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35307" y="1340768"/>
            <a:ext cx="1017114" cy="76262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>
                <a:lumMod val="75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CODING</a:t>
            </a:r>
          </a:p>
          <a:p>
            <a:pPr algn="ctr"/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&amp;</a:t>
            </a:r>
          </a:p>
          <a:p>
            <a:pPr algn="ctr"/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MULTIPLEX</a:t>
            </a:r>
            <a:endParaRPr lang="en-GB" sz="1000" b="1" dirty="0">
              <a:latin typeface="Lucida Sans Unicode" pitchFamily="34" charset="0"/>
              <a:cs typeface="Lucida Sans Unicode" pitchFamily="34" charset="0"/>
            </a:endParaRPr>
          </a:p>
        </p:txBody>
      </p:sp>
      <p:grpSp>
        <p:nvGrpSpPr>
          <p:cNvPr id="36" name="Group 35"/>
          <p:cNvGrpSpPr/>
          <p:nvPr/>
        </p:nvGrpSpPr>
        <p:grpSpPr>
          <a:xfrm>
            <a:off x="7380312" y="5049180"/>
            <a:ext cx="1503167" cy="953206"/>
            <a:chOff x="7362310" y="4689140"/>
            <a:chExt cx="1575175" cy="953206"/>
          </a:xfrm>
        </p:grpSpPr>
        <p:pic>
          <p:nvPicPr>
            <p:cNvPr id="12" name="Picture 40" descr="http://www.clker.com/cliparts/0/P/X/P/D/E/cloud-hi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362310" y="4689140"/>
              <a:ext cx="1575175" cy="953206"/>
            </a:xfrm>
            <a:prstGeom prst="rect">
              <a:avLst/>
            </a:prstGeom>
            <a:noFill/>
          </p:spPr>
        </p:pic>
        <p:sp>
          <p:nvSpPr>
            <p:cNvPr id="13" name="TextBox 12"/>
            <p:cNvSpPr txBox="1"/>
            <p:nvPr/>
          </p:nvSpPr>
          <p:spPr>
            <a:xfrm>
              <a:off x="7632340" y="5049180"/>
              <a:ext cx="1035115" cy="360040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pPr>
                <a:lnSpc>
                  <a:spcPts val="2300"/>
                </a:lnSpc>
              </a:pPr>
              <a:r>
                <a:rPr lang="en-GB" sz="1400" b="1" dirty="0">
                  <a:latin typeface="Lucida Sans Unicode" pitchFamily="34" charset="0"/>
                  <a:cs typeface="Lucida Sans Unicode" pitchFamily="34" charset="0"/>
                </a:rPr>
                <a:t>INTERNET</a:t>
              </a: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6516216" y="4185084"/>
            <a:ext cx="729078" cy="5732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050" b="1" dirty="0">
                <a:latin typeface="Lucida Sans Unicode" pitchFamily="34" charset="0"/>
                <a:cs typeface="Lucida Sans Unicode" pitchFamily="34" charset="0"/>
              </a:rPr>
              <a:t>Streaming</a:t>
            </a:r>
          </a:p>
          <a:p>
            <a:pPr algn="ctr"/>
            <a:r>
              <a:rPr lang="en-GB" sz="1050" b="1" dirty="0">
                <a:latin typeface="Lucida Sans Unicode" pitchFamily="34" charset="0"/>
                <a:cs typeface="Lucida Sans Unicode" pitchFamily="34" charset="0"/>
              </a:rPr>
              <a:t>Encoding</a:t>
            </a:r>
            <a:endParaRPr lang="en-GB" sz="9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16216" y="4860159"/>
            <a:ext cx="729078" cy="57327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>
                <a:lumMod val="75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050" b="1" dirty="0" err="1">
                <a:latin typeface="Lucida Sans Unicode" pitchFamily="34" charset="0"/>
                <a:cs typeface="Lucida Sans Unicode" pitchFamily="34" charset="0"/>
              </a:rPr>
              <a:t>iPlayer</a:t>
            </a:r>
            <a:r>
              <a:rPr lang="en-GB" sz="1050" b="1" dirty="0">
                <a:latin typeface="Lucida Sans Unicode" pitchFamily="34" charset="0"/>
                <a:cs typeface="Lucida Sans Unicode" pitchFamily="34" charset="0"/>
              </a:rPr>
              <a:t> </a:t>
            </a:r>
          </a:p>
          <a:p>
            <a:pPr algn="ctr"/>
            <a:r>
              <a:rPr lang="en-GB" sz="1050" b="1" dirty="0">
                <a:latin typeface="Lucida Sans Unicode" pitchFamily="34" charset="0"/>
                <a:cs typeface="Lucida Sans Unicode" pitchFamily="34" charset="0"/>
              </a:rPr>
              <a:t>Website</a:t>
            </a:r>
            <a:endParaRPr lang="en-GB" sz="9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16216" y="5535234"/>
            <a:ext cx="729078" cy="5732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050" b="1" dirty="0">
                <a:latin typeface="Lucida Sans Unicode" pitchFamily="34" charset="0"/>
                <a:cs typeface="Lucida Sans Unicode" pitchFamily="34" charset="0"/>
              </a:rPr>
              <a:t>CDN</a:t>
            </a:r>
            <a:endParaRPr lang="en-GB" sz="9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560332" y="4221088"/>
            <a:ext cx="990110" cy="5732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>
              <a:buFont typeface="Arial" pitchFamily="34" charset="0"/>
              <a:buChar char="•"/>
            </a:pPr>
            <a:r>
              <a:rPr lang="en-GB" sz="1050" b="1" dirty="0">
                <a:latin typeface="Lucida Sans Unicode" pitchFamily="34" charset="0"/>
                <a:cs typeface="Lucida Sans Unicode" pitchFamily="34" charset="0"/>
              </a:rPr>
              <a:t> Live Feeds</a:t>
            </a:r>
          </a:p>
          <a:p>
            <a:pPr>
              <a:buFont typeface="Arial" pitchFamily="34" charset="0"/>
              <a:buChar char="•"/>
            </a:pPr>
            <a:r>
              <a:rPr lang="en-GB" sz="1050" b="1" dirty="0">
                <a:latin typeface="Lucida Sans Unicode" pitchFamily="34" charset="0"/>
                <a:cs typeface="Lucida Sans Unicode" pitchFamily="34" charset="0"/>
              </a:rPr>
              <a:t> Studios</a:t>
            </a:r>
          </a:p>
          <a:p>
            <a:pPr>
              <a:buFont typeface="Arial" pitchFamily="34" charset="0"/>
              <a:buChar char="•"/>
            </a:pPr>
            <a:r>
              <a:rPr lang="en-GB" sz="1050" b="1" dirty="0">
                <a:latin typeface="Lucida Sans Unicode" pitchFamily="34" charset="0"/>
                <a:cs typeface="Lucida Sans Unicode" pitchFamily="34" charset="0"/>
              </a:rPr>
              <a:t> OBs</a:t>
            </a:r>
            <a:endParaRPr lang="en-GB" sz="9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93700" y="963626"/>
            <a:ext cx="990110" cy="6632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Low end /</a:t>
            </a:r>
          </a:p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Domestic</a:t>
            </a:r>
          </a:p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Camcorders /</a:t>
            </a:r>
          </a:p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DSLRs</a:t>
            </a:r>
            <a:endParaRPr lang="en-GB" sz="9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93700" y="1773716"/>
            <a:ext cx="990110" cy="4500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News</a:t>
            </a:r>
          </a:p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Camcorders</a:t>
            </a:r>
            <a:endParaRPr lang="en-GB" sz="9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93700" y="2358781"/>
            <a:ext cx="990110" cy="4500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Hi-End</a:t>
            </a:r>
          </a:p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Camcorders</a:t>
            </a:r>
            <a:endParaRPr lang="en-GB" sz="9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93700" y="2943845"/>
            <a:ext cx="990110" cy="6750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Digital </a:t>
            </a:r>
          </a:p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Cinema</a:t>
            </a:r>
          </a:p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Cameras +</a:t>
            </a:r>
          </a:p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Recorders</a:t>
            </a:r>
            <a:endParaRPr lang="en-GB" sz="9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93700" y="3753936"/>
            <a:ext cx="990110" cy="5850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Multi-</a:t>
            </a:r>
          </a:p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Camera</a:t>
            </a:r>
          </a:p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Studio / OB</a:t>
            </a:r>
            <a:endParaRPr lang="en-GB" sz="9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93700" y="4474017"/>
            <a:ext cx="990110" cy="4500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Other </a:t>
            </a:r>
          </a:p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Material</a:t>
            </a:r>
            <a:endParaRPr lang="en-GB" sz="9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93700" y="5059081"/>
            <a:ext cx="990110" cy="4500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Data</a:t>
            </a:r>
          </a:p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Input</a:t>
            </a:r>
            <a:endParaRPr lang="en-GB" sz="9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879812" y="2430789"/>
            <a:ext cx="684076" cy="4500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Data</a:t>
            </a:r>
          </a:p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Input</a:t>
            </a:r>
            <a:endParaRPr lang="en-GB" sz="9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427984" y="4302997"/>
            <a:ext cx="1170130" cy="57327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200" dirty="0">
                <a:latin typeface="Lucida Sans Unicode" pitchFamily="34" charset="0"/>
                <a:cs typeface="Lucida Sans Unicode" pitchFamily="34" charset="0"/>
              </a:rPr>
              <a:t>Data Store</a:t>
            </a:r>
          </a:p>
          <a:p>
            <a:pPr algn="ctr"/>
            <a:r>
              <a:rPr lang="en-GB" sz="1200" dirty="0">
                <a:latin typeface="Lucida Sans Unicode" pitchFamily="34" charset="0"/>
                <a:cs typeface="Lucida Sans Unicode" pitchFamily="34" charset="0"/>
              </a:rPr>
              <a:t>Database</a:t>
            </a:r>
            <a:endParaRPr lang="en-GB" sz="105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095836" y="954625"/>
            <a:ext cx="855095" cy="2700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Edit</a:t>
            </a:r>
            <a:endParaRPr lang="en-GB" sz="9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095836" y="1314665"/>
            <a:ext cx="855095" cy="2700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Grading</a:t>
            </a:r>
            <a:endParaRPr lang="en-GB" sz="9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095836" y="1674705"/>
            <a:ext cx="855095" cy="2700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Graphics</a:t>
            </a:r>
            <a:endParaRPr lang="en-GB" sz="9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877145" y="1098641"/>
            <a:ext cx="855095" cy="2700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Effects</a:t>
            </a:r>
            <a:endParaRPr lang="en-GB" sz="9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877145" y="1458681"/>
            <a:ext cx="855095" cy="3600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Audio</a:t>
            </a:r>
          </a:p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Dubbing</a:t>
            </a:r>
            <a:endParaRPr lang="en-GB" sz="900" dirty="0">
              <a:latin typeface="Lucida Sans Unicode" pitchFamily="34" charset="0"/>
              <a:cs typeface="Lucida Sans Unicode" pitchFamily="34" charset="0"/>
            </a:endParaRPr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1376645" y="3393896"/>
            <a:ext cx="270030" cy="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26" idx="3"/>
            <a:endCxn id="2" idx="2"/>
          </p:cNvCxnSpPr>
          <p:nvPr/>
        </p:nvCxnSpPr>
        <p:spPr>
          <a:xfrm flipV="1">
            <a:off x="1383810" y="3912834"/>
            <a:ext cx="757920" cy="1371272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V="1">
            <a:off x="1367644" y="3906953"/>
            <a:ext cx="538224" cy="90010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1376645" y="2538801"/>
            <a:ext cx="270030" cy="63007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1376645" y="1953736"/>
            <a:ext cx="540060" cy="1215135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endCxn id="2" idx="0"/>
          </p:cNvCxnSpPr>
          <p:nvPr/>
        </p:nvCxnSpPr>
        <p:spPr>
          <a:xfrm>
            <a:off x="1376645" y="1278661"/>
            <a:ext cx="765085" cy="189021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1376645" y="1503686"/>
            <a:ext cx="720080" cy="1710190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>
            <a:off x="1376645" y="2133756"/>
            <a:ext cx="450050" cy="1035115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>
            <a:off x="1376645" y="2718821"/>
            <a:ext cx="225025" cy="495055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>
            <a:off x="1331640" y="3483906"/>
            <a:ext cx="270030" cy="0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 flipV="1">
            <a:off x="1331640" y="3906953"/>
            <a:ext cx="729081" cy="1278141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 flipV="1">
            <a:off x="1367644" y="3870950"/>
            <a:ext cx="441049" cy="720079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24" idx="3"/>
          </p:cNvCxnSpPr>
          <p:nvPr/>
        </p:nvCxnSpPr>
        <p:spPr>
          <a:xfrm flipV="1">
            <a:off x="1383810" y="3762938"/>
            <a:ext cx="208859" cy="283531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/>
          <p:nvPr/>
        </p:nvCxnSpPr>
        <p:spPr>
          <a:xfrm>
            <a:off x="2663788" y="3438901"/>
            <a:ext cx="270030" cy="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>
            <a:off x="2645786" y="3528911"/>
            <a:ext cx="270030" cy="0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>
            <a:off x="6444208" y="3474905"/>
            <a:ext cx="270030" cy="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>
            <a:off x="6399203" y="3564915"/>
            <a:ext cx="270030" cy="0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>
            <a:off x="4355976" y="3510909"/>
            <a:ext cx="270030" cy="0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/>
          <p:nvPr/>
        </p:nvCxnSpPr>
        <p:spPr>
          <a:xfrm>
            <a:off x="5184068" y="3510909"/>
            <a:ext cx="405045" cy="4665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>
            <a:stCxn id="27" idx="2"/>
            <a:endCxn id="3" idx="0"/>
          </p:cNvCxnSpPr>
          <p:nvPr/>
        </p:nvCxnSpPr>
        <p:spPr>
          <a:xfrm flipH="1">
            <a:off x="3212850" y="2880839"/>
            <a:ext cx="9000" cy="288032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>
            <a:off x="3572889" y="3474905"/>
            <a:ext cx="270030" cy="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/>
          <p:nvPr/>
        </p:nvCxnSpPr>
        <p:spPr>
          <a:xfrm>
            <a:off x="3545886" y="3564915"/>
            <a:ext cx="270030" cy="0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>
            <a:off x="2447764" y="3906953"/>
            <a:ext cx="504056" cy="1682287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/>
          <p:nvPr/>
        </p:nvCxnSpPr>
        <p:spPr>
          <a:xfrm>
            <a:off x="2555776" y="3906953"/>
            <a:ext cx="521379" cy="1651009"/>
          </a:xfrm>
          <a:prstGeom prst="straightConnector1">
            <a:avLst/>
          </a:prstGeom>
          <a:ln w="28575">
            <a:solidFill>
              <a:srgbClr val="FFC000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/>
          <p:cNvCxnSpPr/>
          <p:nvPr/>
        </p:nvCxnSpPr>
        <p:spPr>
          <a:xfrm>
            <a:off x="4067944" y="3906953"/>
            <a:ext cx="36004" cy="1718291"/>
          </a:xfrm>
          <a:prstGeom prst="straightConnector1">
            <a:avLst/>
          </a:prstGeom>
          <a:ln w="28575">
            <a:solidFill>
              <a:srgbClr val="FFC000"/>
            </a:solidFill>
            <a:prstDash val="sys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/>
          <p:cNvCxnSpPr/>
          <p:nvPr/>
        </p:nvCxnSpPr>
        <p:spPr>
          <a:xfrm>
            <a:off x="3959932" y="3933056"/>
            <a:ext cx="36004" cy="1656184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prstDash val="sys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99"/>
          <p:cNvSpPr/>
          <p:nvPr/>
        </p:nvSpPr>
        <p:spPr>
          <a:xfrm>
            <a:off x="393700" y="329648"/>
            <a:ext cx="80602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/>
              <a:t>Broadcast and Production Workflow (BBC Schematic) </a:t>
            </a:r>
            <a:endParaRPr lang="en-GB" sz="2400" dirty="0"/>
          </a:p>
        </p:txBody>
      </p:sp>
      <p:cxnSp>
        <p:nvCxnSpPr>
          <p:cNvPr id="102" name="Straight Arrow Connector 101"/>
          <p:cNvCxnSpPr/>
          <p:nvPr/>
        </p:nvCxnSpPr>
        <p:spPr>
          <a:xfrm>
            <a:off x="4247964" y="3897052"/>
            <a:ext cx="396044" cy="432048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/>
          <p:cNvCxnSpPr/>
          <p:nvPr/>
        </p:nvCxnSpPr>
        <p:spPr>
          <a:xfrm flipV="1">
            <a:off x="5508104" y="3897052"/>
            <a:ext cx="216024" cy="432048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/>
          <p:cNvCxnSpPr/>
          <p:nvPr/>
        </p:nvCxnSpPr>
        <p:spPr>
          <a:xfrm>
            <a:off x="5400092" y="2564904"/>
            <a:ext cx="0" cy="1728192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/>
          <p:cNvCxnSpPr/>
          <p:nvPr/>
        </p:nvCxnSpPr>
        <p:spPr>
          <a:xfrm>
            <a:off x="5292080" y="1772816"/>
            <a:ext cx="0" cy="252028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/>
          <p:cNvCxnSpPr>
            <a:endCxn id="8" idx="1"/>
          </p:cNvCxnSpPr>
          <p:nvPr/>
        </p:nvCxnSpPr>
        <p:spPr>
          <a:xfrm flipV="1">
            <a:off x="5400092" y="2560073"/>
            <a:ext cx="207023" cy="4831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>
            <a:stCxn id="7" idx="2"/>
            <a:endCxn id="5" idx="0"/>
          </p:cNvCxnSpPr>
          <p:nvPr/>
        </p:nvCxnSpPr>
        <p:spPr>
          <a:xfrm flipH="1">
            <a:off x="4887035" y="1779927"/>
            <a:ext cx="9001" cy="1388944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/>
          <p:cNvCxnSpPr/>
          <p:nvPr/>
        </p:nvCxnSpPr>
        <p:spPr>
          <a:xfrm>
            <a:off x="6480212" y="2564904"/>
            <a:ext cx="270030" cy="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/>
          <p:cNvCxnSpPr/>
          <p:nvPr/>
        </p:nvCxnSpPr>
        <p:spPr>
          <a:xfrm flipV="1">
            <a:off x="7488324" y="2096852"/>
            <a:ext cx="0" cy="288032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/>
          <p:cNvCxnSpPr/>
          <p:nvPr/>
        </p:nvCxnSpPr>
        <p:spPr>
          <a:xfrm flipV="1">
            <a:off x="7560332" y="2096852"/>
            <a:ext cx="0" cy="288032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/>
          <p:cNvCxnSpPr/>
          <p:nvPr/>
        </p:nvCxnSpPr>
        <p:spPr>
          <a:xfrm>
            <a:off x="7740352" y="3969060"/>
            <a:ext cx="0" cy="252028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/>
          <p:cNvCxnSpPr>
            <a:endCxn id="14" idx="3"/>
          </p:cNvCxnSpPr>
          <p:nvPr/>
        </p:nvCxnSpPr>
        <p:spPr>
          <a:xfrm flipH="1">
            <a:off x="7245294" y="4471721"/>
            <a:ext cx="297035" cy="0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153"/>
          <p:cNvCxnSpPr/>
          <p:nvPr/>
        </p:nvCxnSpPr>
        <p:spPr>
          <a:xfrm>
            <a:off x="5904148" y="3933056"/>
            <a:ext cx="0" cy="1656184"/>
          </a:xfrm>
          <a:prstGeom prst="straightConnector1">
            <a:avLst/>
          </a:prstGeom>
          <a:ln w="28575">
            <a:solidFill>
              <a:srgbClr val="FFC000"/>
            </a:solidFill>
            <a:prstDash val="solid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/>
          <p:nvPr/>
        </p:nvCxnSpPr>
        <p:spPr>
          <a:xfrm>
            <a:off x="5796136" y="3933056"/>
            <a:ext cx="0" cy="1656184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prstDash val="solid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/>
          <p:cNvCxnSpPr/>
          <p:nvPr/>
        </p:nvCxnSpPr>
        <p:spPr>
          <a:xfrm>
            <a:off x="6120172" y="5877272"/>
            <a:ext cx="396044" cy="0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/>
          <p:cNvCxnSpPr/>
          <p:nvPr/>
        </p:nvCxnSpPr>
        <p:spPr>
          <a:xfrm>
            <a:off x="6120172" y="3933056"/>
            <a:ext cx="0" cy="1944216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Arrow Connector 180"/>
          <p:cNvCxnSpPr>
            <a:endCxn id="17" idx="1"/>
          </p:cNvCxnSpPr>
          <p:nvPr/>
        </p:nvCxnSpPr>
        <p:spPr>
          <a:xfrm flipV="1">
            <a:off x="6228184" y="5146796"/>
            <a:ext cx="288032" cy="1039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Arrow Connector 194"/>
          <p:cNvCxnSpPr/>
          <p:nvPr/>
        </p:nvCxnSpPr>
        <p:spPr>
          <a:xfrm>
            <a:off x="6228184" y="3933056"/>
            <a:ext cx="0" cy="122413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200"/>
          <p:cNvCxnSpPr/>
          <p:nvPr/>
        </p:nvCxnSpPr>
        <p:spPr>
          <a:xfrm>
            <a:off x="7209296" y="4653136"/>
            <a:ext cx="675072" cy="648072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Arrow Connector 202"/>
          <p:cNvCxnSpPr>
            <a:stCxn id="18" idx="3"/>
          </p:cNvCxnSpPr>
          <p:nvPr/>
        </p:nvCxnSpPr>
        <p:spPr>
          <a:xfrm flipV="1">
            <a:off x="7245294" y="5733256"/>
            <a:ext cx="279034" cy="88615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Arrow Connector 205"/>
          <p:cNvCxnSpPr>
            <a:stCxn id="17" idx="3"/>
          </p:cNvCxnSpPr>
          <p:nvPr/>
        </p:nvCxnSpPr>
        <p:spPr>
          <a:xfrm>
            <a:off x="7245294" y="5146796"/>
            <a:ext cx="387046" cy="298428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Arrow Connector 211"/>
          <p:cNvCxnSpPr>
            <a:stCxn id="33" idx="3"/>
          </p:cNvCxnSpPr>
          <p:nvPr/>
        </p:nvCxnSpPr>
        <p:spPr>
          <a:xfrm flipV="1">
            <a:off x="3950931" y="1628800"/>
            <a:ext cx="369041" cy="180920"/>
          </a:xfrm>
          <a:prstGeom prst="straightConnector1">
            <a:avLst/>
          </a:prstGeom>
          <a:ln w="28575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Arrow Connector 213"/>
          <p:cNvCxnSpPr>
            <a:stCxn id="32" idx="3"/>
          </p:cNvCxnSpPr>
          <p:nvPr/>
        </p:nvCxnSpPr>
        <p:spPr>
          <a:xfrm>
            <a:off x="3950931" y="1449680"/>
            <a:ext cx="378042" cy="71108"/>
          </a:xfrm>
          <a:prstGeom prst="straightConnector1">
            <a:avLst/>
          </a:prstGeom>
          <a:ln w="28575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Arrow Connector 215"/>
          <p:cNvCxnSpPr>
            <a:stCxn id="31" idx="3"/>
          </p:cNvCxnSpPr>
          <p:nvPr/>
        </p:nvCxnSpPr>
        <p:spPr>
          <a:xfrm>
            <a:off x="3950931" y="1089640"/>
            <a:ext cx="387043" cy="286232"/>
          </a:xfrm>
          <a:prstGeom prst="straightConnector1">
            <a:avLst/>
          </a:prstGeom>
          <a:ln w="28575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Arrow Connector 217"/>
          <p:cNvCxnSpPr/>
          <p:nvPr/>
        </p:nvCxnSpPr>
        <p:spPr>
          <a:xfrm flipV="1">
            <a:off x="5436096" y="1266960"/>
            <a:ext cx="459051" cy="73808"/>
          </a:xfrm>
          <a:prstGeom prst="straightConnector1">
            <a:avLst/>
          </a:prstGeom>
          <a:ln w="28575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Arrow Connector 219"/>
          <p:cNvCxnSpPr/>
          <p:nvPr/>
        </p:nvCxnSpPr>
        <p:spPr>
          <a:xfrm>
            <a:off x="5436096" y="1628800"/>
            <a:ext cx="459051" cy="0"/>
          </a:xfrm>
          <a:prstGeom prst="straightConnector1">
            <a:avLst/>
          </a:prstGeom>
          <a:ln w="28575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Arrow Connector 222"/>
          <p:cNvCxnSpPr/>
          <p:nvPr/>
        </p:nvCxnSpPr>
        <p:spPr>
          <a:xfrm>
            <a:off x="393700" y="6201308"/>
            <a:ext cx="397880" cy="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Rectangle 224"/>
          <p:cNvSpPr/>
          <p:nvPr/>
        </p:nvSpPr>
        <p:spPr>
          <a:xfrm>
            <a:off x="9046" y="320281"/>
            <a:ext cx="9144000" cy="6093482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cxnSp>
        <p:nvCxnSpPr>
          <p:cNvPr id="227" name="Straight Arrow Connector 226"/>
          <p:cNvCxnSpPr/>
          <p:nvPr/>
        </p:nvCxnSpPr>
        <p:spPr>
          <a:xfrm>
            <a:off x="393700" y="5913276"/>
            <a:ext cx="397880" cy="0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Arrow Connector 228"/>
          <p:cNvCxnSpPr/>
          <p:nvPr/>
        </p:nvCxnSpPr>
        <p:spPr>
          <a:xfrm>
            <a:off x="393700" y="6057292"/>
            <a:ext cx="397880" cy="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TextBox 232"/>
          <p:cNvSpPr txBox="1"/>
          <p:nvPr/>
        </p:nvSpPr>
        <p:spPr>
          <a:xfrm>
            <a:off x="791580" y="5805264"/>
            <a:ext cx="914400" cy="54006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GB" sz="1000" dirty="0">
                <a:latin typeface="Lucida Sans Unicode" pitchFamily="34" charset="0"/>
                <a:cs typeface="Lucida Sans Unicode" pitchFamily="34" charset="0"/>
              </a:rPr>
              <a:t>Media</a:t>
            </a:r>
          </a:p>
          <a:p>
            <a:r>
              <a:rPr lang="en-GB" sz="1000" dirty="0">
                <a:latin typeface="Lucida Sans Unicode" pitchFamily="34" charset="0"/>
                <a:cs typeface="Lucida Sans Unicode" pitchFamily="34" charset="0"/>
              </a:rPr>
              <a:t>Metadata</a:t>
            </a:r>
          </a:p>
          <a:p>
            <a:r>
              <a:rPr lang="en-GB" sz="1000" dirty="0">
                <a:latin typeface="Lucida Sans Unicode" pitchFamily="34" charset="0"/>
                <a:cs typeface="Lucida Sans Unicode" pitchFamily="34" charset="0"/>
              </a:rPr>
              <a:t>Both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452320" y="800708"/>
            <a:ext cx="1188132" cy="36004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ts val="2300"/>
              </a:lnSpc>
            </a:pPr>
            <a:r>
              <a:rPr lang="en-GB" sz="1200" dirty="0">
                <a:latin typeface="Lucida Sans Unicode" pitchFamily="34" charset="0"/>
                <a:cs typeface="Lucida Sans Unicode" pitchFamily="34" charset="0"/>
              </a:rPr>
              <a:t>Transmission</a:t>
            </a:r>
          </a:p>
        </p:txBody>
      </p:sp>
    </p:spTree>
    <p:extLst>
      <p:ext uri="{BB962C8B-B14F-4D97-AF65-F5344CB8AC3E}">
        <p14:creationId xmlns:p14="http://schemas.microsoft.com/office/powerpoint/2010/main" val="421449703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1630" y="1178750"/>
            <a:ext cx="6345705" cy="483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5922150" y="6129300"/>
            <a:ext cx="3221850" cy="338554"/>
          </a:xfrm>
          <a:prstGeom prst="rect">
            <a:avLst/>
          </a:prstGeom>
          <a:solidFill>
            <a:srgbClr val="CCCCFF"/>
          </a:solidFill>
        </p:spPr>
        <p:txBody>
          <a:bodyPr wrap="square">
            <a:spAutoFit/>
          </a:bodyPr>
          <a:lstStyle/>
          <a:p>
            <a:r>
              <a:rPr lang="en-GB" sz="800" dirty="0">
                <a:hlinkClick r:id="rId3"/>
              </a:rPr>
              <a:t>http://www.snellgroup.com/documents/brochures/automation-and-media-management/Momentum.pdf</a:t>
            </a:r>
            <a:r>
              <a:rPr lang="en-GB" sz="800" dirty="0"/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5763" y="323849"/>
            <a:ext cx="3127779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GB" sz="2400" b="1" dirty="0">
                <a:latin typeface="Lucida Sans Unicode" pitchFamily="34" charset="0"/>
                <a:cs typeface="Lucida Sans Unicode" pitchFamily="34" charset="0"/>
              </a:rPr>
              <a:t>Workflow Processes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36885" y="323850"/>
            <a:ext cx="3985386" cy="67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Typical – there are many variations ... </a:t>
            </a:r>
          </a:p>
          <a:p>
            <a:pPr>
              <a:lnSpc>
                <a:spcPts val="2300"/>
              </a:lnSpc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... and automated:</a:t>
            </a:r>
          </a:p>
        </p:txBody>
      </p:sp>
    </p:spTree>
    <p:extLst>
      <p:ext uri="{BB962C8B-B14F-4D97-AF65-F5344CB8AC3E}">
        <p14:creationId xmlns:p14="http://schemas.microsoft.com/office/powerpoint/2010/main" val="387422038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6515" y="2033845"/>
            <a:ext cx="6266710" cy="3916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393700" y="333375"/>
            <a:ext cx="652133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600" b="1"/>
              <a:t>MEDIA ASSET MANAGEMENT</a:t>
            </a:r>
            <a:endParaRPr lang="en-GB" sz="3200"/>
          </a:p>
        </p:txBody>
      </p:sp>
      <p:sp>
        <p:nvSpPr>
          <p:cNvPr id="6" name="TextBox 5"/>
          <p:cNvSpPr txBox="1"/>
          <p:nvPr/>
        </p:nvSpPr>
        <p:spPr>
          <a:xfrm>
            <a:off x="6756850" y="3039626"/>
            <a:ext cx="1880734" cy="646331"/>
          </a:xfrm>
          <a:prstGeom prst="rect">
            <a:avLst/>
          </a:prstGeom>
          <a:solidFill>
            <a:srgbClr val="FFE4AF"/>
          </a:solidFill>
          <a:ln w="28575"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1200"/>
              <a:t>BPM: Business Process Management (“Workflow Engine”)</a:t>
            </a:r>
            <a:endParaRPr lang="en-GB" sz="1200" dirty="0"/>
          </a:p>
        </p:txBody>
      </p:sp>
      <p:sp>
        <p:nvSpPr>
          <p:cNvPr id="7" name="Left Arrow 6"/>
          <p:cNvSpPr/>
          <p:nvPr/>
        </p:nvSpPr>
        <p:spPr>
          <a:xfrm>
            <a:off x="6095720" y="2981802"/>
            <a:ext cx="587230" cy="672525"/>
          </a:xfrm>
          <a:prstGeom prst="leftArrow">
            <a:avLst/>
          </a:prstGeom>
          <a:solidFill>
            <a:srgbClr val="FFE4AF"/>
          </a:solidFill>
          <a:ln w="28575">
            <a:solidFill>
              <a:schemeClr val="accent6">
                <a:lumMod val="75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73299" y="2459489"/>
            <a:ext cx="1014573" cy="3624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84150" indent="-184150">
              <a:lnSpc>
                <a:spcPts val="2400"/>
              </a:lnSpc>
            </a:pPr>
            <a:r>
              <a:rPr lang="en-GB" sz="1400">
                <a:latin typeface="Arial Rounded MT Bold" pitchFamily="34" charset="0"/>
              </a:rPr>
              <a:t>Database</a:t>
            </a:r>
            <a:endParaRPr lang="en-GB" sz="1400" dirty="0">
              <a:latin typeface="Arial Rounded MT Bold" pitchFamily="34" charset="0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 descr="http://broadcastengineering.com/site-files/broadcastengineering.com/files/uploads/2013/03/Xendata-archive-subsystem-304be17-fig2_1.jpg"/>
          <p:cNvPicPr>
            <a:picLocks noChangeAspect="1" noChangeArrowheads="1"/>
          </p:cNvPicPr>
          <p:nvPr/>
        </p:nvPicPr>
        <p:blipFill rotWithShape="1">
          <a:blip r:embed="rId2" cstate="print"/>
          <a:srcRect r="55427"/>
          <a:stretch/>
        </p:blipFill>
        <p:spPr bwMode="auto">
          <a:xfrm>
            <a:off x="393700" y="2425794"/>
            <a:ext cx="2359891" cy="3141669"/>
          </a:xfrm>
          <a:prstGeom prst="rect">
            <a:avLst/>
          </a:prstGeom>
          <a:noFill/>
        </p:spPr>
      </p:pic>
      <p:sp>
        <p:nvSpPr>
          <p:cNvPr id="3" name="Rectangle 2"/>
          <p:cNvSpPr/>
          <p:nvPr/>
        </p:nvSpPr>
        <p:spPr>
          <a:xfrm>
            <a:off x="393700" y="936352"/>
            <a:ext cx="4271818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/>
              <a:t>Preferred approach  - file-folder structure</a:t>
            </a:r>
          </a:p>
          <a:p>
            <a:pPr marL="176213" indent="-176213">
              <a:buFont typeface="Arial" pitchFamily="34" charset="0"/>
              <a:buChar char="•"/>
            </a:pPr>
            <a:r>
              <a:rPr lang="en-GB" sz="1400" dirty="0"/>
              <a:t>accessible via a standard network protocol (rather than a proprietary interface between the storage and the asset management system)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700" y="323850"/>
            <a:ext cx="53832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/>
              <a:t>Typical MAM File System Approach</a:t>
            </a:r>
          </a:p>
        </p:txBody>
      </p:sp>
      <p:pic>
        <p:nvPicPr>
          <p:cNvPr id="5" name="Picture 2" descr="quantum_scalar_i6000_hd_de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79620" y="4375938"/>
            <a:ext cx="2758176" cy="1570146"/>
          </a:xfrm>
          <a:prstGeom prst="rect">
            <a:avLst/>
          </a:prstGeom>
          <a:noFill/>
        </p:spPr>
      </p:pic>
      <p:sp>
        <p:nvSpPr>
          <p:cNvPr id="17" name="Right Brace 16"/>
          <p:cNvSpPr/>
          <p:nvPr/>
        </p:nvSpPr>
        <p:spPr>
          <a:xfrm>
            <a:off x="6041387" y="3641927"/>
            <a:ext cx="324036" cy="1925536"/>
          </a:xfrm>
          <a:prstGeom prst="rightBrace">
            <a:avLst>
              <a:gd name="adj1" fmla="val 40279"/>
              <a:gd name="adj2" fmla="val 28048"/>
            </a:avLst>
          </a:prstGeom>
          <a:ln w="28575">
            <a:solidFill>
              <a:srgbClr val="0C6E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ight Brace 19"/>
          <p:cNvSpPr/>
          <p:nvPr/>
        </p:nvSpPr>
        <p:spPr>
          <a:xfrm>
            <a:off x="5862011" y="3844063"/>
            <a:ext cx="269142" cy="1731437"/>
          </a:xfrm>
          <a:prstGeom prst="rightBrace">
            <a:avLst>
              <a:gd name="adj1" fmla="val 40279"/>
              <a:gd name="adj2" fmla="val 85840"/>
            </a:avLst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/>
          <p:cNvSpPr txBox="1"/>
          <p:nvPr/>
        </p:nvSpPr>
        <p:spPr>
          <a:xfrm>
            <a:off x="2664473" y="3559642"/>
            <a:ext cx="327525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84150" indent="-184150"/>
            <a:r>
              <a:rPr lang="en-GB" sz="1200" dirty="0"/>
              <a:t>File 1: DISK H1 … written today</a:t>
            </a:r>
          </a:p>
          <a:p>
            <a:pPr marL="184150" indent="-184150"/>
            <a:r>
              <a:rPr lang="en-GB" sz="1200" dirty="0"/>
              <a:t>File 2: LTO L3</a:t>
            </a:r>
          </a:p>
          <a:p>
            <a:pPr marL="184150" indent="-184150"/>
            <a:r>
              <a:rPr lang="en-GB" sz="1200" dirty="0"/>
              <a:t>File 3: DISK H4 … being copied to LTO L2</a:t>
            </a:r>
          </a:p>
          <a:p>
            <a:pPr marL="184150" indent="-184150"/>
            <a:r>
              <a:rPr lang="en-GB" sz="1200" dirty="0"/>
              <a:t>File 4: LTO L2</a:t>
            </a:r>
          </a:p>
          <a:p>
            <a:pPr marL="184150" indent="-184150"/>
            <a:r>
              <a:rPr lang="en-GB" sz="1200" dirty="0"/>
              <a:t>File 5: DISK H3 … written last hour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64473" y="4747527"/>
            <a:ext cx="288580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4150" indent="-184150"/>
            <a:r>
              <a:rPr lang="en-GB" sz="1200" dirty="0"/>
              <a:t>File 1: LTO L7</a:t>
            </a:r>
          </a:p>
          <a:p>
            <a:pPr marL="184150" indent="-184150"/>
            <a:r>
              <a:rPr lang="en-GB" sz="1200" dirty="0"/>
              <a:t>File 2: LTO L5</a:t>
            </a:r>
          </a:p>
          <a:p>
            <a:pPr marL="184150" indent="-184150"/>
            <a:r>
              <a:rPr lang="en-GB" sz="1200" dirty="0"/>
              <a:t>File 3: DISK H2 </a:t>
            </a:r>
          </a:p>
          <a:p>
            <a:pPr marL="184150" indent="-184150"/>
            <a:r>
              <a:rPr lang="en-GB" sz="1200" dirty="0"/>
              <a:t>File 4: LTO L1 being copied back to disk (due to recent read attempt)</a:t>
            </a:r>
          </a:p>
          <a:p>
            <a:pPr marL="184150" indent="-184150"/>
            <a:endParaRPr lang="en-GB" sz="1200" dirty="0"/>
          </a:p>
          <a:p>
            <a:pPr marL="184150" indent="-184150"/>
            <a:r>
              <a:rPr lang="en-GB" sz="1200" dirty="0"/>
              <a:t>+ access to other cloud storages (own, third party)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4799" y="2342666"/>
            <a:ext cx="2113365" cy="2113365"/>
          </a:xfrm>
          <a:prstGeom prst="rect">
            <a:avLst/>
          </a:prstGeom>
        </p:spPr>
      </p:pic>
      <p:pic>
        <p:nvPicPr>
          <p:cNvPr id="3078" name="Picture 6" descr="http://blog.xebialabs.com/wp-content/uploads/2014/12/the-cloud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405" y="436001"/>
            <a:ext cx="2914555" cy="1780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ight Brace 18"/>
          <p:cNvSpPr/>
          <p:nvPr/>
        </p:nvSpPr>
        <p:spPr>
          <a:xfrm rot="16200000">
            <a:off x="7596690" y="958978"/>
            <a:ext cx="324036" cy="2443339"/>
          </a:xfrm>
          <a:prstGeom prst="rightBrace">
            <a:avLst>
              <a:gd name="adj1" fmla="val 40279"/>
              <a:gd name="adj2" fmla="val 50173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5360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2308840"/>
            <a:ext cx="9144000" cy="3989294"/>
          </a:xfrm>
          <a:prstGeom prst="rect">
            <a:avLst/>
          </a:prstGeom>
          <a:gradFill flip="none" rotWithShape="1">
            <a:gsLst>
              <a:gs pos="95763">
                <a:schemeClr val="bg1"/>
              </a:gs>
              <a:gs pos="0">
                <a:schemeClr val="accent1">
                  <a:tint val="66000"/>
                  <a:satMod val="160000"/>
                </a:schemeClr>
              </a:gs>
              <a:gs pos="30000">
                <a:schemeClr val="accent1">
                  <a:tint val="44500"/>
                  <a:satMod val="160000"/>
                </a:schemeClr>
              </a:gs>
              <a:gs pos="57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</p:spPr>
        <p:txBody>
          <a:bodyPr wrap="square" rtlCol="0" anchor="ctr">
            <a:sp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93700" y="873444"/>
          <a:ext cx="5150408" cy="5332676"/>
        </p:xfrm>
        <a:graphic>
          <a:graphicData uri="http://schemas.openxmlformats.org/drawingml/2006/table">
            <a:tbl>
              <a:tblPr/>
              <a:tblGrid>
                <a:gridCol w="9912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93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6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55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25591">
                <a:tc gridSpan="5">
                  <a:txBody>
                    <a:bodyPr/>
                    <a:lstStyle/>
                    <a:p>
                      <a:r>
                        <a:rPr lang="en-GB" sz="1100" b="1" dirty="0"/>
                        <a:t>General </a:t>
                      </a:r>
                    </a:p>
                    <a:p>
                      <a:r>
                        <a:rPr lang="en-GB" sz="1100" b="1" dirty="0"/>
                        <a:t>specifications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030">
                <a:tc>
                  <a:txBody>
                    <a:bodyPr/>
                    <a:lstStyle/>
                    <a:p>
                      <a:r>
                        <a:rPr lang="en-GB" sz="1100" b="1" dirty="0"/>
                        <a:t>Tape type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b="1" dirty="0"/>
                        <a:t>Raw capacity</a:t>
                      </a:r>
                    </a:p>
                    <a:p>
                      <a:pPr algn="r"/>
                      <a:r>
                        <a:rPr lang="en-GB" sz="1000" b="1" dirty="0">
                          <a:solidFill>
                            <a:srgbClr val="FF0000"/>
                          </a:solidFill>
                        </a:rPr>
                        <a:t>(compressed</a:t>
                      </a:r>
                    </a:p>
                    <a:p>
                      <a:pPr algn="r"/>
                      <a:r>
                        <a:rPr lang="en-GB" sz="1000" b="1" dirty="0">
                          <a:solidFill>
                            <a:srgbClr val="FF0000"/>
                          </a:solidFill>
                        </a:rPr>
                        <a:t>capacity @ 2.5:1)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b="1" dirty="0"/>
                        <a:t>Max Uncompressed Speed </a:t>
                      </a:r>
                    </a:p>
                    <a:p>
                      <a:pPr algn="r"/>
                      <a:r>
                        <a:rPr lang="en-GB" sz="1100" b="1"/>
                        <a:t>MB/s </a:t>
                      </a:r>
                      <a:r>
                        <a:rPr lang="en-GB" sz="800" b="0"/>
                        <a:t>(note bytes)</a:t>
                      </a:r>
                      <a:endParaRPr lang="en-GB" sz="1100" b="0" dirty="0"/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b="1" dirty="0"/>
                        <a:t>WORM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b="1" dirty="0"/>
                        <a:t>Released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041">
                <a:tc>
                  <a:txBody>
                    <a:bodyPr/>
                    <a:lstStyle/>
                    <a:p>
                      <a:r>
                        <a:rPr lang="en-GB" sz="1100" b="1" dirty="0"/>
                        <a:t>LTO-1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b="1" dirty="0"/>
                        <a:t>100 GB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b="1" dirty="0"/>
                        <a:t>20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b="1" dirty="0"/>
                        <a:t>No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b="1" dirty="0"/>
                        <a:t>2000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037">
                <a:tc>
                  <a:txBody>
                    <a:bodyPr/>
                    <a:lstStyle/>
                    <a:p>
                      <a:r>
                        <a:rPr lang="en-GB" sz="1100" b="1"/>
                        <a:t>LTO-2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b="1" dirty="0"/>
                        <a:t>200 GB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b="1" dirty="0"/>
                        <a:t>40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b="1" dirty="0"/>
                        <a:t>No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b="1" dirty="0"/>
                        <a:t>2003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133">
                <a:tc>
                  <a:txBody>
                    <a:bodyPr/>
                    <a:lstStyle/>
                    <a:p>
                      <a:r>
                        <a:rPr lang="en-GB" sz="1100" b="1" dirty="0"/>
                        <a:t>LTO-3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b="1"/>
                        <a:t>400 GB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b="1" dirty="0"/>
                        <a:t>80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b="1" dirty="0"/>
                        <a:t>Yes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b="1" dirty="0"/>
                        <a:t>2005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037">
                <a:tc>
                  <a:txBody>
                    <a:bodyPr/>
                    <a:lstStyle/>
                    <a:p>
                      <a:r>
                        <a:rPr lang="en-GB" sz="1100" b="1"/>
                        <a:t>LTO-4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b="1"/>
                        <a:t>800 GB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b="1" dirty="0"/>
                        <a:t>120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b="1" dirty="0"/>
                        <a:t>Yes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b="1" dirty="0"/>
                        <a:t>2007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198">
                <a:tc>
                  <a:txBody>
                    <a:bodyPr/>
                    <a:lstStyle/>
                    <a:p>
                      <a:r>
                        <a:rPr lang="en-GB" sz="1200" b="1"/>
                        <a:t>LTO-5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b="1" dirty="0"/>
                        <a:t>1.5 TB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b="1" dirty="0"/>
                        <a:t>140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b="1" dirty="0"/>
                        <a:t>Yes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b="1" dirty="0"/>
                        <a:t>2010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394">
                <a:tc>
                  <a:txBody>
                    <a:bodyPr/>
                    <a:lstStyle/>
                    <a:p>
                      <a:r>
                        <a:rPr lang="en-GB" sz="1400" b="1" dirty="0"/>
                        <a:t>LTO-6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/>
                        <a:t>2.5 TB</a:t>
                      </a:r>
                    </a:p>
                    <a:p>
                      <a:pPr algn="r"/>
                      <a:r>
                        <a:rPr lang="en-GB" sz="1100" b="1" dirty="0">
                          <a:solidFill>
                            <a:srgbClr val="FF0000"/>
                          </a:solidFill>
                        </a:rPr>
                        <a:t>6.25</a:t>
                      </a:r>
                      <a:r>
                        <a:rPr lang="en-GB" sz="1100" b="1" baseline="0" dirty="0">
                          <a:solidFill>
                            <a:srgbClr val="FF0000"/>
                          </a:solidFill>
                        </a:rPr>
                        <a:t> TB</a:t>
                      </a:r>
                      <a:endParaRPr lang="en-GB" sz="1100" b="1" dirty="0">
                        <a:solidFill>
                          <a:srgbClr val="FF0000"/>
                        </a:solidFill>
                      </a:endParaRP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/>
                        <a:t>160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/>
                        <a:t>Yes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/>
                        <a:t>2012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9935">
                <a:tc>
                  <a:txBody>
                    <a:bodyPr/>
                    <a:lstStyle/>
                    <a:p>
                      <a:r>
                        <a:rPr lang="en-GB" sz="1600" b="1" dirty="0"/>
                        <a:t>LTO-7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600" b="1" dirty="0"/>
                        <a:t>6.4 TB</a:t>
                      </a:r>
                    </a:p>
                    <a:p>
                      <a:pPr algn="r"/>
                      <a:r>
                        <a:rPr lang="en-GB" sz="1200" b="1" dirty="0">
                          <a:solidFill>
                            <a:srgbClr val="FF0000"/>
                          </a:solidFill>
                        </a:rPr>
                        <a:t>16 TB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600" b="1" dirty="0"/>
                        <a:t>315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600" b="1"/>
                        <a:t>Yes</a:t>
                      </a:r>
                      <a:endParaRPr lang="en-GB" sz="1600" b="1" dirty="0"/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600" b="1"/>
                        <a:t>2015</a:t>
                      </a:r>
                      <a:endParaRPr lang="en-GB" sz="1600" b="1" dirty="0"/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889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b="1" dirty="0"/>
                        <a:t>LTO-8</a:t>
                      </a:r>
                      <a:endParaRPr lang="en-GB" sz="1800" b="1" dirty="0"/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800" b="1"/>
                        <a:t>12.0 </a:t>
                      </a:r>
                      <a:r>
                        <a:rPr lang="en-GB" sz="1800" b="1" dirty="0"/>
                        <a:t>TB</a:t>
                      </a:r>
                    </a:p>
                    <a:p>
                      <a:pPr algn="r"/>
                      <a:r>
                        <a:rPr lang="en-GB" sz="1400" b="1">
                          <a:solidFill>
                            <a:srgbClr val="FF0000"/>
                          </a:solidFill>
                        </a:rPr>
                        <a:t>30 </a:t>
                      </a:r>
                      <a:r>
                        <a:rPr lang="en-GB" sz="1400" b="1" dirty="0">
                          <a:solidFill>
                            <a:srgbClr val="FF0000"/>
                          </a:solidFill>
                        </a:rPr>
                        <a:t>TB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800" b="1"/>
                        <a:t>472</a:t>
                      </a:r>
                    </a:p>
                    <a:p>
                      <a:pPr algn="r"/>
                      <a:r>
                        <a:rPr lang="en-GB" sz="1050" b="1"/>
                        <a:t>(upto 900Mb/s)</a:t>
                      </a:r>
                      <a:endParaRPr lang="en-GB" sz="1800" b="1" dirty="0"/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800" b="1"/>
                        <a:t>Yes</a:t>
                      </a:r>
                      <a:endParaRPr lang="en-GB" sz="1800" b="1" dirty="0"/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800" b="1"/>
                        <a:t>Now</a:t>
                      </a:r>
                      <a:endParaRPr lang="en-GB" sz="1800" b="1" dirty="0"/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6611">
                <a:tc>
                  <a:txBody>
                    <a:bodyPr/>
                    <a:lstStyle/>
                    <a:p>
                      <a:r>
                        <a:rPr lang="en-GB" sz="1200" b="1" dirty="0"/>
                        <a:t>LTO-9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b="1" dirty="0"/>
                        <a:t>26 TB</a:t>
                      </a:r>
                    </a:p>
                    <a:p>
                      <a:pPr algn="r"/>
                      <a:r>
                        <a:rPr lang="en-GB" sz="1050" b="1" dirty="0">
                          <a:solidFill>
                            <a:srgbClr val="FF0000"/>
                          </a:solidFill>
                        </a:rPr>
                        <a:t>65.2 TB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b="1" dirty="0"/>
                        <a:t>708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b="1" dirty="0"/>
                        <a:t>Planned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b="1" dirty="0"/>
                        <a:t>TBA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74276">
                <a:tc>
                  <a:txBody>
                    <a:bodyPr/>
                    <a:lstStyle/>
                    <a:p>
                      <a:r>
                        <a:rPr lang="en-GB" sz="1100" b="1" dirty="0"/>
                        <a:t>LTO-10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b="1" dirty="0"/>
                        <a:t>48 TB</a:t>
                      </a:r>
                    </a:p>
                    <a:p>
                      <a:pPr algn="r"/>
                      <a:r>
                        <a:rPr lang="en-GB" sz="1000" b="1" dirty="0">
                          <a:solidFill>
                            <a:srgbClr val="FF0000"/>
                          </a:solidFill>
                        </a:rPr>
                        <a:t>120 TB </a:t>
                      </a:r>
                      <a:endParaRPr lang="en-GB" sz="1100" b="1" dirty="0">
                        <a:solidFill>
                          <a:srgbClr val="FF0000"/>
                        </a:solidFill>
                      </a:endParaRP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b="1" dirty="0"/>
                        <a:t>1100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b="1" dirty="0"/>
                        <a:t>Planned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b="1" dirty="0"/>
                        <a:t>TBA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93700" y="323850"/>
            <a:ext cx="49536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/>
              <a:t>Linear Tape Open – to LTO 10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36676" y="6229694"/>
            <a:ext cx="60706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Note comparative native / compressed capacities</a:t>
            </a:r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4787153" y="1480338"/>
            <a:ext cx="5124" cy="49306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657600" y="1480338"/>
            <a:ext cx="5124" cy="49306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cxnSpLocks/>
          </p:cNvCxnSpPr>
          <p:nvPr/>
        </p:nvCxnSpPr>
        <p:spPr>
          <a:xfrm flipH="1">
            <a:off x="2489627" y="1477410"/>
            <a:ext cx="1" cy="49335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370228" y="1480338"/>
            <a:ext cx="5124" cy="49306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0" y="2298449"/>
            <a:ext cx="9144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0" y="1477410"/>
            <a:ext cx="9144000" cy="29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LTO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3704" y="696938"/>
            <a:ext cx="2470245" cy="1850772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6654374" y="5768029"/>
            <a:ext cx="2489626" cy="738664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GB" sz="1400" i="1" dirty="0"/>
              <a:t>(2014 … )</a:t>
            </a:r>
          </a:p>
          <a:p>
            <a:r>
              <a:rPr lang="en-GB" sz="1400" i="1" dirty="0"/>
              <a:t>Sony Tape @ 148Gb/in2</a:t>
            </a:r>
          </a:p>
          <a:p>
            <a:r>
              <a:rPr lang="en-GB" sz="1400" i="1" dirty="0"/>
              <a:t>… 185TB per cartridge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2B95663-B14D-4ACA-92E8-F986907CC5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694" y="2686864"/>
            <a:ext cx="2400606" cy="2929076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1176" y="2438890"/>
            <a:ext cx="7919156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600" b="1">
                <a:latin typeface="Lucida Sans Unicode" pitchFamily="34" charset="0"/>
                <a:cs typeface="Lucida Sans Unicode" pitchFamily="34" charset="0"/>
              </a:rPr>
              <a:t>IP Workflows</a:t>
            </a:r>
          </a:p>
          <a:p>
            <a:r>
              <a:rPr lang="en-GB" sz="6600" b="1">
                <a:latin typeface="Lucida Sans Unicode" pitchFamily="34" charset="0"/>
                <a:cs typeface="Lucida Sans Unicode" pitchFamily="34" charset="0"/>
              </a:rPr>
              <a:t>SMPTE 2022, 2110</a:t>
            </a:r>
            <a:endParaRPr lang="en-GB" sz="6600" b="1" dirty="0">
              <a:latin typeface="Lucida Sans Unicode" pitchFamily="34" charset="0"/>
              <a:cs typeface="Lucida Sans Unicode" pitchFamily="34" charset="0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CAD308-0FFB-4132-AE5F-93C25E06B0C5}"/>
              </a:ext>
            </a:extLst>
          </p:cNvPr>
          <p:cNvSpPr/>
          <p:nvPr/>
        </p:nvSpPr>
        <p:spPr>
          <a:xfrm>
            <a:off x="395288" y="1028343"/>
            <a:ext cx="824516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Why IP is </a:t>
            </a:r>
            <a:r>
              <a:rPr lang="en-GB"/>
              <a:t>replacing SDI* </a:t>
            </a:r>
            <a:endParaRPr lang="en-GB" dirty="0"/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Universal connectivity (broadcast and other industries)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Lower </a:t>
            </a:r>
            <a:r>
              <a:rPr lang="en-GB" dirty="0"/>
              <a:t>budgets, higher quality requirements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Production companies scaling: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IP </a:t>
            </a:r>
            <a:r>
              <a:rPr lang="en-GB"/>
              <a:t>allows best </a:t>
            </a:r>
            <a:r>
              <a:rPr lang="en-GB" dirty="0"/>
              <a:t>production </a:t>
            </a:r>
            <a:r>
              <a:rPr lang="en-GB"/>
              <a:t>talent remains in </a:t>
            </a:r>
            <a:r>
              <a:rPr lang="en-GB" dirty="0"/>
              <a:t>a central location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Receive camera feeds from remote locations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Democratise the industry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/>
              <a:t>single producer </a:t>
            </a:r>
            <a:r>
              <a:rPr lang="en-GB" dirty="0"/>
              <a:t>can have many camera inputs from anywhere in </a:t>
            </a:r>
            <a:r>
              <a:rPr lang="en-GB"/>
              <a:t>the world</a:t>
            </a:r>
          </a:p>
          <a:p>
            <a:pPr marL="0" lvl="1"/>
            <a:endParaRPr lang="en-GB"/>
          </a:p>
          <a:p>
            <a:pPr marL="0" lvl="1"/>
            <a:endParaRPr lang="en-GB" dirty="0"/>
          </a:p>
          <a:p>
            <a:pPr marL="0" lvl="1"/>
            <a:r>
              <a:rPr lang="en-GB" i="1"/>
              <a:t>* although SDI is still in developmen</a:t>
            </a:r>
            <a:r>
              <a:rPr lang="en-GB" i="1" dirty="0"/>
              <a:t>t</a:t>
            </a:r>
            <a:endParaRPr lang="en-GB" i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6CBFBB-5BB7-4686-9304-071014EF5EE4}"/>
              </a:ext>
            </a:extLst>
          </p:cNvPr>
          <p:cNvSpPr txBox="1"/>
          <p:nvPr/>
        </p:nvSpPr>
        <p:spPr>
          <a:xfrm>
            <a:off x="376023" y="342930"/>
            <a:ext cx="2430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Lucida Sans Unicode" pitchFamily="34" charset="0"/>
              </a:rPr>
              <a:t>IP Workflows</a:t>
            </a:r>
          </a:p>
        </p:txBody>
      </p:sp>
    </p:spTree>
    <p:extLst>
      <p:ext uri="{BB962C8B-B14F-4D97-AF65-F5344CB8AC3E}">
        <p14:creationId xmlns:p14="http://schemas.microsoft.com/office/powerpoint/2010/main" val="94185628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B1F1D62-3112-4B8D-AA6E-6E08B6C8BCBD}"/>
              </a:ext>
            </a:extLst>
          </p:cNvPr>
          <p:cNvSpPr/>
          <p:nvPr/>
        </p:nvSpPr>
        <p:spPr>
          <a:xfrm>
            <a:off x="0" y="5804991"/>
            <a:ext cx="2549769" cy="5847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sz="800" dirty="0">
                <a:hlinkClick r:id="rId2"/>
              </a:rPr>
              <a:t>https://www.smpte.org/sites/default/files/section-files/GVExpo2018%20SMPTE%2004%20-%20Scalable%20Facilities%20with%20ST%202110%20-%20Mailhot.pdf</a:t>
            </a:r>
            <a:r>
              <a:rPr lang="en-GB" sz="8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975502-4DB1-440B-B0CC-4E9067444D10}"/>
              </a:ext>
            </a:extLst>
          </p:cNvPr>
          <p:cNvSpPr txBox="1"/>
          <p:nvPr/>
        </p:nvSpPr>
        <p:spPr>
          <a:xfrm>
            <a:off x="395287" y="1099581"/>
            <a:ext cx="7614139" cy="3619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GB" sz="1600" b="1" dirty="0"/>
              <a:t>In SDI Routing, </a:t>
            </a:r>
            <a:r>
              <a:rPr lang="en-GB" sz="1600" b="1"/>
              <a:t>all routing in </a:t>
            </a:r>
            <a:r>
              <a:rPr lang="en-GB" sz="1600" b="1" dirty="0"/>
              <a:t>the </a:t>
            </a:r>
            <a:r>
              <a:rPr lang="en-GB" sz="1600" b="1"/>
              <a:t>SDI crosspoint frame</a:t>
            </a:r>
            <a:endParaRPr lang="en-GB" sz="1600" b="1" dirty="0"/>
          </a:p>
          <a:p>
            <a:pPr marL="285750" indent="-285750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The Control System tells the </a:t>
            </a:r>
            <a:r>
              <a:rPr lang="en-GB" sz="1600" dirty="0" err="1"/>
              <a:t>crosspointwhat</a:t>
            </a:r>
            <a:r>
              <a:rPr lang="en-GB" sz="1600" dirty="0"/>
              <a:t> to switch where</a:t>
            </a:r>
          </a:p>
          <a:p>
            <a:pPr marL="285750" indent="-285750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The Crosspoint Router switches everything internally</a:t>
            </a:r>
          </a:p>
          <a:p>
            <a:pPr marL="285750" indent="-285750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GB" sz="1600"/>
              <a:t>Receivers just receive all data sent to them</a:t>
            </a:r>
            <a:endParaRPr lang="en-GB" sz="1600" dirty="0"/>
          </a:p>
          <a:p>
            <a:pPr marL="285750" indent="-285750">
              <a:lnSpc>
                <a:spcPts val="2300"/>
              </a:lnSpc>
              <a:buFont typeface="Arial" panose="020B0604020202020204" pitchFamily="34" charset="0"/>
              <a:buChar char="•"/>
            </a:pPr>
            <a:endParaRPr lang="en-GB" sz="1600" dirty="0"/>
          </a:p>
          <a:p>
            <a:pPr>
              <a:lnSpc>
                <a:spcPts val="2300"/>
              </a:lnSpc>
            </a:pPr>
            <a:r>
              <a:rPr lang="en-GB" sz="1600" b="1"/>
              <a:t>In IP Routing</a:t>
            </a:r>
            <a:r>
              <a:rPr lang="en-GB" sz="1600" b="1" dirty="0"/>
              <a:t>, the Receiver </a:t>
            </a:r>
            <a:r>
              <a:rPr lang="en-GB" sz="1600" b="1"/>
              <a:t>is involved …</a:t>
            </a:r>
            <a:endParaRPr lang="en-GB" sz="1600" b="1" dirty="0"/>
          </a:p>
          <a:p>
            <a:pPr marL="285750" indent="-285750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GB" sz="1600"/>
              <a:t>Control </a:t>
            </a:r>
            <a:r>
              <a:rPr lang="en-GB" sz="1600" dirty="0"/>
              <a:t>System tells </a:t>
            </a:r>
            <a:r>
              <a:rPr lang="en-GB" sz="1600"/>
              <a:t>the Receiver: </a:t>
            </a:r>
            <a:endParaRPr lang="en-GB" sz="1600" dirty="0"/>
          </a:p>
          <a:p>
            <a:pPr marL="742950" lvl="1" indent="-285750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What Multicast Group &amp; Port# to switch to (Main and Protect)</a:t>
            </a:r>
          </a:p>
          <a:p>
            <a:pPr marL="742950" lvl="1" indent="-285750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GB" sz="1600"/>
              <a:t>Technical </a:t>
            </a:r>
            <a:r>
              <a:rPr lang="en-GB" sz="1600" dirty="0"/>
              <a:t>Metadata of the new stream</a:t>
            </a:r>
          </a:p>
          <a:p>
            <a:pPr marL="285750" lvl="1" indent="-285750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The Receiver is responsible for how it switches/transitions to it</a:t>
            </a:r>
          </a:p>
          <a:p>
            <a:pPr marL="285750" lvl="1" indent="-285750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The Receiver asks </a:t>
            </a:r>
            <a:r>
              <a:rPr lang="en-GB" sz="1600"/>
              <a:t>the network for </a:t>
            </a:r>
            <a:r>
              <a:rPr lang="en-GB" sz="1600" dirty="0"/>
              <a:t>the </a:t>
            </a:r>
            <a:r>
              <a:rPr lang="en-GB" sz="1600"/>
              <a:t>new signal</a:t>
            </a:r>
          </a:p>
          <a:p>
            <a:pPr marL="285750" lvl="1" indent="-285750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GB" sz="1600"/>
              <a:t>The </a:t>
            </a:r>
            <a:r>
              <a:rPr lang="en-GB" sz="1600" dirty="0"/>
              <a:t>network provides the new signal through packet forwarding logic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1033F0-8644-472D-BF86-E2D20B668E80}"/>
              </a:ext>
            </a:extLst>
          </p:cNvPr>
          <p:cNvSpPr/>
          <p:nvPr/>
        </p:nvSpPr>
        <p:spPr>
          <a:xfrm>
            <a:off x="395287" y="333375"/>
            <a:ext cx="74034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How is IP Television Routing Different from SDI ?</a:t>
            </a:r>
          </a:p>
        </p:txBody>
      </p:sp>
    </p:spTree>
    <p:extLst>
      <p:ext uri="{BB962C8B-B14F-4D97-AF65-F5344CB8AC3E}">
        <p14:creationId xmlns:p14="http://schemas.microsoft.com/office/powerpoint/2010/main" val="278536898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9FD5DC-B16C-4FD5-916B-F7818B090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3122"/>
            <a:ext cx="9144000" cy="51717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0F7A65F-354E-42CC-8AD7-CBFA376C31BD}"/>
              </a:ext>
            </a:extLst>
          </p:cNvPr>
          <p:cNvSpPr txBox="1"/>
          <p:nvPr/>
        </p:nvSpPr>
        <p:spPr>
          <a:xfrm>
            <a:off x="1215779" y="6203521"/>
            <a:ext cx="6091237" cy="359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GB" sz="1200" i="1" dirty="0">
                <a:latin typeface="Lucida Sans Unicode" pitchFamily="34" charset="0"/>
                <a:cs typeface="Lucida Sans Unicode" pitchFamily="34" charset="0"/>
              </a:rPr>
              <a:t>Slide from Phil Myers, Snell Advanced Media, SMPTE presentation, BCU. 2017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294FAC-94CD-4949-B3FA-69CCFAC32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6112884"/>
            <a:ext cx="964322" cy="42049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7A2BC40-E540-4808-94A8-F4275DB5F422}"/>
              </a:ext>
            </a:extLst>
          </p:cNvPr>
          <p:cNvSpPr/>
          <p:nvPr/>
        </p:nvSpPr>
        <p:spPr>
          <a:xfrm>
            <a:off x="385763" y="323850"/>
            <a:ext cx="82287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/>
              <a:t>Traditional Broadcast and Media Routing</a:t>
            </a:r>
          </a:p>
        </p:txBody>
      </p:sp>
    </p:spTree>
    <p:extLst>
      <p:ext uri="{BB962C8B-B14F-4D97-AF65-F5344CB8AC3E}">
        <p14:creationId xmlns:p14="http://schemas.microsoft.com/office/powerpoint/2010/main" val="347485170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48A8279-6FA6-4F5B-994F-411D31A9F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7580"/>
            <a:ext cx="9134255" cy="51628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3E9F84C-B9C7-48AE-9FD7-8FF48B8DA2FF}"/>
              </a:ext>
            </a:extLst>
          </p:cNvPr>
          <p:cNvSpPr txBox="1"/>
          <p:nvPr/>
        </p:nvSpPr>
        <p:spPr>
          <a:xfrm>
            <a:off x="1215779" y="6203521"/>
            <a:ext cx="6091237" cy="359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GB" sz="1200" i="1" dirty="0">
                <a:latin typeface="Lucida Sans Unicode" pitchFamily="34" charset="0"/>
                <a:cs typeface="Lucida Sans Unicode" pitchFamily="34" charset="0"/>
              </a:rPr>
              <a:t>Slide from Phil Myers, Snell Advanced Media, SMPTE presentation, BCU. 2017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58B3B0-CAE4-407A-9A5C-66ABFFA108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6093570"/>
            <a:ext cx="964322" cy="42049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6C133C9-9761-4B69-8A4B-6DACFD87D35D}"/>
              </a:ext>
            </a:extLst>
          </p:cNvPr>
          <p:cNvSpPr/>
          <p:nvPr/>
        </p:nvSpPr>
        <p:spPr>
          <a:xfrm>
            <a:off x="385763" y="323850"/>
            <a:ext cx="82287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/>
              <a:t>IP World of Broadcast and Media Routing </a:t>
            </a:r>
          </a:p>
        </p:txBody>
      </p:sp>
    </p:spTree>
    <p:extLst>
      <p:ext uri="{BB962C8B-B14F-4D97-AF65-F5344CB8AC3E}">
        <p14:creationId xmlns:p14="http://schemas.microsoft.com/office/powerpoint/2010/main" val="368368508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03123E3-532C-47B5-B220-130731039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297" y="1471282"/>
            <a:ext cx="8519803" cy="391543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6C36C22-0E7F-4B77-AD43-789E795162B8}"/>
              </a:ext>
            </a:extLst>
          </p:cNvPr>
          <p:cNvSpPr/>
          <p:nvPr/>
        </p:nvSpPr>
        <p:spPr>
          <a:xfrm>
            <a:off x="370296" y="333375"/>
            <a:ext cx="65760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latin typeface="+mj-lt"/>
              </a:rPr>
              <a:t>SMPTE ST 2022-6 (Multiplexed Streams) </a:t>
            </a:r>
            <a:endParaRPr lang="en-GB" sz="24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5A07A2-083C-4ACB-86B5-C5AC2700B666}"/>
              </a:ext>
            </a:extLst>
          </p:cNvPr>
          <p:cNvSpPr txBox="1"/>
          <p:nvPr/>
        </p:nvSpPr>
        <p:spPr>
          <a:xfrm>
            <a:off x="1215779" y="6203521"/>
            <a:ext cx="6091237" cy="359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GB" sz="1200" i="1" dirty="0">
                <a:latin typeface="Lucida Sans Unicode" pitchFamily="34" charset="0"/>
                <a:cs typeface="Lucida Sans Unicode" pitchFamily="34" charset="0"/>
              </a:rPr>
              <a:t>Slide from Phil Myers, Snell Advanced Media, SMPTE presentation, BCU. 2017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CA755C-349C-4F7E-B696-41B521E719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6077447"/>
            <a:ext cx="964322" cy="420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01590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2AF38FE-9B21-4FAD-82F1-642D9C9B91EB}"/>
              </a:ext>
            </a:extLst>
          </p:cNvPr>
          <p:cNvSpPr txBox="1"/>
          <p:nvPr/>
        </p:nvSpPr>
        <p:spPr>
          <a:xfrm>
            <a:off x="1215779" y="6203521"/>
            <a:ext cx="6091237" cy="359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GB" sz="1200" i="1" dirty="0">
                <a:latin typeface="Lucida Sans Unicode" pitchFamily="34" charset="0"/>
                <a:cs typeface="Lucida Sans Unicode" pitchFamily="34" charset="0"/>
              </a:rPr>
              <a:t>Slide from Phil Myers, Snell Advanced Media, SMPTE presentation, BCU. 2017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8967B6-37C8-4F56-9C10-6D62D526C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6101253"/>
            <a:ext cx="964322" cy="42049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FFDEA07-2286-4123-AC0D-F5882BFE596F}"/>
              </a:ext>
            </a:extLst>
          </p:cNvPr>
          <p:cNvSpPr/>
          <p:nvPr/>
        </p:nvSpPr>
        <p:spPr>
          <a:xfrm>
            <a:off x="385763" y="323850"/>
            <a:ext cx="53014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/>
              <a:t>SMPTE </a:t>
            </a:r>
            <a:r>
              <a:rPr lang="en-GB" sz="2400" b="1"/>
              <a:t>ST 2110 – Essence Streams</a:t>
            </a:r>
            <a:endParaRPr lang="en-GB" sz="2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3D7856-3E1A-4257-A7F7-187A04DAE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75" y="1592796"/>
            <a:ext cx="8477250" cy="3924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27770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3700" y="1054554"/>
            <a:ext cx="837882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600" b="1" dirty="0">
                <a:latin typeface="Lucida Sans Unicode" pitchFamily="34" charset="0"/>
                <a:cs typeface="Lucida Sans Unicode" pitchFamily="34" charset="0"/>
              </a:rPr>
              <a:t>Content Delivery  Networks</a:t>
            </a:r>
          </a:p>
        </p:txBody>
      </p:sp>
    </p:spTree>
    <p:extLst>
      <p:ext uri="{BB962C8B-B14F-4D97-AF65-F5344CB8AC3E}">
        <p14:creationId xmlns:p14="http://schemas.microsoft.com/office/powerpoint/2010/main" val="82012148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8619" y="1493520"/>
            <a:ext cx="6753225" cy="3505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95288" y="4676091"/>
            <a:ext cx="7597361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indent="-180975"/>
            <a:r>
              <a:rPr lang="en-GB" sz="1600" b="1" dirty="0">
                <a:latin typeface="Lucida Sans Unicode" pitchFamily="34" charset="0"/>
              </a:rPr>
              <a:t>CDN </a:t>
            </a:r>
            <a:r>
              <a:rPr lang="en-GB" sz="1600" dirty="0">
                <a:latin typeface="Lucida Sans Unicode" pitchFamily="34" charset="0"/>
              </a:rPr>
              <a:t>- to optimize content delivery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600" dirty="0"/>
              <a:t>infrastructure solutions to network service providers who deploy their own dedicated digital media delivery</a:t>
            </a:r>
          </a:p>
          <a:p>
            <a:pPr marL="179388" indent="-179388">
              <a:buFont typeface="Arial" pitchFamily="34" charset="0"/>
              <a:buChar char="•"/>
              <a:defRPr/>
            </a:pPr>
            <a:r>
              <a:rPr lang="en-GB" sz="1600" dirty="0">
                <a:latin typeface="Lucida Sans Unicode" pitchFamily="34" charset="0"/>
              </a:rPr>
              <a:t>asset tracking</a:t>
            </a:r>
          </a:p>
          <a:p>
            <a:pPr marL="179388" indent="-179388">
              <a:buFont typeface="Arial" pitchFamily="34" charset="0"/>
              <a:buChar char="•"/>
              <a:defRPr/>
            </a:pPr>
            <a:r>
              <a:rPr lang="en-GB" sz="1600" dirty="0">
                <a:latin typeface="Lucida Sans Unicode" pitchFamily="34" charset="0"/>
              </a:rPr>
              <a:t>network performance</a:t>
            </a:r>
          </a:p>
          <a:p>
            <a:pPr marL="636588" lvl="1" indent="-179388">
              <a:buFont typeface="Arial" pitchFamily="34" charset="0"/>
              <a:buChar char="•"/>
              <a:defRPr/>
            </a:pPr>
            <a:r>
              <a:rPr lang="en-US" sz="1600" dirty="0">
                <a:latin typeface="Lucida Sans Unicode" pitchFamily="34" charset="0"/>
              </a:rPr>
              <a:t>real-time load</a:t>
            </a:r>
          </a:p>
          <a:p>
            <a:pPr marL="636588" lvl="1" indent="-179388">
              <a:buFont typeface="Arial" pitchFamily="34" charset="0"/>
              <a:buChar char="•"/>
              <a:defRPr/>
            </a:pPr>
            <a:r>
              <a:rPr lang="en-US" sz="1600" dirty="0">
                <a:latin typeface="Lucida Sans Unicode" pitchFamily="34" charset="0"/>
              </a:rPr>
              <a:t>statistics reporting</a:t>
            </a:r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393700" y="851413"/>
            <a:ext cx="8034337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9388" indent="-179388"/>
            <a:r>
              <a:rPr lang="en-GB" sz="1600" b="1" dirty="0">
                <a:latin typeface="Lucida Sans Unicode" pitchFamily="34" charset="0"/>
              </a:rPr>
              <a:t>Internet  - </a:t>
            </a:r>
            <a:r>
              <a:rPr lang="en-GB" sz="1600" dirty="0">
                <a:latin typeface="Lucida Sans Unicode" pitchFamily="34" charset="0"/>
              </a:rPr>
              <a:t>end-to-end </a:t>
            </a:r>
          </a:p>
          <a:p>
            <a:pPr marL="636588" lvl="1" indent="-179388">
              <a:buFont typeface="Arial" charset="0"/>
              <a:buChar char="•"/>
            </a:pPr>
            <a:r>
              <a:rPr lang="en-GB" sz="1600" dirty="0">
                <a:latin typeface="Lucida Sans Unicode" pitchFamily="34" charset="0"/>
              </a:rPr>
              <a:t>core network </a:t>
            </a:r>
            <a:r>
              <a:rPr lang="en-GB" dirty="0"/>
              <a:t>is simple - only forwards data packets</a:t>
            </a:r>
            <a:endParaRPr lang="en-GB" sz="1600" dirty="0">
              <a:latin typeface="Lucida Sans Unicode" pitchFamily="34" charset="0"/>
            </a:endParaRPr>
          </a:p>
          <a:p>
            <a:pPr marL="636588" lvl="1" indent="-179388">
              <a:buFont typeface="Arial" charset="0"/>
              <a:buChar char="•"/>
            </a:pPr>
            <a:r>
              <a:rPr lang="en-GB" sz="1600" dirty="0">
                <a:latin typeface="Lucida Sans Unicode" pitchFamily="34" charset="0"/>
              </a:rPr>
              <a:t>intelligence is at edges</a:t>
            </a:r>
          </a:p>
          <a:p>
            <a:pPr marL="636588" lvl="1" indent="-179388">
              <a:buFont typeface="Arial" charset="0"/>
              <a:buChar char="•"/>
            </a:pPr>
            <a:endParaRPr lang="en-GB" sz="1600" dirty="0">
              <a:latin typeface="Lucida Sans Unicode" pitchFamily="34" charset="0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395288" y="331788"/>
            <a:ext cx="318869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>
                <a:latin typeface="Lucida Sans Unicode" pitchFamily="34" charset="0"/>
              </a:rPr>
              <a:t>Content Networking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5288" y="3899139"/>
            <a:ext cx="23936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bg1">
                    <a:lumMod val="50000"/>
                  </a:schemeClr>
                </a:solidFill>
              </a:rPr>
              <a:t>1 – central server</a:t>
            </a:r>
          </a:p>
          <a:p>
            <a:r>
              <a:rPr lang="en-GB" sz="1200" i="1" dirty="0">
                <a:solidFill>
                  <a:schemeClr val="bg1">
                    <a:lumMod val="50000"/>
                  </a:schemeClr>
                </a:solidFill>
              </a:rPr>
              <a:t>2 – cache (edge server/cache)</a:t>
            </a:r>
          </a:p>
          <a:p>
            <a:r>
              <a:rPr lang="en-GB" sz="1200" i="1" dirty="0">
                <a:solidFill>
                  <a:schemeClr val="bg1">
                    <a:lumMod val="50000"/>
                  </a:schemeClr>
                </a:solidFill>
              </a:rPr>
              <a:t>3 – end users</a:t>
            </a:r>
          </a:p>
        </p:txBody>
      </p:sp>
    </p:spTree>
    <p:extLst>
      <p:ext uri="{BB962C8B-B14F-4D97-AF65-F5344CB8AC3E}">
        <p14:creationId xmlns:p14="http://schemas.microsoft.com/office/powerpoint/2010/main" val="5440937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8619" y="1493520"/>
            <a:ext cx="6753225" cy="3505200"/>
          </a:xfrm>
          <a:prstGeom prst="rect">
            <a:avLst/>
          </a:prstGeom>
        </p:spPr>
      </p:pic>
      <p:sp>
        <p:nvSpPr>
          <p:cNvPr id="3" name="Rectangle 7"/>
          <p:cNvSpPr>
            <a:spLocks noChangeArrowheads="1"/>
          </p:cNvSpPr>
          <p:nvPr/>
        </p:nvSpPr>
        <p:spPr bwMode="auto">
          <a:xfrm>
            <a:off x="393700" y="851413"/>
            <a:ext cx="8034337" cy="1077218"/>
          </a:xfrm>
          <a:prstGeom prst="rect">
            <a:avLst/>
          </a:prstGeom>
          <a:solidFill>
            <a:schemeClr val="bg1">
              <a:alpha val="67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9388" indent="-179388">
              <a:buFont typeface="Arial" pitchFamily="34" charset="0"/>
              <a:buChar char="•"/>
            </a:pPr>
            <a:r>
              <a:rPr lang="en-GB" sz="1600" dirty="0">
                <a:latin typeface="Lucida Sans Unicode" pitchFamily="34" charset="0"/>
              </a:rPr>
              <a:t>system of caches containing copies of data </a:t>
            </a:r>
          </a:p>
          <a:p>
            <a:pPr marL="179388" indent="-179388">
              <a:buFont typeface="Arial" pitchFamily="34" charset="0"/>
              <a:buChar char="•"/>
            </a:pPr>
            <a:r>
              <a:rPr lang="en-GB" sz="1600" dirty="0">
                <a:latin typeface="Lucida Sans Unicode" pitchFamily="34" charset="0"/>
              </a:rPr>
              <a:t>data is distributed at various points in a network</a:t>
            </a:r>
          </a:p>
          <a:p>
            <a:pPr marL="179388" indent="-179388">
              <a:buFont typeface="Arial" pitchFamily="34" charset="0"/>
              <a:buChar char="•"/>
            </a:pPr>
            <a:r>
              <a:rPr lang="en-GB" sz="1600" dirty="0">
                <a:latin typeface="Lucida Sans Unicode" pitchFamily="34" charset="0"/>
              </a:rPr>
              <a:t>maximizes the bandwidth required to access the data from clients throughout the network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395288" y="331788"/>
            <a:ext cx="318869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>
                <a:latin typeface="Lucida Sans Unicode" pitchFamily="34" charset="0"/>
              </a:rPr>
              <a:t>Content Networking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5288" y="3899139"/>
            <a:ext cx="23936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bg1">
                    <a:lumMod val="50000"/>
                  </a:schemeClr>
                </a:solidFill>
              </a:rPr>
              <a:t>1 – central server</a:t>
            </a:r>
          </a:p>
          <a:p>
            <a:r>
              <a:rPr lang="en-GB" sz="1200" i="1" dirty="0">
                <a:solidFill>
                  <a:schemeClr val="bg1">
                    <a:lumMod val="50000"/>
                  </a:schemeClr>
                </a:solidFill>
              </a:rPr>
              <a:t>2 – cache (edge server/cache)</a:t>
            </a:r>
          </a:p>
          <a:p>
            <a:r>
              <a:rPr lang="en-GB" sz="1200" i="1" dirty="0">
                <a:solidFill>
                  <a:schemeClr val="bg1">
                    <a:lumMod val="50000"/>
                  </a:schemeClr>
                </a:solidFill>
              </a:rPr>
              <a:t>3 – end users</a:t>
            </a:r>
          </a:p>
        </p:txBody>
      </p:sp>
    </p:spTree>
    <p:extLst>
      <p:ext uri="{BB962C8B-B14F-4D97-AF65-F5344CB8AC3E}">
        <p14:creationId xmlns:p14="http://schemas.microsoft.com/office/powerpoint/2010/main" val="30497365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ud 1"/>
          <p:cNvSpPr/>
          <p:nvPr/>
        </p:nvSpPr>
        <p:spPr bwMode="auto">
          <a:xfrm>
            <a:off x="395288" y="2443490"/>
            <a:ext cx="6910768" cy="1929384"/>
          </a:xfrm>
          <a:prstGeom prst="cloud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69000">
                <a:schemeClr val="accent6">
                  <a:lumMod val="40000"/>
                  <a:lumOff val="6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</a:gradFill>
          <a:ln w="9525" cap="flat" cmpd="sng" algn="ctr">
            <a:solidFill>
              <a:schemeClr val="accent6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395288" y="331788"/>
            <a:ext cx="171713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The Cloud</a:t>
            </a:r>
            <a:endParaRPr lang="en-GB" sz="2400" b="1" dirty="0">
              <a:latin typeface="Lucida Sans Unicode" pitchFamily="34" charset="0"/>
            </a:endParaRPr>
          </a:p>
        </p:txBody>
      </p:sp>
      <p:pic>
        <p:nvPicPr>
          <p:cNvPr id="9218" name="Picture 2" descr="Computer Clipart Image: Comput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230" y="4722914"/>
            <a:ext cx="1340017" cy="1405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http://3.bp.blogspot.com/-Re9ivsVLipQ/VVD-mFzN_1I/AAAAAAAACZA/hKWagNTb3WM/s1600/cumputer_animated.gif"/>
          <p:cNvPicPr>
            <a:picLocks noChangeAspect="1" noChangeArrowheads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0905" y="5164649"/>
            <a:ext cx="1746377" cy="1090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6" name="Picture 10" descr="http://www.onlinenewspapers.com/images/magazines-computers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8582" y="4445813"/>
            <a:ext cx="2231070" cy="1950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/>
          <p:cNvGrpSpPr/>
          <p:nvPr/>
        </p:nvGrpSpPr>
        <p:grpSpPr>
          <a:xfrm>
            <a:off x="481656" y="849765"/>
            <a:ext cx="5802201" cy="2475965"/>
            <a:chOff x="1287052" y="918493"/>
            <a:chExt cx="5802201" cy="2475965"/>
          </a:xfrm>
        </p:grpSpPr>
        <p:pic>
          <p:nvPicPr>
            <p:cNvPr id="15" name="Picture 16" descr="Bank of computers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-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87052" y="1486048"/>
              <a:ext cx="2534090" cy="16359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6" descr="Bank of computers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-20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88996" y="1156394"/>
              <a:ext cx="2534090" cy="20826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16" descr="Bank of computers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1214" y="1806195"/>
              <a:ext cx="558039" cy="2926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6" descr="Bank of computers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46975" y="1595141"/>
              <a:ext cx="909858" cy="8237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232" name="Picture 16" descr="Bank of computers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16559" y="918493"/>
              <a:ext cx="3012711" cy="24759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" name="TextBox 4"/>
          <p:cNvSpPr txBox="1"/>
          <p:nvPr/>
        </p:nvSpPr>
        <p:spPr>
          <a:xfrm>
            <a:off x="5432846" y="2388865"/>
            <a:ext cx="320312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en-GB" dirty="0"/>
              <a:t>Storage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GB" dirty="0"/>
              <a:t>Processing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GB" dirty="0"/>
              <a:t>Software as a Service (SaaS)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GB" dirty="0"/>
              <a:t>Platform as a Service (</a:t>
            </a:r>
            <a:r>
              <a:rPr lang="en-GB" dirty="0" err="1"/>
              <a:t>PaaS</a:t>
            </a:r>
            <a:r>
              <a:rPr lang="en-GB" dirty="0"/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26086" y="755254"/>
            <a:ext cx="3935693" cy="1569660"/>
          </a:xfrm>
          <a:prstGeom prst="rect">
            <a:avLst/>
          </a:prstGeom>
          <a:solidFill>
            <a:schemeClr val="bg1">
              <a:alpha val="78039"/>
            </a:schemeClr>
          </a:solidFill>
        </p:spPr>
        <p:txBody>
          <a:bodyPr wrap="none" rtlCol="0">
            <a:spAutoFit/>
          </a:bodyPr>
          <a:lstStyle/>
          <a:p>
            <a:r>
              <a:rPr lang="en-GB" dirty="0"/>
              <a:t>Not really a cloud (!)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GB" dirty="0"/>
              <a:t>a facility of servers and processors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GB" dirty="0"/>
              <a:t>may be private owned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GB" dirty="0"/>
              <a:t>may be third party owned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GB" dirty="0"/>
              <a:t>resources rented out </a:t>
            </a:r>
          </a:p>
          <a:p>
            <a:pPr marL="639763" lvl="1" indent="-182563">
              <a:buFont typeface="Arial" panose="020B0604020202020204" pitchFamily="34" charset="0"/>
              <a:buChar char="•"/>
            </a:pPr>
            <a:r>
              <a:rPr lang="en-GB" dirty="0"/>
              <a:t>service level agreements</a:t>
            </a:r>
          </a:p>
        </p:txBody>
      </p:sp>
      <p:cxnSp>
        <p:nvCxnSpPr>
          <p:cNvPr id="8" name="Straight Arrow Connector 7"/>
          <p:cNvCxnSpPr>
            <a:stCxn id="9218" idx="0"/>
          </p:cNvCxnSpPr>
          <p:nvPr/>
        </p:nvCxnSpPr>
        <p:spPr bwMode="auto">
          <a:xfrm flipV="1">
            <a:off x="1485239" y="2734056"/>
            <a:ext cx="197257" cy="198885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ysDot"/>
            <a:round/>
            <a:headEnd type="none" w="med" len="med"/>
            <a:tailEnd type="triangle"/>
          </a:ln>
          <a:effectLst/>
        </p:spPr>
      </p:cxnSp>
      <p:cxnSp>
        <p:nvCxnSpPr>
          <p:cNvPr id="22" name="Straight Arrow Connector 21"/>
          <p:cNvCxnSpPr/>
          <p:nvPr/>
        </p:nvCxnSpPr>
        <p:spPr bwMode="auto">
          <a:xfrm flipH="1" flipV="1">
            <a:off x="2743200" y="2485398"/>
            <a:ext cx="1325049" cy="2587942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ysDot"/>
            <a:round/>
            <a:headEnd type="none" w="med" len="med"/>
            <a:tailEnd type="triangle"/>
          </a:ln>
          <a:effectLst/>
        </p:spPr>
      </p:cxnSp>
      <p:cxnSp>
        <p:nvCxnSpPr>
          <p:cNvPr id="24" name="Straight Arrow Connector 23"/>
          <p:cNvCxnSpPr/>
          <p:nvPr/>
        </p:nvCxnSpPr>
        <p:spPr bwMode="auto">
          <a:xfrm flipH="1" flipV="1">
            <a:off x="3726793" y="2241129"/>
            <a:ext cx="2598162" cy="2586904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ysDot"/>
            <a:round/>
            <a:headEnd type="none" w="med" len="med"/>
            <a:tailEnd type="triangle"/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5999330" y="3518986"/>
            <a:ext cx="294984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e.g.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media workflow facilities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video </a:t>
            </a:r>
            <a:r>
              <a:rPr lang="en-GB" dirty="0" err="1"/>
              <a:t>headends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/>
              <a:t>etc</a:t>
            </a:r>
            <a:r>
              <a:rPr lang="en-GB" dirty="0"/>
              <a:t> …</a:t>
            </a:r>
          </a:p>
        </p:txBody>
      </p:sp>
    </p:spTree>
    <p:extLst>
      <p:ext uri="{BB962C8B-B14F-4D97-AF65-F5344CB8AC3E}">
        <p14:creationId xmlns:p14="http://schemas.microsoft.com/office/powerpoint/2010/main" val="206038838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Cloud 70"/>
          <p:cNvSpPr/>
          <p:nvPr/>
        </p:nvSpPr>
        <p:spPr bwMode="auto">
          <a:xfrm rot="11051792">
            <a:off x="927918" y="3364846"/>
            <a:ext cx="1644625" cy="935170"/>
          </a:xfrm>
          <a:prstGeom prst="cloud">
            <a:avLst/>
          </a:prstGeom>
          <a:gradFill flip="none" rotWithShape="1">
            <a:gsLst>
              <a:gs pos="0">
                <a:srgbClr val="E3CAC1">
                  <a:shade val="30000"/>
                  <a:satMod val="115000"/>
                </a:srgbClr>
              </a:gs>
              <a:gs pos="50000">
                <a:srgbClr val="E3CAC1">
                  <a:shade val="67500"/>
                  <a:satMod val="115000"/>
                </a:srgbClr>
              </a:gs>
              <a:gs pos="100000">
                <a:srgbClr val="E3CAC1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grpSp>
        <p:nvGrpSpPr>
          <p:cNvPr id="2" name="Group 68"/>
          <p:cNvGrpSpPr/>
          <p:nvPr/>
        </p:nvGrpSpPr>
        <p:grpSpPr>
          <a:xfrm>
            <a:off x="7066628" y="3710865"/>
            <a:ext cx="1740020" cy="2388094"/>
            <a:chOff x="7057748" y="4039340"/>
            <a:chExt cx="1953087" cy="2396971"/>
          </a:xfrm>
        </p:grpSpPr>
        <p:sp>
          <p:nvSpPr>
            <p:cNvPr id="70" name="Rectangle 69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3" name="Group 85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72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2" imgW="1714739" imgH="1714739" progId="">
                      <p:embed/>
                    </p:oleObj>
                  </mc:Choice>
                  <mc:Fallback>
                    <p:oleObj name="Photo Editor Photo" r:id="rId2" imgW="1714739" imgH="1714739" progId="">
                      <p:embed/>
                      <p:pic>
                        <p:nvPicPr>
                          <p:cNvPr id="72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3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74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4" imgW="1714739" imgH="1133633" progId="">
                      <p:embed/>
                    </p:oleObj>
                  </mc:Choice>
                  <mc:Fallback>
                    <p:oleObj name="Photo Editor Photo" r:id="rId4" imgW="1714739" imgH="1133633" progId="">
                      <p:embed/>
                      <p:pic>
                        <p:nvPicPr>
                          <p:cNvPr id="74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5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4" name="Group 75"/>
          <p:cNvGrpSpPr/>
          <p:nvPr/>
        </p:nvGrpSpPr>
        <p:grpSpPr>
          <a:xfrm>
            <a:off x="7013362" y="3773009"/>
            <a:ext cx="1740020" cy="2388094"/>
            <a:chOff x="7057748" y="4039340"/>
            <a:chExt cx="1953087" cy="2396971"/>
          </a:xfrm>
        </p:grpSpPr>
        <p:sp>
          <p:nvSpPr>
            <p:cNvPr id="77" name="Rectangle 76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5" name="Group 100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79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6" imgW="1714739" imgH="1714739" progId="">
                      <p:embed/>
                    </p:oleObj>
                  </mc:Choice>
                  <mc:Fallback>
                    <p:oleObj name="Photo Editor Photo" r:id="rId6" imgW="1714739" imgH="1714739" progId="">
                      <p:embed/>
                      <p:pic>
                        <p:nvPicPr>
                          <p:cNvPr id="79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0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81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7" imgW="1714739" imgH="1133633" progId="">
                      <p:embed/>
                    </p:oleObj>
                  </mc:Choice>
                  <mc:Fallback>
                    <p:oleObj name="Photo Editor Photo" r:id="rId7" imgW="1714739" imgH="1133633" progId="">
                      <p:embed/>
                      <p:pic>
                        <p:nvPicPr>
                          <p:cNvPr id="81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2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6" name="Group 82"/>
          <p:cNvGrpSpPr/>
          <p:nvPr/>
        </p:nvGrpSpPr>
        <p:grpSpPr>
          <a:xfrm>
            <a:off x="6933463" y="3844030"/>
            <a:ext cx="1740020" cy="2388094"/>
            <a:chOff x="7057748" y="4039340"/>
            <a:chExt cx="1953087" cy="2396971"/>
          </a:xfrm>
        </p:grpSpPr>
        <p:sp>
          <p:nvSpPr>
            <p:cNvPr id="84" name="Rectangle 83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7" name="Group 107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86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8" imgW="1714739" imgH="1714739" progId="">
                      <p:embed/>
                    </p:oleObj>
                  </mc:Choice>
                  <mc:Fallback>
                    <p:oleObj name="Photo Editor Photo" r:id="rId8" imgW="1714739" imgH="1714739" progId="">
                      <p:embed/>
                      <p:pic>
                        <p:nvPicPr>
                          <p:cNvPr id="86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7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88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9" imgW="1714739" imgH="1133633" progId="">
                      <p:embed/>
                    </p:oleObj>
                  </mc:Choice>
                  <mc:Fallback>
                    <p:oleObj name="Photo Editor Photo" r:id="rId9" imgW="1714739" imgH="1133633" progId="">
                      <p:embed/>
                      <p:pic>
                        <p:nvPicPr>
                          <p:cNvPr id="88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9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8" name="Group 89"/>
          <p:cNvGrpSpPr/>
          <p:nvPr/>
        </p:nvGrpSpPr>
        <p:grpSpPr>
          <a:xfrm>
            <a:off x="6862441" y="3923929"/>
            <a:ext cx="1740020" cy="2388094"/>
            <a:chOff x="7057748" y="4039340"/>
            <a:chExt cx="1953087" cy="2396971"/>
          </a:xfrm>
        </p:grpSpPr>
        <p:sp>
          <p:nvSpPr>
            <p:cNvPr id="91" name="Rectangle 90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9" name="Group 74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93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0" imgW="1714739" imgH="1714739" progId="">
                      <p:embed/>
                    </p:oleObj>
                  </mc:Choice>
                  <mc:Fallback>
                    <p:oleObj name="Photo Editor Photo" r:id="rId10" imgW="1714739" imgH="1714739" progId="">
                      <p:embed/>
                      <p:pic>
                        <p:nvPicPr>
                          <p:cNvPr id="93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4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95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1" imgW="1714739" imgH="1133633" progId="">
                      <p:embed/>
                    </p:oleObj>
                  </mc:Choice>
                  <mc:Fallback>
                    <p:oleObj name="Photo Editor Photo" r:id="rId11" imgW="1714739" imgH="1133633" progId="">
                      <p:embed/>
                      <p:pic>
                        <p:nvPicPr>
                          <p:cNvPr id="95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6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0" name="Group 96"/>
          <p:cNvGrpSpPr/>
          <p:nvPr/>
        </p:nvGrpSpPr>
        <p:grpSpPr>
          <a:xfrm>
            <a:off x="6809175" y="3986073"/>
            <a:ext cx="1740020" cy="2388094"/>
            <a:chOff x="7057748" y="4039340"/>
            <a:chExt cx="1953087" cy="2396971"/>
          </a:xfrm>
        </p:grpSpPr>
        <p:sp>
          <p:nvSpPr>
            <p:cNvPr id="98" name="Rectangle 97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11" name="Group 66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100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2" imgW="1714739" imgH="1714739" progId="">
                      <p:embed/>
                    </p:oleObj>
                  </mc:Choice>
                  <mc:Fallback>
                    <p:oleObj name="Photo Editor Photo" r:id="rId12" imgW="1714739" imgH="1714739" progId="">
                      <p:embed/>
                      <p:pic>
                        <p:nvPicPr>
                          <p:cNvPr id="100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1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102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3" imgW="1714739" imgH="1133633" progId="">
                      <p:embed/>
                    </p:oleObj>
                  </mc:Choice>
                  <mc:Fallback>
                    <p:oleObj name="Photo Editor Photo" r:id="rId13" imgW="1714739" imgH="1133633" progId="">
                      <p:embed/>
                      <p:pic>
                        <p:nvPicPr>
                          <p:cNvPr id="102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3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sp>
        <p:nvSpPr>
          <p:cNvPr id="104" name="Cloud 103"/>
          <p:cNvSpPr/>
          <p:nvPr/>
        </p:nvSpPr>
        <p:spPr bwMode="auto">
          <a:xfrm rot="11051792">
            <a:off x="221206" y="911036"/>
            <a:ext cx="2821780" cy="2420596"/>
          </a:xfrm>
          <a:prstGeom prst="cloud">
            <a:avLst/>
          </a:prstGeom>
          <a:solidFill>
            <a:srgbClr val="E3CA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grpSp>
        <p:nvGrpSpPr>
          <p:cNvPr id="12" name="Group 104"/>
          <p:cNvGrpSpPr/>
          <p:nvPr/>
        </p:nvGrpSpPr>
        <p:grpSpPr>
          <a:xfrm>
            <a:off x="6729276" y="4057094"/>
            <a:ext cx="1740020" cy="2388094"/>
            <a:chOff x="7057748" y="4039340"/>
            <a:chExt cx="1953087" cy="2396971"/>
          </a:xfrm>
        </p:grpSpPr>
        <p:sp>
          <p:nvSpPr>
            <p:cNvPr id="106" name="Rectangle 105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13" name="Group 37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108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4" imgW="1714739" imgH="1714739" progId="">
                      <p:embed/>
                    </p:oleObj>
                  </mc:Choice>
                  <mc:Fallback>
                    <p:oleObj name="Photo Editor Photo" r:id="rId14" imgW="1714739" imgH="1714739" progId="">
                      <p:embed/>
                      <p:pic>
                        <p:nvPicPr>
                          <p:cNvPr id="108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9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110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5" imgW="1714739" imgH="1133633" progId="">
                      <p:embed/>
                    </p:oleObj>
                  </mc:Choice>
                  <mc:Fallback>
                    <p:oleObj name="Photo Editor Photo" r:id="rId15" imgW="1714739" imgH="1133633" progId="">
                      <p:embed/>
                      <p:pic>
                        <p:nvPicPr>
                          <p:cNvPr id="110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1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sp>
        <p:nvSpPr>
          <p:cNvPr id="112" name="TextBox 3"/>
          <p:cNvSpPr txBox="1"/>
          <p:nvPr/>
        </p:nvSpPr>
        <p:spPr>
          <a:xfrm>
            <a:off x="381000" y="333375"/>
            <a:ext cx="29514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Media Distribution</a:t>
            </a:r>
          </a:p>
        </p:txBody>
      </p:sp>
      <p:sp>
        <p:nvSpPr>
          <p:cNvPr id="113" name="Rectangle 26"/>
          <p:cNvSpPr>
            <a:spLocks noChangeArrowheads="1"/>
          </p:cNvSpPr>
          <p:nvPr/>
        </p:nvSpPr>
        <p:spPr bwMode="auto">
          <a:xfrm>
            <a:off x="1095725" y="1975335"/>
            <a:ext cx="7397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114" name="Picture 4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81000" y="1149105"/>
            <a:ext cx="2575264" cy="1931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6" name="Text Box 29"/>
          <p:cNvSpPr txBox="1">
            <a:spLocks noChangeArrowheads="1"/>
          </p:cNvSpPr>
          <p:nvPr/>
        </p:nvSpPr>
        <p:spPr bwMode="auto">
          <a:xfrm>
            <a:off x="1642457" y="1698431"/>
            <a:ext cx="1136253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1100" b="1" dirty="0">
                <a:solidFill>
                  <a:srgbClr val="FFFF00"/>
                </a:solidFill>
              </a:rPr>
              <a:t>VOD and </a:t>
            </a:r>
          </a:p>
          <a:p>
            <a:r>
              <a:rPr lang="en-GB" sz="1100" b="1" dirty="0">
                <a:solidFill>
                  <a:srgbClr val="FFFF00"/>
                </a:solidFill>
              </a:rPr>
              <a:t>Various</a:t>
            </a:r>
          </a:p>
          <a:p>
            <a:r>
              <a:rPr lang="en-GB" sz="1100" b="1" dirty="0">
                <a:solidFill>
                  <a:srgbClr val="FFFF00"/>
                </a:solidFill>
              </a:rPr>
              <a:t>Functions</a:t>
            </a:r>
          </a:p>
          <a:p>
            <a:r>
              <a:rPr lang="en-GB" sz="1100" b="1" dirty="0">
                <a:solidFill>
                  <a:srgbClr val="FFFF00"/>
                </a:solidFill>
              </a:rPr>
              <a:t>(Servers, etc)</a:t>
            </a:r>
          </a:p>
          <a:p>
            <a:endParaRPr lang="en-GB" dirty="0">
              <a:solidFill>
                <a:srgbClr val="FFFF00"/>
              </a:solidFill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381000" y="4509857"/>
            <a:ext cx="190629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Access to 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WWW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Telephone N/W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Ingest of Media</a:t>
            </a:r>
          </a:p>
        </p:txBody>
      </p:sp>
      <p:sp>
        <p:nvSpPr>
          <p:cNvPr id="119" name="Up-Down Arrow 24"/>
          <p:cNvSpPr/>
          <p:nvPr/>
        </p:nvSpPr>
        <p:spPr bwMode="auto">
          <a:xfrm>
            <a:off x="1455937" y="2911876"/>
            <a:ext cx="417251" cy="683582"/>
          </a:xfrm>
          <a:prstGeom prst="upDownArrow">
            <a:avLst/>
          </a:prstGeom>
          <a:solidFill>
            <a:srgbClr val="5D748D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20" name="Up-Down Arrow 119"/>
          <p:cNvSpPr/>
          <p:nvPr/>
        </p:nvSpPr>
        <p:spPr bwMode="auto">
          <a:xfrm>
            <a:off x="1553592" y="4163627"/>
            <a:ext cx="417251" cy="683582"/>
          </a:xfrm>
          <a:prstGeom prst="upDownArrow">
            <a:avLst/>
          </a:prstGeom>
          <a:solidFill>
            <a:srgbClr val="5D748D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5503418" y="5397623"/>
            <a:ext cx="12081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Network Access Equipment</a:t>
            </a:r>
          </a:p>
        </p:txBody>
      </p:sp>
      <p:grpSp>
        <p:nvGrpSpPr>
          <p:cNvPr id="14" name="Group 122"/>
          <p:cNvGrpSpPr/>
          <p:nvPr/>
        </p:nvGrpSpPr>
        <p:grpSpPr>
          <a:xfrm>
            <a:off x="6649374" y="4136995"/>
            <a:ext cx="1748901" cy="2361460"/>
            <a:chOff x="7037918" y="4039340"/>
            <a:chExt cx="1953087" cy="2540216"/>
          </a:xfrm>
        </p:grpSpPr>
        <p:sp>
          <p:nvSpPr>
            <p:cNvPr id="124" name="Rectangle 123"/>
            <p:cNvSpPr/>
            <p:nvPr/>
          </p:nvSpPr>
          <p:spPr bwMode="auto">
            <a:xfrm>
              <a:off x="7037918" y="4039340"/>
              <a:ext cx="1953087" cy="2540216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15" name="Group 32"/>
            <p:cNvGrpSpPr/>
            <p:nvPr/>
          </p:nvGrpSpPr>
          <p:grpSpPr>
            <a:xfrm>
              <a:off x="7125021" y="4448324"/>
              <a:ext cx="1746512" cy="2077782"/>
              <a:chOff x="7125021" y="4448324"/>
              <a:chExt cx="1746512" cy="2077782"/>
            </a:xfrm>
          </p:grpSpPr>
          <p:graphicFrame>
            <p:nvGraphicFramePr>
              <p:cNvPr id="126" name="Object 111"/>
              <p:cNvGraphicFramePr>
                <a:graphicFrameLocks noChangeAspect="1"/>
              </p:cNvGraphicFramePr>
              <p:nvPr/>
            </p:nvGraphicFramePr>
            <p:xfrm>
              <a:off x="7549992" y="5278331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7" imgW="1714739" imgH="1714739" progId="">
                      <p:embed/>
                    </p:oleObj>
                  </mc:Choice>
                  <mc:Fallback>
                    <p:oleObj name="Photo Editor Photo" r:id="rId17" imgW="1714739" imgH="1714739" progId="">
                      <p:embed/>
                      <p:pic>
                        <p:nvPicPr>
                          <p:cNvPr id="126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549992" y="5278331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27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062558" y="4971098"/>
                <a:ext cx="111125" cy="850899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128" name="Object 116"/>
              <p:cNvGraphicFramePr>
                <a:graphicFrameLocks noChangeAspect="1"/>
              </p:cNvGraphicFramePr>
              <p:nvPr/>
            </p:nvGraphicFramePr>
            <p:xfrm>
              <a:off x="7880934" y="4448324"/>
              <a:ext cx="990599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8" imgW="1714739" imgH="1133633" progId="">
                      <p:embed/>
                    </p:oleObj>
                  </mc:Choice>
                  <mc:Fallback>
                    <p:oleObj name="Photo Editor Photo" r:id="rId18" imgW="1714739" imgH="1133633" progId="">
                      <p:embed/>
                      <p:pic>
                        <p:nvPicPr>
                          <p:cNvPr id="128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80934" y="4448324"/>
                            <a:ext cx="990599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29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sp>
            <p:nvSpPr>
              <p:cNvPr id="130" name="TextBox 31"/>
              <p:cNvSpPr txBox="1"/>
              <p:nvPr/>
            </p:nvSpPr>
            <p:spPr>
              <a:xfrm>
                <a:off x="7685384" y="5132495"/>
                <a:ext cx="1018112" cy="2979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200" b="1" dirty="0">
                    <a:solidFill>
                      <a:srgbClr val="FFFF00"/>
                    </a:solidFill>
                  </a:rPr>
                  <a:t>STB, etc</a:t>
                </a:r>
              </a:p>
            </p:txBody>
          </p:sp>
        </p:grpSp>
      </p:grpSp>
      <p:cxnSp>
        <p:nvCxnSpPr>
          <p:cNvPr id="131" name="Straight Arrow Connector 130"/>
          <p:cNvCxnSpPr/>
          <p:nvPr/>
        </p:nvCxnSpPr>
        <p:spPr bwMode="auto">
          <a:xfrm flipV="1">
            <a:off x="6516210" y="5388746"/>
            <a:ext cx="292962" cy="221941"/>
          </a:xfrm>
          <a:prstGeom prst="straightConnector1">
            <a:avLst/>
          </a:prstGeom>
          <a:noFill/>
          <a:ln w="28575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32" name="TextBox 131"/>
          <p:cNvSpPr txBox="1"/>
          <p:nvPr/>
        </p:nvSpPr>
        <p:spPr>
          <a:xfrm>
            <a:off x="7146523" y="3292285"/>
            <a:ext cx="16157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End Users</a:t>
            </a:r>
          </a:p>
        </p:txBody>
      </p:sp>
      <p:sp>
        <p:nvSpPr>
          <p:cNvPr id="134" name="Text Box 31"/>
          <p:cNvSpPr txBox="1">
            <a:spLocks noChangeArrowheads="1"/>
          </p:cNvSpPr>
          <p:nvPr/>
        </p:nvSpPr>
        <p:spPr bwMode="auto">
          <a:xfrm>
            <a:off x="381000" y="1149341"/>
            <a:ext cx="16049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 b="1" dirty="0">
                <a:solidFill>
                  <a:srgbClr val="FFFF00"/>
                </a:solidFill>
              </a:rPr>
              <a:t>Video Head-End</a:t>
            </a:r>
            <a:endParaRPr lang="en-GB" sz="1400" dirty="0">
              <a:solidFill>
                <a:srgbClr val="FFFF00"/>
              </a:solidFill>
            </a:endParaRPr>
          </a:p>
        </p:txBody>
      </p:sp>
      <p:pic>
        <p:nvPicPr>
          <p:cNvPr id="144" name="Picture 23" descr="C:\Users\jdfoss\Desktop\Clipboard01.gif"/>
          <p:cNvPicPr>
            <a:picLocks noChangeAspect="1" noChangeArrowheads="1"/>
          </p:cNvPicPr>
          <p:nvPr/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7123193" y="4200807"/>
            <a:ext cx="407782" cy="407782"/>
          </a:xfrm>
          <a:prstGeom prst="rect">
            <a:avLst/>
          </a:prstGeom>
          <a:noFill/>
        </p:spPr>
      </p:pic>
      <p:cxnSp>
        <p:nvCxnSpPr>
          <p:cNvPr id="145" name="Straight Connector 144"/>
          <p:cNvCxnSpPr/>
          <p:nvPr/>
        </p:nvCxnSpPr>
        <p:spPr bwMode="auto">
          <a:xfrm>
            <a:off x="7052650" y="4852657"/>
            <a:ext cx="443619" cy="181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6" name="Straight Connector 145"/>
          <p:cNvCxnSpPr/>
          <p:nvPr/>
        </p:nvCxnSpPr>
        <p:spPr bwMode="auto">
          <a:xfrm>
            <a:off x="7034544" y="4943194"/>
            <a:ext cx="516046" cy="24444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51" name="Up-Down Arrow 150"/>
          <p:cNvSpPr/>
          <p:nvPr/>
        </p:nvSpPr>
        <p:spPr bwMode="auto">
          <a:xfrm rot="17823815">
            <a:off x="3994952" y="2015231"/>
            <a:ext cx="1376038" cy="3160450"/>
          </a:xfrm>
          <a:prstGeom prst="upDownArrow">
            <a:avLst/>
          </a:prstGeom>
          <a:solidFill>
            <a:srgbClr val="E3CAC1"/>
          </a:solidFill>
          <a:ln w="9525" cap="flat" cmpd="sng" algn="ctr">
            <a:solidFill>
              <a:schemeClr val="accent3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3551067" y="2796466"/>
            <a:ext cx="2265364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Distribution Network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Satellite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Cable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Telco Broadband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Terrestrial TV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Web (OTT)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Mobile</a:t>
            </a:r>
          </a:p>
        </p:txBody>
      </p:sp>
    </p:spTree>
    <p:extLst>
      <p:ext uri="{BB962C8B-B14F-4D97-AF65-F5344CB8AC3E}">
        <p14:creationId xmlns:p14="http://schemas.microsoft.com/office/powerpoint/2010/main" val="4063547647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Cloud 69"/>
          <p:cNvSpPr/>
          <p:nvPr/>
        </p:nvSpPr>
        <p:spPr bwMode="auto">
          <a:xfrm rot="11051792">
            <a:off x="927918" y="3364846"/>
            <a:ext cx="1644625" cy="935170"/>
          </a:xfrm>
          <a:prstGeom prst="cloud">
            <a:avLst/>
          </a:prstGeom>
          <a:gradFill flip="none" rotWithShape="1">
            <a:gsLst>
              <a:gs pos="0">
                <a:srgbClr val="E3CAC1">
                  <a:shade val="30000"/>
                  <a:satMod val="115000"/>
                </a:srgbClr>
              </a:gs>
              <a:gs pos="50000">
                <a:srgbClr val="E3CAC1">
                  <a:shade val="67500"/>
                  <a:satMod val="115000"/>
                </a:srgbClr>
              </a:gs>
              <a:gs pos="100000">
                <a:srgbClr val="E3CAC1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pic>
        <p:nvPicPr>
          <p:cNvPr id="72" name="Picture 4"/>
          <p:cNvPicPr>
            <a:picLocks noChangeAspect="1" noChangeArrowheads="1"/>
          </p:cNvPicPr>
          <p:nvPr/>
        </p:nvPicPr>
        <p:blipFill>
          <a:blip r:embed="rId2" cstate="print"/>
          <a:srcRect t="22121"/>
          <a:stretch>
            <a:fillRect/>
          </a:stretch>
        </p:blipFill>
        <p:spPr bwMode="auto">
          <a:xfrm>
            <a:off x="2938509" y="333376"/>
            <a:ext cx="5287575" cy="344350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grpSp>
        <p:nvGrpSpPr>
          <p:cNvPr id="2" name="Group 3"/>
          <p:cNvGrpSpPr/>
          <p:nvPr/>
        </p:nvGrpSpPr>
        <p:grpSpPr>
          <a:xfrm>
            <a:off x="7066628" y="3710865"/>
            <a:ext cx="1740020" cy="2388094"/>
            <a:chOff x="7057748" y="4039340"/>
            <a:chExt cx="1953087" cy="2396971"/>
          </a:xfrm>
        </p:grpSpPr>
        <p:sp>
          <p:nvSpPr>
            <p:cNvPr id="5" name="Rectangle 4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3" name="Group 85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7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3" imgW="1714739" imgH="1714739" progId="">
                      <p:embed/>
                    </p:oleObj>
                  </mc:Choice>
                  <mc:Fallback>
                    <p:oleObj name="Photo Editor Photo" r:id="rId3" imgW="1714739" imgH="1714739" progId="">
                      <p:embed/>
                      <p:pic>
                        <p:nvPicPr>
                          <p:cNvPr id="7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9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5" imgW="1714739" imgH="1133633" progId="">
                      <p:embed/>
                    </p:oleObj>
                  </mc:Choice>
                  <mc:Fallback>
                    <p:oleObj name="Photo Editor Photo" r:id="rId5" imgW="1714739" imgH="1133633" progId="">
                      <p:embed/>
                      <p:pic>
                        <p:nvPicPr>
                          <p:cNvPr id="9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4" name="Group 10"/>
          <p:cNvGrpSpPr/>
          <p:nvPr/>
        </p:nvGrpSpPr>
        <p:grpSpPr>
          <a:xfrm>
            <a:off x="7013362" y="3773009"/>
            <a:ext cx="1740020" cy="2388094"/>
            <a:chOff x="7057748" y="4039340"/>
            <a:chExt cx="1953087" cy="2396971"/>
          </a:xfrm>
        </p:grpSpPr>
        <p:sp>
          <p:nvSpPr>
            <p:cNvPr id="12" name="Rectangle 11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6" name="Group 100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14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7" imgW="1714739" imgH="1714739" progId="">
                      <p:embed/>
                    </p:oleObj>
                  </mc:Choice>
                  <mc:Fallback>
                    <p:oleObj name="Photo Editor Photo" r:id="rId7" imgW="1714739" imgH="1714739" progId="">
                      <p:embed/>
                      <p:pic>
                        <p:nvPicPr>
                          <p:cNvPr id="14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16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8" imgW="1714739" imgH="1133633" progId="">
                      <p:embed/>
                    </p:oleObj>
                  </mc:Choice>
                  <mc:Fallback>
                    <p:oleObj name="Photo Editor Photo" r:id="rId8" imgW="1714739" imgH="1133633" progId="">
                      <p:embed/>
                      <p:pic>
                        <p:nvPicPr>
                          <p:cNvPr id="16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7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1" name="Group 17"/>
          <p:cNvGrpSpPr/>
          <p:nvPr/>
        </p:nvGrpSpPr>
        <p:grpSpPr>
          <a:xfrm>
            <a:off x="6933463" y="3844030"/>
            <a:ext cx="1740020" cy="2388094"/>
            <a:chOff x="7057748" y="4039340"/>
            <a:chExt cx="1953087" cy="2396971"/>
          </a:xfrm>
        </p:grpSpPr>
        <p:sp>
          <p:nvSpPr>
            <p:cNvPr id="19" name="Rectangle 18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13" name="Group 107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21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9" imgW="1714739" imgH="1714739" progId="">
                      <p:embed/>
                    </p:oleObj>
                  </mc:Choice>
                  <mc:Fallback>
                    <p:oleObj name="Photo Editor Photo" r:id="rId9" imgW="1714739" imgH="1714739" progId="">
                      <p:embed/>
                      <p:pic>
                        <p:nvPicPr>
                          <p:cNvPr id="21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2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23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0" imgW="1714739" imgH="1133633" progId="">
                      <p:embed/>
                    </p:oleObj>
                  </mc:Choice>
                  <mc:Fallback>
                    <p:oleObj name="Photo Editor Photo" r:id="rId10" imgW="1714739" imgH="1133633" progId="">
                      <p:embed/>
                      <p:pic>
                        <p:nvPicPr>
                          <p:cNvPr id="23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4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8" name="Group 24"/>
          <p:cNvGrpSpPr/>
          <p:nvPr/>
        </p:nvGrpSpPr>
        <p:grpSpPr>
          <a:xfrm>
            <a:off x="6862441" y="3923929"/>
            <a:ext cx="1740020" cy="2388094"/>
            <a:chOff x="7057748" y="4039340"/>
            <a:chExt cx="1953087" cy="2396971"/>
          </a:xfrm>
        </p:grpSpPr>
        <p:sp>
          <p:nvSpPr>
            <p:cNvPr id="26" name="Rectangle 25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20" name="Group 74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28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1" imgW="1714739" imgH="1714739" progId="">
                      <p:embed/>
                    </p:oleObj>
                  </mc:Choice>
                  <mc:Fallback>
                    <p:oleObj name="Photo Editor Photo" r:id="rId11" imgW="1714739" imgH="1714739" progId="">
                      <p:embed/>
                      <p:pic>
                        <p:nvPicPr>
                          <p:cNvPr id="28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9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30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2" imgW="1714739" imgH="1133633" progId="">
                      <p:embed/>
                    </p:oleObj>
                  </mc:Choice>
                  <mc:Fallback>
                    <p:oleObj name="Photo Editor Photo" r:id="rId12" imgW="1714739" imgH="1133633" progId="">
                      <p:embed/>
                      <p:pic>
                        <p:nvPicPr>
                          <p:cNvPr id="30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1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25" name="Group 31"/>
          <p:cNvGrpSpPr/>
          <p:nvPr/>
        </p:nvGrpSpPr>
        <p:grpSpPr>
          <a:xfrm>
            <a:off x="6809175" y="3986073"/>
            <a:ext cx="1740020" cy="2388094"/>
            <a:chOff x="7057748" y="4039340"/>
            <a:chExt cx="1953087" cy="2396971"/>
          </a:xfrm>
        </p:grpSpPr>
        <p:sp>
          <p:nvSpPr>
            <p:cNvPr id="33" name="Rectangle 32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27" name="Group 66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35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3" imgW="1714739" imgH="1714739" progId="">
                      <p:embed/>
                    </p:oleObj>
                  </mc:Choice>
                  <mc:Fallback>
                    <p:oleObj name="Photo Editor Photo" r:id="rId13" imgW="1714739" imgH="1714739" progId="">
                      <p:embed/>
                      <p:pic>
                        <p:nvPicPr>
                          <p:cNvPr id="35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6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37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4" imgW="1714739" imgH="1133633" progId="">
                      <p:embed/>
                    </p:oleObj>
                  </mc:Choice>
                  <mc:Fallback>
                    <p:oleObj name="Photo Editor Photo" r:id="rId14" imgW="1714739" imgH="1133633" progId="">
                      <p:embed/>
                      <p:pic>
                        <p:nvPicPr>
                          <p:cNvPr id="37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8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sp>
        <p:nvSpPr>
          <p:cNvPr id="39" name="Cloud 38"/>
          <p:cNvSpPr/>
          <p:nvPr/>
        </p:nvSpPr>
        <p:spPr bwMode="auto">
          <a:xfrm rot="11051792">
            <a:off x="221206" y="911036"/>
            <a:ext cx="2821780" cy="2420596"/>
          </a:xfrm>
          <a:prstGeom prst="cloud">
            <a:avLst/>
          </a:prstGeom>
          <a:solidFill>
            <a:srgbClr val="E3CA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grpSp>
        <p:nvGrpSpPr>
          <p:cNvPr id="32" name="Group 39"/>
          <p:cNvGrpSpPr/>
          <p:nvPr/>
        </p:nvGrpSpPr>
        <p:grpSpPr>
          <a:xfrm>
            <a:off x="6729276" y="4057094"/>
            <a:ext cx="1740020" cy="2388094"/>
            <a:chOff x="7057748" y="4039340"/>
            <a:chExt cx="1953087" cy="2396971"/>
          </a:xfrm>
        </p:grpSpPr>
        <p:sp>
          <p:nvSpPr>
            <p:cNvPr id="41" name="Rectangle 40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34" name="Group 37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43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5" imgW="1714739" imgH="1714739" progId="">
                      <p:embed/>
                    </p:oleObj>
                  </mc:Choice>
                  <mc:Fallback>
                    <p:oleObj name="Photo Editor Photo" r:id="rId15" imgW="1714739" imgH="1714739" progId="">
                      <p:embed/>
                      <p:pic>
                        <p:nvPicPr>
                          <p:cNvPr id="43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4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45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6" imgW="1714739" imgH="1133633" progId="">
                      <p:embed/>
                    </p:oleObj>
                  </mc:Choice>
                  <mc:Fallback>
                    <p:oleObj name="Photo Editor Photo" r:id="rId16" imgW="1714739" imgH="1133633" progId="">
                      <p:embed/>
                      <p:pic>
                        <p:nvPicPr>
                          <p:cNvPr id="45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6" name="Rectangle 45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sp>
        <p:nvSpPr>
          <p:cNvPr id="47" name="TextBox 3"/>
          <p:cNvSpPr txBox="1"/>
          <p:nvPr/>
        </p:nvSpPr>
        <p:spPr>
          <a:xfrm>
            <a:off x="381000" y="333375"/>
            <a:ext cx="76514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Media Distribution ...                            ... Satellite</a:t>
            </a:r>
          </a:p>
        </p:txBody>
      </p:sp>
      <p:sp>
        <p:nvSpPr>
          <p:cNvPr id="48" name="Rectangle 26"/>
          <p:cNvSpPr>
            <a:spLocks noChangeArrowheads="1"/>
          </p:cNvSpPr>
          <p:nvPr/>
        </p:nvSpPr>
        <p:spPr bwMode="auto">
          <a:xfrm>
            <a:off x="1095725" y="1975335"/>
            <a:ext cx="7397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49" name="Picture 4"/>
          <p:cNvPicPr>
            <a:picLocks noChangeAspect="1"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381000" y="1149105"/>
            <a:ext cx="2575264" cy="1931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0" name="Text Box 29"/>
          <p:cNvSpPr txBox="1">
            <a:spLocks noChangeArrowheads="1"/>
          </p:cNvSpPr>
          <p:nvPr/>
        </p:nvSpPr>
        <p:spPr bwMode="auto">
          <a:xfrm>
            <a:off x="1642457" y="1698431"/>
            <a:ext cx="1136253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1100" b="1" dirty="0">
                <a:solidFill>
                  <a:srgbClr val="FFFF00"/>
                </a:solidFill>
              </a:rPr>
              <a:t>VOD and </a:t>
            </a:r>
          </a:p>
          <a:p>
            <a:r>
              <a:rPr lang="en-GB" sz="1100" b="1" dirty="0">
                <a:solidFill>
                  <a:srgbClr val="FFFF00"/>
                </a:solidFill>
              </a:rPr>
              <a:t>Various</a:t>
            </a:r>
          </a:p>
          <a:p>
            <a:r>
              <a:rPr lang="en-GB" sz="1100" b="1" dirty="0">
                <a:solidFill>
                  <a:srgbClr val="FFFF00"/>
                </a:solidFill>
              </a:rPr>
              <a:t>Functions</a:t>
            </a:r>
          </a:p>
          <a:p>
            <a:r>
              <a:rPr lang="en-GB" sz="1100" b="1" dirty="0">
                <a:solidFill>
                  <a:srgbClr val="FFFF00"/>
                </a:solidFill>
              </a:rPr>
              <a:t>(Servers, etc)</a:t>
            </a:r>
          </a:p>
          <a:p>
            <a:endParaRPr lang="en-GB" dirty="0">
              <a:solidFill>
                <a:srgbClr val="FFFF00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81000" y="4509857"/>
            <a:ext cx="190629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Access to 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WWW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Telephone N/W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Ingest of Media</a:t>
            </a:r>
          </a:p>
        </p:txBody>
      </p:sp>
      <p:sp>
        <p:nvSpPr>
          <p:cNvPr id="53" name="Up-Down Arrow 24"/>
          <p:cNvSpPr/>
          <p:nvPr/>
        </p:nvSpPr>
        <p:spPr bwMode="auto">
          <a:xfrm>
            <a:off x="1455937" y="2911876"/>
            <a:ext cx="417251" cy="683582"/>
          </a:xfrm>
          <a:prstGeom prst="upDownArrow">
            <a:avLst/>
          </a:prstGeom>
          <a:solidFill>
            <a:srgbClr val="5D748D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4" name="Up-Down Arrow 53"/>
          <p:cNvSpPr/>
          <p:nvPr/>
        </p:nvSpPr>
        <p:spPr bwMode="auto">
          <a:xfrm>
            <a:off x="1553592" y="4163627"/>
            <a:ext cx="417251" cy="683582"/>
          </a:xfrm>
          <a:prstGeom prst="upDownArrow">
            <a:avLst/>
          </a:prstGeom>
          <a:solidFill>
            <a:srgbClr val="5D748D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503418" y="5397623"/>
            <a:ext cx="12081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Network Access Equipment</a:t>
            </a:r>
          </a:p>
        </p:txBody>
      </p:sp>
      <p:grpSp>
        <p:nvGrpSpPr>
          <p:cNvPr id="40" name="Group 55"/>
          <p:cNvGrpSpPr/>
          <p:nvPr/>
        </p:nvGrpSpPr>
        <p:grpSpPr>
          <a:xfrm>
            <a:off x="6649374" y="4136995"/>
            <a:ext cx="1748901" cy="2361460"/>
            <a:chOff x="7037918" y="4039340"/>
            <a:chExt cx="1953087" cy="2540216"/>
          </a:xfrm>
        </p:grpSpPr>
        <p:sp>
          <p:nvSpPr>
            <p:cNvPr id="57" name="Rectangle 56"/>
            <p:cNvSpPr/>
            <p:nvPr/>
          </p:nvSpPr>
          <p:spPr bwMode="auto">
            <a:xfrm>
              <a:off x="7037918" y="4039340"/>
              <a:ext cx="1953087" cy="2540216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42" name="Group 32"/>
            <p:cNvGrpSpPr/>
            <p:nvPr/>
          </p:nvGrpSpPr>
          <p:grpSpPr>
            <a:xfrm>
              <a:off x="7125021" y="4448324"/>
              <a:ext cx="1746512" cy="2077782"/>
              <a:chOff x="7125021" y="4448324"/>
              <a:chExt cx="1746512" cy="2077782"/>
            </a:xfrm>
          </p:grpSpPr>
          <p:graphicFrame>
            <p:nvGraphicFramePr>
              <p:cNvPr id="59" name="Object 111"/>
              <p:cNvGraphicFramePr>
                <a:graphicFrameLocks noChangeAspect="1"/>
              </p:cNvGraphicFramePr>
              <p:nvPr/>
            </p:nvGraphicFramePr>
            <p:xfrm>
              <a:off x="7549992" y="5278331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8" imgW="1714739" imgH="1714739" progId="">
                      <p:embed/>
                    </p:oleObj>
                  </mc:Choice>
                  <mc:Fallback>
                    <p:oleObj name="Photo Editor Photo" r:id="rId18" imgW="1714739" imgH="1714739" progId="">
                      <p:embed/>
                      <p:pic>
                        <p:nvPicPr>
                          <p:cNvPr id="59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549992" y="5278331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0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062558" y="4971098"/>
                <a:ext cx="111125" cy="850899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61" name="Object 116"/>
              <p:cNvGraphicFramePr>
                <a:graphicFrameLocks noChangeAspect="1"/>
              </p:cNvGraphicFramePr>
              <p:nvPr/>
            </p:nvGraphicFramePr>
            <p:xfrm>
              <a:off x="7880934" y="4448324"/>
              <a:ext cx="990599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9" imgW="1714739" imgH="1133633" progId="">
                      <p:embed/>
                    </p:oleObj>
                  </mc:Choice>
                  <mc:Fallback>
                    <p:oleObj name="Photo Editor Photo" r:id="rId19" imgW="1714739" imgH="1133633" progId="">
                      <p:embed/>
                      <p:pic>
                        <p:nvPicPr>
                          <p:cNvPr id="61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80934" y="4448324"/>
                            <a:ext cx="990599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2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sp>
            <p:nvSpPr>
              <p:cNvPr id="63" name="TextBox 31"/>
              <p:cNvSpPr txBox="1"/>
              <p:nvPr/>
            </p:nvSpPr>
            <p:spPr>
              <a:xfrm>
                <a:off x="7685384" y="5132495"/>
                <a:ext cx="1018112" cy="2979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200" b="1" dirty="0">
                    <a:solidFill>
                      <a:srgbClr val="FFFF00"/>
                    </a:solidFill>
                  </a:rPr>
                  <a:t>STB, etc</a:t>
                </a:r>
              </a:p>
            </p:txBody>
          </p:sp>
        </p:grpSp>
      </p:grpSp>
      <p:cxnSp>
        <p:nvCxnSpPr>
          <p:cNvPr id="64" name="Straight Arrow Connector 63"/>
          <p:cNvCxnSpPr/>
          <p:nvPr/>
        </p:nvCxnSpPr>
        <p:spPr bwMode="auto">
          <a:xfrm flipV="1">
            <a:off x="6516210" y="5388746"/>
            <a:ext cx="292962" cy="221941"/>
          </a:xfrm>
          <a:prstGeom prst="straightConnector1">
            <a:avLst/>
          </a:prstGeom>
          <a:noFill/>
          <a:ln w="28575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5" name="TextBox 64"/>
          <p:cNvSpPr txBox="1"/>
          <p:nvPr/>
        </p:nvSpPr>
        <p:spPr>
          <a:xfrm>
            <a:off x="7146523" y="3292285"/>
            <a:ext cx="16157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End Users</a:t>
            </a:r>
          </a:p>
        </p:txBody>
      </p:sp>
      <p:sp>
        <p:nvSpPr>
          <p:cNvPr id="66" name="Text Box 31"/>
          <p:cNvSpPr txBox="1">
            <a:spLocks noChangeArrowheads="1"/>
          </p:cNvSpPr>
          <p:nvPr/>
        </p:nvSpPr>
        <p:spPr bwMode="auto">
          <a:xfrm>
            <a:off x="381000" y="1149341"/>
            <a:ext cx="16049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 b="1" dirty="0">
                <a:solidFill>
                  <a:srgbClr val="FFFF00"/>
                </a:solidFill>
              </a:rPr>
              <a:t>Video Head-End</a:t>
            </a:r>
            <a:endParaRPr lang="en-GB" sz="1400" dirty="0">
              <a:solidFill>
                <a:srgbClr val="FFFF00"/>
              </a:solidFill>
            </a:endParaRPr>
          </a:p>
        </p:txBody>
      </p:sp>
      <p:pic>
        <p:nvPicPr>
          <p:cNvPr id="67" name="Picture 23" descr="C:\Users\jdfoss\Desktop\Clipboard01.gif"/>
          <p:cNvPicPr>
            <a:picLocks noChangeAspect="1" noChangeArrowheads="1"/>
          </p:cNvPicPr>
          <p:nvPr/>
        </p:nvPicPr>
        <p:blipFill>
          <a:blip r:embed="rId20" cstate="print"/>
          <a:srcRect/>
          <a:stretch>
            <a:fillRect/>
          </a:stretch>
        </p:blipFill>
        <p:spPr bwMode="auto">
          <a:xfrm>
            <a:off x="7123193" y="4200807"/>
            <a:ext cx="407782" cy="407782"/>
          </a:xfrm>
          <a:prstGeom prst="rect">
            <a:avLst/>
          </a:prstGeom>
          <a:noFill/>
        </p:spPr>
      </p:pic>
      <p:cxnSp>
        <p:nvCxnSpPr>
          <p:cNvPr id="68" name="Straight Connector 67"/>
          <p:cNvCxnSpPr/>
          <p:nvPr/>
        </p:nvCxnSpPr>
        <p:spPr bwMode="auto">
          <a:xfrm>
            <a:off x="7052650" y="4852657"/>
            <a:ext cx="443619" cy="181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9" name="Straight Connector 68"/>
          <p:cNvCxnSpPr/>
          <p:nvPr/>
        </p:nvCxnSpPr>
        <p:spPr bwMode="auto">
          <a:xfrm>
            <a:off x="7034544" y="4943194"/>
            <a:ext cx="516046" cy="24444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3" name="Freeform 72"/>
          <p:cNvSpPr/>
          <p:nvPr/>
        </p:nvSpPr>
        <p:spPr bwMode="auto">
          <a:xfrm>
            <a:off x="6381907" y="3178206"/>
            <a:ext cx="1279522" cy="1875337"/>
          </a:xfrm>
          <a:custGeom>
            <a:avLst/>
            <a:gdLst>
              <a:gd name="connsiteX0" fmla="*/ 1279522 w 1279522"/>
              <a:gd name="connsiteY0" fmla="*/ 0 h 1875337"/>
              <a:gd name="connsiteX1" fmla="*/ 1270644 w 1279522"/>
              <a:gd name="connsiteY1" fmla="*/ 26633 h 1875337"/>
              <a:gd name="connsiteX2" fmla="*/ 1217378 w 1279522"/>
              <a:gd name="connsiteY2" fmla="*/ 44388 h 1875337"/>
              <a:gd name="connsiteX3" fmla="*/ 1190745 w 1279522"/>
              <a:gd name="connsiteY3" fmla="*/ 53266 h 1875337"/>
              <a:gd name="connsiteX4" fmla="*/ 871149 w 1279522"/>
              <a:gd name="connsiteY4" fmla="*/ 62144 h 1875337"/>
              <a:gd name="connsiteX5" fmla="*/ 853394 w 1279522"/>
              <a:gd name="connsiteY5" fmla="*/ 88777 h 1875337"/>
              <a:gd name="connsiteX6" fmla="*/ 835639 w 1279522"/>
              <a:gd name="connsiteY6" fmla="*/ 142043 h 1875337"/>
              <a:gd name="connsiteX7" fmla="*/ 817883 w 1279522"/>
              <a:gd name="connsiteY7" fmla="*/ 168676 h 1875337"/>
              <a:gd name="connsiteX8" fmla="*/ 764617 w 1279522"/>
              <a:gd name="connsiteY8" fmla="*/ 177553 h 1875337"/>
              <a:gd name="connsiteX9" fmla="*/ 542676 w 1279522"/>
              <a:gd name="connsiteY9" fmla="*/ 186431 h 1875337"/>
              <a:gd name="connsiteX10" fmla="*/ 533798 w 1279522"/>
              <a:gd name="connsiteY10" fmla="*/ 213064 h 1875337"/>
              <a:gd name="connsiteX11" fmla="*/ 524920 w 1279522"/>
              <a:gd name="connsiteY11" fmla="*/ 301841 h 1875337"/>
              <a:gd name="connsiteX12" fmla="*/ 471654 w 1279522"/>
              <a:gd name="connsiteY12" fmla="*/ 355107 h 1875337"/>
              <a:gd name="connsiteX13" fmla="*/ 453899 w 1279522"/>
              <a:gd name="connsiteY13" fmla="*/ 381740 h 1875337"/>
              <a:gd name="connsiteX14" fmla="*/ 400633 w 1279522"/>
              <a:gd name="connsiteY14" fmla="*/ 408373 h 1875337"/>
              <a:gd name="connsiteX15" fmla="*/ 338489 w 1279522"/>
              <a:gd name="connsiteY15" fmla="*/ 479394 h 1875337"/>
              <a:gd name="connsiteX16" fmla="*/ 329611 w 1279522"/>
              <a:gd name="connsiteY16" fmla="*/ 506027 h 1875337"/>
              <a:gd name="connsiteX17" fmla="*/ 320734 w 1279522"/>
              <a:gd name="connsiteY17" fmla="*/ 550415 h 1875337"/>
              <a:gd name="connsiteX18" fmla="*/ 302978 w 1279522"/>
              <a:gd name="connsiteY18" fmla="*/ 577048 h 1875337"/>
              <a:gd name="connsiteX19" fmla="*/ 258590 w 1279522"/>
              <a:gd name="connsiteY19" fmla="*/ 621437 h 1875337"/>
              <a:gd name="connsiteX20" fmla="*/ 223079 w 1279522"/>
              <a:gd name="connsiteY20" fmla="*/ 692458 h 1875337"/>
              <a:gd name="connsiteX21" fmla="*/ 205324 w 1279522"/>
              <a:gd name="connsiteY21" fmla="*/ 763479 h 1875337"/>
              <a:gd name="connsiteX22" fmla="*/ 196446 w 1279522"/>
              <a:gd name="connsiteY22" fmla="*/ 852256 h 1875337"/>
              <a:gd name="connsiteX23" fmla="*/ 169813 w 1279522"/>
              <a:gd name="connsiteY23" fmla="*/ 870011 h 1875337"/>
              <a:gd name="connsiteX24" fmla="*/ 107670 w 1279522"/>
              <a:gd name="connsiteY24" fmla="*/ 941033 h 1875337"/>
              <a:gd name="connsiteX25" fmla="*/ 89914 w 1279522"/>
              <a:gd name="connsiteY25" fmla="*/ 994299 h 1875337"/>
              <a:gd name="connsiteX26" fmla="*/ 72159 w 1279522"/>
              <a:gd name="connsiteY26" fmla="*/ 1065320 h 1875337"/>
              <a:gd name="connsiteX27" fmla="*/ 54404 w 1279522"/>
              <a:gd name="connsiteY27" fmla="*/ 1083076 h 1875337"/>
              <a:gd name="connsiteX28" fmla="*/ 45526 w 1279522"/>
              <a:gd name="connsiteY28" fmla="*/ 1207363 h 1875337"/>
              <a:gd name="connsiteX29" fmla="*/ 27771 w 1279522"/>
              <a:gd name="connsiteY29" fmla="*/ 1349406 h 1875337"/>
              <a:gd name="connsiteX30" fmla="*/ 10015 w 1279522"/>
              <a:gd name="connsiteY30" fmla="*/ 1376039 h 1875337"/>
              <a:gd name="connsiteX31" fmla="*/ 36648 w 1279522"/>
              <a:gd name="connsiteY31" fmla="*/ 1509204 h 1875337"/>
              <a:gd name="connsiteX32" fmla="*/ 54404 w 1279522"/>
              <a:gd name="connsiteY32" fmla="*/ 1526959 h 1875337"/>
              <a:gd name="connsiteX33" fmla="*/ 45526 w 1279522"/>
              <a:gd name="connsiteY33" fmla="*/ 1580225 h 1875337"/>
              <a:gd name="connsiteX34" fmla="*/ 18893 w 1279522"/>
              <a:gd name="connsiteY34" fmla="*/ 1597980 h 1875337"/>
              <a:gd name="connsiteX35" fmla="*/ 1138 w 1279522"/>
              <a:gd name="connsiteY35" fmla="*/ 1651246 h 1875337"/>
              <a:gd name="connsiteX36" fmla="*/ 10015 w 1279522"/>
              <a:gd name="connsiteY36" fmla="*/ 1686757 h 1875337"/>
              <a:gd name="connsiteX37" fmla="*/ 18893 w 1279522"/>
              <a:gd name="connsiteY37" fmla="*/ 1713390 h 1875337"/>
              <a:gd name="connsiteX38" fmla="*/ 45526 w 1279522"/>
              <a:gd name="connsiteY38" fmla="*/ 1802167 h 1875337"/>
              <a:gd name="connsiteX39" fmla="*/ 54404 w 1279522"/>
              <a:gd name="connsiteY39" fmla="*/ 1828800 h 1875337"/>
              <a:gd name="connsiteX40" fmla="*/ 81037 w 1279522"/>
              <a:gd name="connsiteY40" fmla="*/ 1846555 h 1875337"/>
              <a:gd name="connsiteX41" fmla="*/ 134303 w 1279522"/>
              <a:gd name="connsiteY41" fmla="*/ 1873188 h 1875337"/>
              <a:gd name="connsiteX42" fmla="*/ 231957 w 1279522"/>
              <a:gd name="connsiteY42" fmla="*/ 1864311 h 1875337"/>
              <a:gd name="connsiteX43" fmla="*/ 285223 w 1279522"/>
              <a:gd name="connsiteY43" fmla="*/ 1846555 h 1875337"/>
              <a:gd name="connsiteX44" fmla="*/ 311856 w 1279522"/>
              <a:gd name="connsiteY44" fmla="*/ 1837677 h 1875337"/>
              <a:gd name="connsiteX45" fmla="*/ 329611 w 1279522"/>
              <a:gd name="connsiteY45" fmla="*/ 1837677 h 1875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279522" h="1875337">
                <a:moveTo>
                  <a:pt x="1279522" y="0"/>
                </a:moveTo>
                <a:cubicBezTo>
                  <a:pt x="1276563" y="8878"/>
                  <a:pt x="1278259" y="21194"/>
                  <a:pt x="1270644" y="26633"/>
                </a:cubicBezTo>
                <a:cubicBezTo>
                  <a:pt x="1255414" y="37511"/>
                  <a:pt x="1235133" y="38470"/>
                  <a:pt x="1217378" y="44388"/>
                </a:cubicBezTo>
                <a:cubicBezTo>
                  <a:pt x="1208500" y="47347"/>
                  <a:pt x="1200099" y="53006"/>
                  <a:pt x="1190745" y="53266"/>
                </a:cubicBezTo>
                <a:lnTo>
                  <a:pt x="871149" y="62144"/>
                </a:lnTo>
                <a:cubicBezTo>
                  <a:pt x="865231" y="71022"/>
                  <a:pt x="857727" y="79027"/>
                  <a:pt x="853394" y="88777"/>
                </a:cubicBezTo>
                <a:cubicBezTo>
                  <a:pt x="845793" y="105880"/>
                  <a:pt x="846021" y="126471"/>
                  <a:pt x="835639" y="142043"/>
                </a:cubicBezTo>
                <a:cubicBezTo>
                  <a:pt x="829720" y="150921"/>
                  <a:pt x="827426" y="163904"/>
                  <a:pt x="817883" y="168676"/>
                </a:cubicBezTo>
                <a:cubicBezTo>
                  <a:pt x="801783" y="176726"/>
                  <a:pt x="782580" y="176394"/>
                  <a:pt x="764617" y="177553"/>
                </a:cubicBezTo>
                <a:cubicBezTo>
                  <a:pt x="690731" y="182320"/>
                  <a:pt x="616656" y="183472"/>
                  <a:pt x="542676" y="186431"/>
                </a:cubicBezTo>
                <a:cubicBezTo>
                  <a:pt x="539717" y="195309"/>
                  <a:pt x="535221" y="203815"/>
                  <a:pt x="533798" y="213064"/>
                </a:cubicBezTo>
                <a:cubicBezTo>
                  <a:pt x="529276" y="242458"/>
                  <a:pt x="533090" y="273245"/>
                  <a:pt x="524920" y="301841"/>
                </a:cubicBezTo>
                <a:cubicBezTo>
                  <a:pt x="517147" y="329045"/>
                  <a:pt x="492380" y="341289"/>
                  <a:pt x="471654" y="355107"/>
                </a:cubicBezTo>
                <a:cubicBezTo>
                  <a:pt x="465736" y="363985"/>
                  <a:pt x="461444" y="374195"/>
                  <a:pt x="453899" y="381740"/>
                </a:cubicBezTo>
                <a:cubicBezTo>
                  <a:pt x="436690" y="398949"/>
                  <a:pt x="422293" y="401153"/>
                  <a:pt x="400633" y="408373"/>
                </a:cubicBezTo>
                <a:cubicBezTo>
                  <a:pt x="377489" y="431516"/>
                  <a:pt x="353171" y="450030"/>
                  <a:pt x="338489" y="479394"/>
                </a:cubicBezTo>
                <a:cubicBezTo>
                  <a:pt x="334304" y="487764"/>
                  <a:pt x="331881" y="496948"/>
                  <a:pt x="329611" y="506027"/>
                </a:cubicBezTo>
                <a:cubicBezTo>
                  <a:pt x="325951" y="520665"/>
                  <a:pt x="326032" y="536287"/>
                  <a:pt x="320734" y="550415"/>
                </a:cubicBezTo>
                <a:cubicBezTo>
                  <a:pt x="316988" y="560405"/>
                  <a:pt x="310004" y="569018"/>
                  <a:pt x="302978" y="577048"/>
                </a:cubicBezTo>
                <a:cubicBezTo>
                  <a:pt x="289199" y="592796"/>
                  <a:pt x="258590" y="621437"/>
                  <a:pt x="258590" y="621437"/>
                </a:cubicBezTo>
                <a:cubicBezTo>
                  <a:pt x="238188" y="682644"/>
                  <a:pt x="254069" y="661469"/>
                  <a:pt x="223079" y="692458"/>
                </a:cubicBezTo>
                <a:cubicBezTo>
                  <a:pt x="213122" y="722331"/>
                  <a:pt x="210085" y="727773"/>
                  <a:pt x="205324" y="763479"/>
                </a:cubicBezTo>
                <a:cubicBezTo>
                  <a:pt x="201393" y="792958"/>
                  <a:pt x="205851" y="824042"/>
                  <a:pt x="196446" y="852256"/>
                </a:cubicBezTo>
                <a:cubicBezTo>
                  <a:pt x="193072" y="862378"/>
                  <a:pt x="177843" y="862985"/>
                  <a:pt x="169813" y="870011"/>
                </a:cubicBezTo>
                <a:cubicBezTo>
                  <a:pt x="154010" y="883838"/>
                  <a:pt x="118609" y="916420"/>
                  <a:pt x="107670" y="941033"/>
                </a:cubicBezTo>
                <a:cubicBezTo>
                  <a:pt x="100069" y="958136"/>
                  <a:pt x="93584" y="975947"/>
                  <a:pt x="89914" y="994299"/>
                </a:cubicBezTo>
                <a:cubicBezTo>
                  <a:pt x="88004" y="1003851"/>
                  <a:pt x="80350" y="1051668"/>
                  <a:pt x="72159" y="1065320"/>
                </a:cubicBezTo>
                <a:cubicBezTo>
                  <a:pt x="67853" y="1072497"/>
                  <a:pt x="60322" y="1077157"/>
                  <a:pt x="54404" y="1083076"/>
                </a:cubicBezTo>
                <a:cubicBezTo>
                  <a:pt x="29103" y="1158976"/>
                  <a:pt x="34326" y="1117771"/>
                  <a:pt x="45526" y="1207363"/>
                </a:cubicBezTo>
                <a:cubicBezTo>
                  <a:pt x="43833" y="1229373"/>
                  <a:pt x="46932" y="1311084"/>
                  <a:pt x="27771" y="1349406"/>
                </a:cubicBezTo>
                <a:cubicBezTo>
                  <a:pt x="22999" y="1358949"/>
                  <a:pt x="15934" y="1367161"/>
                  <a:pt x="10015" y="1376039"/>
                </a:cubicBezTo>
                <a:cubicBezTo>
                  <a:pt x="16864" y="1458226"/>
                  <a:pt x="0" y="1463395"/>
                  <a:pt x="36648" y="1509204"/>
                </a:cubicBezTo>
                <a:cubicBezTo>
                  <a:pt x="41877" y="1515740"/>
                  <a:pt x="48485" y="1521041"/>
                  <a:pt x="54404" y="1526959"/>
                </a:cubicBezTo>
                <a:cubicBezTo>
                  <a:pt x="51445" y="1544714"/>
                  <a:pt x="53576" y="1564125"/>
                  <a:pt x="45526" y="1580225"/>
                </a:cubicBezTo>
                <a:cubicBezTo>
                  <a:pt x="40754" y="1589768"/>
                  <a:pt x="24548" y="1588932"/>
                  <a:pt x="18893" y="1597980"/>
                </a:cubicBezTo>
                <a:cubicBezTo>
                  <a:pt x="8974" y="1613851"/>
                  <a:pt x="1138" y="1651246"/>
                  <a:pt x="1138" y="1651246"/>
                </a:cubicBezTo>
                <a:cubicBezTo>
                  <a:pt x="4097" y="1663083"/>
                  <a:pt x="6663" y="1675025"/>
                  <a:pt x="10015" y="1686757"/>
                </a:cubicBezTo>
                <a:cubicBezTo>
                  <a:pt x="12586" y="1695755"/>
                  <a:pt x="17219" y="1704183"/>
                  <a:pt x="18893" y="1713390"/>
                </a:cubicBezTo>
                <a:cubicBezTo>
                  <a:pt x="34318" y="1798226"/>
                  <a:pt x="8969" y="1765608"/>
                  <a:pt x="45526" y="1802167"/>
                </a:cubicBezTo>
                <a:cubicBezTo>
                  <a:pt x="48485" y="1811045"/>
                  <a:pt x="48558" y="1821493"/>
                  <a:pt x="54404" y="1828800"/>
                </a:cubicBezTo>
                <a:cubicBezTo>
                  <a:pt x="61069" y="1837131"/>
                  <a:pt x="72706" y="1839890"/>
                  <a:pt x="81037" y="1846555"/>
                </a:cubicBezTo>
                <a:cubicBezTo>
                  <a:pt x="117014" y="1875337"/>
                  <a:pt x="76685" y="1858785"/>
                  <a:pt x="134303" y="1873188"/>
                </a:cubicBezTo>
                <a:cubicBezTo>
                  <a:pt x="166854" y="1870229"/>
                  <a:pt x="199769" y="1869991"/>
                  <a:pt x="231957" y="1864311"/>
                </a:cubicBezTo>
                <a:cubicBezTo>
                  <a:pt x="250388" y="1861058"/>
                  <a:pt x="267468" y="1852474"/>
                  <a:pt x="285223" y="1846555"/>
                </a:cubicBezTo>
                <a:cubicBezTo>
                  <a:pt x="294101" y="1843596"/>
                  <a:pt x="302498" y="1837677"/>
                  <a:pt x="311856" y="1837677"/>
                </a:cubicBezTo>
                <a:lnTo>
                  <a:pt x="329611" y="1837677"/>
                </a:lnTo>
              </a:path>
            </a:pathLst>
          </a:custGeom>
          <a:noFill/>
          <a:ln w="762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9149975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Cloud 68"/>
          <p:cNvSpPr/>
          <p:nvPr/>
        </p:nvSpPr>
        <p:spPr bwMode="auto">
          <a:xfrm rot="11051792">
            <a:off x="927918" y="3364846"/>
            <a:ext cx="1644625" cy="935170"/>
          </a:xfrm>
          <a:prstGeom prst="cloud">
            <a:avLst/>
          </a:prstGeom>
          <a:gradFill flip="none" rotWithShape="1">
            <a:gsLst>
              <a:gs pos="0">
                <a:srgbClr val="E3CAC1">
                  <a:shade val="30000"/>
                  <a:satMod val="115000"/>
                </a:srgbClr>
              </a:gs>
              <a:gs pos="50000">
                <a:srgbClr val="E3CAC1">
                  <a:shade val="67500"/>
                  <a:satMod val="115000"/>
                </a:srgbClr>
              </a:gs>
              <a:gs pos="100000">
                <a:srgbClr val="E3CAC1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7066628" y="3710865"/>
            <a:ext cx="1740020" cy="2388094"/>
            <a:chOff x="7057748" y="4039340"/>
            <a:chExt cx="1953087" cy="2396971"/>
          </a:xfrm>
        </p:grpSpPr>
        <p:sp>
          <p:nvSpPr>
            <p:cNvPr id="6" name="Rectangle 5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3" name="Group 85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8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2" imgW="1714739" imgH="1714739" progId="">
                      <p:embed/>
                    </p:oleObj>
                  </mc:Choice>
                  <mc:Fallback>
                    <p:oleObj name="Photo Editor Photo" r:id="rId2" imgW="1714739" imgH="1714739" progId="">
                      <p:embed/>
                      <p:pic>
                        <p:nvPicPr>
                          <p:cNvPr id="8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10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4" imgW="1714739" imgH="1133633" progId="">
                      <p:embed/>
                    </p:oleObj>
                  </mc:Choice>
                  <mc:Fallback>
                    <p:oleObj name="Photo Editor Photo" r:id="rId4" imgW="1714739" imgH="1133633" progId="">
                      <p:embed/>
                      <p:pic>
                        <p:nvPicPr>
                          <p:cNvPr id="10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4" name="Group 11"/>
          <p:cNvGrpSpPr/>
          <p:nvPr/>
        </p:nvGrpSpPr>
        <p:grpSpPr>
          <a:xfrm>
            <a:off x="7013362" y="3773009"/>
            <a:ext cx="1740020" cy="2388094"/>
            <a:chOff x="7057748" y="4039340"/>
            <a:chExt cx="1953087" cy="2396971"/>
          </a:xfrm>
        </p:grpSpPr>
        <p:sp>
          <p:nvSpPr>
            <p:cNvPr id="13" name="Rectangle 12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5" name="Group 100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15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6" imgW="1714739" imgH="1714739" progId="">
                      <p:embed/>
                    </p:oleObj>
                  </mc:Choice>
                  <mc:Fallback>
                    <p:oleObj name="Photo Editor Photo" r:id="rId6" imgW="1714739" imgH="1714739" progId="">
                      <p:embed/>
                      <p:pic>
                        <p:nvPicPr>
                          <p:cNvPr id="15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6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17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7" imgW="1714739" imgH="1133633" progId="">
                      <p:embed/>
                    </p:oleObj>
                  </mc:Choice>
                  <mc:Fallback>
                    <p:oleObj name="Photo Editor Photo" r:id="rId7" imgW="1714739" imgH="1133633" progId="">
                      <p:embed/>
                      <p:pic>
                        <p:nvPicPr>
                          <p:cNvPr id="17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8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7" name="Group 18"/>
          <p:cNvGrpSpPr/>
          <p:nvPr/>
        </p:nvGrpSpPr>
        <p:grpSpPr>
          <a:xfrm>
            <a:off x="6933463" y="3844030"/>
            <a:ext cx="1740020" cy="2388094"/>
            <a:chOff x="7057748" y="4039340"/>
            <a:chExt cx="1953087" cy="2396971"/>
          </a:xfrm>
        </p:grpSpPr>
        <p:sp>
          <p:nvSpPr>
            <p:cNvPr id="20" name="Rectangle 19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12" name="Group 107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22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8" imgW="1714739" imgH="1714739" progId="">
                      <p:embed/>
                    </p:oleObj>
                  </mc:Choice>
                  <mc:Fallback>
                    <p:oleObj name="Photo Editor Photo" r:id="rId8" imgW="1714739" imgH="1714739" progId="">
                      <p:embed/>
                      <p:pic>
                        <p:nvPicPr>
                          <p:cNvPr id="22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3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24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9" imgW="1714739" imgH="1133633" progId="">
                      <p:embed/>
                    </p:oleObj>
                  </mc:Choice>
                  <mc:Fallback>
                    <p:oleObj name="Photo Editor Photo" r:id="rId9" imgW="1714739" imgH="1133633" progId="">
                      <p:embed/>
                      <p:pic>
                        <p:nvPicPr>
                          <p:cNvPr id="24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5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4" name="Group 25"/>
          <p:cNvGrpSpPr/>
          <p:nvPr/>
        </p:nvGrpSpPr>
        <p:grpSpPr>
          <a:xfrm>
            <a:off x="6862441" y="3923929"/>
            <a:ext cx="1740020" cy="2388094"/>
            <a:chOff x="7057748" y="4039340"/>
            <a:chExt cx="1953087" cy="2396971"/>
          </a:xfrm>
        </p:grpSpPr>
        <p:sp>
          <p:nvSpPr>
            <p:cNvPr id="27" name="Rectangle 26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19" name="Group 74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29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0" imgW="1714739" imgH="1714739" progId="">
                      <p:embed/>
                    </p:oleObj>
                  </mc:Choice>
                  <mc:Fallback>
                    <p:oleObj name="Photo Editor Photo" r:id="rId10" imgW="1714739" imgH="1714739" progId="">
                      <p:embed/>
                      <p:pic>
                        <p:nvPicPr>
                          <p:cNvPr id="29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0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31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1" imgW="1714739" imgH="1133633" progId="">
                      <p:embed/>
                    </p:oleObj>
                  </mc:Choice>
                  <mc:Fallback>
                    <p:oleObj name="Photo Editor Photo" r:id="rId11" imgW="1714739" imgH="1133633" progId="">
                      <p:embed/>
                      <p:pic>
                        <p:nvPicPr>
                          <p:cNvPr id="31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2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21" name="Group 32"/>
          <p:cNvGrpSpPr/>
          <p:nvPr/>
        </p:nvGrpSpPr>
        <p:grpSpPr>
          <a:xfrm>
            <a:off x="6809175" y="3986073"/>
            <a:ext cx="1740020" cy="2388094"/>
            <a:chOff x="7057748" y="4039340"/>
            <a:chExt cx="1953087" cy="2396971"/>
          </a:xfrm>
        </p:grpSpPr>
        <p:sp>
          <p:nvSpPr>
            <p:cNvPr id="34" name="Rectangle 33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26" name="Group 66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36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2" imgW="1714739" imgH="1714739" progId="">
                      <p:embed/>
                    </p:oleObj>
                  </mc:Choice>
                  <mc:Fallback>
                    <p:oleObj name="Photo Editor Photo" r:id="rId12" imgW="1714739" imgH="1714739" progId="">
                      <p:embed/>
                      <p:pic>
                        <p:nvPicPr>
                          <p:cNvPr id="36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7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38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3" imgW="1714739" imgH="1133633" progId="">
                      <p:embed/>
                    </p:oleObj>
                  </mc:Choice>
                  <mc:Fallback>
                    <p:oleObj name="Photo Editor Photo" r:id="rId13" imgW="1714739" imgH="1133633" progId="">
                      <p:embed/>
                      <p:pic>
                        <p:nvPicPr>
                          <p:cNvPr id="38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9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sp>
        <p:nvSpPr>
          <p:cNvPr id="40" name="Cloud 39"/>
          <p:cNvSpPr/>
          <p:nvPr/>
        </p:nvSpPr>
        <p:spPr bwMode="auto">
          <a:xfrm rot="11051792">
            <a:off x="221206" y="911036"/>
            <a:ext cx="2821780" cy="2420596"/>
          </a:xfrm>
          <a:prstGeom prst="cloud">
            <a:avLst/>
          </a:prstGeom>
          <a:solidFill>
            <a:srgbClr val="E3CA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grpSp>
        <p:nvGrpSpPr>
          <p:cNvPr id="28" name="Group 40"/>
          <p:cNvGrpSpPr/>
          <p:nvPr/>
        </p:nvGrpSpPr>
        <p:grpSpPr>
          <a:xfrm>
            <a:off x="6729276" y="4057094"/>
            <a:ext cx="1740020" cy="2388094"/>
            <a:chOff x="7057748" y="4039340"/>
            <a:chExt cx="1953087" cy="2396971"/>
          </a:xfrm>
        </p:grpSpPr>
        <p:sp>
          <p:nvSpPr>
            <p:cNvPr id="42" name="Rectangle 41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33" name="Group 37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44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4" imgW="1714739" imgH="1714739" progId="">
                      <p:embed/>
                    </p:oleObj>
                  </mc:Choice>
                  <mc:Fallback>
                    <p:oleObj name="Photo Editor Photo" r:id="rId14" imgW="1714739" imgH="1714739" progId="">
                      <p:embed/>
                      <p:pic>
                        <p:nvPicPr>
                          <p:cNvPr id="44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5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46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5" imgW="1714739" imgH="1133633" progId="">
                      <p:embed/>
                    </p:oleObj>
                  </mc:Choice>
                  <mc:Fallback>
                    <p:oleObj name="Photo Editor Photo" r:id="rId15" imgW="1714739" imgH="1133633" progId="">
                      <p:embed/>
                      <p:pic>
                        <p:nvPicPr>
                          <p:cNvPr id="46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7" name="Rectangle 46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sp>
        <p:nvSpPr>
          <p:cNvPr id="48" name="TextBox 3"/>
          <p:cNvSpPr txBox="1"/>
          <p:nvPr/>
        </p:nvSpPr>
        <p:spPr>
          <a:xfrm>
            <a:off x="381000" y="333375"/>
            <a:ext cx="70647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Media Distribution - Digital Terrestrial (DTTV)</a:t>
            </a:r>
          </a:p>
        </p:txBody>
      </p:sp>
      <p:sp>
        <p:nvSpPr>
          <p:cNvPr id="49" name="Rectangle 26"/>
          <p:cNvSpPr>
            <a:spLocks noChangeArrowheads="1"/>
          </p:cNvSpPr>
          <p:nvPr/>
        </p:nvSpPr>
        <p:spPr bwMode="auto">
          <a:xfrm>
            <a:off x="1095725" y="1975335"/>
            <a:ext cx="7397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50" name="Picture 4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81000" y="1149105"/>
            <a:ext cx="2575264" cy="1931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" name="Text Box 29"/>
          <p:cNvSpPr txBox="1">
            <a:spLocks noChangeArrowheads="1"/>
          </p:cNvSpPr>
          <p:nvPr/>
        </p:nvSpPr>
        <p:spPr bwMode="auto">
          <a:xfrm>
            <a:off x="1642457" y="1698431"/>
            <a:ext cx="1136253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1100" b="1" dirty="0">
                <a:solidFill>
                  <a:srgbClr val="FFFF00"/>
                </a:solidFill>
              </a:rPr>
              <a:t>VOD and </a:t>
            </a:r>
          </a:p>
          <a:p>
            <a:r>
              <a:rPr lang="en-GB" sz="1100" b="1" dirty="0">
                <a:solidFill>
                  <a:srgbClr val="FFFF00"/>
                </a:solidFill>
              </a:rPr>
              <a:t>Various</a:t>
            </a:r>
          </a:p>
          <a:p>
            <a:r>
              <a:rPr lang="en-GB" sz="1100" b="1" dirty="0">
                <a:solidFill>
                  <a:srgbClr val="FFFF00"/>
                </a:solidFill>
              </a:rPr>
              <a:t>Functions</a:t>
            </a:r>
          </a:p>
          <a:p>
            <a:r>
              <a:rPr lang="en-GB" sz="1100" b="1" dirty="0">
                <a:solidFill>
                  <a:srgbClr val="FFFF00"/>
                </a:solidFill>
              </a:rPr>
              <a:t>(Servers, etc)</a:t>
            </a:r>
          </a:p>
          <a:p>
            <a:endParaRPr lang="en-GB" dirty="0">
              <a:solidFill>
                <a:srgbClr val="FFFF00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81000" y="4509857"/>
            <a:ext cx="190629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Access to 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WWW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Telephone N/W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Ingest of Media</a:t>
            </a:r>
          </a:p>
        </p:txBody>
      </p:sp>
      <p:sp>
        <p:nvSpPr>
          <p:cNvPr id="54" name="Up-Down Arrow 24"/>
          <p:cNvSpPr/>
          <p:nvPr/>
        </p:nvSpPr>
        <p:spPr bwMode="auto">
          <a:xfrm>
            <a:off x="1455937" y="2911876"/>
            <a:ext cx="417251" cy="683582"/>
          </a:xfrm>
          <a:prstGeom prst="upDownArrow">
            <a:avLst/>
          </a:prstGeom>
          <a:solidFill>
            <a:srgbClr val="5D748D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5" name="Up-Down Arrow 54"/>
          <p:cNvSpPr/>
          <p:nvPr/>
        </p:nvSpPr>
        <p:spPr bwMode="auto">
          <a:xfrm>
            <a:off x="1553592" y="4163627"/>
            <a:ext cx="417251" cy="683582"/>
          </a:xfrm>
          <a:prstGeom prst="upDownArrow">
            <a:avLst/>
          </a:prstGeom>
          <a:solidFill>
            <a:srgbClr val="5D748D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grpSp>
        <p:nvGrpSpPr>
          <p:cNvPr id="35" name="Group 56"/>
          <p:cNvGrpSpPr/>
          <p:nvPr/>
        </p:nvGrpSpPr>
        <p:grpSpPr>
          <a:xfrm>
            <a:off x="6649374" y="4136995"/>
            <a:ext cx="1748901" cy="2361460"/>
            <a:chOff x="7037918" y="4039340"/>
            <a:chExt cx="1953087" cy="2540216"/>
          </a:xfrm>
        </p:grpSpPr>
        <p:sp>
          <p:nvSpPr>
            <p:cNvPr id="58" name="Rectangle 57"/>
            <p:cNvSpPr/>
            <p:nvPr/>
          </p:nvSpPr>
          <p:spPr bwMode="auto">
            <a:xfrm>
              <a:off x="7037918" y="4039340"/>
              <a:ext cx="1953087" cy="2540216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41" name="Group 32"/>
            <p:cNvGrpSpPr/>
            <p:nvPr/>
          </p:nvGrpSpPr>
          <p:grpSpPr>
            <a:xfrm>
              <a:off x="7549992" y="5132495"/>
              <a:ext cx="1247775" cy="1393611"/>
              <a:chOff x="7549992" y="5132495"/>
              <a:chExt cx="1247775" cy="1393611"/>
            </a:xfrm>
          </p:grpSpPr>
          <p:graphicFrame>
            <p:nvGraphicFramePr>
              <p:cNvPr id="60" name="Object 111"/>
              <p:cNvGraphicFramePr>
                <a:graphicFrameLocks noChangeAspect="1"/>
              </p:cNvGraphicFramePr>
              <p:nvPr/>
            </p:nvGraphicFramePr>
            <p:xfrm>
              <a:off x="7549992" y="5278331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7" imgW="1714739" imgH="1714739" progId="">
                      <p:embed/>
                    </p:oleObj>
                  </mc:Choice>
                  <mc:Fallback>
                    <p:oleObj name="Photo Editor Photo" r:id="rId17" imgW="1714739" imgH="1714739" progId="">
                      <p:embed/>
                      <p:pic>
                        <p:nvPicPr>
                          <p:cNvPr id="60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549992" y="5278331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1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062558" y="4971098"/>
                <a:ext cx="111125" cy="850899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sp>
            <p:nvSpPr>
              <p:cNvPr id="64" name="TextBox 31"/>
              <p:cNvSpPr txBox="1"/>
              <p:nvPr/>
            </p:nvSpPr>
            <p:spPr>
              <a:xfrm>
                <a:off x="7685384" y="5132495"/>
                <a:ext cx="1018112" cy="2979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200" b="1" dirty="0">
                    <a:solidFill>
                      <a:srgbClr val="FFFF00"/>
                    </a:solidFill>
                  </a:rPr>
                  <a:t>STB, etc</a:t>
                </a:r>
              </a:p>
            </p:txBody>
          </p:sp>
        </p:grpSp>
      </p:grpSp>
      <p:sp>
        <p:nvSpPr>
          <p:cNvPr id="66" name="TextBox 65"/>
          <p:cNvSpPr txBox="1"/>
          <p:nvPr/>
        </p:nvSpPr>
        <p:spPr>
          <a:xfrm>
            <a:off x="7146523" y="3292285"/>
            <a:ext cx="16157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End Users</a:t>
            </a:r>
          </a:p>
        </p:txBody>
      </p:sp>
      <p:sp>
        <p:nvSpPr>
          <p:cNvPr id="67" name="Text Box 31"/>
          <p:cNvSpPr txBox="1">
            <a:spLocks noChangeArrowheads="1"/>
          </p:cNvSpPr>
          <p:nvPr/>
        </p:nvSpPr>
        <p:spPr bwMode="auto">
          <a:xfrm>
            <a:off x="381000" y="1149341"/>
            <a:ext cx="16049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 b="1" dirty="0">
                <a:solidFill>
                  <a:srgbClr val="FFFF00"/>
                </a:solidFill>
              </a:rPr>
              <a:t>Video Head-End</a:t>
            </a:r>
            <a:endParaRPr lang="en-GB" sz="1400" dirty="0">
              <a:solidFill>
                <a:srgbClr val="FFFF00"/>
              </a:solidFill>
            </a:endParaRPr>
          </a:p>
        </p:txBody>
      </p:sp>
      <p:pic>
        <p:nvPicPr>
          <p:cNvPr id="68" name="Picture 23" descr="C:\Users\jdfoss\Desktop\Clipboard01.gif"/>
          <p:cNvPicPr>
            <a:picLocks noChangeAspect="1" noChangeArrowheads="1"/>
          </p:cNvPicPr>
          <p:nvPr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7123193" y="4200807"/>
            <a:ext cx="407782" cy="407782"/>
          </a:xfrm>
          <a:prstGeom prst="rect">
            <a:avLst/>
          </a:prstGeom>
          <a:noFill/>
        </p:spPr>
      </p:pic>
      <p:pic>
        <p:nvPicPr>
          <p:cNvPr id="94224" name="Picture 16"/>
          <p:cNvPicPr>
            <a:picLocks noChangeAspect="1" noChangeArrowheads="1"/>
          </p:cNvPicPr>
          <p:nvPr/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3136916" y="1688746"/>
            <a:ext cx="561975" cy="170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3" name="Arc 72"/>
          <p:cNvSpPr/>
          <p:nvPr/>
        </p:nvSpPr>
        <p:spPr bwMode="auto">
          <a:xfrm rot="4801966">
            <a:off x="3365606" y="2389279"/>
            <a:ext cx="1711449" cy="1391424"/>
          </a:xfrm>
          <a:prstGeom prst="arc">
            <a:avLst/>
          </a:prstGeom>
          <a:noFill/>
          <a:ln w="57150" cap="flat" cmpd="sng" algn="ctr">
            <a:solidFill>
              <a:schemeClr val="bg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74" name="Arc 73"/>
          <p:cNvSpPr/>
          <p:nvPr/>
        </p:nvSpPr>
        <p:spPr bwMode="auto">
          <a:xfrm rot="5150297">
            <a:off x="3201487" y="2075336"/>
            <a:ext cx="2721194" cy="1867442"/>
          </a:xfrm>
          <a:prstGeom prst="arc">
            <a:avLst/>
          </a:prstGeom>
          <a:noFill/>
          <a:ln w="57150" cap="flat" cmpd="sng" algn="ctr">
            <a:solidFill>
              <a:schemeClr val="bg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75" name="Arc 74"/>
          <p:cNvSpPr/>
          <p:nvPr/>
        </p:nvSpPr>
        <p:spPr bwMode="auto">
          <a:xfrm rot="5150297">
            <a:off x="3089487" y="1827733"/>
            <a:ext cx="4120066" cy="2203689"/>
          </a:xfrm>
          <a:prstGeom prst="arc">
            <a:avLst/>
          </a:prstGeom>
          <a:noFill/>
          <a:ln w="57150" cap="flat" cmpd="sng" algn="ctr">
            <a:solidFill>
              <a:schemeClr val="bg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76" name="Arc 75"/>
          <p:cNvSpPr/>
          <p:nvPr/>
        </p:nvSpPr>
        <p:spPr bwMode="auto">
          <a:xfrm rot="4810395">
            <a:off x="3595557" y="2557576"/>
            <a:ext cx="864053" cy="910417"/>
          </a:xfrm>
          <a:prstGeom prst="arc">
            <a:avLst/>
          </a:prstGeom>
          <a:noFill/>
          <a:ln w="57150" cap="flat" cmpd="sng" algn="ctr">
            <a:solidFill>
              <a:schemeClr val="bg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71036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2"/>
          <p:cNvGrpSpPr/>
          <p:nvPr/>
        </p:nvGrpSpPr>
        <p:grpSpPr>
          <a:xfrm>
            <a:off x="7066628" y="3710865"/>
            <a:ext cx="1740020" cy="2388094"/>
            <a:chOff x="7057748" y="4039340"/>
            <a:chExt cx="1953087" cy="2396971"/>
          </a:xfrm>
        </p:grpSpPr>
        <p:sp>
          <p:nvSpPr>
            <p:cNvPr id="85" name="Rectangle 84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3" name="Group 85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87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2" imgW="1714739" imgH="1714739" progId="">
                      <p:embed/>
                    </p:oleObj>
                  </mc:Choice>
                  <mc:Fallback>
                    <p:oleObj name="Photo Editor Photo" r:id="rId2" imgW="1714739" imgH="1714739" progId="">
                      <p:embed/>
                      <p:pic>
                        <p:nvPicPr>
                          <p:cNvPr id="87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9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97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4" imgW="1714739" imgH="1133633" progId="">
                      <p:embed/>
                    </p:oleObj>
                  </mc:Choice>
                  <mc:Fallback>
                    <p:oleObj name="Photo Editor Photo" r:id="rId4" imgW="1714739" imgH="1133633" progId="">
                      <p:embed/>
                      <p:pic>
                        <p:nvPicPr>
                          <p:cNvPr id="97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8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6" name="Group 98"/>
          <p:cNvGrpSpPr/>
          <p:nvPr/>
        </p:nvGrpSpPr>
        <p:grpSpPr>
          <a:xfrm>
            <a:off x="7013362" y="3773009"/>
            <a:ext cx="1740020" cy="2388094"/>
            <a:chOff x="7057748" y="4039340"/>
            <a:chExt cx="1953087" cy="2396971"/>
          </a:xfrm>
        </p:grpSpPr>
        <p:sp>
          <p:nvSpPr>
            <p:cNvPr id="100" name="Rectangle 99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8" name="Group 100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102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6" imgW="1714739" imgH="1714739" progId="">
                      <p:embed/>
                    </p:oleObj>
                  </mc:Choice>
                  <mc:Fallback>
                    <p:oleObj name="Photo Editor Photo" r:id="rId6" imgW="1714739" imgH="1714739" progId="">
                      <p:embed/>
                      <p:pic>
                        <p:nvPicPr>
                          <p:cNvPr id="102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3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104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7" imgW="1714739" imgH="1133633" progId="">
                      <p:embed/>
                    </p:oleObj>
                  </mc:Choice>
                  <mc:Fallback>
                    <p:oleObj name="Photo Editor Photo" r:id="rId7" imgW="1714739" imgH="1133633" progId="">
                      <p:embed/>
                      <p:pic>
                        <p:nvPicPr>
                          <p:cNvPr id="104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5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0" name="Group 105"/>
          <p:cNvGrpSpPr/>
          <p:nvPr/>
        </p:nvGrpSpPr>
        <p:grpSpPr>
          <a:xfrm>
            <a:off x="6933463" y="3844030"/>
            <a:ext cx="1740020" cy="2388094"/>
            <a:chOff x="7057748" y="4039340"/>
            <a:chExt cx="1953087" cy="2396971"/>
          </a:xfrm>
        </p:grpSpPr>
        <p:sp>
          <p:nvSpPr>
            <p:cNvPr id="107" name="Rectangle 106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12" name="Group 107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109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8" imgW="1714739" imgH="1714739" progId="">
                      <p:embed/>
                    </p:oleObj>
                  </mc:Choice>
                  <mc:Fallback>
                    <p:oleObj name="Photo Editor Photo" r:id="rId8" imgW="1714739" imgH="1714739" progId="">
                      <p:embed/>
                      <p:pic>
                        <p:nvPicPr>
                          <p:cNvPr id="109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0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111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9" imgW="1714739" imgH="1133633" progId="">
                      <p:embed/>
                    </p:oleObj>
                  </mc:Choice>
                  <mc:Fallback>
                    <p:oleObj name="Photo Editor Photo" r:id="rId9" imgW="1714739" imgH="1133633" progId="">
                      <p:embed/>
                      <p:pic>
                        <p:nvPicPr>
                          <p:cNvPr id="111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2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3" name="Group 72"/>
          <p:cNvGrpSpPr/>
          <p:nvPr/>
        </p:nvGrpSpPr>
        <p:grpSpPr>
          <a:xfrm>
            <a:off x="6862441" y="3923929"/>
            <a:ext cx="1740020" cy="2388094"/>
            <a:chOff x="7057748" y="4039340"/>
            <a:chExt cx="1953087" cy="2396971"/>
          </a:xfrm>
        </p:grpSpPr>
        <p:sp>
          <p:nvSpPr>
            <p:cNvPr id="74" name="Rectangle 73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15" name="Group 74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76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0" imgW="1714739" imgH="1714739" progId="">
                      <p:embed/>
                    </p:oleObj>
                  </mc:Choice>
                  <mc:Fallback>
                    <p:oleObj name="Photo Editor Photo" r:id="rId10" imgW="1714739" imgH="1714739" progId="">
                      <p:embed/>
                      <p:pic>
                        <p:nvPicPr>
                          <p:cNvPr id="76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7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78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1" imgW="1714739" imgH="1133633" progId="">
                      <p:embed/>
                    </p:oleObj>
                  </mc:Choice>
                  <mc:Fallback>
                    <p:oleObj name="Photo Editor Photo" r:id="rId11" imgW="1714739" imgH="1133633" progId="">
                      <p:embed/>
                      <p:pic>
                        <p:nvPicPr>
                          <p:cNvPr id="78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1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7" name="Group 64"/>
          <p:cNvGrpSpPr/>
          <p:nvPr/>
        </p:nvGrpSpPr>
        <p:grpSpPr>
          <a:xfrm>
            <a:off x="6809175" y="3986073"/>
            <a:ext cx="1740020" cy="2388094"/>
            <a:chOff x="7057748" y="4039340"/>
            <a:chExt cx="1953087" cy="2396971"/>
          </a:xfrm>
        </p:grpSpPr>
        <p:sp>
          <p:nvSpPr>
            <p:cNvPr id="66" name="Rectangle 65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18" name="Group 66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69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2" imgW="1714739" imgH="1714739" progId="">
                      <p:embed/>
                    </p:oleObj>
                  </mc:Choice>
                  <mc:Fallback>
                    <p:oleObj name="Photo Editor Photo" r:id="rId12" imgW="1714739" imgH="1714739" progId="">
                      <p:embed/>
                      <p:pic>
                        <p:nvPicPr>
                          <p:cNvPr id="69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0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71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3" imgW="1714739" imgH="1133633" progId="">
                      <p:embed/>
                    </p:oleObj>
                  </mc:Choice>
                  <mc:Fallback>
                    <p:oleObj name="Photo Editor Photo" r:id="rId13" imgW="1714739" imgH="1133633" progId="">
                      <p:embed/>
                      <p:pic>
                        <p:nvPicPr>
                          <p:cNvPr id="71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2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sp>
        <p:nvSpPr>
          <p:cNvPr id="96" name="Cloud 95"/>
          <p:cNvSpPr/>
          <p:nvPr/>
        </p:nvSpPr>
        <p:spPr bwMode="auto">
          <a:xfrm rot="11051792">
            <a:off x="221206" y="911036"/>
            <a:ext cx="2821780" cy="2420596"/>
          </a:xfrm>
          <a:prstGeom prst="cloud">
            <a:avLst/>
          </a:prstGeom>
          <a:solidFill>
            <a:srgbClr val="E3CA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grpSp>
        <p:nvGrpSpPr>
          <p:cNvPr id="19" name="Group 35"/>
          <p:cNvGrpSpPr/>
          <p:nvPr/>
        </p:nvGrpSpPr>
        <p:grpSpPr>
          <a:xfrm>
            <a:off x="6729276" y="4057094"/>
            <a:ext cx="1740020" cy="2388094"/>
            <a:chOff x="7057748" y="4039340"/>
            <a:chExt cx="1953087" cy="2396971"/>
          </a:xfrm>
        </p:grpSpPr>
        <p:sp>
          <p:nvSpPr>
            <p:cNvPr id="37" name="Rectangle 36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20" name="Group 37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39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4" imgW="1714739" imgH="1714739" progId="">
                      <p:embed/>
                    </p:oleObj>
                  </mc:Choice>
                  <mc:Fallback>
                    <p:oleObj name="Photo Editor Photo" r:id="rId14" imgW="1714739" imgH="1714739" progId="">
                      <p:embed/>
                      <p:pic>
                        <p:nvPicPr>
                          <p:cNvPr id="39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0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41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5" imgW="1714739" imgH="1133633" progId="">
                      <p:embed/>
                    </p:oleObj>
                  </mc:Choice>
                  <mc:Fallback>
                    <p:oleObj name="Photo Editor Photo" r:id="rId15" imgW="1714739" imgH="1133633" progId="">
                      <p:embed/>
                      <p:pic>
                        <p:nvPicPr>
                          <p:cNvPr id="41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2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sp>
        <p:nvSpPr>
          <p:cNvPr id="4" name="TextBox 3"/>
          <p:cNvSpPr txBox="1"/>
          <p:nvPr/>
        </p:nvSpPr>
        <p:spPr>
          <a:xfrm>
            <a:off x="381000" y="333375"/>
            <a:ext cx="41392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Media Distribution – Cable</a:t>
            </a:r>
          </a:p>
        </p:txBody>
      </p:sp>
      <p:sp>
        <p:nvSpPr>
          <p:cNvPr id="11" name="Rectangle 26"/>
          <p:cNvSpPr>
            <a:spLocks noChangeArrowheads="1"/>
          </p:cNvSpPr>
          <p:nvPr/>
        </p:nvSpPr>
        <p:spPr bwMode="auto">
          <a:xfrm>
            <a:off x="1095725" y="1975335"/>
            <a:ext cx="7397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48132" name="Picture 4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81000" y="1149105"/>
            <a:ext cx="2575264" cy="1931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loud 4"/>
          <p:cNvSpPr/>
          <p:nvPr/>
        </p:nvSpPr>
        <p:spPr bwMode="auto">
          <a:xfrm rot="11051792">
            <a:off x="2241767" y="2138875"/>
            <a:ext cx="4109617" cy="2623626"/>
          </a:xfrm>
          <a:prstGeom prst="cloud">
            <a:avLst/>
          </a:prstGeom>
          <a:gradFill flip="none" rotWithShape="1">
            <a:gsLst>
              <a:gs pos="0">
                <a:srgbClr val="FFCC99">
                  <a:shade val="30000"/>
                  <a:satMod val="115000"/>
                </a:srgbClr>
              </a:gs>
              <a:gs pos="50000">
                <a:srgbClr val="FFCC99">
                  <a:shade val="67500"/>
                  <a:satMod val="115000"/>
                </a:srgbClr>
              </a:gs>
              <a:gs pos="100000">
                <a:srgbClr val="FFCC99">
                  <a:shade val="100000"/>
                  <a:satMod val="115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4" name="Text Box 29"/>
          <p:cNvSpPr txBox="1">
            <a:spLocks noChangeArrowheads="1"/>
          </p:cNvSpPr>
          <p:nvPr/>
        </p:nvSpPr>
        <p:spPr bwMode="auto">
          <a:xfrm>
            <a:off x="1642457" y="1698431"/>
            <a:ext cx="1136253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1100" b="1" dirty="0">
                <a:solidFill>
                  <a:srgbClr val="FFFF00"/>
                </a:solidFill>
              </a:rPr>
              <a:t>VOD and </a:t>
            </a:r>
          </a:p>
          <a:p>
            <a:r>
              <a:rPr lang="en-GB" sz="1100" b="1" dirty="0">
                <a:solidFill>
                  <a:srgbClr val="FFFF00"/>
                </a:solidFill>
              </a:rPr>
              <a:t>Various</a:t>
            </a:r>
          </a:p>
          <a:p>
            <a:r>
              <a:rPr lang="en-GB" sz="1100" b="1" dirty="0">
                <a:solidFill>
                  <a:srgbClr val="FFFF00"/>
                </a:solidFill>
              </a:rPr>
              <a:t>Functions</a:t>
            </a:r>
          </a:p>
          <a:p>
            <a:r>
              <a:rPr lang="en-GB" sz="1100" b="1" dirty="0">
                <a:solidFill>
                  <a:srgbClr val="FFFF00"/>
                </a:solidFill>
              </a:rPr>
              <a:t>(Servers, etc)</a:t>
            </a:r>
          </a:p>
          <a:p>
            <a:endParaRPr lang="en-GB" dirty="0">
              <a:solidFill>
                <a:srgbClr val="FFFF00"/>
              </a:solidFill>
            </a:endParaRPr>
          </a:p>
        </p:txBody>
      </p:sp>
      <p:sp>
        <p:nvSpPr>
          <p:cNvPr id="21" name="Cloud 20"/>
          <p:cNvSpPr/>
          <p:nvPr/>
        </p:nvSpPr>
        <p:spPr bwMode="auto">
          <a:xfrm rot="11051792">
            <a:off x="927918" y="3364846"/>
            <a:ext cx="1644625" cy="935170"/>
          </a:xfrm>
          <a:prstGeom prst="cloud">
            <a:avLst/>
          </a:prstGeom>
          <a:gradFill flip="none" rotWithShape="1">
            <a:gsLst>
              <a:gs pos="0">
                <a:srgbClr val="E3CAC1">
                  <a:shade val="30000"/>
                  <a:satMod val="115000"/>
                </a:srgbClr>
              </a:gs>
              <a:gs pos="50000">
                <a:srgbClr val="E3CAC1">
                  <a:shade val="67500"/>
                  <a:satMod val="115000"/>
                </a:srgbClr>
              </a:gs>
              <a:gs pos="100000">
                <a:srgbClr val="E3CAC1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81000" y="4509857"/>
            <a:ext cx="190629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Access to 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WWW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Telephone N/W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Ingest of Media</a:t>
            </a:r>
          </a:p>
        </p:txBody>
      </p:sp>
      <p:sp>
        <p:nvSpPr>
          <p:cNvPr id="25" name="Up-Down Arrow 24"/>
          <p:cNvSpPr/>
          <p:nvPr/>
        </p:nvSpPr>
        <p:spPr bwMode="auto">
          <a:xfrm>
            <a:off x="1455937" y="2911876"/>
            <a:ext cx="417251" cy="683582"/>
          </a:xfrm>
          <a:prstGeom prst="upDownArrow">
            <a:avLst/>
          </a:prstGeom>
          <a:solidFill>
            <a:srgbClr val="5D748D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8" name="Up-Down Arrow 27"/>
          <p:cNvSpPr/>
          <p:nvPr/>
        </p:nvSpPr>
        <p:spPr bwMode="auto">
          <a:xfrm>
            <a:off x="1553592" y="4163627"/>
            <a:ext cx="417251" cy="683582"/>
          </a:xfrm>
          <a:prstGeom prst="upDownArrow">
            <a:avLst/>
          </a:prstGeom>
          <a:solidFill>
            <a:srgbClr val="5D748D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636785" y="3248980"/>
            <a:ext cx="27972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Network Managed and Operated by Network Provider / Operator</a:t>
            </a:r>
          </a:p>
          <a:p>
            <a:pPr algn="ctr"/>
            <a:r>
              <a:rPr lang="en-GB" sz="1600" dirty="0"/>
              <a:t> - Routing, Switching, etc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03418" y="5397623"/>
            <a:ext cx="12081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Network Access Equipment</a:t>
            </a:r>
          </a:p>
        </p:txBody>
      </p:sp>
      <p:grpSp>
        <p:nvGrpSpPr>
          <p:cNvPr id="23" name="Group 34"/>
          <p:cNvGrpSpPr/>
          <p:nvPr/>
        </p:nvGrpSpPr>
        <p:grpSpPr>
          <a:xfrm>
            <a:off x="6649374" y="4136995"/>
            <a:ext cx="1748901" cy="2361460"/>
            <a:chOff x="7037918" y="4039340"/>
            <a:chExt cx="1953087" cy="2540216"/>
          </a:xfrm>
        </p:grpSpPr>
        <p:sp>
          <p:nvSpPr>
            <p:cNvPr id="34" name="Rectangle 33"/>
            <p:cNvSpPr/>
            <p:nvPr/>
          </p:nvSpPr>
          <p:spPr bwMode="auto">
            <a:xfrm>
              <a:off x="7037918" y="4039340"/>
              <a:ext cx="1953087" cy="2540216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24" name="Group 32"/>
            <p:cNvGrpSpPr/>
            <p:nvPr/>
          </p:nvGrpSpPr>
          <p:grpSpPr>
            <a:xfrm>
              <a:off x="7125021" y="4448324"/>
              <a:ext cx="1746512" cy="2077782"/>
              <a:chOff x="7125021" y="4448324"/>
              <a:chExt cx="1746512" cy="2077782"/>
            </a:xfrm>
          </p:grpSpPr>
          <p:graphicFrame>
            <p:nvGraphicFramePr>
              <p:cNvPr id="48130" name="Object 111"/>
              <p:cNvGraphicFramePr>
                <a:graphicFrameLocks noChangeAspect="1"/>
              </p:cNvGraphicFramePr>
              <p:nvPr/>
            </p:nvGraphicFramePr>
            <p:xfrm>
              <a:off x="7549992" y="5278331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7" imgW="1714739" imgH="1714739" progId="">
                      <p:embed/>
                    </p:oleObj>
                  </mc:Choice>
                  <mc:Fallback>
                    <p:oleObj name="Photo Editor Photo" r:id="rId17" imgW="1714739" imgH="1714739" progId="">
                      <p:embed/>
                      <p:pic>
                        <p:nvPicPr>
                          <p:cNvPr id="48130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549992" y="5278331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062558" y="4971098"/>
                <a:ext cx="111125" cy="850899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48131" name="Object 116"/>
              <p:cNvGraphicFramePr>
                <a:graphicFrameLocks noChangeAspect="1"/>
              </p:cNvGraphicFramePr>
              <p:nvPr/>
            </p:nvGraphicFramePr>
            <p:xfrm>
              <a:off x="7880934" y="4448324"/>
              <a:ext cx="990599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8" imgW="1714739" imgH="1133633" progId="">
                      <p:embed/>
                    </p:oleObj>
                  </mc:Choice>
                  <mc:Fallback>
                    <p:oleObj name="Photo Editor Photo" r:id="rId18" imgW="1714739" imgH="1133633" progId="">
                      <p:embed/>
                      <p:pic>
                        <p:nvPicPr>
                          <p:cNvPr id="48131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80934" y="4448324"/>
                            <a:ext cx="990599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7685384" y="5132495"/>
                <a:ext cx="1018112" cy="2979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200" b="1" dirty="0">
                    <a:solidFill>
                      <a:srgbClr val="FFFF00"/>
                    </a:solidFill>
                  </a:rPr>
                  <a:t>STB, etc</a:t>
                </a:r>
              </a:p>
            </p:txBody>
          </p:sp>
        </p:grpSp>
      </p:grpSp>
      <p:cxnSp>
        <p:nvCxnSpPr>
          <p:cNvPr id="68" name="Straight Arrow Connector 67"/>
          <p:cNvCxnSpPr/>
          <p:nvPr/>
        </p:nvCxnSpPr>
        <p:spPr bwMode="auto">
          <a:xfrm flipV="1">
            <a:off x="6516210" y="5388746"/>
            <a:ext cx="292962" cy="221941"/>
          </a:xfrm>
          <a:prstGeom prst="straightConnector1">
            <a:avLst/>
          </a:prstGeom>
          <a:noFill/>
          <a:ln w="28575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90" name="TextBox 89"/>
          <p:cNvSpPr txBox="1"/>
          <p:nvPr/>
        </p:nvSpPr>
        <p:spPr>
          <a:xfrm>
            <a:off x="7146523" y="3292285"/>
            <a:ext cx="16157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End Users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041830" y="2798930"/>
            <a:ext cx="27972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Cable Network</a:t>
            </a:r>
          </a:p>
        </p:txBody>
      </p:sp>
      <p:sp>
        <p:nvSpPr>
          <p:cNvPr id="16" name="Text Box 31"/>
          <p:cNvSpPr txBox="1">
            <a:spLocks noChangeArrowheads="1"/>
          </p:cNvSpPr>
          <p:nvPr/>
        </p:nvSpPr>
        <p:spPr bwMode="auto">
          <a:xfrm>
            <a:off x="381000" y="1149341"/>
            <a:ext cx="16049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 b="1" dirty="0">
                <a:solidFill>
                  <a:srgbClr val="FFFF00"/>
                </a:solidFill>
              </a:rPr>
              <a:t>Video Head-End</a:t>
            </a:r>
            <a:endParaRPr lang="en-GB" sz="1400" dirty="0">
              <a:solidFill>
                <a:srgbClr val="FFFF00"/>
              </a:solidFill>
            </a:endParaRPr>
          </a:p>
        </p:txBody>
      </p:sp>
      <p:sp>
        <p:nvSpPr>
          <p:cNvPr id="93" name="Cloud 92"/>
          <p:cNvSpPr/>
          <p:nvPr/>
        </p:nvSpPr>
        <p:spPr bwMode="auto">
          <a:xfrm rot="11051792">
            <a:off x="5701416" y="3028351"/>
            <a:ext cx="1023013" cy="637061"/>
          </a:xfrm>
          <a:prstGeom prst="cloud">
            <a:avLst/>
          </a:prstGeom>
          <a:gradFill flip="none" rotWithShape="1">
            <a:gsLst>
              <a:gs pos="0">
                <a:srgbClr val="E3CAC1">
                  <a:shade val="30000"/>
                  <a:satMod val="115000"/>
                </a:srgbClr>
              </a:gs>
              <a:gs pos="50000">
                <a:srgbClr val="E3CAC1">
                  <a:shade val="67500"/>
                  <a:satMod val="115000"/>
                </a:srgbClr>
              </a:gs>
              <a:gs pos="100000">
                <a:srgbClr val="E3CAC1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94" name="Cloud 93"/>
          <p:cNvSpPr/>
          <p:nvPr/>
        </p:nvSpPr>
        <p:spPr bwMode="auto">
          <a:xfrm rot="11051792">
            <a:off x="5577129" y="3534378"/>
            <a:ext cx="1023013" cy="637061"/>
          </a:xfrm>
          <a:prstGeom prst="cloud">
            <a:avLst/>
          </a:prstGeom>
          <a:gradFill flip="none" rotWithShape="1">
            <a:gsLst>
              <a:gs pos="0">
                <a:srgbClr val="E3CAC1">
                  <a:shade val="30000"/>
                  <a:satMod val="115000"/>
                </a:srgbClr>
              </a:gs>
              <a:gs pos="50000">
                <a:srgbClr val="E3CAC1">
                  <a:shade val="67500"/>
                  <a:satMod val="115000"/>
                </a:srgbClr>
              </a:gs>
              <a:gs pos="100000">
                <a:srgbClr val="E3CAC1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95" name="Cloud 94"/>
          <p:cNvSpPr/>
          <p:nvPr/>
        </p:nvSpPr>
        <p:spPr bwMode="auto">
          <a:xfrm rot="11051792">
            <a:off x="5399575" y="3907240"/>
            <a:ext cx="1023013" cy="637061"/>
          </a:xfrm>
          <a:prstGeom prst="cloud">
            <a:avLst/>
          </a:prstGeom>
          <a:gradFill flip="none" rotWithShape="1">
            <a:gsLst>
              <a:gs pos="0">
                <a:srgbClr val="E3CAC1">
                  <a:shade val="30000"/>
                  <a:satMod val="115000"/>
                </a:srgbClr>
              </a:gs>
              <a:gs pos="50000">
                <a:srgbClr val="E3CAC1">
                  <a:shade val="67500"/>
                  <a:satMod val="115000"/>
                </a:srgbClr>
              </a:gs>
              <a:gs pos="100000">
                <a:srgbClr val="E3CAC1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91" name="TextBox 90"/>
          <p:cNvSpPr txBox="1"/>
          <p:nvPr/>
        </p:nvSpPr>
        <p:spPr>
          <a:xfrm rot="18157754">
            <a:off x="5170608" y="3623875"/>
            <a:ext cx="18268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Access Network</a:t>
            </a:r>
          </a:p>
        </p:txBody>
      </p:sp>
      <p:cxnSp>
        <p:nvCxnSpPr>
          <p:cNvPr id="79" name="Straight Arrow Connector 78"/>
          <p:cNvCxnSpPr/>
          <p:nvPr/>
        </p:nvCxnSpPr>
        <p:spPr bwMode="auto">
          <a:xfrm>
            <a:off x="6604986" y="3462293"/>
            <a:ext cx="488272" cy="213062"/>
          </a:xfrm>
          <a:prstGeom prst="straightConnector1">
            <a:avLst/>
          </a:prstGeom>
          <a:noFill/>
          <a:ln w="38100" cap="flat" cmpd="sng" algn="ctr">
            <a:solidFill>
              <a:schemeClr val="accent3">
                <a:lumMod val="65000"/>
              </a:schemeClr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80" name="Straight Arrow Connector 79"/>
          <p:cNvCxnSpPr/>
          <p:nvPr/>
        </p:nvCxnSpPr>
        <p:spPr bwMode="auto">
          <a:xfrm>
            <a:off x="6533964" y="3595459"/>
            <a:ext cx="461640" cy="168672"/>
          </a:xfrm>
          <a:prstGeom prst="straightConnector1">
            <a:avLst/>
          </a:prstGeom>
          <a:noFill/>
          <a:ln w="38100" cap="flat" cmpd="sng" algn="ctr">
            <a:solidFill>
              <a:schemeClr val="accent3">
                <a:lumMod val="65000"/>
              </a:schemeClr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82" name="Straight Arrow Connector 81"/>
          <p:cNvCxnSpPr/>
          <p:nvPr/>
        </p:nvCxnSpPr>
        <p:spPr bwMode="auto">
          <a:xfrm>
            <a:off x="6454065" y="3657602"/>
            <a:ext cx="470518" cy="221940"/>
          </a:xfrm>
          <a:prstGeom prst="straightConnector1">
            <a:avLst/>
          </a:prstGeom>
          <a:noFill/>
          <a:ln w="38100" cap="flat" cmpd="sng" algn="ctr">
            <a:solidFill>
              <a:schemeClr val="accent3">
                <a:lumMod val="65000"/>
              </a:schemeClr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88" name="Straight Arrow Connector 87"/>
          <p:cNvCxnSpPr/>
          <p:nvPr/>
        </p:nvCxnSpPr>
        <p:spPr bwMode="auto">
          <a:xfrm>
            <a:off x="5965793" y="4332305"/>
            <a:ext cx="852257" cy="568169"/>
          </a:xfrm>
          <a:prstGeom prst="straightConnector1">
            <a:avLst/>
          </a:prstGeom>
          <a:noFill/>
          <a:ln w="76200" cap="flat" cmpd="sng" algn="ctr">
            <a:solidFill>
              <a:schemeClr val="accent3">
                <a:lumMod val="50000"/>
              </a:schemeClr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84" name="Straight Arrow Connector 83"/>
          <p:cNvCxnSpPr/>
          <p:nvPr/>
        </p:nvCxnSpPr>
        <p:spPr bwMode="auto">
          <a:xfrm>
            <a:off x="6383045" y="3808520"/>
            <a:ext cx="461638" cy="292963"/>
          </a:xfrm>
          <a:prstGeom prst="straightConnector1">
            <a:avLst/>
          </a:prstGeom>
          <a:noFill/>
          <a:ln w="38100" cap="flat" cmpd="sng" algn="ctr">
            <a:solidFill>
              <a:schemeClr val="accent3">
                <a:lumMod val="50000"/>
              </a:schemeClr>
            </a:solidFill>
            <a:prstDash val="solid"/>
            <a:round/>
            <a:headEnd type="arrow"/>
            <a:tailEnd type="arrow"/>
          </a:ln>
          <a:effectLst/>
        </p:spPr>
      </p:cxnSp>
      <p:pic>
        <p:nvPicPr>
          <p:cNvPr id="48151" name="Picture 23" descr="C:\Users\jdfoss\Desktop\Clipboard01.gif"/>
          <p:cNvPicPr>
            <a:picLocks noChangeAspect="1" noChangeArrowheads="1"/>
          </p:cNvPicPr>
          <p:nvPr/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7123193" y="4200807"/>
            <a:ext cx="407782" cy="407782"/>
          </a:xfrm>
          <a:prstGeom prst="rect">
            <a:avLst/>
          </a:prstGeom>
          <a:noFill/>
        </p:spPr>
      </p:pic>
      <p:cxnSp>
        <p:nvCxnSpPr>
          <p:cNvPr id="125" name="Straight Connector 124"/>
          <p:cNvCxnSpPr/>
          <p:nvPr/>
        </p:nvCxnSpPr>
        <p:spPr bwMode="auto">
          <a:xfrm>
            <a:off x="7052650" y="4852657"/>
            <a:ext cx="443619" cy="181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6" name="Straight Connector 125"/>
          <p:cNvCxnSpPr/>
          <p:nvPr/>
        </p:nvCxnSpPr>
        <p:spPr bwMode="auto">
          <a:xfrm>
            <a:off x="7034544" y="4943194"/>
            <a:ext cx="516046" cy="24444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42102868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82"/>
          <p:cNvGrpSpPr/>
          <p:nvPr/>
        </p:nvGrpSpPr>
        <p:grpSpPr>
          <a:xfrm>
            <a:off x="7066628" y="3710865"/>
            <a:ext cx="1740020" cy="2388094"/>
            <a:chOff x="7057748" y="4039340"/>
            <a:chExt cx="1953087" cy="2396971"/>
          </a:xfrm>
        </p:grpSpPr>
        <p:sp>
          <p:nvSpPr>
            <p:cNvPr id="5" name="Rectangle 4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6" name="Group 85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7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2" imgW="1714739" imgH="1714739" progId="">
                      <p:embed/>
                    </p:oleObj>
                  </mc:Choice>
                  <mc:Fallback>
                    <p:oleObj name="Photo Editor Photo" r:id="rId2" imgW="1714739" imgH="1714739" progId="">
                      <p:embed/>
                      <p:pic>
                        <p:nvPicPr>
                          <p:cNvPr id="7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9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4" imgW="1714739" imgH="1133633" progId="">
                      <p:embed/>
                    </p:oleObj>
                  </mc:Choice>
                  <mc:Fallback>
                    <p:oleObj name="Photo Editor Photo" r:id="rId4" imgW="1714739" imgH="1133633" progId="">
                      <p:embed/>
                      <p:pic>
                        <p:nvPicPr>
                          <p:cNvPr id="9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1" name="Group 98"/>
          <p:cNvGrpSpPr/>
          <p:nvPr/>
        </p:nvGrpSpPr>
        <p:grpSpPr>
          <a:xfrm>
            <a:off x="7013362" y="3773009"/>
            <a:ext cx="1740020" cy="2388094"/>
            <a:chOff x="7057748" y="4039340"/>
            <a:chExt cx="1953087" cy="2396971"/>
          </a:xfrm>
        </p:grpSpPr>
        <p:sp>
          <p:nvSpPr>
            <p:cNvPr id="12" name="Rectangle 11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13" name="Group 100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14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6" imgW="1714739" imgH="1714739" progId="">
                      <p:embed/>
                    </p:oleObj>
                  </mc:Choice>
                  <mc:Fallback>
                    <p:oleObj name="Photo Editor Photo" r:id="rId6" imgW="1714739" imgH="1714739" progId="">
                      <p:embed/>
                      <p:pic>
                        <p:nvPicPr>
                          <p:cNvPr id="14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16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7" imgW="1714739" imgH="1133633" progId="">
                      <p:embed/>
                    </p:oleObj>
                  </mc:Choice>
                  <mc:Fallback>
                    <p:oleObj name="Photo Editor Photo" r:id="rId7" imgW="1714739" imgH="1133633" progId="">
                      <p:embed/>
                      <p:pic>
                        <p:nvPicPr>
                          <p:cNvPr id="16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7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8" name="Group 105"/>
          <p:cNvGrpSpPr/>
          <p:nvPr/>
        </p:nvGrpSpPr>
        <p:grpSpPr>
          <a:xfrm>
            <a:off x="6933463" y="3844030"/>
            <a:ext cx="1740020" cy="2388094"/>
            <a:chOff x="7057748" y="4039340"/>
            <a:chExt cx="1953087" cy="2396971"/>
          </a:xfrm>
        </p:grpSpPr>
        <p:sp>
          <p:nvSpPr>
            <p:cNvPr id="19" name="Rectangle 18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20" name="Group 107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21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8" imgW="1714739" imgH="1714739" progId="">
                      <p:embed/>
                    </p:oleObj>
                  </mc:Choice>
                  <mc:Fallback>
                    <p:oleObj name="Photo Editor Photo" r:id="rId8" imgW="1714739" imgH="1714739" progId="">
                      <p:embed/>
                      <p:pic>
                        <p:nvPicPr>
                          <p:cNvPr id="21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2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23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9" imgW="1714739" imgH="1133633" progId="">
                      <p:embed/>
                    </p:oleObj>
                  </mc:Choice>
                  <mc:Fallback>
                    <p:oleObj name="Photo Editor Photo" r:id="rId9" imgW="1714739" imgH="1133633" progId="">
                      <p:embed/>
                      <p:pic>
                        <p:nvPicPr>
                          <p:cNvPr id="23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4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25" name="Group 72"/>
          <p:cNvGrpSpPr/>
          <p:nvPr/>
        </p:nvGrpSpPr>
        <p:grpSpPr>
          <a:xfrm>
            <a:off x="6862441" y="3923929"/>
            <a:ext cx="1740020" cy="2388094"/>
            <a:chOff x="7057748" y="4039340"/>
            <a:chExt cx="1953087" cy="2396971"/>
          </a:xfrm>
        </p:grpSpPr>
        <p:sp>
          <p:nvSpPr>
            <p:cNvPr id="26" name="Rectangle 25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27" name="Group 74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28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0" imgW="1714739" imgH="1714739" progId="">
                      <p:embed/>
                    </p:oleObj>
                  </mc:Choice>
                  <mc:Fallback>
                    <p:oleObj name="Photo Editor Photo" r:id="rId10" imgW="1714739" imgH="1714739" progId="">
                      <p:embed/>
                      <p:pic>
                        <p:nvPicPr>
                          <p:cNvPr id="28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9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30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1" imgW="1714739" imgH="1133633" progId="">
                      <p:embed/>
                    </p:oleObj>
                  </mc:Choice>
                  <mc:Fallback>
                    <p:oleObj name="Photo Editor Photo" r:id="rId11" imgW="1714739" imgH="1133633" progId="">
                      <p:embed/>
                      <p:pic>
                        <p:nvPicPr>
                          <p:cNvPr id="30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1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32" name="Group 64"/>
          <p:cNvGrpSpPr/>
          <p:nvPr/>
        </p:nvGrpSpPr>
        <p:grpSpPr>
          <a:xfrm>
            <a:off x="6809175" y="3986073"/>
            <a:ext cx="1740020" cy="2388094"/>
            <a:chOff x="7057748" y="4039340"/>
            <a:chExt cx="1953087" cy="2396971"/>
          </a:xfrm>
        </p:grpSpPr>
        <p:sp>
          <p:nvSpPr>
            <p:cNvPr id="33" name="Rectangle 32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34" name="Group 66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35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2" imgW="1714739" imgH="1714739" progId="">
                      <p:embed/>
                    </p:oleObj>
                  </mc:Choice>
                  <mc:Fallback>
                    <p:oleObj name="Photo Editor Photo" r:id="rId12" imgW="1714739" imgH="1714739" progId="">
                      <p:embed/>
                      <p:pic>
                        <p:nvPicPr>
                          <p:cNvPr id="35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6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37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3" imgW="1714739" imgH="1133633" progId="">
                      <p:embed/>
                    </p:oleObj>
                  </mc:Choice>
                  <mc:Fallback>
                    <p:oleObj name="Photo Editor Photo" r:id="rId13" imgW="1714739" imgH="1133633" progId="">
                      <p:embed/>
                      <p:pic>
                        <p:nvPicPr>
                          <p:cNvPr id="37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8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sp>
        <p:nvSpPr>
          <p:cNvPr id="39" name="Cloud 38"/>
          <p:cNvSpPr/>
          <p:nvPr/>
        </p:nvSpPr>
        <p:spPr bwMode="auto">
          <a:xfrm rot="11051792">
            <a:off x="221206" y="911036"/>
            <a:ext cx="2821780" cy="2420596"/>
          </a:xfrm>
          <a:prstGeom prst="cloud">
            <a:avLst/>
          </a:prstGeom>
          <a:solidFill>
            <a:srgbClr val="E3CA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grpSp>
        <p:nvGrpSpPr>
          <p:cNvPr id="40" name="Group 35"/>
          <p:cNvGrpSpPr/>
          <p:nvPr/>
        </p:nvGrpSpPr>
        <p:grpSpPr>
          <a:xfrm>
            <a:off x="6729276" y="4057094"/>
            <a:ext cx="1740020" cy="2388094"/>
            <a:chOff x="7057748" y="4039340"/>
            <a:chExt cx="1953087" cy="2396971"/>
          </a:xfrm>
        </p:grpSpPr>
        <p:sp>
          <p:nvSpPr>
            <p:cNvPr id="41" name="Rectangle 40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42" name="Group 37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43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4" imgW="1714739" imgH="1714739" progId="">
                      <p:embed/>
                    </p:oleObj>
                  </mc:Choice>
                  <mc:Fallback>
                    <p:oleObj name="Photo Editor Photo" r:id="rId14" imgW="1714739" imgH="1714739" progId="">
                      <p:embed/>
                      <p:pic>
                        <p:nvPicPr>
                          <p:cNvPr id="43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4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45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5" imgW="1714739" imgH="1133633" progId="">
                      <p:embed/>
                    </p:oleObj>
                  </mc:Choice>
                  <mc:Fallback>
                    <p:oleObj name="Photo Editor Photo" r:id="rId15" imgW="1714739" imgH="1133633" progId="">
                      <p:embed/>
                      <p:pic>
                        <p:nvPicPr>
                          <p:cNvPr id="45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6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sp>
        <p:nvSpPr>
          <p:cNvPr id="47" name="TextBox 46"/>
          <p:cNvSpPr txBox="1"/>
          <p:nvPr/>
        </p:nvSpPr>
        <p:spPr>
          <a:xfrm>
            <a:off x="381000" y="333375"/>
            <a:ext cx="8550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Media Distribution – IPTV - Telco Broadband, </a:t>
            </a:r>
            <a:r>
              <a:rPr lang="en-GB" sz="2400" b="1" dirty="0">
                <a:solidFill>
                  <a:schemeClr val="bg1">
                    <a:lumMod val="65000"/>
                  </a:schemeClr>
                </a:solidFill>
              </a:rPr>
              <a:t>OTT/Web</a:t>
            </a:r>
          </a:p>
        </p:txBody>
      </p:sp>
      <p:sp>
        <p:nvSpPr>
          <p:cNvPr id="48" name="Rectangle 26"/>
          <p:cNvSpPr>
            <a:spLocks noChangeArrowheads="1"/>
          </p:cNvSpPr>
          <p:nvPr/>
        </p:nvSpPr>
        <p:spPr bwMode="auto">
          <a:xfrm>
            <a:off x="1095725" y="1975335"/>
            <a:ext cx="7397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0" name="Cloud 49"/>
          <p:cNvSpPr/>
          <p:nvPr/>
        </p:nvSpPr>
        <p:spPr bwMode="auto">
          <a:xfrm rot="11051792">
            <a:off x="2241767" y="2138875"/>
            <a:ext cx="4109617" cy="2623626"/>
          </a:xfrm>
          <a:prstGeom prst="cloud">
            <a:avLst/>
          </a:prstGeom>
          <a:gradFill flip="none" rotWithShape="1">
            <a:gsLst>
              <a:gs pos="0">
                <a:schemeClr val="accent2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2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2">
                  <a:lumMod val="20000"/>
                  <a:lumOff val="80000"/>
                  <a:shade val="100000"/>
                  <a:satMod val="115000"/>
                </a:schemeClr>
              </a:gs>
            </a:gsLst>
            <a:lin ang="810000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81000" y="4509857"/>
            <a:ext cx="190629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Access to 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WWW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Telephone N/W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Ingest of Media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636785" y="3248980"/>
            <a:ext cx="27972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Network Managed and Operated by Network Provider / Operator</a:t>
            </a:r>
          </a:p>
          <a:p>
            <a:pPr algn="ctr"/>
            <a:r>
              <a:rPr lang="en-GB" sz="1600" dirty="0"/>
              <a:t> - Routing, Switching, etc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03418" y="5397623"/>
            <a:ext cx="12081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Network Access Equipment</a:t>
            </a:r>
          </a:p>
        </p:txBody>
      </p:sp>
      <p:grpSp>
        <p:nvGrpSpPr>
          <p:cNvPr id="58" name="Group 34"/>
          <p:cNvGrpSpPr/>
          <p:nvPr/>
        </p:nvGrpSpPr>
        <p:grpSpPr>
          <a:xfrm>
            <a:off x="6649374" y="4136995"/>
            <a:ext cx="1748901" cy="2361460"/>
            <a:chOff x="7037918" y="4039340"/>
            <a:chExt cx="1953087" cy="2540216"/>
          </a:xfrm>
        </p:grpSpPr>
        <p:sp>
          <p:nvSpPr>
            <p:cNvPr id="59" name="Rectangle 58"/>
            <p:cNvSpPr/>
            <p:nvPr/>
          </p:nvSpPr>
          <p:spPr bwMode="auto">
            <a:xfrm>
              <a:off x="7037918" y="4039340"/>
              <a:ext cx="1953087" cy="2540216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60" name="Group 32"/>
            <p:cNvGrpSpPr/>
            <p:nvPr/>
          </p:nvGrpSpPr>
          <p:grpSpPr>
            <a:xfrm>
              <a:off x="7125021" y="4448324"/>
              <a:ext cx="1746512" cy="2077782"/>
              <a:chOff x="7125021" y="4448324"/>
              <a:chExt cx="1746512" cy="2077782"/>
            </a:xfrm>
          </p:grpSpPr>
          <p:graphicFrame>
            <p:nvGraphicFramePr>
              <p:cNvPr id="61" name="Object 111"/>
              <p:cNvGraphicFramePr>
                <a:graphicFrameLocks noChangeAspect="1"/>
              </p:cNvGraphicFramePr>
              <p:nvPr/>
            </p:nvGraphicFramePr>
            <p:xfrm>
              <a:off x="7549992" y="5278331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6" imgW="1714739" imgH="1714739" progId="">
                      <p:embed/>
                    </p:oleObj>
                  </mc:Choice>
                  <mc:Fallback>
                    <p:oleObj name="Photo Editor Photo" r:id="rId16" imgW="1714739" imgH="1714739" progId="">
                      <p:embed/>
                      <p:pic>
                        <p:nvPicPr>
                          <p:cNvPr id="61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549992" y="5278331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2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062558" y="4971098"/>
                <a:ext cx="111125" cy="850899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63" name="Object 116"/>
              <p:cNvGraphicFramePr>
                <a:graphicFrameLocks noChangeAspect="1"/>
              </p:cNvGraphicFramePr>
              <p:nvPr/>
            </p:nvGraphicFramePr>
            <p:xfrm>
              <a:off x="7880934" y="4448324"/>
              <a:ext cx="990599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7" imgW="1714739" imgH="1133633" progId="">
                      <p:embed/>
                    </p:oleObj>
                  </mc:Choice>
                  <mc:Fallback>
                    <p:oleObj name="Photo Editor Photo" r:id="rId17" imgW="1714739" imgH="1133633" progId="">
                      <p:embed/>
                      <p:pic>
                        <p:nvPicPr>
                          <p:cNvPr id="63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80934" y="4448324"/>
                            <a:ext cx="990599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4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sp>
            <p:nvSpPr>
              <p:cNvPr id="65" name="TextBox 64"/>
              <p:cNvSpPr txBox="1"/>
              <p:nvPr/>
            </p:nvSpPr>
            <p:spPr>
              <a:xfrm>
                <a:off x="7685384" y="5132495"/>
                <a:ext cx="1018112" cy="2979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200" b="1" dirty="0">
                    <a:solidFill>
                      <a:srgbClr val="FFFF00"/>
                    </a:solidFill>
                  </a:rPr>
                  <a:t>STB, etc</a:t>
                </a:r>
              </a:p>
            </p:txBody>
          </p:sp>
        </p:grpSp>
      </p:grpSp>
      <p:cxnSp>
        <p:nvCxnSpPr>
          <p:cNvPr id="66" name="Straight Arrow Connector 65"/>
          <p:cNvCxnSpPr/>
          <p:nvPr/>
        </p:nvCxnSpPr>
        <p:spPr bwMode="auto">
          <a:xfrm flipV="1">
            <a:off x="6516210" y="5388746"/>
            <a:ext cx="292962" cy="221941"/>
          </a:xfrm>
          <a:prstGeom prst="straightConnector1">
            <a:avLst/>
          </a:prstGeom>
          <a:noFill/>
          <a:ln w="28575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7" name="TextBox 66"/>
          <p:cNvSpPr txBox="1"/>
          <p:nvPr/>
        </p:nvSpPr>
        <p:spPr>
          <a:xfrm>
            <a:off x="7146523" y="3292285"/>
            <a:ext cx="16157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End Users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041830" y="2798930"/>
            <a:ext cx="27972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Network Core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81000" y="1149105"/>
            <a:ext cx="2575264" cy="1931448"/>
            <a:chOff x="381000" y="1149105"/>
            <a:chExt cx="2575264" cy="1931448"/>
          </a:xfrm>
        </p:grpSpPr>
        <p:pic>
          <p:nvPicPr>
            <p:cNvPr id="49" name="Picture 4"/>
            <p:cNvPicPr>
              <a:picLocks noChangeAspect="1" noChangeArrowheads="1"/>
            </p:cNvPicPr>
            <p:nvPr/>
          </p:nvPicPr>
          <p:blipFill>
            <a:blip r:embed="rId18" cstate="print"/>
            <a:srcRect/>
            <a:stretch>
              <a:fillRect/>
            </a:stretch>
          </p:blipFill>
          <p:spPr bwMode="auto">
            <a:xfrm>
              <a:off x="381000" y="1149105"/>
              <a:ext cx="2575264" cy="19314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1" name="Text Box 29"/>
            <p:cNvSpPr txBox="1">
              <a:spLocks noChangeArrowheads="1"/>
            </p:cNvSpPr>
            <p:nvPr/>
          </p:nvSpPr>
          <p:spPr bwMode="auto">
            <a:xfrm>
              <a:off x="1642457" y="1698431"/>
              <a:ext cx="1136253" cy="1015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GB" sz="1100" b="1" dirty="0">
                  <a:solidFill>
                    <a:srgbClr val="FFFF00"/>
                  </a:solidFill>
                </a:rPr>
                <a:t>VOD and </a:t>
              </a:r>
            </a:p>
            <a:p>
              <a:r>
                <a:rPr lang="en-GB" sz="1100" b="1" dirty="0">
                  <a:solidFill>
                    <a:srgbClr val="FFFF00"/>
                  </a:solidFill>
                </a:rPr>
                <a:t>Various</a:t>
              </a:r>
            </a:p>
            <a:p>
              <a:r>
                <a:rPr lang="en-GB" sz="1100" b="1" dirty="0">
                  <a:solidFill>
                    <a:srgbClr val="FFFF00"/>
                  </a:solidFill>
                </a:rPr>
                <a:t>Functions</a:t>
              </a:r>
            </a:p>
            <a:p>
              <a:r>
                <a:rPr lang="en-GB" sz="1100" b="1" dirty="0">
                  <a:solidFill>
                    <a:srgbClr val="FFFF00"/>
                  </a:solidFill>
                </a:rPr>
                <a:t>(Servers, etc)</a:t>
              </a:r>
            </a:p>
            <a:p>
              <a:endParaRPr lang="en-GB" dirty="0">
                <a:solidFill>
                  <a:srgbClr val="FFFF00"/>
                </a:solidFill>
              </a:endParaRPr>
            </a:p>
          </p:txBody>
        </p:sp>
        <p:sp>
          <p:nvSpPr>
            <p:cNvPr id="69" name="Text Box 31"/>
            <p:cNvSpPr txBox="1">
              <a:spLocks noChangeArrowheads="1"/>
            </p:cNvSpPr>
            <p:nvPr/>
          </p:nvSpPr>
          <p:spPr bwMode="auto">
            <a:xfrm>
              <a:off x="381000" y="1149341"/>
              <a:ext cx="1604927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1400" b="1" dirty="0">
                  <a:solidFill>
                    <a:srgbClr val="FFFF00"/>
                  </a:solidFill>
                </a:rPr>
                <a:t>Video Head-End</a:t>
              </a:r>
              <a:endParaRPr lang="en-GB" sz="1400" dirty="0">
                <a:solidFill>
                  <a:srgbClr val="FFFF00"/>
                </a:solidFill>
              </a:endParaRPr>
            </a:p>
          </p:txBody>
        </p:sp>
      </p:grpSp>
      <p:sp>
        <p:nvSpPr>
          <p:cNvPr id="70" name="Cloud 69"/>
          <p:cNvSpPr/>
          <p:nvPr/>
        </p:nvSpPr>
        <p:spPr bwMode="auto">
          <a:xfrm rot="11051792">
            <a:off x="5701416" y="3028351"/>
            <a:ext cx="1023013" cy="637061"/>
          </a:xfrm>
          <a:prstGeom prst="cloud">
            <a:avLst/>
          </a:prstGeom>
          <a:gradFill flip="none" rotWithShape="1">
            <a:gsLst>
              <a:gs pos="0">
                <a:schemeClr val="accent2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2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2">
                  <a:lumMod val="20000"/>
                  <a:lumOff val="80000"/>
                  <a:shade val="100000"/>
                  <a:satMod val="115000"/>
                </a:schemeClr>
              </a:gs>
            </a:gsLst>
            <a:lin ang="810000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71" name="Cloud 70"/>
          <p:cNvSpPr/>
          <p:nvPr/>
        </p:nvSpPr>
        <p:spPr bwMode="auto">
          <a:xfrm rot="11051792">
            <a:off x="5577129" y="3534378"/>
            <a:ext cx="1023013" cy="637061"/>
          </a:xfrm>
          <a:prstGeom prst="cloud">
            <a:avLst/>
          </a:prstGeom>
          <a:gradFill flip="none" rotWithShape="1">
            <a:gsLst>
              <a:gs pos="0">
                <a:schemeClr val="accent2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2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2">
                  <a:lumMod val="20000"/>
                  <a:lumOff val="80000"/>
                  <a:shade val="100000"/>
                  <a:satMod val="115000"/>
                </a:schemeClr>
              </a:gs>
            </a:gsLst>
            <a:lin ang="810000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72" name="Cloud 71"/>
          <p:cNvSpPr/>
          <p:nvPr/>
        </p:nvSpPr>
        <p:spPr bwMode="auto">
          <a:xfrm rot="11051792">
            <a:off x="5399575" y="3907240"/>
            <a:ext cx="1023013" cy="637061"/>
          </a:xfrm>
          <a:prstGeom prst="cloud">
            <a:avLst/>
          </a:prstGeom>
          <a:gradFill flip="none" rotWithShape="1">
            <a:gsLst>
              <a:gs pos="0">
                <a:schemeClr val="accent2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2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2">
                  <a:lumMod val="20000"/>
                  <a:lumOff val="80000"/>
                  <a:shade val="100000"/>
                  <a:satMod val="115000"/>
                </a:schemeClr>
              </a:gs>
            </a:gsLst>
            <a:lin ang="810000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 rot="18157754">
            <a:off x="5170608" y="3623875"/>
            <a:ext cx="18268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Access Network</a:t>
            </a:r>
          </a:p>
        </p:txBody>
      </p:sp>
      <p:cxnSp>
        <p:nvCxnSpPr>
          <p:cNvPr id="74" name="Straight Arrow Connector 73"/>
          <p:cNvCxnSpPr/>
          <p:nvPr/>
        </p:nvCxnSpPr>
        <p:spPr bwMode="auto">
          <a:xfrm>
            <a:off x="6604986" y="3462293"/>
            <a:ext cx="488272" cy="213062"/>
          </a:xfrm>
          <a:prstGeom prst="straightConnector1">
            <a:avLst/>
          </a:prstGeom>
          <a:noFill/>
          <a:ln w="38100" cap="flat" cmpd="sng" algn="ctr">
            <a:solidFill>
              <a:schemeClr val="accent3">
                <a:lumMod val="65000"/>
              </a:schemeClr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75" name="Straight Arrow Connector 74"/>
          <p:cNvCxnSpPr/>
          <p:nvPr/>
        </p:nvCxnSpPr>
        <p:spPr bwMode="auto">
          <a:xfrm>
            <a:off x="6533964" y="3595459"/>
            <a:ext cx="461640" cy="168672"/>
          </a:xfrm>
          <a:prstGeom prst="straightConnector1">
            <a:avLst/>
          </a:prstGeom>
          <a:noFill/>
          <a:ln w="38100" cap="flat" cmpd="sng" algn="ctr">
            <a:solidFill>
              <a:schemeClr val="accent3">
                <a:lumMod val="65000"/>
              </a:schemeClr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76" name="Straight Arrow Connector 75"/>
          <p:cNvCxnSpPr/>
          <p:nvPr/>
        </p:nvCxnSpPr>
        <p:spPr bwMode="auto">
          <a:xfrm>
            <a:off x="6454065" y="3657602"/>
            <a:ext cx="470518" cy="221940"/>
          </a:xfrm>
          <a:prstGeom prst="straightConnector1">
            <a:avLst/>
          </a:prstGeom>
          <a:noFill/>
          <a:ln w="38100" cap="flat" cmpd="sng" algn="ctr">
            <a:solidFill>
              <a:schemeClr val="accent3">
                <a:lumMod val="65000"/>
              </a:schemeClr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77" name="Straight Arrow Connector 76"/>
          <p:cNvCxnSpPr/>
          <p:nvPr/>
        </p:nvCxnSpPr>
        <p:spPr bwMode="auto">
          <a:xfrm>
            <a:off x="5965793" y="4332305"/>
            <a:ext cx="852257" cy="568169"/>
          </a:xfrm>
          <a:prstGeom prst="straightConnector1">
            <a:avLst/>
          </a:prstGeom>
          <a:noFill/>
          <a:ln w="76200" cap="flat" cmpd="sng" algn="ctr">
            <a:solidFill>
              <a:schemeClr val="accent3">
                <a:lumMod val="50000"/>
              </a:schemeClr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78" name="Straight Arrow Connector 77"/>
          <p:cNvCxnSpPr/>
          <p:nvPr/>
        </p:nvCxnSpPr>
        <p:spPr bwMode="auto">
          <a:xfrm>
            <a:off x="6383045" y="3808520"/>
            <a:ext cx="461638" cy="292963"/>
          </a:xfrm>
          <a:prstGeom prst="straightConnector1">
            <a:avLst/>
          </a:prstGeom>
          <a:noFill/>
          <a:ln w="38100" cap="flat" cmpd="sng" algn="ctr">
            <a:solidFill>
              <a:schemeClr val="accent3">
                <a:lumMod val="50000"/>
              </a:schemeClr>
            </a:solidFill>
            <a:prstDash val="solid"/>
            <a:round/>
            <a:headEnd type="arrow"/>
            <a:tailEnd type="arrow"/>
          </a:ln>
          <a:effectLst/>
        </p:spPr>
      </p:cxnSp>
      <p:pic>
        <p:nvPicPr>
          <p:cNvPr id="79" name="Picture 23" descr="C:\Users\jdfoss\Desktop\Clipboard01.gif"/>
          <p:cNvPicPr>
            <a:picLocks noChangeAspect="1" noChangeArrowheads="1"/>
          </p:cNvPicPr>
          <p:nvPr/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7123193" y="4200807"/>
            <a:ext cx="407782" cy="407782"/>
          </a:xfrm>
          <a:prstGeom prst="rect">
            <a:avLst/>
          </a:prstGeom>
          <a:noFill/>
        </p:spPr>
      </p:pic>
      <p:cxnSp>
        <p:nvCxnSpPr>
          <p:cNvPr id="80" name="Straight Connector 79"/>
          <p:cNvCxnSpPr/>
          <p:nvPr/>
        </p:nvCxnSpPr>
        <p:spPr bwMode="auto">
          <a:xfrm>
            <a:off x="7052650" y="4852657"/>
            <a:ext cx="443619" cy="181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1" name="Straight Connector 80"/>
          <p:cNvCxnSpPr/>
          <p:nvPr/>
        </p:nvCxnSpPr>
        <p:spPr bwMode="auto">
          <a:xfrm>
            <a:off x="7034544" y="4943194"/>
            <a:ext cx="516046" cy="24444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7" name="Freeform 86"/>
          <p:cNvSpPr/>
          <p:nvPr/>
        </p:nvSpPr>
        <p:spPr bwMode="auto">
          <a:xfrm>
            <a:off x="2667650" y="1138467"/>
            <a:ext cx="4677228" cy="1996069"/>
          </a:xfrm>
          <a:custGeom>
            <a:avLst/>
            <a:gdLst>
              <a:gd name="connsiteX0" fmla="*/ 535258 w 4293219"/>
              <a:gd name="connsiteY0" fmla="*/ 0 h 1996069"/>
              <a:gd name="connsiteX1" fmla="*/ 1616927 w 4293219"/>
              <a:gd name="connsiteY1" fmla="*/ 44605 h 1996069"/>
              <a:gd name="connsiteX2" fmla="*/ 2352907 w 4293219"/>
              <a:gd name="connsiteY2" fmla="*/ 211874 h 1996069"/>
              <a:gd name="connsiteX3" fmla="*/ 2966224 w 4293219"/>
              <a:gd name="connsiteY3" fmla="*/ 490654 h 1996069"/>
              <a:gd name="connsiteX4" fmla="*/ 3490332 w 4293219"/>
              <a:gd name="connsiteY4" fmla="*/ 825191 h 1996069"/>
              <a:gd name="connsiteX5" fmla="*/ 3958683 w 4293219"/>
              <a:gd name="connsiteY5" fmla="*/ 1315844 h 1996069"/>
              <a:gd name="connsiteX6" fmla="*/ 4125951 w 4293219"/>
              <a:gd name="connsiteY6" fmla="*/ 1126274 h 1996069"/>
              <a:gd name="connsiteX7" fmla="*/ 4293219 w 4293219"/>
              <a:gd name="connsiteY7" fmla="*/ 1996069 h 1996069"/>
              <a:gd name="connsiteX8" fmla="*/ 3412273 w 4293219"/>
              <a:gd name="connsiteY8" fmla="*/ 1739591 h 1996069"/>
              <a:gd name="connsiteX9" fmla="*/ 3624146 w 4293219"/>
              <a:gd name="connsiteY9" fmla="*/ 1628079 h 1996069"/>
              <a:gd name="connsiteX10" fmla="*/ 3245005 w 4293219"/>
              <a:gd name="connsiteY10" fmla="*/ 1126274 h 1996069"/>
              <a:gd name="connsiteX11" fmla="*/ 2653990 w 4293219"/>
              <a:gd name="connsiteY11" fmla="*/ 847493 h 1996069"/>
              <a:gd name="connsiteX12" fmla="*/ 1906858 w 4293219"/>
              <a:gd name="connsiteY12" fmla="*/ 613318 h 1996069"/>
              <a:gd name="connsiteX13" fmla="*/ 1527717 w 4293219"/>
              <a:gd name="connsiteY13" fmla="*/ 635620 h 1996069"/>
              <a:gd name="connsiteX14" fmla="*/ 925551 w 4293219"/>
              <a:gd name="connsiteY14" fmla="*/ 724830 h 1996069"/>
              <a:gd name="connsiteX15" fmla="*/ 546410 w 4293219"/>
              <a:gd name="connsiteY15" fmla="*/ 892098 h 1996069"/>
              <a:gd name="connsiteX16" fmla="*/ 211873 w 4293219"/>
              <a:gd name="connsiteY16" fmla="*/ 1048215 h 1996069"/>
              <a:gd name="connsiteX17" fmla="*/ 55756 w 4293219"/>
              <a:gd name="connsiteY17" fmla="*/ 323386 h 1996069"/>
              <a:gd name="connsiteX18" fmla="*/ 0 w 4293219"/>
              <a:gd name="connsiteY18" fmla="*/ 55757 h 1996069"/>
              <a:gd name="connsiteX19" fmla="*/ 535258 w 4293219"/>
              <a:gd name="connsiteY19" fmla="*/ 0 h 1996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293219" h="1996069">
                <a:moveTo>
                  <a:pt x="535258" y="0"/>
                </a:moveTo>
                <a:lnTo>
                  <a:pt x="1616927" y="44605"/>
                </a:lnTo>
                <a:lnTo>
                  <a:pt x="2352907" y="211874"/>
                </a:lnTo>
                <a:lnTo>
                  <a:pt x="2966224" y="490654"/>
                </a:lnTo>
                <a:lnTo>
                  <a:pt x="3490332" y="825191"/>
                </a:lnTo>
                <a:lnTo>
                  <a:pt x="3958683" y="1315844"/>
                </a:lnTo>
                <a:lnTo>
                  <a:pt x="4125951" y="1126274"/>
                </a:lnTo>
                <a:lnTo>
                  <a:pt x="4293219" y="1996069"/>
                </a:lnTo>
                <a:lnTo>
                  <a:pt x="3412273" y="1739591"/>
                </a:lnTo>
                <a:lnTo>
                  <a:pt x="3624146" y="1628079"/>
                </a:lnTo>
                <a:lnTo>
                  <a:pt x="3245005" y="1126274"/>
                </a:lnTo>
                <a:lnTo>
                  <a:pt x="2653990" y="847493"/>
                </a:lnTo>
                <a:lnTo>
                  <a:pt x="1906858" y="613318"/>
                </a:lnTo>
                <a:lnTo>
                  <a:pt x="1527717" y="635620"/>
                </a:lnTo>
                <a:lnTo>
                  <a:pt x="925551" y="724830"/>
                </a:lnTo>
                <a:lnTo>
                  <a:pt x="546410" y="892098"/>
                </a:lnTo>
                <a:lnTo>
                  <a:pt x="211873" y="1048215"/>
                </a:lnTo>
                <a:lnTo>
                  <a:pt x="55756" y="323386"/>
                </a:lnTo>
                <a:lnTo>
                  <a:pt x="0" y="55757"/>
                </a:lnTo>
                <a:lnTo>
                  <a:pt x="535258" y="0"/>
                </a:lnTo>
                <a:close/>
              </a:path>
            </a:pathLst>
          </a:custGeom>
          <a:solidFill>
            <a:srgbClr val="663300">
              <a:alpha val="67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2" name="Cloud 51"/>
          <p:cNvSpPr/>
          <p:nvPr/>
        </p:nvSpPr>
        <p:spPr bwMode="auto">
          <a:xfrm rot="11051792">
            <a:off x="927918" y="3364846"/>
            <a:ext cx="1644625" cy="935170"/>
          </a:xfrm>
          <a:prstGeom prst="cloud">
            <a:avLst/>
          </a:prstGeom>
          <a:solidFill>
            <a:srgbClr val="E3CA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4" name="Up-Down Arrow 53"/>
          <p:cNvSpPr/>
          <p:nvPr/>
        </p:nvSpPr>
        <p:spPr bwMode="auto">
          <a:xfrm>
            <a:off x="1455937" y="2911876"/>
            <a:ext cx="417251" cy="683582"/>
          </a:xfrm>
          <a:prstGeom prst="upDownArrow">
            <a:avLst/>
          </a:prstGeom>
          <a:solidFill>
            <a:srgbClr val="5D748D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5" name="Up-Down Arrow 54"/>
          <p:cNvSpPr/>
          <p:nvPr/>
        </p:nvSpPr>
        <p:spPr bwMode="auto">
          <a:xfrm>
            <a:off x="1553592" y="4163627"/>
            <a:ext cx="417251" cy="683582"/>
          </a:xfrm>
          <a:prstGeom prst="upDownArrow">
            <a:avLst/>
          </a:prstGeom>
          <a:solidFill>
            <a:srgbClr val="5D748D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95" name="TextBox 94"/>
          <p:cNvSpPr txBox="1"/>
          <p:nvPr/>
        </p:nvSpPr>
        <p:spPr>
          <a:xfrm rot="585289">
            <a:off x="4050623" y="1439102"/>
            <a:ext cx="18598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FF00"/>
                </a:solidFill>
              </a:rPr>
              <a:t>Telco Broadband</a:t>
            </a:r>
            <a:endParaRPr lang="en-GB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3367455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82"/>
          <p:cNvGrpSpPr/>
          <p:nvPr/>
        </p:nvGrpSpPr>
        <p:grpSpPr>
          <a:xfrm>
            <a:off x="7066628" y="3710865"/>
            <a:ext cx="1740020" cy="2388094"/>
            <a:chOff x="7057748" y="4039340"/>
            <a:chExt cx="1953087" cy="2396971"/>
          </a:xfrm>
        </p:grpSpPr>
        <p:sp>
          <p:nvSpPr>
            <p:cNvPr id="5" name="Rectangle 4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6" name="Group 85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7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2" imgW="1714739" imgH="1714739" progId="">
                      <p:embed/>
                    </p:oleObj>
                  </mc:Choice>
                  <mc:Fallback>
                    <p:oleObj name="Photo Editor Photo" r:id="rId2" imgW="1714739" imgH="1714739" progId="">
                      <p:embed/>
                      <p:pic>
                        <p:nvPicPr>
                          <p:cNvPr id="7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9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4" imgW="1714739" imgH="1133633" progId="">
                      <p:embed/>
                    </p:oleObj>
                  </mc:Choice>
                  <mc:Fallback>
                    <p:oleObj name="Photo Editor Photo" r:id="rId4" imgW="1714739" imgH="1133633" progId="">
                      <p:embed/>
                      <p:pic>
                        <p:nvPicPr>
                          <p:cNvPr id="9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1" name="Group 98"/>
          <p:cNvGrpSpPr/>
          <p:nvPr/>
        </p:nvGrpSpPr>
        <p:grpSpPr>
          <a:xfrm>
            <a:off x="7013362" y="3773009"/>
            <a:ext cx="1740020" cy="2388094"/>
            <a:chOff x="7057748" y="4039340"/>
            <a:chExt cx="1953087" cy="2396971"/>
          </a:xfrm>
        </p:grpSpPr>
        <p:sp>
          <p:nvSpPr>
            <p:cNvPr id="12" name="Rectangle 11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13" name="Group 100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14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6" imgW="1714739" imgH="1714739" progId="">
                      <p:embed/>
                    </p:oleObj>
                  </mc:Choice>
                  <mc:Fallback>
                    <p:oleObj name="Photo Editor Photo" r:id="rId6" imgW="1714739" imgH="1714739" progId="">
                      <p:embed/>
                      <p:pic>
                        <p:nvPicPr>
                          <p:cNvPr id="14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16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7" imgW="1714739" imgH="1133633" progId="">
                      <p:embed/>
                    </p:oleObj>
                  </mc:Choice>
                  <mc:Fallback>
                    <p:oleObj name="Photo Editor Photo" r:id="rId7" imgW="1714739" imgH="1133633" progId="">
                      <p:embed/>
                      <p:pic>
                        <p:nvPicPr>
                          <p:cNvPr id="16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7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8" name="Group 105"/>
          <p:cNvGrpSpPr/>
          <p:nvPr/>
        </p:nvGrpSpPr>
        <p:grpSpPr>
          <a:xfrm>
            <a:off x="6933463" y="3844030"/>
            <a:ext cx="1740020" cy="2388094"/>
            <a:chOff x="7057748" y="4039340"/>
            <a:chExt cx="1953087" cy="2396971"/>
          </a:xfrm>
        </p:grpSpPr>
        <p:sp>
          <p:nvSpPr>
            <p:cNvPr id="19" name="Rectangle 18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20" name="Group 107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21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8" imgW="1714739" imgH="1714739" progId="">
                      <p:embed/>
                    </p:oleObj>
                  </mc:Choice>
                  <mc:Fallback>
                    <p:oleObj name="Photo Editor Photo" r:id="rId8" imgW="1714739" imgH="1714739" progId="">
                      <p:embed/>
                      <p:pic>
                        <p:nvPicPr>
                          <p:cNvPr id="21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2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23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9" imgW="1714739" imgH="1133633" progId="">
                      <p:embed/>
                    </p:oleObj>
                  </mc:Choice>
                  <mc:Fallback>
                    <p:oleObj name="Photo Editor Photo" r:id="rId9" imgW="1714739" imgH="1133633" progId="">
                      <p:embed/>
                      <p:pic>
                        <p:nvPicPr>
                          <p:cNvPr id="23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4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25" name="Group 72"/>
          <p:cNvGrpSpPr/>
          <p:nvPr/>
        </p:nvGrpSpPr>
        <p:grpSpPr>
          <a:xfrm>
            <a:off x="6862441" y="3923929"/>
            <a:ext cx="1740020" cy="2388094"/>
            <a:chOff x="7057748" y="4039340"/>
            <a:chExt cx="1953087" cy="2396971"/>
          </a:xfrm>
        </p:grpSpPr>
        <p:sp>
          <p:nvSpPr>
            <p:cNvPr id="26" name="Rectangle 25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27" name="Group 74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28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0" imgW="1714739" imgH="1714739" progId="">
                      <p:embed/>
                    </p:oleObj>
                  </mc:Choice>
                  <mc:Fallback>
                    <p:oleObj name="Photo Editor Photo" r:id="rId10" imgW="1714739" imgH="1714739" progId="">
                      <p:embed/>
                      <p:pic>
                        <p:nvPicPr>
                          <p:cNvPr id="28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9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30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1" imgW="1714739" imgH="1133633" progId="">
                      <p:embed/>
                    </p:oleObj>
                  </mc:Choice>
                  <mc:Fallback>
                    <p:oleObj name="Photo Editor Photo" r:id="rId11" imgW="1714739" imgH="1133633" progId="">
                      <p:embed/>
                      <p:pic>
                        <p:nvPicPr>
                          <p:cNvPr id="30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1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32" name="Group 64"/>
          <p:cNvGrpSpPr/>
          <p:nvPr/>
        </p:nvGrpSpPr>
        <p:grpSpPr>
          <a:xfrm>
            <a:off x="6809175" y="3986073"/>
            <a:ext cx="1740020" cy="2388094"/>
            <a:chOff x="7057748" y="4039340"/>
            <a:chExt cx="1953087" cy="2396971"/>
          </a:xfrm>
        </p:grpSpPr>
        <p:sp>
          <p:nvSpPr>
            <p:cNvPr id="33" name="Rectangle 32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34" name="Group 66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35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2" imgW="1714739" imgH="1714739" progId="">
                      <p:embed/>
                    </p:oleObj>
                  </mc:Choice>
                  <mc:Fallback>
                    <p:oleObj name="Photo Editor Photo" r:id="rId12" imgW="1714739" imgH="1714739" progId="">
                      <p:embed/>
                      <p:pic>
                        <p:nvPicPr>
                          <p:cNvPr id="35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6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37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3" imgW="1714739" imgH="1133633" progId="">
                      <p:embed/>
                    </p:oleObj>
                  </mc:Choice>
                  <mc:Fallback>
                    <p:oleObj name="Photo Editor Photo" r:id="rId13" imgW="1714739" imgH="1133633" progId="">
                      <p:embed/>
                      <p:pic>
                        <p:nvPicPr>
                          <p:cNvPr id="37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8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sp>
        <p:nvSpPr>
          <p:cNvPr id="39" name="Cloud 38"/>
          <p:cNvSpPr/>
          <p:nvPr/>
        </p:nvSpPr>
        <p:spPr bwMode="auto">
          <a:xfrm rot="11051792">
            <a:off x="221206" y="911036"/>
            <a:ext cx="2821780" cy="2420596"/>
          </a:xfrm>
          <a:prstGeom prst="cloud">
            <a:avLst/>
          </a:prstGeom>
          <a:solidFill>
            <a:srgbClr val="E3CA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grpSp>
        <p:nvGrpSpPr>
          <p:cNvPr id="40" name="Group 35"/>
          <p:cNvGrpSpPr/>
          <p:nvPr/>
        </p:nvGrpSpPr>
        <p:grpSpPr>
          <a:xfrm>
            <a:off x="6729276" y="4057094"/>
            <a:ext cx="1740020" cy="2388094"/>
            <a:chOff x="7057748" y="4039340"/>
            <a:chExt cx="1953087" cy="2396971"/>
          </a:xfrm>
        </p:grpSpPr>
        <p:sp>
          <p:nvSpPr>
            <p:cNvPr id="41" name="Rectangle 40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42" name="Group 37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43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4" imgW="1714739" imgH="1714739" progId="">
                      <p:embed/>
                    </p:oleObj>
                  </mc:Choice>
                  <mc:Fallback>
                    <p:oleObj name="Photo Editor Photo" r:id="rId14" imgW="1714739" imgH="1714739" progId="">
                      <p:embed/>
                      <p:pic>
                        <p:nvPicPr>
                          <p:cNvPr id="43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4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45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5" imgW="1714739" imgH="1133633" progId="">
                      <p:embed/>
                    </p:oleObj>
                  </mc:Choice>
                  <mc:Fallback>
                    <p:oleObj name="Photo Editor Photo" r:id="rId15" imgW="1714739" imgH="1133633" progId="">
                      <p:embed/>
                      <p:pic>
                        <p:nvPicPr>
                          <p:cNvPr id="45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6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sp>
        <p:nvSpPr>
          <p:cNvPr id="47" name="TextBox 46"/>
          <p:cNvSpPr txBox="1"/>
          <p:nvPr/>
        </p:nvSpPr>
        <p:spPr>
          <a:xfrm>
            <a:off x="381000" y="333375"/>
            <a:ext cx="8550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Media Distribution – IPTV - Telco Broadband, OTT/Web</a:t>
            </a:r>
          </a:p>
        </p:txBody>
      </p:sp>
      <p:sp>
        <p:nvSpPr>
          <p:cNvPr id="48" name="Rectangle 26"/>
          <p:cNvSpPr>
            <a:spLocks noChangeArrowheads="1"/>
          </p:cNvSpPr>
          <p:nvPr/>
        </p:nvSpPr>
        <p:spPr bwMode="auto">
          <a:xfrm>
            <a:off x="1095725" y="1975335"/>
            <a:ext cx="7397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49" name="Picture 4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81000" y="1149105"/>
            <a:ext cx="2575264" cy="1931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0" name="Cloud 49"/>
          <p:cNvSpPr/>
          <p:nvPr/>
        </p:nvSpPr>
        <p:spPr bwMode="auto">
          <a:xfrm rot="11051792">
            <a:off x="2241767" y="2138875"/>
            <a:ext cx="4109617" cy="2623626"/>
          </a:xfrm>
          <a:prstGeom prst="cloud">
            <a:avLst/>
          </a:prstGeom>
          <a:gradFill flip="none" rotWithShape="1">
            <a:gsLst>
              <a:gs pos="0">
                <a:schemeClr val="accent2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2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2">
                  <a:lumMod val="20000"/>
                  <a:lumOff val="80000"/>
                  <a:shade val="100000"/>
                  <a:satMod val="115000"/>
                </a:schemeClr>
              </a:gs>
            </a:gsLst>
            <a:lin ang="810000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1" name="Text Box 29"/>
          <p:cNvSpPr txBox="1">
            <a:spLocks noChangeArrowheads="1"/>
          </p:cNvSpPr>
          <p:nvPr/>
        </p:nvSpPr>
        <p:spPr bwMode="auto">
          <a:xfrm>
            <a:off x="1642457" y="1698431"/>
            <a:ext cx="1136253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1100" b="1" dirty="0">
                <a:solidFill>
                  <a:srgbClr val="FFFF00"/>
                </a:solidFill>
              </a:rPr>
              <a:t>VOD and </a:t>
            </a:r>
          </a:p>
          <a:p>
            <a:r>
              <a:rPr lang="en-GB" sz="1100" b="1" dirty="0">
                <a:solidFill>
                  <a:srgbClr val="FFFF00"/>
                </a:solidFill>
              </a:rPr>
              <a:t>Various</a:t>
            </a:r>
          </a:p>
          <a:p>
            <a:r>
              <a:rPr lang="en-GB" sz="1100" b="1" dirty="0">
                <a:solidFill>
                  <a:srgbClr val="FFFF00"/>
                </a:solidFill>
              </a:rPr>
              <a:t>Functions</a:t>
            </a:r>
          </a:p>
          <a:p>
            <a:r>
              <a:rPr lang="en-GB" sz="1100" b="1" dirty="0">
                <a:solidFill>
                  <a:srgbClr val="FFFF00"/>
                </a:solidFill>
              </a:rPr>
              <a:t>(Servers, etc)</a:t>
            </a:r>
          </a:p>
          <a:p>
            <a:endParaRPr lang="en-GB" dirty="0">
              <a:solidFill>
                <a:srgbClr val="FFFF00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19666" y="4555690"/>
            <a:ext cx="190629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Access to 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WWW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Telephone N/W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Ingest of Media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36785" y="3248980"/>
            <a:ext cx="27972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Network Managed and Operated by Network Provider / Operator</a:t>
            </a:r>
          </a:p>
          <a:p>
            <a:pPr algn="ctr"/>
            <a:r>
              <a:rPr lang="en-GB" sz="1600" dirty="0"/>
              <a:t> - Routing, Switching, etc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03418" y="5397623"/>
            <a:ext cx="12081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Network Access Equipment</a:t>
            </a:r>
          </a:p>
        </p:txBody>
      </p:sp>
      <p:grpSp>
        <p:nvGrpSpPr>
          <p:cNvPr id="55" name="Group 34"/>
          <p:cNvGrpSpPr/>
          <p:nvPr/>
        </p:nvGrpSpPr>
        <p:grpSpPr>
          <a:xfrm>
            <a:off x="6649374" y="4136995"/>
            <a:ext cx="1748901" cy="2361460"/>
            <a:chOff x="7037918" y="4039340"/>
            <a:chExt cx="1953087" cy="2540216"/>
          </a:xfrm>
        </p:grpSpPr>
        <p:sp>
          <p:nvSpPr>
            <p:cNvPr id="56" name="Rectangle 55"/>
            <p:cNvSpPr/>
            <p:nvPr/>
          </p:nvSpPr>
          <p:spPr bwMode="auto">
            <a:xfrm>
              <a:off x="7037918" y="4039340"/>
              <a:ext cx="1953087" cy="2540216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57" name="Group 32"/>
            <p:cNvGrpSpPr/>
            <p:nvPr/>
          </p:nvGrpSpPr>
          <p:grpSpPr>
            <a:xfrm>
              <a:off x="7125021" y="4448324"/>
              <a:ext cx="1746512" cy="2077782"/>
              <a:chOff x="7125021" y="4448324"/>
              <a:chExt cx="1746512" cy="2077782"/>
            </a:xfrm>
          </p:grpSpPr>
          <p:graphicFrame>
            <p:nvGraphicFramePr>
              <p:cNvPr id="58" name="Object 111"/>
              <p:cNvGraphicFramePr>
                <a:graphicFrameLocks noChangeAspect="1"/>
              </p:cNvGraphicFramePr>
              <p:nvPr/>
            </p:nvGraphicFramePr>
            <p:xfrm>
              <a:off x="7549992" y="5278331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7" imgW="1714739" imgH="1714739" progId="">
                      <p:embed/>
                    </p:oleObj>
                  </mc:Choice>
                  <mc:Fallback>
                    <p:oleObj name="Photo Editor Photo" r:id="rId17" imgW="1714739" imgH="1714739" progId="">
                      <p:embed/>
                      <p:pic>
                        <p:nvPicPr>
                          <p:cNvPr id="58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549992" y="5278331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9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062558" y="4971098"/>
                <a:ext cx="111125" cy="850899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60" name="Object 116"/>
              <p:cNvGraphicFramePr>
                <a:graphicFrameLocks noChangeAspect="1"/>
              </p:cNvGraphicFramePr>
              <p:nvPr/>
            </p:nvGraphicFramePr>
            <p:xfrm>
              <a:off x="7880934" y="4448324"/>
              <a:ext cx="990599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8" imgW="1714739" imgH="1133633" progId="">
                      <p:embed/>
                    </p:oleObj>
                  </mc:Choice>
                  <mc:Fallback>
                    <p:oleObj name="Photo Editor Photo" r:id="rId18" imgW="1714739" imgH="1133633" progId="">
                      <p:embed/>
                      <p:pic>
                        <p:nvPicPr>
                          <p:cNvPr id="60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80934" y="4448324"/>
                            <a:ext cx="990599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1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7685384" y="5132495"/>
                <a:ext cx="1018112" cy="2979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200" b="1" dirty="0">
                    <a:solidFill>
                      <a:srgbClr val="FFFF00"/>
                    </a:solidFill>
                  </a:rPr>
                  <a:t>STB, etc</a:t>
                </a:r>
              </a:p>
            </p:txBody>
          </p:sp>
        </p:grpSp>
      </p:grpSp>
      <p:cxnSp>
        <p:nvCxnSpPr>
          <p:cNvPr id="63" name="Straight Arrow Connector 62"/>
          <p:cNvCxnSpPr/>
          <p:nvPr/>
        </p:nvCxnSpPr>
        <p:spPr bwMode="auto">
          <a:xfrm flipV="1">
            <a:off x="6516210" y="5388746"/>
            <a:ext cx="292962" cy="221941"/>
          </a:xfrm>
          <a:prstGeom prst="straightConnector1">
            <a:avLst/>
          </a:prstGeom>
          <a:noFill/>
          <a:ln w="28575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4" name="TextBox 63"/>
          <p:cNvSpPr txBox="1"/>
          <p:nvPr/>
        </p:nvSpPr>
        <p:spPr>
          <a:xfrm>
            <a:off x="7146523" y="3292285"/>
            <a:ext cx="16157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End Users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041830" y="2798930"/>
            <a:ext cx="27972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Network Core</a:t>
            </a:r>
          </a:p>
        </p:txBody>
      </p:sp>
      <p:sp>
        <p:nvSpPr>
          <p:cNvPr id="66" name="Text Box 31"/>
          <p:cNvSpPr txBox="1">
            <a:spLocks noChangeArrowheads="1"/>
          </p:cNvSpPr>
          <p:nvPr/>
        </p:nvSpPr>
        <p:spPr bwMode="auto">
          <a:xfrm>
            <a:off x="381000" y="1149341"/>
            <a:ext cx="16049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 b="1" dirty="0">
                <a:solidFill>
                  <a:srgbClr val="FFFF00"/>
                </a:solidFill>
              </a:rPr>
              <a:t>Video Head-End</a:t>
            </a:r>
            <a:endParaRPr lang="en-GB" sz="1400" dirty="0">
              <a:solidFill>
                <a:srgbClr val="FFFF00"/>
              </a:solidFill>
            </a:endParaRPr>
          </a:p>
        </p:txBody>
      </p:sp>
      <p:sp>
        <p:nvSpPr>
          <p:cNvPr id="67" name="Cloud 66"/>
          <p:cNvSpPr/>
          <p:nvPr/>
        </p:nvSpPr>
        <p:spPr bwMode="auto">
          <a:xfrm rot="11051792">
            <a:off x="5701416" y="3028351"/>
            <a:ext cx="1023013" cy="637061"/>
          </a:xfrm>
          <a:prstGeom prst="cloud">
            <a:avLst/>
          </a:prstGeom>
          <a:gradFill flip="none" rotWithShape="1">
            <a:gsLst>
              <a:gs pos="0">
                <a:schemeClr val="accent2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2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2">
                  <a:lumMod val="20000"/>
                  <a:lumOff val="80000"/>
                  <a:shade val="100000"/>
                  <a:satMod val="115000"/>
                </a:schemeClr>
              </a:gs>
            </a:gsLst>
            <a:lin ang="810000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68" name="Cloud 67"/>
          <p:cNvSpPr/>
          <p:nvPr/>
        </p:nvSpPr>
        <p:spPr bwMode="auto">
          <a:xfrm rot="11051792">
            <a:off x="5577129" y="3534378"/>
            <a:ext cx="1023013" cy="637061"/>
          </a:xfrm>
          <a:prstGeom prst="cloud">
            <a:avLst/>
          </a:prstGeom>
          <a:gradFill flip="none" rotWithShape="1">
            <a:gsLst>
              <a:gs pos="0">
                <a:schemeClr val="accent2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2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2">
                  <a:lumMod val="20000"/>
                  <a:lumOff val="80000"/>
                  <a:shade val="100000"/>
                  <a:satMod val="115000"/>
                </a:schemeClr>
              </a:gs>
            </a:gsLst>
            <a:lin ang="810000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69" name="Cloud 68"/>
          <p:cNvSpPr/>
          <p:nvPr/>
        </p:nvSpPr>
        <p:spPr bwMode="auto">
          <a:xfrm rot="11051792">
            <a:off x="5399575" y="3907240"/>
            <a:ext cx="1023013" cy="637061"/>
          </a:xfrm>
          <a:prstGeom prst="cloud">
            <a:avLst/>
          </a:prstGeom>
          <a:gradFill flip="none" rotWithShape="1">
            <a:gsLst>
              <a:gs pos="0">
                <a:schemeClr val="accent2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2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2">
                  <a:lumMod val="20000"/>
                  <a:lumOff val="80000"/>
                  <a:shade val="100000"/>
                  <a:satMod val="115000"/>
                </a:schemeClr>
              </a:gs>
            </a:gsLst>
            <a:lin ang="810000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70" name="TextBox 69"/>
          <p:cNvSpPr txBox="1"/>
          <p:nvPr/>
        </p:nvSpPr>
        <p:spPr>
          <a:xfrm rot="18157754">
            <a:off x="5170608" y="3623875"/>
            <a:ext cx="18268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Access Network</a:t>
            </a:r>
          </a:p>
        </p:txBody>
      </p:sp>
      <p:cxnSp>
        <p:nvCxnSpPr>
          <p:cNvPr id="71" name="Straight Arrow Connector 70"/>
          <p:cNvCxnSpPr/>
          <p:nvPr/>
        </p:nvCxnSpPr>
        <p:spPr bwMode="auto">
          <a:xfrm>
            <a:off x="6604986" y="3462293"/>
            <a:ext cx="488272" cy="213062"/>
          </a:xfrm>
          <a:prstGeom prst="straightConnector1">
            <a:avLst/>
          </a:prstGeom>
          <a:noFill/>
          <a:ln w="38100" cap="flat" cmpd="sng" algn="ctr">
            <a:solidFill>
              <a:schemeClr val="accent3">
                <a:lumMod val="65000"/>
              </a:schemeClr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72" name="Straight Arrow Connector 71"/>
          <p:cNvCxnSpPr/>
          <p:nvPr/>
        </p:nvCxnSpPr>
        <p:spPr bwMode="auto">
          <a:xfrm>
            <a:off x="6533964" y="3595459"/>
            <a:ext cx="461640" cy="168672"/>
          </a:xfrm>
          <a:prstGeom prst="straightConnector1">
            <a:avLst/>
          </a:prstGeom>
          <a:noFill/>
          <a:ln w="38100" cap="flat" cmpd="sng" algn="ctr">
            <a:solidFill>
              <a:schemeClr val="accent3">
                <a:lumMod val="65000"/>
              </a:schemeClr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73" name="Straight Arrow Connector 72"/>
          <p:cNvCxnSpPr/>
          <p:nvPr/>
        </p:nvCxnSpPr>
        <p:spPr bwMode="auto">
          <a:xfrm>
            <a:off x="6454065" y="3657602"/>
            <a:ext cx="470518" cy="221940"/>
          </a:xfrm>
          <a:prstGeom prst="straightConnector1">
            <a:avLst/>
          </a:prstGeom>
          <a:noFill/>
          <a:ln w="38100" cap="flat" cmpd="sng" algn="ctr">
            <a:solidFill>
              <a:schemeClr val="accent3">
                <a:lumMod val="65000"/>
              </a:schemeClr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74" name="Straight Arrow Connector 73"/>
          <p:cNvCxnSpPr/>
          <p:nvPr/>
        </p:nvCxnSpPr>
        <p:spPr bwMode="auto">
          <a:xfrm>
            <a:off x="5965793" y="4332305"/>
            <a:ext cx="852257" cy="568169"/>
          </a:xfrm>
          <a:prstGeom prst="straightConnector1">
            <a:avLst/>
          </a:prstGeom>
          <a:noFill/>
          <a:ln w="76200" cap="flat" cmpd="sng" algn="ctr">
            <a:solidFill>
              <a:schemeClr val="accent3">
                <a:lumMod val="50000"/>
              </a:schemeClr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75" name="Straight Arrow Connector 74"/>
          <p:cNvCxnSpPr/>
          <p:nvPr/>
        </p:nvCxnSpPr>
        <p:spPr bwMode="auto">
          <a:xfrm>
            <a:off x="6383045" y="3808520"/>
            <a:ext cx="461638" cy="292963"/>
          </a:xfrm>
          <a:prstGeom prst="straightConnector1">
            <a:avLst/>
          </a:prstGeom>
          <a:noFill/>
          <a:ln w="38100" cap="flat" cmpd="sng" algn="ctr">
            <a:solidFill>
              <a:schemeClr val="accent3">
                <a:lumMod val="50000"/>
              </a:schemeClr>
            </a:solidFill>
            <a:prstDash val="solid"/>
            <a:round/>
            <a:headEnd type="arrow"/>
            <a:tailEnd type="arrow"/>
          </a:ln>
          <a:effectLst/>
        </p:spPr>
      </p:cxnSp>
      <p:pic>
        <p:nvPicPr>
          <p:cNvPr id="76" name="Picture 23" descr="C:\Users\jdfoss\Desktop\Clipboard01.gif"/>
          <p:cNvPicPr>
            <a:picLocks noChangeAspect="1" noChangeArrowheads="1"/>
          </p:cNvPicPr>
          <p:nvPr/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7123193" y="4200807"/>
            <a:ext cx="407782" cy="407782"/>
          </a:xfrm>
          <a:prstGeom prst="rect">
            <a:avLst/>
          </a:prstGeom>
          <a:noFill/>
        </p:spPr>
      </p:pic>
      <p:cxnSp>
        <p:nvCxnSpPr>
          <p:cNvPr id="77" name="Straight Connector 76"/>
          <p:cNvCxnSpPr/>
          <p:nvPr/>
        </p:nvCxnSpPr>
        <p:spPr bwMode="auto">
          <a:xfrm>
            <a:off x="7052650" y="4852657"/>
            <a:ext cx="443619" cy="181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8" name="Straight Connector 77"/>
          <p:cNvCxnSpPr/>
          <p:nvPr/>
        </p:nvCxnSpPr>
        <p:spPr bwMode="auto">
          <a:xfrm>
            <a:off x="7034544" y="4943194"/>
            <a:ext cx="516046" cy="24444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9" name="Freeform 78"/>
          <p:cNvSpPr/>
          <p:nvPr/>
        </p:nvSpPr>
        <p:spPr bwMode="auto">
          <a:xfrm>
            <a:off x="2667650" y="1138467"/>
            <a:ext cx="4677228" cy="1996069"/>
          </a:xfrm>
          <a:custGeom>
            <a:avLst/>
            <a:gdLst>
              <a:gd name="connsiteX0" fmla="*/ 535258 w 4293219"/>
              <a:gd name="connsiteY0" fmla="*/ 0 h 1996069"/>
              <a:gd name="connsiteX1" fmla="*/ 1616927 w 4293219"/>
              <a:gd name="connsiteY1" fmla="*/ 44605 h 1996069"/>
              <a:gd name="connsiteX2" fmla="*/ 2352907 w 4293219"/>
              <a:gd name="connsiteY2" fmla="*/ 211874 h 1996069"/>
              <a:gd name="connsiteX3" fmla="*/ 2966224 w 4293219"/>
              <a:gd name="connsiteY3" fmla="*/ 490654 h 1996069"/>
              <a:gd name="connsiteX4" fmla="*/ 3490332 w 4293219"/>
              <a:gd name="connsiteY4" fmla="*/ 825191 h 1996069"/>
              <a:gd name="connsiteX5" fmla="*/ 3958683 w 4293219"/>
              <a:gd name="connsiteY5" fmla="*/ 1315844 h 1996069"/>
              <a:gd name="connsiteX6" fmla="*/ 4125951 w 4293219"/>
              <a:gd name="connsiteY6" fmla="*/ 1126274 h 1996069"/>
              <a:gd name="connsiteX7" fmla="*/ 4293219 w 4293219"/>
              <a:gd name="connsiteY7" fmla="*/ 1996069 h 1996069"/>
              <a:gd name="connsiteX8" fmla="*/ 3412273 w 4293219"/>
              <a:gd name="connsiteY8" fmla="*/ 1739591 h 1996069"/>
              <a:gd name="connsiteX9" fmla="*/ 3624146 w 4293219"/>
              <a:gd name="connsiteY9" fmla="*/ 1628079 h 1996069"/>
              <a:gd name="connsiteX10" fmla="*/ 3245005 w 4293219"/>
              <a:gd name="connsiteY10" fmla="*/ 1126274 h 1996069"/>
              <a:gd name="connsiteX11" fmla="*/ 2653990 w 4293219"/>
              <a:gd name="connsiteY11" fmla="*/ 847493 h 1996069"/>
              <a:gd name="connsiteX12" fmla="*/ 1906858 w 4293219"/>
              <a:gd name="connsiteY12" fmla="*/ 613318 h 1996069"/>
              <a:gd name="connsiteX13" fmla="*/ 1527717 w 4293219"/>
              <a:gd name="connsiteY13" fmla="*/ 635620 h 1996069"/>
              <a:gd name="connsiteX14" fmla="*/ 925551 w 4293219"/>
              <a:gd name="connsiteY14" fmla="*/ 724830 h 1996069"/>
              <a:gd name="connsiteX15" fmla="*/ 546410 w 4293219"/>
              <a:gd name="connsiteY15" fmla="*/ 892098 h 1996069"/>
              <a:gd name="connsiteX16" fmla="*/ 211873 w 4293219"/>
              <a:gd name="connsiteY16" fmla="*/ 1048215 h 1996069"/>
              <a:gd name="connsiteX17" fmla="*/ 55756 w 4293219"/>
              <a:gd name="connsiteY17" fmla="*/ 323386 h 1996069"/>
              <a:gd name="connsiteX18" fmla="*/ 0 w 4293219"/>
              <a:gd name="connsiteY18" fmla="*/ 55757 h 1996069"/>
              <a:gd name="connsiteX19" fmla="*/ 535258 w 4293219"/>
              <a:gd name="connsiteY19" fmla="*/ 0 h 1996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293219" h="1996069">
                <a:moveTo>
                  <a:pt x="535258" y="0"/>
                </a:moveTo>
                <a:lnTo>
                  <a:pt x="1616927" y="44605"/>
                </a:lnTo>
                <a:lnTo>
                  <a:pt x="2352907" y="211874"/>
                </a:lnTo>
                <a:lnTo>
                  <a:pt x="2966224" y="490654"/>
                </a:lnTo>
                <a:lnTo>
                  <a:pt x="3490332" y="825191"/>
                </a:lnTo>
                <a:lnTo>
                  <a:pt x="3958683" y="1315844"/>
                </a:lnTo>
                <a:lnTo>
                  <a:pt x="4125951" y="1126274"/>
                </a:lnTo>
                <a:lnTo>
                  <a:pt x="4293219" y="1996069"/>
                </a:lnTo>
                <a:lnTo>
                  <a:pt x="3412273" y="1739591"/>
                </a:lnTo>
                <a:lnTo>
                  <a:pt x="3624146" y="1628079"/>
                </a:lnTo>
                <a:lnTo>
                  <a:pt x="3245005" y="1126274"/>
                </a:lnTo>
                <a:lnTo>
                  <a:pt x="2653990" y="847493"/>
                </a:lnTo>
                <a:lnTo>
                  <a:pt x="1906858" y="613318"/>
                </a:lnTo>
                <a:lnTo>
                  <a:pt x="1527717" y="635620"/>
                </a:lnTo>
                <a:lnTo>
                  <a:pt x="925551" y="724830"/>
                </a:lnTo>
                <a:lnTo>
                  <a:pt x="546410" y="892098"/>
                </a:lnTo>
                <a:lnTo>
                  <a:pt x="211873" y="1048215"/>
                </a:lnTo>
                <a:lnTo>
                  <a:pt x="55756" y="323386"/>
                </a:lnTo>
                <a:lnTo>
                  <a:pt x="0" y="55757"/>
                </a:lnTo>
                <a:lnTo>
                  <a:pt x="535258" y="0"/>
                </a:lnTo>
                <a:close/>
              </a:path>
            </a:pathLst>
          </a:custGeom>
          <a:solidFill>
            <a:srgbClr val="FF6600">
              <a:alpha val="66667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80" name="Freeform 79"/>
          <p:cNvSpPr/>
          <p:nvPr/>
        </p:nvSpPr>
        <p:spPr bwMode="auto">
          <a:xfrm>
            <a:off x="1887166" y="2129306"/>
            <a:ext cx="4714183" cy="2293106"/>
          </a:xfrm>
          <a:custGeom>
            <a:avLst/>
            <a:gdLst>
              <a:gd name="connsiteX0" fmla="*/ 0 w 4750419"/>
              <a:gd name="connsiteY0" fmla="*/ 1315844 h 2319454"/>
              <a:gd name="connsiteX1" fmla="*/ 301083 w 4750419"/>
              <a:gd name="connsiteY1" fmla="*/ 635620 h 2319454"/>
              <a:gd name="connsiteX2" fmla="*/ 646770 w 4750419"/>
              <a:gd name="connsiteY2" fmla="*/ 446049 h 2319454"/>
              <a:gd name="connsiteX3" fmla="*/ 1148575 w 4750419"/>
              <a:gd name="connsiteY3" fmla="*/ 211873 h 2319454"/>
              <a:gd name="connsiteX4" fmla="*/ 1605775 w 4750419"/>
              <a:gd name="connsiteY4" fmla="*/ 89210 h 2319454"/>
              <a:gd name="connsiteX5" fmla="*/ 2207941 w 4750419"/>
              <a:gd name="connsiteY5" fmla="*/ 0 h 2319454"/>
              <a:gd name="connsiteX6" fmla="*/ 2687444 w 4750419"/>
              <a:gd name="connsiteY6" fmla="*/ 55756 h 2319454"/>
              <a:gd name="connsiteX7" fmla="*/ 3233853 w 4750419"/>
              <a:gd name="connsiteY7" fmla="*/ 289932 h 2319454"/>
              <a:gd name="connsiteX8" fmla="*/ 3635297 w 4750419"/>
              <a:gd name="connsiteY8" fmla="*/ 535259 h 2319454"/>
              <a:gd name="connsiteX9" fmla="*/ 3958683 w 4750419"/>
              <a:gd name="connsiteY9" fmla="*/ 925551 h 2319454"/>
              <a:gd name="connsiteX10" fmla="*/ 4248614 w 4750419"/>
              <a:gd name="connsiteY10" fmla="*/ 1483112 h 2319454"/>
              <a:gd name="connsiteX11" fmla="*/ 4371278 w 4750419"/>
              <a:gd name="connsiteY11" fmla="*/ 1717288 h 2319454"/>
              <a:gd name="connsiteX12" fmla="*/ 4471639 w 4750419"/>
              <a:gd name="connsiteY12" fmla="*/ 1460810 h 2319454"/>
              <a:gd name="connsiteX13" fmla="*/ 4750419 w 4750419"/>
              <a:gd name="connsiteY13" fmla="*/ 2319454 h 2319454"/>
              <a:gd name="connsiteX14" fmla="*/ 3958683 w 4750419"/>
              <a:gd name="connsiteY14" fmla="*/ 2141034 h 2319454"/>
              <a:gd name="connsiteX15" fmla="*/ 4270917 w 4750419"/>
              <a:gd name="connsiteY15" fmla="*/ 2007220 h 2319454"/>
              <a:gd name="connsiteX16" fmla="*/ 4159405 w 4750419"/>
              <a:gd name="connsiteY16" fmla="*/ 1683834 h 2319454"/>
              <a:gd name="connsiteX17" fmla="*/ 3824868 w 4750419"/>
              <a:gd name="connsiteY17" fmla="*/ 1182029 h 2319454"/>
              <a:gd name="connsiteX18" fmla="*/ 3479180 w 4750419"/>
              <a:gd name="connsiteY18" fmla="*/ 825190 h 2319454"/>
              <a:gd name="connsiteX19" fmla="*/ 3010829 w 4750419"/>
              <a:gd name="connsiteY19" fmla="*/ 579863 h 2319454"/>
              <a:gd name="connsiteX20" fmla="*/ 2364058 w 4750419"/>
              <a:gd name="connsiteY20" fmla="*/ 423746 h 2319454"/>
              <a:gd name="connsiteX21" fmla="*/ 1973765 w 4750419"/>
              <a:gd name="connsiteY21" fmla="*/ 479502 h 2319454"/>
              <a:gd name="connsiteX22" fmla="*/ 1449658 w 4750419"/>
              <a:gd name="connsiteY22" fmla="*/ 568712 h 2319454"/>
              <a:gd name="connsiteX23" fmla="*/ 1003609 w 4750419"/>
              <a:gd name="connsiteY23" fmla="*/ 747132 h 2319454"/>
              <a:gd name="connsiteX24" fmla="*/ 802887 w 4750419"/>
              <a:gd name="connsiteY24" fmla="*/ 925551 h 2319454"/>
              <a:gd name="connsiteX25" fmla="*/ 691375 w 4750419"/>
              <a:gd name="connsiteY25" fmla="*/ 1293541 h 2319454"/>
              <a:gd name="connsiteX26" fmla="*/ 557561 w 4750419"/>
              <a:gd name="connsiteY26" fmla="*/ 1672683 h 2319454"/>
              <a:gd name="connsiteX27" fmla="*/ 0 w 4750419"/>
              <a:gd name="connsiteY27" fmla="*/ 1315844 h 2319454"/>
              <a:gd name="connsiteX0" fmla="*/ 0 w 4750419"/>
              <a:gd name="connsiteY0" fmla="*/ 1315844 h 2319454"/>
              <a:gd name="connsiteX1" fmla="*/ 301083 w 4750419"/>
              <a:gd name="connsiteY1" fmla="*/ 769434 h 2319454"/>
              <a:gd name="connsiteX2" fmla="*/ 646770 w 4750419"/>
              <a:gd name="connsiteY2" fmla="*/ 446049 h 2319454"/>
              <a:gd name="connsiteX3" fmla="*/ 1148575 w 4750419"/>
              <a:gd name="connsiteY3" fmla="*/ 211873 h 2319454"/>
              <a:gd name="connsiteX4" fmla="*/ 1605775 w 4750419"/>
              <a:gd name="connsiteY4" fmla="*/ 89210 h 2319454"/>
              <a:gd name="connsiteX5" fmla="*/ 2207941 w 4750419"/>
              <a:gd name="connsiteY5" fmla="*/ 0 h 2319454"/>
              <a:gd name="connsiteX6" fmla="*/ 2687444 w 4750419"/>
              <a:gd name="connsiteY6" fmla="*/ 55756 h 2319454"/>
              <a:gd name="connsiteX7" fmla="*/ 3233853 w 4750419"/>
              <a:gd name="connsiteY7" fmla="*/ 289932 h 2319454"/>
              <a:gd name="connsiteX8" fmla="*/ 3635297 w 4750419"/>
              <a:gd name="connsiteY8" fmla="*/ 535259 h 2319454"/>
              <a:gd name="connsiteX9" fmla="*/ 3958683 w 4750419"/>
              <a:gd name="connsiteY9" fmla="*/ 925551 h 2319454"/>
              <a:gd name="connsiteX10" fmla="*/ 4248614 w 4750419"/>
              <a:gd name="connsiteY10" fmla="*/ 1483112 h 2319454"/>
              <a:gd name="connsiteX11" fmla="*/ 4371278 w 4750419"/>
              <a:gd name="connsiteY11" fmla="*/ 1717288 h 2319454"/>
              <a:gd name="connsiteX12" fmla="*/ 4471639 w 4750419"/>
              <a:gd name="connsiteY12" fmla="*/ 1460810 h 2319454"/>
              <a:gd name="connsiteX13" fmla="*/ 4750419 w 4750419"/>
              <a:gd name="connsiteY13" fmla="*/ 2319454 h 2319454"/>
              <a:gd name="connsiteX14" fmla="*/ 3958683 w 4750419"/>
              <a:gd name="connsiteY14" fmla="*/ 2141034 h 2319454"/>
              <a:gd name="connsiteX15" fmla="*/ 4270917 w 4750419"/>
              <a:gd name="connsiteY15" fmla="*/ 2007220 h 2319454"/>
              <a:gd name="connsiteX16" fmla="*/ 4159405 w 4750419"/>
              <a:gd name="connsiteY16" fmla="*/ 1683834 h 2319454"/>
              <a:gd name="connsiteX17" fmla="*/ 3824868 w 4750419"/>
              <a:gd name="connsiteY17" fmla="*/ 1182029 h 2319454"/>
              <a:gd name="connsiteX18" fmla="*/ 3479180 w 4750419"/>
              <a:gd name="connsiteY18" fmla="*/ 825190 h 2319454"/>
              <a:gd name="connsiteX19" fmla="*/ 3010829 w 4750419"/>
              <a:gd name="connsiteY19" fmla="*/ 579863 h 2319454"/>
              <a:gd name="connsiteX20" fmla="*/ 2364058 w 4750419"/>
              <a:gd name="connsiteY20" fmla="*/ 423746 h 2319454"/>
              <a:gd name="connsiteX21" fmla="*/ 1973765 w 4750419"/>
              <a:gd name="connsiteY21" fmla="*/ 479502 h 2319454"/>
              <a:gd name="connsiteX22" fmla="*/ 1449658 w 4750419"/>
              <a:gd name="connsiteY22" fmla="*/ 568712 h 2319454"/>
              <a:gd name="connsiteX23" fmla="*/ 1003609 w 4750419"/>
              <a:gd name="connsiteY23" fmla="*/ 747132 h 2319454"/>
              <a:gd name="connsiteX24" fmla="*/ 802887 w 4750419"/>
              <a:gd name="connsiteY24" fmla="*/ 925551 h 2319454"/>
              <a:gd name="connsiteX25" fmla="*/ 691375 w 4750419"/>
              <a:gd name="connsiteY25" fmla="*/ 1293541 h 2319454"/>
              <a:gd name="connsiteX26" fmla="*/ 557561 w 4750419"/>
              <a:gd name="connsiteY26" fmla="*/ 1672683 h 2319454"/>
              <a:gd name="connsiteX27" fmla="*/ 0 w 4750419"/>
              <a:gd name="connsiteY27" fmla="*/ 1315844 h 2319454"/>
              <a:gd name="connsiteX0" fmla="*/ 0 w 4750419"/>
              <a:gd name="connsiteY0" fmla="*/ 1315844 h 2319454"/>
              <a:gd name="connsiteX1" fmla="*/ 301083 w 4750419"/>
              <a:gd name="connsiteY1" fmla="*/ 769434 h 2319454"/>
              <a:gd name="connsiteX2" fmla="*/ 646770 w 4750419"/>
              <a:gd name="connsiteY2" fmla="*/ 446049 h 2319454"/>
              <a:gd name="connsiteX3" fmla="*/ 1148575 w 4750419"/>
              <a:gd name="connsiteY3" fmla="*/ 211873 h 2319454"/>
              <a:gd name="connsiteX4" fmla="*/ 1605775 w 4750419"/>
              <a:gd name="connsiteY4" fmla="*/ 89210 h 2319454"/>
              <a:gd name="connsiteX5" fmla="*/ 2207941 w 4750419"/>
              <a:gd name="connsiteY5" fmla="*/ 0 h 2319454"/>
              <a:gd name="connsiteX6" fmla="*/ 2687444 w 4750419"/>
              <a:gd name="connsiteY6" fmla="*/ 55756 h 2319454"/>
              <a:gd name="connsiteX7" fmla="*/ 3233853 w 4750419"/>
              <a:gd name="connsiteY7" fmla="*/ 289932 h 2319454"/>
              <a:gd name="connsiteX8" fmla="*/ 3635297 w 4750419"/>
              <a:gd name="connsiteY8" fmla="*/ 535259 h 2319454"/>
              <a:gd name="connsiteX9" fmla="*/ 3958683 w 4750419"/>
              <a:gd name="connsiteY9" fmla="*/ 925551 h 2319454"/>
              <a:gd name="connsiteX10" fmla="*/ 4248614 w 4750419"/>
              <a:gd name="connsiteY10" fmla="*/ 1483112 h 2319454"/>
              <a:gd name="connsiteX11" fmla="*/ 4371278 w 4750419"/>
              <a:gd name="connsiteY11" fmla="*/ 1717288 h 2319454"/>
              <a:gd name="connsiteX12" fmla="*/ 4471639 w 4750419"/>
              <a:gd name="connsiteY12" fmla="*/ 1460810 h 2319454"/>
              <a:gd name="connsiteX13" fmla="*/ 4750419 w 4750419"/>
              <a:gd name="connsiteY13" fmla="*/ 2319454 h 2319454"/>
              <a:gd name="connsiteX14" fmla="*/ 3958683 w 4750419"/>
              <a:gd name="connsiteY14" fmla="*/ 2141034 h 2319454"/>
              <a:gd name="connsiteX15" fmla="*/ 4270917 w 4750419"/>
              <a:gd name="connsiteY15" fmla="*/ 2007220 h 2319454"/>
              <a:gd name="connsiteX16" fmla="*/ 4159405 w 4750419"/>
              <a:gd name="connsiteY16" fmla="*/ 1683834 h 2319454"/>
              <a:gd name="connsiteX17" fmla="*/ 3824868 w 4750419"/>
              <a:gd name="connsiteY17" fmla="*/ 1182029 h 2319454"/>
              <a:gd name="connsiteX18" fmla="*/ 3479180 w 4750419"/>
              <a:gd name="connsiteY18" fmla="*/ 825190 h 2319454"/>
              <a:gd name="connsiteX19" fmla="*/ 3010829 w 4750419"/>
              <a:gd name="connsiteY19" fmla="*/ 579863 h 2319454"/>
              <a:gd name="connsiteX20" fmla="*/ 2364058 w 4750419"/>
              <a:gd name="connsiteY20" fmla="*/ 423746 h 2319454"/>
              <a:gd name="connsiteX21" fmla="*/ 1973765 w 4750419"/>
              <a:gd name="connsiteY21" fmla="*/ 479502 h 2319454"/>
              <a:gd name="connsiteX22" fmla="*/ 1449658 w 4750419"/>
              <a:gd name="connsiteY22" fmla="*/ 568712 h 2319454"/>
              <a:gd name="connsiteX23" fmla="*/ 1003609 w 4750419"/>
              <a:gd name="connsiteY23" fmla="*/ 747132 h 2319454"/>
              <a:gd name="connsiteX24" fmla="*/ 802887 w 4750419"/>
              <a:gd name="connsiteY24" fmla="*/ 959005 h 2319454"/>
              <a:gd name="connsiteX25" fmla="*/ 691375 w 4750419"/>
              <a:gd name="connsiteY25" fmla="*/ 1293541 h 2319454"/>
              <a:gd name="connsiteX26" fmla="*/ 557561 w 4750419"/>
              <a:gd name="connsiteY26" fmla="*/ 1672683 h 2319454"/>
              <a:gd name="connsiteX27" fmla="*/ 0 w 4750419"/>
              <a:gd name="connsiteY27" fmla="*/ 1315844 h 2319454"/>
              <a:gd name="connsiteX0" fmla="*/ 0 w 4750419"/>
              <a:gd name="connsiteY0" fmla="*/ 1315844 h 2319454"/>
              <a:gd name="connsiteX1" fmla="*/ 301083 w 4750419"/>
              <a:gd name="connsiteY1" fmla="*/ 769434 h 2319454"/>
              <a:gd name="connsiteX2" fmla="*/ 646770 w 4750419"/>
              <a:gd name="connsiteY2" fmla="*/ 446049 h 2319454"/>
              <a:gd name="connsiteX3" fmla="*/ 1148575 w 4750419"/>
              <a:gd name="connsiteY3" fmla="*/ 211873 h 2319454"/>
              <a:gd name="connsiteX4" fmla="*/ 1605775 w 4750419"/>
              <a:gd name="connsiteY4" fmla="*/ 89210 h 2319454"/>
              <a:gd name="connsiteX5" fmla="*/ 2207941 w 4750419"/>
              <a:gd name="connsiteY5" fmla="*/ 0 h 2319454"/>
              <a:gd name="connsiteX6" fmla="*/ 2687444 w 4750419"/>
              <a:gd name="connsiteY6" fmla="*/ 55756 h 2319454"/>
              <a:gd name="connsiteX7" fmla="*/ 3233853 w 4750419"/>
              <a:gd name="connsiteY7" fmla="*/ 289932 h 2319454"/>
              <a:gd name="connsiteX8" fmla="*/ 3635297 w 4750419"/>
              <a:gd name="connsiteY8" fmla="*/ 535259 h 2319454"/>
              <a:gd name="connsiteX9" fmla="*/ 3958683 w 4750419"/>
              <a:gd name="connsiteY9" fmla="*/ 925551 h 2319454"/>
              <a:gd name="connsiteX10" fmla="*/ 4248614 w 4750419"/>
              <a:gd name="connsiteY10" fmla="*/ 1483112 h 2319454"/>
              <a:gd name="connsiteX11" fmla="*/ 4371278 w 4750419"/>
              <a:gd name="connsiteY11" fmla="*/ 1717288 h 2319454"/>
              <a:gd name="connsiteX12" fmla="*/ 4471639 w 4750419"/>
              <a:gd name="connsiteY12" fmla="*/ 1460810 h 2319454"/>
              <a:gd name="connsiteX13" fmla="*/ 4750419 w 4750419"/>
              <a:gd name="connsiteY13" fmla="*/ 2319454 h 2319454"/>
              <a:gd name="connsiteX14" fmla="*/ 3958683 w 4750419"/>
              <a:gd name="connsiteY14" fmla="*/ 2141034 h 2319454"/>
              <a:gd name="connsiteX15" fmla="*/ 4270917 w 4750419"/>
              <a:gd name="connsiteY15" fmla="*/ 1929161 h 2319454"/>
              <a:gd name="connsiteX16" fmla="*/ 4159405 w 4750419"/>
              <a:gd name="connsiteY16" fmla="*/ 1683834 h 2319454"/>
              <a:gd name="connsiteX17" fmla="*/ 3824868 w 4750419"/>
              <a:gd name="connsiteY17" fmla="*/ 1182029 h 2319454"/>
              <a:gd name="connsiteX18" fmla="*/ 3479180 w 4750419"/>
              <a:gd name="connsiteY18" fmla="*/ 825190 h 2319454"/>
              <a:gd name="connsiteX19" fmla="*/ 3010829 w 4750419"/>
              <a:gd name="connsiteY19" fmla="*/ 579863 h 2319454"/>
              <a:gd name="connsiteX20" fmla="*/ 2364058 w 4750419"/>
              <a:gd name="connsiteY20" fmla="*/ 423746 h 2319454"/>
              <a:gd name="connsiteX21" fmla="*/ 1973765 w 4750419"/>
              <a:gd name="connsiteY21" fmla="*/ 479502 h 2319454"/>
              <a:gd name="connsiteX22" fmla="*/ 1449658 w 4750419"/>
              <a:gd name="connsiteY22" fmla="*/ 568712 h 2319454"/>
              <a:gd name="connsiteX23" fmla="*/ 1003609 w 4750419"/>
              <a:gd name="connsiteY23" fmla="*/ 747132 h 2319454"/>
              <a:gd name="connsiteX24" fmla="*/ 802887 w 4750419"/>
              <a:gd name="connsiteY24" fmla="*/ 959005 h 2319454"/>
              <a:gd name="connsiteX25" fmla="*/ 691375 w 4750419"/>
              <a:gd name="connsiteY25" fmla="*/ 1293541 h 2319454"/>
              <a:gd name="connsiteX26" fmla="*/ 557561 w 4750419"/>
              <a:gd name="connsiteY26" fmla="*/ 1672683 h 2319454"/>
              <a:gd name="connsiteX27" fmla="*/ 0 w 4750419"/>
              <a:gd name="connsiteY27" fmla="*/ 1315844 h 2319454"/>
              <a:gd name="connsiteX0" fmla="*/ 0 w 4750419"/>
              <a:gd name="connsiteY0" fmla="*/ 1315844 h 2319454"/>
              <a:gd name="connsiteX1" fmla="*/ 301083 w 4750419"/>
              <a:gd name="connsiteY1" fmla="*/ 769434 h 2319454"/>
              <a:gd name="connsiteX2" fmla="*/ 646770 w 4750419"/>
              <a:gd name="connsiteY2" fmla="*/ 446049 h 2319454"/>
              <a:gd name="connsiteX3" fmla="*/ 1148575 w 4750419"/>
              <a:gd name="connsiteY3" fmla="*/ 211873 h 2319454"/>
              <a:gd name="connsiteX4" fmla="*/ 1605775 w 4750419"/>
              <a:gd name="connsiteY4" fmla="*/ 89210 h 2319454"/>
              <a:gd name="connsiteX5" fmla="*/ 2207941 w 4750419"/>
              <a:gd name="connsiteY5" fmla="*/ 0 h 2319454"/>
              <a:gd name="connsiteX6" fmla="*/ 2687444 w 4750419"/>
              <a:gd name="connsiteY6" fmla="*/ 55756 h 2319454"/>
              <a:gd name="connsiteX7" fmla="*/ 3233853 w 4750419"/>
              <a:gd name="connsiteY7" fmla="*/ 289932 h 2319454"/>
              <a:gd name="connsiteX8" fmla="*/ 3635297 w 4750419"/>
              <a:gd name="connsiteY8" fmla="*/ 535259 h 2319454"/>
              <a:gd name="connsiteX9" fmla="*/ 3958683 w 4750419"/>
              <a:gd name="connsiteY9" fmla="*/ 925551 h 2319454"/>
              <a:gd name="connsiteX10" fmla="*/ 4248614 w 4750419"/>
              <a:gd name="connsiteY10" fmla="*/ 1483112 h 2319454"/>
              <a:gd name="connsiteX11" fmla="*/ 4360127 w 4750419"/>
              <a:gd name="connsiteY11" fmla="*/ 1761893 h 2319454"/>
              <a:gd name="connsiteX12" fmla="*/ 4471639 w 4750419"/>
              <a:gd name="connsiteY12" fmla="*/ 1460810 h 2319454"/>
              <a:gd name="connsiteX13" fmla="*/ 4750419 w 4750419"/>
              <a:gd name="connsiteY13" fmla="*/ 2319454 h 2319454"/>
              <a:gd name="connsiteX14" fmla="*/ 3958683 w 4750419"/>
              <a:gd name="connsiteY14" fmla="*/ 2141034 h 2319454"/>
              <a:gd name="connsiteX15" fmla="*/ 4270917 w 4750419"/>
              <a:gd name="connsiteY15" fmla="*/ 1929161 h 2319454"/>
              <a:gd name="connsiteX16" fmla="*/ 4159405 w 4750419"/>
              <a:gd name="connsiteY16" fmla="*/ 1683834 h 2319454"/>
              <a:gd name="connsiteX17" fmla="*/ 3824868 w 4750419"/>
              <a:gd name="connsiteY17" fmla="*/ 1182029 h 2319454"/>
              <a:gd name="connsiteX18" fmla="*/ 3479180 w 4750419"/>
              <a:gd name="connsiteY18" fmla="*/ 825190 h 2319454"/>
              <a:gd name="connsiteX19" fmla="*/ 3010829 w 4750419"/>
              <a:gd name="connsiteY19" fmla="*/ 579863 h 2319454"/>
              <a:gd name="connsiteX20" fmla="*/ 2364058 w 4750419"/>
              <a:gd name="connsiteY20" fmla="*/ 423746 h 2319454"/>
              <a:gd name="connsiteX21" fmla="*/ 1973765 w 4750419"/>
              <a:gd name="connsiteY21" fmla="*/ 479502 h 2319454"/>
              <a:gd name="connsiteX22" fmla="*/ 1449658 w 4750419"/>
              <a:gd name="connsiteY22" fmla="*/ 568712 h 2319454"/>
              <a:gd name="connsiteX23" fmla="*/ 1003609 w 4750419"/>
              <a:gd name="connsiteY23" fmla="*/ 747132 h 2319454"/>
              <a:gd name="connsiteX24" fmla="*/ 802887 w 4750419"/>
              <a:gd name="connsiteY24" fmla="*/ 959005 h 2319454"/>
              <a:gd name="connsiteX25" fmla="*/ 691375 w 4750419"/>
              <a:gd name="connsiteY25" fmla="*/ 1293541 h 2319454"/>
              <a:gd name="connsiteX26" fmla="*/ 557561 w 4750419"/>
              <a:gd name="connsiteY26" fmla="*/ 1672683 h 2319454"/>
              <a:gd name="connsiteX27" fmla="*/ 0 w 4750419"/>
              <a:gd name="connsiteY27" fmla="*/ 1315844 h 2319454"/>
              <a:gd name="connsiteX0" fmla="*/ 0 w 4750419"/>
              <a:gd name="connsiteY0" fmla="*/ 1315844 h 2319454"/>
              <a:gd name="connsiteX1" fmla="*/ 301083 w 4750419"/>
              <a:gd name="connsiteY1" fmla="*/ 769434 h 2319454"/>
              <a:gd name="connsiteX2" fmla="*/ 646770 w 4750419"/>
              <a:gd name="connsiteY2" fmla="*/ 446049 h 2319454"/>
              <a:gd name="connsiteX3" fmla="*/ 1148575 w 4750419"/>
              <a:gd name="connsiteY3" fmla="*/ 211873 h 2319454"/>
              <a:gd name="connsiteX4" fmla="*/ 1605775 w 4750419"/>
              <a:gd name="connsiteY4" fmla="*/ 89210 h 2319454"/>
              <a:gd name="connsiteX5" fmla="*/ 2207941 w 4750419"/>
              <a:gd name="connsiteY5" fmla="*/ 0 h 2319454"/>
              <a:gd name="connsiteX6" fmla="*/ 2687444 w 4750419"/>
              <a:gd name="connsiteY6" fmla="*/ 55756 h 2319454"/>
              <a:gd name="connsiteX7" fmla="*/ 3233853 w 4750419"/>
              <a:gd name="connsiteY7" fmla="*/ 289932 h 2319454"/>
              <a:gd name="connsiteX8" fmla="*/ 3635297 w 4750419"/>
              <a:gd name="connsiteY8" fmla="*/ 535259 h 2319454"/>
              <a:gd name="connsiteX9" fmla="*/ 3958683 w 4750419"/>
              <a:gd name="connsiteY9" fmla="*/ 925551 h 2319454"/>
              <a:gd name="connsiteX10" fmla="*/ 4248614 w 4750419"/>
              <a:gd name="connsiteY10" fmla="*/ 1483112 h 2319454"/>
              <a:gd name="connsiteX11" fmla="*/ 4360127 w 4750419"/>
              <a:gd name="connsiteY11" fmla="*/ 1761893 h 2319454"/>
              <a:gd name="connsiteX12" fmla="*/ 4471639 w 4750419"/>
              <a:gd name="connsiteY12" fmla="*/ 1460810 h 2319454"/>
              <a:gd name="connsiteX13" fmla="*/ 4750419 w 4750419"/>
              <a:gd name="connsiteY13" fmla="*/ 2319454 h 2319454"/>
              <a:gd name="connsiteX14" fmla="*/ 3958683 w 4750419"/>
              <a:gd name="connsiteY14" fmla="*/ 2141034 h 2319454"/>
              <a:gd name="connsiteX15" fmla="*/ 4259765 w 4750419"/>
              <a:gd name="connsiteY15" fmla="*/ 1940313 h 2319454"/>
              <a:gd name="connsiteX16" fmla="*/ 4159405 w 4750419"/>
              <a:gd name="connsiteY16" fmla="*/ 1683834 h 2319454"/>
              <a:gd name="connsiteX17" fmla="*/ 3824868 w 4750419"/>
              <a:gd name="connsiteY17" fmla="*/ 1182029 h 2319454"/>
              <a:gd name="connsiteX18" fmla="*/ 3479180 w 4750419"/>
              <a:gd name="connsiteY18" fmla="*/ 825190 h 2319454"/>
              <a:gd name="connsiteX19" fmla="*/ 3010829 w 4750419"/>
              <a:gd name="connsiteY19" fmla="*/ 579863 h 2319454"/>
              <a:gd name="connsiteX20" fmla="*/ 2364058 w 4750419"/>
              <a:gd name="connsiteY20" fmla="*/ 423746 h 2319454"/>
              <a:gd name="connsiteX21" fmla="*/ 1973765 w 4750419"/>
              <a:gd name="connsiteY21" fmla="*/ 479502 h 2319454"/>
              <a:gd name="connsiteX22" fmla="*/ 1449658 w 4750419"/>
              <a:gd name="connsiteY22" fmla="*/ 568712 h 2319454"/>
              <a:gd name="connsiteX23" fmla="*/ 1003609 w 4750419"/>
              <a:gd name="connsiteY23" fmla="*/ 747132 h 2319454"/>
              <a:gd name="connsiteX24" fmla="*/ 802887 w 4750419"/>
              <a:gd name="connsiteY24" fmla="*/ 959005 h 2319454"/>
              <a:gd name="connsiteX25" fmla="*/ 691375 w 4750419"/>
              <a:gd name="connsiteY25" fmla="*/ 1293541 h 2319454"/>
              <a:gd name="connsiteX26" fmla="*/ 557561 w 4750419"/>
              <a:gd name="connsiteY26" fmla="*/ 1672683 h 2319454"/>
              <a:gd name="connsiteX27" fmla="*/ 0 w 4750419"/>
              <a:gd name="connsiteY27" fmla="*/ 1315844 h 2319454"/>
              <a:gd name="connsiteX0" fmla="*/ 0 w 4750419"/>
              <a:gd name="connsiteY0" fmla="*/ 1315844 h 2319454"/>
              <a:gd name="connsiteX1" fmla="*/ 301083 w 4750419"/>
              <a:gd name="connsiteY1" fmla="*/ 769434 h 2319454"/>
              <a:gd name="connsiteX2" fmla="*/ 646770 w 4750419"/>
              <a:gd name="connsiteY2" fmla="*/ 446049 h 2319454"/>
              <a:gd name="connsiteX3" fmla="*/ 1148575 w 4750419"/>
              <a:gd name="connsiteY3" fmla="*/ 211873 h 2319454"/>
              <a:gd name="connsiteX4" fmla="*/ 1605775 w 4750419"/>
              <a:gd name="connsiteY4" fmla="*/ 89210 h 2319454"/>
              <a:gd name="connsiteX5" fmla="*/ 2207941 w 4750419"/>
              <a:gd name="connsiteY5" fmla="*/ 0 h 2319454"/>
              <a:gd name="connsiteX6" fmla="*/ 2687444 w 4750419"/>
              <a:gd name="connsiteY6" fmla="*/ 55756 h 2319454"/>
              <a:gd name="connsiteX7" fmla="*/ 3233853 w 4750419"/>
              <a:gd name="connsiteY7" fmla="*/ 289932 h 2319454"/>
              <a:gd name="connsiteX8" fmla="*/ 3635297 w 4750419"/>
              <a:gd name="connsiteY8" fmla="*/ 535259 h 2319454"/>
              <a:gd name="connsiteX9" fmla="*/ 3958683 w 4750419"/>
              <a:gd name="connsiteY9" fmla="*/ 925551 h 2319454"/>
              <a:gd name="connsiteX10" fmla="*/ 4248614 w 4750419"/>
              <a:gd name="connsiteY10" fmla="*/ 1483112 h 2319454"/>
              <a:gd name="connsiteX11" fmla="*/ 4315522 w 4750419"/>
              <a:gd name="connsiteY11" fmla="*/ 1694986 h 2319454"/>
              <a:gd name="connsiteX12" fmla="*/ 4471639 w 4750419"/>
              <a:gd name="connsiteY12" fmla="*/ 1460810 h 2319454"/>
              <a:gd name="connsiteX13" fmla="*/ 4750419 w 4750419"/>
              <a:gd name="connsiteY13" fmla="*/ 2319454 h 2319454"/>
              <a:gd name="connsiteX14" fmla="*/ 3958683 w 4750419"/>
              <a:gd name="connsiteY14" fmla="*/ 2141034 h 2319454"/>
              <a:gd name="connsiteX15" fmla="*/ 4259765 w 4750419"/>
              <a:gd name="connsiteY15" fmla="*/ 1940313 h 2319454"/>
              <a:gd name="connsiteX16" fmla="*/ 4159405 w 4750419"/>
              <a:gd name="connsiteY16" fmla="*/ 1683834 h 2319454"/>
              <a:gd name="connsiteX17" fmla="*/ 3824868 w 4750419"/>
              <a:gd name="connsiteY17" fmla="*/ 1182029 h 2319454"/>
              <a:gd name="connsiteX18" fmla="*/ 3479180 w 4750419"/>
              <a:gd name="connsiteY18" fmla="*/ 825190 h 2319454"/>
              <a:gd name="connsiteX19" fmla="*/ 3010829 w 4750419"/>
              <a:gd name="connsiteY19" fmla="*/ 579863 h 2319454"/>
              <a:gd name="connsiteX20" fmla="*/ 2364058 w 4750419"/>
              <a:gd name="connsiteY20" fmla="*/ 423746 h 2319454"/>
              <a:gd name="connsiteX21" fmla="*/ 1973765 w 4750419"/>
              <a:gd name="connsiteY21" fmla="*/ 479502 h 2319454"/>
              <a:gd name="connsiteX22" fmla="*/ 1449658 w 4750419"/>
              <a:gd name="connsiteY22" fmla="*/ 568712 h 2319454"/>
              <a:gd name="connsiteX23" fmla="*/ 1003609 w 4750419"/>
              <a:gd name="connsiteY23" fmla="*/ 747132 h 2319454"/>
              <a:gd name="connsiteX24" fmla="*/ 802887 w 4750419"/>
              <a:gd name="connsiteY24" fmla="*/ 959005 h 2319454"/>
              <a:gd name="connsiteX25" fmla="*/ 691375 w 4750419"/>
              <a:gd name="connsiteY25" fmla="*/ 1293541 h 2319454"/>
              <a:gd name="connsiteX26" fmla="*/ 557561 w 4750419"/>
              <a:gd name="connsiteY26" fmla="*/ 1672683 h 2319454"/>
              <a:gd name="connsiteX27" fmla="*/ 0 w 4750419"/>
              <a:gd name="connsiteY27" fmla="*/ 1315844 h 2319454"/>
              <a:gd name="connsiteX0" fmla="*/ 0 w 4750419"/>
              <a:gd name="connsiteY0" fmla="*/ 1315844 h 2319454"/>
              <a:gd name="connsiteX1" fmla="*/ 301083 w 4750419"/>
              <a:gd name="connsiteY1" fmla="*/ 769434 h 2319454"/>
              <a:gd name="connsiteX2" fmla="*/ 646770 w 4750419"/>
              <a:gd name="connsiteY2" fmla="*/ 446049 h 2319454"/>
              <a:gd name="connsiteX3" fmla="*/ 1148575 w 4750419"/>
              <a:gd name="connsiteY3" fmla="*/ 211873 h 2319454"/>
              <a:gd name="connsiteX4" fmla="*/ 1605775 w 4750419"/>
              <a:gd name="connsiteY4" fmla="*/ 89210 h 2319454"/>
              <a:gd name="connsiteX5" fmla="*/ 2207941 w 4750419"/>
              <a:gd name="connsiteY5" fmla="*/ 0 h 2319454"/>
              <a:gd name="connsiteX6" fmla="*/ 2687444 w 4750419"/>
              <a:gd name="connsiteY6" fmla="*/ 55756 h 2319454"/>
              <a:gd name="connsiteX7" fmla="*/ 3233853 w 4750419"/>
              <a:gd name="connsiteY7" fmla="*/ 289932 h 2319454"/>
              <a:gd name="connsiteX8" fmla="*/ 3635297 w 4750419"/>
              <a:gd name="connsiteY8" fmla="*/ 535259 h 2319454"/>
              <a:gd name="connsiteX9" fmla="*/ 3958683 w 4750419"/>
              <a:gd name="connsiteY9" fmla="*/ 925551 h 2319454"/>
              <a:gd name="connsiteX10" fmla="*/ 4248614 w 4750419"/>
              <a:gd name="connsiteY10" fmla="*/ 1483112 h 2319454"/>
              <a:gd name="connsiteX11" fmla="*/ 4315522 w 4750419"/>
              <a:gd name="connsiteY11" fmla="*/ 1694986 h 2319454"/>
              <a:gd name="connsiteX12" fmla="*/ 4471639 w 4750419"/>
              <a:gd name="connsiteY12" fmla="*/ 1460810 h 2319454"/>
              <a:gd name="connsiteX13" fmla="*/ 4750419 w 4750419"/>
              <a:gd name="connsiteY13" fmla="*/ 2319454 h 2319454"/>
              <a:gd name="connsiteX14" fmla="*/ 3958683 w 4750419"/>
              <a:gd name="connsiteY14" fmla="*/ 2141034 h 2319454"/>
              <a:gd name="connsiteX15" fmla="*/ 4248614 w 4750419"/>
              <a:gd name="connsiteY15" fmla="*/ 1817649 h 2319454"/>
              <a:gd name="connsiteX16" fmla="*/ 4159405 w 4750419"/>
              <a:gd name="connsiteY16" fmla="*/ 1683834 h 2319454"/>
              <a:gd name="connsiteX17" fmla="*/ 3824868 w 4750419"/>
              <a:gd name="connsiteY17" fmla="*/ 1182029 h 2319454"/>
              <a:gd name="connsiteX18" fmla="*/ 3479180 w 4750419"/>
              <a:gd name="connsiteY18" fmla="*/ 825190 h 2319454"/>
              <a:gd name="connsiteX19" fmla="*/ 3010829 w 4750419"/>
              <a:gd name="connsiteY19" fmla="*/ 579863 h 2319454"/>
              <a:gd name="connsiteX20" fmla="*/ 2364058 w 4750419"/>
              <a:gd name="connsiteY20" fmla="*/ 423746 h 2319454"/>
              <a:gd name="connsiteX21" fmla="*/ 1973765 w 4750419"/>
              <a:gd name="connsiteY21" fmla="*/ 479502 h 2319454"/>
              <a:gd name="connsiteX22" fmla="*/ 1449658 w 4750419"/>
              <a:gd name="connsiteY22" fmla="*/ 568712 h 2319454"/>
              <a:gd name="connsiteX23" fmla="*/ 1003609 w 4750419"/>
              <a:gd name="connsiteY23" fmla="*/ 747132 h 2319454"/>
              <a:gd name="connsiteX24" fmla="*/ 802887 w 4750419"/>
              <a:gd name="connsiteY24" fmla="*/ 959005 h 2319454"/>
              <a:gd name="connsiteX25" fmla="*/ 691375 w 4750419"/>
              <a:gd name="connsiteY25" fmla="*/ 1293541 h 2319454"/>
              <a:gd name="connsiteX26" fmla="*/ 557561 w 4750419"/>
              <a:gd name="connsiteY26" fmla="*/ 1672683 h 2319454"/>
              <a:gd name="connsiteX27" fmla="*/ 0 w 4750419"/>
              <a:gd name="connsiteY27" fmla="*/ 1315844 h 2319454"/>
              <a:gd name="connsiteX0" fmla="*/ 0 w 4560848"/>
              <a:gd name="connsiteY0" fmla="*/ 1315844 h 2286001"/>
              <a:gd name="connsiteX1" fmla="*/ 301083 w 4560848"/>
              <a:gd name="connsiteY1" fmla="*/ 769434 h 2286001"/>
              <a:gd name="connsiteX2" fmla="*/ 646770 w 4560848"/>
              <a:gd name="connsiteY2" fmla="*/ 446049 h 2286001"/>
              <a:gd name="connsiteX3" fmla="*/ 1148575 w 4560848"/>
              <a:gd name="connsiteY3" fmla="*/ 211873 h 2286001"/>
              <a:gd name="connsiteX4" fmla="*/ 1605775 w 4560848"/>
              <a:gd name="connsiteY4" fmla="*/ 89210 h 2286001"/>
              <a:gd name="connsiteX5" fmla="*/ 2207941 w 4560848"/>
              <a:gd name="connsiteY5" fmla="*/ 0 h 2286001"/>
              <a:gd name="connsiteX6" fmla="*/ 2687444 w 4560848"/>
              <a:gd name="connsiteY6" fmla="*/ 55756 h 2286001"/>
              <a:gd name="connsiteX7" fmla="*/ 3233853 w 4560848"/>
              <a:gd name="connsiteY7" fmla="*/ 289932 h 2286001"/>
              <a:gd name="connsiteX8" fmla="*/ 3635297 w 4560848"/>
              <a:gd name="connsiteY8" fmla="*/ 535259 h 2286001"/>
              <a:gd name="connsiteX9" fmla="*/ 3958683 w 4560848"/>
              <a:gd name="connsiteY9" fmla="*/ 925551 h 2286001"/>
              <a:gd name="connsiteX10" fmla="*/ 4248614 w 4560848"/>
              <a:gd name="connsiteY10" fmla="*/ 1483112 h 2286001"/>
              <a:gd name="connsiteX11" fmla="*/ 4315522 w 4560848"/>
              <a:gd name="connsiteY11" fmla="*/ 1694986 h 2286001"/>
              <a:gd name="connsiteX12" fmla="*/ 4471639 w 4560848"/>
              <a:gd name="connsiteY12" fmla="*/ 1460810 h 2286001"/>
              <a:gd name="connsiteX13" fmla="*/ 4560848 w 4560848"/>
              <a:gd name="connsiteY13" fmla="*/ 2286001 h 2286001"/>
              <a:gd name="connsiteX14" fmla="*/ 3958683 w 4560848"/>
              <a:gd name="connsiteY14" fmla="*/ 2141034 h 2286001"/>
              <a:gd name="connsiteX15" fmla="*/ 4248614 w 4560848"/>
              <a:gd name="connsiteY15" fmla="*/ 1817649 h 2286001"/>
              <a:gd name="connsiteX16" fmla="*/ 4159405 w 4560848"/>
              <a:gd name="connsiteY16" fmla="*/ 1683834 h 2286001"/>
              <a:gd name="connsiteX17" fmla="*/ 3824868 w 4560848"/>
              <a:gd name="connsiteY17" fmla="*/ 1182029 h 2286001"/>
              <a:gd name="connsiteX18" fmla="*/ 3479180 w 4560848"/>
              <a:gd name="connsiteY18" fmla="*/ 825190 h 2286001"/>
              <a:gd name="connsiteX19" fmla="*/ 3010829 w 4560848"/>
              <a:gd name="connsiteY19" fmla="*/ 579863 h 2286001"/>
              <a:gd name="connsiteX20" fmla="*/ 2364058 w 4560848"/>
              <a:gd name="connsiteY20" fmla="*/ 423746 h 2286001"/>
              <a:gd name="connsiteX21" fmla="*/ 1973765 w 4560848"/>
              <a:gd name="connsiteY21" fmla="*/ 479502 h 2286001"/>
              <a:gd name="connsiteX22" fmla="*/ 1449658 w 4560848"/>
              <a:gd name="connsiteY22" fmla="*/ 568712 h 2286001"/>
              <a:gd name="connsiteX23" fmla="*/ 1003609 w 4560848"/>
              <a:gd name="connsiteY23" fmla="*/ 747132 h 2286001"/>
              <a:gd name="connsiteX24" fmla="*/ 802887 w 4560848"/>
              <a:gd name="connsiteY24" fmla="*/ 959005 h 2286001"/>
              <a:gd name="connsiteX25" fmla="*/ 691375 w 4560848"/>
              <a:gd name="connsiteY25" fmla="*/ 1293541 h 2286001"/>
              <a:gd name="connsiteX26" fmla="*/ 557561 w 4560848"/>
              <a:gd name="connsiteY26" fmla="*/ 1672683 h 2286001"/>
              <a:gd name="connsiteX27" fmla="*/ 0 w 4560848"/>
              <a:gd name="connsiteY27" fmla="*/ 1315844 h 2286001"/>
              <a:gd name="connsiteX0" fmla="*/ 0 w 4560848"/>
              <a:gd name="connsiteY0" fmla="*/ 1315844 h 2286001"/>
              <a:gd name="connsiteX1" fmla="*/ 301083 w 4560848"/>
              <a:gd name="connsiteY1" fmla="*/ 769434 h 2286001"/>
              <a:gd name="connsiteX2" fmla="*/ 646770 w 4560848"/>
              <a:gd name="connsiteY2" fmla="*/ 446049 h 2286001"/>
              <a:gd name="connsiteX3" fmla="*/ 1148575 w 4560848"/>
              <a:gd name="connsiteY3" fmla="*/ 211873 h 2286001"/>
              <a:gd name="connsiteX4" fmla="*/ 1605775 w 4560848"/>
              <a:gd name="connsiteY4" fmla="*/ 89210 h 2286001"/>
              <a:gd name="connsiteX5" fmla="*/ 2207941 w 4560848"/>
              <a:gd name="connsiteY5" fmla="*/ 0 h 2286001"/>
              <a:gd name="connsiteX6" fmla="*/ 2687444 w 4560848"/>
              <a:gd name="connsiteY6" fmla="*/ 55756 h 2286001"/>
              <a:gd name="connsiteX7" fmla="*/ 3233853 w 4560848"/>
              <a:gd name="connsiteY7" fmla="*/ 289932 h 2286001"/>
              <a:gd name="connsiteX8" fmla="*/ 3635297 w 4560848"/>
              <a:gd name="connsiteY8" fmla="*/ 535259 h 2286001"/>
              <a:gd name="connsiteX9" fmla="*/ 3958683 w 4560848"/>
              <a:gd name="connsiteY9" fmla="*/ 925551 h 2286001"/>
              <a:gd name="connsiteX10" fmla="*/ 4248614 w 4560848"/>
              <a:gd name="connsiteY10" fmla="*/ 1483112 h 2286001"/>
              <a:gd name="connsiteX11" fmla="*/ 4315522 w 4560848"/>
              <a:gd name="connsiteY11" fmla="*/ 1694986 h 2286001"/>
              <a:gd name="connsiteX12" fmla="*/ 4471639 w 4560848"/>
              <a:gd name="connsiteY12" fmla="*/ 1460810 h 2286001"/>
              <a:gd name="connsiteX13" fmla="*/ 4560848 w 4560848"/>
              <a:gd name="connsiteY13" fmla="*/ 2286001 h 2286001"/>
              <a:gd name="connsiteX14" fmla="*/ 3947532 w 4560848"/>
              <a:gd name="connsiteY14" fmla="*/ 1962614 h 2286001"/>
              <a:gd name="connsiteX15" fmla="*/ 4248614 w 4560848"/>
              <a:gd name="connsiteY15" fmla="*/ 1817649 h 2286001"/>
              <a:gd name="connsiteX16" fmla="*/ 4159405 w 4560848"/>
              <a:gd name="connsiteY16" fmla="*/ 1683834 h 2286001"/>
              <a:gd name="connsiteX17" fmla="*/ 3824868 w 4560848"/>
              <a:gd name="connsiteY17" fmla="*/ 1182029 h 2286001"/>
              <a:gd name="connsiteX18" fmla="*/ 3479180 w 4560848"/>
              <a:gd name="connsiteY18" fmla="*/ 825190 h 2286001"/>
              <a:gd name="connsiteX19" fmla="*/ 3010829 w 4560848"/>
              <a:gd name="connsiteY19" fmla="*/ 579863 h 2286001"/>
              <a:gd name="connsiteX20" fmla="*/ 2364058 w 4560848"/>
              <a:gd name="connsiteY20" fmla="*/ 423746 h 2286001"/>
              <a:gd name="connsiteX21" fmla="*/ 1973765 w 4560848"/>
              <a:gd name="connsiteY21" fmla="*/ 479502 h 2286001"/>
              <a:gd name="connsiteX22" fmla="*/ 1449658 w 4560848"/>
              <a:gd name="connsiteY22" fmla="*/ 568712 h 2286001"/>
              <a:gd name="connsiteX23" fmla="*/ 1003609 w 4560848"/>
              <a:gd name="connsiteY23" fmla="*/ 747132 h 2286001"/>
              <a:gd name="connsiteX24" fmla="*/ 802887 w 4560848"/>
              <a:gd name="connsiteY24" fmla="*/ 959005 h 2286001"/>
              <a:gd name="connsiteX25" fmla="*/ 691375 w 4560848"/>
              <a:gd name="connsiteY25" fmla="*/ 1293541 h 2286001"/>
              <a:gd name="connsiteX26" fmla="*/ 557561 w 4560848"/>
              <a:gd name="connsiteY26" fmla="*/ 1672683 h 2286001"/>
              <a:gd name="connsiteX27" fmla="*/ 0 w 4560848"/>
              <a:gd name="connsiteY27" fmla="*/ 1315844 h 2286001"/>
              <a:gd name="connsiteX0" fmla="*/ 0 w 4560848"/>
              <a:gd name="connsiteY0" fmla="*/ 1315844 h 2286001"/>
              <a:gd name="connsiteX1" fmla="*/ 301083 w 4560848"/>
              <a:gd name="connsiteY1" fmla="*/ 769434 h 2286001"/>
              <a:gd name="connsiteX2" fmla="*/ 646770 w 4560848"/>
              <a:gd name="connsiteY2" fmla="*/ 446049 h 2286001"/>
              <a:gd name="connsiteX3" fmla="*/ 1148575 w 4560848"/>
              <a:gd name="connsiteY3" fmla="*/ 211873 h 2286001"/>
              <a:gd name="connsiteX4" fmla="*/ 1605775 w 4560848"/>
              <a:gd name="connsiteY4" fmla="*/ 89210 h 2286001"/>
              <a:gd name="connsiteX5" fmla="*/ 2207941 w 4560848"/>
              <a:gd name="connsiteY5" fmla="*/ 0 h 2286001"/>
              <a:gd name="connsiteX6" fmla="*/ 2687444 w 4560848"/>
              <a:gd name="connsiteY6" fmla="*/ 55756 h 2286001"/>
              <a:gd name="connsiteX7" fmla="*/ 3233853 w 4560848"/>
              <a:gd name="connsiteY7" fmla="*/ 289932 h 2286001"/>
              <a:gd name="connsiteX8" fmla="*/ 3635297 w 4560848"/>
              <a:gd name="connsiteY8" fmla="*/ 535259 h 2286001"/>
              <a:gd name="connsiteX9" fmla="*/ 3958683 w 4560848"/>
              <a:gd name="connsiteY9" fmla="*/ 925551 h 2286001"/>
              <a:gd name="connsiteX10" fmla="*/ 4248614 w 4560848"/>
              <a:gd name="connsiteY10" fmla="*/ 1483112 h 2286001"/>
              <a:gd name="connsiteX11" fmla="*/ 4315522 w 4560848"/>
              <a:gd name="connsiteY11" fmla="*/ 1694986 h 2286001"/>
              <a:gd name="connsiteX12" fmla="*/ 4527395 w 4560848"/>
              <a:gd name="connsiteY12" fmla="*/ 1583474 h 2286001"/>
              <a:gd name="connsiteX13" fmla="*/ 4560848 w 4560848"/>
              <a:gd name="connsiteY13" fmla="*/ 2286001 h 2286001"/>
              <a:gd name="connsiteX14" fmla="*/ 3947532 w 4560848"/>
              <a:gd name="connsiteY14" fmla="*/ 1962614 h 2286001"/>
              <a:gd name="connsiteX15" fmla="*/ 4248614 w 4560848"/>
              <a:gd name="connsiteY15" fmla="*/ 1817649 h 2286001"/>
              <a:gd name="connsiteX16" fmla="*/ 4159405 w 4560848"/>
              <a:gd name="connsiteY16" fmla="*/ 1683834 h 2286001"/>
              <a:gd name="connsiteX17" fmla="*/ 3824868 w 4560848"/>
              <a:gd name="connsiteY17" fmla="*/ 1182029 h 2286001"/>
              <a:gd name="connsiteX18" fmla="*/ 3479180 w 4560848"/>
              <a:gd name="connsiteY18" fmla="*/ 825190 h 2286001"/>
              <a:gd name="connsiteX19" fmla="*/ 3010829 w 4560848"/>
              <a:gd name="connsiteY19" fmla="*/ 579863 h 2286001"/>
              <a:gd name="connsiteX20" fmla="*/ 2364058 w 4560848"/>
              <a:gd name="connsiteY20" fmla="*/ 423746 h 2286001"/>
              <a:gd name="connsiteX21" fmla="*/ 1973765 w 4560848"/>
              <a:gd name="connsiteY21" fmla="*/ 479502 h 2286001"/>
              <a:gd name="connsiteX22" fmla="*/ 1449658 w 4560848"/>
              <a:gd name="connsiteY22" fmla="*/ 568712 h 2286001"/>
              <a:gd name="connsiteX23" fmla="*/ 1003609 w 4560848"/>
              <a:gd name="connsiteY23" fmla="*/ 747132 h 2286001"/>
              <a:gd name="connsiteX24" fmla="*/ 802887 w 4560848"/>
              <a:gd name="connsiteY24" fmla="*/ 959005 h 2286001"/>
              <a:gd name="connsiteX25" fmla="*/ 691375 w 4560848"/>
              <a:gd name="connsiteY25" fmla="*/ 1293541 h 2286001"/>
              <a:gd name="connsiteX26" fmla="*/ 557561 w 4560848"/>
              <a:gd name="connsiteY26" fmla="*/ 1672683 h 2286001"/>
              <a:gd name="connsiteX27" fmla="*/ 0 w 4560848"/>
              <a:gd name="connsiteY27" fmla="*/ 1315844 h 2286001"/>
              <a:gd name="connsiteX0" fmla="*/ 0 w 4560848"/>
              <a:gd name="connsiteY0" fmla="*/ 1315844 h 2286001"/>
              <a:gd name="connsiteX1" fmla="*/ 301083 w 4560848"/>
              <a:gd name="connsiteY1" fmla="*/ 769434 h 2286001"/>
              <a:gd name="connsiteX2" fmla="*/ 646770 w 4560848"/>
              <a:gd name="connsiteY2" fmla="*/ 446049 h 2286001"/>
              <a:gd name="connsiteX3" fmla="*/ 1148575 w 4560848"/>
              <a:gd name="connsiteY3" fmla="*/ 211873 h 2286001"/>
              <a:gd name="connsiteX4" fmla="*/ 1605775 w 4560848"/>
              <a:gd name="connsiteY4" fmla="*/ 89210 h 2286001"/>
              <a:gd name="connsiteX5" fmla="*/ 2207941 w 4560848"/>
              <a:gd name="connsiteY5" fmla="*/ 0 h 2286001"/>
              <a:gd name="connsiteX6" fmla="*/ 2687444 w 4560848"/>
              <a:gd name="connsiteY6" fmla="*/ 55756 h 2286001"/>
              <a:gd name="connsiteX7" fmla="*/ 3233853 w 4560848"/>
              <a:gd name="connsiteY7" fmla="*/ 289932 h 2286001"/>
              <a:gd name="connsiteX8" fmla="*/ 3635297 w 4560848"/>
              <a:gd name="connsiteY8" fmla="*/ 535259 h 2286001"/>
              <a:gd name="connsiteX9" fmla="*/ 3958683 w 4560848"/>
              <a:gd name="connsiteY9" fmla="*/ 925551 h 2286001"/>
              <a:gd name="connsiteX10" fmla="*/ 4248614 w 4560848"/>
              <a:gd name="connsiteY10" fmla="*/ 1483112 h 2286001"/>
              <a:gd name="connsiteX11" fmla="*/ 4360126 w 4560848"/>
              <a:gd name="connsiteY11" fmla="*/ 1761893 h 2286001"/>
              <a:gd name="connsiteX12" fmla="*/ 4527395 w 4560848"/>
              <a:gd name="connsiteY12" fmla="*/ 1583474 h 2286001"/>
              <a:gd name="connsiteX13" fmla="*/ 4560848 w 4560848"/>
              <a:gd name="connsiteY13" fmla="*/ 2286001 h 2286001"/>
              <a:gd name="connsiteX14" fmla="*/ 3947532 w 4560848"/>
              <a:gd name="connsiteY14" fmla="*/ 1962614 h 2286001"/>
              <a:gd name="connsiteX15" fmla="*/ 4248614 w 4560848"/>
              <a:gd name="connsiteY15" fmla="*/ 1817649 h 2286001"/>
              <a:gd name="connsiteX16" fmla="*/ 4159405 w 4560848"/>
              <a:gd name="connsiteY16" fmla="*/ 1683834 h 2286001"/>
              <a:gd name="connsiteX17" fmla="*/ 3824868 w 4560848"/>
              <a:gd name="connsiteY17" fmla="*/ 1182029 h 2286001"/>
              <a:gd name="connsiteX18" fmla="*/ 3479180 w 4560848"/>
              <a:gd name="connsiteY18" fmla="*/ 825190 h 2286001"/>
              <a:gd name="connsiteX19" fmla="*/ 3010829 w 4560848"/>
              <a:gd name="connsiteY19" fmla="*/ 579863 h 2286001"/>
              <a:gd name="connsiteX20" fmla="*/ 2364058 w 4560848"/>
              <a:gd name="connsiteY20" fmla="*/ 423746 h 2286001"/>
              <a:gd name="connsiteX21" fmla="*/ 1973765 w 4560848"/>
              <a:gd name="connsiteY21" fmla="*/ 479502 h 2286001"/>
              <a:gd name="connsiteX22" fmla="*/ 1449658 w 4560848"/>
              <a:gd name="connsiteY22" fmla="*/ 568712 h 2286001"/>
              <a:gd name="connsiteX23" fmla="*/ 1003609 w 4560848"/>
              <a:gd name="connsiteY23" fmla="*/ 747132 h 2286001"/>
              <a:gd name="connsiteX24" fmla="*/ 802887 w 4560848"/>
              <a:gd name="connsiteY24" fmla="*/ 959005 h 2286001"/>
              <a:gd name="connsiteX25" fmla="*/ 691375 w 4560848"/>
              <a:gd name="connsiteY25" fmla="*/ 1293541 h 2286001"/>
              <a:gd name="connsiteX26" fmla="*/ 557561 w 4560848"/>
              <a:gd name="connsiteY26" fmla="*/ 1672683 h 2286001"/>
              <a:gd name="connsiteX27" fmla="*/ 0 w 4560848"/>
              <a:gd name="connsiteY27" fmla="*/ 1315844 h 2286001"/>
              <a:gd name="connsiteX0" fmla="*/ 0 w 4560848"/>
              <a:gd name="connsiteY0" fmla="*/ 1315844 h 2286001"/>
              <a:gd name="connsiteX1" fmla="*/ 301083 w 4560848"/>
              <a:gd name="connsiteY1" fmla="*/ 769434 h 2286001"/>
              <a:gd name="connsiteX2" fmla="*/ 646770 w 4560848"/>
              <a:gd name="connsiteY2" fmla="*/ 446049 h 2286001"/>
              <a:gd name="connsiteX3" fmla="*/ 1148575 w 4560848"/>
              <a:gd name="connsiteY3" fmla="*/ 211873 h 2286001"/>
              <a:gd name="connsiteX4" fmla="*/ 1605775 w 4560848"/>
              <a:gd name="connsiteY4" fmla="*/ 89210 h 2286001"/>
              <a:gd name="connsiteX5" fmla="*/ 2207941 w 4560848"/>
              <a:gd name="connsiteY5" fmla="*/ 0 h 2286001"/>
              <a:gd name="connsiteX6" fmla="*/ 2687444 w 4560848"/>
              <a:gd name="connsiteY6" fmla="*/ 55756 h 2286001"/>
              <a:gd name="connsiteX7" fmla="*/ 3233853 w 4560848"/>
              <a:gd name="connsiteY7" fmla="*/ 289932 h 2286001"/>
              <a:gd name="connsiteX8" fmla="*/ 3635297 w 4560848"/>
              <a:gd name="connsiteY8" fmla="*/ 535259 h 2286001"/>
              <a:gd name="connsiteX9" fmla="*/ 3958683 w 4560848"/>
              <a:gd name="connsiteY9" fmla="*/ 925551 h 2286001"/>
              <a:gd name="connsiteX10" fmla="*/ 4248614 w 4560848"/>
              <a:gd name="connsiteY10" fmla="*/ 1483112 h 2286001"/>
              <a:gd name="connsiteX11" fmla="*/ 4360126 w 4560848"/>
              <a:gd name="connsiteY11" fmla="*/ 1761893 h 2286001"/>
              <a:gd name="connsiteX12" fmla="*/ 4527395 w 4560848"/>
              <a:gd name="connsiteY12" fmla="*/ 1583474 h 2286001"/>
              <a:gd name="connsiteX13" fmla="*/ 4560848 w 4560848"/>
              <a:gd name="connsiteY13" fmla="*/ 2286001 h 2286001"/>
              <a:gd name="connsiteX14" fmla="*/ 3947532 w 4560848"/>
              <a:gd name="connsiteY14" fmla="*/ 1962614 h 2286001"/>
              <a:gd name="connsiteX15" fmla="*/ 4226312 w 4560848"/>
              <a:gd name="connsiteY15" fmla="*/ 1873405 h 2286001"/>
              <a:gd name="connsiteX16" fmla="*/ 4159405 w 4560848"/>
              <a:gd name="connsiteY16" fmla="*/ 1683834 h 2286001"/>
              <a:gd name="connsiteX17" fmla="*/ 3824868 w 4560848"/>
              <a:gd name="connsiteY17" fmla="*/ 1182029 h 2286001"/>
              <a:gd name="connsiteX18" fmla="*/ 3479180 w 4560848"/>
              <a:gd name="connsiteY18" fmla="*/ 825190 h 2286001"/>
              <a:gd name="connsiteX19" fmla="*/ 3010829 w 4560848"/>
              <a:gd name="connsiteY19" fmla="*/ 579863 h 2286001"/>
              <a:gd name="connsiteX20" fmla="*/ 2364058 w 4560848"/>
              <a:gd name="connsiteY20" fmla="*/ 423746 h 2286001"/>
              <a:gd name="connsiteX21" fmla="*/ 1973765 w 4560848"/>
              <a:gd name="connsiteY21" fmla="*/ 479502 h 2286001"/>
              <a:gd name="connsiteX22" fmla="*/ 1449658 w 4560848"/>
              <a:gd name="connsiteY22" fmla="*/ 568712 h 2286001"/>
              <a:gd name="connsiteX23" fmla="*/ 1003609 w 4560848"/>
              <a:gd name="connsiteY23" fmla="*/ 747132 h 2286001"/>
              <a:gd name="connsiteX24" fmla="*/ 802887 w 4560848"/>
              <a:gd name="connsiteY24" fmla="*/ 959005 h 2286001"/>
              <a:gd name="connsiteX25" fmla="*/ 691375 w 4560848"/>
              <a:gd name="connsiteY25" fmla="*/ 1293541 h 2286001"/>
              <a:gd name="connsiteX26" fmla="*/ 557561 w 4560848"/>
              <a:gd name="connsiteY26" fmla="*/ 1672683 h 2286001"/>
              <a:gd name="connsiteX27" fmla="*/ 0 w 4560848"/>
              <a:gd name="connsiteY27" fmla="*/ 1315844 h 2286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4560848" h="2286001">
                <a:moveTo>
                  <a:pt x="0" y="1315844"/>
                </a:moveTo>
                <a:lnTo>
                  <a:pt x="301083" y="769434"/>
                </a:lnTo>
                <a:lnTo>
                  <a:pt x="646770" y="446049"/>
                </a:lnTo>
                <a:lnTo>
                  <a:pt x="1148575" y="211873"/>
                </a:lnTo>
                <a:lnTo>
                  <a:pt x="1605775" y="89210"/>
                </a:lnTo>
                <a:lnTo>
                  <a:pt x="2207941" y="0"/>
                </a:lnTo>
                <a:lnTo>
                  <a:pt x="2687444" y="55756"/>
                </a:lnTo>
                <a:lnTo>
                  <a:pt x="3233853" y="289932"/>
                </a:lnTo>
                <a:lnTo>
                  <a:pt x="3635297" y="535259"/>
                </a:lnTo>
                <a:lnTo>
                  <a:pt x="3958683" y="925551"/>
                </a:lnTo>
                <a:cubicBezTo>
                  <a:pt x="4055327" y="1111405"/>
                  <a:pt x="4181707" y="1343722"/>
                  <a:pt x="4248614" y="1483112"/>
                </a:cubicBezTo>
                <a:cubicBezTo>
                  <a:pt x="4315521" y="1622502"/>
                  <a:pt x="4322955" y="1668966"/>
                  <a:pt x="4360126" y="1761893"/>
                </a:cubicBezTo>
                <a:lnTo>
                  <a:pt x="4527395" y="1583474"/>
                </a:lnTo>
                <a:lnTo>
                  <a:pt x="4560848" y="2286001"/>
                </a:lnTo>
                <a:lnTo>
                  <a:pt x="3947532" y="1962614"/>
                </a:lnTo>
                <a:lnTo>
                  <a:pt x="4226312" y="1873405"/>
                </a:lnTo>
                <a:lnTo>
                  <a:pt x="4159405" y="1683834"/>
                </a:lnTo>
                <a:lnTo>
                  <a:pt x="3824868" y="1182029"/>
                </a:lnTo>
                <a:lnTo>
                  <a:pt x="3479180" y="825190"/>
                </a:lnTo>
                <a:lnTo>
                  <a:pt x="3010829" y="579863"/>
                </a:lnTo>
                <a:lnTo>
                  <a:pt x="2364058" y="423746"/>
                </a:lnTo>
                <a:lnTo>
                  <a:pt x="1973765" y="479502"/>
                </a:lnTo>
                <a:lnTo>
                  <a:pt x="1449658" y="568712"/>
                </a:lnTo>
                <a:lnTo>
                  <a:pt x="1003609" y="747132"/>
                </a:lnTo>
                <a:lnTo>
                  <a:pt x="802887" y="959005"/>
                </a:lnTo>
                <a:lnTo>
                  <a:pt x="691375" y="1293541"/>
                </a:lnTo>
                <a:lnTo>
                  <a:pt x="557561" y="1672683"/>
                </a:lnTo>
                <a:lnTo>
                  <a:pt x="0" y="1315844"/>
                </a:lnTo>
                <a:close/>
              </a:path>
            </a:pathLst>
          </a:custGeom>
          <a:solidFill>
            <a:srgbClr val="FF6600">
              <a:alpha val="66667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81" name="Cloud 80"/>
          <p:cNvSpPr/>
          <p:nvPr/>
        </p:nvSpPr>
        <p:spPr bwMode="auto">
          <a:xfrm rot="11051792">
            <a:off x="927918" y="3364846"/>
            <a:ext cx="1644625" cy="935170"/>
          </a:xfrm>
          <a:prstGeom prst="cloud">
            <a:avLst/>
          </a:prstGeom>
          <a:solidFill>
            <a:srgbClr val="E3CA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82" name="Up-Down Arrow 81"/>
          <p:cNvSpPr/>
          <p:nvPr/>
        </p:nvSpPr>
        <p:spPr bwMode="auto">
          <a:xfrm>
            <a:off x="1455937" y="2911876"/>
            <a:ext cx="417251" cy="683582"/>
          </a:xfrm>
          <a:prstGeom prst="upDownArrow">
            <a:avLst/>
          </a:prstGeom>
          <a:solidFill>
            <a:srgbClr val="5D748D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83" name="Up-Down Arrow 82"/>
          <p:cNvSpPr/>
          <p:nvPr/>
        </p:nvSpPr>
        <p:spPr bwMode="auto">
          <a:xfrm>
            <a:off x="1553592" y="4163627"/>
            <a:ext cx="417251" cy="683582"/>
          </a:xfrm>
          <a:prstGeom prst="upDownArrow">
            <a:avLst/>
          </a:prstGeom>
          <a:solidFill>
            <a:srgbClr val="5D748D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84" name="Freeform 83"/>
          <p:cNvSpPr/>
          <p:nvPr/>
        </p:nvSpPr>
        <p:spPr bwMode="auto">
          <a:xfrm rot="13451154">
            <a:off x="1458340" y="4017614"/>
            <a:ext cx="2233939" cy="1121549"/>
          </a:xfrm>
          <a:custGeom>
            <a:avLst/>
            <a:gdLst>
              <a:gd name="connsiteX0" fmla="*/ 535258 w 4293219"/>
              <a:gd name="connsiteY0" fmla="*/ 0 h 1996069"/>
              <a:gd name="connsiteX1" fmla="*/ 1616927 w 4293219"/>
              <a:gd name="connsiteY1" fmla="*/ 44605 h 1996069"/>
              <a:gd name="connsiteX2" fmla="*/ 2352907 w 4293219"/>
              <a:gd name="connsiteY2" fmla="*/ 211874 h 1996069"/>
              <a:gd name="connsiteX3" fmla="*/ 2966224 w 4293219"/>
              <a:gd name="connsiteY3" fmla="*/ 490654 h 1996069"/>
              <a:gd name="connsiteX4" fmla="*/ 3490332 w 4293219"/>
              <a:gd name="connsiteY4" fmla="*/ 825191 h 1996069"/>
              <a:gd name="connsiteX5" fmla="*/ 3958683 w 4293219"/>
              <a:gd name="connsiteY5" fmla="*/ 1315844 h 1996069"/>
              <a:gd name="connsiteX6" fmla="*/ 4125951 w 4293219"/>
              <a:gd name="connsiteY6" fmla="*/ 1126274 h 1996069"/>
              <a:gd name="connsiteX7" fmla="*/ 4293219 w 4293219"/>
              <a:gd name="connsiteY7" fmla="*/ 1996069 h 1996069"/>
              <a:gd name="connsiteX8" fmla="*/ 3412273 w 4293219"/>
              <a:gd name="connsiteY8" fmla="*/ 1739591 h 1996069"/>
              <a:gd name="connsiteX9" fmla="*/ 3624146 w 4293219"/>
              <a:gd name="connsiteY9" fmla="*/ 1628079 h 1996069"/>
              <a:gd name="connsiteX10" fmla="*/ 3245005 w 4293219"/>
              <a:gd name="connsiteY10" fmla="*/ 1126274 h 1996069"/>
              <a:gd name="connsiteX11" fmla="*/ 2653990 w 4293219"/>
              <a:gd name="connsiteY11" fmla="*/ 847493 h 1996069"/>
              <a:gd name="connsiteX12" fmla="*/ 1906858 w 4293219"/>
              <a:gd name="connsiteY12" fmla="*/ 613318 h 1996069"/>
              <a:gd name="connsiteX13" fmla="*/ 1527717 w 4293219"/>
              <a:gd name="connsiteY13" fmla="*/ 635620 h 1996069"/>
              <a:gd name="connsiteX14" fmla="*/ 925551 w 4293219"/>
              <a:gd name="connsiteY14" fmla="*/ 724830 h 1996069"/>
              <a:gd name="connsiteX15" fmla="*/ 546410 w 4293219"/>
              <a:gd name="connsiteY15" fmla="*/ 892098 h 1996069"/>
              <a:gd name="connsiteX16" fmla="*/ 211873 w 4293219"/>
              <a:gd name="connsiteY16" fmla="*/ 1048215 h 1996069"/>
              <a:gd name="connsiteX17" fmla="*/ 55756 w 4293219"/>
              <a:gd name="connsiteY17" fmla="*/ 323386 h 1996069"/>
              <a:gd name="connsiteX18" fmla="*/ 0 w 4293219"/>
              <a:gd name="connsiteY18" fmla="*/ 55757 h 1996069"/>
              <a:gd name="connsiteX19" fmla="*/ 535258 w 4293219"/>
              <a:gd name="connsiteY19" fmla="*/ 0 h 1996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293219" h="1996069">
                <a:moveTo>
                  <a:pt x="535258" y="0"/>
                </a:moveTo>
                <a:lnTo>
                  <a:pt x="1616927" y="44605"/>
                </a:lnTo>
                <a:lnTo>
                  <a:pt x="2352907" y="211874"/>
                </a:lnTo>
                <a:lnTo>
                  <a:pt x="2966224" y="490654"/>
                </a:lnTo>
                <a:lnTo>
                  <a:pt x="3490332" y="825191"/>
                </a:lnTo>
                <a:lnTo>
                  <a:pt x="3958683" y="1315844"/>
                </a:lnTo>
                <a:lnTo>
                  <a:pt x="4125951" y="1126274"/>
                </a:lnTo>
                <a:lnTo>
                  <a:pt x="4293219" y="1996069"/>
                </a:lnTo>
                <a:lnTo>
                  <a:pt x="3412273" y="1739591"/>
                </a:lnTo>
                <a:lnTo>
                  <a:pt x="3624146" y="1628079"/>
                </a:lnTo>
                <a:lnTo>
                  <a:pt x="3245005" y="1126274"/>
                </a:lnTo>
                <a:lnTo>
                  <a:pt x="2653990" y="847493"/>
                </a:lnTo>
                <a:lnTo>
                  <a:pt x="1906858" y="613318"/>
                </a:lnTo>
                <a:lnTo>
                  <a:pt x="1527717" y="635620"/>
                </a:lnTo>
                <a:lnTo>
                  <a:pt x="925551" y="724830"/>
                </a:lnTo>
                <a:lnTo>
                  <a:pt x="546410" y="892098"/>
                </a:lnTo>
                <a:lnTo>
                  <a:pt x="211873" y="1048215"/>
                </a:lnTo>
                <a:lnTo>
                  <a:pt x="55756" y="323386"/>
                </a:lnTo>
                <a:lnTo>
                  <a:pt x="0" y="55757"/>
                </a:lnTo>
                <a:lnTo>
                  <a:pt x="535258" y="0"/>
                </a:lnTo>
                <a:close/>
              </a:path>
            </a:pathLst>
          </a:custGeom>
          <a:solidFill>
            <a:srgbClr val="FF6600">
              <a:alpha val="66667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 rot="585289">
            <a:off x="4050623" y="1439102"/>
            <a:ext cx="18598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Telco Broadband</a:t>
            </a:r>
            <a:endParaRPr lang="en-GB" dirty="0"/>
          </a:p>
        </p:txBody>
      </p:sp>
      <p:sp>
        <p:nvSpPr>
          <p:cNvPr id="87" name="TextBox 86"/>
          <p:cNvSpPr txBox="1"/>
          <p:nvPr/>
        </p:nvSpPr>
        <p:spPr>
          <a:xfrm rot="18739639">
            <a:off x="2303445" y="2807016"/>
            <a:ext cx="6046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OTT</a:t>
            </a:r>
            <a:endParaRPr lang="en-GB" dirty="0"/>
          </a:p>
        </p:txBody>
      </p:sp>
      <p:sp>
        <p:nvSpPr>
          <p:cNvPr id="88" name="TextBox 87"/>
          <p:cNvSpPr txBox="1"/>
          <p:nvPr/>
        </p:nvSpPr>
        <p:spPr>
          <a:xfrm rot="2889109">
            <a:off x="2145977" y="4770386"/>
            <a:ext cx="6046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OTT</a:t>
            </a:r>
            <a:endParaRPr lang="en-GB" dirty="0"/>
          </a:p>
        </p:txBody>
      </p:sp>
      <p:sp>
        <p:nvSpPr>
          <p:cNvPr id="85" name="TextBox 84"/>
          <p:cNvSpPr txBox="1"/>
          <p:nvPr/>
        </p:nvSpPr>
        <p:spPr>
          <a:xfrm>
            <a:off x="2925218" y="5317725"/>
            <a:ext cx="1605776" cy="492443"/>
          </a:xfrm>
          <a:prstGeom prst="rect">
            <a:avLst/>
          </a:prstGeom>
          <a:solidFill>
            <a:srgbClr val="FFCC99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300" dirty="0"/>
              <a:t>WEB-BASED VIDEO PROVIDER </a:t>
            </a:r>
          </a:p>
        </p:txBody>
      </p:sp>
    </p:spTree>
    <p:extLst>
      <p:ext uri="{BB962C8B-B14F-4D97-AF65-F5344CB8AC3E}">
        <p14:creationId xmlns:p14="http://schemas.microsoft.com/office/powerpoint/2010/main" val="75958037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390525" y="387350"/>
            <a:ext cx="29241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2400" b="1" dirty="0"/>
              <a:t>Media Distribution</a:t>
            </a:r>
            <a:endParaRPr lang="en-GB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395288" y="929939"/>
            <a:ext cx="6984925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9388" indent="-179388">
              <a:lnSpc>
                <a:spcPct val="150000"/>
              </a:lnSpc>
              <a:buFont typeface="Arial" pitchFamily="34" charset="0"/>
              <a:buChar char="•"/>
            </a:pPr>
            <a:r>
              <a:rPr lang="en-GB" sz="1600" dirty="0"/>
              <a:t>Broadcast</a:t>
            </a:r>
          </a:p>
          <a:p>
            <a:pPr marL="636588" lvl="1" indent="-179388">
              <a:lnSpc>
                <a:spcPct val="150000"/>
              </a:lnSpc>
              <a:buFont typeface="Arial" pitchFamily="34" charset="0"/>
              <a:buChar char="•"/>
            </a:pPr>
            <a:r>
              <a:rPr lang="en-GB" sz="1600" dirty="0"/>
              <a:t>but what is “broadcast?”</a:t>
            </a:r>
          </a:p>
          <a:p>
            <a:pPr marL="636588" lvl="1" indent="-179388">
              <a:lnSpc>
                <a:spcPct val="150000"/>
              </a:lnSpc>
              <a:buFont typeface="Arial" pitchFamily="34" charset="0"/>
              <a:buChar char="•"/>
            </a:pPr>
            <a:r>
              <a:rPr lang="en-GB" dirty="0"/>
              <a:t>… vs  On Demand</a:t>
            </a:r>
          </a:p>
          <a:p>
            <a:pPr marL="636588" lvl="1" indent="-179388">
              <a:lnSpc>
                <a:spcPct val="150000"/>
              </a:lnSpc>
              <a:buFont typeface="Arial" pitchFamily="34" charset="0"/>
              <a:buChar char="•"/>
            </a:pPr>
            <a:r>
              <a:rPr lang="en-GB" sz="1600" dirty="0"/>
              <a:t>(what are “video servers”? – or any other server) </a:t>
            </a:r>
          </a:p>
          <a:p>
            <a:pPr marL="636588" lvl="1" indent="-179388">
              <a:lnSpc>
                <a:spcPct val="150000"/>
              </a:lnSpc>
              <a:buFont typeface="Arial" pitchFamily="34" charset="0"/>
              <a:buChar char="•"/>
            </a:pPr>
            <a:r>
              <a:rPr lang="en-GB" dirty="0"/>
              <a:t>digital cinema distribution</a:t>
            </a:r>
            <a:endParaRPr lang="en-GB" sz="1600" dirty="0"/>
          </a:p>
          <a:p>
            <a:pPr marL="636588" lvl="1" indent="-179388">
              <a:lnSpc>
                <a:spcPct val="150000"/>
              </a:lnSpc>
              <a:buFont typeface="Arial" pitchFamily="34" charset="0"/>
              <a:buChar char="•"/>
            </a:pPr>
            <a:endParaRPr lang="en-GB" dirty="0"/>
          </a:p>
          <a:p>
            <a:pPr marL="179388" indent="-179388">
              <a:lnSpc>
                <a:spcPct val="150000"/>
              </a:lnSpc>
              <a:buFont typeface="Arial" pitchFamily="34" charset="0"/>
              <a:buChar char="•"/>
            </a:pPr>
            <a:r>
              <a:rPr lang="en-GB" dirty="0"/>
              <a:t>Streaming:</a:t>
            </a:r>
          </a:p>
          <a:p>
            <a:pPr marL="636588" lvl="1" indent="-179388">
              <a:lnSpc>
                <a:spcPct val="150000"/>
              </a:lnSpc>
              <a:buFont typeface="Arial" pitchFamily="34" charset="0"/>
              <a:buChar char="•"/>
            </a:pPr>
            <a:r>
              <a:rPr lang="en-GB" sz="1600" dirty="0"/>
              <a:t>DVB – Cable, Satellite, DTTV </a:t>
            </a:r>
          </a:p>
          <a:p>
            <a:pPr marL="636588" lvl="1" indent="-179388">
              <a:lnSpc>
                <a:spcPct val="150000"/>
              </a:lnSpc>
              <a:buFont typeface="Arial" pitchFamily="34" charset="0"/>
              <a:buChar char="•"/>
            </a:pPr>
            <a:r>
              <a:rPr lang="en-GB" dirty="0"/>
              <a:t>IP-based – IPTV (Telco broadband, OTT) </a:t>
            </a:r>
          </a:p>
          <a:p>
            <a:pPr marL="1093788" lvl="2" indent="-179388">
              <a:lnSpc>
                <a:spcPct val="150000"/>
              </a:lnSpc>
              <a:buFont typeface="Arial" pitchFamily="34" charset="0"/>
              <a:buChar char="•"/>
            </a:pPr>
            <a:r>
              <a:rPr lang="en-GB" dirty="0"/>
              <a:t>http </a:t>
            </a:r>
          </a:p>
          <a:p>
            <a:pPr marL="1550988" lvl="3" indent="-179388">
              <a:lnSpc>
                <a:spcPct val="150000"/>
              </a:lnSpc>
              <a:buFont typeface="Arial" pitchFamily="34" charset="0"/>
              <a:buChar char="•"/>
            </a:pPr>
            <a:r>
              <a:rPr lang="en-GB" dirty="0"/>
              <a:t>MPEG → DASH (dynamic adaptive streaming on http)</a:t>
            </a:r>
          </a:p>
          <a:p>
            <a:pPr marL="1550988" lvl="3" indent="-179388">
              <a:lnSpc>
                <a:spcPct val="150000"/>
              </a:lnSpc>
              <a:buFont typeface="Arial" pitchFamily="34" charset="0"/>
              <a:buChar char="•"/>
            </a:pPr>
            <a:r>
              <a:rPr lang="en-GB" dirty="0"/>
              <a:t>HLS (http live streaming, Apple implemented)</a:t>
            </a:r>
          </a:p>
          <a:p>
            <a:pPr marL="1093788" lvl="2" indent="-179388">
              <a:lnSpc>
                <a:spcPct val="150000"/>
              </a:lnSpc>
              <a:buFont typeface="Arial" pitchFamily="34" charset="0"/>
              <a:buChar char="•"/>
            </a:pPr>
            <a:r>
              <a:rPr lang="en-GB" dirty="0" err="1"/>
              <a:t>rtp</a:t>
            </a:r>
            <a:r>
              <a:rPr lang="en-GB" dirty="0"/>
              <a:t> protocol</a:t>
            </a:r>
          </a:p>
          <a:p>
            <a:pPr marL="1093788" lvl="2" indent="-179388">
              <a:lnSpc>
                <a:spcPct val="150000"/>
              </a:lnSpc>
              <a:buFont typeface="Arial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6089187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8"/>
          <p:cNvGrpSpPr/>
          <p:nvPr/>
        </p:nvGrpSpPr>
        <p:grpSpPr>
          <a:xfrm>
            <a:off x="7066628" y="3710865"/>
            <a:ext cx="1740020" cy="2388094"/>
            <a:chOff x="7057748" y="4039340"/>
            <a:chExt cx="1953087" cy="2396971"/>
          </a:xfrm>
        </p:grpSpPr>
        <p:sp>
          <p:nvSpPr>
            <p:cNvPr id="5" name="Rectangle 4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6" name="Group 85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7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2" imgW="1714739" imgH="1714739" progId="">
                      <p:embed/>
                    </p:oleObj>
                  </mc:Choice>
                  <mc:Fallback>
                    <p:oleObj name="Photo Editor Photo" r:id="rId2" imgW="1714739" imgH="1714739" progId="">
                      <p:embed/>
                      <p:pic>
                        <p:nvPicPr>
                          <p:cNvPr id="7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9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4" imgW="1714739" imgH="1133633" progId="">
                      <p:embed/>
                    </p:oleObj>
                  </mc:Choice>
                  <mc:Fallback>
                    <p:oleObj name="Photo Editor Photo" r:id="rId4" imgW="1714739" imgH="1133633" progId="">
                      <p:embed/>
                      <p:pic>
                        <p:nvPicPr>
                          <p:cNvPr id="9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1" name="Group 75"/>
          <p:cNvGrpSpPr/>
          <p:nvPr/>
        </p:nvGrpSpPr>
        <p:grpSpPr>
          <a:xfrm>
            <a:off x="7013362" y="3773009"/>
            <a:ext cx="1740020" cy="2388094"/>
            <a:chOff x="7057748" y="4039340"/>
            <a:chExt cx="1953087" cy="2396971"/>
          </a:xfrm>
        </p:grpSpPr>
        <p:sp>
          <p:nvSpPr>
            <p:cNvPr id="12" name="Rectangle 11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13" name="Group 100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14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6" imgW="1714739" imgH="1714739" progId="">
                      <p:embed/>
                    </p:oleObj>
                  </mc:Choice>
                  <mc:Fallback>
                    <p:oleObj name="Photo Editor Photo" r:id="rId6" imgW="1714739" imgH="1714739" progId="">
                      <p:embed/>
                      <p:pic>
                        <p:nvPicPr>
                          <p:cNvPr id="14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16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7" imgW="1714739" imgH="1133633" progId="">
                      <p:embed/>
                    </p:oleObj>
                  </mc:Choice>
                  <mc:Fallback>
                    <p:oleObj name="Photo Editor Photo" r:id="rId7" imgW="1714739" imgH="1133633" progId="">
                      <p:embed/>
                      <p:pic>
                        <p:nvPicPr>
                          <p:cNvPr id="16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7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8" name="Group 82"/>
          <p:cNvGrpSpPr/>
          <p:nvPr/>
        </p:nvGrpSpPr>
        <p:grpSpPr>
          <a:xfrm>
            <a:off x="6933463" y="3844030"/>
            <a:ext cx="1740020" cy="2388094"/>
            <a:chOff x="7057748" y="4039340"/>
            <a:chExt cx="1953087" cy="2396971"/>
          </a:xfrm>
        </p:grpSpPr>
        <p:sp>
          <p:nvSpPr>
            <p:cNvPr id="19" name="Rectangle 18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20" name="Group 107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21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8" imgW="1714739" imgH="1714739" progId="">
                      <p:embed/>
                    </p:oleObj>
                  </mc:Choice>
                  <mc:Fallback>
                    <p:oleObj name="Photo Editor Photo" r:id="rId8" imgW="1714739" imgH="1714739" progId="">
                      <p:embed/>
                      <p:pic>
                        <p:nvPicPr>
                          <p:cNvPr id="21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2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23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9" imgW="1714739" imgH="1133633" progId="">
                      <p:embed/>
                    </p:oleObj>
                  </mc:Choice>
                  <mc:Fallback>
                    <p:oleObj name="Photo Editor Photo" r:id="rId9" imgW="1714739" imgH="1133633" progId="">
                      <p:embed/>
                      <p:pic>
                        <p:nvPicPr>
                          <p:cNvPr id="23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4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25" name="Group 89"/>
          <p:cNvGrpSpPr/>
          <p:nvPr/>
        </p:nvGrpSpPr>
        <p:grpSpPr>
          <a:xfrm>
            <a:off x="6862441" y="3923929"/>
            <a:ext cx="1740020" cy="2388094"/>
            <a:chOff x="7057748" y="4039340"/>
            <a:chExt cx="1953087" cy="2396971"/>
          </a:xfrm>
        </p:grpSpPr>
        <p:sp>
          <p:nvSpPr>
            <p:cNvPr id="26" name="Rectangle 25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27" name="Group 74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28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0" imgW="1714739" imgH="1714739" progId="">
                      <p:embed/>
                    </p:oleObj>
                  </mc:Choice>
                  <mc:Fallback>
                    <p:oleObj name="Photo Editor Photo" r:id="rId10" imgW="1714739" imgH="1714739" progId="">
                      <p:embed/>
                      <p:pic>
                        <p:nvPicPr>
                          <p:cNvPr id="28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9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30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1" imgW="1714739" imgH="1133633" progId="">
                      <p:embed/>
                    </p:oleObj>
                  </mc:Choice>
                  <mc:Fallback>
                    <p:oleObj name="Photo Editor Photo" r:id="rId11" imgW="1714739" imgH="1133633" progId="">
                      <p:embed/>
                      <p:pic>
                        <p:nvPicPr>
                          <p:cNvPr id="30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1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32" name="Group 96"/>
          <p:cNvGrpSpPr/>
          <p:nvPr/>
        </p:nvGrpSpPr>
        <p:grpSpPr>
          <a:xfrm>
            <a:off x="6809175" y="3986073"/>
            <a:ext cx="1740020" cy="2388094"/>
            <a:chOff x="7057748" y="4039340"/>
            <a:chExt cx="1953087" cy="2396971"/>
          </a:xfrm>
        </p:grpSpPr>
        <p:sp>
          <p:nvSpPr>
            <p:cNvPr id="33" name="Rectangle 32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34" name="Group 66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35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2" imgW="1714739" imgH="1714739" progId="">
                      <p:embed/>
                    </p:oleObj>
                  </mc:Choice>
                  <mc:Fallback>
                    <p:oleObj name="Photo Editor Photo" r:id="rId12" imgW="1714739" imgH="1714739" progId="">
                      <p:embed/>
                      <p:pic>
                        <p:nvPicPr>
                          <p:cNvPr id="35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6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37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3" imgW="1714739" imgH="1133633" progId="">
                      <p:embed/>
                    </p:oleObj>
                  </mc:Choice>
                  <mc:Fallback>
                    <p:oleObj name="Photo Editor Photo" r:id="rId13" imgW="1714739" imgH="1133633" progId="">
                      <p:embed/>
                      <p:pic>
                        <p:nvPicPr>
                          <p:cNvPr id="37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8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sp>
        <p:nvSpPr>
          <p:cNvPr id="39" name="Cloud 38"/>
          <p:cNvSpPr/>
          <p:nvPr/>
        </p:nvSpPr>
        <p:spPr bwMode="auto">
          <a:xfrm rot="11051792">
            <a:off x="221206" y="911036"/>
            <a:ext cx="2821780" cy="2420596"/>
          </a:xfrm>
          <a:prstGeom prst="cloud">
            <a:avLst/>
          </a:prstGeom>
          <a:solidFill>
            <a:srgbClr val="E3CA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grpSp>
        <p:nvGrpSpPr>
          <p:cNvPr id="40" name="Group 104"/>
          <p:cNvGrpSpPr/>
          <p:nvPr/>
        </p:nvGrpSpPr>
        <p:grpSpPr>
          <a:xfrm>
            <a:off x="6729276" y="4057094"/>
            <a:ext cx="1740020" cy="2388094"/>
            <a:chOff x="7057748" y="4039340"/>
            <a:chExt cx="1953087" cy="2396971"/>
          </a:xfrm>
        </p:grpSpPr>
        <p:sp>
          <p:nvSpPr>
            <p:cNvPr id="41" name="Rectangle 40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42" name="Group 37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43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4" imgW="1714739" imgH="1714739" progId="">
                      <p:embed/>
                    </p:oleObj>
                  </mc:Choice>
                  <mc:Fallback>
                    <p:oleObj name="Photo Editor Photo" r:id="rId14" imgW="1714739" imgH="1714739" progId="">
                      <p:embed/>
                      <p:pic>
                        <p:nvPicPr>
                          <p:cNvPr id="43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4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45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5" imgW="1714739" imgH="1133633" progId="">
                      <p:embed/>
                    </p:oleObj>
                  </mc:Choice>
                  <mc:Fallback>
                    <p:oleObj name="Photo Editor Photo" r:id="rId15" imgW="1714739" imgH="1133633" progId="">
                      <p:embed/>
                      <p:pic>
                        <p:nvPicPr>
                          <p:cNvPr id="45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6" name="Rectangle 45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1095725" y="1975335"/>
            <a:ext cx="7397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48" name="Picture 4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81000" y="1149105"/>
            <a:ext cx="2575264" cy="1931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9" name="Text Box 29"/>
          <p:cNvSpPr txBox="1">
            <a:spLocks noChangeArrowheads="1"/>
          </p:cNvSpPr>
          <p:nvPr/>
        </p:nvSpPr>
        <p:spPr bwMode="auto">
          <a:xfrm>
            <a:off x="1642457" y="1698431"/>
            <a:ext cx="1136253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1100" b="1" dirty="0">
                <a:solidFill>
                  <a:srgbClr val="FFFF00"/>
                </a:solidFill>
              </a:rPr>
              <a:t>VOD and </a:t>
            </a:r>
          </a:p>
          <a:p>
            <a:r>
              <a:rPr lang="en-GB" sz="1100" b="1" dirty="0">
                <a:solidFill>
                  <a:srgbClr val="FFFF00"/>
                </a:solidFill>
              </a:rPr>
              <a:t>Various</a:t>
            </a:r>
          </a:p>
          <a:p>
            <a:r>
              <a:rPr lang="en-GB" sz="1100" b="1" dirty="0">
                <a:solidFill>
                  <a:srgbClr val="FFFF00"/>
                </a:solidFill>
              </a:rPr>
              <a:t>Functions</a:t>
            </a:r>
          </a:p>
          <a:p>
            <a:r>
              <a:rPr lang="en-GB" sz="1100" b="1" dirty="0">
                <a:solidFill>
                  <a:srgbClr val="FFFF00"/>
                </a:solidFill>
              </a:rPr>
              <a:t>(Servers, etc)</a:t>
            </a:r>
          </a:p>
          <a:p>
            <a:endParaRPr lang="en-GB" dirty="0">
              <a:solidFill>
                <a:srgbClr val="FFFF00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503418" y="5397623"/>
            <a:ext cx="12081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Network Access Equipment</a:t>
            </a:r>
          </a:p>
        </p:txBody>
      </p:sp>
      <p:grpSp>
        <p:nvGrpSpPr>
          <p:cNvPr id="55" name="Group 122"/>
          <p:cNvGrpSpPr/>
          <p:nvPr/>
        </p:nvGrpSpPr>
        <p:grpSpPr>
          <a:xfrm>
            <a:off x="6649374" y="4136995"/>
            <a:ext cx="1748901" cy="2361460"/>
            <a:chOff x="7037918" y="4039340"/>
            <a:chExt cx="1953087" cy="2540216"/>
          </a:xfrm>
        </p:grpSpPr>
        <p:sp>
          <p:nvSpPr>
            <p:cNvPr id="56" name="Rectangle 55"/>
            <p:cNvSpPr/>
            <p:nvPr/>
          </p:nvSpPr>
          <p:spPr bwMode="auto">
            <a:xfrm>
              <a:off x="7037918" y="4039340"/>
              <a:ext cx="1953087" cy="2540216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57" name="Group 32"/>
            <p:cNvGrpSpPr/>
            <p:nvPr/>
          </p:nvGrpSpPr>
          <p:grpSpPr>
            <a:xfrm>
              <a:off x="7125021" y="4448324"/>
              <a:ext cx="1746512" cy="2077782"/>
              <a:chOff x="7125021" y="4448324"/>
              <a:chExt cx="1746512" cy="2077782"/>
            </a:xfrm>
          </p:grpSpPr>
          <p:graphicFrame>
            <p:nvGraphicFramePr>
              <p:cNvPr id="58" name="Object 111"/>
              <p:cNvGraphicFramePr>
                <a:graphicFrameLocks noChangeAspect="1"/>
              </p:cNvGraphicFramePr>
              <p:nvPr/>
            </p:nvGraphicFramePr>
            <p:xfrm>
              <a:off x="7549992" y="5278331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7" imgW="1714739" imgH="1714739" progId="">
                      <p:embed/>
                    </p:oleObj>
                  </mc:Choice>
                  <mc:Fallback>
                    <p:oleObj name="Photo Editor Photo" r:id="rId17" imgW="1714739" imgH="1714739" progId="">
                      <p:embed/>
                      <p:pic>
                        <p:nvPicPr>
                          <p:cNvPr id="58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549992" y="5278331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9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062558" y="4971098"/>
                <a:ext cx="111125" cy="850899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60" name="Object 116"/>
              <p:cNvGraphicFramePr>
                <a:graphicFrameLocks noChangeAspect="1"/>
              </p:cNvGraphicFramePr>
              <p:nvPr/>
            </p:nvGraphicFramePr>
            <p:xfrm>
              <a:off x="7880934" y="4448324"/>
              <a:ext cx="990599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8" imgW="1714739" imgH="1133633" progId="">
                      <p:embed/>
                    </p:oleObj>
                  </mc:Choice>
                  <mc:Fallback>
                    <p:oleObj name="Photo Editor Photo" r:id="rId18" imgW="1714739" imgH="1133633" progId="">
                      <p:embed/>
                      <p:pic>
                        <p:nvPicPr>
                          <p:cNvPr id="60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80934" y="4448324"/>
                            <a:ext cx="990599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1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sp>
            <p:nvSpPr>
              <p:cNvPr id="62" name="TextBox 31"/>
              <p:cNvSpPr txBox="1"/>
              <p:nvPr/>
            </p:nvSpPr>
            <p:spPr>
              <a:xfrm>
                <a:off x="7685384" y="5132495"/>
                <a:ext cx="1018112" cy="2979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200" b="1" dirty="0">
                    <a:solidFill>
                      <a:srgbClr val="FFFF00"/>
                    </a:solidFill>
                  </a:rPr>
                  <a:t>STB, etc</a:t>
                </a:r>
              </a:p>
            </p:txBody>
          </p:sp>
        </p:grpSp>
      </p:grpSp>
      <p:cxnSp>
        <p:nvCxnSpPr>
          <p:cNvPr id="63" name="Straight Arrow Connector 62"/>
          <p:cNvCxnSpPr/>
          <p:nvPr/>
        </p:nvCxnSpPr>
        <p:spPr bwMode="auto">
          <a:xfrm flipV="1">
            <a:off x="6516210" y="5388746"/>
            <a:ext cx="292962" cy="221941"/>
          </a:xfrm>
          <a:prstGeom prst="straightConnector1">
            <a:avLst/>
          </a:prstGeom>
          <a:noFill/>
          <a:ln w="28575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4" name="TextBox 63"/>
          <p:cNvSpPr txBox="1"/>
          <p:nvPr/>
        </p:nvSpPr>
        <p:spPr>
          <a:xfrm>
            <a:off x="7146523" y="3292285"/>
            <a:ext cx="16157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End Users</a:t>
            </a:r>
          </a:p>
        </p:txBody>
      </p:sp>
      <p:sp>
        <p:nvSpPr>
          <p:cNvPr id="65" name="Text Box 31"/>
          <p:cNvSpPr txBox="1">
            <a:spLocks noChangeArrowheads="1"/>
          </p:cNvSpPr>
          <p:nvPr/>
        </p:nvSpPr>
        <p:spPr bwMode="auto">
          <a:xfrm>
            <a:off x="381000" y="1149341"/>
            <a:ext cx="16049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 b="1" dirty="0">
                <a:solidFill>
                  <a:srgbClr val="FFFF00"/>
                </a:solidFill>
              </a:rPr>
              <a:t>Video Head-End</a:t>
            </a:r>
            <a:endParaRPr lang="en-GB" sz="1400" dirty="0">
              <a:solidFill>
                <a:srgbClr val="FFFF00"/>
              </a:solidFill>
            </a:endParaRPr>
          </a:p>
        </p:txBody>
      </p:sp>
      <p:pic>
        <p:nvPicPr>
          <p:cNvPr id="66" name="Picture 23" descr="C:\Users\jdfoss\Desktop\Clipboard01.gif"/>
          <p:cNvPicPr>
            <a:picLocks noChangeAspect="1" noChangeArrowheads="1"/>
          </p:cNvPicPr>
          <p:nvPr/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7123193" y="4200807"/>
            <a:ext cx="407782" cy="407782"/>
          </a:xfrm>
          <a:prstGeom prst="rect">
            <a:avLst/>
          </a:prstGeom>
          <a:noFill/>
        </p:spPr>
      </p:pic>
      <p:cxnSp>
        <p:nvCxnSpPr>
          <p:cNvPr id="67" name="Straight Connector 66"/>
          <p:cNvCxnSpPr/>
          <p:nvPr/>
        </p:nvCxnSpPr>
        <p:spPr bwMode="auto">
          <a:xfrm>
            <a:off x="7052650" y="4852657"/>
            <a:ext cx="443619" cy="181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8" name="Straight Connector 67"/>
          <p:cNvCxnSpPr/>
          <p:nvPr/>
        </p:nvCxnSpPr>
        <p:spPr bwMode="auto">
          <a:xfrm>
            <a:off x="7034544" y="4943194"/>
            <a:ext cx="516046" cy="24444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4" name="Up-Down Arrow 113"/>
          <p:cNvSpPr/>
          <p:nvPr/>
        </p:nvSpPr>
        <p:spPr bwMode="auto">
          <a:xfrm rot="17823815">
            <a:off x="3994952" y="2015231"/>
            <a:ext cx="1376038" cy="3160450"/>
          </a:xfrm>
          <a:prstGeom prst="upDownArrow">
            <a:avLst/>
          </a:prstGeom>
          <a:solidFill>
            <a:srgbClr val="E3CAC1"/>
          </a:solidFill>
          <a:ln w="9525" cap="flat" cmpd="sng" algn="ctr">
            <a:solidFill>
              <a:schemeClr val="accent3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38" name="Rectangle 137"/>
          <p:cNvSpPr/>
          <p:nvPr/>
        </p:nvSpPr>
        <p:spPr bwMode="auto">
          <a:xfrm>
            <a:off x="129396" y="586596"/>
            <a:ext cx="8842076" cy="6003985"/>
          </a:xfrm>
          <a:prstGeom prst="rect">
            <a:avLst/>
          </a:prstGeom>
          <a:solidFill>
            <a:srgbClr val="FFFFFF">
              <a:alpha val="74902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grpSp>
        <p:nvGrpSpPr>
          <p:cNvPr id="139" name="Group 138"/>
          <p:cNvGrpSpPr/>
          <p:nvPr/>
        </p:nvGrpSpPr>
        <p:grpSpPr>
          <a:xfrm>
            <a:off x="717550" y="1300163"/>
            <a:ext cx="8094663" cy="4999034"/>
            <a:chOff x="717550" y="1300163"/>
            <a:chExt cx="8094663" cy="4999034"/>
          </a:xfrm>
        </p:grpSpPr>
        <p:sp>
          <p:nvSpPr>
            <p:cNvPr id="140" name="TextBox 3"/>
            <p:cNvSpPr txBox="1">
              <a:spLocks noChangeArrowheads="1"/>
            </p:cNvSpPr>
            <p:nvPr/>
          </p:nvSpPr>
          <p:spPr bwMode="auto">
            <a:xfrm>
              <a:off x="717550" y="1300163"/>
              <a:ext cx="1027113" cy="584775"/>
            </a:xfrm>
            <a:prstGeom prst="rect">
              <a:avLst/>
            </a:prstGeom>
            <a:solidFill>
              <a:srgbClr val="C00000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GB" sz="1600">
                  <a:solidFill>
                    <a:srgbClr val="FFFF00"/>
                  </a:solidFill>
                </a:rPr>
                <a:t>Off air</a:t>
              </a:r>
            </a:p>
            <a:p>
              <a:r>
                <a:rPr lang="en-GB" sz="1600">
                  <a:solidFill>
                    <a:srgbClr val="FFFF00"/>
                  </a:solidFill>
                </a:rPr>
                <a:t>Content</a:t>
              </a:r>
            </a:p>
          </p:txBody>
        </p:sp>
        <p:sp>
          <p:nvSpPr>
            <p:cNvPr id="141" name="TextBox 4"/>
            <p:cNvSpPr txBox="1">
              <a:spLocks noChangeArrowheads="1"/>
            </p:cNvSpPr>
            <p:nvPr/>
          </p:nvSpPr>
          <p:spPr bwMode="auto">
            <a:xfrm>
              <a:off x="717550" y="2046288"/>
              <a:ext cx="1027113" cy="584775"/>
            </a:xfrm>
            <a:prstGeom prst="rect">
              <a:avLst/>
            </a:prstGeom>
            <a:solidFill>
              <a:srgbClr val="C00000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GB" sz="1600">
                  <a:solidFill>
                    <a:srgbClr val="FFFF00"/>
                  </a:solidFill>
                </a:rPr>
                <a:t>Local </a:t>
              </a:r>
            </a:p>
            <a:p>
              <a:r>
                <a:rPr lang="en-GB" sz="1600">
                  <a:solidFill>
                    <a:srgbClr val="FFFF00"/>
                  </a:solidFill>
                </a:rPr>
                <a:t>Content</a:t>
              </a:r>
            </a:p>
          </p:txBody>
        </p:sp>
        <p:sp>
          <p:nvSpPr>
            <p:cNvPr id="142" name="TextBox 5"/>
            <p:cNvSpPr txBox="1">
              <a:spLocks noChangeArrowheads="1"/>
            </p:cNvSpPr>
            <p:nvPr/>
          </p:nvSpPr>
          <p:spPr bwMode="auto">
            <a:xfrm>
              <a:off x="2136775" y="1657350"/>
              <a:ext cx="1418978" cy="584775"/>
            </a:xfrm>
            <a:prstGeom prst="rect">
              <a:avLst/>
            </a:prstGeom>
            <a:solidFill>
              <a:srgbClr val="C00000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1600" dirty="0">
                  <a:solidFill>
                    <a:srgbClr val="FFFF00"/>
                  </a:solidFill>
                </a:rPr>
                <a:t>Encoding /</a:t>
              </a:r>
            </a:p>
            <a:p>
              <a:r>
                <a:rPr lang="en-GB" sz="1600" dirty="0">
                  <a:solidFill>
                    <a:srgbClr val="FFFF00"/>
                  </a:solidFill>
                </a:rPr>
                <a:t>Transcoding</a:t>
              </a:r>
            </a:p>
          </p:txBody>
        </p:sp>
        <p:sp>
          <p:nvSpPr>
            <p:cNvPr id="143" name="Right Arrow 13"/>
            <p:cNvSpPr>
              <a:spLocks noChangeArrowheads="1"/>
            </p:cNvSpPr>
            <p:nvPr/>
          </p:nvSpPr>
          <p:spPr bwMode="auto">
            <a:xfrm rot="16200000">
              <a:off x="1817023" y="2824141"/>
              <a:ext cx="4114799" cy="2835314"/>
            </a:xfrm>
            <a:prstGeom prst="rightArrow">
              <a:avLst>
                <a:gd name="adj1" fmla="val 72176"/>
                <a:gd name="adj2" fmla="val 64818"/>
              </a:avLst>
            </a:prstGeom>
            <a:solidFill>
              <a:srgbClr val="FF7D7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144" name="TextBox 6"/>
            <p:cNvSpPr txBox="1">
              <a:spLocks noChangeArrowheads="1"/>
            </p:cNvSpPr>
            <p:nvPr/>
          </p:nvSpPr>
          <p:spPr bwMode="auto">
            <a:xfrm>
              <a:off x="3188255" y="3140658"/>
              <a:ext cx="1412663" cy="584775"/>
            </a:xfrm>
            <a:prstGeom prst="rect">
              <a:avLst/>
            </a:prstGeom>
            <a:solidFill>
              <a:srgbClr val="C00000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GB" sz="1600">
                  <a:solidFill>
                    <a:srgbClr val="FFFF00"/>
                  </a:solidFill>
                </a:rPr>
                <a:t>Conditional</a:t>
              </a:r>
            </a:p>
            <a:p>
              <a:r>
                <a:rPr lang="en-GB" sz="1600">
                  <a:solidFill>
                    <a:srgbClr val="FFFF00"/>
                  </a:solidFill>
                </a:rPr>
                <a:t>Access</a:t>
              </a:r>
            </a:p>
          </p:txBody>
        </p:sp>
        <p:sp>
          <p:nvSpPr>
            <p:cNvPr id="145" name="TextBox 7"/>
            <p:cNvSpPr txBox="1">
              <a:spLocks noChangeArrowheads="1"/>
            </p:cNvSpPr>
            <p:nvPr/>
          </p:nvSpPr>
          <p:spPr bwMode="auto">
            <a:xfrm>
              <a:off x="3177745" y="3780494"/>
              <a:ext cx="1423561" cy="338554"/>
            </a:xfrm>
            <a:prstGeom prst="rect">
              <a:avLst/>
            </a:prstGeom>
            <a:solidFill>
              <a:srgbClr val="C00000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GB" sz="1600">
                  <a:solidFill>
                    <a:srgbClr val="FFFF00"/>
                  </a:solidFill>
                </a:rPr>
                <a:t>EPG</a:t>
              </a:r>
            </a:p>
          </p:txBody>
        </p:sp>
        <p:sp>
          <p:nvSpPr>
            <p:cNvPr id="146" name="TextBox 8"/>
            <p:cNvSpPr txBox="1">
              <a:spLocks noChangeArrowheads="1"/>
            </p:cNvSpPr>
            <p:nvPr/>
          </p:nvSpPr>
          <p:spPr bwMode="auto">
            <a:xfrm>
              <a:off x="3161942" y="5762068"/>
              <a:ext cx="1423561" cy="430887"/>
            </a:xfrm>
            <a:prstGeom prst="rect">
              <a:avLst/>
            </a:prstGeom>
            <a:solidFill>
              <a:srgbClr val="C00000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GB" sz="1100" dirty="0">
                  <a:solidFill>
                    <a:srgbClr val="FFFF00"/>
                  </a:solidFill>
                </a:rPr>
                <a:t>Additional Services</a:t>
              </a: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6088063" y="1552575"/>
              <a:ext cx="1515158" cy="746358"/>
            </a:xfrm>
            <a:prstGeom prst="rect">
              <a:avLst/>
            </a:prstGeom>
            <a:solidFill>
              <a:srgbClr val="C00000"/>
            </a:solidFill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 sz="1600" dirty="0">
                  <a:solidFill>
                    <a:srgbClr val="FFFF00"/>
                  </a:solidFill>
                </a:rPr>
                <a:t>Prepare for </a:t>
              </a:r>
            </a:p>
            <a:p>
              <a:pPr>
                <a:defRPr/>
              </a:pPr>
              <a:r>
                <a:rPr lang="en-GB" sz="1600" dirty="0">
                  <a:solidFill>
                    <a:srgbClr val="FFFF00"/>
                  </a:solidFill>
                </a:rPr>
                <a:t>Transmission</a:t>
              </a:r>
            </a:p>
            <a:p>
              <a:pPr>
                <a:defRPr/>
              </a:pPr>
              <a:r>
                <a:rPr lang="en-GB" sz="1000" dirty="0">
                  <a:solidFill>
                    <a:srgbClr val="FFFF00"/>
                  </a:solidFill>
                </a:rPr>
                <a:t>modulation, etc</a:t>
              </a:r>
            </a:p>
          </p:txBody>
        </p:sp>
        <p:sp>
          <p:nvSpPr>
            <p:cNvPr id="148" name="Right Arrow 10"/>
            <p:cNvSpPr>
              <a:spLocks noChangeArrowheads="1"/>
            </p:cNvSpPr>
            <p:nvPr/>
          </p:nvSpPr>
          <p:spPr bwMode="auto">
            <a:xfrm>
              <a:off x="1839913" y="1574800"/>
              <a:ext cx="261937" cy="312738"/>
            </a:xfrm>
            <a:prstGeom prst="rightArrow">
              <a:avLst>
                <a:gd name="adj1" fmla="val 50000"/>
                <a:gd name="adj2" fmla="val 69644"/>
              </a:avLst>
            </a:prstGeom>
            <a:solidFill>
              <a:srgbClr val="C00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49" name="Right Arrow 11"/>
            <p:cNvSpPr>
              <a:spLocks noChangeArrowheads="1"/>
            </p:cNvSpPr>
            <p:nvPr/>
          </p:nvSpPr>
          <p:spPr bwMode="auto">
            <a:xfrm>
              <a:off x="1819275" y="1993900"/>
              <a:ext cx="261938" cy="314325"/>
            </a:xfrm>
            <a:prstGeom prst="rightArrow">
              <a:avLst>
                <a:gd name="adj1" fmla="val 50000"/>
                <a:gd name="adj2" fmla="val 69644"/>
              </a:avLst>
            </a:prstGeom>
            <a:solidFill>
              <a:srgbClr val="C00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50" name="Right Arrow 12"/>
            <p:cNvSpPr>
              <a:spLocks noChangeArrowheads="1"/>
            </p:cNvSpPr>
            <p:nvPr/>
          </p:nvSpPr>
          <p:spPr bwMode="auto">
            <a:xfrm>
              <a:off x="3595688" y="1700213"/>
              <a:ext cx="461962" cy="501650"/>
            </a:xfrm>
            <a:prstGeom prst="rightArrow">
              <a:avLst>
                <a:gd name="adj1" fmla="val 50000"/>
                <a:gd name="adj2" fmla="val 69644"/>
              </a:avLst>
            </a:prstGeom>
            <a:solidFill>
              <a:srgbClr val="C00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51" name="Bent-Up Arrow 150"/>
            <p:cNvSpPr/>
            <p:nvPr/>
          </p:nvSpPr>
          <p:spPr bwMode="auto">
            <a:xfrm flipV="1">
              <a:off x="7672388" y="1784350"/>
              <a:ext cx="631825" cy="998538"/>
            </a:xfrm>
            <a:prstGeom prst="bentUpArrow">
              <a:avLst>
                <a:gd name="adj1" fmla="val 46667"/>
                <a:gd name="adj2" fmla="val 38333"/>
                <a:gd name="adj3" fmla="val 50000"/>
              </a:avLst>
            </a:prstGeom>
            <a:solidFill>
              <a:srgbClr val="C0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GB" sz="1800"/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7297738" y="2887663"/>
              <a:ext cx="1514475" cy="1262062"/>
            </a:xfrm>
            <a:prstGeom prst="rect">
              <a:avLst/>
            </a:prstGeom>
            <a:solidFill>
              <a:srgbClr val="E3CAC1"/>
            </a:solidFill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 dirty="0"/>
                <a:t>Transmission</a:t>
              </a:r>
            </a:p>
            <a:p>
              <a:pPr>
                <a:defRPr/>
              </a:pPr>
              <a:r>
                <a:rPr lang="en-GB" dirty="0"/>
                <a:t>Network</a:t>
              </a:r>
            </a:p>
            <a:p>
              <a:pPr marL="84138" indent="-84138">
                <a:buFont typeface="Arial" pitchFamily="34" charset="0"/>
                <a:buChar char="•"/>
                <a:defRPr/>
              </a:pPr>
              <a:r>
                <a:rPr lang="en-GB" sz="1100" dirty="0"/>
                <a:t>cable</a:t>
              </a:r>
            </a:p>
            <a:p>
              <a:pPr marL="84138" indent="-84138">
                <a:buFont typeface="Arial" pitchFamily="34" charset="0"/>
                <a:buChar char="•"/>
                <a:defRPr/>
              </a:pPr>
              <a:r>
                <a:rPr lang="en-GB" sz="1100" dirty="0"/>
                <a:t>satellite</a:t>
              </a:r>
            </a:p>
            <a:p>
              <a:pPr marL="84138" indent="-84138">
                <a:buFont typeface="Arial" pitchFamily="34" charset="0"/>
                <a:buChar char="•"/>
                <a:defRPr/>
              </a:pPr>
              <a:r>
                <a:rPr lang="en-GB" sz="1100" dirty="0"/>
                <a:t>Telco IPTV</a:t>
              </a:r>
            </a:p>
            <a:p>
              <a:pPr marL="84138" indent="-84138">
                <a:buFont typeface="Arial" pitchFamily="34" charset="0"/>
                <a:buChar char="•"/>
                <a:defRPr/>
              </a:pPr>
              <a:r>
                <a:rPr lang="en-GB" sz="1100" dirty="0"/>
                <a:t>Web</a:t>
              </a:r>
            </a:p>
          </p:txBody>
        </p:sp>
        <p:sp>
          <p:nvSpPr>
            <p:cNvPr id="153" name="Right Arrow 18"/>
            <p:cNvSpPr>
              <a:spLocks noChangeArrowheads="1"/>
            </p:cNvSpPr>
            <p:nvPr/>
          </p:nvSpPr>
          <p:spPr bwMode="auto">
            <a:xfrm rot="5400000">
              <a:off x="7890669" y="4188619"/>
              <a:ext cx="352425" cy="503237"/>
            </a:xfrm>
            <a:prstGeom prst="rightArrow">
              <a:avLst>
                <a:gd name="adj1" fmla="val 50000"/>
                <a:gd name="adj2" fmla="val 69644"/>
              </a:avLst>
            </a:prstGeom>
            <a:solidFill>
              <a:srgbClr val="E3CAC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7307263" y="4664075"/>
              <a:ext cx="1490662" cy="1230313"/>
            </a:xfrm>
            <a:prstGeom prst="rect">
              <a:avLst/>
            </a:prstGeom>
            <a:solidFill>
              <a:srgbClr val="E3CAC1"/>
            </a:solidFill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GB" dirty="0"/>
                <a:t>Customer</a:t>
              </a:r>
            </a:p>
            <a:p>
              <a:pPr marL="84138" indent="-84138">
                <a:defRPr/>
              </a:pPr>
              <a:r>
                <a:rPr lang="en-GB" dirty="0"/>
                <a:t>Home</a:t>
              </a:r>
            </a:p>
            <a:p>
              <a:pPr marL="84138" indent="-84138">
                <a:buFont typeface="Arial" pitchFamily="34" charset="0"/>
                <a:buChar char="•"/>
                <a:defRPr/>
              </a:pPr>
              <a:r>
                <a:rPr lang="en-GB" sz="1050" dirty="0"/>
                <a:t>Modem</a:t>
              </a:r>
            </a:p>
            <a:p>
              <a:pPr marL="84138" indent="-84138">
                <a:buFont typeface="Arial" pitchFamily="34" charset="0"/>
                <a:buChar char="•"/>
                <a:defRPr/>
              </a:pPr>
              <a:r>
                <a:rPr lang="en-GB" sz="1050" dirty="0"/>
                <a:t>Set Top Box</a:t>
              </a:r>
            </a:p>
            <a:p>
              <a:pPr marL="273050" lvl="1" indent="-84138">
                <a:buFont typeface="Arial" pitchFamily="34" charset="0"/>
                <a:buChar char="•"/>
                <a:defRPr/>
              </a:pPr>
              <a:r>
                <a:rPr lang="en-GB" sz="1050" dirty="0"/>
                <a:t>inc CA</a:t>
              </a:r>
            </a:p>
            <a:p>
              <a:pPr marL="84138" indent="-84138">
                <a:buFont typeface="Arial" pitchFamily="34" charset="0"/>
                <a:buChar char="•"/>
                <a:defRPr/>
              </a:pPr>
              <a:r>
                <a:rPr lang="en-GB" sz="1050" dirty="0"/>
                <a:t>TV</a:t>
              </a:r>
            </a:p>
          </p:txBody>
        </p:sp>
        <p:sp>
          <p:nvSpPr>
            <p:cNvPr id="155" name="TextBox 21"/>
            <p:cNvSpPr txBox="1">
              <a:spLocks noChangeArrowheads="1"/>
            </p:cNvSpPr>
            <p:nvPr/>
          </p:nvSpPr>
          <p:spPr bwMode="auto">
            <a:xfrm>
              <a:off x="4102100" y="1668463"/>
              <a:ext cx="1426994" cy="584775"/>
            </a:xfrm>
            <a:prstGeom prst="rect">
              <a:avLst/>
            </a:prstGeom>
            <a:solidFill>
              <a:srgbClr val="C00000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1600">
                  <a:solidFill>
                    <a:srgbClr val="FFFF00"/>
                  </a:solidFill>
                </a:rPr>
                <a:t>Multiplexing</a:t>
              </a:r>
            </a:p>
            <a:p>
              <a:endParaRPr lang="en-GB" sz="1600">
                <a:solidFill>
                  <a:srgbClr val="FFFF00"/>
                </a:solidFill>
              </a:endParaRPr>
            </a:p>
          </p:txBody>
        </p:sp>
        <p:sp>
          <p:nvSpPr>
            <p:cNvPr id="156" name="Right Arrow 22"/>
            <p:cNvSpPr>
              <a:spLocks noChangeArrowheads="1"/>
            </p:cNvSpPr>
            <p:nvPr/>
          </p:nvSpPr>
          <p:spPr bwMode="auto">
            <a:xfrm>
              <a:off x="5570538" y="1700213"/>
              <a:ext cx="463550" cy="501650"/>
            </a:xfrm>
            <a:prstGeom prst="rightArrow">
              <a:avLst>
                <a:gd name="adj1" fmla="val 50000"/>
                <a:gd name="adj2" fmla="val 69644"/>
              </a:avLst>
            </a:prstGeom>
            <a:solidFill>
              <a:srgbClr val="C00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57" name="TextBox 7"/>
            <p:cNvSpPr txBox="1">
              <a:spLocks noChangeArrowheads="1"/>
            </p:cNvSpPr>
            <p:nvPr/>
          </p:nvSpPr>
          <p:spPr bwMode="auto">
            <a:xfrm>
              <a:off x="3177745" y="4186669"/>
              <a:ext cx="1423561" cy="338554"/>
            </a:xfrm>
            <a:prstGeom prst="rect">
              <a:avLst/>
            </a:prstGeom>
            <a:solidFill>
              <a:srgbClr val="C00000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GB" sz="1600" dirty="0">
                  <a:solidFill>
                    <a:srgbClr val="FFFF00"/>
                  </a:solidFill>
                </a:rPr>
                <a:t>Middleware</a:t>
              </a:r>
            </a:p>
          </p:txBody>
        </p:sp>
        <p:sp>
          <p:nvSpPr>
            <p:cNvPr id="158" name="TextBox 7"/>
            <p:cNvSpPr txBox="1">
              <a:spLocks noChangeArrowheads="1"/>
            </p:cNvSpPr>
            <p:nvPr/>
          </p:nvSpPr>
          <p:spPr bwMode="auto">
            <a:xfrm>
              <a:off x="3155304" y="4597318"/>
              <a:ext cx="1423561" cy="461665"/>
            </a:xfrm>
            <a:prstGeom prst="rect">
              <a:avLst/>
            </a:prstGeom>
            <a:solidFill>
              <a:srgbClr val="C00000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GB" sz="1200" dirty="0" err="1">
                  <a:solidFill>
                    <a:srgbClr val="FFFF00"/>
                  </a:solidFill>
                </a:rPr>
                <a:t>Advertisment</a:t>
              </a:r>
              <a:r>
                <a:rPr lang="en-GB" sz="1200" dirty="0">
                  <a:solidFill>
                    <a:srgbClr val="FFFF00"/>
                  </a:solidFill>
                </a:rPr>
                <a:t>  Inserts</a:t>
              </a:r>
            </a:p>
          </p:txBody>
        </p:sp>
        <p:sp>
          <p:nvSpPr>
            <p:cNvPr id="159" name="TextBox 7"/>
            <p:cNvSpPr txBox="1">
              <a:spLocks noChangeArrowheads="1"/>
            </p:cNvSpPr>
            <p:nvPr/>
          </p:nvSpPr>
          <p:spPr bwMode="auto">
            <a:xfrm>
              <a:off x="3155304" y="5114555"/>
              <a:ext cx="1423561" cy="276999"/>
            </a:xfrm>
            <a:prstGeom prst="rect">
              <a:avLst/>
            </a:prstGeom>
            <a:solidFill>
              <a:srgbClr val="C00000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GB" sz="1200" dirty="0">
                  <a:solidFill>
                    <a:srgbClr val="FFFF00"/>
                  </a:solidFill>
                </a:rPr>
                <a:t>Authentication</a:t>
              </a:r>
            </a:p>
          </p:txBody>
        </p:sp>
        <p:sp>
          <p:nvSpPr>
            <p:cNvPr id="160" name="TextBox 7"/>
            <p:cNvSpPr txBox="1">
              <a:spLocks noChangeArrowheads="1"/>
            </p:cNvSpPr>
            <p:nvPr/>
          </p:nvSpPr>
          <p:spPr bwMode="auto">
            <a:xfrm>
              <a:off x="3155304" y="5437829"/>
              <a:ext cx="1423561" cy="276999"/>
            </a:xfrm>
            <a:prstGeom prst="rect">
              <a:avLst/>
            </a:prstGeom>
            <a:solidFill>
              <a:srgbClr val="C00000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GB" sz="1200" dirty="0">
                  <a:solidFill>
                    <a:srgbClr val="FFFF00"/>
                  </a:solidFill>
                </a:rPr>
                <a:t>DHCP</a:t>
              </a:r>
            </a:p>
          </p:txBody>
        </p:sp>
      </p:grpSp>
      <p:sp>
        <p:nvSpPr>
          <p:cNvPr id="161" name="Text Box 2"/>
          <p:cNvSpPr txBox="1">
            <a:spLocks noChangeArrowheads="1"/>
          </p:cNvSpPr>
          <p:nvPr/>
        </p:nvSpPr>
        <p:spPr bwMode="auto">
          <a:xfrm>
            <a:off x="346397" y="331788"/>
            <a:ext cx="698300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2400" b="1" dirty="0"/>
              <a:t>The </a:t>
            </a:r>
            <a:r>
              <a:rPr lang="en-GB" sz="2400" b="1" dirty="0" err="1"/>
              <a:t>Headend</a:t>
            </a:r>
            <a:r>
              <a:rPr lang="en-GB" sz="2400" b="1" dirty="0"/>
              <a:t> (Cable, Satellite, Web, Telco ... )</a:t>
            </a:r>
          </a:p>
        </p:txBody>
      </p:sp>
      <p:sp>
        <p:nvSpPr>
          <p:cNvPr id="2" name="Freeform 1"/>
          <p:cNvSpPr/>
          <p:nvPr/>
        </p:nvSpPr>
        <p:spPr bwMode="auto">
          <a:xfrm>
            <a:off x="594360" y="1143000"/>
            <a:ext cx="7616952" cy="5294376"/>
          </a:xfrm>
          <a:custGeom>
            <a:avLst/>
            <a:gdLst>
              <a:gd name="connsiteX0" fmla="*/ 36576 w 7644384"/>
              <a:gd name="connsiteY0" fmla="*/ 18288 h 5312664"/>
              <a:gd name="connsiteX1" fmla="*/ 7644384 w 7644384"/>
              <a:gd name="connsiteY1" fmla="*/ 0 h 5312664"/>
              <a:gd name="connsiteX2" fmla="*/ 7644384 w 7644384"/>
              <a:gd name="connsiteY2" fmla="*/ 585216 h 5312664"/>
              <a:gd name="connsiteX3" fmla="*/ 5193792 w 7644384"/>
              <a:gd name="connsiteY3" fmla="*/ 3209544 h 5312664"/>
              <a:gd name="connsiteX4" fmla="*/ 5202936 w 7644384"/>
              <a:gd name="connsiteY4" fmla="*/ 5294376 h 5312664"/>
              <a:gd name="connsiteX5" fmla="*/ 1929384 w 7644384"/>
              <a:gd name="connsiteY5" fmla="*/ 5312664 h 5312664"/>
              <a:gd name="connsiteX6" fmla="*/ 1088136 w 7644384"/>
              <a:gd name="connsiteY6" fmla="*/ 2606040 h 5312664"/>
              <a:gd name="connsiteX7" fmla="*/ 0 w 7644384"/>
              <a:gd name="connsiteY7" fmla="*/ 1682496 h 5312664"/>
              <a:gd name="connsiteX8" fmla="*/ 36576 w 7644384"/>
              <a:gd name="connsiteY8" fmla="*/ 18288 h 5312664"/>
              <a:gd name="connsiteX0" fmla="*/ 36576 w 7644384"/>
              <a:gd name="connsiteY0" fmla="*/ 0 h 5294376"/>
              <a:gd name="connsiteX1" fmla="*/ 7644384 w 7644384"/>
              <a:gd name="connsiteY1" fmla="*/ 27432 h 5294376"/>
              <a:gd name="connsiteX2" fmla="*/ 7644384 w 7644384"/>
              <a:gd name="connsiteY2" fmla="*/ 566928 h 5294376"/>
              <a:gd name="connsiteX3" fmla="*/ 5193792 w 7644384"/>
              <a:gd name="connsiteY3" fmla="*/ 3191256 h 5294376"/>
              <a:gd name="connsiteX4" fmla="*/ 5202936 w 7644384"/>
              <a:gd name="connsiteY4" fmla="*/ 5276088 h 5294376"/>
              <a:gd name="connsiteX5" fmla="*/ 1929384 w 7644384"/>
              <a:gd name="connsiteY5" fmla="*/ 5294376 h 5294376"/>
              <a:gd name="connsiteX6" fmla="*/ 1088136 w 7644384"/>
              <a:gd name="connsiteY6" fmla="*/ 2587752 h 5294376"/>
              <a:gd name="connsiteX7" fmla="*/ 0 w 7644384"/>
              <a:gd name="connsiteY7" fmla="*/ 1664208 h 5294376"/>
              <a:gd name="connsiteX8" fmla="*/ 36576 w 7644384"/>
              <a:gd name="connsiteY8" fmla="*/ 0 h 5294376"/>
              <a:gd name="connsiteX0" fmla="*/ 36576 w 7644384"/>
              <a:gd name="connsiteY0" fmla="*/ 0 h 5294376"/>
              <a:gd name="connsiteX1" fmla="*/ 7644384 w 7644384"/>
              <a:gd name="connsiteY1" fmla="*/ 27432 h 5294376"/>
              <a:gd name="connsiteX2" fmla="*/ 7644384 w 7644384"/>
              <a:gd name="connsiteY2" fmla="*/ 566928 h 5294376"/>
              <a:gd name="connsiteX3" fmla="*/ 5193792 w 7644384"/>
              <a:gd name="connsiteY3" fmla="*/ 3191256 h 5294376"/>
              <a:gd name="connsiteX4" fmla="*/ 5202936 w 7644384"/>
              <a:gd name="connsiteY4" fmla="*/ 5276088 h 5294376"/>
              <a:gd name="connsiteX5" fmla="*/ 1929384 w 7644384"/>
              <a:gd name="connsiteY5" fmla="*/ 5294376 h 5294376"/>
              <a:gd name="connsiteX6" fmla="*/ 1472184 w 7644384"/>
              <a:gd name="connsiteY6" fmla="*/ 2880360 h 5294376"/>
              <a:gd name="connsiteX7" fmla="*/ 0 w 7644384"/>
              <a:gd name="connsiteY7" fmla="*/ 1664208 h 5294376"/>
              <a:gd name="connsiteX8" fmla="*/ 36576 w 7644384"/>
              <a:gd name="connsiteY8" fmla="*/ 0 h 5294376"/>
              <a:gd name="connsiteX0" fmla="*/ 9144 w 7616952"/>
              <a:gd name="connsiteY0" fmla="*/ 0 h 5294376"/>
              <a:gd name="connsiteX1" fmla="*/ 7616952 w 7616952"/>
              <a:gd name="connsiteY1" fmla="*/ 27432 h 5294376"/>
              <a:gd name="connsiteX2" fmla="*/ 7616952 w 7616952"/>
              <a:gd name="connsiteY2" fmla="*/ 566928 h 5294376"/>
              <a:gd name="connsiteX3" fmla="*/ 5166360 w 7616952"/>
              <a:gd name="connsiteY3" fmla="*/ 3191256 h 5294376"/>
              <a:gd name="connsiteX4" fmla="*/ 5175504 w 7616952"/>
              <a:gd name="connsiteY4" fmla="*/ 5276088 h 5294376"/>
              <a:gd name="connsiteX5" fmla="*/ 1901952 w 7616952"/>
              <a:gd name="connsiteY5" fmla="*/ 5294376 h 5294376"/>
              <a:gd name="connsiteX6" fmla="*/ 1444752 w 7616952"/>
              <a:gd name="connsiteY6" fmla="*/ 2880360 h 5294376"/>
              <a:gd name="connsiteX7" fmla="*/ 0 w 7616952"/>
              <a:gd name="connsiteY7" fmla="*/ 1664208 h 5294376"/>
              <a:gd name="connsiteX8" fmla="*/ 9144 w 7616952"/>
              <a:gd name="connsiteY8" fmla="*/ 0 h 5294376"/>
              <a:gd name="connsiteX0" fmla="*/ 9144 w 7683859"/>
              <a:gd name="connsiteY0" fmla="*/ 0 h 5294376"/>
              <a:gd name="connsiteX1" fmla="*/ 7683859 w 7683859"/>
              <a:gd name="connsiteY1" fmla="*/ 5130 h 5294376"/>
              <a:gd name="connsiteX2" fmla="*/ 7616952 w 7683859"/>
              <a:gd name="connsiteY2" fmla="*/ 566928 h 5294376"/>
              <a:gd name="connsiteX3" fmla="*/ 5166360 w 7683859"/>
              <a:gd name="connsiteY3" fmla="*/ 3191256 h 5294376"/>
              <a:gd name="connsiteX4" fmla="*/ 5175504 w 7683859"/>
              <a:gd name="connsiteY4" fmla="*/ 5276088 h 5294376"/>
              <a:gd name="connsiteX5" fmla="*/ 1901952 w 7683859"/>
              <a:gd name="connsiteY5" fmla="*/ 5294376 h 5294376"/>
              <a:gd name="connsiteX6" fmla="*/ 1444752 w 7683859"/>
              <a:gd name="connsiteY6" fmla="*/ 2880360 h 5294376"/>
              <a:gd name="connsiteX7" fmla="*/ 0 w 7683859"/>
              <a:gd name="connsiteY7" fmla="*/ 1664208 h 5294376"/>
              <a:gd name="connsiteX8" fmla="*/ 9144 w 7683859"/>
              <a:gd name="connsiteY8" fmla="*/ 0 h 5294376"/>
              <a:gd name="connsiteX0" fmla="*/ 9144 w 7661557"/>
              <a:gd name="connsiteY0" fmla="*/ 0 h 5294376"/>
              <a:gd name="connsiteX1" fmla="*/ 7661557 w 7661557"/>
              <a:gd name="connsiteY1" fmla="*/ 16281 h 5294376"/>
              <a:gd name="connsiteX2" fmla="*/ 7616952 w 7661557"/>
              <a:gd name="connsiteY2" fmla="*/ 566928 h 5294376"/>
              <a:gd name="connsiteX3" fmla="*/ 5166360 w 7661557"/>
              <a:gd name="connsiteY3" fmla="*/ 3191256 h 5294376"/>
              <a:gd name="connsiteX4" fmla="*/ 5175504 w 7661557"/>
              <a:gd name="connsiteY4" fmla="*/ 5276088 h 5294376"/>
              <a:gd name="connsiteX5" fmla="*/ 1901952 w 7661557"/>
              <a:gd name="connsiteY5" fmla="*/ 5294376 h 5294376"/>
              <a:gd name="connsiteX6" fmla="*/ 1444752 w 7661557"/>
              <a:gd name="connsiteY6" fmla="*/ 2880360 h 5294376"/>
              <a:gd name="connsiteX7" fmla="*/ 0 w 7661557"/>
              <a:gd name="connsiteY7" fmla="*/ 1664208 h 5294376"/>
              <a:gd name="connsiteX8" fmla="*/ 9144 w 7661557"/>
              <a:gd name="connsiteY8" fmla="*/ 0 h 5294376"/>
              <a:gd name="connsiteX0" fmla="*/ 9144 w 7628103"/>
              <a:gd name="connsiteY0" fmla="*/ 0 h 5294376"/>
              <a:gd name="connsiteX1" fmla="*/ 7628103 w 7628103"/>
              <a:gd name="connsiteY1" fmla="*/ 27432 h 5294376"/>
              <a:gd name="connsiteX2" fmla="*/ 7616952 w 7628103"/>
              <a:gd name="connsiteY2" fmla="*/ 566928 h 5294376"/>
              <a:gd name="connsiteX3" fmla="*/ 5166360 w 7628103"/>
              <a:gd name="connsiteY3" fmla="*/ 3191256 h 5294376"/>
              <a:gd name="connsiteX4" fmla="*/ 5175504 w 7628103"/>
              <a:gd name="connsiteY4" fmla="*/ 5276088 h 5294376"/>
              <a:gd name="connsiteX5" fmla="*/ 1901952 w 7628103"/>
              <a:gd name="connsiteY5" fmla="*/ 5294376 h 5294376"/>
              <a:gd name="connsiteX6" fmla="*/ 1444752 w 7628103"/>
              <a:gd name="connsiteY6" fmla="*/ 2880360 h 5294376"/>
              <a:gd name="connsiteX7" fmla="*/ 0 w 7628103"/>
              <a:gd name="connsiteY7" fmla="*/ 1664208 h 5294376"/>
              <a:gd name="connsiteX8" fmla="*/ 9144 w 7628103"/>
              <a:gd name="connsiteY8" fmla="*/ 0 h 5294376"/>
              <a:gd name="connsiteX0" fmla="*/ 9144 w 7616952"/>
              <a:gd name="connsiteY0" fmla="*/ 0 h 5294376"/>
              <a:gd name="connsiteX1" fmla="*/ 7616952 w 7616952"/>
              <a:gd name="connsiteY1" fmla="*/ 16281 h 5294376"/>
              <a:gd name="connsiteX2" fmla="*/ 7616952 w 7616952"/>
              <a:gd name="connsiteY2" fmla="*/ 566928 h 5294376"/>
              <a:gd name="connsiteX3" fmla="*/ 5166360 w 7616952"/>
              <a:gd name="connsiteY3" fmla="*/ 3191256 h 5294376"/>
              <a:gd name="connsiteX4" fmla="*/ 5175504 w 7616952"/>
              <a:gd name="connsiteY4" fmla="*/ 5276088 h 5294376"/>
              <a:gd name="connsiteX5" fmla="*/ 1901952 w 7616952"/>
              <a:gd name="connsiteY5" fmla="*/ 5294376 h 5294376"/>
              <a:gd name="connsiteX6" fmla="*/ 1444752 w 7616952"/>
              <a:gd name="connsiteY6" fmla="*/ 2880360 h 5294376"/>
              <a:gd name="connsiteX7" fmla="*/ 0 w 7616952"/>
              <a:gd name="connsiteY7" fmla="*/ 1664208 h 5294376"/>
              <a:gd name="connsiteX8" fmla="*/ 9144 w 7616952"/>
              <a:gd name="connsiteY8" fmla="*/ 0 h 5294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6952" h="5294376">
                <a:moveTo>
                  <a:pt x="9144" y="0"/>
                </a:moveTo>
                <a:lnTo>
                  <a:pt x="7616952" y="16281"/>
                </a:lnTo>
                <a:lnTo>
                  <a:pt x="7616952" y="566928"/>
                </a:lnTo>
                <a:lnTo>
                  <a:pt x="5166360" y="3191256"/>
                </a:lnTo>
                <a:lnTo>
                  <a:pt x="5175504" y="5276088"/>
                </a:lnTo>
                <a:lnTo>
                  <a:pt x="1901952" y="5294376"/>
                </a:lnTo>
                <a:lnTo>
                  <a:pt x="1444752" y="2880360"/>
                </a:lnTo>
                <a:lnTo>
                  <a:pt x="0" y="1664208"/>
                </a:lnTo>
                <a:lnTo>
                  <a:pt x="9144" y="0"/>
                </a:lnTo>
                <a:close/>
              </a:path>
            </a:pathLst>
          </a:custGeom>
          <a:solidFill>
            <a:srgbClr val="FFCC99">
              <a:alpha val="41961"/>
            </a:srgbClr>
          </a:solidFill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6044155"/>
      </p:ext>
    </p:extLst>
  </p:cSld>
  <p:clrMapOvr>
    <a:masterClrMapping/>
  </p:clrMapOvr>
  <p:transition spd="slow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" grpId="0" animBg="1"/>
      <p:bldP spid="2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288" y="908720"/>
            <a:ext cx="8378825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600" dirty="0">
                <a:latin typeface="Lucida Sans Unicode" pitchFamily="34" charset="0"/>
                <a:cs typeface="Lucida Sans Unicode" pitchFamily="34" charset="0"/>
              </a:rPr>
              <a:t>Streaming</a:t>
            </a:r>
          </a:p>
          <a:p>
            <a:pPr marL="541338" indent="-541338">
              <a:buFont typeface="Arial" pitchFamily="34" charset="0"/>
              <a:buChar char="•"/>
            </a:pPr>
            <a:r>
              <a:rPr lang="en-GB" sz="6000" dirty="0">
                <a:latin typeface="Lucida Sans Unicode" pitchFamily="34" charset="0"/>
                <a:cs typeface="Lucida Sans Unicode" pitchFamily="34" charset="0"/>
              </a:rPr>
              <a:t>HTTP, HLS</a:t>
            </a:r>
          </a:p>
          <a:p>
            <a:pPr marL="998538" lvl="1" indent="-541338">
              <a:buFont typeface="Arial" pitchFamily="34" charset="0"/>
              <a:buChar char="•"/>
            </a:pPr>
            <a:r>
              <a:rPr lang="en-GB" sz="6000" dirty="0">
                <a:latin typeface="Lucida Sans Unicode" pitchFamily="34" charset="0"/>
                <a:cs typeface="Lucida Sans Unicode" pitchFamily="34" charset="0"/>
              </a:rPr>
              <a:t>MPEG-DASH</a:t>
            </a:r>
          </a:p>
          <a:p>
            <a:pPr marL="541338" indent="-541338">
              <a:buFont typeface="Arial" pitchFamily="34" charset="0"/>
              <a:buChar char="•"/>
            </a:pPr>
            <a:r>
              <a:rPr lang="en-GB" sz="6000" dirty="0">
                <a:latin typeface="Lucida Sans Unicode" pitchFamily="34" charset="0"/>
                <a:cs typeface="Lucida Sans Unicode" pitchFamily="34" charset="0"/>
              </a:rPr>
              <a:t>RTP/RTSP</a:t>
            </a:r>
          </a:p>
        </p:txBody>
      </p:sp>
    </p:spTree>
    <p:extLst>
      <p:ext uri="{BB962C8B-B14F-4D97-AF65-F5344CB8AC3E}">
        <p14:creationId xmlns:p14="http://schemas.microsoft.com/office/powerpoint/2010/main" val="1310796929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5288" y="1223755"/>
            <a:ext cx="8114196" cy="1567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800" indent="-177800">
              <a:lnSpc>
                <a:spcPts val="2300"/>
              </a:lnSpc>
            </a:pPr>
            <a:r>
              <a:rPr lang="en-GB" sz="1600" b="1" dirty="0"/>
              <a:t>The original solution for streaming</a:t>
            </a:r>
          </a:p>
          <a:p>
            <a:pPr lvl="1">
              <a:lnSpc>
                <a:spcPts val="2300"/>
              </a:lnSpc>
            </a:pPr>
            <a:r>
              <a:rPr lang="en-GB" sz="1600" dirty="0"/>
              <a:t>... overtaken by RTP/RTSP based for large IPTV deployments</a:t>
            </a:r>
          </a:p>
          <a:p>
            <a:pPr lvl="1">
              <a:lnSpc>
                <a:spcPts val="2300"/>
              </a:lnSpc>
            </a:pPr>
            <a:r>
              <a:rPr lang="en-GB" sz="1600" dirty="0"/>
              <a:t>	... more recently back in favour</a:t>
            </a:r>
          </a:p>
          <a:p>
            <a:pPr lvl="1">
              <a:lnSpc>
                <a:spcPts val="2300"/>
              </a:lnSpc>
            </a:pPr>
            <a:endParaRPr lang="en-GB" sz="1600" dirty="0"/>
          </a:p>
          <a:p>
            <a:pPr marL="177800" indent="-177800">
              <a:lnSpc>
                <a:spcPts val="2300"/>
              </a:lnSpc>
              <a:buFont typeface="Arial" pitchFamily="34" charset="0"/>
              <a:buChar char="•"/>
            </a:pPr>
            <a:r>
              <a:rPr lang="en-GB" sz="1600" dirty="0"/>
              <a:t>used generic HTTP servers (often based on Apache or Windows Server)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5288" y="331788"/>
            <a:ext cx="73894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/>
            <a:r>
              <a:rPr lang="en-GB" sz="2400" b="1" dirty="0"/>
              <a:t>HTTP Streaming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95288" y="3248980"/>
            <a:ext cx="8002137" cy="21570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9388" indent="-179388">
              <a:lnSpc>
                <a:spcPts val="2300"/>
              </a:lnSpc>
            </a:pPr>
            <a:r>
              <a:rPr lang="en-GB" sz="1600" b="1" dirty="0"/>
              <a:t>Early days </a:t>
            </a:r>
          </a:p>
          <a:p>
            <a:pPr marL="182563" indent="-182563">
              <a:lnSpc>
                <a:spcPts val="2300"/>
              </a:lnSpc>
              <a:buFont typeface="Arial" pitchFamily="34" charset="0"/>
              <a:buChar char="•"/>
            </a:pPr>
            <a:r>
              <a:rPr lang="en-GB" sz="1600" dirty="0"/>
              <a:t>Limited bandwidth available </a:t>
            </a:r>
          </a:p>
          <a:p>
            <a:pPr marL="638175" lvl="2" indent="-179388">
              <a:lnSpc>
                <a:spcPts val="2300"/>
              </a:lnSpc>
              <a:buFont typeface="Arial" pitchFamily="34" charset="0"/>
              <a:buChar char="•"/>
            </a:pPr>
            <a:r>
              <a:rPr lang="en-GB" sz="1600" dirty="0"/>
              <a:t>“Download and play”  </a:t>
            </a:r>
          </a:p>
          <a:p>
            <a:pPr marL="1273175" lvl="4" indent="-179388">
              <a:lnSpc>
                <a:spcPts val="2300"/>
              </a:lnSpc>
              <a:buFont typeface="Arial" pitchFamily="34" charset="0"/>
              <a:buChar char="•"/>
            </a:pPr>
            <a:r>
              <a:rPr lang="en-GB" sz="1600" dirty="0"/>
              <a:t>no </a:t>
            </a:r>
            <a:r>
              <a:rPr lang="en-GB" sz="1600" i="1" dirty="0" err="1"/>
              <a:t>lookahead</a:t>
            </a:r>
            <a:r>
              <a:rPr lang="en-GB" sz="1600" i="1" dirty="0"/>
              <a:t> seeking  </a:t>
            </a:r>
            <a:r>
              <a:rPr lang="en-GB" sz="1600" dirty="0"/>
              <a:t>or random access</a:t>
            </a:r>
          </a:p>
          <a:p>
            <a:pPr marL="914400" lvl="3" indent="-277813">
              <a:lnSpc>
                <a:spcPts val="2300"/>
              </a:lnSpc>
              <a:buFont typeface="Arial" pitchFamily="34" charset="0"/>
              <a:buChar char="•"/>
            </a:pPr>
            <a:r>
              <a:rPr lang="en-GB" sz="1600" dirty="0"/>
              <a:t>Multiple viewers – server bandwidth issues</a:t>
            </a:r>
          </a:p>
          <a:p>
            <a:pPr marL="180975" indent="-179388">
              <a:lnSpc>
                <a:spcPts val="2300"/>
              </a:lnSpc>
              <a:buFont typeface="Arial" pitchFamily="34" charset="0"/>
              <a:buChar char="•"/>
            </a:pPr>
            <a:endParaRPr lang="en-GB" sz="1600" dirty="0"/>
          </a:p>
          <a:p>
            <a:pPr marL="180975" indent="-179388">
              <a:lnSpc>
                <a:spcPts val="2300"/>
              </a:lnSpc>
              <a:buFont typeface="Arial" pitchFamily="34" charset="0"/>
              <a:buChar char="•"/>
            </a:pPr>
            <a:r>
              <a:rPr lang="en-GB" sz="1600" dirty="0"/>
              <a:t>Apple introduce progressive download</a:t>
            </a:r>
          </a:p>
        </p:txBody>
      </p:sp>
    </p:spTree>
    <p:extLst>
      <p:ext uri="{BB962C8B-B14F-4D97-AF65-F5344CB8AC3E}">
        <p14:creationId xmlns:p14="http://schemas.microsoft.com/office/powerpoint/2010/main" val="3749228451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700" y="813645"/>
            <a:ext cx="8090342" cy="30296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9388" indent="-179388">
              <a:lnSpc>
                <a:spcPts val="2300"/>
              </a:lnSpc>
            </a:pPr>
            <a:r>
              <a:rPr lang="en-GB" sz="1600" b="1" dirty="0"/>
              <a:t>HTTP server/client – </a:t>
            </a:r>
            <a:r>
              <a:rPr lang="en-GB" sz="1600" b="1" i="1" dirty="0"/>
              <a:t>stateless</a:t>
            </a:r>
          </a:p>
          <a:p>
            <a:pPr marL="182563" lvl="1" indent="-182563">
              <a:lnSpc>
                <a:spcPts val="2300"/>
              </a:lnSpc>
              <a:buFont typeface="Arial" pitchFamily="34" charset="0"/>
              <a:buChar char="•"/>
            </a:pPr>
            <a:r>
              <a:rPr lang="en-GB" sz="1600" dirty="0"/>
              <a:t>HTTP-streaming: retrieves consecutive short chunks on as-needed basis</a:t>
            </a:r>
          </a:p>
          <a:p>
            <a:pPr marL="895350" lvl="3" indent="-182563">
              <a:lnSpc>
                <a:spcPts val="2300"/>
              </a:lnSpc>
              <a:buFont typeface="Arial" pitchFamily="34" charset="0"/>
              <a:buChar char="•"/>
            </a:pPr>
            <a:r>
              <a:rPr lang="en-GB" sz="1600" dirty="0"/>
              <a:t>little waste (the video is delivered as it is watched) </a:t>
            </a:r>
          </a:p>
          <a:p>
            <a:pPr marL="895350" lvl="5" indent="-182563">
              <a:lnSpc>
                <a:spcPts val="2300"/>
              </a:lnSpc>
              <a:buFont typeface="Arial" pitchFamily="34" charset="0"/>
              <a:buChar char="•"/>
            </a:pPr>
            <a:r>
              <a:rPr lang="en-GB" sz="1600" dirty="0"/>
              <a:t>server efficiently serves more streams</a:t>
            </a:r>
          </a:p>
          <a:p>
            <a:pPr marL="895350" lvl="3" indent="-182563">
              <a:lnSpc>
                <a:spcPts val="2300"/>
              </a:lnSpc>
              <a:buFont typeface="Arial" pitchFamily="34" charset="0"/>
              <a:buChar char="•"/>
            </a:pPr>
            <a:r>
              <a:rPr lang="en-GB" sz="1600" dirty="0"/>
              <a:t>Random seeking</a:t>
            </a:r>
          </a:p>
          <a:p>
            <a:pPr marL="1169987" lvl="4">
              <a:lnSpc>
                <a:spcPts val="2300"/>
              </a:lnSpc>
            </a:pPr>
            <a:r>
              <a:rPr lang="en-GB" sz="1600" dirty="0"/>
              <a:t>(viewer selects – player retrieves the appropriate chunks)</a:t>
            </a:r>
          </a:p>
          <a:p>
            <a:pPr marL="895350" lvl="2" indent="-182563">
              <a:lnSpc>
                <a:spcPts val="2300"/>
              </a:lnSpc>
              <a:buFont typeface="Arial" pitchFamily="34" charset="0"/>
              <a:buChar char="•"/>
            </a:pPr>
            <a:r>
              <a:rPr lang="en-GB" sz="1600" dirty="0"/>
              <a:t>firewall friendly </a:t>
            </a:r>
          </a:p>
          <a:p>
            <a:pPr marL="895350" lvl="2" indent="-182563">
              <a:lnSpc>
                <a:spcPts val="2300"/>
              </a:lnSpc>
              <a:buFont typeface="Arial" pitchFamily="34" charset="0"/>
              <a:buChar char="•"/>
            </a:pPr>
            <a:r>
              <a:rPr lang="en-GB" sz="1600" dirty="0"/>
              <a:t>can utilise HTTP caching mechanisms</a:t>
            </a:r>
          </a:p>
          <a:p>
            <a:pPr marL="895350" lvl="2" indent="-182563">
              <a:lnSpc>
                <a:spcPts val="2300"/>
              </a:lnSpc>
              <a:buFont typeface="Arial" pitchFamily="34" charset="0"/>
              <a:buChar char="•"/>
            </a:pPr>
            <a:r>
              <a:rPr lang="en-GB" sz="1600" dirty="0"/>
              <a:t>less expensive to implement (no streaming server required)</a:t>
            </a:r>
          </a:p>
          <a:p>
            <a:pPr marL="895350" lvl="3" indent="-182563">
              <a:lnSpc>
                <a:spcPts val="2300"/>
              </a:lnSpc>
              <a:buFont typeface="Arial" pitchFamily="34" charset="0"/>
              <a:buChar char="•"/>
            </a:pPr>
            <a:r>
              <a:rPr lang="en-GB" sz="1600" dirty="0"/>
              <a:t>scale more cheaply and effectively to serve available users</a:t>
            </a:r>
            <a:endParaRPr lang="en-GB" sz="1600" b="1" dirty="0">
              <a:latin typeface="Lucida Sans Unicode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93700" y="331788"/>
            <a:ext cx="80794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/>
              <a:t>Streaming Media Protocols </a:t>
            </a:r>
            <a:r>
              <a:rPr lang="en-GB" sz="2000" b="1" dirty="0"/>
              <a:t>– HTTP addresses RTMP Issues</a:t>
            </a:r>
            <a:endParaRPr lang="en-GB" sz="2000" dirty="0"/>
          </a:p>
        </p:txBody>
      </p:sp>
      <p:sp>
        <p:nvSpPr>
          <p:cNvPr id="4" name="Rectangle 3"/>
          <p:cNvSpPr/>
          <p:nvPr/>
        </p:nvSpPr>
        <p:spPr>
          <a:xfrm>
            <a:off x="395288" y="4329100"/>
            <a:ext cx="8465581" cy="1538883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600" b="1" dirty="0"/>
              <a:t>RTMP/RTSP/HTTP – state of the market</a:t>
            </a:r>
          </a:p>
          <a:p>
            <a:pPr marL="182563" indent="-182563">
              <a:lnSpc>
                <a:spcPct val="150000"/>
              </a:lnSpc>
              <a:buFont typeface="Arial" pitchFamily="34" charset="0"/>
              <a:buChar char="•"/>
            </a:pPr>
            <a:r>
              <a:rPr lang="en-GB" sz="1600" dirty="0"/>
              <a:t>little impetus for RTMP/RTSP sites to change –still widely used</a:t>
            </a:r>
          </a:p>
          <a:p>
            <a:pPr marL="179388" indent="-179388">
              <a:lnSpc>
                <a:spcPct val="150000"/>
              </a:lnSpc>
              <a:buFont typeface="Arial" pitchFamily="34" charset="0"/>
              <a:buChar char="•"/>
            </a:pPr>
            <a:r>
              <a:rPr lang="en-GB" sz="1600" dirty="0"/>
              <a:t>new installations - overwhelming view – HTTP</a:t>
            </a:r>
          </a:p>
          <a:p>
            <a:pPr marL="179388" indent="-179388">
              <a:lnSpc>
                <a:spcPct val="150000"/>
              </a:lnSpc>
              <a:buFont typeface="Arial" pitchFamily="34" charset="0"/>
              <a:buChar char="•"/>
            </a:pPr>
            <a:r>
              <a:rPr lang="en-GB" sz="1600" dirty="0"/>
              <a:t>in fact most video content is delivered via plain old HTTP </a:t>
            </a:r>
            <a:r>
              <a:rPr lang="en-GB" sz="1600" i="1" dirty="0"/>
              <a:t>progressive download</a:t>
            </a:r>
          </a:p>
        </p:txBody>
      </p:sp>
    </p:spTree>
    <p:extLst>
      <p:ext uri="{BB962C8B-B14F-4D97-AF65-F5344CB8AC3E}">
        <p14:creationId xmlns:p14="http://schemas.microsoft.com/office/powerpoint/2010/main" val="489779574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4283" y="1043735"/>
            <a:ext cx="1027368" cy="7200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pPr algn="ctr"/>
            <a:endParaRPr lang="en-GB" sz="1600">
              <a:latin typeface="Lucida Sans Unicode" pitchFamily="34" charset="0"/>
            </a:endParaRPr>
          </a:p>
          <a:p>
            <a:pPr algn="ctr"/>
            <a:r>
              <a:rPr lang="en-GB" sz="1600">
                <a:latin typeface="Lucida Sans Unicode" pitchFamily="34" charset="0"/>
              </a:rPr>
              <a:t>Client</a:t>
            </a:r>
            <a:endParaRPr lang="en-GB" sz="1600" dirty="0">
              <a:latin typeface="Lucida Sans Unicode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058316" y="1043735"/>
            <a:ext cx="1027368" cy="7200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pPr algn="ctr"/>
            <a:endParaRPr lang="en-GB" sz="1600">
              <a:latin typeface="Lucida Sans Unicode" pitchFamily="34" charset="0"/>
            </a:endParaRPr>
          </a:p>
          <a:p>
            <a:pPr algn="ctr"/>
            <a:r>
              <a:rPr lang="en-GB" sz="1600">
                <a:latin typeface="Lucida Sans Unicode" pitchFamily="34" charset="0"/>
              </a:rPr>
              <a:t>Server</a:t>
            </a:r>
            <a:endParaRPr lang="en-GB" sz="1600" dirty="0">
              <a:latin typeface="Lucida Sans Unicode" pitchFamily="34" charset="0"/>
            </a:endParaRPr>
          </a:p>
        </p:txBody>
      </p:sp>
      <p:cxnSp>
        <p:nvCxnSpPr>
          <p:cNvPr id="5" name="Straight Arrow Connector 4"/>
          <p:cNvCxnSpPr>
            <a:cxnSpLocks/>
          </p:cNvCxnSpPr>
          <p:nvPr/>
        </p:nvCxnSpPr>
        <p:spPr>
          <a:xfrm>
            <a:off x="881590" y="2348880"/>
            <a:ext cx="36904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74223" y="2036747"/>
            <a:ext cx="13051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>
                <a:latin typeface="Lucida Sans Unicode" pitchFamily="34" charset="0"/>
              </a:rPr>
              <a:t>http GET</a:t>
            </a:r>
            <a:endParaRPr lang="en-GB" sz="1600" dirty="0">
              <a:latin typeface="Lucida Sans Unicode" pitchFamily="34" charset="0"/>
            </a:endParaRPr>
          </a:p>
        </p:txBody>
      </p:sp>
      <p:cxnSp>
        <p:nvCxnSpPr>
          <p:cNvPr id="8" name="Straight Arrow Connector 7"/>
          <p:cNvCxnSpPr>
            <a:cxnSpLocks/>
          </p:cNvCxnSpPr>
          <p:nvPr/>
        </p:nvCxnSpPr>
        <p:spPr>
          <a:xfrm flipH="1">
            <a:off x="883824" y="2962237"/>
            <a:ext cx="36904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/>
          </p:cNvCxnSpPr>
          <p:nvPr/>
        </p:nvCxnSpPr>
        <p:spPr>
          <a:xfrm flipH="1">
            <a:off x="883824" y="4104401"/>
            <a:ext cx="36904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079976" y="3206013"/>
            <a:ext cx="13051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>
                <a:latin typeface="Lucida Sans Unicode" pitchFamily="34" charset="0"/>
              </a:rPr>
              <a:t>http GET</a:t>
            </a:r>
            <a:endParaRPr lang="en-GB" sz="1600" dirty="0">
              <a:latin typeface="Lucida Sans Unicode" pitchFamily="34" charset="0"/>
            </a:endParaRPr>
          </a:p>
        </p:txBody>
      </p:sp>
      <p:cxnSp>
        <p:nvCxnSpPr>
          <p:cNvPr id="12" name="Straight Arrow Connector 11"/>
          <p:cNvCxnSpPr>
            <a:cxnSpLocks/>
          </p:cNvCxnSpPr>
          <p:nvPr/>
        </p:nvCxnSpPr>
        <p:spPr>
          <a:xfrm>
            <a:off x="883824" y="3522071"/>
            <a:ext cx="36904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225046" y="808430"/>
            <a:ext cx="3570457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/>
              <a:t>Segment timing: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n-GB" sz="1600"/>
              <a:t>10 seconds = reasonable balance for most broadcast content</a:t>
            </a:r>
            <a:endParaRPr lang="en-GB" sz="1200">
              <a:latin typeface="Lucida Sans Unicode" pitchFamily="34" charset="0"/>
            </a:endParaRP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n-GB" sz="1600"/>
              <a:t>Shorter segments </a:t>
            </a:r>
          </a:p>
          <a:p>
            <a:pPr marL="180975"/>
            <a:r>
              <a:rPr lang="en-GB" sz="1600"/>
              <a:t>= more frequent refreshes of the index file</a:t>
            </a:r>
          </a:p>
          <a:p>
            <a:pPr marL="180975"/>
            <a:r>
              <a:rPr lang="en-GB" sz="1600"/>
              <a:t>.. unnecessary network overhead for the client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n-GB" sz="1600"/>
              <a:t>Longer segments </a:t>
            </a:r>
          </a:p>
          <a:p>
            <a:pPr marL="180975"/>
            <a:r>
              <a:rPr lang="en-GB" sz="1600"/>
              <a:t>= latency and initial startup time</a:t>
            </a:r>
          </a:p>
          <a:p>
            <a:pPr marL="180975"/>
            <a:endParaRPr lang="en-GB" sz="1600"/>
          </a:p>
          <a:p>
            <a:r>
              <a:rPr lang="en-GB" sz="1600" b="1"/>
              <a:t>Media Formats</a:t>
            </a:r>
          </a:p>
          <a:p>
            <a:pPr marL="180975"/>
            <a:r>
              <a:rPr lang="en-GB" sz="1600"/>
              <a:t>e.g. video: H.264 / VP9, </a:t>
            </a:r>
          </a:p>
          <a:p>
            <a:pPr lvl="1"/>
            <a:r>
              <a:rPr lang="en-GB" sz="1600"/>
              <a:t>audio: .aac / Opus, etc</a:t>
            </a:r>
          </a:p>
          <a:p>
            <a:pPr marL="180975" lvl="1" indent="-180975">
              <a:buFont typeface="Arial" panose="020B0604020202020204" pitchFamily="34" charset="0"/>
              <a:buChar char="•"/>
            </a:pPr>
            <a:r>
              <a:rPr lang="en-GB" sz="1600"/>
              <a:t>video + audio file segments unwrapped</a:t>
            </a:r>
          </a:p>
          <a:p>
            <a:pPr marL="180975" lvl="1"/>
            <a:r>
              <a:rPr lang="en-GB" sz="1600"/>
              <a:t>… but certain applications – </a:t>
            </a:r>
          </a:p>
          <a:p>
            <a:pPr marL="180975" lvl="1"/>
            <a:r>
              <a:rPr lang="en-GB" sz="1600"/>
              <a:t>can be wrapped in MPEG-TS (DVB)</a:t>
            </a:r>
          </a:p>
        </p:txBody>
      </p:sp>
      <p:cxnSp>
        <p:nvCxnSpPr>
          <p:cNvPr id="17" name="Straight Connector 16"/>
          <p:cNvCxnSpPr>
            <a:cxnSpLocks/>
          </p:cNvCxnSpPr>
          <p:nvPr/>
        </p:nvCxnSpPr>
        <p:spPr>
          <a:xfrm>
            <a:off x="881590" y="1748846"/>
            <a:ext cx="0" cy="3088632"/>
          </a:xfrm>
          <a:prstGeom prst="line">
            <a:avLst/>
          </a:prstGeom>
          <a:ln>
            <a:solidFill>
              <a:schemeClr val="accent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cxnSpLocks/>
          </p:cNvCxnSpPr>
          <p:nvPr/>
        </p:nvCxnSpPr>
        <p:spPr>
          <a:xfrm>
            <a:off x="4572000" y="1763815"/>
            <a:ext cx="0" cy="3088632"/>
          </a:xfrm>
          <a:prstGeom prst="line">
            <a:avLst/>
          </a:prstGeom>
          <a:ln>
            <a:solidFill>
              <a:schemeClr val="accent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/>
          <p:cNvGrpSpPr/>
          <p:nvPr/>
        </p:nvGrpSpPr>
        <p:grpSpPr>
          <a:xfrm>
            <a:off x="1279522" y="2404592"/>
            <a:ext cx="2410799" cy="686000"/>
            <a:chOff x="1534796" y="2764632"/>
            <a:chExt cx="2410799" cy="686000"/>
          </a:xfrm>
        </p:grpSpPr>
        <p:sp>
          <p:nvSpPr>
            <p:cNvPr id="9" name="TextBox 8"/>
            <p:cNvSpPr txBox="1"/>
            <p:nvPr/>
          </p:nvSpPr>
          <p:spPr>
            <a:xfrm>
              <a:off x="2023010" y="2933945"/>
              <a:ext cx="1922585" cy="3385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>
                  <a:latin typeface="Lucida Sans Unicode" pitchFamily="34" charset="0"/>
                </a:rPr>
                <a:t>Audio segment</a:t>
              </a:r>
              <a:endParaRPr lang="en-GB" sz="1600" dirty="0">
                <a:latin typeface="Lucida Sans Unicode" pitchFamily="34" charset="0"/>
              </a:endParaRPr>
            </a:p>
          </p:txBody>
        </p:sp>
        <p:sp>
          <p:nvSpPr>
            <p:cNvPr id="20" name="Arrow: Right 19"/>
            <p:cNvSpPr/>
            <p:nvPr/>
          </p:nvSpPr>
          <p:spPr>
            <a:xfrm flipH="1">
              <a:off x="1534796" y="2764632"/>
              <a:ext cx="495055" cy="686000"/>
            </a:xfrm>
            <a:prstGeom prst="rightArrow">
              <a:avLst>
                <a:gd name="adj1" fmla="val 50000"/>
                <a:gd name="adj2" fmla="val 79025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en-GB" sz="1600" b="1" dirty="0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1279522" y="3528274"/>
            <a:ext cx="2417640" cy="686000"/>
            <a:chOff x="1534796" y="3888314"/>
            <a:chExt cx="2417640" cy="686000"/>
          </a:xfrm>
        </p:grpSpPr>
        <p:sp>
          <p:nvSpPr>
            <p:cNvPr id="13" name="TextBox 12"/>
            <p:cNvSpPr txBox="1"/>
            <p:nvPr/>
          </p:nvSpPr>
          <p:spPr>
            <a:xfrm>
              <a:off x="2029851" y="4059070"/>
              <a:ext cx="1922585" cy="3385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>
                  <a:latin typeface="Lucida Sans Unicode" pitchFamily="34" charset="0"/>
                </a:rPr>
                <a:t>Video segment</a:t>
              </a:r>
              <a:endParaRPr lang="en-GB" sz="1600" dirty="0">
                <a:latin typeface="Lucida Sans Unicode" pitchFamily="34" charset="0"/>
              </a:endParaRPr>
            </a:p>
          </p:txBody>
        </p:sp>
        <p:sp>
          <p:nvSpPr>
            <p:cNvPr id="21" name="Arrow: Right 20"/>
            <p:cNvSpPr/>
            <p:nvPr/>
          </p:nvSpPr>
          <p:spPr>
            <a:xfrm flipH="1">
              <a:off x="1534796" y="3888314"/>
              <a:ext cx="495055" cy="686000"/>
            </a:xfrm>
            <a:prstGeom prst="rightArrow">
              <a:avLst>
                <a:gd name="adj1" fmla="val 50000"/>
                <a:gd name="adj2" fmla="val 79025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en-GB" sz="1600" b="1" dirty="0"/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2014721" y="4316232"/>
            <a:ext cx="13051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>
                <a:latin typeface="Lucida Sans Unicode" pitchFamily="34" charset="0"/>
              </a:rPr>
              <a:t>etc</a:t>
            </a:r>
            <a:endParaRPr lang="en-GB" sz="1600" dirty="0">
              <a:latin typeface="Lucida Sans Unicode" pitchFamily="34" charset="0"/>
            </a:endParaRPr>
          </a:p>
        </p:txBody>
      </p:sp>
      <p:cxnSp>
        <p:nvCxnSpPr>
          <p:cNvPr id="25" name="Straight Connector 24"/>
          <p:cNvCxnSpPr>
            <a:cxnSpLocks/>
          </p:cNvCxnSpPr>
          <p:nvPr/>
        </p:nvCxnSpPr>
        <p:spPr>
          <a:xfrm>
            <a:off x="2660236" y="4732867"/>
            <a:ext cx="14114" cy="1081398"/>
          </a:xfrm>
          <a:prstGeom prst="line">
            <a:avLst/>
          </a:prstGeom>
          <a:ln>
            <a:solidFill>
              <a:schemeClr val="accent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393700" y="331788"/>
            <a:ext cx="25795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/>
              <a:t>HTTP Streaming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107674196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rticle4a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6755" y="1133745"/>
            <a:ext cx="6695327" cy="5326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393700" y="331788"/>
            <a:ext cx="41905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/>
              <a:t>HTTP Live Streaming - HLS</a:t>
            </a:r>
          </a:p>
        </p:txBody>
      </p:sp>
      <p:sp>
        <p:nvSpPr>
          <p:cNvPr id="4" name="Rectangle 3"/>
          <p:cNvSpPr/>
          <p:nvPr/>
        </p:nvSpPr>
        <p:spPr>
          <a:xfrm>
            <a:off x="395288" y="834535"/>
            <a:ext cx="299597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563" indent="-182563"/>
            <a:r>
              <a:rPr lang="en-GB" dirty="0"/>
              <a:t>Apple (part of QuickTime and iOS)</a:t>
            </a:r>
          </a:p>
          <a:p>
            <a:pPr marL="182563" indent="-182563"/>
            <a:r>
              <a:rPr lang="en-GB" dirty="0"/>
              <a:t>HLS v5 announced in Sept16</a:t>
            </a:r>
          </a:p>
          <a:p>
            <a:pPr marL="182563" indent="-182563">
              <a:buFont typeface="Arial" pitchFamily="34" charset="0"/>
              <a:buChar char="•"/>
            </a:pPr>
            <a:r>
              <a:rPr lang="en-GB" dirty="0"/>
              <a:t>support for Fragmented MP4</a:t>
            </a:r>
          </a:p>
        </p:txBody>
      </p:sp>
    </p:spTree>
    <p:extLst>
      <p:ext uri="{BB962C8B-B14F-4D97-AF65-F5344CB8AC3E}">
        <p14:creationId xmlns:p14="http://schemas.microsoft.com/office/powerpoint/2010/main" val="2829411462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95288" y="33178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>
                <a:latin typeface="Lucida Sans Unicode" pitchFamily="34" charset="0"/>
              </a:rPr>
              <a:t>MPEG-DASH</a:t>
            </a:r>
          </a:p>
        </p:txBody>
      </p:sp>
      <p:sp>
        <p:nvSpPr>
          <p:cNvPr id="4" name="Rectangle 3"/>
          <p:cNvSpPr/>
          <p:nvPr/>
        </p:nvSpPr>
        <p:spPr>
          <a:xfrm>
            <a:off x="395288" y="773705"/>
            <a:ext cx="46313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latin typeface="Lucida Sans Unicode" pitchFamily="34" charset="0"/>
              </a:rPr>
              <a:t>Dynamic Adaptive Streaming over HTTP</a:t>
            </a:r>
          </a:p>
        </p:txBody>
      </p:sp>
      <p:sp>
        <p:nvSpPr>
          <p:cNvPr id="5" name="Rectangle 4"/>
          <p:cNvSpPr/>
          <p:nvPr/>
        </p:nvSpPr>
        <p:spPr>
          <a:xfrm>
            <a:off x="-8545" y="6039290"/>
            <a:ext cx="2513115" cy="369332"/>
          </a:xfrm>
          <a:prstGeom prst="rect">
            <a:avLst/>
          </a:prstGeom>
          <a:solidFill>
            <a:srgbClr val="CCCCFF"/>
          </a:solidFill>
        </p:spPr>
        <p:txBody>
          <a:bodyPr wrap="square">
            <a:spAutoFit/>
          </a:bodyPr>
          <a:lstStyle/>
          <a:p>
            <a:r>
              <a:rPr lang="en-GB" sz="900" dirty="0">
                <a:latin typeface="Lucida Sans Unicode" pitchFamily="34" charset="0"/>
                <a:hlinkClick r:id="rId2"/>
              </a:rPr>
              <a:t>http://www.streamingmedia.com/Articles/ReadArticle.aspx?ArticleID=79041</a:t>
            </a:r>
            <a:r>
              <a:rPr lang="en-GB" sz="900" dirty="0">
                <a:latin typeface="Lucida Sans Unicode" pitchFamily="34" charset="0"/>
              </a:rPr>
              <a:t>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10275" y="331788"/>
            <a:ext cx="3133725" cy="65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395287" y="1403775"/>
            <a:ext cx="8542197" cy="37702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indent="-180975">
              <a:lnSpc>
                <a:spcPts val="2400"/>
              </a:lnSpc>
            </a:pPr>
            <a:r>
              <a:rPr lang="en-GB" sz="1600" b="1" dirty="0"/>
              <a:t>Background</a:t>
            </a:r>
          </a:p>
          <a:p>
            <a:pPr marL="180975" indent="-180975">
              <a:lnSpc>
                <a:spcPts val="2400"/>
              </a:lnSpc>
              <a:buFont typeface="Arial" pitchFamily="34" charset="0"/>
              <a:buChar char="•"/>
            </a:pPr>
            <a:r>
              <a:rPr lang="en-GB" sz="1600" dirty="0"/>
              <a:t>(commercial) audio/video was typically transported over RTP/UDP</a:t>
            </a:r>
          </a:p>
          <a:p>
            <a:pPr marL="638175" lvl="1" indent="-180975">
              <a:lnSpc>
                <a:spcPts val="2400"/>
              </a:lnSpc>
              <a:buFont typeface="Arial" pitchFamily="34" charset="0"/>
              <a:buChar char="•"/>
            </a:pPr>
            <a:r>
              <a:rPr lang="en-GB" sz="1600" dirty="0"/>
              <a:t>(but streaming proprietary solutions based HTTP/TCP) </a:t>
            </a:r>
          </a:p>
          <a:p>
            <a:pPr marL="180975" indent="-180975">
              <a:lnSpc>
                <a:spcPts val="2400"/>
              </a:lnSpc>
              <a:buFont typeface="Arial" pitchFamily="34" charset="0"/>
              <a:buChar char="•"/>
            </a:pPr>
            <a:r>
              <a:rPr lang="en-GB" sz="1600" dirty="0"/>
              <a:t>HTTP streaming - good - provided that the increased latency is acceptable</a:t>
            </a:r>
          </a:p>
          <a:p>
            <a:pPr marL="180975" indent="-180975">
              <a:lnSpc>
                <a:spcPts val="2400"/>
              </a:lnSpc>
              <a:buFont typeface="Arial" pitchFamily="34" charset="0"/>
              <a:buChar char="•"/>
            </a:pPr>
            <a:endParaRPr lang="en-GB" sz="1600" dirty="0"/>
          </a:p>
          <a:p>
            <a:pPr marL="180975" indent="-180975">
              <a:lnSpc>
                <a:spcPts val="2400"/>
              </a:lnSpc>
            </a:pPr>
            <a:r>
              <a:rPr lang="en-GB" sz="1600" b="1" dirty="0"/>
              <a:t>Benefits:</a:t>
            </a:r>
          </a:p>
          <a:p>
            <a:pPr marL="180975" indent="-180975">
              <a:lnSpc>
                <a:spcPts val="2400"/>
              </a:lnSpc>
              <a:buFont typeface="Arial" pitchFamily="34" charset="0"/>
              <a:buChar char="•"/>
            </a:pPr>
            <a:r>
              <a:rPr lang="en-GB" sz="1600" b="1" dirty="0"/>
              <a:t>Firewall and NAT traversal </a:t>
            </a:r>
            <a:r>
              <a:rPr lang="en-GB" sz="1600" dirty="0"/>
              <a:t>(c.f. services based on RTP/UDP)</a:t>
            </a:r>
          </a:p>
          <a:p>
            <a:pPr marL="180975" indent="-180975">
              <a:lnSpc>
                <a:spcPts val="2400"/>
              </a:lnSpc>
              <a:buFont typeface="Arial" pitchFamily="34" charset="0"/>
              <a:buChar char="•"/>
            </a:pPr>
            <a:r>
              <a:rPr lang="en-GB" sz="1600" dirty="0"/>
              <a:t>Widely deployed </a:t>
            </a:r>
            <a:r>
              <a:rPr lang="en-GB" sz="1600" b="1" dirty="0"/>
              <a:t>network caches (CDNs)</a:t>
            </a:r>
            <a:endParaRPr lang="en-GB" sz="1600" dirty="0"/>
          </a:p>
          <a:p>
            <a:pPr marL="638175" lvl="1" indent="-180975">
              <a:lnSpc>
                <a:spcPts val="2400"/>
              </a:lnSpc>
              <a:buFont typeface="Arial" pitchFamily="34" charset="0"/>
              <a:buChar char="•"/>
            </a:pPr>
            <a:r>
              <a:rPr lang="en-GB" sz="1600" dirty="0"/>
              <a:t>Deployment of CDN caches can be kept simple</a:t>
            </a:r>
          </a:p>
          <a:p>
            <a:pPr marL="180975" indent="-180975">
              <a:lnSpc>
                <a:spcPts val="2400"/>
              </a:lnSpc>
              <a:buFont typeface="Arial" pitchFamily="34" charset="0"/>
              <a:buChar char="•"/>
            </a:pPr>
            <a:r>
              <a:rPr lang="en-GB" sz="1600" dirty="0"/>
              <a:t>Complexity (adaptation) </a:t>
            </a:r>
            <a:r>
              <a:rPr lang="en-GB" sz="1600" b="1" dirty="0"/>
              <a:t>moved to client</a:t>
            </a:r>
          </a:p>
          <a:p>
            <a:pPr marL="180975" indent="-180975">
              <a:lnSpc>
                <a:spcPts val="2400"/>
              </a:lnSpc>
              <a:buFont typeface="Arial" pitchFamily="34" charset="0"/>
              <a:buChar char="•"/>
            </a:pPr>
            <a:r>
              <a:rPr lang="en-GB" sz="1600" dirty="0"/>
              <a:t>Servers are </a:t>
            </a:r>
            <a:r>
              <a:rPr lang="en-GB" sz="1600" b="1" dirty="0"/>
              <a:t>agnostic </a:t>
            </a:r>
            <a:r>
              <a:rPr lang="en-GB" sz="1600" dirty="0"/>
              <a:t>to delivered content</a:t>
            </a:r>
          </a:p>
          <a:p>
            <a:pPr marL="180975" indent="-180975">
              <a:lnSpc>
                <a:spcPts val="2400"/>
              </a:lnSpc>
              <a:buFont typeface="Arial" pitchFamily="34" charset="0"/>
              <a:buChar char="•"/>
            </a:pPr>
            <a:r>
              <a:rPr lang="en-GB" sz="1600" dirty="0"/>
              <a:t>network resources / configuration may </a:t>
            </a:r>
            <a:r>
              <a:rPr lang="en-GB" sz="1600" b="1" dirty="0"/>
              <a:t>vary over time</a:t>
            </a:r>
          </a:p>
        </p:txBody>
      </p:sp>
    </p:spTree>
    <p:extLst>
      <p:ext uri="{BB962C8B-B14F-4D97-AF65-F5344CB8AC3E}">
        <p14:creationId xmlns:p14="http://schemas.microsoft.com/office/powerpoint/2010/main" val="878200210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95288" y="33178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>
                <a:latin typeface="Lucida Sans Unicode" pitchFamily="34" charset="0"/>
              </a:rPr>
              <a:t>MPEG-DASH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702" y="1162645"/>
            <a:ext cx="2558118" cy="36317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en-GB" sz="1600" dirty="0"/>
              <a:t>DASH client obtains the MPD … </a:t>
            </a:r>
          </a:p>
          <a:p>
            <a:pPr marL="176213" indent="-176213">
              <a:lnSpc>
                <a:spcPts val="2000"/>
              </a:lnSpc>
              <a:buFont typeface="Arial" pitchFamily="34" charset="0"/>
              <a:buChar char="•"/>
            </a:pPr>
            <a:endParaRPr lang="en-GB" sz="1600" b="1" dirty="0"/>
          </a:p>
          <a:p>
            <a:pPr>
              <a:lnSpc>
                <a:spcPts val="2000"/>
              </a:lnSpc>
            </a:pPr>
            <a:r>
              <a:rPr lang="en-GB" sz="1600" b="1" dirty="0"/>
              <a:t>MPD </a:t>
            </a:r>
            <a:r>
              <a:rPr lang="en-GB" sz="1200" dirty="0"/>
              <a:t>(Media Presentation Description) – </a:t>
            </a:r>
          </a:p>
          <a:p>
            <a:pPr>
              <a:lnSpc>
                <a:spcPts val="2000"/>
              </a:lnSpc>
            </a:pPr>
            <a:r>
              <a:rPr lang="en-GB" sz="1600" b="1" dirty="0"/>
              <a:t>XML document </a:t>
            </a:r>
          </a:p>
          <a:p>
            <a:pPr marL="180975" lvl="1" indent="-176213">
              <a:lnSpc>
                <a:spcPts val="2000"/>
              </a:lnSpc>
              <a:buFont typeface="Arial" pitchFamily="34" charset="0"/>
              <a:buChar char="•"/>
            </a:pPr>
            <a:r>
              <a:rPr lang="en-GB" sz="1600" dirty="0"/>
              <a:t>delivered using HTTP or other transport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600" dirty="0"/>
              <a:t>describes media data available at the servers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600" dirty="0"/>
              <a:t>allows clients to select the data</a:t>
            </a:r>
          </a:p>
          <a:p>
            <a:pPr marL="176213" indent="-176213">
              <a:lnSpc>
                <a:spcPts val="2000"/>
              </a:lnSpc>
              <a:buFont typeface="Arial" pitchFamily="34" charset="0"/>
              <a:buChar char="•"/>
            </a:pPr>
            <a:endParaRPr lang="en-GB" sz="1600" dirty="0"/>
          </a:p>
        </p:txBody>
      </p:sp>
      <p:pic>
        <p:nvPicPr>
          <p:cNvPr id="6" name="Picture 2" descr="http://dashif.org/w/2011/11/MPEG-DASHScope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31575" y="546985"/>
            <a:ext cx="6154585" cy="3547938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/>
        </p:nvSpPr>
        <p:spPr>
          <a:xfrm>
            <a:off x="393702" y="4464115"/>
            <a:ext cx="8370462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indent="-180975">
              <a:buFont typeface="Arial" pitchFamily="34" charset="0"/>
              <a:buChar char="•"/>
            </a:pPr>
            <a:r>
              <a:rPr lang="en-GB" sz="1600" dirty="0"/>
              <a:t>defines segments available 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600" dirty="0"/>
              <a:t>can either be </a:t>
            </a:r>
          </a:p>
          <a:p>
            <a:pPr marL="638175" lvl="1" indent="-180975">
              <a:buFont typeface="Arial" pitchFamily="34" charset="0"/>
              <a:buChar char="•"/>
            </a:pPr>
            <a:r>
              <a:rPr lang="en-GB" sz="1600" i="1" dirty="0"/>
              <a:t>initialization segments</a:t>
            </a:r>
            <a:r>
              <a:rPr lang="en-GB" sz="1600" dirty="0"/>
              <a:t> - initialization data for decoding</a:t>
            </a:r>
          </a:p>
          <a:p>
            <a:pPr marL="638175" lvl="1" indent="-180975">
              <a:buFont typeface="Arial" pitchFamily="34" charset="0"/>
              <a:buChar char="•"/>
            </a:pPr>
            <a:r>
              <a:rPr lang="en-GB" sz="1600" i="1" dirty="0"/>
              <a:t>media segments</a:t>
            </a:r>
            <a:endParaRPr lang="en-GB" sz="1600" dirty="0"/>
          </a:p>
          <a:p>
            <a:pPr marL="180975" indent="-180975">
              <a:buFont typeface="Arial" pitchFamily="34" charset="0"/>
              <a:buChar char="•"/>
            </a:pPr>
            <a:r>
              <a:rPr lang="en-GB" sz="1600" dirty="0"/>
              <a:t>segment format based on MPEG2-TS </a:t>
            </a:r>
          </a:p>
          <a:p>
            <a:pPr marL="638175" lvl="1" indent="-180975">
              <a:buFont typeface="Arial" pitchFamily="34" charset="0"/>
              <a:buChar char="•"/>
            </a:pPr>
            <a:r>
              <a:rPr lang="en-GB" sz="1600" dirty="0"/>
              <a:t>Using ISO base Media File Format (ISOBMFF - general structure for time-based media</a:t>
            </a:r>
          </a:p>
          <a:p>
            <a:pPr marL="638175" lvl="1" indent="-180975">
              <a:buFont typeface="Arial" pitchFamily="34" charset="0"/>
              <a:buChar char="•"/>
            </a:pPr>
            <a:r>
              <a:rPr lang="en-GB" sz="1600" dirty="0"/>
              <a:t>(however, segments based on other formats can be specified)</a:t>
            </a:r>
          </a:p>
        </p:txBody>
      </p:sp>
    </p:spTree>
    <p:extLst>
      <p:ext uri="{BB962C8B-B14F-4D97-AF65-F5344CB8AC3E}">
        <p14:creationId xmlns:p14="http://schemas.microsoft.com/office/powerpoint/2010/main" val="4221183784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Template">
      <a:majorFont>
        <a:latin typeface="Lucida Sans Unicode"/>
        <a:ea typeface=""/>
        <a:cs typeface=""/>
      </a:majorFont>
      <a:minorFont>
        <a:latin typeface="Lucida Sans Unicod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Lucida Sans Unicode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Lucida Sans Unicode" pitchFamily="34" charset="0"/>
          </a:defRPr>
        </a:defPPr>
      </a:lstStyle>
    </a:lnDef>
  </a:objectDefaults>
  <a:extraClrSchemeLst>
    <a:extraClrScheme>
      <a:clrScheme name="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Lucida Sans Unicode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Lucida Sans Unicode" pitchFamily="34" charset="0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</Template>
  <TotalTime>2017</TotalTime>
  <Words>6520</Words>
  <Application>Microsoft Office PowerPoint</Application>
  <PresentationFormat>On-screen Show (4:3)</PresentationFormat>
  <Paragraphs>1492</Paragraphs>
  <Slides>112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14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112</vt:i4>
      </vt:variant>
    </vt:vector>
  </HeadingPairs>
  <TitlesOfParts>
    <vt:vector size="130" baseType="lpstr">
      <vt:lpstr>Yu Gothic</vt:lpstr>
      <vt:lpstr>Arial</vt:lpstr>
      <vt:lpstr>Arial Black</vt:lpstr>
      <vt:lpstr>Arial Rounded MT Bold</vt:lpstr>
      <vt:lpstr>Cambria Math</vt:lpstr>
      <vt:lpstr>Gadugi</vt:lpstr>
      <vt:lpstr>High Tower Text</vt:lpstr>
      <vt:lpstr>IrisUPC</vt:lpstr>
      <vt:lpstr>Jokerman</vt:lpstr>
      <vt:lpstr>Juice ITC</vt:lpstr>
      <vt:lpstr>Lucida Sans Unicode</vt:lpstr>
      <vt:lpstr>Mistral</vt:lpstr>
      <vt:lpstr>Modern Love Grunge</vt:lpstr>
      <vt:lpstr>Segoe Print</vt:lpstr>
      <vt:lpstr>Template</vt:lpstr>
      <vt:lpstr>Custom Design</vt:lpstr>
      <vt:lpstr>Equation</vt:lpstr>
      <vt:lpstr>Photo Editor Photo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n/a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JFoss</dc:creator>
  <cp:lastModifiedBy>Jeremy Foss</cp:lastModifiedBy>
  <cp:revision>128</cp:revision>
  <cp:lastPrinted>2019-04-15T07:32:01Z</cp:lastPrinted>
  <dcterms:created xsi:type="dcterms:W3CDTF">2006-09-10T21:25:56Z</dcterms:created>
  <dcterms:modified xsi:type="dcterms:W3CDTF">2023-06-01T10:20:06Z</dcterms:modified>
</cp:coreProperties>
</file>