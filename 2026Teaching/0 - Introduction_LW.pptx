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49" r:id="rId2"/>
  </p:sldMasterIdLst>
  <p:notesMasterIdLst>
    <p:notesMasterId r:id="rId26"/>
  </p:notesMasterIdLst>
  <p:handoutMasterIdLst>
    <p:handoutMasterId r:id="rId27"/>
  </p:handoutMasterIdLst>
  <p:sldIdLst>
    <p:sldId id="256" r:id="rId3"/>
    <p:sldId id="262" r:id="rId4"/>
    <p:sldId id="279" r:id="rId5"/>
    <p:sldId id="307" r:id="rId6"/>
    <p:sldId id="297" r:id="rId7"/>
    <p:sldId id="298" r:id="rId8"/>
    <p:sldId id="289" r:id="rId9"/>
    <p:sldId id="308" r:id="rId10"/>
    <p:sldId id="299" r:id="rId11"/>
    <p:sldId id="296" r:id="rId12"/>
    <p:sldId id="310" r:id="rId13"/>
    <p:sldId id="309" r:id="rId14"/>
    <p:sldId id="300" r:id="rId15"/>
    <p:sldId id="301" r:id="rId16"/>
    <p:sldId id="311" r:id="rId17"/>
    <p:sldId id="303" r:id="rId18"/>
    <p:sldId id="304" r:id="rId19"/>
    <p:sldId id="305" r:id="rId20"/>
    <p:sldId id="274" r:id="rId21"/>
    <p:sldId id="291" r:id="rId22"/>
    <p:sldId id="312" r:id="rId23"/>
    <p:sldId id="313" r:id="rId24"/>
    <p:sldId id="306" r:id="rId25"/>
  </p:sldIdLst>
  <p:sldSz cx="9144000" cy="6858000" type="screen4x3"/>
  <p:notesSz cx="6858000" cy="9144000"/>
  <p:defaultTextStyle>
    <a:defPPr>
      <a:defRPr lang="en-GB"/>
    </a:defPPr>
    <a:lvl1pPr algn="l" rtl="0" eaLnBrk="0" fontAlgn="base" hangingPunct="0">
      <a:spcBef>
        <a:spcPct val="0"/>
      </a:spcBef>
      <a:spcAft>
        <a:spcPct val="0"/>
      </a:spcAft>
      <a:defRPr sz="1600" kern="1200">
        <a:solidFill>
          <a:schemeClr val="tx1"/>
        </a:solidFill>
        <a:latin typeface="Lucida Sans Unicode" pitchFamily="34" charset="0"/>
        <a:ea typeface="+mn-ea"/>
        <a:cs typeface="+mn-cs"/>
      </a:defRPr>
    </a:lvl1pPr>
    <a:lvl2pPr marL="457200" algn="l" rtl="0" eaLnBrk="0" fontAlgn="base" hangingPunct="0">
      <a:spcBef>
        <a:spcPct val="0"/>
      </a:spcBef>
      <a:spcAft>
        <a:spcPct val="0"/>
      </a:spcAft>
      <a:defRPr sz="1600" kern="1200">
        <a:solidFill>
          <a:schemeClr val="tx1"/>
        </a:solidFill>
        <a:latin typeface="Lucida Sans Unicode" pitchFamily="34" charset="0"/>
        <a:ea typeface="+mn-ea"/>
        <a:cs typeface="+mn-cs"/>
      </a:defRPr>
    </a:lvl2pPr>
    <a:lvl3pPr marL="914400" algn="l" rtl="0" eaLnBrk="0" fontAlgn="base" hangingPunct="0">
      <a:spcBef>
        <a:spcPct val="0"/>
      </a:spcBef>
      <a:spcAft>
        <a:spcPct val="0"/>
      </a:spcAft>
      <a:defRPr sz="1600" kern="1200">
        <a:solidFill>
          <a:schemeClr val="tx1"/>
        </a:solidFill>
        <a:latin typeface="Lucida Sans Unicode"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Lucida Sans Unicode"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Lucida Sans Unicode" pitchFamily="34" charset="0"/>
        <a:ea typeface="+mn-ea"/>
        <a:cs typeface="+mn-cs"/>
      </a:defRPr>
    </a:lvl5pPr>
    <a:lvl6pPr marL="2286000" algn="l" defTabSz="914400" rtl="0" eaLnBrk="1" latinLnBrk="0" hangingPunct="1">
      <a:defRPr sz="1600" kern="1200">
        <a:solidFill>
          <a:schemeClr val="tx1"/>
        </a:solidFill>
        <a:latin typeface="Lucida Sans Unicode" pitchFamily="34" charset="0"/>
        <a:ea typeface="+mn-ea"/>
        <a:cs typeface="+mn-cs"/>
      </a:defRPr>
    </a:lvl6pPr>
    <a:lvl7pPr marL="2743200" algn="l" defTabSz="914400" rtl="0" eaLnBrk="1" latinLnBrk="0" hangingPunct="1">
      <a:defRPr sz="1600" kern="1200">
        <a:solidFill>
          <a:schemeClr val="tx1"/>
        </a:solidFill>
        <a:latin typeface="Lucida Sans Unicode" pitchFamily="34" charset="0"/>
        <a:ea typeface="+mn-ea"/>
        <a:cs typeface="+mn-cs"/>
      </a:defRPr>
    </a:lvl7pPr>
    <a:lvl8pPr marL="3200400" algn="l" defTabSz="914400" rtl="0" eaLnBrk="1" latinLnBrk="0" hangingPunct="1">
      <a:defRPr sz="1600" kern="1200">
        <a:solidFill>
          <a:schemeClr val="tx1"/>
        </a:solidFill>
        <a:latin typeface="Lucida Sans Unicode" pitchFamily="34" charset="0"/>
        <a:ea typeface="+mn-ea"/>
        <a:cs typeface="+mn-cs"/>
      </a:defRPr>
    </a:lvl8pPr>
    <a:lvl9pPr marL="3657600" algn="l" defTabSz="914400" rtl="0" eaLnBrk="1" latinLnBrk="0" hangingPunct="1">
      <a:defRPr sz="1600" kern="1200">
        <a:solidFill>
          <a:schemeClr val="tx1"/>
        </a:solidFill>
        <a:latin typeface="Lucida Sans Unicode" pitchFamily="34" charset="0"/>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249">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8D8"/>
    <a:srgbClr val="FFFF99"/>
    <a:srgbClr val="FFFFCC"/>
    <a:srgbClr val="E2EFDA"/>
    <a:srgbClr val="D9E1F2"/>
    <a:srgbClr val="FFCC66"/>
    <a:srgbClr val="800000"/>
    <a:srgbClr val="CCECFF"/>
    <a:srgbClr val="99CCFF"/>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A2E12-A430-49F5-BB0C-A5982E3DDDFE}" v="28" dt="2023-04-26T08:56:23.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19" autoAdjust="0"/>
    <p:restoredTop sz="75061" autoAdjust="0"/>
  </p:normalViewPr>
  <p:slideViewPr>
    <p:cSldViewPr snapToGrid="0">
      <p:cViewPr varScale="1">
        <p:scale>
          <a:sx n="83" d="100"/>
          <a:sy n="83" d="100"/>
        </p:scale>
        <p:origin x="2976" y="72"/>
      </p:cViewPr>
      <p:guideLst>
        <p:guide orient="horz" pos="232"/>
        <p:guide pos="249"/>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97" d="100"/>
          <a:sy n="97" d="100"/>
        </p:scale>
        <p:origin x="4328" y="20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Foss" userId="09ac0925-c8bb-438c-a205-6311faa2bcaf" providerId="ADAL" clId="{D04F3E43-38CA-4E15-9AF7-8F9BD985E3EF}"/>
    <pc:docChg chg="modSld">
      <pc:chgData name="Jeremy Foss" userId="09ac0925-c8bb-438c-a205-6311faa2bcaf" providerId="ADAL" clId="{D04F3E43-38CA-4E15-9AF7-8F9BD985E3EF}" dt="2019-04-14T21:24:30.281" v="33" actId="6549"/>
      <pc:docMkLst>
        <pc:docMk/>
      </pc:docMkLst>
      <pc:sldChg chg="modSp">
        <pc:chgData name="Jeremy Foss" userId="09ac0925-c8bb-438c-a205-6311faa2bcaf" providerId="ADAL" clId="{D04F3E43-38CA-4E15-9AF7-8F9BD985E3EF}" dt="2019-04-14T21:23:45.023" v="2" actId="403"/>
        <pc:sldMkLst>
          <pc:docMk/>
          <pc:sldMk cId="2079727969" sldId="262"/>
        </pc:sldMkLst>
        <pc:spChg chg="mod">
          <ac:chgData name="Jeremy Foss" userId="09ac0925-c8bb-438c-a205-6311faa2bcaf" providerId="ADAL" clId="{D04F3E43-38CA-4E15-9AF7-8F9BD985E3EF}" dt="2019-04-14T21:23:45.023" v="2" actId="403"/>
          <ac:spMkLst>
            <pc:docMk/>
            <pc:sldMk cId="2079727969" sldId="262"/>
            <ac:spMk id="2" creationId="{00000000-0000-0000-0000-000000000000}"/>
          </ac:spMkLst>
        </pc:spChg>
      </pc:sldChg>
      <pc:sldChg chg="modSp">
        <pc:chgData name="Jeremy Foss" userId="09ac0925-c8bb-438c-a205-6311faa2bcaf" providerId="ADAL" clId="{D04F3E43-38CA-4E15-9AF7-8F9BD985E3EF}" dt="2019-04-14T21:24:30.281" v="33" actId="6549"/>
        <pc:sldMkLst>
          <pc:docMk/>
          <pc:sldMk cId="294762285" sldId="279"/>
        </pc:sldMkLst>
        <pc:spChg chg="mod">
          <ac:chgData name="Jeremy Foss" userId="09ac0925-c8bb-438c-a205-6311faa2bcaf" providerId="ADAL" clId="{D04F3E43-38CA-4E15-9AF7-8F9BD985E3EF}" dt="2019-04-14T21:24:30.281" v="33" actId="6549"/>
          <ac:spMkLst>
            <pc:docMk/>
            <pc:sldMk cId="294762285" sldId="279"/>
            <ac:spMk id="2" creationId="{E85F62C0-2C8A-4201-BC4F-DDB07F26FC52}"/>
          </ac:spMkLst>
        </pc:spChg>
      </pc:sldChg>
    </pc:docChg>
  </pc:docChgLst>
  <pc:docChgLst>
    <pc:chgData name="Jeremy Foss" userId="09ac0925-c8bb-438c-a205-6311faa2bcaf" providerId="ADAL" clId="{B4091C60-6547-4196-BFCA-ECC98A26E478}"/>
    <pc:docChg chg="undo custSel addSld modSld modNotesMaster modHandout">
      <pc:chgData name="Jeremy Foss" userId="09ac0925-c8bb-438c-a205-6311faa2bcaf" providerId="ADAL" clId="{B4091C60-6547-4196-BFCA-ECC98A26E478}" dt="2019-04-15T07:37:31.277" v="275" actId="1076"/>
      <pc:docMkLst>
        <pc:docMk/>
      </pc:docMkLst>
      <pc:sldChg chg="delSp modSp">
        <pc:chgData name="Jeremy Foss" userId="09ac0925-c8bb-438c-a205-6311faa2bcaf" providerId="ADAL" clId="{B4091C60-6547-4196-BFCA-ECC98A26E478}" dt="2019-04-12T08:34:21.116" v="2" actId="2710"/>
        <pc:sldMkLst>
          <pc:docMk/>
          <pc:sldMk cId="2079727969" sldId="262"/>
        </pc:sldMkLst>
        <pc:spChg chg="mod">
          <ac:chgData name="Jeremy Foss" userId="09ac0925-c8bb-438c-a205-6311faa2bcaf" providerId="ADAL" clId="{B4091C60-6547-4196-BFCA-ECC98A26E478}" dt="2019-04-12T08:34:21.116" v="2" actId="2710"/>
          <ac:spMkLst>
            <pc:docMk/>
            <pc:sldMk cId="2079727969" sldId="262"/>
            <ac:spMk id="2" creationId="{00000000-0000-0000-0000-000000000000}"/>
          </ac:spMkLst>
        </pc:spChg>
        <pc:graphicFrameChg chg="del">
          <ac:chgData name="Jeremy Foss" userId="09ac0925-c8bb-438c-a205-6311faa2bcaf" providerId="ADAL" clId="{B4091C60-6547-4196-BFCA-ECC98A26E478}" dt="2019-04-12T08:34:12.377" v="0" actId="478"/>
          <ac:graphicFrameMkLst>
            <pc:docMk/>
            <pc:sldMk cId="2079727969" sldId="262"/>
            <ac:graphicFrameMk id="4" creationId="{A95FB00B-06FE-4E90-B132-E91E150CCDFF}"/>
          </ac:graphicFrameMkLst>
        </pc:graphicFrameChg>
      </pc:sldChg>
      <pc:sldChg chg="addSp delSp modSp">
        <pc:chgData name="Jeremy Foss" userId="09ac0925-c8bb-438c-a205-6311faa2bcaf" providerId="ADAL" clId="{B4091C60-6547-4196-BFCA-ECC98A26E478}" dt="2019-04-15T07:37:31.277" v="275" actId="1076"/>
        <pc:sldMkLst>
          <pc:docMk/>
          <pc:sldMk cId="806639950" sldId="276"/>
        </pc:sldMkLst>
        <pc:spChg chg="mod">
          <ac:chgData name="Jeremy Foss" userId="09ac0925-c8bb-438c-a205-6311faa2bcaf" providerId="ADAL" clId="{B4091C60-6547-4196-BFCA-ECC98A26E478}" dt="2019-04-15T07:37:11.933" v="269" actId="20577"/>
          <ac:spMkLst>
            <pc:docMk/>
            <pc:sldMk cId="806639950" sldId="276"/>
            <ac:spMk id="3" creationId="{C30E77A7-EA46-45A1-97CF-7505BA7E6994}"/>
          </ac:spMkLst>
        </pc:spChg>
        <pc:spChg chg="mod">
          <ac:chgData name="Jeremy Foss" userId="09ac0925-c8bb-438c-a205-6311faa2bcaf" providerId="ADAL" clId="{B4091C60-6547-4196-BFCA-ECC98A26E478}" dt="2019-04-15T07:37:31.277" v="275" actId="1076"/>
          <ac:spMkLst>
            <pc:docMk/>
            <pc:sldMk cId="806639950" sldId="276"/>
            <ac:spMk id="5" creationId="{9E8B9908-F3D9-4441-ACC0-65460F6FD27C}"/>
          </ac:spMkLst>
        </pc:spChg>
        <pc:picChg chg="add mod ord">
          <ac:chgData name="Jeremy Foss" userId="09ac0925-c8bb-438c-a205-6311faa2bcaf" providerId="ADAL" clId="{B4091C60-6547-4196-BFCA-ECC98A26E478}" dt="2019-04-15T07:37:24.349" v="273" actId="167"/>
          <ac:picMkLst>
            <pc:docMk/>
            <pc:sldMk cId="806639950" sldId="276"/>
            <ac:picMk id="6" creationId="{8C6B2056-1FEC-413F-91E7-9E9D3753624D}"/>
          </ac:picMkLst>
        </pc:picChg>
        <pc:picChg chg="del">
          <ac:chgData name="Jeremy Foss" userId="09ac0925-c8bb-438c-a205-6311faa2bcaf" providerId="ADAL" clId="{B4091C60-6547-4196-BFCA-ECC98A26E478}" dt="2019-04-15T07:36:54.736" v="264" actId="478"/>
          <ac:picMkLst>
            <pc:docMk/>
            <pc:sldMk cId="806639950" sldId="276"/>
            <ac:picMk id="9" creationId="{E36173C8-CF5B-4F16-BB6A-A68317309628}"/>
          </ac:picMkLst>
        </pc:picChg>
        <pc:picChg chg="del">
          <ac:chgData name="Jeremy Foss" userId="09ac0925-c8bb-438c-a205-6311faa2bcaf" providerId="ADAL" clId="{B4091C60-6547-4196-BFCA-ECC98A26E478}" dt="2019-04-15T07:33:40.007" v="260" actId="478"/>
          <ac:picMkLst>
            <pc:docMk/>
            <pc:sldMk cId="806639950" sldId="276"/>
            <ac:picMk id="10" creationId="{418CCF6F-1EC6-4807-B61F-68924944F59A}"/>
          </ac:picMkLst>
        </pc:picChg>
      </pc:sldChg>
      <pc:sldChg chg="addSp modSp add">
        <pc:chgData name="Jeremy Foss" userId="09ac0925-c8bb-438c-a205-6311faa2bcaf" providerId="ADAL" clId="{B4091C60-6547-4196-BFCA-ECC98A26E478}" dt="2019-04-12T08:37:21.915" v="254" actId="5793"/>
        <pc:sldMkLst>
          <pc:docMk/>
          <pc:sldMk cId="294762285" sldId="279"/>
        </pc:sldMkLst>
        <pc:spChg chg="add mod">
          <ac:chgData name="Jeremy Foss" userId="09ac0925-c8bb-438c-a205-6311faa2bcaf" providerId="ADAL" clId="{B4091C60-6547-4196-BFCA-ECC98A26E478}" dt="2019-04-12T08:37:21.915" v="254" actId="5793"/>
          <ac:spMkLst>
            <pc:docMk/>
            <pc:sldMk cId="294762285" sldId="279"/>
            <ac:spMk id="2" creationId="{E85F62C0-2C8A-4201-BC4F-DDB07F26FC52}"/>
          </ac:spMkLst>
        </pc:spChg>
      </pc:sldChg>
      <pc:sldChg chg="modSp">
        <pc:chgData name="Jeremy Foss" userId="09ac0925-c8bb-438c-a205-6311faa2bcaf" providerId="ADAL" clId="{B4091C60-6547-4196-BFCA-ECC98A26E478}" dt="2019-04-15T07:32:26.047" v="259" actId="14100"/>
        <pc:sldMkLst>
          <pc:docMk/>
          <pc:sldMk cId="343340016" sldId="280"/>
        </pc:sldMkLst>
        <pc:picChg chg="mod">
          <ac:chgData name="Jeremy Foss" userId="09ac0925-c8bb-438c-a205-6311faa2bcaf" providerId="ADAL" clId="{B4091C60-6547-4196-BFCA-ECC98A26E478}" dt="2019-04-15T07:32:26.047" v="259" actId="14100"/>
          <ac:picMkLst>
            <pc:docMk/>
            <pc:sldMk cId="343340016" sldId="280"/>
            <ac:picMk id="3" creationId="{DEAEFDE0-BADA-4DBF-8ADF-D5D6D1DCE84C}"/>
          </ac:picMkLst>
        </pc:picChg>
      </pc:sldChg>
    </pc:docChg>
  </pc:docChgLst>
  <pc:docChgLst>
    <pc:chgData name="Jeremy" userId="09ac0925-c8bb-438c-a205-6311faa2bcaf" providerId="ADAL" clId="{07DD6953-E45F-49B3-BD80-9FD29785097B}"/>
    <pc:docChg chg="undo custSel addSld delSld modSld">
      <pc:chgData name="Jeremy" userId="09ac0925-c8bb-438c-a205-6311faa2bcaf" providerId="ADAL" clId="{07DD6953-E45F-49B3-BD80-9FD29785097B}" dt="2020-04-24T12:31:18.712" v="532" actId="6549"/>
      <pc:docMkLst>
        <pc:docMk/>
      </pc:docMkLst>
      <pc:sldChg chg="modSp add del mod">
        <pc:chgData name="Jeremy" userId="09ac0925-c8bb-438c-a205-6311faa2bcaf" providerId="ADAL" clId="{07DD6953-E45F-49B3-BD80-9FD29785097B}" dt="2020-04-20T16:47:17.499" v="516" actId="2696"/>
        <pc:sldMkLst>
          <pc:docMk/>
          <pc:sldMk cId="3675753909" sldId="264"/>
        </pc:sldMkLst>
        <pc:spChg chg="mod">
          <ac:chgData name="Jeremy" userId="09ac0925-c8bb-438c-a205-6311faa2bcaf" providerId="ADAL" clId="{07DD6953-E45F-49B3-BD80-9FD29785097B}" dt="2020-04-08T16:21:16.747" v="46" actId="6549"/>
          <ac:spMkLst>
            <pc:docMk/>
            <pc:sldMk cId="3675753909" sldId="264"/>
            <ac:spMk id="9" creationId="{00000000-0000-0000-0000-000000000000}"/>
          </ac:spMkLst>
        </pc:spChg>
      </pc:sldChg>
      <pc:sldChg chg="modSp add del mod">
        <pc:chgData name="Jeremy" userId="09ac0925-c8bb-438c-a205-6311faa2bcaf" providerId="ADAL" clId="{07DD6953-E45F-49B3-BD80-9FD29785097B}" dt="2020-04-08T16:23:52.460" v="53"/>
        <pc:sldMkLst>
          <pc:docMk/>
          <pc:sldMk cId="2660569823" sldId="265"/>
        </pc:sldMkLst>
        <pc:spChg chg="mod">
          <ac:chgData name="Jeremy" userId="09ac0925-c8bb-438c-a205-6311faa2bcaf" providerId="ADAL" clId="{07DD6953-E45F-49B3-BD80-9FD29785097B}" dt="2020-04-08T16:17:53.378" v="45" actId="20577"/>
          <ac:spMkLst>
            <pc:docMk/>
            <pc:sldMk cId="2660569823" sldId="265"/>
            <ac:spMk id="5" creationId="{00000000-0000-0000-0000-000000000000}"/>
          </ac:spMkLst>
        </pc:spChg>
      </pc:sldChg>
      <pc:sldChg chg="modSp add del mod">
        <pc:chgData name="Jeremy" userId="09ac0925-c8bb-438c-a205-6311faa2bcaf" providerId="ADAL" clId="{07DD6953-E45F-49B3-BD80-9FD29785097B}" dt="2020-04-08T16:23:52.460" v="53"/>
        <pc:sldMkLst>
          <pc:docMk/>
          <pc:sldMk cId="3076269524" sldId="266"/>
        </pc:sldMkLst>
        <pc:spChg chg="mod">
          <ac:chgData name="Jeremy" userId="09ac0925-c8bb-438c-a205-6311faa2bcaf" providerId="ADAL" clId="{07DD6953-E45F-49B3-BD80-9FD29785097B}" dt="2020-04-08T16:21:26.521" v="51" actId="6549"/>
          <ac:spMkLst>
            <pc:docMk/>
            <pc:sldMk cId="3076269524" sldId="266"/>
            <ac:spMk id="8" creationId="{00000000-0000-0000-0000-000000000000}"/>
          </ac:spMkLst>
        </pc:spChg>
      </pc:sldChg>
      <pc:sldChg chg="add del">
        <pc:chgData name="Jeremy" userId="09ac0925-c8bb-438c-a205-6311faa2bcaf" providerId="ADAL" clId="{07DD6953-E45F-49B3-BD80-9FD29785097B}" dt="2020-04-08T16:23:52.460" v="53"/>
        <pc:sldMkLst>
          <pc:docMk/>
          <pc:sldMk cId="2976488297" sldId="267"/>
        </pc:sldMkLst>
      </pc:sldChg>
      <pc:sldChg chg="del">
        <pc:chgData name="Jeremy" userId="09ac0925-c8bb-438c-a205-6311faa2bcaf" providerId="ADAL" clId="{07DD6953-E45F-49B3-BD80-9FD29785097B}" dt="2020-04-08T16:23:37.978" v="52" actId="47"/>
        <pc:sldMkLst>
          <pc:docMk/>
          <pc:sldMk cId="2745113670" sldId="268"/>
        </pc:sldMkLst>
      </pc:sldChg>
      <pc:sldChg chg="del">
        <pc:chgData name="Jeremy" userId="09ac0925-c8bb-438c-a205-6311faa2bcaf" providerId="ADAL" clId="{07DD6953-E45F-49B3-BD80-9FD29785097B}" dt="2020-04-08T16:23:37.978" v="52" actId="47"/>
        <pc:sldMkLst>
          <pc:docMk/>
          <pc:sldMk cId="918511968" sldId="269"/>
        </pc:sldMkLst>
      </pc:sldChg>
      <pc:sldChg chg="add del">
        <pc:chgData name="Jeremy" userId="09ac0925-c8bb-438c-a205-6311faa2bcaf" providerId="ADAL" clId="{07DD6953-E45F-49B3-BD80-9FD29785097B}" dt="2020-04-08T16:23:52.460" v="53"/>
        <pc:sldMkLst>
          <pc:docMk/>
          <pc:sldMk cId="2450478452" sldId="270"/>
        </pc:sldMkLst>
      </pc:sldChg>
      <pc:sldChg chg="add del">
        <pc:chgData name="Jeremy" userId="09ac0925-c8bb-438c-a205-6311faa2bcaf" providerId="ADAL" clId="{07DD6953-E45F-49B3-BD80-9FD29785097B}" dt="2020-04-08T16:23:52.460" v="53"/>
        <pc:sldMkLst>
          <pc:docMk/>
          <pc:sldMk cId="1173905538" sldId="272"/>
        </pc:sldMkLst>
      </pc:sldChg>
      <pc:sldChg chg="del">
        <pc:chgData name="Jeremy" userId="09ac0925-c8bb-438c-a205-6311faa2bcaf" providerId="ADAL" clId="{07DD6953-E45F-49B3-BD80-9FD29785097B}" dt="2020-04-08T16:23:37.978" v="52" actId="47"/>
        <pc:sldMkLst>
          <pc:docMk/>
          <pc:sldMk cId="220103787" sldId="273"/>
        </pc:sldMkLst>
      </pc:sldChg>
      <pc:sldChg chg="add del">
        <pc:chgData name="Jeremy" userId="09ac0925-c8bb-438c-a205-6311faa2bcaf" providerId="ADAL" clId="{07DD6953-E45F-49B3-BD80-9FD29785097B}" dt="2020-04-08T16:23:52.460" v="53"/>
        <pc:sldMkLst>
          <pc:docMk/>
          <pc:sldMk cId="3710965101" sldId="274"/>
        </pc:sldMkLst>
      </pc:sldChg>
      <pc:sldChg chg="add del">
        <pc:chgData name="Jeremy" userId="09ac0925-c8bb-438c-a205-6311faa2bcaf" providerId="ADAL" clId="{07DD6953-E45F-49B3-BD80-9FD29785097B}" dt="2020-04-08T16:23:52.460" v="53"/>
        <pc:sldMkLst>
          <pc:docMk/>
          <pc:sldMk cId="2873639654" sldId="275"/>
        </pc:sldMkLst>
      </pc:sldChg>
      <pc:sldChg chg="del">
        <pc:chgData name="Jeremy" userId="09ac0925-c8bb-438c-a205-6311faa2bcaf" providerId="ADAL" clId="{07DD6953-E45F-49B3-BD80-9FD29785097B}" dt="2020-04-08T16:23:37.978" v="52" actId="47"/>
        <pc:sldMkLst>
          <pc:docMk/>
          <pc:sldMk cId="806639950" sldId="276"/>
        </pc:sldMkLst>
      </pc:sldChg>
      <pc:sldChg chg="addSp delSp modSp del mod">
        <pc:chgData name="Jeremy" userId="09ac0925-c8bb-438c-a205-6311faa2bcaf" providerId="ADAL" clId="{07DD6953-E45F-49B3-BD80-9FD29785097B}" dt="2020-04-24T12:30:59.120" v="517" actId="47"/>
        <pc:sldMkLst>
          <pc:docMk/>
          <pc:sldMk cId="2605075948" sldId="278"/>
        </pc:sldMkLst>
        <pc:spChg chg="mod">
          <ac:chgData name="Jeremy" userId="09ac0925-c8bb-438c-a205-6311faa2bcaf" providerId="ADAL" clId="{07DD6953-E45F-49B3-BD80-9FD29785097B}" dt="2020-04-09T09:56:44.112" v="495" actId="6549"/>
          <ac:spMkLst>
            <pc:docMk/>
            <pc:sldMk cId="2605075948" sldId="278"/>
            <ac:spMk id="2" creationId="{6B193D2F-9F90-449B-AE92-06A7ADC63BE3}"/>
          </ac:spMkLst>
        </pc:spChg>
        <pc:spChg chg="mod">
          <ac:chgData name="Jeremy" userId="09ac0925-c8bb-438c-a205-6311faa2bcaf" providerId="ADAL" clId="{07DD6953-E45F-49B3-BD80-9FD29785097B}" dt="2020-04-09T09:54:49.613" v="494" actId="20577"/>
          <ac:spMkLst>
            <pc:docMk/>
            <pc:sldMk cId="2605075948" sldId="278"/>
            <ac:spMk id="3" creationId="{5943F1C4-9200-4483-A880-2A829399DD01}"/>
          </ac:spMkLst>
        </pc:spChg>
        <pc:spChg chg="mod">
          <ac:chgData name="Jeremy" userId="09ac0925-c8bb-438c-a205-6311faa2bcaf" providerId="ADAL" clId="{07DD6953-E45F-49B3-BD80-9FD29785097B}" dt="2020-04-09T09:56:58.494" v="515" actId="113"/>
          <ac:spMkLst>
            <pc:docMk/>
            <pc:sldMk cId="2605075948" sldId="278"/>
            <ac:spMk id="4" creationId="{C98E44B8-F0C8-4447-B29E-D1931810A974}"/>
          </ac:spMkLst>
        </pc:spChg>
        <pc:spChg chg="add del">
          <ac:chgData name="Jeremy" userId="09ac0925-c8bb-438c-a205-6311faa2bcaf" providerId="ADAL" clId="{07DD6953-E45F-49B3-BD80-9FD29785097B}" dt="2020-04-09T09:47:33.864" v="474"/>
          <ac:spMkLst>
            <pc:docMk/>
            <pc:sldMk cId="2605075948" sldId="278"/>
            <ac:spMk id="5" creationId="{E3E78982-0EF0-46DE-8C51-F228A9CE02B0}"/>
          </ac:spMkLst>
        </pc:spChg>
        <pc:picChg chg="add del">
          <ac:chgData name="Jeremy" userId="09ac0925-c8bb-438c-a205-6311faa2bcaf" providerId="ADAL" clId="{07DD6953-E45F-49B3-BD80-9FD29785097B}" dt="2020-04-09T09:47:33.864" v="474"/>
          <ac:picMkLst>
            <pc:docMk/>
            <pc:sldMk cId="2605075948" sldId="278"/>
            <ac:picMk id="2050" creationId="{7C6E6988-ACCF-4F28-B17A-843430ED025A}"/>
          </ac:picMkLst>
        </pc:picChg>
      </pc:sldChg>
      <pc:sldChg chg="addSp delSp modSp mod">
        <pc:chgData name="Jeremy" userId="09ac0925-c8bb-438c-a205-6311faa2bcaf" providerId="ADAL" clId="{07DD6953-E45F-49B3-BD80-9FD29785097B}" dt="2020-04-09T09:39:25.700" v="448" actId="1076"/>
        <pc:sldMkLst>
          <pc:docMk/>
          <pc:sldMk cId="294762285" sldId="279"/>
        </pc:sldMkLst>
        <pc:spChg chg="mod">
          <ac:chgData name="Jeremy" userId="09ac0925-c8bb-438c-a205-6311faa2bcaf" providerId="ADAL" clId="{07DD6953-E45F-49B3-BD80-9FD29785097B}" dt="2020-04-08T16:16:47.891" v="38" actId="6549"/>
          <ac:spMkLst>
            <pc:docMk/>
            <pc:sldMk cId="294762285" sldId="279"/>
            <ac:spMk id="2" creationId="{E85F62C0-2C8A-4201-BC4F-DDB07F26FC52}"/>
          </ac:spMkLst>
        </pc:spChg>
        <pc:graphicFrameChg chg="add del mod">
          <ac:chgData name="Jeremy" userId="09ac0925-c8bb-438c-a205-6311faa2bcaf" providerId="ADAL" clId="{07DD6953-E45F-49B3-BD80-9FD29785097B}" dt="2020-04-08T08:59:20.888" v="7"/>
          <ac:graphicFrameMkLst>
            <pc:docMk/>
            <pc:sldMk cId="294762285" sldId="279"/>
            <ac:graphicFrameMk id="3" creationId="{A1E91D81-E4AE-4FDA-BC23-DB6D96CDB39B}"/>
          </ac:graphicFrameMkLst>
        </pc:graphicFrameChg>
        <pc:graphicFrameChg chg="add del mod">
          <ac:chgData name="Jeremy" userId="09ac0925-c8bb-438c-a205-6311faa2bcaf" providerId="ADAL" clId="{07DD6953-E45F-49B3-BD80-9FD29785097B}" dt="2020-04-08T16:16:54.289" v="40" actId="478"/>
          <ac:graphicFrameMkLst>
            <pc:docMk/>
            <pc:sldMk cId="294762285" sldId="279"/>
            <ac:graphicFrameMk id="4" creationId="{55FCD033-3345-4009-AB55-1C820D86496E}"/>
          </ac:graphicFrameMkLst>
        </pc:graphicFrameChg>
        <pc:graphicFrameChg chg="add mod">
          <ac:chgData name="Jeremy" userId="09ac0925-c8bb-438c-a205-6311faa2bcaf" providerId="ADAL" clId="{07DD6953-E45F-49B3-BD80-9FD29785097B}" dt="2020-04-09T09:39:25.700" v="448" actId="1076"/>
          <ac:graphicFrameMkLst>
            <pc:docMk/>
            <pc:sldMk cId="294762285" sldId="279"/>
            <ac:graphicFrameMk id="5" creationId="{F1005572-82D1-4F63-932B-941987605ABF}"/>
          </ac:graphicFrameMkLst>
        </pc:graphicFrameChg>
      </pc:sldChg>
      <pc:sldChg chg="addSp delSp modSp mod">
        <pc:chgData name="Jeremy" userId="09ac0925-c8bb-438c-a205-6311faa2bcaf" providerId="ADAL" clId="{07DD6953-E45F-49B3-BD80-9FD29785097B}" dt="2020-04-09T09:38:17.754" v="445" actId="1076"/>
        <pc:sldMkLst>
          <pc:docMk/>
          <pc:sldMk cId="343340016" sldId="280"/>
        </pc:sldMkLst>
        <pc:spChg chg="add mod">
          <ac:chgData name="Jeremy" userId="09ac0925-c8bb-438c-a205-6311faa2bcaf" providerId="ADAL" clId="{07DD6953-E45F-49B3-BD80-9FD29785097B}" dt="2020-04-09T08:50:53.121" v="160" actId="1076"/>
          <ac:spMkLst>
            <pc:docMk/>
            <pc:sldMk cId="343340016" sldId="280"/>
            <ac:spMk id="7" creationId="{14262BE1-E232-4CA7-8193-A2AA04D1B8CB}"/>
          </ac:spMkLst>
        </pc:spChg>
        <pc:spChg chg="add mod">
          <ac:chgData name="Jeremy" userId="09ac0925-c8bb-438c-a205-6311faa2bcaf" providerId="ADAL" clId="{07DD6953-E45F-49B3-BD80-9FD29785097B}" dt="2020-04-09T08:40:59.121" v="151" actId="1076"/>
          <ac:spMkLst>
            <pc:docMk/>
            <pc:sldMk cId="343340016" sldId="280"/>
            <ac:spMk id="8" creationId="{9D265E53-F4B2-4558-B6F2-A0040FA4B2D7}"/>
          </ac:spMkLst>
        </pc:spChg>
        <pc:spChg chg="add mod">
          <ac:chgData name="Jeremy" userId="09ac0925-c8bb-438c-a205-6311faa2bcaf" providerId="ADAL" clId="{07DD6953-E45F-49B3-BD80-9FD29785097B}" dt="2020-04-09T09:38:09.106" v="443" actId="1076"/>
          <ac:spMkLst>
            <pc:docMk/>
            <pc:sldMk cId="343340016" sldId="280"/>
            <ac:spMk id="9" creationId="{EBC14E87-BDE2-4B92-81CA-007514B00D70}"/>
          </ac:spMkLst>
        </pc:spChg>
        <pc:picChg chg="del">
          <ac:chgData name="Jeremy" userId="09ac0925-c8bb-438c-a205-6311faa2bcaf" providerId="ADAL" clId="{07DD6953-E45F-49B3-BD80-9FD29785097B}" dt="2020-04-09T08:38:03.771" v="96" actId="478"/>
          <ac:picMkLst>
            <pc:docMk/>
            <pc:sldMk cId="343340016" sldId="280"/>
            <ac:picMk id="3" creationId="{DEAEFDE0-BADA-4DBF-8ADF-D5D6D1DCE84C}"/>
          </ac:picMkLst>
        </pc:picChg>
        <pc:picChg chg="add del mod">
          <ac:chgData name="Jeremy" userId="09ac0925-c8bb-438c-a205-6311faa2bcaf" providerId="ADAL" clId="{07DD6953-E45F-49B3-BD80-9FD29785097B}" dt="2020-04-09T08:38:12.682" v="101" actId="478"/>
          <ac:picMkLst>
            <pc:docMk/>
            <pc:sldMk cId="343340016" sldId="280"/>
            <ac:picMk id="4" creationId="{D9D78CD4-543F-4B96-A194-8041E77EC542}"/>
          </ac:picMkLst>
        </pc:picChg>
        <pc:picChg chg="add del mod">
          <ac:chgData name="Jeremy" userId="09ac0925-c8bb-438c-a205-6311faa2bcaf" providerId="ADAL" clId="{07DD6953-E45F-49B3-BD80-9FD29785097B}" dt="2020-04-09T08:39:21.670" v="109" actId="478"/>
          <ac:picMkLst>
            <pc:docMk/>
            <pc:sldMk cId="343340016" sldId="280"/>
            <ac:picMk id="5" creationId="{55C78DFA-40BB-4BD2-87A4-62110F238DDA}"/>
          </ac:picMkLst>
        </pc:picChg>
        <pc:picChg chg="add mod modCrop">
          <ac:chgData name="Jeremy" userId="09ac0925-c8bb-438c-a205-6311faa2bcaf" providerId="ADAL" clId="{07DD6953-E45F-49B3-BD80-9FD29785097B}" dt="2020-04-09T09:38:17.754" v="445" actId="1076"/>
          <ac:picMkLst>
            <pc:docMk/>
            <pc:sldMk cId="343340016" sldId="280"/>
            <ac:picMk id="6" creationId="{7202BA2C-9ED7-4F13-AB8B-B78E1BA0EBCF}"/>
          </ac:picMkLst>
        </pc:picChg>
      </pc:sldChg>
      <pc:sldChg chg="add del">
        <pc:chgData name="Jeremy" userId="09ac0925-c8bb-438c-a205-6311faa2bcaf" providerId="ADAL" clId="{07DD6953-E45F-49B3-BD80-9FD29785097B}" dt="2020-04-08T16:17:27.937" v="44" actId="2696"/>
        <pc:sldMkLst>
          <pc:docMk/>
          <pc:sldMk cId="2527645853" sldId="281"/>
        </pc:sldMkLst>
      </pc:sldChg>
      <pc:sldChg chg="add">
        <pc:chgData name="Jeremy" userId="09ac0925-c8bb-438c-a205-6311faa2bcaf" providerId="ADAL" clId="{07DD6953-E45F-49B3-BD80-9FD29785097B}" dt="2020-04-08T16:23:52.460" v="53"/>
        <pc:sldMkLst>
          <pc:docMk/>
          <pc:sldMk cId="3942393425" sldId="281"/>
        </pc:sldMkLst>
      </pc:sldChg>
      <pc:sldChg chg="add">
        <pc:chgData name="Jeremy" userId="09ac0925-c8bb-438c-a205-6311faa2bcaf" providerId="ADAL" clId="{07DD6953-E45F-49B3-BD80-9FD29785097B}" dt="2020-04-08T16:23:52.460" v="53"/>
        <pc:sldMkLst>
          <pc:docMk/>
          <pc:sldMk cId="3031039854" sldId="282"/>
        </pc:sldMkLst>
      </pc:sldChg>
      <pc:sldChg chg="add">
        <pc:chgData name="Jeremy" userId="09ac0925-c8bb-438c-a205-6311faa2bcaf" providerId="ADAL" clId="{07DD6953-E45F-49B3-BD80-9FD29785097B}" dt="2020-04-08T16:23:52.460" v="53"/>
        <pc:sldMkLst>
          <pc:docMk/>
          <pc:sldMk cId="2522298382" sldId="283"/>
        </pc:sldMkLst>
      </pc:sldChg>
      <pc:sldChg chg="add">
        <pc:chgData name="Jeremy" userId="09ac0925-c8bb-438c-a205-6311faa2bcaf" providerId="ADAL" clId="{07DD6953-E45F-49B3-BD80-9FD29785097B}" dt="2020-04-08T16:23:52.460" v="53"/>
        <pc:sldMkLst>
          <pc:docMk/>
          <pc:sldMk cId="3265919681" sldId="284"/>
        </pc:sldMkLst>
      </pc:sldChg>
      <pc:sldChg chg="add">
        <pc:chgData name="Jeremy" userId="09ac0925-c8bb-438c-a205-6311faa2bcaf" providerId="ADAL" clId="{07DD6953-E45F-49B3-BD80-9FD29785097B}" dt="2020-04-08T16:23:52.460" v="53"/>
        <pc:sldMkLst>
          <pc:docMk/>
          <pc:sldMk cId="3937408171" sldId="286"/>
        </pc:sldMkLst>
      </pc:sldChg>
      <pc:sldChg chg="add">
        <pc:chgData name="Jeremy" userId="09ac0925-c8bb-438c-a205-6311faa2bcaf" providerId="ADAL" clId="{07DD6953-E45F-49B3-BD80-9FD29785097B}" dt="2020-04-08T16:23:52.460" v="53"/>
        <pc:sldMkLst>
          <pc:docMk/>
          <pc:sldMk cId="3511879738" sldId="287"/>
        </pc:sldMkLst>
      </pc:sldChg>
      <pc:sldChg chg="add">
        <pc:chgData name="Jeremy" userId="09ac0925-c8bb-438c-a205-6311faa2bcaf" providerId="ADAL" clId="{07DD6953-E45F-49B3-BD80-9FD29785097B}" dt="2020-04-08T16:23:52.460" v="53"/>
        <pc:sldMkLst>
          <pc:docMk/>
          <pc:sldMk cId="3762947129" sldId="288"/>
        </pc:sldMkLst>
      </pc:sldChg>
      <pc:sldChg chg="add">
        <pc:chgData name="Jeremy" userId="09ac0925-c8bb-438c-a205-6311faa2bcaf" providerId="ADAL" clId="{07DD6953-E45F-49B3-BD80-9FD29785097B}" dt="2020-04-08T16:23:52.460" v="53"/>
        <pc:sldMkLst>
          <pc:docMk/>
          <pc:sldMk cId="1927896488" sldId="289"/>
        </pc:sldMkLst>
      </pc:sldChg>
      <pc:sldChg chg="add">
        <pc:chgData name="Jeremy" userId="09ac0925-c8bb-438c-a205-6311faa2bcaf" providerId="ADAL" clId="{07DD6953-E45F-49B3-BD80-9FD29785097B}" dt="2020-04-08T16:23:52.460" v="53"/>
        <pc:sldMkLst>
          <pc:docMk/>
          <pc:sldMk cId="3858838090" sldId="291"/>
        </pc:sldMkLst>
      </pc:sldChg>
      <pc:sldChg chg="delSp modSp add mod">
        <pc:chgData name="Jeremy" userId="09ac0925-c8bb-438c-a205-6311faa2bcaf" providerId="ADAL" clId="{07DD6953-E45F-49B3-BD80-9FD29785097B}" dt="2020-04-08T16:42:06.337" v="95" actId="1076"/>
        <pc:sldMkLst>
          <pc:docMk/>
          <pc:sldMk cId="3178094289" sldId="293"/>
        </pc:sldMkLst>
        <pc:spChg chg="mod">
          <ac:chgData name="Jeremy" userId="09ac0925-c8bb-438c-a205-6311faa2bcaf" providerId="ADAL" clId="{07DD6953-E45F-49B3-BD80-9FD29785097B}" dt="2020-04-08T16:42:06.337" v="95" actId="1076"/>
          <ac:spMkLst>
            <pc:docMk/>
            <pc:sldMk cId="3178094289" sldId="293"/>
            <ac:spMk id="3" creationId="{4B1C50EB-E9AF-46FC-AF7C-B3F12463A0AF}"/>
          </ac:spMkLst>
        </pc:spChg>
        <pc:spChg chg="del mod">
          <ac:chgData name="Jeremy" userId="09ac0925-c8bb-438c-a205-6311faa2bcaf" providerId="ADAL" clId="{07DD6953-E45F-49B3-BD80-9FD29785097B}" dt="2020-04-08T16:41:44.981" v="88" actId="478"/>
          <ac:spMkLst>
            <pc:docMk/>
            <pc:sldMk cId="3178094289" sldId="293"/>
            <ac:spMk id="5" creationId="{049EDCA9-CB0C-4E82-95F5-D5D558981D39}"/>
          </ac:spMkLst>
        </pc:spChg>
      </pc:sldChg>
      <pc:sldChg chg="add">
        <pc:chgData name="Jeremy" userId="09ac0925-c8bb-438c-a205-6311faa2bcaf" providerId="ADAL" clId="{07DD6953-E45F-49B3-BD80-9FD29785097B}" dt="2020-04-08T16:23:52.460" v="53"/>
        <pc:sldMkLst>
          <pc:docMk/>
          <pc:sldMk cId="1882086949" sldId="294"/>
        </pc:sldMkLst>
      </pc:sldChg>
      <pc:sldChg chg="add">
        <pc:chgData name="Jeremy" userId="09ac0925-c8bb-438c-a205-6311faa2bcaf" providerId="ADAL" clId="{07DD6953-E45F-49B3-BD80-9FD29785097B}" dt="2020-04-08T16:23:52.460" v="53"/>
        <pc:sldMkLst>
          <pc:docMk/>
          <pc:sldMk cId="73302430" sldId="295"/>
        </pc:sldMkLst>
      </pc:sldChg>
      <pc:sldChg chg="add">
        <pc:chgData name="Jeremy" userId="09ac0925-c8bb-438c-a205-6311faa2bcaf" providerId="ADAL" clId="{07DD6953-E45F-49B3-BD80-9FD29785097B}" dt="2020-04-08T16:23:52.460" v="53"/>
        <pc:sldMkLst>
          <pc:docMk/>
          <pc:sldMk cId="413171919" sldId="296"/>
        </pc:sldMkLst>
      </pc:sldChg>
      <pc:sldChg chg="addSp modSp add mod">
        <pc:chgData name="Jeremy" userId="09ac0925-c8bb-438c-a205-6311faa2bcaf" providerId="ADAL" clId="{07DD6953-E45F-49B3-BD80-9FD29785097B}" dt="2020-04-24T12:31:18.712" v="532" actId="6549"/>
        <pc:sldMkLst>
          <pc:docMk/>
          <pc:sldMk cId="2112051477" sldId="297"/>
        </pc:sldMkLst>
        <pc:spChg chg="add mod">
          <ac:chgData name="Jeremy" userId="09ac0925-c8bb-438c-a205-6311faa2bcaf" providerId="ADAL" clId="{07DD6953-E45F-49B3-BD80-9FD29785097B}" dt="2020-04-24T12:31:18.712" v="532" actId="6549"/>
          <ac:spMkLst>
            <pc:docMk/>
            <pc:sldMk cId="2112051477" sldId="297"/>
            <ac:spMk id="2" creationId="{5186325A-8C03-4FC9-B05B-AC668F98F192}"/>
          </ac:spMkLst>
        </pc:spChg>
        <pc:spChg chg="add">
          <ac:chgData name="Jeremy" userId="09ac0925-c8bb-438c-a205-6311faa2bcaf" providerId="ADAL" clId="{07DD6953-E45F-49B3-BD80-9FD29785097B}" dt="2020-04-08T16:41:19.091" v="87"/>
          <ac:spMkLst>
            <pc:docMk/>
            <pc:sldMk cId="2112051477" sldId="297"/>
            <ac:spMk id="3" creationId="{61F41D70-66A1-4FBA-A6BB-7A6CCC502FF1}"/>
          </ac:spMkLst>
        </pc:spChg>
      </pc:sldChg>
    </pc:docChg>
  </pc:docChgLst>
  <pc:docChgLst>
    <pc:chgData name="Jeremy Foss" userId="09ac0925-c8bb-438c-a205-6311faa2bcaf" providerId="ADAL" clId="{20EA2E12-A430-49F5-BB0C-A5982E3DDDFE}"/>
    <pc:docChg chg="undo custSel addSld modSld sldOrd">
      <pc:chgData name="Jeremy Foss" userId="09ac0925-c8bb-438c-a205-6311faa2bcaf" providerId="ADAL" clId="{20EA2E12-A430-49F5-BB0C-A5982E3DDDFE}" dt="2023-04-26T11:28:21.555" v="1491" actId="1076"/>
      <pc:docMkLst>
        <pc:docMk/>
      </pc:docMkLst>
      <pc:sldChg chg="delSp modSp mod">
        <pc:chgData name="Jeremy Foss" userId="09ac0925-c8bb-438c-a205-6311faa2bcaf" providerId="ADAL" clId="{20EA2E12-A430-49F5-BB0C-A5982E3DDDFE}" dt="2023-04-04T10:29:09.820" v="1365" actId="20577"/>
        <pc:sldMkLst>
          <pc:docMk/>
          <pc:sldMk cId="2079727969" sldId="262"/>
        </pc:sldMkLst>
        <pc:spChg chg="mod">
          <ac:chgData name="Jeremy Foss" userId="09ac0925-c8bb-438c-a205-6311faa2bcaf" providerId="ADAL" clId="{20EA2E12-A430-49F5-BB0C-A5982E3DDDFE}" dt="2023-04-04T10:29:09.820" v="1365" actId="20577"/>
          <ac:spMkLst>
            <pc:docMk/>
            <pc:sldMk cId="2079727969" sldId="262"/>
            <ac:spMk id="2" creationId="{00000000-0000-0000-0000-000000000000}"/>
          </ac:spMkLst>
        </pc:spChg>
        <pc:spChg chg="del">
          <ac:chgData name="Jeremy Foss" userId="09ac0925-c8bb-438c-a205-6311faa2bcaf" providerId="ADAL" clId="{20EA2E12-A430-49F5-BB0C-A5982E3DDDFE}" dt="2023-04-04T09:27:06.417" v="362" actId="478"/>
          <ac:spMkLst>
            <pc:docMk/>
            <pc:sldMk cId="2079727969" sldId="262"/>
            <ac:spMk id="5" creationId="{00000000-0000-0000-0000-000000000000}"/>
          </ac:spMkLst>
        </pc:spChg>
      </pc:sldChg>
      <pc:sldChg chg="addSp delSp modSp mod">
        <pc:chgData name="Jeremy Foss" userId="09ac0925-c8bb-438c-a205-6311faa2bcaf" providerId="ADAL" clId="{20EA2E12-A430-49F5-BB0C-A5982E3DDDFE}" dt="2023-04-04T09:41:54.863" v="722"/>
        <pc:sldMkLst>
          <pc:docMk/>
          <pc:sldMk cId="1037820133" sldId="296"/>
        </pc:sldMkLst>
        <pc:spChg chg="add mod">
          <ac:chgData name="Jeremy Foss" userId="09ac0925-c8bb-438c-a205-6311faa2bcaf" providerId="ADAL" clId="{20EA2E12-A430-49F5-BB0C-A5982E3DDDFE}" dt="2023-04-04T09:41:54.863" v="722"/>
          <ac:spMkLst>
            <pc:docMk/>
            <pc:sldMk cId="1037820133" sldId="296"/>
            <ac:spMk id="2" creationId="{2EBA20CD-8FCA-3357-82A7-240C4826BB3A}"/>
          </ac:spMkLst>
        </pc:spChg>
        <pc:spChg chg="del">
          <ac:chgData name="Jeremy Foss" userId="09ac0925-c8bb-438c-a205-6311faa2bcaf" providerId="ADAL" clId="{20EA2E12-A430-49F5-BB0C-A5982E3DDDFE}" dt="2023-04-04T09:41:54.481" v="721" actId="478"/>
          <ac:spMkLst>
            <pc:docMk/>
            <pc:sldMk cId="1037820133" sldId="296"/>
            <ac:spMk id="4" creationId="{FC248E29-766F-4143-98E0-3F6C7AF6803A}"/>
          </ac:spMkLst>
        </pc:spChg>
        <pc:spChg chg="mod">
          <ac:chgData name="Jeremy Foss" userId="09ac0925-c8bb-438c-a205-6311faa2bcaf" providerId="ADAL" clId="{20EA2E12-A430-49F5-BB0C-A5982E3DDDFE}" dt="2023-04-04T09:41:22.747" v="712" actId="1076"/>
          <ac:spMkLst>
            <pc:docMk/>
            <pc:sldMk cId="1037820133" sldId="296"/>
            <ac:spMk id="5" creationId="{069AD698-B60C-4B89-9CC4-7BBB05615D6A}"/>
          </ac:spMkLst>
        </pc:spChg>
        <pc:spChg chg="del">
          <ac:chgData name="Jeremy Foss" userId="09ac0925-c8bb-438c-a205-6311faa2bcaf" providerId="ADAL" clId="{20EA2E12-A430-49F5-BB0C-A5982E3DDDFE}" dt="2023-04-04T09:40:37.706" v="704" actId="478"/>
          <ac:spMkLst>
            <pc:docMk/>
            <pc:sldMk cId="1037820133" sldId="296"/>
            <ac:spMk id="11" creationId="{4AE322E3-C87A-8DD9-1D06-B19DE8266165}"/>
          </ac:spMkLst>
        </pc:spChg>
      </pc:sldChg>
      <pc:sldChg chg="addSp delSp modSp new mod">
        <pc:chgData name="Jeremy Foss" userId="09ac0925-c8bb-438c-a205-6311faa2bcaf" providerId="ADAL" clId="{20EA2E12-A430-49F5-BB0C-A5982E3DDDFE}" dt="2023-04-04T09:31:04.270" v="487" actId="114"/>
        <pc:sldMkLst>
          <pc:docMk/>
          <pc:sldMk cId="797712609" sldId="297"/>
        </pc:sldMkLst>
        <pc:spChg chg="add mod">
          <ac:chgData name="Jeremy Foss" userId="09ac0925-c8bb-438c-a205-6311faa2bcaf" providerId="ADAL" clId="{20EA2E12-A430-49F5-BB0C-A5982E3DDDFE}" dt="2023-04-04T09:20:03.485" v="14" actId="6549"/>
          <ac:spMkLst>
            <pc:docMk/>
            <pc:sldMk cId="797712609" sldId="297"/>
            <ac:spMk id="2" creationId="{E99D75A4-D13F-BDD4-2E67-5842F3F8EBFB}"/>
          </ac:spMkLst>
        </pc:spChg>
        <pc:spChg chg="add mod">
          <ac:chgData name="Jeremy Foss" userId="09ac0925-c8bb-438c-a205-6311faa2bcaf" providerId="ADAL" clId="{20EA2E12-A430-49F5-BB0C-A5982E3DDDFE}" dt="2023-04-04T09:31:04.270" v="487" actId="114"/>
          <ac:spMkLst>
            <pc:docMk/>
            <pc:sldMk cId="797712609" sldId="297"/>
            <ac:spMk id="3" creationId="{1489D7F6-2DBA-F410-C700-6FF0A9808B4C}"/>
          </ac:spMkLst>
        </pc:spChg>
        <pc:spChg chg="add del">
          <ac:chgData name="Jeremy Foss" userId="09ac0925-c8bb-438c-a205-6311faa2bcaf" providerId="ADAL" clId="{20EA2E12-A430-49F5-BB0C-A5982E3DDDFE}" dt="2023-04-04T09:22:35.863" v="178"/>
          <ac:spMkLst>
            <pc:docMk/>
            <pc:sldMk cId="797712609" sldId="297"/>
            <ac:spMk id="4" creationId="{C590C122-9D54-7051-7418-867B01E166DF}"/>
          </ac:spMkLst>
        </pc:spChg>
        <pc:spChg chg="add del">
          <ac:chgData name="Jeremy Foss" userId="09ac0925-c8bb-438c-a205-6311faa2bcaf" providerId="ADAL" clId="{20EA2E12-A430-49F5-BB0C-A5982E3DDDFE}" dt="2023-04-04T09:22:40.534" v="182"/>
          <ac:spMkLst>
            <pc:docMk/>
            <pc:sldMk cId="797712609" sldId="297"/>
            <ac:spMk id="5" creationId="{B45D50F1-5295-3BE2-8FFC-2B2492E8C6C4}"/>
          </ac:spMkLst>
        </pc:spChg>
      </pc:sldChg>
      <pc:sldChg chg="addSp modSp new mod">
        <pc:chgData name="Jeremy Foss" userId="09ac0925-c8bb-438c-a205-6311faa2bcaf" providerId="ADAL" clId="{20EA2E12-A430-49F5-BB0C-A5982E3DDDFE}" dt="2023-04-04T09:45:09.550" v="762" actId="20577"/>
        <pc:sldMkLst>
          <pc:docMk/>
          <pc:sldMk cId="1009862460" sldId="298"/>
        </pc:sldMkLst>
        <pc:spChg chg="add mod">
          <ac:chgData name="Jeremy Foss" userId="09ac0925-c8bb-438c-a205-6311faa2bcaf" providerId="ADAL" clId="{20EA2E12-A430-49F5-BB0C-A5982E3DDDFE}" dt="2023-04-04T09:45:09.550" v="762" actId="20577"/>
          <ac:spMkLst>
            <pc:docMk/>
            <pc:sldMk cId="1009862460" sldId="298"/>
            <ac:spMk id="2" creationId="{EA210B80-BC25-9B2C-24B6-2900051F78F8}"/>
          </ac:spMkLst>
        </pc:spChg>
      </pc:sldChg>
      <pc:sldChg chg="addSp modSp new mod ord">
        <pc:chgData name="Jeremy Foss" userId="09ac0925-c8bb-438c-a205-6311faa2bcaf" providerId="ADAL" clId="{20EA2E12-A430-49F5-BB0C-A5982E3DDDFE}" dt="2023-04-04T09:41:49.936" v="720" actId="1076"/>
        <pc:sldMkLst>
          <pc:docMk/>
          <pc:sldMk cId="3496961081" sldId="299"/>
        </pc:sldMkLst>
        <pc:spChg chg="add mod">
          <ac:chgData name="Jeremy Foss" userId="09ac0925-c8bb-438c-a205-6311faa2bcaf" providerId="ADAL" clId="{20EA2E12-A430-49F5-BB0C-A5982E3DDDFE}" dt="2023-04-04T09:41:49.936" v="720" actId="1076"/>
          <ac:spMkLst>
            <pc:docMk/>
            <pc:sldMk cId="3496961081" sldId="299"/>
            <ac:spMk id="2" creationId="{3A550000-E996-C605-9DCB-118FBA8591BE}"/>
          </ac:spMkLst>
        </pc:spChg>
        <pc:spChg chg="add mod ord">
          <ac:chgData name="Jeremy Foss" userId="09ac0925-c8bb-438c-a205-6311faa2bcaf" providerId="ADAL" clId="{20EA2E12-A430-49F5-BB0C-A5982E3DDDFE}" dt="2023-04-04T09:40:30.574" v="703" actId="20577"/>
          <ac:spMkLst>
            <pc:docMk/>
            <pc:sldMk cId="3496961081" sldId="299"/>
            <ac:spMk id="3" creationId="{D49D6032-9A07-5F72-8A98-51B5780B7231}"/>
          </ac:spMkLst>
        </pc:spChg>
        <pc:spChg chg="add mod">
          <ac:chgData name="Jeremy Foss" userId="09ac0925-c8bb-438c-a205-6311faa2bcaf" providerId="ADAL" clId="{20EA2E12-A430-49F5-BB0C-A5982E3DDDFE}" dt="2023-04-04T09:36:51.716" v="587" actId="164"/>
          <ac:spMkLst>
            <pc:docMk/>
            <pc:sldMk cId="3496961081" sldId="299"/>
            <ac:spMk id="5" creationId="{4369A5C8-CA0D-1107-89A0-D52143DB0FBD}"/>
          </ac:spMkLst>
        </pc:spChg>
        <pc:grpChg chg="add mod">
          <ac:chgData name="Jeremy Foss" userId="09ac0925-c8bb-438c-a205-6311faa2bcaf" providerId="ADAL" clId="{20EA2E12-A430-49F5-BB0C-A5982E3DDDFE}" dt="2023-04-04T09:37:20.153" v="594" actId="1076"/>
          <ac:grpSpMkLst>
            <pc:docMk/>
            <pc:sldMk cId="3496961081" sldId="299"/>
            <ac:grpSpMk id="6" creationId="{1C7258F7-BF39-CCCB-BE41-7AE855328900}"/>
          </ac:grpSpMkLst>
        </pc:grpChg>
        <pc:picChg chg="add mod">
          <ac:chgData name="Jeremy Foss" userId="09ac0925-c8bb-438c-a205-6311faa2bcaf" providerId="ADAL" clId="{20EA2E12-A430-49F5-BB0C-A5982E3DDDFE}" dt="2023-04-04T09:36:51.716" v="587" actId="164"/>
          <ac:picMkLst>
            <pc:docMk/>
            <pc:sldMk cId="3496961081" sldId="299"/>
            <ac:picMk id="4" creationId="{C841F259-3205-04C3-FEEC-E3985BDB6185}"/>
          </ac:picMkLst>
        </pc:picChg>
      </pc:sldChg>
      <pc:sldChg chg="addSp modSp new mod">
        <pc:chgData name="Jeremy Foss" userId="09ac0925-c8bb-438c-a205-6311faa2bcaf" providerId="ADAL" clId="{20EA2E12-A430-49F5-BB0C-A5982E3DDDFE}" dt="2023-04-04T10:11:12.205" v="1189" actId="14100"/>
        <pc:sldMkLst>
          <pc:docMk/>
          <pc:sldMk cId="2802110187" sldId="300"/>
        </pc:sldMkLst>
        <pc:spChg chg="add mod ord">
          <ac:chgData name="Jeremy Foss" userId="09ac0925-c8bb-438c-a205-6311faa2bcaf" providerId="ADAL" clId="{20EA2E12-A430-49F5-BB0C-A5982E3DDDFE}" dt="2023-04-04T10:08:44.128" v="1160" actId="164"/>
          <ac:spMkLst>
            <pc:docMk/>
            <pc:sldMk cId="2802110187" sldId="300"/>
            <ac:spMk id="2" creationId="{1979F951-AF0D-2C5D-FF25-80005619A334}"/>
          </ac:spMkLst>
        </pc:spChg>
        <pc:spChg chg="add mod">
          <ac:chgData name="Jeremy Foss" userId="09ac0925-c8bb-438c-a205-6311faa2bcaf" providerId="ADAL" clId="{20EA2E12-A430-49F5-BB0C-A5982E3DDDFE}" dt="2023-04-04T10:10:52.882" v="1186" actId="1036"/>
          <ac:spMkLst>
            <pc:docMk/>
            <pc:sldMk cId="2802110187" sldId="300"/>
            <ac:spMk id="4" creationId="{66C58D6D-3BAC-8D96-0820-1E230889468C}"/>
          </ac:spMkLst>
        </pc:spChg>
        <pc:spChg chg="add mod ord">
          <ac:chgData name="Jeremy Foss" userId="09ac0925-c8bb-438c-a205-6311faa2bcaf" providerId="ADAL" clId="{20EA2E12-A430-49F5-BB0C-A5982E3DDDFE}" dt="2023-04-04T10:10:52.882" v="1186" actId="1036"/>
          <ac:spMkLst>
            <pc:docMk/>
            <pc:sldMk cId="2802110187" sldId="300"/>
            <ac:spMk id="6" creationId="{2FDA19B4-93BB-3484-5F0D-7C087F4D8757}"/>
          </ac:spMkLst>
        </pc:spChg>
        <pc:spChg chg="add mod">
          <ac:chgData name="Jeremy Foss" userId="09ac0925-c8bb-438c-a205-6311faa2bcaf" providerId="ADAL" clId="{20EA2E12-A430-49F5-BB0C-A5982E3DDDFE}" dt="2023-04-04T10:10:37.352" v="1175" actId="1076"/>
          <ac:spMkLst>
            <pc:docMk/>
            <pc:sldMk cId="2802110187" sldId="300"/>
            <ac:spMk id="7" creationId="{01918F63-8B35-5209-457E-2DB9282A1984}"/>
          </ac:spMkLst>
        </pc:spChg>
        <pc:spChg chg="add mod">
          <ac:chgData name="Jeremy Foss" userId="09ac0925-c8bb-438c-a205-6311faa2bcaf" providerId="ADAL" clId="{20EA2E12-A430-49F5-BB0C-A5982E3DDDFE}" dt="2023-04-04T10:11:01.127" v="1187" actId="1076"/>
          <ac:spMkLst>
            <pc:docMk/>
            <pc:sldMk cId="2802110187" sldId="300"/>
            <ac:spMk id="8" creationId="{E1743665-D853-75B2-D373-71C5976915C0}"/>
          </ac:spMkLst>
        </pc:spChg>
        <pc:spChg chg="add mod ord">
          <ac:chgData name="Jeremy Foss" userId="09ac0925-c8bb-438c-a205-6311faa2bcaf" providerId="ADAL" clId="{20EA2E12-A430-49F5-BB0C-A5982E3DDDFE}" dt="2023-04-04T10:10:52.882" v="1186" actId="1036"/>
          <ac:spMkLst>
            <pc:docMk/>
            <pc:sldMk cId="2802110187" sldId="300"/>
            <ac:spMk id="9" creationId="{498CEAAD-8F37-5A5D-FC01-215A831AEFA2}"/>
          </ac:spMkLst>
        </pc:spChg>
        <pc:grpChg chg="add mod">
          <ac:chgData name="Jeremy Foss" userId="09ac0925-c8bb-438c-a205-6311faa2bcaf" providerId="ADAL" clId="{20EA2E12-A430-49F5-BB0C-A5982E3DDDFE}" dt="2023-04-04T10:10:43.040" v="1176" actId="14100"/>
          <ac:grpSpMkLst>
            <pc:docMk/>
            <pc:sldMk cId="2802110187" sldId="300"/>
            <ac:grpSpMk id="10" creationId="{361A051F-104C-A266-B8D0-F04464D2EEA4}"/>
          </ac:grpSpMkLst>
        </pc:grpChg>
        <pc:picChg chg="add mod">
          <ac:chgData name="Jeremy Foss" userId="09ac0925-c8bb-438c-a205-6311faa2bcaf" providerId="ADAL" clId="{20EA2E12-A430-49F5-BB0C-A5982E3DDDFE}" dt="2023-04-04T10:08:44.128" v="1160" actId="164"/>
          <ac:picMkLst>
            <pc:docMk/>
            <pc:sldMk cId="2802110187" sldId="300"/>
            <ac:picMk id="3" creationId="{4BCDB227-F165-A36C-A6DC-D8550F015481}"/>
          </ac:picMkLst>
        </pc:picChg>
        <pc:picChg chg="add mod modCrop">
          <ac:chgData name="Jeremy Foss" userId="09ac0925-c8bb-438c-a205-6311faa2bcaf" providerId="ADAL" clId="{20EA2E12-A430-49F5-BB0C-A5982E3DDDFE}" dt="2023-04-04T10:11:12.205" v="1189" actId="14100"/>
          <ac:picMkLst>
            <pc:docMk/>
            <pc:sldMk cId="2802110187" sldId="300"/>
            <ac:picMk id="5" creationId="{1C54B73F-AEC3-DB1C-7D5C-AD7AAFC493E9}"/>
          </ac:picMkLst>
        </pc:picChg>
      </pc:sldChg>
      <pc:sldChg chg="addSp delSp modSp new mod">
        <pc:chgData name="Jeremy Foss" userId="09ac0925-c8bb-438c-a205-6311faa2bcaf" providerId="ADAL" clId="{20EA2E12-A430-49F5-BB0C-A5982E3DDDFE}" dt="2023-04-04T10:12:46.630" v="1196" actId="1076"/>
        <pc:sldMkLst>
          <pc:docMk/>
          <pc:sldMk cId="2102565158" sldId="301"/>
        </pc:sldMkLst>
        <pc:spChg chg="add del">
          <ac:chgData name="Jeremy Foss" userId="09ac0925-c8bb-438c-a205-6311faa2bcaf" providerId="ADAL" clId="{20EA2E12-A430-49F5-BB0C-A5982E3DDDFE}" dt="2023-04-04T09:56:40.999" v="1029" actId="22"/>
          <ac:spMkLst>
            <pc:docMk/>
            <pc:sldMk cId="2102565158" sldId="301"/>
            <ac:spMk id="3" creationId="{36D1A553-7703-D464-7DDF-4148EA3D6BD9}"/>
          </ac:spMkLst>
        </pc:spChg>
        <pc:spChg chg="add mod">
          <ac:chgData name="Jeremy Foss" userId="09ac0925-c8bb-438c-a205-6311faa2bcaf" providerId="ADAL" clId="{20EA2E12-A430-49F5-BB0C-A5982E3DDDFE}" dt="2023-04-04T10:12:46.630" v="1196" actId="1076"/>
          <ac:spMkLst>
            <pc:docMk/>
            <pc:sldMk cId="2102565158" sldId="301"/>
            <ac:spMk id="4" creationId="{D9E2A336-3EA4-C260-3B73-FC78E9C87AB1}"/>
          </ac:spMkLst>
        </pc:spChg>
        <pc:spChg chg="add mod">
          <ac:chgData name="Jeremy Foss" userId="09ac0925-c8bb-438c-a205-6311faa2bcaf" providerId="ADAL" clId="{20EA2E12-A430-49F5-BB0C-A5982E3DDDFE}" dt="2023-04-04T09:56:54.908" v="1031"/>
          <ac:spMkLst>
            <pc:docMk/>
            <pc:sldMk cId="2102565158" sldId="301"/>
            <ac:spMk id="5" creationId="{CC4D4AD5-0447-D223-3418-1DE84EC6FC3D}"/>
          </ac:spMkLst>
        </pc:spChg>
        <pc:spChg chg="add del mod">
          <ac:chgData name="Jeremy Foss" userId="09ac0925-c8bb-438c-a205-6311faa2bcaf" providerId="ADAL" clId="{20EA2E12-A430-49F5-BB0C-A5982E3DDDFE}" dt="2023-04-04T09:57:50.724" v="1037"/>
          <ac:spMkLst>
            <pc:docMk/>
            <pc:sldMk cId="2102565158" sldId="301"/>
            <ac:spMk id="6" creationId="{C45F0474-C4BA-5AD5-6615-1FB4402A323B}"/>
          </ac:spMkLst>
        </pc:spChg>
        <pc:spChg chg="mod">
          <ac:chgData name="Jeremy Foss" userId="09ac0925-c8bb-438c-a205-6311faa2bcaf" providerId="ADAL" clId="{20EA2E12-A430-49F5-BB0C-A5982E3DDDFE}" dt="2023-04-04T10:12:42.154" v="1195"/>
          <ac:spMkLst>
            <pc:docMk/>
            <pc:sldMk cId="2102565158" sldId="301"/>
            <ac:spMk id="9" creationId="{133CC346-C23B-D6E9-00E9-FFD22549912A}"/>
          </ac:spMkLst>
        </pc:spChg>
        <pc:grpChg chg="add mod">
          <ac:chgData name="Jeremy Foss" userId="09ac0925-c8bb-438c-a205-6311faa2bcaf" providerId="ADAL" clId="{20EA2E12-A430-49F5-BB0C-A5982E3DDDFE}" dt="2023-04-04T10:12:42.154" v="1195"/>
          <ac:grpSpMkLst>
            <pc:docMk/>
            <pc:sldMk cId="2102565158" sldId="301"/>
            <ac:grpSpMk id="7" creationId="{C1382C3A-81FF-46F0-0F36-82847D7B3D35}"/>
          </ac:grpSpMkLst>
        </pc:grpChg>
        <pc:picChg chg="mod">
          <ac:chgData name="Jeremy Foss" userId="09ac0925-c8bb-438c-a205-6311faa2bcaf" providerId="ADAL" clId="{20EA2E12-A430-49F5-BB0C-A5982E3DDDFE}" dt="2023-04-04T10:12:42.154" v="1195"/>
          <ac:picMkLst>
            <pc:docMk/>
            <pc:sldMk cId="2102565158" sldId="301"/>
            <ac:picMk id="8" creationId="{07D24C32-D78D-C2EE-8C41-7465D01D0580}"/>
          </ac:picMkLst>
        </pc:picChg>
      </pc:sldChg>
      <pc:sldChg chg="addSp modSp new mod">
        <pc:chgData name="Jeremy Foss" userId="09ac0925-c8bb-438c-a205-6311faa2bcaf" providerId="ADAL" clId="{20EA2E12-A430-49F5-BB0C-A5982E3DDDFE}" dt="2023-04-04T10:12:53.105" v="1198" actId="1076"/>
        <pc:sldMkLst>
          <pc:docMk/>
          <pc:sldMk cId="237842668" sldId="302"/>
        </pc:sldMkLst>
        <pc:spChg chg="add mod">
          <ac:chgData name="Jeremy Foss" userId="09ac0925-c8bb-438c-a205-6311faa2bcaf" providerId="ADAL" clId="{20EA2E12-A430-49F5-BB0C-A5982E3DDDFE}" dt="2023-04-04T10:12:53.105" v="1198" actId="1076"/>
          <ac:spMkLst>
            <pc:docMk/>
            <pc:sldMk cId="237842668" sldId="302"/>
            <ac:spMk id="2" creationId="{9612EFAE-13AB-70E5-48DF-EC4FF7549BF0}"/>
          </ac:spMkLst>
        </pc:spChg>
        <pc:spChg chg="add mod">
          <ac:chgData name="Jeremy Foss" userId="09ac0925-c8bb-438c-a205-6311faa2bcaf" providerId="ADAL" clId="{20EA2E12-A430-49F5-BB0C-A5982E3DDDFE}" dt="2023-04-04T09:57:56.983" v="1038"/>
          <ac:spMkLst>
            <pc:docMk/>
            <pc:sldMk cId="237842668" sldId="302"/>
            <ac:spMk id="3" creationId="{10D90208-D47C-8A38-2669-00521C2197DD}"/>
          </ac:spMkLst>
        </pc:spChg>
        <pc:spChg chg="mod">
          <ac:chgData name="Jeremy Foss" userId="09ac0925-c8bb-438c-a205-6311faa2bcaf" providerId="ADAL" clId="{20EA2E12-A430-49F5-BB0C-A5982E3DDDFE}" dt="2023-04-04T10:12:49.472" v="1197"/>
          <ac:spMkLst>
            <pc:docMk/>
            <pc:sldMk cId="237842668" sldId="302"/>
            <ac:spMk id="6" creationId="{12005B3D-EC7B-D004-386B-A6DE01C00B02}"/>
          </ac:spMkLst>
        </pc:spChg>
        <pc:grpChg chg="add mod">
          <ac:chgData name="Jeremy Foss" userId="09ac0925-c8bb-438c-a205-6311faa2bcaf" providerId="ADAL" clId="{20EA2E12-A430-49F5-BB0C-A5982E3DDDFE}" dt="2023-04-04T10:12:49.472" v="1197"/>
          <ac:grpSpMkLst>
            <pc:docMk/>
            <pc:sldMk cId="237842668" sldId="302"/>
            <ac:grpSpMk id="4" creationId="{5C17C867-2A85-E824-366E-930CC97A8D30}"/>
          </ac:grpSpMkLst>
        </pc:grpChg>
        <pc:picChg chg="mod">
          <ac:chgData name="Jeremy Foss" userId="09ac0925-c8bb-438c-a205-6311faa2bcaf" providerId="ADAL" clId="{20EA2E12-A430-49F5-BB0C-A5982E3DDDFE}" dt="2023-04-04T10:12:49.472" v="1197"/>
          <ac:picMkLst>
            <pc:docMk/>
            <pc:sldMk cId="237842668" sldId="302"/>
            <ac:picMk id="5" creationId="{86FBB3D6-7277-B3D2-DCF5-8FFC4659BA26}"/>
          </ac:picMkLst>
        </pc:picChg>
      </pc:sldChg>
      <pc:sldChg chg="addSp modSp new mod">
        <pc:chgData name="Jeremy Foss" userId="09ac0925-c8bb-438c-a205-6311faa2bcaf" providerId="ADAL" clId="{20EA2E12-A430-49F5-BB0C-A5982E3DDDFE}" dt="2023-04-04T10:16:05.493" v="1220" actId="404"/>
        <pc:sldMkLst>
          <pc:docMk/>
          <pc:sldMk cId="1022210098" sldId="303"/>
        </pc:sldMkLst>
        <pc:spChg chg="add mod">
          <ac:chgData name="Jeremy Foss" userId="09ac0925-c8bb-438c-a205-6311faa2bcaf" providerId="ADAL" clId="{20EA2E12-A430-49F5-BB0C-A5982E3DDDFE}" dt="2023-04-04T10:15:22.620" v="1211" actId="1076"/>
          <ac:spMkLst>
            <pc:docMk/>
            <pc:sldMk cId="1022210098" sldId="303"/>
            <ac:spMk id="2" creationId="{6340924A-260C-F424-C4A3-2932750168D4}"/>
          </ac:spMkLst>
        </pc:spChg>
        <pc:spChg chg="add mod">
          <ac:chgData name="Jeremy Foss" userId="09ac0925-c8bb-438c-a205-6311faa2bcaf" providerId="ADAL" clId="{20EA2E12-A430-49F5-BB0C-A5982E3DDDFE}" dt="2023-04-04T10:16:05.493" v="1220" actId="404"/>
          <ac:spMkLst>
            <pc:docMk/>
            <pc:sldMk cId="1022210098" sldId="303"/>
            <ac:spMk id="4" creationId="{A0FA3413-8E6B-6775-CF9C-6D60F365E99C}"/>
          </ac:spMkLst>
        </pc:spChg>
        <pc:spChg chg="add mod">
          <ac:chgData name="Jeremy Foss" userId="09ac0925-c8bb-438c-a205-6311faa2bcaf" providerId="ADAL" clId="{20EA2E12-A430-49F5-BB0C-A5982E3DDDFE}" dt="2023-04-04T10:15:58.574" v="1219" actId="14100"/>
          <ac:spMkLst>
            <pc:docMk/>
            <pc:sldMk cId="1022210098" sldId="303"/>
            <ac:spMk id="5" creationId="{92EE4028-9515-F493-2986-CF5B56EF4F20}"/>
          </ac:spMkLst>
        </pc:spChg>
        <pc:spChg chg="add mod">
          <ac:chgData name="Jeremy Foss" userId="09ac0925-c8bb-438c-a205-6311faa2bcaf" providerId="ADAL" clId="{20EA2E12-A430-49F5-BB0C-A5982E3DDDFE}" dt="2023-04-04T10:11:41.609" v="1190"/>
          <ac:spMkLst>
            <pc:docMk/>
            <pc:sldMk cId="1022210098" sldId="303"/>
            <ac:spMk id="6" creationId="{A0257E79-C3E1-0C84-C102-BA83AB8B8E14}"/>
          </ac:spMkLst>
        </pc:spChg>
        <pc:picChg chg="add mod">
          <ac:chgData name="Jeremy Foss" userId="09ac0925-c8bb-438c-a205-6311faa2bcaf" providerId="ADAL" clId="{20EA2E12-A430-49F5-BB0C-A5982E3DDDFE}" dt="2023-04-04T10:15:46.224" v="1215" actId="1076"/>
          <ac:picMkLst>
            <pc:docMk/>
            <pc:sldMk cId="1022210098" sldId="303"/>
            <ac:picMk id="3" creationId="{68E91624-F9EB-FFAA-569C-719DDBB1A570}"/>
          </ac:picMkLst>
        </pc:picChg>
      </pc:sldChg>
      <pc:sldChg chg="addSp delSp modSp new mod">
        <pc:chgData name="Jeremy Foss" userId="09ac0925-c8bb-438c-a205-6311faa2bcaf" providerId="ADAL" clId="{20EA2E12-A430-49F5-BB0C-A5982E3DDDFE}" dt="2023-04-04T10:21:21.497" v="1298" actId="1076"/>
        <pc:sldMkLst>
          <pc:docMk/>
          <pc:sldMk cId="248198742" sldId="304"/>
        </pc:sldMkLst>
        <pc:spChg chg="add mod">
          <ac:chgData name="Jeremy Foss" userId="09ac0925-c8bb-438c-a205-6311faa2bcaf" providerId="ADAL" clId="{20EA2E12-A430-49F5-BB0C-A5982E3DDDFE}" dt="2023-04-04T10:21:21.497" v="1298" actId="1076"/>
          <ac:spMkLst>
            <pc:docMk/>
            <pc:sldMk cId="248198742" sldId="304"/>
            <ac:spMk id="2" creationId="{FB670A3D-8E87-9EF5-3320-56DFF48457AD}"/>
          </ac:spMkLst>
        </pc:spChg>
        <pc:spChg chg="add del mod">
          <ac:chgData name="Jeremy Foss" userId="09ac0925-c8bb-438c-a205-6311faa2bcaf" providerId="ADAL" clId="{20EA2E12-A430-49F5-BB0C-A5982E3DDDFE}" dt="2023-04-04T10:16:13.475" v="1221" actId="478"/>
          <ac:spMkLst>
            <pc:docMk/>
            <pc:sldMk cId="248198742" sldId="304"/>
            <ac:spMk id="3" creationId="{44A459BF-EC6F-57DA-7C36-4028774EC7D9}"/>
          </ac:spMkLst>
        </pc:spChg>
        <pc:spChg chg="add mod">
          <ac:chgData name="Jeremy Foss" userId="09ac0925-c8bb-438c-a205-6311faa2bcaf" providerId="ADAL" clId="{20EA2E12-A430-49F5-BB0C-A5982E3DDDFE}" dt="2023-04-04T10:16:13.919" v="1222"/>
          <ac:spMkLst>
            <pc:docMk/>
            <pc:sldMk cId="248198742" sldId="304"/>
            <ac:spMk id="5" creationId="{0341BACF-65DE-F979-73B4-3C29E659EA01}"/>
          </ac:spMkLst>
        </pc:spChg>
        <pc:spChg chg="add mod">
          <ac:chgData name="Jeremy Foss" userId="09ac0925-c8bb-438c-a205-6311faa2bcaf" providerId="ADAL" clId="{20EA2E12-A430-49F5-BB0C-A5982E3DDDFE}" dt="2023-04-04T10:21:04.220" v="1296" actId="404"/>
          <ac:spMkLst>
            <pc:docMk/>
            <pc:sldMk cId="248198742" sldId="304"/>
            <ac:spMk id="6" creationId="{10993437-2D06-A42A-AB91-36D1F6107D2C}"/>
          </ac:spMkLst>
        </pc:spChg>
        <pc:picChg chg="add mod">
          <ac:chgData name="Jeremy Foss" userId="09ac0925-c8bb-438c-a205-6311faa2bcaf" providerId="ADAL" clId="{20EA2E12-A430-49F5-BB0C-A5982E3DDDFE}" dt="2023-04-04T10:16:13.919" v="1222"/>
          <ac:picMkLst>
            <pc:docMk/>
            <pc:sldMk cId="248198742" sldId="304"/>
            <ac:picMk id="4" creationId="{507A96A7-7A7B-DE1A-4775-BDE403360910}"/>
          </ac:picMkLst>
        </pc:picChg>
      </pc:sldChg>
      <pc:sldChg chg="addSp modSp new mod">
        <pc:chgData name="Jeremy Foss" userId="09ac0925-c8bb-438c-a205-6311faa2bcaf" providerId="ADAL" clId="{20EA2E12-A430-49F5-BB0C-A5982E3DDDFE}" dt="2023-04-04T10:25:20.469" v="1357" actId="948"/>
        <pc:sldMkLst>
          <pc:docMk/>
          <pc:sldMk cId="3941389723" sldId="305"/>
        </pc:sldMkLst>
        <pc:spChg chg="add mod">
          <ac:chgData name="Jeremy Foss" userId="09ac0925-c8bb-438c-a205-6311faa2bcaf" providerId="ADAL" clId="{20EA2E12-A430-49F5-BB0C-A5982E3DDDFE}" dt="2023-04-04T10:25:20.469" v="1357" actId="948"/>
          <ac:spMkLst>
            <pc:docMk/>
            <pc:sldMk cId="3941389723" sldId="305"/>
            <ac:spMk id="2" creationId="{C80106DF-EF40-1077-4C14-EEA798B55D6F}"/>
          </ac:spMkLst>
        </pc:spChg>
        <pc:spChg chg="add mod">
          <ac:chgData name="Jeremy Foss" userId="09ac0925-c8bb-438c-a205-6311faa2bcaf" providerId="ADAL" clId="{20EA2E12-A430-49F5-BB0C-A5982E3DDDFE}" dt="2023-04-04T10:21:36.601" v="1300"/>
          <ac:spMkLst>
            <pc:docMk/>
            <pc:sldMk cId="3941389723" sldId="305"/>
            <ac:spMk id="3" creationId="{1B2E1C63-5139-0AB9-E4BA-7FCA655F6C8C}"/>
          </ac:spMkLst>
        </pc:spChg>
        <pc:spChg chg="add mod">
          <ac:chgData name="Jeremy Foss" userId="09ac0925-c8bb-438c-a205-6311faa2bcaf" providerId="ADAL" clId="{20EA2E12-A430-49F5-BB0C-A5982E3DDDFE}" dt="2023-04-04T10:22:18.229" v="1310" actId="1076"/>
          <ac:spMkLst>
            <pc:docMk/>
            <pc:sldMk cId="3941389723" sldId="305"/>
            <ac:spMk id="4" creationId="{31E52593-6806-31D0-77B3-D5EE1AC302AC}"/>
          </ac:spMkLst>
        </pc:spChg>
        <pc:spChg chg="add mod">
          <ac:chgData name="Jeremy Foss" userId="09ac0925-c8bb-438c-a205-6311faa2bcaf" providerId="ADAL" clId="{20EA2E12-A430-49F5-BB0C-A5982E3DDDFE}" dt="2023-04-04T10:21:36.601" v="1300"/>
          <ac:spMkLst>
            <pc:docMk/>
            <pc:sldMk cId="3941389723" sldId="305"/>
            <ac:spMk id="5" creationId="{BED5C77E-DD56-4ACD-3289-CC36ED744346}"/>
          </ac:spMkLst>
        </pc:spChg>
        <pc:picChg chg="add mod">
          <ac:chgData name="Jeremy Foss" userId="09ac0925-c8bb-438c-a205-6311faa2bcaf" providerId="ADAL" clId="{20EA2E12-A430-49F5-BB0C-A5982E3DDDFE}" dt="2023-04-04T10:22:18.229" v="1310" actId="1076"/>
          <ac:picMkLst>
            <pc:docMk/>
            <pc:sldMk cId="3941389723" sldId="305"/>
            <ac:picMk id="6" creationId="{11B81802-666C-8271-2ECB-57D508A990A4}"/>
          </ac:picMkLst>
        </pc:picChg>
      </pc:sldChg>
      <pc:sldChg chg="new">
        <pc:chgData name="Jeremy Foss" userId="09ac0925-c8bb-438c-a205-6311faa2bcaf" providerId="ADAL" clId="{20EA2E12-A430-49F5-BB0C-A5982E3DDDFE}" dt="2023-04-26T08:47:22.003" v="1366" actId="680"/>
        <pc:sldMkLst>
          <pc:docMk/>
          <pc:sldMk cId="4257721846" sldId="306"/>
        </pc:sldMkLst>
      </pc:sldChg>
      <pc:sldChg chg="addSp modSp new mod">
        <pc:chgData name="Jeremy Foss" userId="09ac0925-c8bb-438c-a205-6311faa2bcaf" providerId="ADAL" clId="{20EA2E12-A430-49F5-BB0C-A5982E3DDDFE}" dt="2023-04-26T11:28:21.555" v="1491" actId="1076"/>
        <pc:sldMkLst>
          <pc:docMk/>
          <pc:sldMk cId="1398564101" sldId="307"/>
        </pc:sldMkLst>
        <pc:spChg chg="add mod">
          <ac:chgData name="Jeremy Foss" userId="09ac0925-c8bb-438c-a205-6311faa2bcaf" providerId="ADAL" clId="{20EA2E12-A430-49F5-BB0C-A5982E3DDDFE}" dt="2023-04-26T08:48:01.418" v="1390" actId="1076"/>
          <ac:spMkLst>
            <pc:docMk/>
            <pc:sldMk cId="1398564101" sldId="307"/>
            <ac:spMk id="2" creationId="{05B5A7AB-3B18-AFC7-A9CF-657736A01BD8}"/>
          </ac:spMkLst>
        </pc:spChg>
        <pc:spChg chg="add mod">
          <ac:chgData name="Jeremy Foss" userId="09ac0925-c8bb-438c-a205-6311faa2bcaf" providerId="ADAL" clId="{20EA2E12-A430-49F5-BB0C-A5982E3DDDFE}" dt="2023-04-26T11:28:21.555" v="1491" actId="1076"/>
          <ac:spMkLst>
            <pc:docMk/>
            <pc:sldMk cId="1398564101" sldId="307"/>
            <ac:spMk id="4" creationId="{8B989C46-9315-333F-38B0-0701499C835C}"/>
          </ac:spMkLst>
        </pc:spChg>
        <pc:picChg chg="add mod">
          <ac:chgData name="Jeremy Foss" userId="09ac0925-c8bb-438c-a205-6311faa2bcaf" providerId="ADAL" clId="{20EA2E12-A430-49F5-BB0C-A5982E3DDDFE}" dt="2023-04-26T09:01:21.040" v="1489" actId="14861"/>
          <ac:picMkLst>
            <pc:docMk/>
            <pc:sldMk cId="1398564101" sldId="307"/>
            <ac:picMk id="6" creationId="{9EDE15B7-64CA-44ED-4B26-C3E0762966BD}"/>
          </ac:picMkLst>
        </pc:picChg>
        <pc:picChg chg="add mod">
          <ac:chgData name="Jeremy Foss" userId="09ac0925-c8bb-438c-a205-6311faa2bcaf" providerId="ADAL" clId="{20EA2E12-A430-49F5-BB0C-A5982E3DDDFE}" dt="2023-04-26T09:01:21.040" v="1489" actId="14861"/>
          <ac:picMkLst>
            <pc:docMk/>
            <pc:sldMk cId="1398564101" sldId="307"/>
            <ac:picMk id="8" creationId="{9FC4A77A-57E5-8C59-402B-88739CA61B93}"/>
          </ac:picMkLst>
        </pc:picChg>
        <pc:picChg chg="add mod">
          <ac:chgData name="Jeremy Foss" userId="09ac0925-c8bb-438c-a205-6311faa2bcaf" providerId="ADAL" clId="{20EA2E12-A430-49F5-BB0C-A5982E3DDDFE}" dt="2023-04-26T09:01:21.040" v="1489" actId="14861"/>
          <ac:picMkLst>
            <pc:docMk/>
            <pc:sldMk cId="1398564101" sldId="307"/>
            <ac:picMk id="10" creationId="{92BBF208-EBA2-F0BA-57CC-5E11FFC4B3A6}"/>
          </ac:picMkLst>
        </pc:picChg>
        <pc:picChg chg="add mod">
          <ac:chgData name="Jeremy Foss" userId="09ac0925-c8bb-438c-a205-6311faa2bcaf" providerId="ADAL" clId="{20EA2E12-A430-49F5-BB0C-A5982E3DDDFE}" dt="2023-04-26T09:01:21.040" v="1489" actId="14861"/>
          <ac:picMkLst>
            <pc:docMk/>
            <pc:sldMk cId="1398564101" sldId="307"/>
            <ac:picMk id="12" creationId="{52C74D8F-1449-AA48-6178-02B120016ED0}"/>
          </ac:picMkLst>
        </pc:picChg>
        <pc:picChg chg="add mod">
          <ac:chgData name="Jeremy Foss" userId="09ac0925-c8bb-438c-a205-6311faa2bcaf" providerId="ADAL" clId="{20EA2E12-A430-49F5-BB0C-A5982E3DDDFE}" dt="2023-04-26T09:01:44.453" v="1490" actId="1076"/>
          <ac:picMkLst>
            <pc:docMk/>
            <pc:sldMk cId="1398564101" sldId="307"/>
            <ac:picMk id="14" creationId="{B80F5F34-36B9-9A24-280D-C45FEDE0EC58}"/>
          </ac:picMkLst>
        </pc:picChg>
      </pc:sldChg>
    </pc:docChg>
  </pc:docChgLst>
  <pc:docChgLst>
    <pc:chgData name="Jeremy Foss" userId="09ac0925-c8bb-438c-a205-6311faa2bcaf" providerId="ADAL" clId="{9BCA55D1-B2D7-43D9-88EE-1B453ECA032E}"/>
    <pc:docChg chg="undo custSel addSld delSld modSld">
      <pc:chgData name="Jeremy Foss" userId="09ac0925-c8bb-438c-a205-6311faa2bcaf" providerId="ADAL" clId="{9BCA55D1-B2D7-43D9-88EE-1B453ECA032E}" dt="2021-06-01T09:15:31.221" v="350" actId="20577"/>
      <pc:docMkLst>
        <pc:docMk/>
      </pc:docMkLst>
      <pc:sldChg chg="add del">
        <pc:chgData name="Jeremy Foss" userId="09ac0925-c8bb-438c-a205-6311faa2bcaf" providerId="ADAL" clId="{9BCA55D1-B2D7-43D9-88EE-1B453ECA032E}" dt="2021-04-01T14:15:18.952" v="2"/>
        <pc:sldMkLst>
          <pc:docMk/>
          <pc:sldMk cId="2660569823" sldId="265"/>
        </pc:sldMkLst>
      </pc:sldChg>
      <pc:sldChg chg="add del">
        <pc:chgData name="Jeremy Foss" userId="09ac0925-c8bb-438c-a205-6311faa2bcaf" providerId="ADAL" clId="{9BCA55D1-B2D7-43D9-88EE-1B453ECA032E}" dt="2021-04-01T14:15:18.952" v="2"/>
        <pc:sldMkLst>
          <pc:docMk/>
          <pc:sldMk cId="3076269524" sldId="266"/>
        </pc:sldMkLst>
      </pc:sldChg>
      <pc:sldChg chg="del">
        <pc:chgData name="Jeremy Foss" userId="09ac0925-c8bb-438c-a205-6311faa2bcaf" providerId="ADAL" clId="{9BCA55D1-B2D7-43D9-88EE-1B453ECA032E}" dt="2021-04-01T14:14:59.479" v="1" actId="47"/>
        <pc:sldMkLst>
          <pc:docMk/>
          <pc:sldMk cId="2976488297" sldId="267"/>
        </pc:sldMkLst>
      </pc:sldChg>
      <pc:sldChg chg="add del">
        <pc:chgData name="Jeremy Foss" userId="09ac0925-c8bb-438c-a205-6311faa2bcaf" providerId="ADAL" clId="{9BCA55D1-B2D7-43D9-88EE-1B453ECA032E}" dt="2021-04-01T14:15:18.952" v="2"/>
        <pc:sldMkLst>
          <pc:docMk/>
          <pc:sldMk cId="2450478452" sldId="270"/>
        </pc:sldMkLst>
      </pc:sldChg>
      <pc:sldChg chg="add del">
        <pc:chgData name="Jeremy Foss" userId="09ac0925-c8bb-438c-a205-6311faa2bcaf" providerId="ADAL" clId="{9BCA55D1-B2D7-43D9-88EE-1B453ECA032E}" dt="2021-04-01T14:15:18.952" v="2"/>
        <pc:sldMkLst>
          <pc:docMk/>
          <pc:sldMk cId="1173905538" sldId="272"/>
        </pc:sldMkLst>
      </pc:sldChg>
      <pc:sldChg chg="add del">
        <pc:chgData name="Jeremy Foss" userId="09ac0925-c8bb-438c-a205-6311faa2bcaf" providerId="ADAL" clId="{9BCA55D1-B2D7-43D9-88EE-1B453ECA032E}" dt="2021-04-01T14:15:18.952" v="2"/>
        <pc:sldMkLst>
          <pc:docMk/>
          <pc:sldMk cId="3710965101" sldId="274"/>
        </pc:sldMkLst>
      </pc:sldChg>
      <pc:sldChg chg="del">
        <pc:chgData name="Jeremy Foss" userId="09ac0925-c8bb-438c-a205-6311faa2bcaf" providerId="ADAL" clId="{9BCA55D1-B2D7-43D9-88EE-1B453ECA032E}" dt="2021-04-01T14:14:59.479" v="1" actId="47"/>
        <pc:sldMkLst>
          <pc:docMk/>
          <pc:sldMk cId="2873639654" sldId="275"/>
        </pc:sldMkLst>
      </pc:sldChg>
      <pc:sldChg chg="addSp delSp modSp mod">
        <pc:chgData name="Jeremy Foss" userId="09ac0925-c8bb-438c-a205-6311faa2bcaf" providerId="ADAL" clId="{9BCA55D1-B2D7-43D9-88EE-1B453ECA032E}" dt="2021-06-01T09:15:31.221" v="350" actId="20577"/>
        <pc:sldMkLst>
          <pc:docMk/>
          <pc:sldMk cId="294762285" sldId="279"/>
        </pc:sldMkLst>
        <pc:spChg chg="mod">
          <ac:chgData name="Jeremy Foss" userId="09ac0925-c8bb-438c-a205-6311faa2bcaf" providerId="ADAL" clId="{9BCA55D1-B2D7-43D9-88EE-1B453ECA032E}" dt="2021-04-01T15:21:26.767" v="50" actId="6549"/>
          <ac:spMkLst>
            <pc:docMk/>
            <pc:sldMk cId="294762285" sldId="279"/>
            <ac:spMk id="2" creationId="{E85F62C0-2C8A-4201-BC4F-DDB07F26FC52}"/>
          </ac:spMkLst>
        </pc:spChg>
        <pc:graphicFrameChg chg="add del mod">
          <ac:chgData name="Jeremy Foss" userId="09ac0925-c8bb-438c-a205-6311faa2bcaf" providerId="ADAL" clId="{9BCA55D1-B2D7-43D9-88EE-1B453ECA032E}" dt="2021-04-01T15:21:32.128" v="54"/>
          <ac:graphicFrameMkLst>
            <pc:docMk/>
            <pc:sldMk cId="294762285" sldId="279"/>
            <ac:graphicFrameMk id="3" creationId="{39BEAC84-1DF4-4727-BD51-F87785218CDD}"/>
          </ac:graphicFrameMkLst>
        </pc:graphicFrameChg>
        <pc:graphicFrameChg chg="add mod modGraphic">
          <ac:chgData name="Jeremy Foss" userId="09ac0925-c8bb-438c-a205-6311faa2bcaf" providerId="ADAL" clId="{9BCA55D1-B2D7-43D9-88EE-1B453ECA032E}" dt="2021-06-01T09:15:31.221" v="350" actId="20577"/>
          <ac:graphicFrameMkLst>
            <pc:docMk/>
            <pc:sldMk cId="294762285" sldId="279"/>
            <ac:graphicFrameMk id="4" creationId="{945C8513-10FC-48DF-8EE5-D51AF73FCCB2}"/>
          </ac:graphicFrameMkLst>
        </pc:graphicFrameChg>
        <pc:graphicFrameChg chg="del mod">
          <ac:chgData name="Jeremy Foss" userId="09ac0925-c8bb-438c-a205-6311faa2bcaf" providerId="ADAL" clId="{9BCA55D1-B2D7-43D9-88EE-1B453ECA032E}" dt="2021-04-01T15:19:42.393" v="6" actId="478"/>
          <ac:graphicFrameMkLst>
            <pc:docMk/>
            <pc:sldMk cId="294762285" sldId="279"/>
            <ac:graphicFrameMk id="5" creationId="{F1005572-82D1-4F63-932B-941987605ABF}"/>
          </ac:graphicFrameMkLst>
        </pc:graphicFrameChg>
      </pc:sldChg>
      <pc:sldChg chg="del">
        <pc:chgData name="Jeremy Foss" userId="09ac0925-c8bb-438c-a205-6311faa2bcaf" providerId="ADAL" clId="{9BCA55D1-B2D7-43D9-88EE-1B453ECA032E}" dt="2021-04-01T15:19:27.970" v="3" actId="47"/>
        <pc:sldMkLst>
          <pc:docMk/>
          <pc:sldMk cId="343340016" sldId="280"/>
        </pc:sldMkLst>
      </pc:sldChg>
      <pc:sldChg chg="add del">
        <pc:chgData name="Jeremy Foss" userId="09ac0925-c8bb-438c-a205-6311faa2bcaf" providerId="ADAL" clId="{9BCA55D1-B2D7-43D9-88EE-1B453ECA032E}" dt="2021-04-01T14:15:18.952" v="2"/>
        <pc:sldMkLst>
          <pc:docMk/>
          <pc:sldMk cId="3942393425" sldId="281"/>
        </pc:sldMkLst>
      </pc:sldChg>
      <pc:sldChg chg="add del">
        <pc:chgData name="Jeremy Foss" userId="09ac0925-c8bb-438c-a205-6311faa2bcaf" providerId="ADAL" clId="{9BCA55D1-B2D7-43D9-88EE-1B453ECA032E}" dt="2021-04-01T14:15:18.952" v="2"/>
        <pc:sldMkLst>
          <pc:docMk/>
          <pc:sldMk cId="3031039854" sldId="282"/>
        </pc:sldMkLst>
      </pc:sldChg>
      <pc:sldChg chg="del">
        <pc:chgData name="Jeremy Foss" userId="09ac0925-c8bb-438c-a205-6311faa2bcaf" providerId="ADAL" clId="{9BCA55D1-B2D7-43D9-88EE-1B453ECA032E}" dt="2021-04-01T14:14:59.479" v="1" actId="47"/>
        <pc:sldMkLst>
          <pc:docMk/>
          <pc:sldMk cId="2522298382" sldId="283"/>
        </pc:sldMkLst>
      </pc:sldChg>
      <pc:sldChg chg="add del">
        <pc:chgData name="Jeremy Foss" userId="09ac0925-c8bb-438c-a205-6311faa2bcaf" providerId="ADAL" clId="{9BCA55D1-B2D7-43D9-88EE-1B453ECA032E}" dt="2021-04-01T14:15:18.952" v="2"/>
        <pc:sldMkLst>
          <pc:docMk/>
          <pc:sldMk cId="3265919681" sldId="284"/>
        </pc:sldMkLst>
      </pc:sldChg>
      <pc:sldChg chg="add del">
        <pc:chgData name="Jeremy Foss" userId="09ac0925-c8bb-438c-a205-6311faa2bcaf" providerId="ADAL" clId="{9BCA55D1-B2D7-43D9-88EE-1B453ECA032E}" dt="2021-04-01T14:15:18.952" v="2"/>
        <pc:sldMkLst>
          <pc:docMk/>
          <pc:sldMk cId="3937408171" sldId="286"/>
        </pc:sldMkLst>
      </pc:sldChg>
      <pc:sldChg chg="del">
        <pc:chgData name="Jeremy Foss" userId="09ac0925-c8bb-438c-a205-6311faa2bcaf" providerId="ADAL" clId="{9BCA55D1-B2D7-43D9-88EE-1B453ECA032E}" dt="2021-04-01T14:14:59.479" v="1" actId="47"/>
        <pc:sldMkLst>
          <pc:docMk/>
          <pc:sldMk cId="3511879738" sldId="287"/>
        </pc:sldMkLst>
      </pc:sldChg>
      <pc:sldChg chg="add del">
        <pc:chgData name="Jeremy Foss" userId="09ac0925-c8bb-438c-a205-6311faa2bcaf" providerId="ADAL" clId="{9BCA55D1-B2D7-43D9-88EE-1B453ECA032E}" dt="2021-04-01T14:15:18.952" v="2"/>
        <pc:sldMkLst>
          <pc:docMk/>
          <pc:sldMk cId="3762947129" sldId="288"/>
        </pc:sldMkLst>
      </pc:sldChg>
      <pc:sldChg chg="add del">
        <pc:chgData name="Jeremy Foss" userId="09ac0925-c8bb-438c-a205-6311faa2bcaf" providerId="ADAL" clId="{9BCA55D1-B2D7-43D9-88EE-1B453ECA032E}" dt="2021-04-01T14:15:18.952" v="2"/>
        <pc:sldMkLst>
          <pc:docMk/>
          <pc:sldMk cId="3858838090" sldId="291"/>
        </pc:sldMkLst>
      </pc:sldChg>
      <pc:sldChg chg="delSp modSp del mod">
        <pc:chgData name="Jeremy Foss" userId="09ac0925-c8bb-438c-a205-6311faa2bcaf" providerId="ADAL" clId="{9BCA55D1-B2D7-43D9-88EE-1B453ECA032E}" dt="2021-04-03T16:37:04.751" v="144" actId="2696"/>
        <pc:sldMkLst>
          <pc:docMk/>
          <pc:sldMk cId="3178094289" sldId="293"/>
        </pc:sldMkLst>
        <pc:spChg chg="del mod">
          <ac:chgData name="Jeremy Foss" userId="09ac0925-c8bb-438c-a205-6311faa2bcaf" providerId="ADAL" clId="{9BCA55D1-B2D7-43D9-88EE-1B453ECA032E}" dt="2021-04-01T15:23:33.565" v="79" actId="478"/>
          <ac:spMkLst>
            <pc:docMk/>
            <pc:sldMk cId="3178094289" sldId="293"/>
            <ac:spMk id="3" creationId="{4B1C50EB-E9AF-46FC-AF7C-B3F12463A0AF}"/>
          </ac:spMkLst>
        </pc:spChg>
      </pc:sldChg>
      <pc:sldChg chg="del">
        <pc:chgData name="Jeremy Foss" userId="09ac0925-c8bb-438c-a205-6311faa2bcaf" providerId="ADAL" clId="{9BCA55D1-B2D7-43D9-88EE-1B453ECA032E}" dt="2021-04-01T14:14:59.479" v="1" actId="47"/>
        <pc:sldMkLst>
          <pc:docMk/>
          <pc:sldMk cId="1882086949" sldId="294"/>
        </pc:sldMkLst>
      </pc:sldChg>
      <pc:sldChg chg="del">
        <pc:chgData name="Jeremy Foss" userId="09ac0925-c8bb-438c-a205-6311faa2bcaf" providerId="ADAL" clId="{9BCA55D1-B2D7-43D9-88EE-1B453ECA032E}" dt="2021-04-01T14:14:59.479" v="1" actId="47"/>
        <pc:sldMkLst>
          <pc:docMk/>
          <pc:sldMk cId="73302430" sldId="295"/>
        </pc:sldMkLst>
      </pc:sldChg>
      <pc:sldChg chg="del">
        <pc:chgData name="Jeremy Foss" userId="09ac0925-c8bb-438c-a205-6311faa2bcaf" providerId="ADAL" clId="{9BCA55D1-B2D7-43D9-88EE-1B453ECA032E}" dt="2021-04-01T14:14:59.479" v="1" actId="47"/>
        <pc:sldMkLst>
          <pc:docMk/>
          <pc:sldMk cId="413171919" sldId="296"/>
        </pc:sldMkLst>
      </pc:sldChg>
      <pc:sldChg chg="addSp delSp modSp add mod">
        <pc:chgData name="Jeremy Foss" userId="09ac0925-c8bb-438c-a205-6311faa2bcaf" providerId="ADAL" clId="{9BCA55D1-B2D7-43D9-88EE-1B453ECA032E}" dt="2021-04-19T06:55:59.912" v="251" actId="1076"/>
        <pc:sldMkLst>
          <pc:docMk/>
          <pc:sldMk cId="1037820133" sldId="296"/>
        </pc:sldMkLst>
        <pc:picChg chg="del">
          <ac:chgData name="Jeremy Foss" userId="09ac0925-c8bb-438c-a205-6311faa2bcaf" providerId="ADAL" clId="{9BCA55D1-B2D7-43D9-88EE-1B453ECA032E}" dt="2021-04-19T06:55:47.415" v="245" actId="478"/>
          <ac:picMkLst>
            <pc:docMk/>
            <pc:sldMk cId="1037820133" sldId="296"/>
            <ac:picMk id="2" creationId="{4671ECD8-BA89-4159-83EB-676165BBEBDD}"/>
          </ac:picMkLst>
        </pc:picChg>
        <pc:picChg chg="add mod">
          <ac:chgData name="Jeremy Foss" userId="09ac0925-c8bb-438c-a205-6311faa2bcaf" providerId="ADAL" clId="{9BCA55D1-B2D7-43D9-88EE-1B453ECA032E}" dt="2021-04-19T06:55:59.912" v="251" actId="1076"/>
          <ac:picMkLst>
            <pc:docMk/>
            <pc:sldMk cId="1037820133" sldId="296"/>
            <ac:picMk id="7" creationId="{CE69F487-4FDD-40A0-A653-A000FBF93FE4}"/>
          </ac:picMkLst>
        </pc:picChg>
      </pc:sldChg>
      <pc:sldChg chg="addSp delSp modSp mod">
        <pc:chgData name="Jeremy Foss" userId="09ac0925-c8bb-438c-a205-6311faa2bcaf" providerId="ADAL" clId="{9BCA55D1-B2D7-43D9-88EE-1B453ECA032E}" dt="2021-04-01T15:24:23.537" v="88" actId="14100"/>
        <pc:sldMkLst>
          <pc:docMk/>
          <pc:sldMk cId="2112051477" sldId="297"/>
        </pc:sldMkLst>
        <pc:spChg chg="del">
          <ac:chgData name="Jeremy Foss" userId="09ac0925-c8bb-438c-a205-6311faa2bcaf" providerId="ADAL" clId="{9BCA55D1-B2D7-43D9-88EE-1B453ECA032E}" dt="2021-04-01T15:23:36.526" v="80" actId="478"/>
          <ac:spMkLst>
            <pc:docMk/>
            <pc:sldMk cId="2112051477" sldId="297"/>
            <ac:spMk id="2" creationId="{5186325A-8C03-4FC9-B05B-AC668F98F192}"/>
          </ac:spMkLst>
        </pc:spChg>
        <pc:spChg chg="add mod">
          <ac:chgData name="Jeremy Foss" userId="09ac0925-c8bb-438c-a205-6311faa2bcaf" providerId="ADAL" clId="{9BCA55D1-B2D7-43D9-88EE-1B453ECA032E}" dt="2021-04-01T15:24:23.537" v="88" actId="14100"/>
          <ac:spMkLst>
            <pc:docMk/>
            <pc:sldMk cId="2112051477" sldId="297"/>
            <ac:spMk id="7" creationId="{4B2705B9-4F5E-4FAE-BF15-5EA5B56BDD56}"/>
          </ac:spMkLst>
        </pc:spChg>
        <pc:graphicFrameChg chg="add del mod">
          <ac:chgData name="Jeremy Foss" userId="09ac0925-c8bb-438c-a205-6311faa2bcaf" providerId="ADAL" clId="{9BCA55D1-B2D7-43D9-88EE-1B453ECA032E}" dt="2021-04-01T15:24:06.245" v="82"/>
          <ac:graphicFrameMkLst>
            <pc:docMk/>
            <pc:sldMk cId="2112051477" sldId="297"/>
            <ac:graphicFrameMk id="4" creationId="{12E13960-52A4-461A-B632-07A7D4F97956}"/>
          </ac:graphicFrameMkLst>
        </pc:graphicFrameChg>
        <pc:graphicFrameChg chg="add mod modGraphic">
          <ac:chgData name="Jeremy Foss" userId="09ac0925-c8bb-438c-a205-6311faa2bcaf" providerId="ADAL" clId="{9BCA55D1-B2D7-43D9-88EE-1B453ECA032E}" dt="2021-04-01T15:24:12.448" v="85" actId="14100"/>
          <ac:graphicFrameMkLst>
            <pc:docMk/>
            <pc:sldMk cId="2112051477" sldId="297"/>
            <ac:graphicFrameMk id="5" creationId="{AE2E5C20-8A8C-47D1-ACA3-D2F2C5883623}"/>
          </ac:graphicFrameMkLst>
        </pc:graphicFrameChg>
      </pc:sldChg>
      <pc:sldChg chg="add">
        <pc:chgData name="Jeremy Foss" userId="09ac0925-c8bb-438c-a205-6311faa2bcaf" providerId="ADAL" clId="{9BCA55D1-B2D7-43D9-88EE-1B453ECA032E}" dt="2021-04-01T14:15:18.952" v="2"/>
        <pc:sldMkLst>
          <pc:docMk/>
          <pc:sldMk cId="1882086949" sldId="298"/>
        </pc:sldMkLst>
      </pc:sldChg>
      <pc:sldChg chg="add">
        <pc:chgData name="Jeremy Foss" userId="09ac0925-c8bb-438c-a205-6311faa2bcaf" providerId="ADAL" clId="{9BCA55D1-B2D7-43D9-88EE-1B453ECA032E}" dt="2021-04-01T14:15:18.952" v="2"/>
        <pc:sldMkLst>
          <pc:docMk/>
          <pc:sldMk cId="73302430" sldId="299"/>
        </pc:sldMkLst>
      </pc:sldChg>
      <pc:sldChg chg="addSp delSp modSp new mod">
        <pc:chgData name="Jeremy Foss" userId="09ac0925-c8bb-438c-a205-6311faa2bcaf" providerId="ADAL" clId="{9BCA55D1-B2D7-43D9-88EE-1B453ECA032E}" dt="2021-04-01T15:25:50.149" v="106" actId="14100"/>
        <pc:sldMkLst>
          <pc:docMk/>
          <pc:sldMk cId="2358432937" sldId="300"/>
        </pc:sldMkLst>
        <pc:spChg chg="add mod">
          <ac:chgData name="Jeremy Foss" userId="09ac0925-c8bb-438c-a205-6311faa2bcaf" providerId="ADAL" clId="{9BCA55D1-B2D7-43D9-88EE-1B453ECA032E}" dt="2021-04-01T15:25:34.508" v="103"/>
          <ac:spMkLst>
            <pc:docMk/>
            <pc:sldMk cId="2358432937" sldId="300"/>
            <ac:spMk id="4" creationId="{F2569FFD-D99A-4210-A720-6AFDC91629D5}"/>
          </ac:spMkLst>
        </pc:spChg>
        <pc:graphicFrameChg chg="add del mod">
          <ac:chgData name="Jeremy Foss" userId="09ac0925-c8bb-438c-a205-6311faa2bcaf" providerId="ADAL" clId="{9BCA55D1-B2D7-43D9-88EE-1B453ECA032E}" dt="2021-04-01T15:25:05.103" v="91"/>
          <ac:graphicFrameMkLst>
            <pc:docMk/>
            <pc:sldMk cId="2358432937" sldId="300"/>
            <ac:graphicFrameMk id="2" creationId="{FF0D7620-5D67-41D9-AE50-C44ED4E53FBA}"/>
          </ac:graphicFrameMkLst>
        </pc:graphicFrameChg>
        <pc:graphicFrameChg chg="add mod modGraphic">
          <ac:chgData name="Jeremy Foss" userId="09ac0925-c8bb-438c-a205-6311faa2bcaf" providerId="ADAL" clId="{9BCA55D1-B2D7-43D9-88EE-1B453ECA032E}" dt="2021-04-01T15:25:50.149" v="106" actId="14100"/>
          <ac:graphicFrameMkLst>
            <pc:docMk/>
            <pc:sldMk cId="2358432937" sldId="300"/>
            <ac:graphicFrameMk id="3" creationId="{F29C07F6-B88C-471B-9502-EDFDDF4F2E98}"/>
          </ac:graphicFrameMkLst>
        </pc:graphicFrameChg>
      </pc:sldChg>
    </pc:docChg>
  </pc:docChgLst>
  <pc:docChgLst>
    <pc:chgData name="Jeremy Foss" userId="09ac0925-c8bb-438c-a205-6311faa2bcaf" providerId="ADAL" clId="{F56DEC28-2D43-4113-B0F7-331FBCC6A9A6}"/>
    <pc:docChg chg="custSel addSld modSld">
      <pc:chgData name="Jeremy Foss" userId="09ac0925-c8bb-438c-a205-6311faa2bcaf" providerId="ADAL" clId="{F56DEC28-2D43-4113-B0F7-331FBCC6A9A6}" dt="2019-04-14T12:38:55.952" v="32" actId="20577"/>
      <pc:docMkLst>
        <pc:docMk/>
      </pc:docMkLst>
      <pc:sldChg chg="delSp modSp">
        <pc:chgData name="Jeremy Foss" userId="09ac0925-c8bb-438c-a205-6311faa2bcaf" providerId="ADAL" clId="{F56DEC28-2D43-4113-B0F7-331FBCC6A9A6}" dt="2019-04-14T12:38:55.952" v="32" actId="20577"/>
        <pc:sldMkLst>
          <pc:docMk/>
          <pc:sldMk cId="0" sldId="256"/>
        </pc:sldMkLst>
        <pc:spChg chg="del">
          <ac:chgData name="Jeremy Foss" userId="09ac0925-c8bb-438c-a205-6311faa2bcaf" providerId="ADAL" clId="{F56DEC28-2D43-4113-B0F7-331FBCC6A9A6}" dt="2019-04-13T22:07:29.484" v="0" actId="478"/>
          <ac:spMkLst>
            <pc:docMk/>
            <pc:sldMk cId="0" sldId="256"/>
            <ac:spMk id="4" creationId="{00000000-0000-0000-0000-000000000000}"/>
          </ac:spMkLst>
        </pc:spChg>
        <pc:spChg chg="mod">
          <ac:chgData name="Jeremy Foss" userId="09ac0925-c8bb-438c-a205-6311faa2bcaf" providerId="ADAL" clId="{F56DEC28-2D43-4113-B0F7-331FBCC6A9A6}" dt="2019-04-14T12:38:55.952" v="32" actId="20577"/>
          <ac:spMkLst>
            <pc:docMk/>
            <pc:sldMk cId="0" sldId="256"/>
            <ac:spMk id="6147" creationId="{00000000-0000-0000-0000-000000000000}"/>
          </ac:spMkLst>
        </pc:spChg>
      </pc:sldChg>
      <pc:sldChg chg="addSp modSp add">
        <pc:chgData name="Jeremy Foss" userId="09ac0925-c8bb-438c-a205-6311faa2bcaf" providerId="ADAL" clId="{F56DEC28-2D43-4113-B0F7-331FBCC6A9A6}" dt="2019-04-13T22:07:49.719" v="4" actId="1076"/>
        <pc:sldMkLst>
          <pc:docMk/>
          <pc:sldMk cId="343340016" sldId="280"/>
        </pc:sldMkLst>
        <pc:picChg chg="add mod">
          <ac:chgData name="Jeremy Foss" userId="09ac0925-c8bb-438c-a205-6311faa2bcaf" providerId="ADAL" clId="{F56DEC28-2D43-4113-B0F7-331FBCC6A9A6}" dt="2019-04-13T22:07:49.719" v="4" actId="1076"/>
          <ac:picMkLst>
            <pc:docMk/>
            <pc:sldMk cId="343340016" sldId="280"/>
            <ac:picMk id="3" creationId="{DEAEFDE0-BADA-4DBF-8ADF-D5D6D1DCE84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9635" name="Rectangle 3"/>
          <p:cNvSpPr>
            <a:spLocks noGrp="1" noChangeArrowheads="1"/>
          </p:cNvSpPr>
          <p:nvPr>
            <p:ph type="dt" sz="quarter" idx="1"/>
          </p:nvPr>
        </p:nvSpPr>
        <p:spPr bwMode="auto">
          <a:xfrm>
            <a:off x="3884614"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5FCF019E-1375-4D69-90D7-05D62CCBD7E5}" type="datetimeFigureOut">
              <a:rPr lang="en-US"/>
              <a:pPr>
                <a:defRPr/>
              </a:pPr>
              <a:t>3/15/2026</a:t>
            </a:fld>
            <a:endParaRPr lang="en-US"/>
          </a:p>
        </p:txBody>
      </p:sp>
      <p:sp>
        <p:nvSpPr>
          <p:cNvPr id="69636" name="Rectangle 4"/>
          <p:cNvSpPr>
            <a:spLocks noGrp="1" noChangeArrowheads="1"/>
          </p:cNvSpPr>
          <p:nvPr>
            <p:ph type="ftr" sz="quarter" idx="2"/>
          </p:nvPr>
        </p:nvSpPr>
        <p:spPr bwMode="auto">
          <a:xfrm>
            <a:off x="0" y="868521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9637" name="Rectangle 5"/>
          <p:cNvSpPr>
            <a:spLocks noGrp="1" noChangeArrowheads="1"/>
          </p:cNvSpPr>
          <p:nvPr>
            <p:ph type="sldNum" sz="quarter" idx="3"/>
          </p:nvPr>
        </p:nvSpPr>
        <p:spPr bwMode="auto">
          <a:xfrm>
            <a:off x="3884614" y="868521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0E66841-25FA-4912-8AB9-E1C40B086689}" type="slidenum">
              <a:rPr lang="en-US"/>
              <a:pPr>
                <a:defRPr/>
              </a:pPr>
              <a:t>‹#›</a:t>
            </a:fld>
            <a:endParaRPr lang="en-US"/>
          </a:p>
        </p:txBody>
      </p:sp>
    </p:spTree>
    <p:extLst>
      <p:ext uri="{BB962C8B-B14F-4D97-AF65-F5344CB8AC3E}">
        <p14:creationId xmlns:p14="http://schemas.microsoft.com/office/powerpoint/2010/main" val="1907082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3" name="Rectangle 3"/>
          <p:cNvSpPr>
            <a:spLocks noGrp="1" noChangeArrowheads="1"/>
          </p:cNvSpPr>
          <p:nvPr>
            <p:ph type="dt" idx="1"/>
          </p:nvPr>
        </p:nvSpPr>
        <p:spPr bwMode="auto">
          <a:xfrm>
            <a:off x="3886201"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0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14401"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686801"/>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7" name="Rectangle 7"/>
          <p:cNvSpPr>
            <a:spLocks noGrp="1" noChangeArrowheads="1"/>
          </p:cNvSpPr>
          <p:nvPr>
            <p:ph type="sldNum" sz="quarter" idx="5"/>
          </p:nvPr>
        </p:nvSpPr>
        <p:spPr bwMode="auto">
          <a:xfrm>
            <a:off x="3886201" y="8686801"/>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FA0F4D4-A3A6-48C1-B1F1-4280E9CA502D}" type="slidenum">
              <a:rPr lang="en-GB"/>
              <a:pPr>
                <a:defRPr/>
              </a:pPr>
              <a:t>‹#›</a:t>
            </a:fld>
            <a:endParaRPr lang="en-GB"/>
          </a:p>
        </p:txBody>
      </p:sp>
    </p:spTree>
    <p:extLst>
      <p:ext uri="{BB962C8B-B14F-4D97-AF65-F5344CB8AC3E}">
        <p14:creationId xmlns:p14="http://schemas.microsoft.com/office/powerpoint/2010/main" val="391181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Lucida Sans Unicode"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532FAAA-12F3-4BC2-A6AB-5F2151B69C26}" type="slidenum">
              <a:rPr lang="en-GB" smtClean="0"/>
              <a:pPr/>
              <a:t>1</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2786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The Global Media &amp; Streaming Ecosystem (2025)</a:t>
            </a:r>
          </a:p>
          <a:p>
            <a:br>
              <a:rPr lang="en-GB" b="0" dirty="0"/>
            </a:br>
            <a:endParaRPr lang="en-GB" b="0" dirty="0"/>
          </a:p>
          <a:p>
            <a:r>
              <a:rPr lang="en-GB" b="0" dirty="0"/>
              <a:t>1. From Broadcasting to Platform Competition</a:t>
            </a:r>
          </a:p>
          <a:p>
            <a:r>
              <a:rPr lang="en-GB" b="0" dirty="0"/>
              <a:t>The global media industry has shifted from a broadcast-centric model to a platform-based ecosystem.</a:t>
            </a:r>
          </a:p>
          <a:p>
            <a:r>
              <a:rPr lang="en-GB" b="0" dirty="0"/>
              <a:t>Traditional broadcasters once controlled both content production and distribution, but today audiences increasingly access media through digital platforms and streaming services.</a:t>
            </a:r>
          </a:p>
          <a:p>
            <a:br>
              <a:rPr lang="en-GB" b="0" dirty="0"/>
            </a:br>
            <a:endParaRPr lang="en-GB" b="0" dirty="0"/>
          </a:p>
          <a:p>
            <a:r>
              <a:rPr lang="en-GB" b="0" dirty="0"/>
              <a:t>2. Technology Companies at the Core of Media</a:t>
            </a:r>
          </a:p>
          <a:p>
            <a:r>
              <a:rPr lang="en-GB" b="0" dirty="0"/>
              <a:t>Technology companies now play a central role in the media ecosystem.</a:t>
            </a:r>
          </a:p>
          <a:p>
            <a:r>
              <a:rPr lang="en-GB" b="0" dirty="0"/>
              <a:t>Platforms such as Google (YouTube), Amazon (Prime Video), Apple (Apple TV+) and TikTok control major channels of audience attention and content distribution.</a:t>
            </a:r>
          </a:p>
          <a:p>
            <a:r>
              <a:rPr lang="en-GB" b="0" dirty="0"/>
              <a:t>These companies combine technology infrastructure, data, and global platforms, allowing them to compete directly with traditional media companies.</a:t>
            </a:r>
          </a:p>
          <a:p>
            <a:br>
              <a:rPr lang="en-GB" b="0" dirty="0"/>
            </a:br>
            <a:endParaRPr lang="en-GB" b="0" dirty="0"/>
          </a:p>
          <a:p>
            <a:r>
              <a:rPr lang="en-GB" b="0" dirty="0"/>
              <a:t>3. The Second Phase of the Streaming Wars</a:t>
            </a:r>
          </a:p>
          <a:p>
            <a:r>
              <a:rPr lang="en-GB" b="0" dirty="0"/>
              <a:t>The industry is entering a new phase of the streaming wars.</a:t>
            </a:r>
          </a:p>
          <a:p>
            <a:r>
              <a:rPr lang="en-GB" b="0" dirty="0"/>
              <a:t>After a period of launching new streaming services, the focus is now shifting towards scale, profitability, and consolidation.</a:t>
            </a:r>
          </a:p>
          <a:p>
            <a:r>
              <a:rPr lang="en-GB" b="0" dirty="0"/>
              <a:t>Large streaming platforms such as Netflix, Disney+, Prime Video and Warner Bros Discovery compete globally for subscribers, intellectual property, and exclusive content.</a:t>
            </a:r>
          </a:p>
          <a:p>
            <a:br>
              <a:rPr lang="en-GB" b="0" dirty="0"/>
            </a:br>
            <a:endParaRPr lang="en-GB" b="0" dirty="0"/>
          </a:p>
          <a:p>
            <a:r>
              <a:rPr lang="en-GB" b="0" dirty="0"/>
              <a:t>4. The Key Players in the 2025 Media Ecosystem</a:t>
            </a:r>
          </a:p>
          <a:p>
            <a:r>
              <a:rPr lang="en-GB" b="0" dirty="0"/>
              <a:t>The ecosystem can be understood through four interacting layers:</a:t>
            </a:r>
          </a:p>
          <a:p>
            <a:r>
              <a:rPr lang="en-GB" b="0" dirty="0"/>
              <a:t>Technology Platforms</a:t>
            </a:r>
            <a:br>
              <a:rPr lang="en-GB" b="0" dirty="0"/>
            </a:br>
            <a:r>
              <a:rPr lang="en-GB" b="0" dirty="0"/>
              <a:t>Google, Amazon, Apple, TikTok</a:t>
            </a:r>
          </a:p>
          <a:p>
            <a:r>
              <a:rPr lang="en-GB" b="0" dirty="0"/>
              <a:t>Streaming Studios</a:t>
            </a:r>
            <a:br>
              <a:rPr lang="en-GB" b="0" dirty="0"/>
            </a:br>
            <a:r>
              <a:rPr lang="en-GB" b="0" dirty="0"/>
              <a:t>Netflix, Disney, Warner Bros Discovery, Comcast</a:t>
            </a:r>
          </a:p>
          <a:p>
            <a:r>
              <a:rPr lang="en-GB" b="0" dirty="0"/>
              <a:t>Content Production</a:t>
            </a:r>
            <a:br>
              <a:rPr lang="en-GB" b="0" dirty="0"/>
            </a:br>
            <a:r>
              <a:rPr lang="en-GB" b="0" dirty="0"/>
              <a:t>Sony Pictures, Universal Studios, Paramount</a:t>
            </a:r>
          </a:p>
          <a:p>
            <a:r>
              <a:rPr lang="en-GB" b="0" dirty="0"/>
              <a:t>Distribution Channels</a:t>
            </a:r>
            <a:br>
              <a:rPr lang="en-GB" b="0" dirty="0"/>
            </a:br>
            <a:r>
              <a:rPr lang="en-GB" b="0" dirty="0"/>
              <a:t>Smart TVs, mobile platforms, and global app ecosystems</a:t>
            </a:r>
          </a:p>
          <a:p>
            <a:br>
              <a:rPr lang="en-GB" b="0" dirty="0"/>
            </a:br>
            <a:endParaRPr lang="en-GB" b="0" dirty="0"/>
          </a:p>
          <a:p>
            <a:r>
              <a:rPr lang="en-GB" b="0" dirty="0"/>
              <a:t>Key Insight</a:t>
            </a:r>
          </a:p>
          <a:p>
            <a:r>
              <a:rPr lang="en-GB" b="0" dirty="0"/>
              <a:t>The modern media landscape is no longer dominated by traditional broadcasters.</a:t>
            </a:r>
            <a:br>
              <a:rPr lang="en-GB" b="0" dirty="0"/>
            </a:br>
            <a:r>
              <a:rPr lang="en-GB" b="0" dirty="0"/>
              <a:t>Instead, it is shaped by the interaction between technology platforms, global streaming services, and large content producers.</a:t>
            </a:r>
          </a:p>
          <a:p>
            <a:endParaRPr lang="en-GB" b="0" dirty="0"/>
          </a:p>
        </p:txBody>
      </p:sp>
      <p:sp>
        <p:nvSpPr>
          <p:cNvPr id="4" name="Slide Number Placeholder 3"/>
          <p:cNvSpPr>
            <a:spLocks noGrp="1"/>
          </p:cNvSpPr>
          <p:nvPr>
            <p:ph type="sldNum" sz="quarter" idx="5"/>
          </p:nvPr>
        </p:nvSpPr>
        <p:spPr/>
        <p:txBody>
          <a:bodyPr/>
          <a:lstStyle/>
          <a:p>
            <a:pPr>
              <a:defRPr/>
            </a:pPr>
            <a:fld id="{3FA0F4D4-A3A6-48C1-B1F1-4280E9CA502D}" type="slidenum">
              <a:rPr lang="en-GB" smtClean="0"/>
              <a:pPr>
                <a:defRPr/>
              </a:pPr>
              <a:t>12</a:t>
            </a:fld>
            <a:endParaRPr lang="en-GB"/>
          </a:p>
        </p:txBody>
      </p:sp>
    </p:spTree>
    <p:extLst>
      <p:ext uri="{BB962C8B-B14F-4D97-AF65-F5344CB8AC3E}">
        <p14:creationId xmlns:p14="http://schemas.microsoft.com/office/powerpoint/2010/main" val="1363610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FA0F4D4-A3A6-48C1-B1F1-4280E9CA502D}" type="slidenum">
              <a:rPr lang="en-GB" smtClean="0"/>
              <a:pPr>
                <a:defRPr/>
              </a:pPr>
              <a:t>14</a:t>
            </a:fld>
            <a:endParaRPr lang="en-GB"/>
          </a:p>
        </p:txBody>
      </p:sp>
    </p:spTree>
    <p:extLst>
      <p:ext uri="{BB962C8B-B14F-4D97-AF65-F5344CB8AC3E}">
        <p14:creationId xmlns:p14="http://schemas.microsoft.com/office/powerpoint/2010/main" val="2681832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Signal Fundamentals</a:t>
            </a:r>
          </a:p>
          <a:p>
            <a:r>
              <a:rPr lang="en-GB" dirty="0"/>
              <a:t>In the first tutorial we will explore:</a:t>
            </a:r>
          </a:p>
          <a:p>
            <a:r>
              <a:rPr lang="en-GB" dirty="0"/>
              <a:t>• Frequency</a:t>
            </a:r>
            <a:br>
              <a:rPr lang="en-GB" dirty="0"/>
            </a:br>
            <a:r>
              <a:rPr lang="en-GB" dirty="0"/>
              <a:t>• Wavelength</a:t>
            </a:r>
            <a:br>
              <a:rPr lang="en-GB" dirty="0"/>
            </a:br>
            <a:r>
              <a:rPr lang="en-GB" dirty="0"/>
              <a:t>• Period</a:t>
            </a:r>
            <a:br>
              <a:rPr lang="en-GB" dirty="0"/>
            </a:br>
            <a:r>
              <a:rPr lang="en-GB" dirty="0"/>
              <a:t>• Bandwidth</a:t>
            </a:r>
          </a:p>
          <a:p>
            <a:r>
              <a:rPr lang="en-GB" dirty="0"/>
              <a:t>using </a:t>
            </a:r>
            <a:r>
              <a:rPr lang="en-GB" b="1" dirty="0"/>
              <a:t>MATLAB signal visualisation</a:t>
            </a:r>
            <a:r>
              <a:rPr lang="en-GB" dirty="0"/>
              <a:t>.</a:t>
            </a:r>
          </a:p>
          <a:p>
            <a:endParaRPr lang="en-GB" dirty="0"/>
          </a:p>
        </p:txBody>
      </p:sp>
      <p:sp>
        <p:nvSpPr>
          <p:cNvPr id="4" name="Slide Number Placeholder 3"/>
          <p:cNvSpPr>
            <a:spLocks noGrp="1"/>
          </p:cNvSpPr>
          <p:nvPr>
            <p:ph type="sldNum" sz="quarter" idx="5"/>
          </p:nvPr>
        </p:nvSpPr>
        <p:spPr/>
        <p:txBody>
          <a:bodyPr/>
          <a:lstStyle/>
          <a:p>
            <a:pPr>
              <a:defRPr/>
            </a:pPr>
            <a:fld id="{3FA0F4D4-A3A6-48C1-B1F1-4280E9CA502D}" type="slidenum">
              <a:rPr lang="en-GB" smtClean="0"/>
              <a:pPr>
                <a:defRPr/>
              </a:pPr>
              <a:t>22</a:t>
            </a:fld>
            <a:endParaRPr lang="en-GB"/>
          </a:p>
        </p:txBody>
      </p:sp>
    </p:spTree>
    <p:extLst>
      <p:ext uri="{BB962C8B-B14F-4D97-AF65-F5344CB8AC3E}">
        <p14:creationId xmlns:p14="http://schemas.microsoft.com/office/powerpoint/2010/main" val="3456114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845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40238B-0726-474E-B974-88CBDE8C0C5C}"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F416D4-773B-48A2-8963-76985CBDF909}"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FCD34A-EAD6-4A2B-83C8-A41A7A6369F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F2F47E-1FAC-4F39-B0C2-6BDEE08DC12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AFF5F79-2FCA-49FD-9F46-111551135F83}"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55E2EB-362B-43CF-A641-DDD132543682}"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56EFDB2-3113-4A37-B07C-D041BB6DF69A}"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CA4BBE9-EDC8-4FC6-8E4A-9557837D9BA7}"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77EF81-6B76-4DEC-98FB-1D4D8A5EABA8}"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B5DE6-76C7-4CED-BEDC-D3B153CD2797}"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9464A3C-67AD-4626-8890-8B49EF23BC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rot="10800000" flipH="1">
            <a:off x="0" y="0"/>
            <a:ext cx="9144000" cy="457200"/>
          </a:xfrm>
          <a:prstGeom prst="rect">
            <a:avLst/>
          </a:prstGeom>
          <a:gradFill rotWithShape="0">
            <a:gsLst>
              <a:gs pos="0">
                <a:srgbClr val="CCCCFF"/>
              </a:gs>
              <a:gs pos="100000">
                <a:srgbClr val="FFFFFF"/>
              </a:gs>
            </a:gsLst>
            <a:lin ang="5400000" scaled="1"/>
          </a:gradFill>
          <a:ln w="9525">
            <a:noFill/>
            <a:miter lim="800000"/>
            <a:headEnd/>
            <a:tailEnd/>
          </a:ln>
        </p:spPr>
        <p:txBody>
          <a:bodyPr wrap="none" anchor="ctr"/>
          <a:lstStyle/>
          <a:p>
            <a:pPr>
              <a:defRPr/>
            </a:pPr>
            <a:endParaRPr lang="en-US"/>
          </a:p>
        </p:txBody>
      </p:sp>
      <p:sp>
        <p:nvSpPr>
          <p:cNvPr id="1027" name="Rectangle 8"/>
          <p:cNvSpPr>
            <a:spLocks noChangeArrowheads="1"/>
          </p:cNvSpPr>
          <p:nvPr/>
        </p:nvSpPr>
        <p:spPr bwMode="auto">
          <a:xfrm>
            <a:off x="0" y="6400800"/>
            <a:ext cx="9144000" cy="457200"/>
          </a:xfrm>
          <a:prstGeom prst="rect">
            <a:avLst/>
          </a:prstGeom>
          <a:gradFill rotWithShape="0">
            <a:gsLst>
              <a:gs pos="0">
                <a:srgbClr val="FFFFFF"/>
              </a:gs>
              <a:gs pos="100000">
                <a:srgbClr val="CCCCFF"/>
              </a:gs>
            </a:gsLst>
            <a:lin ang="5400000" scaled="1"/>
          </a:gradFill>
          <a:ln w="9525">
            <a:noFill/>
            <a:miter lim="800000"/>
            <a:headEnd/>
            <a:tailEnd/>
          </a:ln>
        </p:spPr>
        <p:txBody>
          <a:bodyPr wrap="none" anchor="ctr"/>
          <a:lstStyle/>
          <a:p>
            <a:pPr>
              <a:defRPr/>
            </a:pPr>
            <a:endParaRPr lang="en-US"/>
          </a:p>
        </p:txBody>
      </p:sp>
      <p:sp>
        <p:nvSpPr>
          <p:cNvPr id="1028" name="Rectangle 9"/>
          <p:cNvSpPr>
            <a:spLocks noChangeArrowheads="1"/>
          </p:cNvSpPr>
          <p:nvPr/>
        </p:nvSpPr>
        <p:spPr bwMode="auto">
          <a:xfrm>
            <a:off x="2387600" y="6591300"/>
            <a:ext cx="4392613" cy="266700"/>
          </a:xfrm>
          <a:prstGeom prst="rect">
            <a:avLst/>
          </a:prstGeom>
          <a:noFill/>
          <a:ln w="9525">
            <a:noFill/>
            <a:miter lim="800000"/>
            <a:headEnd/>
            <a:tailEnd/>
          </a:ln>
        </p:spPr>
        <p:txBody>
          <a:bodyPr/>
          <a:lstStyle/>
          <a:p>
            <a:pPr algn="ctr">
              <a:defRPr/>
            </a:pPr>
            <a:r>
              <a:rPr lang="en-GB" sz="1200" dirty="0">
                <a:solidFill>
                  <a:srgbClr val="000066"/>
                </a:solidFill>
              </a:rPr>
              <a:t> Broadcast Technology UG1</a:t>
            </a:r>
          </a:p>
        </p:txBody>
      </p:sp>
      <p:sp>
        <p:nvSpPr>
          <p:cNvPr id="1030" name="Rectangle 11"/>
          <p:cNvSpPr>
            <a:spLocks noChangeArrowheads="1"/>
          </p:cNvSpPr>
          <p:nvPr/>
        </p:nvSpPr>
        <p:spPr bwMode="auto">
          <a:xfrm>
            <a:off x="5868988" y="6591300"/>
            <a:ext cx="2895600" cy="266700"/>
          </a:xfrm>
          <a:prstGeom prst="rect">
            <a:avLst/>
          </a:prstGeom>
          <a:noFill/>
          <a:ln w="9525">
            <a:noFill/>
            <a:miter lim="800000"/>
            <a:headEnd/>
            <a:tailEnd/>
          </a:ln>
        </p:spPr>
        <p:txBody>
          <a:bodyPr/>
          <a:lstStyle/>
          <a:p>
            <a:pPr algn="r">
              <a:defRPr/>
            </a:pPr>
            <a:endParaRPr lang="en-US" sz="1200">
              <a:solidFill>
                <a:srgbClr val="000066"/>
              </a:solidFill>
            </a:endParaRPr>
          </a:p>
        </p:txBody>
      </p:sp>
      <p:sp>
        <p:nvSpPr>
          <p:cNvPr id="1031" name="Rectangle 13"/>
          <p:cNvSpPr>
            <a:spLocks noChangeArrowheads="1"/>
          </p:cNvSpPr>
          <p:nvPr/>
        </p:nvSpPr>
        <p:spPr bwMode="auto">
          <a:xfrm>
            <a:off x="0" y="0"/>
            <a:ext cx="3492500" cy="304800"/>
          </a:xfrm>
          <a:prstGeom prst="rect">
            <a:avLst/>
          </a:prstGeom>
          <a:noFill/>
          <a:ln w="9525">
            <a:noFill/>
            <a:miter lim="800000"/>
            <a:headEnd/>
            <a:tailEnd/>
          </a:ln>
        </p:spPr>
        <p:txBody>
          <a:bodyPr/>
          <a:lstStyle/>
          <a:p>
            <a:pPr>
              <a:defRPr/>
            </a:pPr>
            <a:endParaRPr lang="en-GB" sz="1200" b="1">
              <a:solidFill>
                <a:srgbClr val="000066"/>
              </a:solidFill>
            </a:endParaRPr>
          </a:p>
          <a:p>
            <a:pPr>
              <a:defRPr/>
            </a:pPr>
            <a:endParaRPr lang="en-GB" sz="1200">
              <a:solidFill>
                <a:srgbClr val="000066"/>
              </a:solidFill>
            </a:endParaRPr>
          </a:p>
        </p:txBody>
      </p:sp>
      <p:sp>
        <p:nvSpPr>
          <p:cNvPr id="1032" name="Rectangle 15"/>
          <p:cNvSpPr>
            <a:spLocks noChangeArrowheads="1"/>
          </p:cNvSpPr>
          <p:nvPr userDrawn="1"/>
        </p:nvSpPr>
        <p:spPr bwMode="auto">
          <a:xfrm>
            <a:off x="6248400" y="6591300"/>
            <a:ext cx="2895600" cy="266700"/>
          </a:xfrm>
          <a:prstGeom prst="rect">
            <a:avLst/>
          </a:prstGeom>
          <a:noFill/>
          <a:ln w="9525">
            <a:noFill/>
            <a:miter lim="800000"/>
            <a:headEnd/>
            <a:tailEnd/>
          </a:ln>
        </p:spPr>
        <p:txBody>
          <a:bodyPr/>
          <a:lstStyle/>
          <a:p>
            <a:pPr algn="r">
              <a:defRPr/>
            </a:pPr>
            <a:r>
              <a:rPr lang="en-GB" sz="1200" dirty="0">
                <a:solidFill>
                  <a:srgbClr val="000066"/>
                </a:solidFill>
              </a:rPr>
              <a:t>DIG4143</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7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Lucida Sans Unicode" pitchFamily="34" charset="0"/>
        </a:defRPr>
      </a:lvl2pPr>
      <a:lvl3pPr algn="ctr" rtl="0" eaLnBrk="0" fontAlgn="base" hangingPunct="0">
        <a:spcBef>
          <a:spcPct val="0"/>
        </a:spcBef>
        <a:spcAft>
          <a:spcPct val="0"/>
        </a:spcAft>
        <a:defRPr sz="4400">
          <a:solidFill>
            <a:schemeClr val="tx2"/>
          </a:solidFill>
          <a:latin typeface="Lucida Sans Unicode" pitchFamily="34" charset="0"/>
        </a:defRPr>
      </a:lvl3pPr>
      <a:lvl4pPr algn="ctr" rtl="0" eaLnBrk="0" fontAlgn="base" hangingPunct="0">
        <a:spcBef>
          <a:spcPct val="0"/>
        </a:spcBef>
        <a:spcAft>
          <a:spcPct val="0"/>
        </a:spcAft>
        <a:defRPr sz="4400">
          <a:solidFill>
            <a:schemeClr val="tx2"/>
          </a:solidFill>
          <a:latin typeface="Lucida Sans Unicode" pitchFamily="34" charset="0"/>
        </a:defRPr>
      </a:lvl4pPr>
      <a:lvl5pPr algn="ctr" rtl="0" eaLnBrk="0" fontAlgn="base" hangingPunct="0">
        <a:spcBef>
          <a:spcPct val="0"/>
        </a:spcBef>
        <a:spcAft>
          <a:spcPct val="0"/>
        </a:spcAft>
        <a:defRPr sz="4400">
          <a:solidFill>
            <a:schemeClr val="tx2"/>
          </a:solidFill>
          <a:latin typeface="Lucida Sans Unicode" pitchFamily="34" charset="0"/>
        </a:defRPr>
      </a:lvl5pPr>
      <a:lvl6pPr marL="457200" algn="ctr" rtl="0" eaLnBrk="0" fontAlgn="base" hangingPunct="0">
        <a:spcBef>
          <a:spcPct val="0"/>
        </a:spcBef>
        <a:spcAft>
          <a:spcPct val="0"/>
        </a:spcAft>
        <a:defRPr sz="4400">
          <a:solidFill>
            <a:schemeClr val="tx2"/>
          </a:solidFill>
          <a:latin typeface="Lucida Sans Unicode" pitchFamily="34" charset="0"/>
        </a:defRPr>
      </a:lvl6pPr>
      <a:lvl7pPr marL="914400" algn="ctr" rtl="0" eaLnBrk="0" fontAlgn="base" hangingPunct="0">
        <a:spcBef>
          <a:spcPct val="0"/>
        </a:spcBef>
        <a:spcAft>
          <a:spcPct val="0"/>
        </a:spcAft>
        <a:defRPr sz="4400">
          <a:solidFill>
            <a:schemeClr val="tx2"/>
          </a:solidFill>
          <a:latin typeface="Lucida Sans Unicode" pitchFamily="34" charset="0"/>
        </a:defRPr>
      </a:lvl7pPr>
      <a:lvl8pPr marL="1371600" algn="ctr" rtl="0" eaLnBrk="0" fontAlgn="base" hangingPunct="0">
        <a:spcBef>
          <a:spcPct val="0"/>
        </a:spcBef>
        <a:spcAft>
          <a:spcPct val="0"/>
        </a:spcAft>
        <a:defRPr sz="4400">
          <a:solidFill>
            <a:schemeClr val="tx2"/>
          </a:solidFill>
          <a:latin typeface="Lucida Sans Unicode" pitchFamily="34" charset="0"/>
        </a:defRPr>
      </a:lvl8pPr>
      <a:lvl9pPr marL="1828800" algn="ctr" rtl="0" eaLnBrk="0" fontAlgn="base" hangingPunct="0">
        <a:spcBef>
          <a:spcPct val="0"/>
        </a:spcBef>
        <a:spcAft>
          <a:spcPct val="0"/>
        </a:spcAft>
        <a:defRPr sz="4400">
          <a:solidFill>
            <a:schemeClr val="tx2"/>
          </a:solidFill>
          <a:latin typeface="Lucida Sans Unicod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16144C6-4CBB-464E-8B86-D02262D719D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e.Mi@bcu.ac.uk"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mailto:Jeremy.Foss2@bcu.ac.uk" TargetMode="External"/><Relationship Id="rId4" Type="http://schemas.openxmlformats.org/officeDocument/2006/relationships/hyperlink" Target="mailto:Berna.Bulut@bcu.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advanced-television.com/" TargetMode="External"/><Relationship Id="rId7" Type="http://schemas.openxmlformats.org/officeDocument/2006/relationships/image" Target="../media/image2.png"/><Relationship Id="rId2" Type="http://schemas.openxmlformats.org/officeDocument/2006/relationships/hyperlink" Target="https://www.thebroadcastbridge.com/" TargetMode="Externa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hyperlink" Target="https://mrmxf.com/" TargetMode="External"/><Relationship Id="rId10" Type="http://schemas.openxmlformats.org/officeDocument/2006/relationships/image" Target="../media/image5.png"/><Relationship Id="rId4" Type="http://schemas.openxmlformats.org/officeDocument/2006/relationships/hyperlink" Target="https://www.lightreading.com/" TargetMode="Externa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advanced-television.com/2019/10/24/ofcom-bbc-risks-lost-generation/" TargetMode="External"/><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ofcom.org.uk/siteassets/resources/documents/tv-radio-and-on-demand/bbc/bbc-annual-report/2025/ofcoms-annual-report-on-the-bbc-2024-25.pdf?v=411300"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vox.com/2018/1/23/16905844/media-landscape-verizon-amazon-comcast-disney-fox-relationships-chart"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2.xml"/><Relationship Id="rId4" Type="http://schemas.openxmlformats.org/officeDocument/2006/relationships/hyperlink" Target="https://www.ibc.org/news/growth-in-content-investment-set-to-dip-in-2023/9381.articl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www.ibc.org/news/growth-in-content-investment-set-to-dip-in-2023/9381.articl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www.ibc.org/features/top-10-trends-of-2022-fast-ai-virtual-production-and-more/9346.article" TargetMode="External"/><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bc.org/features/top-10-trends-of-2022-fast-ai-virtual-production-and-more/9346.article" TargetMode="External"/><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ibc.org/features/2023-what-to-expect/9372.article"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6147" name="Text Box 9"/>
          <p:cNvSpPr txBox="1">
            <a:spLocks noChangeArrowheads="1"/>
          </p:cNvSpPr>
          <p:nvPr/>
        </p:nvSpPr>
        <p:spPr bwMode="auto">
          <a:xfrm>
            <a:off x="612775" y="2058988"/>
            <a:ext cx="8561388" cy="3293209"/>
          </a:xfrm>
          <a:prstGeom prst="rect">
            <a:avLst/>
          </a:prstGeom>
          <a:noFill/>
          <a:ln w="9525">
            <a:noFill/>
            <a:miter lim="800000"/>
            <a:headEnd/>
            <a:tailEnd/>
          </a:ln>
        </p:spPr>
        <p:txBody>
          <a:bodyPr>
            <a:spAutoFit/>
          </a:bodyPr>
          <a:lstStyle/>
          <a:p>
            <a:r>
              <a:rPr lang="en-GB" sz="2400" dirty="0"/>
              <a:t>Broadcast Technology UG1</a:t>
            </a:r>
          </a:p>
          <a:p>
            <a:endParaRPr lang="en-GB" sz="2800" b="1" dirty="0"/>
          </a:p>
          <a:p>
            <a:r>
              <a:rPr lang="en-GB" sz="3200" dirty="0"/>
              <a:t>1: Introduction; The Industry</a:t>
            </a:r>
          </a:p>
          <a:p>
            <a:endParaRPr lang="en-GB" sz="3200" dirty="0"/>
          </a:p>
          <a:p>
            <a:r>
              <a:rPr lang="en-GB" sz="2000" dirty="0"/>
              <a:t>Leo Wang: yonghao.wang@bcu.ac.uk</a:t>
            </a:r>
          </a:p>
          <a:p>
            <a:endParaRPr lang="en-GB" sz="2000" dirty="0"/>
          </a:p>
          <a:p>
            <a:r>
              <a:rPr lang="en-GB" sz="2000" dirty="0"/>
              <a:t>Thanks:</a:t>
            </a:r>
          </a:p>
          <a:p>
            <a:r>
              <a:rPr lang="en-GB" sz="2000" dirty="0"/>
              <a:t>De Mi, Berna Bulut, Jermery Foss</a:t>
            </a:r>
          </a:p>
          <a:p>
            <a:r>
              <a:rPr lang="en-GB" sz="1200" dirty="0">
                <a:hlinkClick r:id="rId3"/>
              </a:rPr>
              <a:t>De.Mi@bcu.ac.uk</a:t>
            </a:r>
            <a:r>
              <a:rPr lang="en-GB" sz="1200" dirty="0"/>
              <a:t>; </a:t>
            </a:r>
            <a:r>
              <a:rPr lang="en-GB" sz="1200" dirty="0">
                <a:hlinkClick r:id="rId4"/>
              </a:rPr>
              <a:t>Berna.Bulut@bcu.ac.uk</a:t>
            </a:r>
            <a:r>
              <a:rPr lang="en-GB" sz="1200" dirty="0"/>
              <a:t> ; </a:t>
            </a:r>
            <a:r>
              <a:rPr lang="en-GB" sz="1200" dirty="0">
                <a:hlinkClick r:id="rId5"/>
              </a:rPr>
              <a:t>Jeremy.Foss2@bcu.ac.uk</a:t>
            </a:r>
            <a:r>
              <a:rPr lang="en-GB" sz="1200" dirty="0"/>
              <a:t> </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5757" y="438638"/>
            <a:ext cx="7936935" cy="4047262"/>
          </a:xfrm>
          <a:prstGeom prst="rect">
            <a:avLst/>
          </a:prstGeom>
        </p:spPr>
        <p:txBody>
          <a:bodyPr wrap="square">
            <a:spAutoFit/>
          </a:bodyPr>
          <a:lstStyle/>
          <a:p>
            <a:pPr>
              <a:lnSpc>
                <a:spcPct val="150000"/>
              </a:lnSpc>
            </a:pPr>
            <a:r>
              <a:rPr lang="en-GB" sz="2400" b="1" dirty="0">
                <a:solidFill>
                  <a:srgbClr val="444444"/>
                </a:solidFill>
              </a:rPr>
              <a:t>Learning Outcomes</a:t>
            </a:r>
          </a:p>
          <a:p>
            <a:pPr>
              <a:lnSpc>
                <a:spcPct val="150000"/>
              </a:lnSpc>
            </a:pPr>
            <a:endParaRPr lang="en-GB" sz="1400" b="1" dirty="0">
              <a:solidFill>
                <a:srgbClr val="444444"/>
              </a:solidFill>
            </a:endParaRPr>
          </a:p>
          <a:p>
            <a:pPr marL="361950" indent="-361950" defTabSz="361950">
              <a:lnSpc>
                <a:spcPct val="150000"/>
              </a:lnSpc>
              <a:tabLst>
                <a:tab pos="361950" algn="l"/>
              </a:tabLst>
            </a:pPr>
            <a:endParaRPr lang="en-GB" sz="1400" b="1" dirty="0">
              <a:solidFill>
                <a:srgbClr val="444444"/>
              </a:solidFill>
            </a:endParaRPr>
          </a:p>
          <a:p>
            <a:pPr marL="361950" indent="-361950" defTabSz="361950">
              <a:lnSpc>
                <a:spcPct val="150000"/>
              </a:lnSpc>
              <a:tabLst>
                <a:tab pos="361950" algn="l"/>
              </a:tabLst>
            </a:pPr>
            <a:endParaRPr lang="en-GB" sz="1400" b="1" dirty="0">
              <a:solidFill>
                <a:srgbClr val="444444"/>
              </a:solidFill>
            </a:endParaRPr>
          </a:p>
          <a:p>
            <a:pPr marL="361950" indent="-361950" defTabSz="361950">
              <a:lnSpc>
                <a:spcPct val="150000"/>
              </a:lnSpc>
              <a:tabLst>
                <a:tab pos="361950" algn="l"/>
              </a:tabLst>
            </a:pPr>
            <a:r>
              <a:rPr lang="en-GB" dirty="0">
                <a:solidFill>
                  <a:srgbClr val="444444"/>
                </a:solidFill>
              </a:rPr>
              <a:t>1.	Differentiate between TV audio and video standards and apply for studio applications</a:t>
            </a:r>
          </a:p>
          <a:p>
            <a:pPr marL="361950" indent="-361950" defTabSz="361950">
              <a:lnSpc>
                <a:spcPct val="150000"/>
              </a:lnSpc>
              <a:tabLst>
                <a:tab pos="361950" algn="l"/>
              </a:tabLst>
            </a:pPr>
            <a:r>
              <a:rPr lang="en-GB" dirty="0">
                <a:solidFill>
                  <a:srgbClr val="444444"/>
                </a:solidFill>
              </a:rPr>
              <a:t>2.	Evaluate and select data interconnects for audio and video</a:t>
            </a:r>
          </a:p>
          <a:p>
            <a:pPr marL="361950" indent="-361950" defTabSz="361950">
              <a:lnSpc>
                <a:spcPct val="150000"/>
              </a:lnSpc>
              <a:tabLst>
                <a:tab pos="361950" algn="l"/>
              </a:tabLst>
            </a:pPr>
            <a:r>
              <a:rPr lang="en-GB" dirty="0">
                <a:solidFill>
                  <a:srgbClr val="444444"/>
                </a:solidFill>
              </a:rPr>
              <a:t>3.	Select and apply test procedures for audio and video signals</a:t>
            </a:r>
          </a:p>
          <a:p>
            <a:pPr marL="361950" indent="-361950" defTabSz="361950">
              <a:lnSpc>
                <a:spcPct val="150000"/>
              </a:lnSpc>
              <a:tabLst>
                <a:tab pos="361950" algn="l"/>
              </a:tabLst>
            </a:pPr>
            <a:r>
              <a:rPr lang="en-GB" dirty="0">
                <a:solidFill>
                  <a:srgbClr val="444444"/>
                </a:solidFill>
              </a:rPr>
              <a:t>4.	Compare and contrast network transmission standards worldwide, current and legacy, and evaluate for application to broadcast developments</a:t>
            </a:r>
          </a:p>
          <a:p>
            <a:endParaRPr lang="en-GB" sz="1400" b="1" dirty="0">
              <a:solidFill>
                <a:srgbClr val="444444"/>
              </a:solidFill>
            </a:endParaRPr>
          </a:p>
        </p:txBody>
      </p:sp>
    </p:spTree>
    <p:extLst>
      <p:ext uri="{BB962C8B-B14F-4D97-AF65-F5344CB8AC3E}">
        <p14:creationId xmlns:p14="http://schemas.microsoft.com/office/powerpoint/2010/main" val="207972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5F62C0-2C8A-4201-BC4F-DDB07F26FC52}"/>
              </a:ext>
            </a:extLst>
          </p:cNvPr>
          <p:cNvSpPr/>
          <p:nvPr/>
        </p:nvSpPr>
        <p:spPr>
          <a:xfrm>
            <a:off x="457200" y="274638"/>
            <a:ext cx="8229600" cy="1143000"/>
          </a:xfrm>
          <a:prstGeom prst="rect">
            <a:avLst/>
          </a:prstGeom>
        </p:spPr>
        <p:txBody>
          <a:bodyPr>
            <a:normAutofit/>
          </a:bodyPr>
          <a:lstStyle/>
          <a:p>
            <a:pPr algn="ctr">
              <a:spcAft>
                <a:spcPts val="600"/>
              </a:spcAft>
            </a:pPr>
            <a:r>
              <a:rPr lang="en-US" sz="4400" b="1">
                <a:solidFill>
                  <a:schemeClr val="tx2"/>
                </a:solidFill>
                <a:latin typeface="+mj-lt"/>
                <a:ea typeface="+mj-ea"/>
                <a:cs typeface="+mj-cs"/>
              </a:rPr>
              <a:t>SCHEDULE </a:t>
            </a:r>
            <a:r>
              <a:rPr lang="en-US" sz="4400">
                <a:solidFill>
                  <a:schemeClr val="tx2"/>
                </a:solidFill>
                <a:latin typeface="+mj-lt"/>
                <a:ea typeface="+mj-ea"/>
                <a:cs typeface="+mj-cs"/>
              </a:rPr>
              <a:t>(Planned)</a:t>
            </a:r>
          </a:p>
        </p:txBody>
      </p:sp>
      <p:graphicFrame>
        <p:nvGraphicFramePr>
          <p:cNvPr id="4" name="Table 3">
            <a:extLst>
              <a:ext uri="{FF2B5EF4-FFF2-40B4-BE49-F238E27FC236}">
                <a16:creationId xmlns:a16="http://schemas.microsoft.com/office/drawing/2014/main" id="{18DA2716-82FF-7308-4132-7F2441E95A2A}"/>
              </a:ext>
            </a:extLst>
          </p:cNvPr>
          <p:cNvGraphicFramePr>
            <a:graphicFrameLocks noGrp="1"/>
          </p:cNvGraphicFramePr>
          <p:nvPr>
            <p:extLst>
              <p:ext uri="{D42A27DB-BD31-4B8C-83A1-F6EECF244321}">
                <p14:modId xmlns:p14="http://schemas.microsoft.com/office/powerpoint/2010/main" val="3828625107"/>
              </p:ext>
            </p:extLst>
          </p:nvPr>
        </p:nvGraphicFramePr>
        <p:xfrm>
          <a:off x="1085472" y="1417638"/>
          <a:ext cx="6973055" cy="4525967"/>
        </p:xfrm>
        <a:graphic>
          <a:graphicData uri="http://schemas.openxmlformats.org/drawingml/2006/table">
            <a:tbl>
              <a:tblPr firstRow="1" bandRow="1">
                <a:tableStyleId>{5C22544A-7EE6-4342-B048-85BDC9FD1C3A}</a:tableStyleId>
              </a:tblPr>
              <a:tblGrid>
                <a:gridCol w="825603">
                  <a:extLst>
                    <a:ext uri="{9D8B030D-6E8A-4147-A177-3AD203B41FA5}">
                      <a16:colId xmlns:a16="http://schemas.microsoft.com/office/drawing/2014/main" val="3891643519"/>
                    </a:ext>
                  </a:extLst>
                </a:gridCol>
                <a:gridCol w="599510">
                  <a:extLst>
                    <a:ext uri="{9D8B030D-6E8A-4147-A177-3AD203B41FA5}">
                      <a16:colId xmlns:a16="http://schemas.microsoft.com/office/drawing/2014/main" val="3960475647"/>
                    </a:ext>
                  </a:extLst>
                </a:gridCol>
                <a:gridCol w="1051697">
                  <a:extLst>
                    <a:ext uri="{9D8B030D-6E8A-4147-A177-3AD203B41FA5}">
                      <a16:colId xmlns:a16="http://schemas.microsoft.com/office/drawing/2014/main" val="737031552"/>
                    </a:ext>
                  </a:extLst>
                </a:gridCol>
                <a:gridCol w="753588">
                  <a:extLst>
                    <a:ext uri="{9D8B030D-6E8A-4147-A177-3AD203B41FA5}">
                      <a16:colId xmlns:a16="http://schemas.microsoft.com/office/drawing/2014/main" val="1946098333"/>
                    </a:ext>
                  </a:extLst>
                </a:gridCol>
                <a:gridCol w="3344455">
                  <a:extLst>
                    <a:ext uri="{9D8B030D-6E8A-4147-A177-3AD203B41FA5}">
                      <a16:colId xmlns:a16="http://schemas.microsoft.com/office/drawing/2014/main" val="1744861812"/>
                    </a:ext>
                  </a:extLst>
                </a:gridCol>
                <a:gridCol w="398202">
                  <a:extLst>
                    <a:ext uri="{9D8B030D-6E8A-4147-A177-3AD203B41FA5}">
                      <a16:colId xmlns:a16="http://schemas.microsoft.com/office/drawing/2014/main" val="2773503990"/>
                    </a:ext>
                  </a:extLst>
                </a:gridCol>
              </a:tblGrid>
              <a:tr h="271317">
                <a:tc>
                  <a:txBody>
                    <a:bodyPr/>
                    <a:lstStyle/>
                    <a:p>
                      <a:pPr>
                        <a:lnSpc>
                          <a:spcPct val="115000"/>
                        </a:lnSpc>
                        <a:spcAft>
                          <a:spcPts val="800"/>
                        </a:spcAft>
                        <a:buNone/>
                      </a:pPr>
                      <a:r>
                        <a:rPr lang="en-US" sz="1100" kern="100">
                          <a:effectLst/>
                        </a:rPr>
                        <a:t>Date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tc>
                  <a:txBody>
                    <a:bodyPr/>
                    <a:lstStyle/>
                    <a:p>
                      <a:pPr>
                        <a:lnSpc>
                          <a:spcPct val="115000"/>
                        </a:lnSpc>
                        <a:spcAft>
                          <a:spcPts val="800"/>
                        </a:spcAft>
                        <a:buNone/>
                      </a:pPr>
                      <a:r>
                        <a:rPr lang="en-US" sz="1100" kern="100">
                          <a:effectLst/>
                        </a:rPr>
                        <a:t>Time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Where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dirty="0">
                        <a:effectLst/>
                        <a:latin typeface="Aptos" panose="020B0004020202020204" pitchFamily="34"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151065146"/>
                  </a:ext>
                </a:extLst>
              </a:tr>
              <a:tr h="271317">
                <a:tc>
                  <a:txBody>
                    <a:bodyPr/>
                    <a:lstStyle/>
                    <a:p>
                      <a:pPr>
                        <a:lnSpc>
                          <a:spcPct val="115000"/>
                        </a:lnSpc>
                        <a:spcAft>
                          <a:spcPts val="800"/>
                        </a:spcAft>
                        <a:buNone/>
                      </a:pPr>
                      <a:r>
                        <a:rPr lang="en-US" sz="1100" kern="100">
                          <a:effectLst/>
                        </a:rPr>
                        <a:t>16 March</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CCZ269</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Introduction, Market and Development</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557586900"/>
                  </a:ext>
                </a:extLst>
              </a:tr>
              <a:tr h="271317">
                <a:tc>
                  <a:txBody>
                    <a:bodyPr/>
                    <a:lstStyle/>
                    <a:p>
                      <a:pPr>
                        <a:lnSpc>
                          <a:spcPct val="115000"/>
                        </a:lnSpc>
                        <a:spcAft>
                          <a:spcPts val="800"/>
                        </a:spcAft>
                        <a:buNone/>
                      </a:pPr>
                      <a:r>
                        <a:rPr lang="en-US" sz="1100" kern="100">
                          <a:effectLst/>
                        </a:rPr>
                        <a:t>23 March</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CCZ269</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Signals</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1338305764"/>
                  </a:ext>
                </a:extLst>
              </a:tr>
              <a:tr h="271317">
                <a:tc>
                  <a:txBody>
                    <a:bodyPr/>
                    <a:lstStyle/>
                    <a:p>
                      <a:pPr>
                        <a:lnSpc>
                          <a:spcPct val="115000"/>
                        </a:lnSpc>
                        <a:spcAft>
                          <a:spcPts val="800"/>
                        </a:spcAft>
                        <a:buNone/>
                      </a:pPr>
                      <a:r>
                        <a:rPr lang="en-US" sz="1100" kern="100">
                          <a:effectLst/>
                        </a:rPr>
                        <a:t>24 March</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3</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CCZ312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Transmission Media</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689709530"/>
                  </a:ext>
                </a:extLst>
              </a:tr>
              <a:tr h="271317">
                <a:tc>
                  <a:txBody>
                    <a:bodyPr/>
                    <a:lstStyle/>
                    <a:p>
                      <a:pPr>
                        <a:lnSpc>
                          <a:spcPct val="115000"/>
                        </a:lnSpc>
                        <a:spcAft>
                          <a:spcPts val="800"/>
                        </a:spcAft>
                        <a:buNone/>
                      </a:pPr>
                      <a:r>
                        <a:rPr lang="en-US" sz="1100" kern="100">
                          <a:effectLst/>
                        </a:rPr>
                        <a:t>25 March</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4</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CMP168</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Electrics, Shielding, Connectors</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1886287878"/>
                  </a:ext>
                </a:extLst>
              </a:tr>
              <a:tr h="271317">
                <a:tc>
                  <a:txBody>
                    <a:bodyPr/>
                    <a:lstStyle/>
                    <a:p>
                      <a:pPr>
                        <a:lnSpc>
                          <a:spcPct val="115000"/>
                        </a:lnSpc>
                        <a:spcAft>
                          <a:spcPts val="800"/>
                        </a:spcAft>
                        <a:buNone/>
                      </a:pPr>
                      <a:r>
                        <a:rPr lang="en-US" sz="1100" kern="100">
                          <a:effectLst/>
                        </a:rPr>
                        <a:t>26 March</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5</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CMP211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Modulation and Multiplexing</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390471380"/>
                  </a:ext>
                </a:extLst>
              </a:tr>
              <a:tr h="271317">
                <a:tc>
                  <a:txBody>
                    <a:bodyPr/>
                    <a:lstStyle/>
                    <a:p>
                      <a:pPr>
                        <a:lnSpc>
                          <a:spcPct val="115000"/>
                        </a:lnSpc>
                        <a:spcAft>
                          <a:spcPts val="800"/>
                        </a:spcAft>
                        <a:buNone/>
                      </a:pPr>
                      <a:r>
                        <a:rPr lang="en-US" sz="1100" kern="100">
                          <a:effectLst/>
                        </a:rPr>
                        <a:t>13 April </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6</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CCZ269</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Gamma, OOTF, PQ</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1892670609"/>
                  </a:ext>
                </a:extLst>
              </a:tr>
              <a:tr h="271317">
                <a:tc>
                  <a:txBody>
                    <a:bodyPr/>
                    <a:lstStyle/>
                    <a:p>
                      <a:pPr>
                        <a:lnSpc>
                          <a:spcPct val="115000"/>
                        </a:lnSpc>
                        <a:spcAft>
                          <a:spcPts val="800"/>
                        </a:spcAft>
                        <a:buNone/>
                      </a:pPr>
                      <a:r>
                        <a:rPr lang="en-US" sz="1100" kern="100">
                          <a:effectLst/>
                        </a:rPr>
                        <a:t>14 April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7</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CCZ312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SDI; Video Test and Measurement</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4024183465"/>
                  </a:ext>
                </a:extLst>
              </a:tr>
              <a:tr h="271317">
                <a:tc>
                  <a:txBody>
                    <a:bodyPr/>
                    <a:lstStyle/>
                    <a:p>
                      <a:pPr>
                        <a:lnSpc>
                          <a:spcPct val="115000"/>
                        </a:lnSpc>
                        <a:spcAft>
                          <a:spcPts val="800"/>
                        </a:spcAft>
                        <a:buNone/>
                      </a:pPr>
                      <a:r>
                        <a:rPr lang="en-US" sz="1100" kern="100">
                          <a:effectLst/>
                        </a:rPr>
                        <a:t>15 April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8</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CMP168</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Packet Media, Compression</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577636344"/>
                  </a:ext>
                </a:extLst>
              </a:tr>
              <a:tr h="271317">
                <a:tc>
                  <a:txBody>
                    <a:bodyPr/>
                    <a:lstStyle/>
                    <a:p>
                      <a:pPr>
                        <a:lnSpc>
                          <a:spcPct val="115000"/>
                        </a:lnSpc>
                        <a:spcAft>
                          <a:spcPts val="800"/>
                        </a:spcAft>
                        <a:buNone/>
                      </a:pPr>
                      <a:r>
                        <a:rPr lang="en-US" sz="1100" kern="100">
                          <a:effectLst/>
                        </a:rPr>
                        <a:t>16 April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CMP211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Compression (cont’d), Packet Media Transport</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605137752"/>
                  </a:ext>
                </a:extLst>
              </a:tr>
              <a:tr h="271317">
                <a:tc>
                  <a:txBody>
                    <a:bodyPr/>
                    <a:lstStyle/>
                    <a:p>
                      <a:pPr>
                        <a:lnSpc>
                          <a:spcPct val="115000"/>
                        </a:lnSpc>
                        <a:spcAft>
                          <a:spcPts val="800"/>
                        </a:spcAft>
                        <a:buNone/>
                      </a:pPr>
                      <a:r>
                        <a:rPr lang="en-US" sz="1100" kern="100">
                          <a:effectLst/>
                        </a:rPr>
                        <a:t>21 April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10</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online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The Legacy of Analogue; Light and Control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2052684594"/>
                  </a:ext>
                </a:extLst>
              </a:tr>
              <a:tr h="271317">
                <a:tc>
                  <a:txBody>
                    <a:bodyPr/>
                    <a:lstStyle/>
                    <a:p>
                      <a:pPr>
                        <a:lnSpc>
                          <a:spcPct val="115000"/>
                        </a:lnSpc>
                        <a:spcAft>
                          <a:spcPts val="800"/>
                        </a:spcAft>
                        <a:buNone/>
                      </a:pPr>
                      <a:r>
                        <a:rPr lang="en-US" sz="1100" kern="100">
                          <a:effectLst/>
                        </a:rPr>
                        <a:t>27 April</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CCZ269</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TV Standards</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4069672518"/>
                  </a:ext>
                </a:extLst>
              </a:tr>
              <a:tr h="271317">
                <a:tc>
                  <a:txBody>
                    <a:bodyPr/>
                    <a:lstStyle/>
                    <a:p>
                      <a:pPr>
                        <a:lnSpc>
                          <a:spcPct val="115000"/>
                        </a:lnSpc>
                        <a:spcAft>
                          <a:spcPts val="800"/>
                        </a:spcAft>
                        <a:buNone/>
                      </a:pPr>
                      <a:r>
                        <a:rPr lang="en-US" sz="1100" kern="100">
                          <a:effectLst/>
                        </a:rPr>
                        <a:t>5 May</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online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Media Distribution Networks</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2284434988"/>
                  </a:ext>
                </a:extLst>
              </a:tr>
              <a:tr h="456212">
                <a:tc>
                  <a:txBody>
                    <a:bodyPr/>
                    <a:lstStyle/>
                    <a:p>
                      <a:pPr>
                        <a:lnSpc>
                          <a:spcPct val="115000"/>
                        </a:lnSpc>
                        <a:spcAft>
                          <a:spcPts val="800"/>
                        </a:spcAft>
                        <a:buNone/>
                      </a:pPr>
                      <a:r>
                        <a:rPr lang="en-US" sz="1100" kern="100">
                          <a:effectLst/>
                        </a:rPr>
                        <a:t>12 May</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13</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13-16</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CMP211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Media Distribution Networks (cont’d), Broadcast Workflow</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3266291923"/>
                  </a:ext>
                </a:extLst>
              </a:tr>
              <a:tr h="271317">
                <a:tc>
                  <a:txBody>
                    <a:bodyPr/>
                    <a:lstStyle/>
                    <a:p>
                      <a:pPr>
                        <a:lnSpc>
                          <a:spcPct val="115000"/>
                        </a:lnSpc>
                        <a:spcAft>
                          <a:spcPts val="800"/>
                        </a:spcAft>
                        <a:buNone/>
                      </a:pPr>
                      <a:r>
                        <a:rPr lang="en-US" sz="1100" kern="100">
                          <a:effectLst/>
                        </a:rPr>
                        <a:t>21 May</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14,15</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9-12;</a:t>
                      </a:r>
                      <a:r>
                        <a:rPr lang="en-GB" sz="1100" kern="100">
                          <a:effectLst/>
                        </a:rPr>
                        <a:t> 13-16</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CMP211</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New Topics and Module Review</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buNone/>
                      </a:pPr>
                      <a:endParaRPr lang="en-GB" sz="1100" kern="100">
                        <a:effectLst/>
                        <a:latin typeface="Aptos" panose="020B0004020202020204" pitchFamily="34" charset="0"/>
                      </a:endParaRPr>
                    </a:p>
                  </a:txBody>
                  <a:tcPr marL="58420" marR="58420" marT="29210" marB="29210"/>
                </a:tc>
                <a:extLst>
                  <a:ext uri="{0D108BD9-81ED-4DB2-BD59-A6C34878D82A}">
                    <a16:rowId xmlns:a16="http://schemas.microsoft.com/office/drawing/2014/main" val="2459469082"/>
                  </a:ext>
                </a:extLst>
              </a:tr>
              <a:tr h="271317">
                <a:tc>
                  <a:txBody>
                    <a:bodyPr/>
                    <a:lstStyle/>
                    <a:p>
                      <a:pPr>
                        <a:lnSpc>
                          <a:spcPct val="115000"/>
                        </a:lnSpc>
                        <a:spcAft>
                          <a:spcPts val="800"/>
                        </a:spcAft>
                        <a:buNone/>
                      </a:pPr>
                      <a:r>
                        <a:rPr lang="en-US" sz="1100" kern="100">
                          <a:effectLst/>
                        </a:rPr>
                        <a:t>25</a:t>
                      </a:r>
                      <a:r>
                        <a:rPr lang="en-US" sz="1100" kern="100" baseline="30000">
                          <a:effectLst/>
                        </a:rPr>
                        <a:t>th</a:t>
                      </a:r>
                      <a:r>
                        <a:rPr lang="en-US" sz="1100" kern="100">
                          <a:effectLst/>
                        </a:rPr>
                        <a:t> June</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US" sz="1100" kern="100">
                          <a:effectLst/>
                        </a:rPr>
                        <a:t>16</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a:txBody>
                    <a:bodyPr/>
                    <a:lstStyle/>
                    <a:p>
                      <a:pPr>
                        <a:lnSpc>
                          <a:spcPct val="115000"/>
                        </a:lnSpc>
                        <a:spcAft>
                          <a:spcPts val="800"/>
                        </a:spcAft>
                        <a:buNone/>
                      </a:pPr>
                      <a:r>
                        <a:rPr lang="en-GB" sz="1100" kern="100">
                          <a:effectLst/>
                        </a:rPr>
                        <a:t>9-12;</a:t>
                      </a:r>
                      <a:endParaRPr lang="en-GB"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gridSpan="3">
                  <a:txBody>
                    <a:bodyPr/>
                    <a:lstStyle/>
                    <a:p>
                      <a:pPr>
                        <a:lnSpc>
                          <a:spcPct val="115000"/>
                        </a:lnSpc>
                        <a:spcAft>
                          <a:spcPts val="800"/>
                        </a:spcAft>
                        <a:buNone/>
                      </a:pPr>
                      <a:r>
                        <a:rPr lang="en-GB" sz="1100" kern="100" dirty="0">
                          <a:effectLst/>
                        </a:rPr>
                        <a:t>CMP211 / EXAM</a:t>
                      </a:r>
                      <a:endParaRPr lang="en-GB"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8420" marR="58420" marT="29210" marB="2921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55757524"/>
                  </a:ext>
                </a:extLst>
              </a:tr>
            </a:tbl>
          </a:graphicData>
        </a:graphic>
      </p:graphicFrame>
    </p:spTree>
    <p:extLst>
      <p:ext uri="{BB962C8B-B14F-4D97-AF65-F5344CB8AC3E}">
        <p14:creationId xmlns:p14="http://schemas.microsoft.com/office/powerpoint/2010/main" val="29476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B5A7AB-3B18-AFC7-A9CF-657736A01BD8}"/>
              </a:ext>
            </a:extLst>
          </p:cNvPr>
          <p:cNvSpPr txBox="1"/>
          <p:nvPr/>
        </p:nvSpPr>
        <p:spPr>
          <a:xfrm>
            <a:off x="395288" y="368300"/>
            <a:ext cx="2613216" cy="461665"/>
          </a:xfrm>
          <a:prstGeom prst="rect">
            <a:avLst/>
          </a:prstGeom>
          <a:noFill/>
        </p:spPr>
        <p:txBody>
          <a:bodyPr wrap="none" rtlCol="0">
            <a:spAutoFit/>
          </a:bodyPr>
          <a:lstStyle/>
          <a:p>
            <a:r>
              <a:rPr lang="en-GB" sz="2400" b="1">
                <a:latin typeface="Lucida Sans Unicode" pitchFamily="34" charset="0"/>
              </a:rPr>
              <a:t>Some Resources</a:t>
            </a:r>
            <a:endParaRPr lang="en-GB" sz="2400" b="1" dirty="0">
              <a:latin typeface="Lucida Sans Unicode" pitchFamily="34" charset="0"/>
            </a:endParaRPr>
          </a:p>
        </p:txBody>
      </p:sp>
      <p:sp>
        <p:nvSpPr>
          <p:cNvPr id="4" name="TextBox 3">
            <a:extLst>
              <a:ext uri="{FF2B5EF4-FFF2-40B4-BE49-F238E27FC236}">
                <a16:creationId xmlns:a16="http://schemas.microsoft.com/office/drawing/2014/main" id="{8B989C46-9315-333F-38B0-0701499C835C}"/>
              </a:ext>
            </a:extLst>
          </p:cNvPr>
          <p:cNvSpPr txBox="1"/>
          <p:nvPr/>
        </p:nvSpPr>
        <p:spPr>
          <a:xfrm>
            <a:off x="220653" y="1181186"/>
            <a:ext cx="8490639" cy="4154984"/>
          </a:xfrm>
          <a:prstGeom prst="rect">
            <a:avLst/>
          </a:prstGeom>
          <a:noFill/>
        </p:spPr>
        <p:txBody>
          <a:bodyPr wrap="square">
            <a:spAutoFit/>
          </a:bodyPr>
          <a:lstStyle/>
          <a:p>
            <a:pPr marL="271463" indent="-271463" rtl="0" fontAlgn="ctr">
              <a:lnSpc>
                <a:spcPct val="150000"/>
              </a:lnSpc>
              <a:spcBef>
                <a:spcPts val="0"/>
              </a:spcBef>
              <a:spcAft>
                <a:spcPts val="0"/>
              </a:spcAft>
              <a:buFont typeface="Arial" panose="020B0604020202020204" pitchFamily="34" charset="0"/>
              <a:buChar char="•"/>
            </a:pPr>
            <a:r>
              <a:rPr lang="en-GB" dirty="0">
                <a:effectLst/>
                <a:latin typeface="+mn-lt"/>
              </a:rPr>
              <a:t>Broadcast Bridge </a:t>
            </a:r>
          </a:p>
          <a:p>
            <a:pPr lvl="1" fontAlgn="ctr">
              <a:lnSpc>
                <a:spcPct val="150000"/>
              </a:lnSpc>
              <a:spcBef>
                <a:spcPts val="0"/>
              </a:spcBef>
              <a:spcAft>
                <a:spcPts val="0"/>
              </a:spcAft>
            </a:pPr>
            <a:r>
              <a:rPr lang="en-GB" dirty="0">
                <a:solidFill>
                  <a:srgbClr val="0070C0"/>
                </a:solidFill>
                <a:effectLst/>
                <a:latin typeface="+mn-lt"/>
                <a:hlinkClick r:id="rId2">
                  <a:extLst>
                    <a:ext uri="{A12FA001-AC4F-418D-AE19-62706E023703}">
                      <ahyp:hlinkClr xmlns:ahyp="http://schemas.microsoft.com/office/drawing/2018/hyperlinkcolor" val="tx"/>
                    </a:ext>
                  </a:extLst>
                </a:hlinkClick>
              </a:rPr>
              <a:t>https://www.thebroadcastbridge.com/</a:t>
            </a:r>
            <a:endParaRPr lang="en-GB" dirty="0">
              <a:effectLst/>
              <a:latin typeface="+mn-lt"/>
            </a:endParaRPr>
          </a:p>
          <a:p>
            <a:pPr marL="271463" indent="-271463" rtl="0" fontAlgn="ctr">
              <a:lnSpc>
                <a:spcPct val="150000"/>
              </a:lnSpc>
              <a:spcBef>
                <a:spcPts val="0"/>
              </a:spcBef>
              <a:spcAft>
                <a:spcPts val="0"/>
              </a:spcAft>
              <a:buFont typeface="Arial" panose="020B0604020202020204" pitchFamily="34" charset="0"/>
              <a:buChar char="•"/>
            </a:pPr>
            <a:r>
              <a:rPr lang="en-GB" dirty="0">
                <a:effectLst/>
                <a:latin typeface="+mn-lt"/>
              </a:rPr>
              <a:t>Advanced Television </a:t>
            </a:r>
          </a:p>
          <a:p>
            <a:pPr lvl="1" fontAlgn="ctr">
              <a:lnSpc>
                <a:spcPct val="150000"/>
              </a:lnSpc>
              <a:spcBef>
                <a:spcPts val="0"/>
              </a:spcBef>
              <a:spcAft>
                <a:spcPts val="0"/>
              </a:spcAft>
            </a:pPr>
            <a:r>
              <a:rPr lang="en-GB" dirty="0">
                <a:solidFill>
                  <a:srgbClr val="0070C0"/>
                </a:solidFill>
                <a:effectLst/>
                <a:latin typeface="+mn-lt"/>
                <a:hlinkClick r:id="rId3">
                  <a:extLst>
                    <a:ext uri="{A12FA001-AC4F-418D-AE19-62706E023703}">
                      <ahyp:hlinkClr xmlns:ahyp="http://schemas.microsoft.com/office/drawing/2018/hyperlinkcolor" val="tx"/>
                    </a:ext>
                  </a:extLst>
                </a:hlinkClick>
              </a:rPr>
              <a:t>https://advanced-television.com/</a:t>
            </a:r>
            <a:endParaRPr lang="en-GB" dirty="0">
              <a:effectLst/>
              <a:latin typeface="+mn-lt"/>
            </a:endParaRPr>
          </a:p>
          <a:p>
            <a:pPr marL="271463" indent="-271463" rtl="0" fontAlgn="ctr">
              <a:lnSpc>
                <a:spcPct val="150000"/>
              </a:lnSpc>
              <a:spcBef>
                <a:spcPts val="0"/>
              </a:spcBef>
              <a:spcAft>
                <a:spcPts val="0"/>
              </a:spcAft>
              <a:buFont typeface="Arial" panose="020B0604020202020204" pitchFamily="34" charset="0"/>
              <a:buChar char="•"/>
            </a:pPr>
            <a:r>
              <a:rPr lang="en-GB" dirty="0">
                <a:effectLst/>
                <a:latin typeface="+mn-lt"/>
              </a:rPr>
              <a:t>Light Reading </a:t>
            </a:r>
          </a:p>
          <a:p>
            <a:pPr marL="728663" lvl="1" indent="-271463" fontAlgn="ctr">
              <a:lnSpc>
                <a:spcPct val="150000"/>
              </a:lnSpc>
              <a:spcBef>
                <a:spcPts val="0"/>
              </a:spcBef>
              <a:spcAft>
                <a:spcPts val="0"/>
              </a:spcAft>
              <a:buFont typeface="Arial" panose="020B0604020202020204" pitchFamily="34" charset="0"/>
              <a:buChar char="•"/>
            </a:pPr>
            <a:r>
              <a:rPr lang="en-GB" dirty="0">
                <a:solidFill>
                  <a:srgbClr val="0070C0"/>
                </a:solidFill>
                <a:effectLst/>
                <a:latin typeface="+mn-lt"/>
                <a:hlinkClick r:id="rId4">
                  <a:extLst>
                    <a:ext uri="{A12FA001-AC4F-418D-AE19-62706E023703}">
                      <ahyp:hlinkClr xmlns:ahyp="http://schemas.microsoft.com/office/drawing/2018/hyperlinkcolor" val="tx"/>
                    </a:ext>
                  </a:extLst>
                </a:hlinkClick>
              </a:rPr>
              <a:t>https://www.lightreading.com/</a:t>
            </a:r>
            <a:endParaRPr lang="en-GB" dirty="0">
              <a:effectLst/>
              <a:latin typeface="+mn-lt"/>
            </a:endParaRPr>
          </a:p>
          <a:p>
            <a:pPr marL="271463" indent="-271463" rtl="0" fontAlgn="ctr">
              <a:lnSpc>
                <a:spcPct val="150000"/>
              </a:lnSpc>
              <a:spcBef>
                <a:spcPts val="0"/>
              </a:spcBef>
              <a:spcAft>
                <a:spcPts val="0"/>
              </a:spcAft>
              <a:buFont typeface="Arial" panose="020B0604020202020204" pitchFamily="34" charset="0"/>
              <a:buChar char="•"/>
            </a:pPr>
            <a:r>
              <a:rPr lang="en-GB" dirty="0">
                <a:effectLst/>
                <a:latin typeface="+mn-lt"/>
              </a:rPr>
              <a:t>Bruce's shorts </a:t>
            </a:r>
          </a:p>
          <a:p>
            <a:pPr marL="728663" lvl="1" indent="-271463" fontAlgn="ctr">
              <a:lnSpc>
                <a:spcPct val="150000"/>
              </a:lnSpc>
              <a:spcBef>
                <a:spcPts val="0"/>
              </a:spcBef>
              <a:spcAft>
                <a:spcPts val="0"/>
              </a:spcAft>
              <a:buFont typeface="Arial" panose="020B0604020202020204" pitchFamily="34" charset="0"/>
              <a:buChar char="•"/>
            </a:pPr>
            <a:r>
              <a:rPr lang="en-GB" dirty="0">
                <a:solidFill>
                  <a:srgbClr val="0070C0"/>
                </a:solidFill>
                <a:effectLst/>
                <a:latin typeface="+mn-lt"/>
                <a:hlinkClick r:id="rId5">
                  <a:extLst>
                    <a:ext uri="{A12FA001-AC4F-418D-AE19-62706E023703}">
                      <ahyp:hlinkClr xmlns:ahyp="http://schemas.microsoft.com/office/drawing/2018/hyperlinkcolor" val="tx"/>
                    </a:ext>
                  </a:extLst>
                </a:hlinkClick>
              </a:rPr>
              <a:t>https://mrmxf.com</a:t>
            </a:r>
            <a:endParaRPr lang="en-GB" dirty="0">
              <a:solidFill>
                <a:srgbClr val="0070C0"/>
              </a:solidFill>
              <a:effectLst/>
              <a:latin typeface="+mn-lt"/>
            </a:endParaRPr>
          </a:p>
          <a:p>
            <a:pPr marL="728663" lvl="1" indent="-271463" fontAlgn="ctr">
              <a:lnSpc>
                <a:spcPct val="150000"/>
              </a:lnSpc>
              <a:spcBef>
                <a:spcPts val="0"/>
              </a:spcBef>
              <a:spcAft>
                <a:spcPts val="0"/>
              </a:spcAft>
              <a:buFont typeface="Arial" panose="020B0604020202020204" pitchFamily="34" charset="0"/>
              <a:buChar char="•"/>
            </a:pPr>
            <a:r>
              <a:rPr lang="en-GB" dirty="0">
                <a:effectLst/>
                <a:latin typeface="+mn-lt"/>
              </a:rPr>
              <a:t>Dalet Academy on YouTube</a:t>
            </a:r>
          </a:p>
          <a:p>
            <a:pPr marL="271463" indent="-271463" rtl="0" fontAlgn="ctr">
              <a:lnSpc>
                <a:spcPct val="150000"/>
              </a:lnSpc>
              <a:spcBef>
                <a:spcPts val="0"/>
              </a:spcBef>
              <a:spcAft>
                <a:spcPts val="0"/>
              </a:spcAft>
              <a:buFont typeface="Arial" panose="020B0604020202020204" pitchFamily="34" charset="0"/>
              <a:buChar char="•"/>
            </a:pPr>
            <a:r>
              <a:rPr lang="en-GB" dirty="0">
                <a:effectLst/>
                <a:latin typeface="+mn-lt"/>
              </a:rPr>
              <a:t>SMPTE Motion imaging</a:t>
            </a:r>
          </a:p>
          <a:p>
            <a:pPr marL="728663" lvl="1" indent="-271463" fontAlgn="ctr">
              <a:lnSpc>
                <a:spcPct val="150000"/>
              </a:lnSpc>
              <a:spcBef>
                <a:spcPts val="0"/>
              </a:spcBef>
              <a:spcAft>
                <a:spcPts val="0"/>
              </a:spcAft>
              <a:buFont typeface="Arial" panose="020B0604020202020204" pitchFamily="34" charset="0"/>
              <a:buChar char="•"/>
            </a:pPr>
            <a:r>
              <a:rPr lang="en-GB" dirty="0">
                <a:solidFill>
                  <a:srgbClr val="0070C0"/>
                </a:solidFill>
                <a:effectLst/>
                <a:latin typeface="+mn-lt"/>
              </a:rPr>
              <a:t>https://www.smpte.org/</a:t>
            </a:r>
          </a:p>
        </p:txBody>
      </p:sp>
      <p:pic>
        <p:nvPicPr>
          <p:cNvPr id="6" name="Picture 5">
            <a:extLst>
              <a:ext uri="{FF2B5EF4-FFF2-40B4-BE49-F238E27FC236}">
                <a16:creationId xmlns:a16="http://schemas.microsoft.com/office/drawing/2014/main" id="{9EDE15B7-64CA-44ED-4B26-C3E0762966BD}"/>
              </a:ext>
            </a:extLst>
          </p:cNvPr>
          <p:cNvPicPr>
            <a:picLocks noChangeAspect="1"/>
          </p:cNvPicPr>
          <p:nvPr/>
        </p:nvPicPr>
        <p:blipFill>
          <a:blip r:embed="rId6"/>
          <a:stretch>
            <a:fillRect/>
          </a:stretch>
        </p:blipFill>
        <p:spPr>
          <a:xfrm>
            <a:off x="4870764" y="599132"/>
            <a:ext cx="3385996" cy="1633309"/>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9FC4A77A-57E5-8C59-402B-88739CA61B93}"/>
              </a:ext>
            </a:extLst>
          </p:cNvPr>
          <p:cNvPicPr>
            <a:picLocks noChangeAspect="1"/>
          </p:cNvPicPr>
          <p:nvPr/>
        </p:nvPicPr>
        <p:blipFill>
          <a:blip r:embed="rId7"/>
          <a:stretch>
            <a:fillRect/>
          </a:stretch>
        </p:blipFill>
        <p:spPr>
          <a:xfrm>
            <a:off x="6047713" y="1415786"/>
            <a:ext cx="2875633" cy="1434139"/>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92BBF208-EBA2-F0BA-57CC-5E11FFC4B3A6}"/>
              </a:ext>
            </a:extLst>
          </p:cNvPr>
          <p:cNvPicPr>
            <a:picLocks noChangeAspect="1"/>
          </p:cNvPicPr>
          <p:nvPr/>
        </p:nvPicPr>
        <p:blipFill>
          <a:blip r:embed="rId8"/>
          <a:stretch>
            <a:fillRect/>
          </a:stretch>
        </p:blipFill>
        <p:spPr>
          <a:xfrm>
            <a:off x="4571994" y="2374668"/>
            <a:ext cx="2842790" cy="1938636"/>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52C74D8F-1449-AA48-6178-02B120016ED0}"/>
              </a:ext>
            </a:extLst>
          </p:cNvPr>
          <p:cNvPicPr>
            <a:picLocks noChangeAspect="1"/>
          </p:cNvPicPr>
          <p:nvPr/>
        </p:nvPicPr>
        <p:blipFill>
          <a:blip r:embed="rId9"/>
          <a:stretch>
            <a:fillRect/>
          </a:stretch>
        </p:blipFill>
        <p:spPr>
          <a:xfrm>
            <a:off x="5993389" y="3258679"/>
            <a:ext cx="2984280" cy="1784569"/>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B80F5F34-36B9-9A24-280D-C45FEDE0EC58}"/>
              </a:ext>
            </a:extLst>
          </p:cNvPr>
          <p:cNvPicPr>
            <a:picLocks noChangeAspect="1"/>
          </p:cNvPicPr>
          <p:nvPr/>
        </p:nvPicPr>
        <p:blipFill>
          <a:blip r:embed="rId10"/>
          <a:stretch>
            <a:fillRect/>
          </a:stretch>
        </p:blipFill>
        <p:spPr>
          <a:xfrm>
            <a:off x="4173034" y="4419418"/>
            <a:ext cx="2725707" cy="2020939"/>
          </a:xfrm>
          <a:prstGeom prst="rect">
            <a:avLst/>
          </a:prstGeom>
          <a:ln>
            <a:solidFill>
              <a:schemeClr val="tx1">
                <a:lumMod val="95000"/>
                <a:lumOff val="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98564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9D75A4-D13F-BDD4-2E67-5842F3F8EBFB}"/>
              </a:ext>
            </a:extLst>
          </p:cNvPr>
          <p:cNvSpPr/>
          <p:nvPr/>
        </p:nvSpPr>
        <p:spPr>
          <a:xfrm>
            <a:off x="395288" y="368300"/>
            <a:ext cx="8192531" cy="461665"/>
          </a:xfrm>
          <a:prstGeom prst="rect">
            <a:avLst/>
          </a:prstGeom>
        </p:spPr>
        <p:txBody>
          <a:bodyPr wrap="square">
            <a:spAutoFit/>
          </a:bodyPr>
          <a:lstStyle/>
          <a:p>
            <a:r>
              <a:rPr lang="en-GB" sz="2400" b="1"/>
              <a:t>ASSESSMENT</a:t>
            </a:r>
            <a:endParaRPr lang="en-GB"/>
          </a:p>
        </p:txBody>
      </p:sp>
      <p:sp>
        <p:nvSpPr>
          <p:cNvPr id="3" name="TextBox 2">
            <a:extLst>
              <a:ext uri="{FF2B5EF4-FFF2-40B4-BE49-F238E27FC236}">
                <a16:creationId xmlns:a16="http://schemas.microsoft.com/office/drawing/2014/main" id="{1489D7F6-2DBA-F410-C700-6FF0A9808B4C}"/>
              </a:ext>
            </a:extLst>
          </p:cNvPr>
          <p:cNvSpPr txBox="1"/>
          <p:nvPr/>
        </p:nvSpPr>
        <p:spPr>
          <a:xfrm>
            <a:off x="395287" y="900303"/>
            <a:ext cx="8309097" cy="5139869"/>
          </a:xfrm>
          <a:prstGeom prst="rect">
            <a:avLst/>
          </a:prstGeom>
          <a:noFill/>
        </p:spPr>
        <p:txBody>
          <a:bodyPr wrap="square" rtlCol="0">
            <a:spAutoFit/>
          </a:bodyPr>
          <a:lstStyle/>
          <a:p>
            <a:r>
              <a:rPr lang="en-GB" b="1" dirty="0"/>
              <a:t>The assessment for this module will be one exam</a:t>
            </a:r>
          </a:p>
          <a:p>
            <a:r>
              <a:rPr lang="en-GB" dirty="0"/>
              <a:t>(i.e. an exam which accounts for 100% of the final module mark)</a:t>
            </a:r>
          </a:p>
          <a:p>
            <a:endParaRPr lang="en-GB" dirty="0"/>
          </a:p>
          <a:p>
            <a:r>
              <a:rPr lang="en-GB" b="1" dirty="0"/>
              <a:t>Exam date: Wednesday 25</a:t>
            </a:r>
            <a:r>
              <a:rPr lang="en-GB" b="1" baseline="30000" dirty="0"/>
              <a:t>th</a:t>
            </a:r>
            <a:r>
              <a:rPr lang="en-GB" b="1" dirty="0"/>
              <a:t> June (on-campus) </a:t>
            </a:r>
          </a:p>
          <a:p>
            <a:endParaRPr lang="en-GB" dirty="0"/>
          </a:p>
          <a:p>
            <a:pPr marL="285750" indent="-285750">
              <a:buFont typeface="Arial" panose="020B0604020202020204" pitchFamily="34" charset="0"/>
              <a:buChar char="•"/>
            </a:pPr>
            <a:r>
              <a:rPr lang="en-GB" b="1" dirty="0"/>
              <a:t>You are required to answer FOUR of the SIX questions</a:t>
            </a:r>
          </a:p>
          <a:p>
            <a:pPr marL="742950" lvl="1" indent="-285750">
              <a:buFont typeface="Arial" panose="020B0604020202020204" pitchFamily="34" charset="0"/>
              <a:buChar char="•"/>
            </a:pPr>
            <a:r>
              <a:rPr lang="en-GB" dirty="0"/>
              <a:t>Questions will have a number of parts (typically 3, 4 or 5)</a:t>
            </a:r>
          </a:p>
          <a:p>
            <a:pPr marL="742950" lvl="1" indent="-285750">
              <a:buFont typeface="Arial" panose="020B0604020202020204" pitchFamily="34" charset="0"/>
              <a:buChar char="•"/>
            </a:pPr>
            <a:r>
              <a:rPr lang="en-GB" dirty="0"/>
              <a:t>Marks breakdown is shown in brackets</a:t>
            </a:r>
          </a:p>
          <a:p>
            <a:pPr marL="285750" indent="-285750">
              <a:buFont typeface="Arial" panose="020B0604020202020204" pitchFamily="34" charset="0"/>
              <a:buChar char="•"/>
            </a:pPr>
            <a:r>
              <a:rPr lang="en-GB" dirty="0"/>
              <a:t>Each question carries 25 marks; total marks for the paper = 100</a:t>
            </a:r>
          </a:p>
          <a:p>
            <a:pPr marL="285750" indent="-285750">
              <a:buFont typeface="Arial" panose="020B0604020202020204" pitchFamily="34" charset="0"/>
              <a:buChar char="•"/>
            </a:pPr>
            <a:endParaRPr lang="en-GB" dirty="0"/>
          </a:p>
          <a:p>
            <a:r>
              <a:rPr lang="en-GB" b="1" dirty="0"/>
              <a:t>Pass Mark: 40%</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sz="1400" dirty="0"/>
              <a:t>Note that marks are allocated for method, in addition to the final answer.  </a:t>
            </a:r>
          </a:p>
          <a:p>
            <a:pPr marL="285750" indent="-285750">
              <a:buFont typeface="Arial" panose="020B0604020202020204" pitchFamily="34" charset="0"/>
              <a:buChar char="•"/>
            </a:pPr>
            <a:r>
              <a:rPr lang="en-GB" sz="1400" dirty="0"/>
              <a:t>Therefore method and full calculations should be shown in your solutions to analytical questions.</a:t>
            </a:r>
          </a:p>
          <a:p>
            <a:pPr marL="285750" indent="-285750">
              <a:buFont typeface="Arial" panose="020B0604020202020204" pitchFamily="34" charset="0"/>
              <a:buChar char="•"/>
            </a:pPr>
            <a:r>
              <a:rPr lang="en-GB" sz="1400" dirty="0"/>
              <a:t>Calculators may be used provided they are in accordance with Faculty guidelines.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r>
              <a:rPr lang="en-GB" b="1" dirty="0"/>
              <a:t>Reassessment</a:t>
            </a:r>
          </a:p>
          <a:p>
            <a:r>
              <a:rPr lang="en-GB" i="1" dirty="0"/>
              <a:t>Date - tbc</a:t>
            </a:r>
          </a:p>
          <a:p>
            <a:r>
              <a:rPr lang="en-GB" dirty="0"/>
              <a:t>(same format as the original assessment)</a:t>
            </a:r>
          </a:p>
        </p:txBody>
      </p:sp>
    </p:spTree>
    <p:extLst>
      <p:ext uri="{BB962C8B-B14F-4D97-AF65-F5344CB8AC3E}">
        <p14:creationId xmlns:p14="http://schemas.microsoft.com/office/powerpoint/2010/main" val="797712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10B80-BC25-9B2C-24B6-2900051F78F8}"/>
              </a:ext>
            </a:extLst>
          </p:cNvPr>
          <p:cNvSpPr txBox="1"/>
          <p:nvPr/>
        </p:nvSpPr>
        <p:spPr>
          <a:xfrm>
            <a:off x="395288" y="1660771"/>
            <a:ext cx="7904728" cy="3662541"/>
          </a:xfrm>
          <a:prstGeom prst="rect">
            <a:avLst/>
          </a:prstGeom>
          <a:noFill/>
        </p:spPr>
        <p:txBody>
          <a:bodyPr wrap="none" rtlCol="0">
            <a:spAutoFit/>
          </a:bodyPr>
          <a:lstStyle/>
          <a:p>
            <a:r>
              <a:rPr lang="en-GB" sz="4400" b="1" dirty="0"/>
              <a:t>Introduction to the Module: </a:t>
            </a:r>
          </a:p>
          <a:p>
            <a:r>
              <a:rPr lang="en-GB" sz="4400" b="1" dirty="0"/>
              <a:t>The Market </a:t>
            </a:r>
          </a:p>
          <a:p>
            <a:r>
              <a:rPr lang="en-GB" sz="4000" dirty="0"/>
              <a:t>(or some of it)</a:t>
            </a:r>
          </a:p>
          <a:p>
            <a:endParaRPr lang="en-GB" sz="4000" dirty="0"/>
          </a:p>
          <a:p>
            <a:endParaRPr lang="en-GB" sz="4000" dirty="0"/>
          </a:p>
          <a:p>
            <a:r>
              <a:rPr lang="en-GB" sz="2400" dirty="0"/>
              <a:t>You are all marketers now …</a:t>
            </a:r>
          </a:p>
        </p:txBody>
      </p:sp>
    </p:spTree>
    <p:extLst>
      <p:ext uri="{BB962C8B-B14F-4D97-AF65-F5344CB8AC3E}">
        <p14:creationId xmlns:p14="http://schemas.microsoft.com/office/powerpoint/2010/main" val="1009862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3B55A4-1409-4C67-A162-C46B61DFA412}"/>
              </a:ext>
            </a:extLst>
          </p:cNvPr>
          <p:cNvPicPr>
            <a:picLocks noChangeAspect="1"/>
          </p:cNvPicPr>
          <p:nvPr/>
        </p:nvPicPr>
        <p:blipFill>
          <a:blip r:embed="rId2"/>
          <a:stretch>
            <a:fillRect/>
          </a:stretch>
        </p:blipFill>
        <p:spPr>
          <a:xfrm>
            <a:off x="395288" y="351030"/>
            <a:ext cx="6652466" cy="6183120"/>
          </a:xfrm>
          <a:prstGeom prst="rect">
            <a:avLst/>
          </a:prstGeom>
        </p:spPr>
      </p:pic>
      <p:sp>
        <p:nvSpPr>
          <p:cNvPr id="9" name="Speech Bubble: Rectangle with Corners Rounded 8">
            <a:extLst>
              <a:ext uri="{FF2B5EF4-FFF2-40B4-BE49-F238E27FC236}">
                <a16:creationId xmlns:a16="http://schemas.microsoft.com/office/drawing/2014/main" id="{46F8373D-2BFC-4D59-9052-22DD682CC44F}"/>
              </a:ext>
            </a:extLst>
          </p:cNvPr>
          <p:cNvSpPr/>
          <p:nvPr/>
        </p:nvSpPr>
        <p:spPr>
          <a:xfrm>
            <a:off x="3993529" y="782546"/>
            <a:ext cx="4770530" cy="2374125"/>
          </a:xfrm>
          <a:prstGeom prst="wedgeRoundRectCallout">
            <a:avLst>
              <a:gd name="adj1" fmla="val -73022"/>
              <a:gd name="adj2" fmla="val 72151"/>
              <a:gd name="adj3" fmla="val 16667"/>
            </a:avLst>
          </a:prstGeom>
          <a:solidFill>
            <a:srgbClr val="FFFF00"/>
          </a:solidFill>
          <a:ln>
            <a:solidFill>
              <a:schemeClr val="accent1"/>
            </a:solidFill>
          </a:ln>
        </p:spPr>
        <p:txBody>
          <a:bodyPr wrap="square" rtlCol="0" anchor="ctr">
            <a:spAutoFit/>
          </a:bodyPr>
          <a:lstStyle/>
          <a:p>
            <a:pPr>
              <a:lnSpc>
                <a:spcPts val="2300"/>
              </a:lnSpc>
            </a:pPr>
            <a:r>
              <a:rPr lang="en-GB" b="1" dirty="0">
                <a:latin typeface="Courier Std" panose="02070409020205020404" pitchFamily="49" charset="0"/>
              </a:rPr>
              <a:t>The BBC may not be sustainable in its current form, if it fails to regain younger audiences who are increasingly tuning out of its services, according to UK broadcast regulator Ofcom … </a:t>
            </a:r>
          </a:p>
        </p:txBody>
      </p:sp>
      <p:sp>
        <p:nvSpPr>
          <p:cNvPr id="13" name="Speech Bubble: Rectangle with Corners Rounded 12">
            <a:extLst>
              <a:ext uri="{FF2B5EF4-FFF2-40B4-BE49-F238E27FC236}">
                <a16:creationId xmlns:a16="http://schemas.microsoft.com/office/drawing/2014/main" id="{794A520E-7126-468D-AA96-566B49499590}"/>
              </a:ext>
            </a:extLst>
          </p:cNvPr>
          <p:cNvSpPr/>
          <p:nvPr/>
        </p:nvSpPr>
        <p:spPr>
          <a:xfrm>
            <a:off x="4166955" y="3293985"/>
            <a:ext cx="4771525" cy="3098721"/>
          </a:xfrm>
          <a:prstGeom prst="wedgeRoundRectCallout">
            <a:avLst>
              <a:gd name="adj1" fmla="val -75140"/>
              <a:gd name="adj2" fmla="val 32717"/>
              <a:gd name="adj3" fmla="val 16667"/>
            </a:avLst>
          </a:prstGeom>
          <a:solidFill>
            <a:srgbClr val="FFFF00"/>
          </a:solidFill>
          <a:ln>
            <a:solidFill>
              <a:schemeClr val="accent1"/>
            </a:solidFill>
          </a:ln>
        </p:spPr>
        <p:txBody>
          <a:bodyPr wrap="square" rtlCol="0" anchor="ctr">
            <a:spAutoFit/>
          </a:bodyPr>
          <a:lstStyle/>
          <a:p>
            <a:r>
              <a:rPr lang="en-GB" sz="1600" dirty="0">
                <a:latin typeface="Courier Std" panose="02070409020205020404" pitchFamily="49" charset="0"/>
              </a:rPr>
              <a:t>… like many broadcasters, the BBC is vulnerable to a rapidly changing media landscape.</a:t>
            </a:r>
          </a:p>
          <a:p>
            <a:endParaRPr lang="en-GB" sz="1600" dirty="0">
              <a:latin typeface="Courier Std" panose="02070409020205020404" pitchFamily="49" charset="0"/>
            </a:endParaRPr>
          </a:p>
          <a:p>
            <a:r>
              <a:rPr lang="en-GB" sz="1600" dirty="0">
                <a:latin typeface="Courier Std" panose="02070409020205020404" pitchFamily="49" charset="0"/>
              </a:rPr>
              <a:t>… acknowledged it is struggling to engage and retain younger audiences</a:t>
            </a:r>
          </a:p>
          <a:p>
            <a:endParaRPr lang="en-GB" sz="1600" dirty="0">
              <a:latin typeface="Courier Std" panose="02070409020205020404" pitchFamily="49" charset="0"/>
            </a:endParaRPr>
          </a:p>
          <a:p>
            <a:r>
              <a:rPr lang="en-GB" sz="1600" dirty="0">
                <a:latin typeface="Courier Std" panose="02070409020205020404" pitchFamily="49" charset="0"/>
              </a:rPr>
              <a:t>… working to address this </a:t>
            </a:r>
          </a:p>
          <a:p>
            <a:r>
              <a:rPr lang="en-GB" sz="1600" dirty="0">
                <a:latin typeface="Courier Std" panose="02070409020205020404" pitchFamily="49" charset="0"/>
              </a:rPr>
              <a:t>     … BBC Sounds </a:t>
            </a:r>
          </a:p>
          <a:p>
            <a:r>
              <a:rPr lang="en-GB" sz="1600" dirty="0">
                <a:latin typeface="Courier Std" panose="02070409020205020404" pitchFamily="49" charset="0"/>
              </a:rPr>
              <a:t>     … programmes available for  </a:t>
            </a:r>
          </a:p>
          <a:p>
            <a:r>
              <a:rPr lang="en-GB" sz="1600" dirty="0">
                <a:latin typeface="Courier Std" panose="02070409020205020404" pitchFamily="49" charset="0"/>
              </a:rPr>
              <a:t>        longer on Player</a:t>
            </a:r>
          </a:p>
        </p:txBody>
      </p:sp>
      <p:sp>
        <p:nvSpPr>
          <p:cNvPr id="14" name="Rectangle 13">
            <a:extLst>
              <a:ext uri="{FF2B5EF4-FFF2-40B4-BE49-F238E27FC236}">
                <a16:creationId xmlns:a16="http://schemas.microsoft.com/office/drawing/2014/main" id="{87A64770-F280-4E32-AFDE-F565D94F056F}"/>
              </a:ext>
            </a:extLst>
          </p:cNvPr>
          <p:cNvSpPr/>
          <p:nvPr/>
        </p:nvSpPr>
        <p:spPr>
          <a:xfrm>
            <a:off x="7118061" y="355047"/>
            <a:ext cx="2024746" cy="461665"/>
          </a:xfrm>
          <a:prstGeom prst="rect">
            <a:avLst/>
          </a:prstGeom>
          <a:solidFill>
            <a:schemeClr val="accent4">
              <a:lumMod val="20000"/>
              <a:lumOff val="80000"/>
            </a:schemeClr>
          </a:solidFill>
        </p:spPr>
        <p:txBody>
          <a:bodyPr wrap="square">
            <a:spAutoFit/>
          </a:bodyPr>
          <a:lstStyle/>
          <a:p>
            <a:r>
              <a:rPr lang="en-GB" sz="800" dirty="0">
                <a:hlinkClick r:id="rId3"/>
              </a:rPr>
              <a:t>https://advanced-television.com/2019/10/24/ofcom-bbc-risks-lost-generation/</a:t>
            </a:r>
            <a:r>
              <a:rPr lang="en-GB" sz="800" dirty="0"/>
              <a:t> </a:t>
            </a:r>
          </a:p>
        </p:txBody>
      </p:sp>
    </p:spTree>
    <p:extLst>
      <p:ext uri="{BB962C8B-B14F-4D97-AF65-F5344CB8AC3E}">
        <p14:creationId xmlns:p14="http://schemas.microsoft.com/office/powerpoint/2010/main" val="1927896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787BE5-BDEC-4549-0566-29C1C20B92A3}"/>
              </a:ext>
            </a:extLst>
          </p:cNvPr>
          <p:cNvSpPr txBox="1"/>
          <p:nvPr/>
        </p:nvSpPr>
        <p:spPr>
          <a:xfrm>
            <a:off x="457200" y="555265"/>
            <a:ext cx="8229600" cy="561254"/>
          </a:xfrm>
          <a:prstGeom prst="rect">
            <a:avLst/>
          </a:prstGeom>
        </p:spPr>
        <p:txBody>
          <a:bodyPr>
            <a:normAutofit/>
          </a:bodyPr>
          <a:lstStyle/>
          <a:p>
            <a:pPr algn="ctr">
              <a:lnSpc>
                <a:spcPct val="90000"/>
              </a:lnSpc>
              <a:spcAft>
                <a:spcPts val="600"/>
              </a:spcAft>
            </a:pPr>
            <a:r>
              <a:rPr lang="en-US" sz="2800" dirty="0" err="1">
                <a:solidFill>
                  <a:schemeClr val="tx2"/>
                </a:solidFill>
                <a:latin typeface="+mj-lt"/>
                <a:ea typeface="+mj-ea"/>
                <a:cs typeface="+mj-cs"/>
                <a:hlinkClick r:id="rId2">
                  <a:extLst>
                    <a:ext uri="{A12FA001-AC4F-418D-AE19-62706E023703}">
                      <ahyp:hlinkClr xmlns:ahyp="http://schemas.microsoft.com/office/drawing/2018/hyperlinkcolor" val="tx"/>
                    </a:ext>
                  </a:extLst>
                </a:hlinkClick>
              </a:rPr>
              <a:t>Ofcoms</a:t>
            </a:r>
            <a:r>
              <a:rPr lang="en-US" sz="2800" dirty="0">
                <a:solidFill>
                  <a:schemeClr val="tx2"/>
                </a:solidFill>
                <a:latin typeface="+mj-lt"/>
                <a:ea typeface="+mj-ea"/>
                <a:cs typeface="+mj-cs"/>
                <a:hlinkClick r:id="rId2">
                  <a:extLst>
                    <a:ext uri="{A12FA001-AC4F-418D-AE19-62706E023703}">
                      <ahyp:hlinkClr xmlns:ahyp="http://schemas.microsoft.com/office/drawing/2018/hyperlinkcolor" val="tx"/>
                    </a:ext>
                  </a:extLst>
                </a:hlinkClick>
              </a:rPr>
              <a:t> Annual Report on the BBC 2024-25</a:t>
            </a:r>
            <a:endParaRPr lang="en-US" sz="2800" dirty="0">
              <a:solidFill>
                <a:schemeClr val="tx2"/>
              </a:solidFill>
              <a:latin typeface="+mj-lt"/>
              <a:ea typeface="+mj-ea"/>
              <a:cs typeface="+mj-cs"/>
            </a:endParaRPr>
          </a:p>
        </p:txBody>
      </p:sp>
      <p:pic>
        <p:nvPicPr>
          <p:cNvPr id="9" name="Picture 8">
            <a:extLst>
              <a:ext uri="{FF2B5EF4-FFF2-40B4-BE49-F238E27FC236}">
                <a16:creationId xmlns:a16="http://schemas.microsoft.com/office/drawing/2014/main" id="{8BB63502-2056-E888-D124-840FBC869814}"/>
              </a:ext>
            </a:extLst>
          </p:cNvPr>
          <p:cNvPicPr>
            <a:picLocks noChangeAspect="1"/>
          </p:cNvPicPr>
          <p:nvPr/>
        </p:nvPicPr>
        <p:blipFill>
          <a:blip r:embed="rId3"/>
          <a:srcRect l="4231" r="2687"/>
          <a:stretch>
            <a:fillRect/>
          </a:stretch>
        </p:blipFill>
        <p:spPr>
          <a:xfrm>
            <a:off x="332509" y="1785288"/>
            <a:ext cx="3759200" cy="3028950"/>
          </a:xfrm>
          <a:prstGeom prst="rect">
            <a:avLst/>
          </a:prstGeom>
          <a:noFill/>
        </p:spPr>
      </p:pic>
      <p:sp>
        <p:nvSpPr>
          <p:cNvPr id="7" name="TextBox 6">
            <a:extLst>
              <a:ext uri="{FF2B5EF4-FFF2-40B4-BE49-F238E27FC236}">
                <a16:creationId xmlns:a16="http://schemas.microsoft.com/office/drawing/2014/main" id="{4428D0D5-ECA1-84A0-41C1-9B5928DAFC6E}"/>
              </a:ext>
            </a:extLst>
          </p:cNvPr>
          <p:cNvSpPr txBox="1"/>
          <p:nvPr/>
        </p:nvSpPr>
        <p:spPr>
          <a:xfrm>
            <a:off x="4091709" y="1600199"/>
            <a:ext cx="4595091" cy="4421909"/>
          </a:xfrm>
          <a:prstGeom prst="rect">
            <a:avLst/>
          </a:prstGeom>
        </p:spPr>
        <p:txBody>
          <a:bodyPr>
            <a:normAutofit lnSpcReduction="10000"/>
          </a:bodyPr>
          <a:lstStyle/>
          <a:p>
            <a:pPr>
              <a:lnSpc>
                <a:spcPct val="90000"/>
              </a:lnSpc>
              <a:spcBef>
                <a:spcPct val="20000"/>
              </a:spcBef>
            </a:pPr>
            <a:r>
              <a:rPr lang="en-US" sz="1400" b="1" dirty="0">
                <a:latin typeface="+mn-lt"/>
              </a:rPr>
              <a:t>BBC and the Changing Media Landscape Ofcom Annual Report on the BBC (2024-2025)</a:t>
            </a:r>
            <a:endParaRPr lang="en-US" sz="1400" dirty="0">
              <a:latin typeface="+mn-lt"/>
            </a:endParaRPr>
          </a:p>
          <a:p>
            <a:pPr marL="342900" indent="-342900">
              <a:lnSpc>
                <a:spcPct val="90000"/>
              </a:lnSpc>
              <a:spcBef>
                <a:spcPct val="20000"/>
              </a:spcBef>
              <a:buChar char="•"/>
            </a:pPr>
            <a:endParaRPr lang="en-US" sz="1400" dirty="0">
              <a:latin typeface="+mn-lt"/>
            </a:endParaRPr>
          </a:p>
          <a:p>
            <a:pPr>
              <a:lnSpc>
                <a:spcPct val="90000"/>
              </a:lnSpc>
              <a:spcBef>
                <a:spcPct val="20000"/>
              </a:spcBef>
            </a:pPr>
            <a:r>
              <a:rPr lang="en-US" sz="1400" dirty="0">
                <a:latin typeface="+mn-lt"/>
              </a:rPr>
              <a:t>Key issues:</a:t>
            </a:r>
          </a:p>
          <a:p>
            <a:pPr marL="342900" indent="-342900">
              <a:lnSpc>
                <a:spcPct val="90000"/>
              </a:lnSpc>
              <a:spcBef>
                <a:spcPct val="20000"/>
              </a:spcBef>
              <a:buChar char="•"/>
            </a:pPr>
            <a:r>
              <a:rPr lang="en-US" sz="1400" dirty="0">
                <a:latin typeface="+mn-lt"/>
              </a:rPr>
              <a:t>Audience </a:t>
            </a:r>
            <a:r>
              <a:rPr lang="en-US" sz="1400" dirty="0" err="1">
                <a:latin typeface="+mn-lt"/>
              </a:rPr>
              <a:t>behaviour</a:t>
            </a:r>
            <a:r>
              <a:rPr lang="en-US" sz="1400" dirty="0">
                <a:latin typeface="+mn-lt"/>
              </a:rPr>
              <a:t> shifting to online and global platforms</a:t>
            </a:r>
          </a:p>
          <a:p>
            <a:pPr marL="342900" indent="-342900">
              <a:lnSpc>
                <a:spcPct val="90000"/>
              </a:lnSpc>
              <a:spcBef>
                <a:spcPct val="20000"/>
              </a:spcBef>
              <a:buChar char="•"/>
            </a:pPr>
            <a:r>
              <a:rPr lang="en-US" sz="1400" dirty="0">
                <a:latin typeface="+mn-lt"/>
              </a:rPr>
              <a:t>BBC share of media time fell from 36% (2015) to 22% (2024)</a:t>
            </a:r>
          </a:p>
          <a:p>
            <a:pPr marL="342900" indent="-342900">
              <a:lnSpc>
                <a:spcPct val="90000"/>
              </a:lnSpc>
              <a:spcBef>
                <a:spcPct val="20000"/>
              </a:spcBef>
              <a:buChar char="•"/>
            </a:pPr>
            <a:r>
              <a:rPr lang="en-US" sz="1400" dirty="0">
                <a:latin typeface="+mn-lt"/>
              </a:rPr>
              <a:t>Younger audiences remain harder to engage</a:t>
            </a:r>
          </a:p>
          <a:p>
            <a:pPr>
              <a:lnSpc>
                <a:spcPct val="90000"/>
              </a:lnSpc>
              <a:spcBef>
                <a:spcPct val="20000"/>
              </a:spcBef>
            </a:pPr>
            <a:endParaRPr lang="en-US" sz="1400" dirty="0">
              <a:latin typeface="+mn-lt"/>
            </a:endParaRPr>
          </a:p>
          <a:p>
            <a:pPr>
              <a:lnSpc>
                <a:spcPct val="90000"/>
              </a:lnSpc>
              <a:spcBef>
                <a:spcPct val="20000"/>
              </a:spcBef>
            </a:pPr>
            <a:r>
              <a:rPr lang="en-US" sz="1400" dirty="0">
                <a:latin typeface="+mn-lt"/>
              </a:rPr>
              <a:t>BBC responding with:</a:t>
            </a:r>
          </a:p>
          <a:p>
            <a:pPr>
              <a:lnSpc>
                <a:spcPct val="90000"/>
              </a:lnSpc>
              <a:spcBef>
                <a:spcPct val="20000"/>
              </a:spcBef>
            </a:pPr>
            <a:r>
              <a:rPr lang="en-US" sz="1400" dirty="0">
                <a:latin typeface="+mn-lt"/>
              </a:rPr>
              <a:t>Digital-first strategy</a:t>
            </a:r>
          </a:p>
          <a:p>
            <a:pPr marL="342900" indent="-342900">
              <a:lnSpc>
                <a:spcPct val="90000"/>
              </a:lnSpc>
              <a:spcBef>
                <a:spcPct val="20000"/>
              </a:spcBef>
              <a:buFont typeface="Arial" panose="020B0604020202020204" pitchFamily="34" charset="0"/>
              <a:buChar char="•"/>
            </a:pPr>
            <a:r>
              <a:rPr lang="en-US" sz="1400" dirty="0">
                <a:latin typeface="+mn-lt"/>
              </a:rPr>
              <a:t>expansion of </a:t>
            </a:r>
            <a:r>
              <a:rPr lang="en-US" sz="1400" dirty="0" err="1">
                <a:latin typeface="+mn-lt"/>
              </a:rPr>
              <a:t>iPlayer</a:t>
            </a:r>
            <a:r>
              <a:rPr lang="en-US" sz="1400" dirty="0">
                <a:latin typeface="+mn-lt"/>
              </a:rPr>
              <a:t> and BBC Sounds</a:t>
            </a:r>
          </a:p>
          <a:p>
            <a:pPr marL="342900" indent="-342900">
              <a:lnSpc>
                <a:spcPct val="90000"/>
              </a:lnSpc>
              <a:spcBef>
                <a:spcPct val="20000"/>
              </a:spcBef>
              <a:buFont typeface="Arial" panose="020B0604020202020204" pitchFamily="34" charset="0"/>
              <a:buChar char="•"/>
            </a:pPr>
            <a:r>
              <a:rPr lang="en-US" sz="1400" dirty="0">
                <a:latin typeface="+mn-lt"/>
              </a:rPr>
              <a:t>distribution on YouTube and TikTok</a:t>
            </a:r>
          </a:p>
          <a:p>
            <a:pPr marL="342900" indent="-342900">
              <a:lnSpc>
                <a:spcPct val="90000"/>
              </a:lnSpc>
              <a:spcBef>
                <a:spcPct val="20000"/>
              </a:spcBef>
              <a:buFont typeface="Arial" panose="020B0604020202020204" pitchFamily="34" charset="0"/>
              <a:buChar char="•"/>
            </a:pPr>
            <a:r>
              <a:rPr lang="en-US" sz="1400" dirty="0">
                <a:latin typeface="+mn-lt"/>
              </a:rPr>
              <a:t>digital news services</a:t>
            </a:r>
          </a:p>
          <a:p>
            <a:pPr>
              <a:lnSpc>
                <a:spcPct val="90000"/>
              </a:lnSpc>
              <a:spcBef>
                <a:spcPct val="20000"/>
              </a:spcBef>
            </a:pPr>
            <a:endParaRPr lang="en-US" sz="1400" dirty="0">
              <a:latin typeface="+mn-lt"/>
            </a:endParaRPr>
          </a:p>
          <a:p>
            <a:pPr>
              <a:lnSpc>
                <a:spcPct val="90000"/>
              </a:lnSpc>
              <a:spcBef>
                <a:spcPct val="20000"/>
              </a:spcBef>
            </a:pPr>
            <a:r>
              <a:rPr lang="en-US" sz="1400" dirty="0">
                <a:latin typeface="+mn-lt"/>
              </a:rPr>
              <a:t>Despite competition:</a:t>
            </a:r>
          </a:p>
          <a:p>
            <a:pPr marL="342900" indent="-342900">
              <a:lnSpc>
                <a:spcPct val="90000"/>
              </a:lnSpc>
              <a:spcBef>
                <a:spcPct val="20000"/>
              </a:spcBef>
              <a:buFont typeface="Arial" panose="020B0604020202020204" pitchFamily="34" charset="0"/>
              <a:buChar char="•"/>
            </a:pPr>
            <a:r>
              <a:rPr lang="en-US" sz="1400" dirty="0">
                <a:latin typeface="+mn-lt"/>
              </a:rPr>
              <a:t>83% of UK adults still use BBC services weekly</a:t>
            </a:r>
          </a:p>
          <a:p>
            <a:pPr marL="342900" indent="-342900">
              <a:lnSpc>
                <a:spcPct val="90000"/>
              </a:lnSpc>
              <a:spcBef>
                <a:spcPct val="20000"/>
              </a:spcBef>
              <a:buFont typeface="Arial" panose="020B0604020202020204" pitchFamily="34" charset="0"/>
              <a:buChar char="•"/>
            </a:pPr>
            <a:r>
              <a:rPr lang="en-US" sz="1400" dirty="0">
                <a:latin typeface="+mn-lt"/>
              </a:rPr>
              <a:t>BBC remains the UK’s most trusted news provider</a:t>
            </a:r>
          </a:p>
        </p:txBody>
      </p:sp>
    </p:spTree>
    <p:extLst>
      <p:ext uri="{BB962C8B-B14F-4D97-AF65-F5344CB8AC3E}">
        <p14:creationId xmlns:p14="http://schemas.microsoft.com/office/powerpoint/2010/main" val="883787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550000-E996-C605-9DCB-118FBA8591BE}"/>
              </a:ext>
            </a:extLst>
          </p:cNvPr>
          <p:cNvSpPr txBox="1"/>
          <p:nvPr/>
        </p:nvSpPr>
        <p:spPr>
          <a:xfrm>
            <a:off x="395288" y="388618"/>
            <a:ext cx="4626761" cy="461665"/>
          </a:xfrm>
          <a:prstGeom prst="rect">
            <a:avLst/>
          </a:prstGeom>
          <a:noFill/>
        </p:spPr>
        <p:txBody>
          <a:bodyPr wrap="square" rtlCol="0">
            <a:spAutoFit/>
          </a:bodyPr>
          <a:lstStyle/>
          <a:p>
            <a:r>
              <a:rPr lang="en-GB" sz="2400" b="1" dirty="0">
                <a:latin typeface="Lucida Sans Unicode" pitchFamily="34" charset="0"/>
              </a:rPr>
              <a:t>Media Landscape</a:t>
            </a:r>
          </a:p>
        </p:txBody>
      </p:sp>
      <p:grpSp>
        <p:nvGrpSpPr>
          <p:cNvPr id="6" name="Group 5">
            <a:extLst>
              <a:ext uri="{FF2B5EF4-FFF2-40B4-BE49-F238E27FC236}">
                <a16:creationId xmlns:a16="http://schemas.microsoft.com/office/drawing/2014/main" id="{1C7258F7-BF39-CCCB-BE41-7AE855328900}"/>
              </a:ext>
            </a:extLst>
          </p:cNvPr>
          <p:cNvGrpSpPr/>
          <p:nvPr/>
        </p:nvGrpSpPr>
        <p:grpSpPr>
          <a:xfrm>
            <a:off x="2952344" y="1001865"/>
            <a:ext cx="6191656" cy="5618743"/>
            <a:chOff x="2952344" y="1001865"/>
            <a:chExt cx="6191656" cy="5618743"/>
          </a:xfrm>
        </p:grpSpPr>
        <p:pic>
          <p:nvPicPr>
            <p:cNvPr id="4" name="Picture 3">
              <a:extLst>
                <a:ext uri="{FF2B5EF4-FFF2-40B4-BE49-F238E27FC236}">
                  <a16:creationId xmlns:a16="http://schemas.microsoft.com/office/drawing/2014/main" id="{C841F259-3205-04C3-FEEC-E3985BDB6185}"/>
                </a:ext>
              </a:extLst>
            </p:cNvPr>
            <p:cNvPicPr>
              <a:picLocks noChangeAspect="1"/>
            </p:cNvPicPr>
            <p:nvPr/>
          </p:nvPicPr>
          <p:blipFill>
            <a:blip r:embed="rId2"/>
            <a:stretch>
              <a:fillRect/>
            </a:stretch>
          </p:blipFill>
          <p:spPr>
            <a:xfrm>
              <a:off x="2952344" y="1001865"/>
              <a:ext cx="5950809" cy="5554178"/>
            </a:xfrm>
            <a:prstGeom prst="rect">
              <a:avLst/>
            </a:prstGeom>
          </p:spPr>
        </p:pic>
        <p:sp>
          <p:nvSpPr>
            <p:cNvPr id="5" name="Rectangle 4">
              <a:extLst>
                <a:ext uri="{FF2B5EF4-FFF2-40B4-BE49-F238E27FC236}">
                  <a16:creationId xmlns:a16="http://schemas.microsoft.com/office/drawing/2014/main" id="{4369A5C8-CA0D-1107-89A0-D52143DB0FBD}"/>
                </a:ext>
              </a:extLst>
            </p:cNvPr>
            <p:cNvSpPr/>
            <p:nvPr/>
          </p:nvSpPr>
          <p:spPr bwMode="auto">
            <a:xfrm>
              <a:off x="2952344" y="1001865"/>
              <a:ext cx="6191656" cy="5618743"/>
            </a:xfrm>
            <a:prstGeom prst="rect">
              <a:avLst/>
            </a:prstGeom>
            <a:solidFill>
              <a:schemeClr val="bg1">
                <a:alpha val="74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3" name="TextBox 2">
            <a:extLst>
              <a:ext uri="{FF2B5EF4-FFF2-40B4-BE49-F238E27FC236}">
                <a16:creationId xmlns:a16="http://schemas.microsoft.com/office/drawing/2014/main" id="{D49D6032-9A07-5F72-8A98-51B5780B7231}"/>
              </a:ext>
            </a:extLst>
          </p:cNvPr>
          <p:cNvSpPr txBox="1"/>
          <p:nvPr/>
        </p:nvSpPr>
        <p:spPr>
          <a:xfrm>
            <a:off x="395288" y="1767729"/>
            <a:ext cx="6504277" cy="3322541"/>
          </a:xfrm>
          <a:prstGeom prst="rect">
            <a:avLst/>
          </a:prstGeom>
          <a:solidFill>
            <a:schemeClr val="bg1"/>
          </a:solidFill>
        </p:spPr>
        <p:txBody>
          <a:bodyPr wrap="square">
            <a:spAutoFit/>
          </a:bodyPr>
          <a:lstStyle/>
          <a:p>
            <a:pPr>
              <a:lnSpc>
                <a:spcPct val="150000"/>
              </a:lnSpc>
              <a:tabLst>
                <a:tab pos="179388" algn="l"/>
              </a:tabLst>
            </a:pPr>
            <a:endParaRPr lang="en-GB" sz="1800" i="1" dirty="0"/>
          </a:p>
          <a:p>
            <a:pPr>
              <a:lnSpc>
                <a:spcPct val="150000"/>
              </a:lnSpc>
              <a:tabLst>
                <a:tab pos="179388" algn="l"/>
              </a:tabLst>
            </a:pPr>
            <a:r>
              <a:rPr lang="en-GB" sz="1800" i="1" dirty="0"/>
              <a:t>The Broadcast Industry Used to be Straightforward (!): </a:t>
            </a:r>
          </a:p>
          <a:p>
            <a:pPr marL="171450" indent="-171450">
              <a:lnSpc>
                <a:spcPct val="150000"/>
              </a:lnSpc>
              <a:buFont typeface="Arial" panose="020B0604020202020204" pitchFamily="34" charset="0"/>
              <a:buChar char="•"/>
              <a:tabLst>
                <a:tab pos="179388" algn="l"/>
              </a:tabLst>
            </a:pPr>
            <a:r>
              <a:rPr lang="en-GB" sz="1800" dirty="0"/>
              <a:t>Content companies – studios </a:t>
            </a:r>
          </a:p>
          <a:p>
            <a:pPr>
              <a:lnSpc>
                <a:spcPct val="150000"/>
              </a:lnSpc>
              <a:tabLst>
                <a:tab pos="179388" algn="l"/>
              </a:tabLst>
            </a:pPr>
            <a:r>
              <a:rPr lang="en-GB" sz="1800" dirty="0"/>
              <a:t>… made shows and movies </a:t>
            </a:r>
          </a:p>
          <a:p>
            <a:pPr>
              <a:lnSpc>
                <a:spcPct val="150000"/>
              </a:lnSpc>
              <a:tabLst>
                <a:tab pos="179388" algn="l"/>
              </a:tabLst>
            </a:pPr>
            <a:r>
              <a:rPr lang="en-GB" sz="1800" dirty="0"/>
              <a:t>… sold it to distributors </a:t>
            </a:r>
          </a:p>
          <a:p>
            <a:pPr>
              <a:lnSpc>
                <a:spcPct val="150000"/>
              </a:lnSpc>
              <a:tabLst>
                <a:tab pos="179388" algn="l"/>
              </a:tabLst>
            </a:pPr>
            <a:r>
              <a:rPr lang="en-GB" sz="1800" dirty="0"/>
              <a:t>… who sold it to consumers</a:t>
            </a:r>
          </a:p>
          <a:p>
            <a:pPr>
              <a:lnSpc>
                <a:spcPct val="150000"/>
              </a:lnSpc>
              <a:tabLst>
                <a:tab pos="179388" algn="l"/>
              </a:tabLst>
            </a:pPr>
            <a:r>
              <a:rPr lang="en-GB" dirty="0"/>
              <a:t>		(via various direct broadcast or via affiliates, etc) </a:t>
            </a:r>
          </a:p>
          <a:p>
            <a:pPr marL="171450" indent="-171450">
              <a:lnSpc>
                <a:spcPct val="150000"/>
              </a:lnSpc>
              <a:buFont typeface="Arial" panose="020B0604020202020204" pitchFamily="34" charset="0"/>
              <a:buChar char="•"/>
              <a:tabLst>
                <a:tab pos="179388" algn="l"/>
              </a:tabLst>
            </a:pPr>
            <a:endParaRPr lang="en-GB" sz="1800" dirty="0"/>
          </a:p>
        </p:txBody>
      </p:sp>
    </p:spTree>
    <p:extLst>
      <p:ext uri="{BB962C8B-B14F-4D97-AF65-F5344CB8AC3E}">
        <p14:creationId xmlns:p14="http://schemas.microsoft.com/office/powerpoint/2010/main" val="3496961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292A0-C4D9-4D68-8A1D-1C92D3091B1D}"/>
              </a:ext>
            </a:extLst>
          </p:cNvPr>
          <p:cNvSpPr/>
          <p:nvPr/>
        </p:nvSpPr>
        <p:spPr>
          <a:xfrm>
            <a:off x="0" y="6171168"/>
            <a:ext cx="1825398" cy="369332"/>
          </a:xfrm>
          <a:prstGeom prst="rect">
            <a:avLst/>
          </a:prstGeom>
          <a:solidFill>
            <a:schemeClr val="accent6">
              <a:lumMod val="60000"/>
              <a:lumOff val="40000"/>
            </a:schemeClr>
          </a:solidFill>
        </p:spPr>
        <p:txBody>
          <a:bodyPr wrap="square">
            <a:spAutoFit/>
          </a:bodyPr>
          <a:lstStyle/>
          <a:p>
            <a:r>
              <a:rPr lang="en-GB" sz="600" dirty="0">
                <a:hlinkClick r:id="rId2"/>
              </a:rPr>
              <a:t>https://www.vox.com/2018/1/23/16905844/media-landscape-verizon-amazon-comcast-disney-fox-relationships-chart</a:t>
            </a:r>
            <a:r>
              <a:rPr lang="en-GB" sz="600" dirty="0"/>
              <a:t> </a:t>
            </a:r>
          </a:p>
        </p:txBody>
      </p:sp>
      <p:pic>
        <p:nvPicPr>
          <p:cNvPr id="9" name="Picture 8">
            <a:extLst>
              <a:ext uri="{FF2B5EF4-FFF2-40B4-BE49-F238E27FC236}">
                <a16:creationId xmlns:a16="http://schemas.microsoft.com/office/drawing/2014/main" id="{2B7E9FD0-9F87-F380-1958-A0344DC49DA1}"/>
              </a:ext>
            </a:extLst>
          </p:cNvPr>
          <p:cNvPicPr>
            <a:picLocks noChangeAspect="1"/>
          </p:cNvPicPr>
          <p:nvPr/>
        </p:nvPicPr>
        <p:blipFill>
          <a:blip r:embed="rId3"/>
          <a:stretch>
            <a:fillRect/>
          </a:stretch>
        </p:blipFill>
        <p:spPr>
          <a:xfrm>
            <a:off x="2952344" y="1001865"/>
            <a:ext cx="5950809" cy="5554178"/>
          </a:xfrm>
          <a:prstGeom prst="rect">
            <a:avLst/>
          </a:prstGeom>
        </p:spPr>
      </p:pic>
      <p:sp>
        <p:nvSpPr>
          <p:cNvPr id="5" name="Rectangle 4">
            <a:extLst>
              <a:ext uri="{FF2B5EF4-FFF2-40B4-BE49-F238E27FC236}">
                <a16:creationId xmlns:a16="http://schemas.microsoft.com/office/drawing/2014/main" id="{069AD698-B60C-4B89-9CC4-7BBB05615D6A}"/>
              </a:ext>
            </a:extLst>
          </p:cNvPr>
          <p:cNvSpPr/>
          <p:nvPr/>
        </p:nvSpPr>
        <p:spPr>
          <a:xfrm>
            <a:off x="240847" y="1185859"/>
            <a:ext cx="2711497" cy="4585871"/>
          </a:xfrm>
          <a:prstGeom prst="rect">
            <a:avLst/>
          </a:prstGeom>
          <a:solidFill>
            <a:srgbClr val="FFFFCC">
              <a:alpha val="76863"/>
            </a:srgbClr>
          </a:solidFill>
          <a:ln>
            <a:solidFill>
              <a:schemeClr val="accent3">
                <a:lumMod val="50000"/>
              </a:schemeClr>
            </a:solidFill>
          </a:ln>
          <a:effectLst>
            <a:outerShdw blurRad="50800" dist="38100" dir="2700000" algn="tl" rotWithShape="0">
              <a:prstClr val="black">
                <a:alpha val="40000"/>
              </a:prstClr>
            </a:outerShdw>
          </a:effectLst>
        </p:spPr>
        <p:txBody>
          <a:bodyPr wrap="square">
            <a:spAutoFit/>
          </a:bodyPr>
          <a:lstStyle/>
          <a:p>
            <a:pPr defTabSz="360363">
              <a:tabLst>
                <a:tab pos="179388" algn="l"/>
              </a:tabLst>
            </a:pPr>
            <a:r>
              <a:rPr lang="en-GB" sz="1400" i="1"/>
              <a:t>Now </a:t>
            </a:r>
          </a:p>
          <a:p>
            <a:pPr defTabSz="360363">
              <a:tabLst>
                <a:tab pos="179388" algn="l"/>
              </a:tabLst>
            </a:pPr>
            <a:endParaRPr lang="en-GB" sz="1400" i="1"/>
          </a:p>
          <a:p>
            <a:pPr defTabSz="360363"/>
            <a:r>
              <a:rPr lang="en-GB" sz="1200" b="1" i="1"/>
              <a:t>Netflix</a:t>
            </a:r>
            <a:r>
              <a:rPr lang="en-GB" sz="1200"/>
              <a:t> buys from studios</a:t>
            </a:r>
          </a:p>
          <a:p>
            <a:pPr marL="87313" lvl="1" indent="-87313" defTabSz="360363"/>
            <a:r>
              <a:rPr lang="en-GB" sz="1200"/>
              <a:t>	also makes own stuff</a:t>
            </a:r>
          </a:p>
          <a:p>
            <a:pPr marL="87313" lvl="1" indent="-87313" defTabSz="360363"/>
            <a:r>
              <a:rPr lang="en-GB" sz="1200"/>
              <a:t>	sell directly to consumers</a:t>
            </a:r>
          </a:p>
          <a:p>
            <a:pPr marL="87313" indent="-87313" defTabSz="360363">
              <a:buFont typeface="Arial" panose="020B0604020202020204" pitchFamily="34" charset="0"/>
              <a:buChar char="•"/>
              <a:tabLst>
                <a:tab pos="87313" algn="l"/>
              </a:tabLst>
            </a:pPr>
            <a:endParaRPr lang="en-GB" sz="1200"/>
          </a:p>
          <a:p>
            <a:pPr defTabSz="360363">
              <a:tabLst>
                <a:tab pos="87313" algn="l"/>
              </a:tabLst>
            </a:pPr>
            <a:r>
              <a:rPr lang="en-GB" sz="1200"/>
              <a:t>Traditional media companies </a:t>
            </a:r>
          </a:p>
          <a:p>
            <a:pPr marL="87313" lvl="1" indent="-87313" defTabSz="360363">
              <a:tabLst>
                <a:tab pos="87313" algn="l"/>
              </a:tabLst>
            </a:pPr>
            <a:r>
              <a:rPr lang="en-GB" sz="1200"/>
              <a:t>	compete by consolidating</a:t>
            </a:r>
          </a:p>
          <a:p>
            <a:pPr marL="87313" lvl="1" indent="-87313" defTabSz="360363">
              <a:tabLst>
                <a:tab pos="87313" algn="l"/>
              </a:tabLst>
            </a:pPr>
            <a:endParaRPr lang="en-GB" sz="1200" b="1" i="1"/>
          </a:p>
          <a:p>
            <a:pPr marL="87313" lvl="1" indent="-87313" defTabSz="360363">
              <a:tabLst>
                <a:tab pos="87313" algn="l"/>
              </a:tabLst>
            </a:pPr>
            <a:r>
              <a:rPr lang="en-GB" sz="1200" b="1" i="1"/>
              <a:t>Disney</a:t>
            </a:r>
            <a:r>
              <a:rPr lang="en-GB" sz="1200"/>
              <a:t> purchase of </a:t>
            </a:r>
            <a:r>
              <a:rPr lang="en-GB" sz="1200" b="1" i="1"/>
              <a:t>21st Century Fox</a:t>
            </a:r>
          </a:p>
          <a:p>
            <a:pPr marL="87313" lvl="1" indent="-87313" defTabSz="360363">
              <a:tabLst>
                <a:tab pos="87313" algn="l"/>
              </a:tabLst>
            </a:pPr>
            <a:endParaRPr lang="en-GB" sz="1200"/>
          </a:p>
          <a:p>
            <a:pPr marL="87313" lvl="1" indent="-87313" defTabSz="360363">
              <a:tabLst>
                <a:tab pos="87313" algn="l"/>
              </a:tabLst>
            </a:pPr>
            <a:r>
              <a:rPr lang="en-GB" sz="1200"/>
              <a:t>Distributors like </a:t>
            </a:r>
            <a:r>
              <a:rPr lang="en-GB" sz="1200" b="1" i="1"/>
              <a:t>AT&amp;T </a:t>
            </a:r>
          </a:p>
          <a:p>
            <a:pPr marL="87313" lvl="1" indent="-87313" defTabSz="360363">
              <a:tabLst>
                <a:tab pos="87313" algn="l"/>
              </a:tabLst>
            </a:pPr>
            <a:r>
              <a:rPr lang="en-GB" sz="1200"/>
              <a:t>	bought </a:t>
            </a:r>
            <a:r>
              <a:rPr lang="en-GB" sz="1200" b="1" i="1"/>
              <a:t>Time Warner … </a:t>
            </a:r>
            <a:endParaRPr lang="en-GB" sz="1200"/>
          </a:p>
          <a:p>
            <a:pPr marL="87313" lvl="1" indent="-87313" defTabSz="360363">
              <a:tabLst>
                <a:tab pos="87313" algn="l"/>
              </a:tabLst>
            </a:pPr>
            <a:r>
              <a:rPr lang="en-GB" sz="1200"/>
              <a:t>	becoming media companies, too</a:t>
            </a:r>
          </a:p>
          <a:p>
            <a:pPr marL="87313" indent="-87313" defTabSz="360363">
              <a:buFont typeface="Arial" panose="020B0604020202020204" pitchFamily="34" charset="0"/>
              <a:buChar char="•"/>
              <a:tabLst>
                <a:tab pos="87313" algn="l"/>
              </a:tabLst>
            </a:pPr>
            <a:endParaRPr lang="en-GB" sz="1200"/>
          </a:p>
          <a:p>
            <a:pPr defTabSz="360363">
              <a:tabLst>
                <a:tab pos="87313" algn="l"/>
              </a:tabLst>
            </a:pPr>
            <a:r>
              <a:rPr lang="en-GB" sz="1200"/>
              <a:t>Giant tech - </a:t>
            </a:r>
          </a:p>
          <a:p>
            <a:pPr defTabSz="360363">
              <a:tabLst>
                <a:tab pos="87313" algn="l"/>
              </a:tabLst>
            </a:pPr>
            <a:r>
              <a:rPr lang="en-GB" sz="1200"/>
              <a:t>	- </a:t>
            </a:r>
            <a:r>
              <a:rPr lang="en-GB" sz="1200" b="1" i="1"/>
              <a:t>Google</a:t>
            </a:r>
            <a:r>
              <a:rPr lang="en-GB" sz="1200"/>
              <a:t>, </a:t>
            </a:r>
            <a:r>
              <a:rPr lang="en-GB" sz="1200" b="1" i="1"/>
              <a:t>Amazon</a:t>
            </a:r>
            <a:r>
              <a:rPr lang="en-GB" sz="1200"/>
              <a:t>, </a:t>
            </a:r>
            <a:r>
              <a:rPr lang="en-GB" sz="1200" b="1" i="1"/>
              <a:t>Apple</a:t>
            </a:r>
            <a:r>
              <a:rPr lang="en-GB" sz="1200"/>
              <a:t> </a:t>
            </a:r>
          </a:p>
          <a:p>
            <a:pPr marL="87313" lvl="1" indent="-87313" defTabSz="360363"/>
            <a:r>
              <a:rPr lang="en-GB" sz="1200"/>
              <a:t>	also becoming media companies</a:t>
            </a:r>
          </a:p>
          <a:p>
            <a:pPr marL="87313" lvl="1" indent="-87313" defTabSz="273050"/>
            <a:r>
              <a:rPr lang="en-GB" sz="1200"/>
              <a:t>		</a:t>
            </a:r>
            <a:r>
              <a:rPr lang="en-GB" sz="1200" b="1"/>
              <a:t>Apple</a:t>
            </a:r>
            <a:r>
              <a:rPr lang="en-GB" sz="1200"/>
              <a:t> now position as </a:t>
            </a:r>
          </a:p>
          <a:p>
            <a:pPr marL="360363" lvl="1" defTabSz="268288">
              <a:tabLst>
                <a:tab pos="179388" algn="l"/>
              </a:tabLst>
            </a:pPr>
            <a:r>
              <a:rPr lang="en-GB" sz="1200"/>
              <a:t>a </a:t>
            </a:r>
            <a:r>
              <a:rPr lang="en-GB" sz="1200" b="1"/>
              <a:t>TV guide </a:t>
            </a:r>
            <a:r>
              <a:rPr lang="en-GB" sz="1200"/>
              <a:t>/  storefront .. 	sell services like HBO</a:t>
            </a:r>
          </a:p>
          <a:p>
            <a:pPr marL="360363" lvl="1" defTabSz="268288">
              <a:tabLst>
                <a:tab pos="179388" algn="l"/>
              </a:tabLst>
            </a:pPr>
            <a:r>
              <a:rPr lang="en-GB" sz="1200"/>
              <a:t>a </a:t>
            </a:r>
            <a:r>
              <a:rPr lang="en-GB" sz="1200" b="1"/>
              <a:t>TV creator .. </a:t>
            </a:r>
            <a:r>
              <a:rPr lang="en-GB" sz="1200"/>
              <a:t>exclusive 	shows for Apple users</a:t>
            </a:r>
          </a:p>
        </p:txBody>
      </p:sp>
      <p:sp>
        <p:nvSpPr>
          <p:cNvPr id="2" name="TextBox 1">
            <a:extLst>
              <a:ext uri="{FF2B5EF4-FFF2-40B4-BE49-F238E27FC236}">
                <a16:creationId xmlns:a16="http://schemas.microsoft.com/office/drawing/2014/main" id="{2EBA20CD-8FCA-3357-82A7-240C4826BB3A}"/>
              </a:ext>
            </a:extLst>
          </p:cNvPr>
          <p:cNvSpPr txBox="1"/>
          <p:nvPr/>
        </p:nvSpPr>
        <p:spPr>
          <a:xfrm>
            <a:off x="395288" y="388618"/>
            <a:ext cx="4626761" cy="461665"/>
          </a:xfrm>
          <a:prstGeom prst="rect">
            <a:avLst/>
          </a:prstGeom>
          <a:noFill/>
        </p:spPr>
        <p:txBody>
          <a:bodyPr wrap="square" rtlCol="0">
            <a:spAutoFit/>
          </a:bodyPr>
          <a:lstStyle/>
          <a:p>
            <a:r>
              <a:rPr lang="en-GB" sz="2400" b="1">
                <a:latin typeface="Lucida Sans Unicode" pitchFamily="34" charset="0"/>
              </a:rPr>
              <a:t>Media Landscape</a:t>
            </a:r>
            <a:endParaRPr lang="en-GB" sz="2400" b="1" dirty="0">
              <a:latin typeface="Lucida Sans Unicode" pitchFamily="34" charset="0"/>
            </a:endParaRPr>
          </a:p>
        </p:txBody>
      </p:sp>
    </p:spTree>
    <p:extLst>
      <p:ext uri="{BB962C8B-B14F-4D97-AF65-F5344CB8AC3E}">
        <p14:creationId xmlns:p14="http://schemas.microsoft.com/office/powerpoint/2010/main" val="1037820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F8AAE19-5CD4-63AF-6A2D-A95924B21662}"/>
              </a:ext>
            </a:extLst>
          </p:cNvPr>
          <p:cNvGraphicFramePr>
            <a:graphicFrameLocks noGrp="1"/>
          </p:cNvGraphicFramePr>
          <p:nvPr>
            <p:extLst>
              <p:ext uri="{D42A27DB-BD31-4B8C-83A1-F6EECF244321}">
                <p14:modId xmlns:p14="http://schemas.microsoft.com/office/powerpoint/2010/main" val="105225311"/>
              </p:ext>
            </p:extLst>
          </p:nvPr>
        </p:nvGraphicFramePr>
        <p:xfrm>
          <a:off x="628650" y="1783080"/>
          <a:ext cx="7886700" cy="3741418"/>
        </p:xfrm>
        <a:graphic>
          <a:graphicData uri="http://schemas.openxmlformats.org/drawingml/2006/table">
            <a:tbl>
              <a:tblPr/>
              <a:tblGrid>
                <a:gridCol w="3943350">
                  <a:extLst>
                    <a:ext uri="{9D8B030D-6E8A-4147-A177-3AD203B41FA5}">
                      <a16:colId xmlns:a16="http://schemas.microsoft.com/office/drawing/2014/main" val="2210206608"/>
                    </a:ext>
                  </a:extLst>
                </a:gridCol>
                <a:gridCol w="3943350">
                  <a:extLst>
                    <a:ext uri="{9D8B030D-6E8A-4147-A177-3AD203B41FA5}">
                      <a16:colId xmlns:a16="http://schemas.microsoft.com/office/drawing/2014/main" val="1838899342"/>
                    </a:ext>
                  </a:extLst>
                </a:gridCol>
              </a:tblGrid>
              <a:tr h="415713">
                <a:tc>
                  <a:txBody>
                    <a:bodyPr/>
                    <a:lstStyle/>
                    <a:p>
                      <a:pPr>
                        <a:buNone/>
                      </a:pPr>
                      <a:r>
                        <a:rPr lang="en-GB" b="1"/>
                        <a:t>2010: Broadcast Era</a:t>
                      </a:r>
                      <a:endParaRPr lang="en-GB"/>
                    </a:p>
                  </a:txBody>
                  <a:tcPr anchor="ctr">
                    <a:lnL>
                      <a:noFill/>
                    </a:lnL>
                    <a:lnR>
                      <a:noFill/>
                    </a:lnR>
                    <a:lnT>
                      <a:noFill/>
                    </a:lnT>
                    <a:lnB>
                      <a:noFill/>
                    </a:lnB>
                    <a:noFill/>
                  </a:tcPr>
                </a:tc>
                <a:tc>
                  <a:txBody>
                    <a:bodyPr/>
                    <a:lstStyle/>
                    <a:p>
                      <a:pPr>
                        <a:buNone/>
                      </a:pPr>
                      <a:r>
                        <a:rPr lang="en-GB" b="1" dirty="0"/>
                        <a:t>2025: Platform Era</a:t>
                      </a:r>
                      <a:endParaRPr lang="en-GB" dirty="0"/>
                    </a:p>
                  </a:txBody>
                  <a:tcPr anchor="ctr">
                    <a:lnL>
                      <a:noFill/>
                    </a:lnL>
                    <a:lnR>
                      <a:noFill/>
                    </a:lnR>
                    <a:lnT>
                      <a:noFill/>
                    </a:lnT>
                    <a:lnB>
                      <a:noFill/>
                    </a:lnB>
                    <a:noFill/>
                  </a:tcPr>
                </a:tc>
                <a:extLst>
                  <a:ext uri="{0D108BD9-81ED-4DB2-BD59-A6C34878D82A}">
                    <a16:rowId xmlns:a16="http://schemas.microsoft.com/office/drawing/2014/main" val="2429094631"/>
                  </a:ext>
                </a:extLst>
              </a:tr>
              <a:tr h="727498">
                <a:tc>
                  <a:txBody>
                    <a:bodyPr/>
                    <a:lstStyle/>
                    <a:p>
                      <a:pPr>
                        <a:buNone/>
                      </a:pPr>
                      <a:r>
                        <a:rPr lang="en-GB" dirty="0"/>
                        <a:t>TV channels dominate distribution</a:t>
                      </a:r>
                    </a:p>
                  </a:txBody>
                  <a:tcPr anchor="ctr">
                    <a:lnL>
                      <a:noFill/>
                    </a:lnL>
                    <a:lnR>
                      <a:noFill/>
                    </a:lnR>
                    <a:lnT>
                      <a:noFill/>
                    </a:lnT>
                    <a:lnB>
                      <a:noFill/>
                    </a:lnB>
                    <a:noFill/>
                  </a:tcPr>
                </a:tc>
                <a:tc>
                  <a:txBody>
                    <a:bodyPr/>
                    <a:lstStyle/>
                    <a:p>
                      <a:pPr>
                        <a:buNone/>
                      </a:pPr>
                      <a:r>
                        <a:rPr lang="en-GB" dirty="0"/>
                        <a:t>Platforms dominate distribution</a:t>
                      </a:r>
                    </a:p>
                  </a:txBody>
                  <a:tcPr anchor="ctr">
                    <a:lnL>
                      <a:noFill/>
                    </a:lnL>
                    <a:lnR>
                      <a:noFill/>
                    </a:lnR>
                    <a:lnT>
                      <a:noFill/>
                    </a:lnT>
                    <a:lnB>
                      <a:noFill/>
                    </a:lnB>
                    <a:noFill/>
                  </a:tcPr>
                </a:tc>
                <a:extLst>
                  <a:ext uri="{0D108BD9-81ED-4DB2-BD59-A6C34878D82A}">
                    <a16:rowId xmlns:a16="http://schemas.microsoft.com/office/drawing/2014/main" val="3279081784"/>
                  </a:ext>
                </a:extLst>
              </a:tr>
              <a:tr h="727498">
                <a:tc>
                  <a:txBody>
                    <a:bodyPr/>
                    <a:lstStyle/>
                    <a:p>
                      <a:pPr>
                        <a:buNone/>
                      </a:pPr>
                      <a:r>
                        <a:rPr lang="en-GB" dirty="0"/>
                        <a:t>Cable &amp; satellite control access</a:t>
                      </a:r>
                    </a:p>
                  </a:txBody>
                  <a:tcPr anchor="ctr">
                    <a:lnL>
                      <a:noFill/>
                    </a:lnL>
                    <a:lnR>
                      <a:noFill/>
                    </a:lnR>
                    <a:lnT>
                      <a:noFill/>
                    </a:lnT>
                    <a:lnB>
                      <a:noFill/>
                    </a:lnB>
                    <a:noFill/>
                  </a:tcPr>
                </a:tc>
                <a:tc>
                  <a:txBody>
                    <a:bodyPr/>
                    <a:lstStyle/>
                    <a:p>
                      <a:pPr>
                        <a:buNone/>
                      </a:pPr>
                      <a:r>
                        <a:rPr lang="en-GB" dirty="0"/>
                        <a:t>Smart TVs, apps, mobile platforms</a:t>
                      </a:r>
                    </a:p>
                  </a:txBody>
                  <a:tcPr anchor="ctr">
                    <a:lnL>
                      <a:noFill/>
                    </a:lnL>
                    <a:lnR>
                      <a:noFill/>
                    </a:lnR>
                    <a:lnT>
                      <a:noFill/>
                    </a:lnT>
                    <a:lnB>
                      <a:noFill/>
                    </a:lnB>
                    <a:noFill/>
                  </a:tcPr>
                </a:tc>
                <a:extLst>
                  <a:ext uri="{0D108BD9-81ED-4DB2-BD59-A6C34878D82A}">
                    <a16:rowId xmlns:a16="http://schemas.microsoft.com/office/drawing/2014/main" val="1047236751"/>
                  </a:ext>
                </a:extLst>
              </a:tr>
              <a:tr h="727498">
                <a:tc>
                  <a:txBody>
                    <a:bodyPr/>
                    <a:lstStyle/>
                    <a:p>
                      <a:pPr>
                        <a:buNone/>
                      </a:pPr>
                      <a:r>
                        <a:rPr lang="en-GB"/>
                        <a:t>Media companies own audiences</a:t>
                      </a:r>
                    </a:p>
                  </a:txBody>
                  <a:tcPr anchor="ctr">
                    <a:lnL>
                      <a:noFill/>
                    </a:lnL>
                    <a:lnR>
                      <a:noFill/>
                    </a:lnR>
                    <a:lnT>
                      <a:noFill/>
                    </a:lnT>
                    <a:lnB>
                      <a:noFill/>
                    </a:lnB>
                    <a:noFill/>
                  </a:tcPr>
                </a:tc>
                <a:tc>
                  <a:txBody>
                    <a:bodyPr/>
                    <a:lstStyle/>
                    <a:p>
                      <a:pPr>
                        <a:buNone/>
                      </a:pPr>
                      <a:r>
                        <a:rPr lang="en-GB"/>
                        <a:t>Platforms control audience attention</a:t>
                      </a:r>
                    </a:p>
                  </a:txBody>
                  <a:tcPr anchor="ctr">
                    <a:lnL>
                      <a:noFill/>
                    </a:lnL>
                    <a:lnR>
                      <a:noFill/>
                    </a:lnR>
                    <a:lnT>
                      <a:noFill/>
                    </a:lnT>
                    <a:lnB>
                      <a:noFill/>
                    </a:lnB>
                    <a:noFill/>
                  </a:tcPr>
                </a:tc>
                <a:extLst>
                  <a:ext uri="{0D108BD9-81ED-4DB2-BD59-A6C34878D82A}">
                    <a16:rowId xmlns:a16="http://schemas.microsoft.com/office/drawing/2014/main" val="1873222945"/>
                  </a:ext>
                </a:extLst>
              </a:tr>
              <a:tr h="415713">
                <a:tc>
                  <a:txBody>
                    <a:bodyPr/>
                    <a:lstStyle/>
                    <a:p>
                      <a:pPr>
                        <a:buNone/>
                      </a:pPr>
                      <a:r>
                        <a:rPr lang="en-GB"/>
                        <a:t>National broadcasting markets</a:t>
                      </a:r>
                    </a:p>
                  </a:txBody>
                  <a:tcPr anchor="ctr">
                    <a:lnL>
                      <a:noFill/>
                    </a:lnL>
                    <a:lnR>
                      <a:noFill/>
                    </a:lnR>
                    <a:lnT>
                      <a:noFill/>
                    </a:lnT>
                    <a:lnB>
                      <a:noFill/>
                    </a:lnB>
                    <a:noFill/>
                  </a:tcPr>
                </a:tc>
                <a:tc>
                  <a:txBody>
                    <a:bodyPr/>
                    <a:lstStyle/>
                    <a:p>
                      <a:pPr>
                        <a:buNone/>
                      </a:pPr>
                      <a:r>
                        <a:rPr lang="en-GB"/>
                        <a:t>Global streaming competition</a:t>
                      </a:r>
                    </a:p>
                  </a:txBody>
                  <a:tcPr anchor="ctr">
                    <a:lnL>
                      <a:noFill/>
                    </a:lnL>
                    <a:lnR>
                      <a:noFill/>
                    </a:lnR>
                    <a:lnT>
                      <a:noFill/>
                    </a:lnT>
                    <a:lnB>
                      <a:noFill/>
                    </a:lnB>
                    <a:noFill/>
                  </a:tcPr>
                </a:tc>
                <a:extLst>
                  <a:ext uri="{0D108BD9-81ED-4DB2-BD59-A6C34878D82A}">
                    <a16:rowId xmlns:a16="http://schemas.microsoft.com/office/drawing/2014/main" val="4222958432"/>
                  </a:ext>
                </a:extLst>
              </a:tr>
              <a:tr h="727498">
                <a:tc>
                  <a:txBody>
                    <a:bodyPr/>
                    <a:lstStyle/>
                    <a:p>
                      <a:pPr>
                        <a:buNone/>
                      </a:pPr>
                      <a:r>
                        <a:rPr lang="en-GB" dirty="0"/>
                        <a:t>Content scheduled by broadcasters</a:t>
                      </a:r>
                    </a:p>
                  </a:txBody>
                  <a:tcPr anchor="ctr">
                    <a:lnL>
                      <a:noFill/>
                    </a:lnL>
                    <a:lnR>
                      <a:noFill/>
                    </a:lnR>
                    <a:lnT>
                      <a:noFill/>
                    </a:lnT>
                    <a:lnB>
                      <a:noFill/>
                    </a:lnB>
                    <a:noFill/>
                  </a:tcPr>
                </a:tc>
                <a:tc>
                  <a:txBody>
                    <a:bodyPr/>
                    <a:lstStyle/>
                    <a:p>
                      <a:pPr>
                        <a:buNone/>
                      </a:pPr>
                      <a:r>
                        <a:rPr lang="en-GB" dirty="0"/>
                        <a:t>Content delivered on-demand</a:t>
                      </a:r>
                    </a:p>
                  </a:txBody>
                  <a:tcPr anchor="ctr">
                    <a:lnL>
                      <a:noFill/>
                    </a:lnL>
                    <a:lnR>
                      <a:noFill/>
                    </a:lnR>
                    <a:lnT>
                      <a:noFill/>
                    </a:lnT>
                    <a:lnB>
                      <a:noFill/>
                    </a:lnB>
                    <a:noFill/>
                  </a:tcPr>
                </a:tc>
                <a:extLst>
                  <a:ext uri="{0D108BD9-81ED-4DB2-BD59-A6C34878D82A}">
                    <a16:rowId xmlns:a16="http://schemas.microsoft.com/office/drawing/2014/main" val="3358134552"/>
                  </a:ext>
                </a:extLst>
              </a:tr>
            </a:tbl>
          </a:graphicData>
        </a:graphic>
      </p:graphicFrame>
      <p:sp>
        <p:nvSpPr>
          <p:cNvPr id="3" name="Rectangle 1">
            <a:extLst>
              <a:ext uri="{FF2B5EF4-FFF2-40B4-BE49-F238E27FC236}">
                <a16:creationId xmlns:a16="http://schemas.microsoft.com/office/drawing/2014/main" id="{EA16BE75-E822-7D38-3D4A-3CDCB534EE00}"/>
              </a:ext>
            </a:extLst>
          </p:cNvPr>
          <p:cNvSpPr>
            <a:spLocks noChangeArrowheads="1"/>
          </p:cNvSpPr>
          <p:nvPr/>
        </p:nvSpPr>
        <p:spPr bwMode="auto">
          <a:xfrm>
            <a:off x="2171700" y="951378"/>
            <a:ext cx="56578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Media Industry Transformation</a:t>
            </a:r>
          </a:p>
        </p:txBody>
      </p:sp>
    </p:spTree>
    <p:extLst>
      <p:ext uri="{BB962C8B-B14F-4D97-AF65-F5344CB8AC3E}">
        <p14:creationId xmlns:p14="http://schemas.microsoft.com/office/powerpoint/2010/main" val="1550704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F3FBA7-65E7-21B1-561F-C44ECE6BC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000"/>
            <a:ext cx="9144000" cy="6096000"/>
          </a:xfrm>
          <a:prstGeom prst="rect">
            <a:avLst/>
          </a:prstGeom>
        </p:spPr>
      </p:pic>
    </p:spTree>
    <p:extLst>
      <p:ext uri="{BB962C8B-B14F-4D97-AF65-F5344CB8AC3E}">
        <p14:creationId xmlns:p14="http://schemas.microsoft.com/office/powerpoint/2010/main" val="3945455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FDA19B4-93BB-3484-5F0D-7C087F4D8757}"/>
              </a:ext>
            </a:extLst>
          </p:cNvPr>
          <p:cNvSpPr txBox="1"/>
          <p:nvPr/>
        </p:nvSpPr>
        <p:spPr>
          <a:xfrm>
            <a:off x="395288" y="2326892"/>
            <a:ext cx="2872096" cy="3924151"/>
          </a:xfrm>
          <a:prstGeom prst="rect">
            <a:avLst/>
          </a:prstGeom>
          <a:solidFill>
            <a:srgbClr val="FFFFCC"/>
          </a:solidFill>
        </p:spPr>
        <p:txBody>
          <a:bodyPr wrap="square">
            <a:spAutoFit/>
          </a:bodyPr>
          <a:lstStyle/>
          <a:p>
            <a:endParaRPr lang="en-GB" sz="1400" dirty="0"/>
          </a:p>
          <a:p>
            <a:r>
              <a:rPr lang="en-GB" sz="1400" dirty="0"/>
              <a:t>One year global content spend grew by 6% </a:t>
            </a:r>
          </a:p>
          <a:p>
            <a:r>
              <a:rPr lang="en-GB" sz="1400" dirty="0"/>
              <a:t>to </a:t>
            </a:r>
            <a:r>
              <a:rPr lang="en-GB" sz="1400" b="1" dirty="0"/>
              <a:t>$238Bn</a:t>
            </a:r>
          </a:p>
          <a:p>
            <a:pPr marL="176213" indent="-176213">
              <a:buFont typeface="Arial" panose="020B0604020202020204" pitchFamily="34" charset="0"/>
              <a:buChar char="•"/>
            </a:pPr>
            <a:r>
              <a:rPr lang="en-GB" sz="1400" dirty="0"/>
              <a:t>driven primarily by SVOD platforms </a:t>
            </a:r>
          </a:p>
          <a:p>
            <a:pPr marL="176213" indent="-176213">
              <a:buFont typeface="Arial" panose="020B0604020202020204" pitchFamily="34" charset="0"/>
              <a:buChar char="•"/>
            </a:pPr>
            <a:r>
              <a:rPr lang="en-GB" sz="1400" dirty="0"/>
              <a:t>SVOD collectively spent over $26bn on original content in 2022</a:t>
            </a:r>
          </a:p>
          <a:p>
            <a:endParaRPr lang="en-GB" sz="1400" dirty="0"/>
          </a:p>
          <a:p>
            <a:r>
              <a:rPr lang="en-GB" sz="1200" dirty="0"/>
              <a:t>(but FAST and AVOD are rapidly growing)</a:t>
            </a:r>
          </a:p>
          <a:p>
            <a:endParaRPr lang="en-GB" sz="1400" dirty="0"/>
          </a:p>
          <a:p>
            <a:endParaRPr lang="en-GB" sz="1400" dirty="0"/>
          </a:p>
          <a:p>
            <a:endParaRPr lang="en-GB" sz="1400" dirty="0"/>
          </a:p>
          <a:p>
            <a:endParaRPr lang="en-GB" sz="1400" dirty="0"/>
          </a:p>
          <a:p>
            <a:endParaRPr lang="en-GB" sz="1400" dirty="0"/>
          </a:p>
          <a:p>
            <a:pPr marL="176213" indent="-87313"/>
            <a:endParaRPr lang="en-GB" sz="1100" dirty="0"/>
          </a:p>
        </p:txBody>
      </p:sp>
      <p:sp>
        <p:nvSpPr>
          <p:cNvPr id="4" name="TextBox 3">
            <a:extLst>
              <a:ext uri="{FF2B5EF4-FFF2-40B4-BE49-F238E27FC236}">
                <a16:creationId xmlns:a16="http://schemas.microsoft.com/office/drawing/2014/main" id="{66C58D6D-3BAC-8D96-0820-1E230889468C}"/>
              </a:ext>
            </a:extLst>
          </p:cNvPr>
          <p:cNvSpPr txBox="1"/>
          <p:nvPr/>
        </p:nvSpPr>
        <p:spPr>
          <a:xfrm>
            <a:off x="395288" y="1589756"/>
            <a:ext cx="6796810" cy="954107"/>
          </a:xfrm>
          <a:prstGeom prst="rect">
            <a:avLst/>
          </a:prstGeom>
          <a:solidFill>
            <a:srgbClr val="FFFFCC"/>
          </a:solidFill>
        </p:spPr>
        <p:txBody>
          <a:bodyPr wrap="square">
            <a:spAutoFit/>
          </a:bodyPr>
          <a:lstStyle/>
          <a:p>
            <a:pPr marL="176213" indent="-176213">
              <a:buFont typeface="Arial" panose="020B0604020202020204" pitchFamily="34" charset="0"/>
              <a:buChar char="•"/>
            </a:pPr>
            <a:r>
              <a:rPr lang="en-GB" sz="1400" dirty="0"/>
              <a:t>Growth in global content spending has slowed after the rapid expansion of the streaming wars.</a:t>
            </a:r>
          </a:p>
          <a:p>
            <a:pPr marL="176213" indent="-176213">
              <a:buFont typeface="Arial" panose="020B0604020202020204" pitchFamily="34" charset="0"/>
              <a:buChar char="•"/>
            </a:pPr>
            <a:r>
              <a:rPr lang="en-GB" sz="1400" dirty="0"/>
              <a:t>the lowest growth in over a decade</a:t>
            </a:r>
          </a:p>
          <a:p>
            <a:pPr marL="633413" lvl="1" indent="-176213">
              <a:buFont typeface="Arial" panose="020B0604020202020204" pitchFamily="34" charset="0"/>
              <a:buChar char="•"/>
            </a:pPr>
            <a:r>
              <a:rPr lang="en-GB" sz="1400" dirty="0"/>
              <a:t>(excluding the COVID-driven slump of 2020) </a:t>
            </a:r>
          </a:p>
        </p:txBody>
      </p:sp>
      <p:pic>
        <p:nvPicPr>
          <p:cNvPr id="5" name="Picture 4" descr="Chart, histogram&#10;&#10;Description automatically generated">
            <a:extLst>
              <a:ext uri="{FF2B5EF4-FFF2-40B4-BE49-F238E27FC236}">
                <a16:creationId xmlns:a16="http://schemas.microsoft.com/office/drawing/2014/main" id="{1C54B73F-AEC3-DB1C-7D5C-AD7AAFC493E9}"/>
              </a:ext>
            </a:extLst>
          </p:cNvPr>
          <p:cNvPicPr>
            <a:picLocks noChangeAspect="1"/>
          </p:cNvPicPr>
          <p:nvPr/>
        </p:nvPicPr>
        <p:blipFill rotWithShape="1">
          <a:blip r:embed="rId2">
            <a:extLst>
              <a:ext uri="{28A0092B-C50C-407E-A947-70E740481C1C}">
                <a14:useLocalDpi xmlns:a14="http://schemas.microsoft.com/office/drawing/2010/main" val="0"/>
              </a:ext>
            </a:extLst>
          </a:blip>
          <a:srcRect l="5319" r="5759" b="3539"/>
          <a:stretch/>
        </p:blipFill>
        <p:spPr>
          <a:xfrm>
            <a:off x="3354949" y="2457210"/>
            <a:ext cx="5519108" cy="3818056"/>
          </a:xfrm>
          <a:prstGeom prst="rect">
            <a:avLst/>
          </a:prstGeom>
        </p:spPr>
      </p:pic>
      <p:sp>
        <p:nvSpPr>
          <p:cNvPr id="7" name="TextBox 6">
            <a:extLst>
              <a:ext uri="{FF2B5EF4-FFF2-40B4-BE49-F238E27FC236}">
                <a16:creationId xmlns:a16="http://schemas.microsoft.com/office/drawing/2014/main" id="{01918F63-8B35-5209-457E-2DB9282A1984}"/>
              </a:ext>
            </a:extLst>
          </p:cNvPr>
          <p:cNvSpPr txBox="1"/>
          <p:nvPr/>
        </p:nvSpPr>
        <p:spPr>
          <a:xfrm>
            <a:off x="395288" y="364919"/>
            <a:ext cx="5231780" cy="830997"/>
          </a:xfrm>
          <a:prstGeom prst="rect">
            <a:avLst/>
          </a:prstGeom>
          <a:noFill/>
        </p:spPr>
        <p:txBody>
          <a:bodyPr wrap="square">
            <a:spAutoFit/>
          </a:bodyPr>
          <a:lstStyle/>
          <a:p>
            <a:r>
              <a:rPr lang="en-GB" sz="2400" b="1" dirty="0"/>
              <a:t>Content Investment in the Streaming Era</a:t>
            </a:r>
            <a:r>
              <a:rPr lang="en-GB" sz="2400" i="1" dirty="0"/>
              <a:t>- </a:t>
            </a:r>
            <a:r>
              <a:rPr lang="en-GB" sz="1800" i="1" dirty="0"/>
              <a:t>Ampere Analysis</a:t>
            </a:r>
          </a:p>
        </p:txBody>
      </p:sp>
      <p:sp>
        <p:nvSpPr>
          <p:cNvPr id="8" name="TextBox 7">
            <a:extLst>
              <a:ext uri="{FF2B5EF4-FFF2-40B4-BE49-F238E27FC236}">
                <a16:creationId xmlns:a16="http://schemas.microsoft.com/office/drawing/2014/main" id="{E1743665-D853-75B2-D373-71C5976915C0}"/>
              </a:ext>
            </a:extLst>
          </p:cNvPr>
          <p:cNvSpPr txBox="1"/>
          <p:nvPr/>
        </p:nvSpPr>
        <p:spPr>
          <a:xfrm>
            <a:off x="7722350" y="6223871"/>
            <a:ext cx="1421650" cy="367408"/>
          </a:xfrm>
          <a:prstGeom prst="rect">
            <a:avLst/>
          </a:prstGeom>
          <a:noFill/>
        </p:spPr>
        <p:txBody>
          <a:bodyPr wrap="square">
            <a:spAutoFit/>
          </a:bodyPr>
          <a:lstStyle/>
          <a:p>
            <a:pPr>
              <a:lnSpc>
                <a:spcPts val="2300"/>
              </a:lnSpc>
            </a:pPr>
            <a:r>
              <a:rPr lang="en-GB" sz="1400" i="1"/>
              <a:t>continued … </a:t>
            </a:r>
          </a:p>
        </p:txBody>
      </p:sp>
      <p:sp>
        <p:nvSpPr>
          <p:cNvPr id="9" name="Rectangle 8">
            <a:extLst>
              <a:ext uri="{FF2B5EF4-FFF2-40B4-BE49-F238E27FC236}">
                <a16:creationId xmlns:a16="http://schemas.microsoft.com/office/drawing/2014/main" id="{498CEAAD-8F37-5A5D-FC01-215A831AEFA2}"/>
              </a:ext>
            </a:extLst>
          </p:cNvPr>
          <p:cNvSpPr/>
          <p:nvPr/>
        </p:nvSpPr>
        <p:spPr bwMode="auto">
          <a:xfrm>
            <a:off x="525495" y="5037704"/>
            <a:ext cx="2611681" cy="1099324"/>
          </a:xfrm>
          <a:prstGeom prst="rect">
            <a:avLst/>
          </a:prstGeom>
          <a:solidFill>
            <a:srgbClr val="F6F8D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6213" indent="-87313"/>
            <a:r>
              <a:rPr lang="en-GB" sz="1100"/>
              <a:t>SVOD: Subscription VoD</a:t>
            </a:r>
          </a:p>
          <a:p>
            <a:pPr marL="176213" indent="-87313"/>
            <a:r>
              <a:rPr lang="en-GB" sz="1100"/>
              <a:t>AVOD: Advertisig VoD</a:t>
            </a:r>
          </a:p>
          <a:p>
            <a:pPr marL="176213" indent="-87313"/>
            <a:r>
              <a:rPr lang="en-GB" sz="1100"/>
              <a:t>TVOD: Transactional VoD (pay/view)</a:t>
            </a:r>
          </a:p>
          <a:p>
            <a:pPr marL="176213" indent="-87313"/>
            <a:r>
              <a:rPr lang="en-GB" sz="1100"/>
              <a:t>FAST: Free Ad-supported linear channels to mass audience</a:t>
            </a:r>
          </a:p>
          <a:p>
            <a:pPr marL="176213" indent="-87313"/>
            <a:endParaRPr lang="en-GB" sz="1100"/>
          </a:p>
          <a:p>
            <a:pPr marL="176213" indent="-87313"/>
            <a:endParaRPr lang="en-GB" sz="1100"/>
          </a:p>
        </p:txBody>
      </p:sp>
      <p:grpSp>
        <p:nvGrpSpPr>
          <p:cNvPr id="10" name="Group 9">
            <a:extLst>
              <a:ext uri="{FF2B5EF4-FFF2-40B4-BE49-F238E27FC236}">
                <a16:creationId xmlns:a16="http://schemas.microsoft.com/office/drawing/2014/main" id="{361A051F-104C-A266-B8D0-F04464D2EEA4}"/>
              </a:ext>
            </a:extLst>
          </p:cNvPr>
          <p:cNvGrpSpPr/>
          <p:nvPr/>
        </p:nvGrpSpPr>
        <p:grpSpPr>
          <a:xfrm>
            <a:off x="5627068" y="14532"/>
            <a:ext cx="3501685" cy="1487304"/>
            <a:chOff x="5787069" y="14532"/>
            <a:chExt cx="3341684" cy="1343450"/>
          </a:xfrm>
        </p:grpSpPr>
        <p:pic>
          <p:nvPicPr>
            <p:cNvPr id="3" name="Picture 2">
              <a:extLst>
                <a:ext uri="{FF2B5EF4-FFF2-40B4-BE49-F238E27FC236}">
                  <a16:creationId xmlns:a16="http://schemas.microsoft.com/office/drawing/2014/main" id="{4BCDB227-F165-A36C-A6DC-D8550F015481}"/>
                </a:ext>
              </a:extLst>
            </p:cNvPr>
            <p:cNvPicPr>
              <a:picLocks noChangeAspect="1"/>
            </p:cNvPicPr>
            <p:nvPr/>
          </p:nvPicPr>
          <p:blipFill>
            <a:blip r:embed="rId3"/>
            <a:stretch>
              <a:fillRect/>
            </a:stretch>
          </p:blipFill>
          <p:spPr>
            <a:xfrm>
              <a:off x="5787069" y="14532"/>
              <a:ext cx="3341684" cy="1297026"/>
            </a:xfrm>
            <a:prstGeom prst="rect">
              <a:avLst/>
            </a:prstGeom>
          </p:spPr>
        </p:pic>
        <p:sp>
          <p:nvSpPr>
            <p:cNvPr id="2" name="TextBox 1">
              <a:extLst>
                <a:ext uri="{FF2B5EF4-FFF2-40B4-BE49-F238E27FC236}">
                  <a16:creationId xmlns:a16="http://schemas.microsoft.com/office/drawing/2014/main" id="{1979F951-AF0D-2C5D-FF25-80005619A334}"/>
                </a:ext>
              </a:extLst>
            </p:cNvPr>
            <p:cNvSpPr txBox="1"/>
            <p:nvPr/>
          </p:nvSpPr>
          <p:spPr>
            <a:xfrm>
              <a:off x="6893170" y="1080983"/>
              <a:ext cx="2235583" cy="276999"/>
            </a:xfrm>
            <a:prstGeom prst="rect">
              <a:avLst/>
            </a:prstGeom>
            <a:solidFill>
              <a:schemeClr val="bg1">
                <a:lumMod val="95000"/>
              </a:schemeClr>
            </a:solidFill>
          </p:spPr>
          <p:txBody>
            <a:bodyPr wrap="square">
              <a:spAutoFit/>
            </a:bodyPr>
            <a:lstStyle/>
            <a:p>
              <a:r>
                <a:rPr lang="en-GB" sz="600">
                  <a:solidFill>
                    <a:schemeClr val="accent6"/>
                  </a:solidFill>
                  <a:hlinkClick r:id="rId4">
                    <a:extLst>
                      <a:ext uri="{A12FA001-AC4F-418D-AE19-62706E023703}">
                        <ahyp:hlinkClr xmlns:ahyp="http://schemas.microsoft.com/office/drawing/2018/hyperlinkcolor" val="tx"/>
                      </a:ext>
                    </a:extLst>
                  </a:hlinkClick>
                </a:rPr>
                <a:t>https://www.ibc.org/news/growth-in-content-investment-set-to-dip-in-2023/9381.article</a:t>
              </a:r>
              <a:r>
                <a:rPr lang="en-GB" sz="600">
                  <a:solidFill>
                    <a:schemeClr val="accent6"/>
                  </a:solidFill>
                </a:rPr>
                <a:t> </a:t>
              </a:r>
            </a:p>
          </p:txBody>
        </p:sp>
      </p:grpSp>
    </p:spTree>
    <p:extLst>
      <p:ext uri="{BB962C8B-B14F-4D97-AF65-F5344CB8AC3E}">
        <p14:creationId xmlns:p14="http://schemas.microsoft.com/office/powerpoint/2010/main" val="2802110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E2A336-3EA4-C260-3B73-FC78E9C87AB1}"/>
              </a:ext>
            </a:extLst>
          </p:cNvPr>
          <p:cNvSpPr txBox="1"/>
          <p:nvPr/>
        </p:nvSpPr>
        <p:spPr>
          <a:xfrm>
            <a:off x="395288" y="1108855"/>
            <a:ext cx="8687166" cy="5128327"/>
          </a:xfrm>
          <a:prstGeom prst="rect">
            <a:avLst/>
          </a:prstGeom>
          <a:noFill/>
        </p:spPr>
        <p:txBody>
          <a:bodyPr wrap="square">
            <a:spAutoFit/>
          </a:bodyPr>
          <a:lstStyle/>
          <a:p>
            <a:pPr>
              <a:lnSpc>
                <a:spcPct val="150000"/>
              </a:lnSpc>
            </a:pPr>
            <a:r>
              <a:rPr lang="en-GB" sz="1800" b="1" dirty="0"/>
              <a:t>Economic Situation </a:t>
            </a:r>
          </a:p>
          <a:p>
            <a:pPr marL="179388" indent="-179388">
              <a:lnSpc>
                <a:spcPct val="150000"/>
              </a:lnSpc>
              <a:buFont typeface="Arial" panose="020B0604020202020204" pitchFamily="34" charset="0"/>
              <a:buChar char="•"/>
            </a:pPr>
            <a:r>
              <a:rPr lang="en-GB" dirty="0"/>
              <a:t>pressure on household spending and advertising investment</a:t>
            </a:r>
          </a:p>
          <a:p>
            <a:pPr marL="171450" indent="-171450">
              <a:lnSpc>
                <a:spcPct val="150000"/>
              </a:lnSpc>
              <a:buFont typeface="Arial" panose="020B0604020202020204" pitchFamily="34" charset="0"/>
              <a:buChar char="•"/>
            </a:pPr>
            <a:r>
              <a:rPr lang="en-GB" dirty="0"/>
              <a:t>more cost-saving, reduce content expenditure</a:t>
            </a:r>
          </a:p>
          <a:p>
            <a:pPr marL="360363" lvl="1" indent="-171450">
              <a:lnSpc>
                <a:spcPct val="150000"/>
              </a:lnSpc>
              <a:buFont typeface="Arial" panose="020B0604020202020204" pitchFamily="34" charset="0"/>
              <a:buChar char="•"/>
            </a:pPr>
            <a:r>
              <a:rPr lang="en-GB" b="1" i="1" dirty="0"/>
              <a:t>Netflix</a:t>
            </a:r>
            <a:r>
              <a:rPr lang="en-GB" dirty="0"/>
              <a:t> - first global decline in subscribers </a:t>
            </a:r>
          </a:p>
          <a:p>
            <a:pPr marL="646113" lvl="2"/>
            <a:r>
              <a:rPr lang="en-GB" sz="1400" dirty="0"/>
              <a:t>(their content investment plateaued in 2023)</a:t>
            </a:r>
          </a:p>
          <a:p>
            <a:pPr marL="171450" indent="-171450">
              <a:lnSpc>
                <a:spcPct val="150000"/>
              </a:lnSpc>
              <a:buFont typeface="Arial" panose="020B0604020202020204" pitchFamily="34" charset="0"/>
              <a:buChar char="•"/>
            </a:pPr>
            <a:endParaRPr lang="en-GB" dirty="0"/>
          </a:p>
          <a:p>
            <a:pPr>
              <a:lnSpc>
                <a:spcPct val="150000"/>
              </a:lnSpc>
            </a:pPr>
            <a:r>
              <a:rPr lang="en-GB" sz="1800" b="1" dirty="0"/>
              <a:t>Uneven: </a:t>
            </a:r>
          </a:p>
          <a:p>
            <a:pPr marL="171450" indent="-171450">
              <a:lnSpc>
                <a:spcPct val="150000"/>
              </a:lnSpc>
              <a:buFont typeface="Arial" panose="020B0604020202020204" pitchFamily="34" charset="0"/>
              <a:buChar char="•"/>
            </a:pPr>
            <a:r>
              <a:rPr lang="en-GB" dirty="0"/>
              <a:t>Some groups will increase investment</a:t>
            </a:r>
          </a:p>
          <a:p>
            <a:pPr marL="628650" lvl="1" indent="-171450">
              <a:lnSpc>
                <a:spcPct val="150000"/>
              </a:lnSpc>
              <a:buFont typeface="Arial" panose="020B0604020202020204" pitchFamily="34" charset="0"/>
              <a:buChar char="•"/>
            </a:pPr>
            <a:r>
              <a:rPr lang="en-GB" dirty="0"/>
              <a:t>others will cut back</a:t>
            </a:r>
          </a:p>
          <a:p>
            <a:pPr marL="171450" indent="-171450">
              <a:lnSpc>
                <a:spcPct val="150000"/>
              </a:lnSpc>
              <a:buFont typeface="Arial" panose="020B0604020202020204" pitchFamily="34" charset="0"/>
              <a:buChar char="•"/>
            </a:pPr>
            <a:r>
              <a:rPr lang="en-GB" b="1" i="1" dirty="0"/>
              <a:t>Disney</a:t>
            </a:r>
            <a:r>
              <a:rPr lang="en-GB" dirty="0"/>
              <a:t> and </a:t>
            </a:r>
            <a:r>
              <a:rPr lang="en-GB" b="1" i="1" dirty="0"/>
              <a:t>Warner Bros Discovery </a:t>
            </a:r>
            <a:r>
              <a:rPr lang="en-GB" dirty="0"/>
              <a:t>will overtake </a:t>
            </a:r>
            <a:r>
              <a:rPr lang="en-GB" b="1" i="1" dirty="0"/>
              <a:t>Comcast</a:t>
            </a:r>
            <a:r>
              <a:rPr lang="en-GB" dirty="0"/>
              <a:t> and its subsidiaries </a:t>
            </a:r>
          </a:p>
          <a:p>
            <a:pPr marL="628650" lvl="1" indent="-171450">
              <a:lnSpc>
                <a:spcPct val="150000"/>
              </a:lnSpc>
              <a:buFont typeface="Arial" panose="020B0604020202020204" pitchFamily="34" charset="0"/>
              <a:buChar char="•"/>
            </a:pPr>
            <a:r>
              <a:rPr lang="en-GB" dirty="0"/>
              <a:t>become the leading investors in original content</a:t>
            </a:r>
          </a:p>
          <a:p>
            <a:pPr marL="1617663" lvl="2" indent="-171450">
              <a:buFont typeface="Arial" panose="020B0604020202020204" pitchFamily="34" charset="0"/>
              <a:buChar char="•"/>
            </a:pPr>
            <a:r>
              <a:rPr lang="en-GB" sz="1400" i="1" dirty="0"/>
              <a:t>Disney</a:t>
            </a:r>
            <a:r>
              <a:rPr lang="en-GB" sz="1400" dirty="0"/>
              <a:t> to reach $10.5bn; </a:t>
            </a:r>
            <a:r>
              <a:rPr lang="en-GB" sz="1400" i="1" dirty="0"/>
              <a:t>Warner Bros Discovery </a:t>
            </a:r>
            <a:r>
              <a:rPr lang="en-GB" sz="1400" dirty="0"/>
              <a:t>&gt; $9.5bn</a:t>
            </a:r>
          </a:p>
          <a:p>
            <a:pPr marL="1617663" lvl="2" indent="-171450">
              <a:buFont typeface="Arial" panose="020B0604020202020204" pitchFamily="34" charset="0"/>
              <a:buChar char="•"/>
            </a:pPr>
            <a:r>
              <a:rPr lang="en-GB" sz="1400" i="1" dirty="0"/>
              <a:t>Netflix</a:t>
            </a:r>
            <a:r>
              <a:rPr lang="en-GB" sz="1400" dirty="0"/>
              <a:t> continue to lead dedicated SVOD spend </a:t>
            </a:r>
          </a:p>
          <a:p>
            <a:pPr marL="1617663" lvl="2" indent="-171450"/>
            <a:r>
              <a:rPr lang="en-GB" sz="1400" dirty="0"/>
              <a:t>	&gt; 25% of global SVOD original content investment</a:t>
            </a:r>
          </a:p>
          <a:p>
            <a:pPr marL="171450" indent="-171450">
              <a:lnSpc>
                <a:spcPts val="1800"/>
              </a:lnSpc>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CC4D4AD5-0447-D223-3418-1DE84EC6FC3D}"/>
              </a:ext>
            </a:extLst>
          </p:cNvPr>
          <p:cNvSpPr txBox="1"/>
          <p:nvPr/>
        </p:nvSpPr>
        <p:spPr>
          <a:xfrm>
            <a:off x="311736" y="287450"/>
            <a:ext cx="3495179" cy="375103"/>
          </a:xfrm>
          <a:prstGeom prst="rect">
            <a:avLst/>
          </a:prstGeom>
          <a:noFill/>
        </p:spPr>
        <p:txBody>
          <a:bodyPr wrap="square">
            <a:spAutoFit/>
          </a:bodyPr>
          <a:lstStyle/>
          <a:p>
            <a:pPr>
              <a:lnSpc>
                <a:spcPts val="2300"/>
              </a:lnSpc>
            </a:pPr>
            <a:r>
              <a:rPr lang="en-GB" sz="1600" b="1" i="1" dirty="0"/>
              <a:t>Ampere analysis continued … </a:t>
            </a:r>
          </a:p>
        </p:txBody>
      </p:sp>
      <p:grpSp>
        <p:nvGrpSpPr>
          <p:cNvPr id="7" name="Group 6">
            <a:extLst>
              <a:ext uri="{FF2B5EF4-FFF2-40B4-BE49-F238E27FC236}">
                <a16:creationId xmlns:a16="http://schemas.microsoft.com/office/drawing/2014/main" id="{C1382C3A-81FF-46F0-0F36-82847D7B3D35}"/>
              </a:ext>
            </a:extLst>
          </p:cNvPr>
          <p:cNvGrpSpPr/>
          <p:nvPr/>
        </p:nvGrpSpPr>
        <p:grpSpPr>
          <a:xfrm>
            <a:off x="5627068" y="14532"/>
            <a:ext cx="3501685" cy="1487304"/>
            <a:chOff x="5787069" y="14532"/>
            <a:chExt cx="3341684" cy="1343450"/>
          </a:xfrm>
        </p:grpSpPr>
        <p:pic>
          <p:nvPicPr>
            <p:cNvPr id="8" name="Picture 7">
              <a:extLst>
                <a:ext uri="{FF2B5EF4-FFF2-40B4-BE49-F238E27FC236}">
                  <a16:creationId xmlns:a16="http://schemas.microsoft.com/office/drawing/2014/main" id="{07D24C32-D78D-C2EE-8C41-7465D01D0580}"/>
                </a:ext>
              </a:extLst>
            </p:cNvPr>
            <p:cNvPicPr>
              <a:picLocks noChangeAspect="1"/>
            </p:cNvPicPr>
            <p:nvPr/>
          </p:nvPicPr>
          <p:blipFill>
            <a:blip r:embed="rId3"/>
            <a:stretch>
              <a:fillRect/>
            </a:stretch>
          </p:blipFill>
          <p:spPr>
            <a:xfrm>
              <a:off x="5787069" y="14532"/>
              <a:ext cx="3341684" cy="1297026"/>
            </a:xfrm>
            <a:prstGeom prst="rect">
              <a:avLst/>
            </a:prstGeom>
          </p:spPr>
        </p:pic>
        <p:sp>
          <p:nvSpPr>
            <p:cNvPr id="9" name="TextBox 8">
              <a:extLst>
                <a:ext uri="{FF2B5EF4-FFF2-40B4-BE49-F238E27FC236}">
                  <a16:creationId xmlns:a16="http://schemas.microsoft.com/office/drawing/2014/main" id="{133CC346-C23B-D6E9-00E9-FFD22549912A}"/>
                </a:ext>
              </a:extLst>
            </p:cNvPr>
            <p:cNvSpPr txBox="1"/>
            <p:nvPr/>
          </p:nvSpPr>
          <p:spPr>
            <a:xfrm>
              <a:off x="6893170" y="1080983"/>
              <a:ext cx="2235583" cy="276999"/>
            </a:xfrm>
            <a:prstGeom prst="rect">
              <a:avLst/>
            </a:prstGeom>
            <a:solidFill>
              <a:schemeClr val="bg1">
                <a:lumMod val="95000"/>
              </a:schemeClr>
            </a:solidFill>
          </p:spPr>
          <p:txBody>
            <a:bodyPr wrap="square">
              <a:spAutoFit/>
            </a:bodyPr>
            <a:lstStyle/>
            <a:p>
              <a:r>
                <a:rPr lang="en-GB" sz="600">
                  <a:solidFill>
                    <a:schemeClr val="accent6"/>
                  </a:solidFill>
                  <a:hlinkClick r:id="rId4">
                    <a:extLst>
                      <a:ext uri="{A12FA001-AC4F-418D-AE19-62706E023703}">
                        <ahyp:hlinkClr xmlns:ahyp="http://schemas.microsoft.com/office/drawing/2018/hyperlinkcolor" val="tx"/>
                      </a:ext>
                    </a:extLst>
                  </a:hlinkClick>
                </a:rPr>
                <a:t>https://www.ibc.org/news/growth-in-content-investment-set-to-dip-in-2023/9381.article</a:t>
              </a:r>
              <a:r>
                <a:rPr lang="en-GB" sz="600">
                  <a:solidFill>
                    <a:schemeClr val="accent6"/>
                  </a:solidFill>
                </a:rPr>
                <a:t> </a:t>
              </a:r>
            </a:p>
          </p:txBody>
        </p:sp>
      </p:grpSp>
    </p:spTree>
    <p:extLst>
      <p:ext uri="{BB962C8B-B14F-4D97-AF65-F5344CB8AC3E}">
        <p14:creationId xmlns:p14="http://schemas.microsoft.com/office/powerpoint/2010/main" val="2102565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70031-D988-E3A8-BE6C-9E05DBA925AB}"/>
              </a:ext>
            </a:extLst>
          </p:cNvPr>
          <p:cNvSpPr txBox="1"/>
          <p:nvPr/>
        </p:nvSpPr>
        <p:spPr>
          <a:xfrm>
            <a:off x="885463" y="733548"/>
            <a:ext cx="4948178" cy="338554"/>
          </a:xfrm>
          <a:prstGeom prst="rect">
            <a:avLst/>
          </a:prstGeom>
          <a:noFill/>
        </p:spPr>
        <p:txBody>
          <a:bodyPr wrap="square">
            <a:spAutoFit/>
          </a:bodyPr>
          <a:lstStyle/>
          <a:p>
            <a:r>
              <a:rPr lang="en-GB" b="1" dirty="0"/>
              <a:t>Streaming Industry Update (2025/26)</a:t>
            </a:r>
            <a:endParaRPr lang="en-GB" dirty="0"/>
          </a:p>
        </p:txBody>
      </p:sp>
      <p:sp>
        <p:nvSpPr>
          <p:cNvPr id="5" name="TextBox 4">
            <a:extLst>
              <a:ext uri="{FF2B5EF4-FFF2-40B4-BE49-F238E27FC236}">
                <a16:creationId xmlns:a16="http://schemas.microsoft.com/office/drawing/2014/main" id="{78C8D017-A6F4-5B8D-9BF7-C7939BD7B83B}"/>
              </a:ext>
            </a:extLst>
          </p:cNvPr>
          <p:cNvSpPr txBox="1"/>
          <p:nvPr/>
        </p:nvSpPr>
        <p:spPr>
          <a:xfrm>
            <a:off x="885463" y="1413063"/>
            <a:ext cx="7083706" cy="4031873"/>
          </a:xfrm>
          <a:prstGeom prst="rect">
            <a:avLst/>
          </a:prstGeom>
          <a:noFill/>
        </p:spPr>
        <p:txBody>
          <a:bodyPr wrap="square">
            <a:spAutoFit/>
          </a:bodyPr>
          <a:lstStyle/>
          <a:p>
            <a:pPr>
              <a:buNone/>
            </a:pPr>
            <a:r>
              <a:rPr lang="en-GB" b="1" dirty="0"/>
              <a:t>Economic Situation</a:t>
            </a:r>
          </a:p>
          <a:p>
            <a:pPr marL="285750" indent="-285750">
              <a:buFont typeface="Arial" panose="020B0604020202020204" pitchFamily="34" charset="0"/>
              <a:buChar char="•"/>
            </a:pPr>
            <a:r>
              <a:rPr lang="en-GB" dirty="0"/>
              <a:t>Growth in global content spend slowed to 0.4% in 2025 </a:t>
            </a:r>
          </a:p>
          <a:p>
            <a:pPr marL="285750" indent="-285750">
              <a:buFont typeface="Arial" panose="020B0604020202020204" pitchFamily="34" charset="0"/>
              <a:buChar char="•"/>
            </a:pPr>
            <a:r>
              <a:rPr lang="en-GB" dirty="0"/>
              <a:t>Platforms are shifting from subscriber growth to profitability</a:t>
            </a:r>
          </a:p>
          <a:p>
            <a:pPr marL="285750" indent="-285750">
              <a:buFont typeface="Arial" panose="020B0604020202020204" pitchFamily="34" charset="0"/>
              <a:buChar char="•"/>
            </a:pPr>
            <a:r>
              <a:rPr lang="en-GB" dirty="0"/>
              <a:t>Advertising-supported models are becoming more important </a:t>
            </a:r>
          </a:p>
          <a:p>
            <a:pPr marL="285750" indent="-285750">
              <a:buFont typeface="Arial" panose="020B0604020202020204" pitchFamily="34" charset="0"/>
              <a:buChar char="•"/>
            </a:pPr>
            <a:r>
              <a:rPr lang="en-GB" dirty="0"/>
              <a:t>Netflix subscriber decline proved temporary</a:t>
            </a:r>
            <a:br>
              <a:rPr lang="en-GB" dirty="0"/>
            </a:br>
            <a:r>
              <a:rPr lang="en-GB" dirty="0"/>
              <a:t>→ now 300M+ global subscribers</a:t>
            </a:r>
          </a:p>
          <a:p>
            <a:pPr marL="285750" indent="-285750">
              <a:buFont typeface="Arial" panose="020B0604020202020204" pitchFamily="34" charset="0"/>
              <a:buChar char="•"/>
            </a:pPr>
            <a:endParaRPr lang="en-GB" dirty="0"/>
          </a:p>
          <a:p>
            <a:pPr>
              <a:buNone/>
            </a:pPr>
            <a:r>
              <a:rPr lang="en-GB" b="1" dirty="0"/>
              <a:t>Uneven</a:t>
            </a:r>
          </a:p>
          <a:p>
            <a:pPr marL="285750" indent="-285750">
              <a:buFont typeface="Arial" panose="020B0604020202020204" pitchFamily="34" charset="0"/>
              <a:buChar char="•"/>
            </a:pPr>
            <a:r>
              <a:rPr lang="en-GB" dirty="0"/>
              <a:t>VoD spend reached $95bn in 2025 and overtook commercial broadcasters </a:t>
            </a:r>
          </a:p>
          <a:p>
            <a:pPr marL="285750" indent="-285750">
              <a:buFont typeface="Arial" panose="020B0604020202020204" pitchFamily="34" charset="0"/>
              <a:buChar char="•"/>
            </a:pPr>
            <a:r>
              <a:rPr lang="en-GB" dirty="0"/>
              <a:t>YouTube is now the largest TV distributor by watch time (12.4%) </a:t>
            </a:r>
            <a:br>
              <a:rPr lang="en-GB" dirty="0"/>
            </a:br>
            <a:r>
              <a:rPr lang="en-GB" dirty="0"/>
              <a:t>Netflix, Disney and Amazon remain the key global players </a:t>
            </a:r>
          </a:p>
          <a:p>
            <a:pPr>
              <a:buNone/>
            </a:pPr>
            <a:endParaRPr lang="en-GB" dirty="0"/>
          </a:p>
          <a:p>
            <a:pPr>
              <a:buNone/>
            </a:pPr>
            <a:r>
              <a:rPr lang="en-GB" b="1" dirty="0"/>
              <a:t>Industry Trend</a:t>
            </a:r>
          </a:p>
          <a:p>
            <a:pPr>
              <a:buNone/>
            </a:pPr>
            <a:r>
              <a:rPr lang="en-GB" dirty="0"/>
              <a:t>The streaming industry has shifted from expansion to consolidation and platform competition.</a:t>
            </a:r>
          </a:p>
        </p:txBody>
      </p:sp>
    </p:spTree>
    <p:extLst>
      <p:ext uri="{BB962C8B-B14F-4D97-AF65-F5344CB8AC3E}">
        <p14:creationId xmlns:p14="http://schemas.microsoft.com/office/powerpoint/2010/main" val="3152361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40924A-260C-F424-C4A3-2932750168D4}"/>
              </a:ext>
            </a:extLst>
          </p:cNvPr>
          <p:cNvSpPr txBox="1"/>
          <p:nvPr/>
        </p:nvSpPr>
        <p:spPr>
          <a:xfrm>
            <a:off x="409037" y="1548976"/>
            <a:ext cx="8325925" cy="4504438"/>
          </a:xfrm>
          <a:prstGeom prst="rect">
            <a:avLst/>
          </a:prstGeom>
          <a:noFill/>
        </p:spPr>
        <p:txBody>
          <a:bodyPr wrap="square">
            <a:spAutoFit/>
          </a:bodyPr>
          <a:lstStyle/>
          <a:p>
            <a:pPr>
              <a:lnSpc>
                <a:spcPts val="2300"/>
              </a:lnSpc>
            </a:pPr>
            <a:r>
              <a:rPr lang="en-GB" b="1" dirty="0"/>
              <a:t>FAST - Free Ad-Supported Streaming TV</a:t>
            </a:r>
          </a:p>
          <a:p>
            <a:pPr marL="285750" indent="-285750">
              <a:lnSpc>
                <a:spcPts val="2300"/>
              </a:lnSpc>
              <a:buFont typeface="Arial" panose="020B0604020202020204" pitchFamily="34" charset="0"/>
              <a:buChar char="•"/>
            </a:pPr>
            <a:r>
              <a:rPr lang="en-GB" dirty="0"/>
              <a:t>SVOD subscriber curve begins to flatten</a:t>
            </a:r>
          </a:p>
          <a:p>
            <a:pPr marL="285750" indent="-285750">
              <a:lnSpc>
                <a:spcPts val="2300"/>
              </a:lnSpc>
              <a:buFont typeface="Arial" panose="020B0604020202020204" pitchFamily="34" charset="0"/>
              <a:buChar char="•"/>
            </a:pPr>
            <a:r>
              <a:rPr lang="en-GB" dirty="0"/>
              <a:t>FAST offers extended reach, ad revenue stream, and the opportunity to recruit linear TV users </a:t>
            </a:r>
          </a:p>
          <a:p>
            <a:pPr>
              <a:lnSpc>
                <a:spcPts val="2300"/>
              </a:lnSpc>
            </a:pPr>
            <a:endParaRPr lang="en-GB" dirty="0"/>
          </a:p>
          <a:p>
            <a:pPr>
              <a:lnSpc>
                <a:spcPts val="2300"/>
              </a:lnSpc>
            </a:pPr>
            <a:r>
              <a:rPr lang="en-GB" b="1" dirty="0"/>
              <a:t>OTT discussion continues</a:t>
            </a:r>
          </a:p>
          <a:p>
            <a:pPr marL="285750" indent="-285750">
              <a:lnSpc>
                <a:spcPts val="2300"/>
              </a:lnSpc>
              <a:buFont typeface="Arial" panose="020B0604020202020204" pitchFamily="34" charset="0"/>
              <a:buChar char="•"/>
            </a:pPr>
            <a:r>
              <a:rPr lang="en-GB" dirty="0"/>
              <a:t>Grew in 2022 </a:t>
            </a:r>
          </a:p>
          <a:p>
            <a:pPr marL="285750" indent="-285750">
              <a:lnSpc>
                <a:spcPts val="2300"/>
              </a:lnSpc>
              <a:buFont typeface="Arial" panose="020B0604020202020204" pitchFamily="34" charset="0"/>
              <a:buChar char="•"/>
            </a:pPr>
            <a:r>
              <a:rPr lang="en-GB" dirty="0"/>
              <a:t>cross-industry debate over monetisation strategies and emerging business models</a:t>
            </a:r>
          </a:p>
          <a:p>
            <a:pPr marL="285750" indent="-285750">
              <a:lnSpc>
                <a:spcPts val="2300"/>
              </a:lnSpc>
              <a:buFont typeface="Arial" panose="020B0604020202020204" pitchFamily="34" charset="0"/>
              <a:buChar char="•"/>
            </a:pPr>
            <a:r>
              <a:rPr lang="en-GB" dirty="0"/>
              <a:t>OTT will be a fixture for some time to come</a:t>
            </a:r>
          </a:p>
          <a:p>
            <a:pPr>
              <a:lnSpc>
                <a:spcPts val="2300"/>
              </a:lnSpc>
            </a:pPr>
            <a:endParaRPr lang="en-GB" dirty="0"/>
          </a:p>
          <a:p>
            <a:pPr>
              <a:lnSpc>
                <a:spcPts val="2300"/>
              </a:lnSpc>
            </a:pPr>
            <a:r>
              <a:rPr lang="en-GB" b="1" dirty="0"/>
              <a:t>Sustainability drive goes up a gear</a:t>
            </a:r>
          </a:p>
          <a:p>
            <a:pPr marL="285750" indent="-285750">
              <a:lnSpc>
                <a:spcPts val="2300"/>
              </a:lnSpc>
              <a:buFont typeface="Arial" panose="020B0604020202020204" pitchFamily="34" charset="0"/>
              <a:buChar char="•"/>
            </a:pPr>
            <a:r>
              <a:rPr lang="en-GB" dirty="0"/>
              <a:t>media and broadcast industry has been actively engaged in sustainability</a:t>
            </a:r>
          </a:p>
          <a:p>
            <a:pPr marL="285750" indent="-285750">
              <a:lnSpc>
                <a:spcPts val="2300"/>
              </a:lnSpc>
              <a:buFont typeface="Arial" panose="020B0604020202020204" pitchFamily="34" charset="0"/>
              <a:buChar char="•"/>
            </a:pPr>
            <a:r>
              <a:rPr lang="en-GB" dirty="0"/>
              <a:t>Production-based </a:t>
            </a:r>
            <a:r>
              <a:rPr lang="en-GB" i="1" dirty="0"/>
              <a:t>Albert </a:t>
            </a:r>
            <a:r>
              <a:rPr lang="en-GB" dirty="0"/>
              <a:t>programme</a:t>
            </a:r>
          </a:p>
          <a:p>
            <a:pPr marL="285750" indent="-285750">
              <a:lnSpc>
                <a:spcPts val="2300"/>
              </a:lnSpc>
              <a:buFont typeface="Arial" panose="020B0604020202020204" pitchFamily="34" charset="0"/>
              <a:buChar char="•"/>
            </a:pPr>
            <a:r>
              <a:rPr lang="en-GB" dirty="0"/>
              <a:t>Green Production Guide, plus generating awareness across the value chain</a:t>
            </a:r>
          </a:p>
        </p:txBody>
      </p:sp>
      <p:pic>
        <p:nvPicPr>
          <p:cNvPr id="3" name="Picture 2">
            <a:extLst>
              <a:ext uri="{FF2B5EF4-FFF2-40B4-BE49-F238E27FC236}">
                <a16:creationId xmlns:a16="http://schemas.microsoft.com/office/drawing/2014/main" id="{68E91624-F9EB-FFAA-569C-719DDBB1A570}"/>
              </a:ext>
            </a:extLst>
          </p:cNvPr>
          <p:cNvPicPr>
            <a:picLocks noChangeAspect="1"/>
          </p:cNvPicPr>
          <p:nvPr/>
        </p:nvPicPr>
        <p:blipFill>
          <a:blip r:embed="rId2"/>
          <a:stretch>
            <a:fillRect/>
          </a:stretch>
        </p:blipFill>
        <p:spPr>
          <a:xfrm>
            <a:off x="7391400" y="368300"/>
            <a:ext cx="1752600" cy="971550"/>
          </a:xfrm>
          <a:prstGeom prst="rect">
            <a:avLst/>
          </a:prstGeom>
        </p:spPr>
      </p:pic>
      <p:sp>
        <p:nvSpPr>
          <p:cNvPr id="4" name="TextBox 3">
            <a:extLst>
              <a:ext uri="{FF2B5EF4-FFF2-40B4-BE49-F238E27FC236}">
                <a16:creationId xmlns:a16="http://schemas.microsoft.com/office/drawing/2014/main" id="{A0FA3413-8E6B-6775-CF9C-6D60F365E99C}"/>
              </a:ext>
            </a:extLst>
          </p:cNvPr>
          <p:cNvSpPr txBox="1"/>
          <p:nvPr/>
        </p:nvSpPr>
        <p:spPr>
          <a:xfrm>
            <a:off x="7386503" y="1337206"/>
            <a:ext cx="1752600" cy="415498"/>
          </a:xfrm>
          <a:prstGeom prst="rect">
            <a:avLst/>
          </a:prstGeom>
          <a:solidFill>
            <a:schemeClr val="bg1">
              <a:lumMod val="95000"/>
            </a:schemeClr>
          </a:solidFill>
        </p:spPr>
        <p:txBody>
          <a:bodyPr wrap="square">
            <a:spAutoFit/>
          </a:bodyPr>
          <a:lstStyle/>
          <a:p>
            <a:r>
              <a:rPr lang="en-GB" sz="700">
                <a:solidFill>
                  <a:schemeClr val="accent6"/>
                </a:solidFill>
                <a:hlinkClick r:id="rId3">
                  <a:extLst>
                    <a:ext uri="{A12FA001-AC4F-418D-AE19-62706E023703}">
                      <ahyp:hlinkClr xmlns:ahyp="http://schemas.microsoft.com/office/drawing/2018/hyperlinkcolor" val="tx"/>
                    </a:ext>
                  </a:extLst>
                </a:hlinkClick>
              </a:rPr>
              <a:t>https://www.ibc.org/features/top-10-trends-of-2022-fast-ai-virtual-production-and-more/9346.article</a:t>
            </a:r>
            <a:r>
              <a:rPr lang="en-GB" sz="700">
                <a:solidFill>
                  <a:schemeClr val="accent6"/>
                </a:solidFill>
              </a:rPr>
              <a:t> </a:t>
            </a:r>
          </a:p>
        </p:txBody>
      </p:sp>
      <p:sp>
        <p:nvSpPr>
          <p:cNvPr id="5" name="TextBox 4">
            <a:extLst>
              <a:ext uri="{FF2B5EF4-FFF2-40B4-BE49-F238E27FC236}">
                <a16:creationId xmlns:a16="http://schemas.microsoft.com/office/drawing/2014/main" id="{92EE4028-9515-F493-2986-CF5B56EF4F20}"/>
              </a:ext>
            </a:extLst>
          </p:cNvPr>
          <p:cNvSpPr txBox="1"/>
          <p:nvPr/>
        </p:nvSpPr>
        <p:spPr>
          <a:xfrm>
            <a:off x="395288" y="389087"/>
            <a:ext cx="6673727" cy="830997"/>
          </a:xfrm>
          <a:prstGeom prst="rect">
            <a:avLst/>
          </a:prstGeom>
          <a:noFill/>
        </p:spPr>
        <p:txBody>
          <a:bodyPr wrap="square">
            <a:spAutoFit/>
          </a:bodyPr>
          <a:lstStyle/>
          <a:p>
            <a:r>
              <a:rPr lang="en-GB" sz="2400" b="1" dirty="0"/>
              <a:t>Top Trends: FAST, AI, Virtual production and more</a:t>
            </a:r>
          </a:p>
        </p:txBody>
      </p:sp>
      <p:sp>
        <p:nvSpPr>
          <p:cNvPr id="6" name="TextBox 5">
            <a:extLst>
              <a:ext uri="{FF2B5EF4-FFF2-40B4-BE49-F238E27FC236}">
                <a16:creationId xmlns:a16="http://schemas.microsoft.com/office/drawing/2014/main" id="{A0257E79-C3E1-0C84-C102-BA83AB8B8E14}"/>
              </a:ext>
            </a:extLst>
          </p:cNvPr>
          <p:cNvSpPr txBox="1"/>
          <p:nvPr/>
        </p:nvSpPr>
        <p:spPr>
          <a:xfrm>
            <a:off x="7722350" y="6053414"/>
            <a:ext cx="1421650" cy="367408"/>
          </a:xfrm>
          <a:prstGeom prst="rect">
            <a:avLst/>
          </a:prstGeom>
          <a:noFill/>
        </p:spPr>
        <p:txBody>
          <a:bodyPr wrap="square">
            <a:spAutoFit/>
          </a:bodyPr>
          <a:lstStyle/>
          <a:p>
            <a:pPr>
              <a:lnSpc>
                <a:spcPts val="2300"/>
              </a:lnSpc>
            </a:pPr>
            <a:r>
              <a:rPr lang="en-GB" sz="1400" i="1"/>
              <a:t>continued … </a:t>
            </a:r>
          </a:p>
        </p:txBody>
      </p:sp>
    </p:spTree>
    <p:extLst>
      <p:ext uri="{BB962C8B-B14F-4D97-AF65-F5344CB8AC3E}">
        <p14:creationId xmlns:p14="http://schemas.microsoft.com/office/powerpoint/2010/main" val="102221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70A3D-8E87-9EF5-3320-56DFF48457AD}"/>
              </a:ext>
            </a:extLst>
          </p:cNvPr>
          <p:cNvSpPr txBox="1"/>
          <p:nvPr/>
        </p:nvSpPr>
        <p:spPr>
          <a:xfrm>
            <a:off x="395288" y="1016138"/>
            <a:ext cx="8235915" cy="5452775"/>
          </a:xfrm>
          <a:prstGeom prst="rect">
            <a:avLst/>
          </a:prstGeom>
          <a:noFill/>
        </p:spPr>
        <p:txBody>
          <a:bodyPr wrap="square">
            <a:spAutoFit/>
          </a:bodyPr>
          <a:lstStyle/>
          <a:p>
            <a:pPr>
              <a:lnSpc>
                <a:spcPts val="1900"/>
              </a:lnSpc>
            </a:pPr>
            <a:r>
              <a:rPr lang="en-GB" sz="1400" b="1"/>
              <a:t>Market consolidation continues </a:t>
            </a:r>
            <a:r>
              <a:rPr lang="en-GB" sz="1400"/>
              <a:t>(a lot of it in 2022)</a:t>
            </a:r>
          </a:p>
          <a:p>
            <a:pPr>
              <a:lnSpc>
                <a:spcPts val="1900"/>
              </a:lnSpc>
            </a:pPr>
            <a:r>
              <a:rPr lang="en-GB" sz="1400"/>
              <a:t>Discovery + AT&amp;T’s WarnerMedia, $43 billion</a:t>
            </a:r>
          </a:p>
          <a:p>
            <a:pPr defTabSz="536575">
              <a:lnSpc>
                <a:spcPts val="1900"/>
              </a:lnSpc>
            </a:pPr>
            <a:r>
              <a:rPr lang="en-GB" sz="1400"/>
              <a:t>	Brought together brands including Discovery Channel, discovery+, </a:t>
            </a:r>
          </a:p>
          <a:p>
            <a:pPr defTabSz="536575">
              <a:lnSpc>
                <a:spcPts val="1900"/>
              </a:lnSpc>
            </a:pPr>
            <a:r>
              <a:rPr lang="en-GB" sz="1400"/>
              <a:t>	Warner Bros. Entertainment, CNN, CNN+, DC, Eurosport, HBO etc </a:t>
            </a:r>
          </a:p>
          <a:p>
            <a:pPr marL="285750" indent="-285750">
              <a:lnSpc>
                <a:spcPts val="1900"/>
              </a:lnSpc>
              <a:buFont typeface="Arial" panose="020B0604020202020204" pitchFamily="34" charset="0"/>
              <a:buChar char="•"/>
            </a:pPr>
            <a:endParaRPr lang="en-GB" sz="1400"/>
          </a:p>
          <a:p>
            <a:pPr>
              <a:lnSpc>
                <a:spcPts val="1900"/>
              </a:lnSpc>
            </a:pPr>
            <a:r>
              <a:rPr lang="en-GB" sz="1400" b="1"/>
              <a:t>AI beginning to deliver value</a:t>
            </a:r>
          </a:p>
          <a:p>
            <a:pPr marL="285750" indent="-285750">
              <a:lnSpc>
                <a:spcPts val="1900"/>
              </a:lnSpc>
              <a:buFont typeface="Arial" panose="020B0604020202020204" pitchFamily="34" charset="0"/>
              <a:buChar char="•"/>
            </a:pPr>
            <a:r>
              <a:rPr lang="en-GB" sz="1400"/>
              <a:t>Practical use cases beginning to emerge. </a:t>
            </a:r>
          </a:p>
          <a:p>
            <a:pPr marL="742950" lvl="1" indent="-285750">
              <a:lnSpc>
                <a:spcPts val="1900"/>
              </a:lnSpc>
              <a:buFont typeface="Arial" panose="020B0604020202020204" pitchFamily="34" charset="0"/>
              <a:buChar char="•"/>
            </a:pPr>
            <a:r>
              <a:rPr lang="en-GB" sz="1400"/>
              <a:t>e.g. AI analytics deliver high granularity of insight into audiences</a:t>
            </a:r>
          </a:p>
          <a:p>
            <a:pPr marL="742950" lvl="1" indent="-285750">
              <a:lnSpc>
                <a:spcPts val="1900"/>
              </a:lnSpc>
              <a:buFont typeface="Arial" panose="020B0604020202020204" pitchFamily="34" charset="0"/>
              <a:buChar char="•"/>
            </a:pPr>
            <a:r>
              <a:rPr lang="en-GB" sz="1400"/>
              <a:t>automating metadata</a:t>
            </a:r>
          </a:p>
          <a:p>
            <a:pPr marL="742950" lvl="1" indent="-285750">
              <a:lnSpc>
                <a:spcPts val="1900"/>
              </a:lnSpc>
              <a:buFont typeface="Arial" panose="020B0604020202020204" pitchFamily="34" charset="0"/>
              <a:buChar char="•"/>
            </a:pPr>
            <a:r>
              <a:rPr lang="en-GB" sz="1400"/>
              <a:t>video processing - e.g. World Cup in Qatar</a:t>
            </a:r>
          </a:p>
          <a:p>
            <a:pPr marL="285750" indent="-285750">
              <a:lnSpc>
                <a:spcPts val="1900"/>
              </a:lnSpc>
              <a:buFont typeface="Arial" panose="020B0604020202020204" pitchFamily="34" charset="0"/>
              <a:buChar char="•"/>
            </a:pPr>
            <a:endParaRPr lang="en-GB" sz="1400"/>
          </a:p>
          <a:p>
            <a:pPr>
              <a:lnSpc>
                <a:spcPts val="1900"/>
              </a:lnSpc>
            </a:pPr>
            <a:r>
              <a:rPr lang="en-GB" sz="1400" b="1"/>
              <a:t>Virtual production gathers pace</a:t>
            </a:r>
          </a:p>
          <a:p>
            <a:pPr marL="285750" indent="-285750">
              <a:lnSpc>
                <a:spcPts val="1900"/>
              </a:lnSpc>
              <a:buFont typeface="Arial" panose="020B0604020202020204" pitchFamily="34" charset="0"/>
              <a:buChar char="•"/>
            </a:pPr>
            <a:r>
              <a:rPr lang="en-GB" sz="1400"/>
              <a:t>e.g. Epic Games’ Unreal Engine use in virtual production, and other advances</a:t>
            </a:r>
          </a:p>
          <a:p>
            <a:pPr marL="285750" indent="-285750">
              <a:lnSpc>
                <a:spcPts val="1900"/>
              </a:lnSpc>
              <a:buFont typeface="Arial" panose="020B0604020202020204" pitchFamily="34" charset="0"/>
              <a:buChar char="•"/>
            </a:pPr>
            <a:endParaRPr lang="en-GB" sz="1400"/>
          </a:p>
          <a:p>
            <a:pPr>
              <a:lnSpc>
                <a:spcPts val="1900"/>
              </a:lnSpc>
            </a:pPr>
            <a:r>
              <a:rPr lang="en-GB" sz="1400" b="1"/>
              <a:t>5G continues to inspire</a:t>
            </a:r>
          </a:p>
          <a:p>
            <a:pPr marL="285750" indent="-285750">
              <a:lnSpc>
                <a:spcPts val="1900"/>
              </a:lnSpc>
              <a:buFont typeface="Arial" panose="020B0604020202020204" pitchFamily="34" charset="0"/>
              <a:buChar char="•"/>
            </a:pPr>
            <a:r>
              <a:rPr lang="en-GB" sz="1400"/>
              <a:t>5G connectivity in OB and news; 5G remote production </a:t>
            </a:r>
          </a:p>
          <a:p>
            <a:pPr marL="285750" indent="-285750">
              <a:lnSpc>
                <a:spcPts val="1900"/>
              </a:lnSpc>
              <a:buFont typeface="Arial" panose="020B0604020202020204" pitchFamily="34" charset="0"/>
              <a:buChar char="•"/>
            </a:pPr>
            <a:endParaRPr lang="en-GB" sz="1400"/>
          </a:p>
          <a:p>
            <a:pPr>
              <a:lnSpc>
                <a:spcPts val="1900"/>
              </a:lnSpc>
            </a:pPr>
            <a:r>
              <a:rPr lang="en-GB" sz="1400" b="1"/>
              <a:t>Cloud maturing fast</a:t>
            </a:r>
          </a:p>
          <a:p>
            <a:pPr marL="285750" indent="-285750">
              <a:lnSpc>
                <a:spcPts val="1900"/>
              </a:lnSpc>
              <a:buFont typeface="Arial" panose="020B0604020202020204" pitchFamily="34" charset="0"/>
              <a:buChar char="•"/>
            </a:pPr>
            <a:r>
              <a:rPr lang="en-GB" sz="1400"/>
              <a:t>actively used by a large proportion of content creators and rights holders</a:t>
            </a:r>
          </a:p>
          <a:p>
            <a:pPr marL="285750" indent="-285750">
              <a:lnSpc>
                <a:spcPts val="1900"/>
              </a:lnSpc>
              <a:buFont typeface="Arial" panose="020B0604020202020204" pitchFamily="34" charset="0"/>
              <a:buChar char="•"/>
            </a:pPr>
            <a:r>
              <a:rPr lang="en-GB" sz="1400"/>
              <a:t>benefits: media supply chain, flexible working, remotely with experts, producers to editors, colorists to production teams, distribution of content globally, rapidly and efficiently</a:t>
            </a:r>
            <a:endParaRPr lang="en-GB" sz="1100"/>
          </a:p>
        </p:txBody>
      </p:sp>
      <p:pic>
        <p:nvPicPr>
          <p:cNvPr id="4" name="Picture 3">
            <a:extLst>
              <a:ext uri="{FF2B5EF4-FFF2-40B4-BE49-F238E27FC236}">
                <a16:creationId xmlns:a16="http://schemas.microsoft.com/office/drawing/2014/main" id="{507A96A7-7A7B-DE1A-4775-BDE403360910}"/>
              </a:ext>
            </a:extLst>
          </p:cNvPr>
          <p:cNvPicPr>
            <a:picLocks noChangeAspect="1"/>
          </p:cNvPicPr>
          <p:nvPr/>
        </p:nvPicPr>
        <p:blipFill>
          <a:blip r:embed="rId2"/>
          <a:stretch>
            <a:fillRect/>
          </a:stretch>
        </p:blipFill>
        <p:spPr>
          <a:xfrm>
            <a:off x="7391400" y="368300"/>
            <a:ext cx="1752600" cy="971550"/>
          </a:xfrm>
          <a:prstGeom prst="rect">
            <a:avLst/>
          </a:prstGeom>
        </p:spPr>
      </p:pic>
      <p:sp>
        <p:nvSpPr>
          <p:cNvPr id="5" name="TextBox 4">
            <a:extLst>
              <a:ext uri="{FF2B5EF4-FFF2-40B4-BE49-F238E27FC236}">
                <a16:creationId xmlns:a16="http://schemas.microsoft.com/office/drawing/2014/main" id="{0341BACF-65DE-F979-73B4-3C29E659EA01}"/>
              </a:ext>
            </a:extLst>
          </p:cNvPr>
          <p:cNvSpPr txBox="1"/>
          <p:nvPr/>
        </p:nvSpPr>
        <p:spPr>
          <a:xfrm>
            <a:off x="7386503" y="1337206"/>
            <a:ext cx="1752600" cy="415498"/>
          </a:xfrm>
          <a:prstGeom prst="rect">
            <a:avLst/>
          </a:prstGeom>
          <a:solidFill>
            <a:schemeClr val="bg1">
              <a:lumMod val="95000"/>
            </a:schemeClr>
          </a:solidFill>
        </p:spPr>
        <p:txBody>
          <a:bodyPr wrap="square">
            <a:spAutoFit/>
          </a:bodyPr>
          <a:lstStyle/>
          <a:p>
            <a:r>
              <a:rPr lang="en-GB" sz="700">
                <a:solidFill>
                  <a:schemeClr val="accent6"/>
                </a:solidFill>
                <a:hlinkClick r:id="rId3">
                  <a:extLst>
                    <a:ext uri="{A12FA001-AC4F-418D-AE19-62706E023703}">
                      <ahyp:hlinkClr xmlns:ahyp="http://schemas.microsoft.com/office/drawing/2018/hyperlinkcolor" val="tx"/>
                    </a:ext>
                  </a:extLst>
                </a:hlinkClick>
              </a:rPr>
              <a:t>https://www.ibc.org/features/top-10-trends-of-2022-fast-ai-virtual-production-and-more/9346.article</a:t>
            </a:r>
            <a:r>
              <a:rPr lang="en-GB" sz="700">
                <a:solidFill>
                  <a:schemeClr val="accent6"/>
                </a:solidFill>
              </a:rPr>
              <a:t> </a:t>
            </a:r>
          </a:p>
        </p:txBody>
      </p:sp>
      <p:sp>
        <p:nvSpPr>
          <p:cNvPr id="6" name="TextBox 5">
            <a:extLst>
              <a:ext uri="{FF2B5EF4-FFF2-40B4-BE49-F238E27FC236}">
                <a16:creationId xmlns:a16="http://schemas.microsoft.com/office/drawing/2014/main" id="{10993437-2D06-A42A-AB91-36D1F6107D2C}"/>
              </a:ext>
            </a:extLst>
          </p:cNvPr>
          <p:cNvSpPr txBox="1"/>
          <p:nvPr/>
        </p:nvSpPr>
        <p:spPr>
          <a:xfrm>
            <a:off x="395288" y="389087"/>
            <a:ext cx="6673727" cy="461665"/>
          </a:xfrm>
          <a:prstGeom prst="rect">
            <a:avLst/>
          </a:prstGeom>
          <a:noFill/>
        </p:spPr>
        <p:txBody>
          <a:bodyPr wrap="square">
            <a:spAutoFit/>
          </a:bodyPr>
          <a:lstStyle/>
          <a:p>
            <a:r>
              <a:rPr lang="en-GB" sz="2400" b="1" dirty="0"/>
              <a:t>Top Trends </a:t>
            </a:r>
            <a:r>
              <a:rPr lang="en-GB" sz="1800" i="1" dirty="0"/>
              <a:t>continued</a:t>
            </a:r>
            <a:endParaRPr lang="en-GB" sz="2400" i="1" dirty="0"/>
          </a:p>
        </p:txBody>
      </p:sp>
    </p:spTree>
    <p:extLst>
      <p:ext uri="{BB962C8B-B14F-4D97-AF65-F5344CB8AC3E}">
        <p14:creationId xmlns:p14="http://schemas.microsoft.com/office/powerpoint/2010/main" val="24819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0106DF-EF40-1077-4C14-EEA798B55D6F}"/>
              </a:ext>
            </a:extLst>
          </p:cNvPr>
          <p:cNvSpPr txBox="1"/>
          <p:nvPr/>
        </p:nvSpPr>
        <p:spPr>
          <a:xfrm>
            <a:off x="395288" y="1175155"/>
            <a:ext cx="7740860" cy="4799391"/>
          </a:xfrm>
          <a:prstGeom prst="rect">
            <a:avLst/>
          </a:prstGeom>
          <a:noFill/>
        </p:spPr>
        <p:txBody>
          <a:bodyPr wrap="square">
            <a:spAutoFit/>
          </a:bodyPr>
          <a:lstStyle/>
          <a:p>
            <a:pPr>
              <a:lnSpc>
                <a:spcPts val="2300"/>
              </a:lnSpc>
            </a:pPr>
            <a:r>
              <a:rPr lang="en-GB" sz="1600" b="1"/>
              <a:t>Rise in AVOD and FAST set to continue</a:t>
            </a:r>
          </a:p>
          <a:p>
            <a:pPr marL="285750" indent="-285750">
              <a:lnSpc>
                <a:spcPts val="2300"/>
              </a:lnSpc>
              <a:buFont typeface="Arial" panose="020B0604020202020204" pitchFamily="34" charset="0"/>
              <a:buChar char="•"/>
            </a:pPr>
            <a:r>
              <a:rPr lang="en-GB" sz="1600"/>
              <a:t>Driven by </a:t>
            </a:r>
            <a:r>
              <a:rPr lang="en-GB" sz="1600" i="1"/>
              <a:t>mixed </a:t>
            </a:r>
            <a:r>
              <a:rPr lang="en-GB" sz="1600"/>
              <a:t>financial outlook</a:t>
            </a:r>
          </a:p>
          <a:p>
            <a:pPr marL="285750" indent="-285750">
              <a:lnSpc>
                <a:spcPts val="2300"/>
              </a:lnSpc>
              <a:buFont typeface="Arial" panose="020B0604020202020204" pitchFamily="34" charset="0"/>
              <a:buChar char="•"/>
            </a:pPr>
            <a:r>
              <a:rPr lang="en-GB" sz="1600"/>
              <a:t>SVOD </a:t>
            </a:r>
            <a:r>
              <a:rPr lang="en-GB" sz="1600" i="1"/>
              <a:t>cancellations </a:t>
            </a:r>
            <a:r>
              <a:rPr lang="en-GB" sz="1600">
                <a:cs typeface="Lucida Sans Unicode" panose="020B0602030504020204" pitchFamily="34" charset="0"/>
              </a:rPr>
              <a:t>⇨ </a:t>
            </a:r>
            <a:r>
              <a:rPr lang="en-GB" sz="1600"/>
              <a:t>a </a:t>
            </a:r>
            <a:r>
              <a:rPr lang="en-GB" sz="1600" i="1"/>
              <a:t>potential benefit </a:t>
            </a:r>
            <a:r>
              <a:rPr lang="en-GB" sz="1600"/>
              <a:t>for FAST and AVOD </a:t>
            </a:r>
          </a:p>
          <a:p>
            <a:pPr marL="742950" lvl="1" indent="-285750">
              <a:lnSpc>
                <a:spcPts val="2300"/>
              </a:lnSpc>
              <a:buFont typeface="Arial" panose="020B0604020202020204" pitchFamily="34" charset="0"/>
              <a:buChar char="•"/>
            </a:pPr>
            <a:r>
              <a:rPr lang="en-GB"/>
              <a:t>successfully </a:t>
            </a:r>
            <a:r>
              <a:rPr lang="en-GB" i="1"/>
              <a:t>monetise </a:t>
            </a:r>
            <a:r>
              <a:rPr lang="en-GB"/>
              <a:t>them for advertising revenue</a:t>
            </a:r>
          </a:p>
          <a:p>
            <a:pPr marL="742950" lvl="1" indent="-285750">
              <a:lnSpc>
                <a:spcPts val="2300"/>
              </a:lnSpc>
              <a:buFont typeface="Arial" panose="020B0604020202020204" pitchFamily="34" charset="0"/>
              <a:buChar char="•"/>
            </a:pPr>
            <a:r>
              <a:rPr lang="en-GB"/>
              <a:t>possible </a:t>
            </a:r>
            <a:r>
              <a:rPr lang="en-GB" i="1"/>
              <a:t>experimentation </a:t>
            </a:r>
            <a:r>
              <a:rPr lang="en-GB"/>
              <a:t>of platforms/formats</a:t>
            </a:r>
          </a:p>
          <a:p>
            <a:pPr marL="285750" indent="-285750">
              <a:lnSpc>
                <a:spcPts val="2300"/>
              </a:lnSpc>
              <a:buFont typeface="Arial" panose="020B0604020202020204" pitchFamily="34" charset="0"/>
              <a:buChar char="•"/>
            </a:pPr>
            <a:endParaRPr lang="en-GB" sz="1600"/>
          </a:p>
          <a:p>
            <a:pPr marL="285750" indent="-285750">
              <a:lnSpc>
                <a:spcPts val="2300"/>
              </a:lnSpc>
              <a:buFont typeface="Arial" panose="020B0604020202020204" pitchFamily="34" charset="0"/>
              <a:buChar char="•"/>
            </a:pPr>
            <a:r>
              <a:rPr lang="en-GB" sz="1600"/>
              <a:t>AVOD revenue growth rate will exceed that of SVOD over the next five years - </a:t>
            </a:r>
            <a:r>
              <a:rPr lang="en-GB" sz="1200" i="1"/>
              <a:t>Digital TV Research</a:t>
            </a:r>
            <a:endParaRPr lang="en-GB" sz="1600" i="1"/>
          </a:p>
          <a:p>
            <a:pPr marL="285750" indent="-285750">
              <a:lnSpc>
                <a:spcPts val="2300"/>
              </a:lnSpc>
              <a:buFont typeface="Arial" panose="020B0604020202020204" pitchFamily="34" charset="0"/>
              <a:buChar char="•"/>
            </a:pPr>
            <a:endParaRPr lang="en-GB" sz="1600"/>
          </a:p>
          <a:p>
            <a:pPr marL="285750" indent="-285750">
              <a:lnSpc>
                <a:spcPts val="2300"/>
              </a:lnSpc>
              <a:buFont typeface="Arial" panose="020B0604020202020204" pitchFamily="34" charset="0"/>
              <a:buChar char="•"/>
            </a:pPr>
            <a:r>
              <a:rPr lang="en-GB" sz="1600"/>
              <a:t>Adding an ad tier is the strategy that will help streamers to diversify their business models further </a:t>
            </a:r>
            <a:r>
              <a:rPr lang="en-GB" sz="1600" i="1"/>
              <a:t>- </a:t>
            </a:r>
            <a:r>
              <a:rPr lang="en-GB" sz="1200" i="1"/>
              <a:t>PP Foresight </a:t>
            </a:r>
          </a:p>
          <a:p>
            <a:pPr marL="285750" indent="-285750">
              <a:lnSpc>
                <a:spcPts val="2300"/>
              </a:lnSpc>
              <a:buFont typeface="Arial" panose="020B0604020202020204" pitchFamily="34" charset="0"/>
              <a:buChar char="•"/>
            </a:pPr>
            <a:endParaRPr lang="en-GB" sz="1600"/>
          </a:p>
          <a:p>
            <a:pPr marL="285750" indent="-285750">
              <a:lnSpc>
                <a:spcPts val="2300"/>
              </a:lnSpc>
              <a:buFont typeface="Arial" panose="020B0604020202020204" pitchFamily="34" charset="0"/>
              <a:buChar char="•"/>
            </a:pPr>
            <a:endParaRPr lang="en-GB" sz="1600"/>
          </a:p>
          <a:p>
            <a:pPr>
              <a:lnSpc>
                <a:spcPts val="2300"/>
              </a:lnSpc>
            </a:pPr>
            <a:r>
              <a:rPr lang="en-GB" sz="1600" b="1"/>
              <a:t>The role of linear television and where that sits with streaming</a:t>
            </a:r>
          </a:p>
          <a:p>
            <a:pPr marL="285750" indent="-285750">
              <a:lnSpc>
                <a:spcPts val="2300"/>
              </a:lnSpc>
              <a:buFont typeface="Arial" panose="020B0604020202020204" pitchFamily="34" charset="0"/>
              <a:buChar char="•"/>
            </a:pPr>
            <a:r>
              <a:rPr lang="en-GB" sz="1600"/>
              <a:t>Streaming platforms no longer just provide supplementary content around the main broadcast</a:t>
            </a:r>
          </a:p>
        </p:txBody>
      </p:sp>
      <p:sp>
        <p:nvSpPr>
          <p:cNvPr id="3" name="TextBox 2">
            <a:extLst>
              <a:ext uri="{FF2B5EF4-FFF2-40B4-BE49-F238E27FC236}">
                <a16:creationId xmlns:a16="http://schemas.microsoft.com/office/drawing/2014/main" id="{1B2E1C63-5139-0AB9-E4BA-7FCA655F6C8C}"/>
              </a:ext>
            </a:extLst>
          </p:cNvPr>
          <p:cNvSpPr txBox="1"/>
          <p:nvPr/>
        </p:nvSpPr>
        <p:spPr>
          <a:xfrm>
            <a:off x="296525" y="413665"/>
            <a:ext cx="4585716" cy="461665"/>
          </a:xfrm>
          <a:prstGeom prst="rect">
            <a:avLst/>
          </a:prstGeom>
          <a:noFill/>
        </p:spPr>
        <p:txBody>
          <a:bodyPr wrap="square">
            <a:spAutoFit/>
          </a:bodyPr>
          <a:lstStyle/>
          <a:p>
            <a:r>
              <a:rPr lang="en-GB" sz="2400" b="1" dirty="0"/>
              <a:t>What to Expect</a:t>
            </a:r>
          </a:p>
        </p:txBody>
      </p:sp>
      <p:sp>
        <p:nvSpPr>
          <p:cNvPr id="4" name="TextBox 3">
            <a:extLst>
              <a:ext uri="{FF2B5EF4-FFF2-40B4-BE49-F238E27FC236}">
                <a16:creationId xmlns:a16="http://schemas.microsoft.com/office/drawing/2014/main" id="{31E52593-6806-31D0-77B3-D5EE1AC302AC}"/>
              </a:ext>
            </a:extLst>
          </p:cNvPr>
          <p:cNvSpPr txBox="1"/>
          <p:nvPr/>
        </p:nvSpPr>
        <p:spPr>
          <a:xfrm>
            <a:off x="7391400" y="1361105"/>
            <a:ext cx="1752600" cy="307777"/>
          </a:xfrm>
          <a:prstGeom prst="rect">
            <a:avLst/>
          </a:prstGeom>
          <a:solidFill>
            <a:schemeClr val="bg1">
              <a:lumMod val="95000"/>
            </a:schemeClr>
          </a:solidFill>
        </p:spPr>
        <p:txBody>
          <a:bodyPr wrap="square">
            <a:spAutoFit/>
          </a:bodyPr>
          <a:lstStyle/>
          <a:p>
            <a:r>
              <a:rPr lang="en-GB" sz="700">
                <a:solidFill>
                  <a:schemeClr val="accent6"/>
                </a:solidFill>
                <a:hlinkClick r:id="rId2">
                  <a:extLst>
                    <a:ext uri="{A12FA001-AC4F-418D-AE19-62706E023703}">
                      <ahyp:hlinkClr xmlns:ahyp="http://schemas.microsoft.com/office/drawing/2018/hyperlinkcolor" val="tx"/>
                    </a:ext>
                  </a:extLst>
                </a:hlinkClick>
              </a:rPr>
              <a:t>https://www.ibc.org/features/2023-what-to-expect/9372.article</a:t>
            </a:r>
            <a:r>
              <a:rPr lang="en-GB" sz="700">
                <a:solidFill>
                  <a:schemeClr val="accent6"/>
                </a:solidFill>
              </a:rPr>
              <a:t> </a:t>
            </a:r>
          </a:p>
        </p:txBody>
      </p:sp>
      <p:sp>
        <p:nvSpPr>
          <p:cNvPr id="5" name="TextBox 4">
            <a:extLst>
              <a:ext uri="{FF2B5EF4-FFF2-40B4-BE49-F238E27FC236}">
                <a16:creationId xmlns:a16="http://schemas.microsoft.com/office/drawing/2014/main" id="{BED5C77E-DD56-4ACD-3289-CC36ED744346}"/>
              </a:ext>
            </a:extLst>
          </p:cNvPr>
          <p:cNvSpPr txBox="1"/>
          <p:nvPr/>
        </p:nvSpPr>
        <p:spPr>
          <a:xfrm>
            <a:off x="7722350" y="6053414"/>
            <a:ext cx="1421650" cy="367408"/>
          </a:xfrm>
          <a:prstGeom prst="rect">
            <a:avLst/>
          </a:prstGeom>
          <a:noFill/>
        </p:spPr>
        <p:txBody>
          <a:bodyPr wrap="square">
            <a:spAutoFit/>
          </a:bodyPr>
          <a:lstStyle/>
          <a:p>
            <a:pPr>
              <a:lnSpc>
                <a:spcPts val="2300"/>
              </a:lnSpc>
            </a:pPr>
            <a:r>
              <a:rPr lang="en-GB" sz="1400" i="1"/>
              <a:t>continued … </a:t>
            </a:r>
          </a:p>
        </p:txBody>
      </p:sp>
      <p:pic>
        <p:nvPicPr>
          <p:cNvPr id="6" name="Picture 5">
            <a:extLst>
              <a:ext uri="{FF2B5EF4-FFF2-40B4-BE49-F238E27FC236}">
                <a16:creationId xmlns:a16="http://schemas.microsoft.com/office/drawing/2014/main" id="{11B81802-666C-8271-2ECB-57D508A990A4}"/>
              </a:ext>
            </a:extLst>
          </p:cNvPr>
          <p:cNvPicPr>
            <a:picLocks noChangeAspect="1"/>
          </p:cNvPicPr>
          <p:nvPr/>
        </p:nvPicPr>
        <p:blipFill>
          <a:blip r:embed="rId3"/>
          <a:stretch>
            <a:fillRect/>
          </a:stretch>
        </p:blipFill>
        <p:spPr>
          <a:xfrm>
            <a:off x="7391400" y="389555"/>
            <a:ext cx="1752600" cy="971550"/>
          </a:xfrm>
          <a:prstGeom prst="rect">
            <a:avLst/>
          </a:prstGeom>
        </p:spPr>
      </p:pic>
    </p:spTree>
    <p:extLst>
      <p:ext uri="{BB962C8B-B14F-4D97-AF65-F5344CB8AC3E}">
        <p14:creationId xmlns:p14="http://schemas.microsoft.com/office/powerpoint/2010/main" val="3941389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288" y="1777799"/>
            <a:ext cx="8434984" cy="4410490"/>
          </a:xfrm>
          <a:prstGeom prst="rect">
            <a:avLst/>
          </a:prstGeom>
        </p:spPr>
      </p:pic>
      <p:sp>
        <p:nvSpPr>
          <p:cNvPr id="5" name="TextBox 4"/>
          <p:cNvSpPr txBox="1"/>
          <p:nvPr/>
        </p:nvSpPr>
        <p:spPr>
          <a:xfrm>
            <a:off x="395288" y="326483"/>
            <a:ext cx="4916731" cy="461665"/>
          </a:xfrm>
          <a:prstGeom prst="rect">
            <a:avLst/>
          </a:prstGeom>
          <a:noFill/>
        </p:spPr>
        <p:txBody>
          <a:bodyPr wrap="none" rtlCol="0">
            <a:spAutoFit/>
          </a:bodyPr>
          <a:lstStyle/>
          <a:p>
            <a:r>
              <a:rPr lang="en-GB" sz="2400" b="1" dirty="0">
                <a:latin typeface="Lucida Sans Unicode" pitchFamily="34" charset="0"/>
              </a:rPr>
              <a:t>Open Digital Media Value Chain</a:t>
            </a:r>
          </a:p>
        </p:txBody>
      </p:sp>
      <p:sp>
        <p:nvSpPr>
          <p:cNvPr id="6" name="TextBox 5"/>
          <p:cNvSpPr txBox="1"/>
          <p:nvPr/>
        </p:nvSpPr>
        <p:spPr>
          <a:xfrm>
            <a:off x="4315384" y="6219310"/>
            <a:ext cx="4851008" cy="276999"/>
          </a:xfrm>
          <a:prstGeom prst="rect">
            <a:avLst/>
          </a:prstGeom>
          <a:noFill/>
        </p:spPr>
        <p:txBody>
          <a:bodyPr wrap="none" rtlCol="0">
            <a:spAutoFit/>
          </a:bodyPr>
          <a:lstStyle/>
          <a:p>
            <a:r>
              <a:rPr lang="en-GB" sz="1200" dirty="0">
                <a:latin typeface="Lucida Sans Unicode" pitchFamily="34" charset="0"/>
              </a:rPr>
              <a:t>Slide – Christian Timmerer, </a:t>
            </a:r>
            <a:r>
              <a:rPr lang="en-GB" sz="1200" dirty="0" err="1">
                <a:latin typeface="Lucida Sans Unicode" pitchFamily="34" charset="0"/>
              </a:rPr>
              <a:t>bitmovin</a:t>
            </a:r>
            <a:r>
              <a:rPr lang="en-GB" sz="1200" dirty="0">
                <a:latin typeface="Lucida Sans Unicode" pitchFamily="34" charset="0"/>
              </a:rPr>
              <a:t>, Alpen-Adria-</a:t>
            </a:r>
            <a:r>
              <a:rPr lang="en-GB" sz="1200" dirty="0" err="1">
                <a:latin typeface="Lucida Sans Unicode" pitchFamily="34" charset="0"/>
              </a:rPr>
              <a:t>Universität</a:t>
            </a:r>
            <a:endParaRPr lang="en-GB" sz="1200" dirty="0">
              <a:latin typeface="Lucida Sans Unicode" pitchFamily="34" charset="0"/>
            </a:endParaRPr>
          </a:p>
        </p:txBody>
      </p:sp>
      <p:sp>
        <p:nvSpPr>
          <p:cNvPr id="2" name="Arrow: Right 1">
            <a:extLst>
              <a:ext uri="{FF2B5EF4-FFF2-40B4-BE49-F238E27FC236}">
                <a16:creationId xmlns:a16="http://schemas.microsoft.com/office/drawing/2014/main" id="{84272CEC-55B2-40C9-AF5B-A243B0814C64}"/>
              </a:ext>
            </a:extLst>
          </p:cNvPr>
          <p:cNvSpPr/>
          <p:nvPr/>
        </p:nvSpPr>
        <p:spPr>
          <a:xfrm>
            <a:off x="597659" y="907279"/>
            <a:ext cx="4050450" cy="675075"/>
          </a:xfrm>
          <a:prstGeom prst="rightArrow">
            <a:avLst>
              <a:gd name="adj1" fmla="val 50000"/>
              <a:gd name="adj2" fmla="val 133092"/>
            </a:avLst>
          </a:prstGeom>
          <a:gradFill flip="none" rotWithShape="1">
            <a:gsLst>
              <a:gs pos="0">
                <a:schemeClr val="accent2">
                  <a:lumMod val="0"/>
                  <a:lumOff val="100000"/>
                </a:schemeClr>
              </a:gs>
              <a:gs pos="2000">
                <a:schemeClr val="accent2">
                  <a:lumMod val="0"/>
                  <a:lumOff val="100000"/>
                </a:schemeClr>
              </a:gs>
              <a:gs pos="100000">
                <a:schemeClr val="accent2">
                  <a:lumMod val="100000"/>
                </a:schemeClr>
              </a:gs>
            </a:gsLst>
            <a:path path="circle">
              <a:fillToRect r="100000" b="100000"/>
            </a:path>
            <a:tileRect l="-100000" t="-100000"/>
          </a:gradFill>
          <a:ln>
            <a:noFill/>
          </a:ln>
        </p:spPr>
        <p:txBody>
          <a:bodyPr wrap="square" rtlCol="0" anchor="ctr">
            <a:spAutoFit/>
          </a:bodyPr>
          <a:lstStyle/>
          <a:p>
            <a:pPr algn="ctr"/>
            <a:endParaRPr lang="en-GB" sz="1600" b="1" dirty="0"/>
          </a:p>
        </p:txBody>
      </p:sp>
      <p:sp>
        <p:nvSpPr>
          <p:cNvPr id="7" name="Arrow: Right 6">
            <a:extLst>
              <a:ext uri="{FF2B5EF4-FFF2-40B4-BE49-F238E27FC236}">
                <a16:creationId xmlns:a16="http://schemas.microsoft.com/office/drawing/2014/main" id="{677BEF26-54C4-4AD8-871A-BED1ED2DFD8B}"/>
              </a:ext>
            </a:extLst>
          </p:cNvPr>
          <p:cNvSpPr/>
          <p:nvPr/>
        </p:nvSpPr>
        <p:spPr>
          <a:xfrm>
            <a:off x="4707015" y="917905"/>
            <a:ext cx="4050450" cy="675075"/>
          </a:xfrm>
          <a:prstGeom prst="rightArrow">
            <a:avLst>
              <a:gd name="adj1" fmla="val 50000"/>
              <a:gd name="adj2" fmla="val 133092"/>
            </a:avLst>
          </a:prstGeom>
          <a:gradFill flip="none" rotWithShape="1">
            <a:gsLst>
              <a:gs pos="0">
                <a:schemeClr val="accent1">
                  <a:lumMod val="5000"/>
                  <a:lumOff val="95000"/>
                </a:schemeClr>
              </a:gs>
              <a:gs pos="91000">
                <a:schemeClr val="accent1"/>
              </a:gs>
            </a:gsLst>
            <a:lin ang="0" scaled="1"/>
            <a:tileRect/>
          </a:gradFill>
          <a:ln>
            <a:noFill/>
          </a:ln>
        </p:spPr>
        <p:txBody>
          <a:bodyPr wrap="square" rtlCol="0" anchor="ctr">
            <a:spAutoFit/>
          </a:bodyPr>
          <a:lstStyle/>
          <a:p>
            <a:pPr algn="ctr"/>
            <a:endParaRPr lang="en-GB" sz="1600" b="1" dirty="0"/>
          </a:p>
        </p:txBody>
      </p:sp>
      <p:sp>
        <p:nvSpPr>
          <p:cNvPr id="3" name="TextBox 2">
            <a:extLst>
              <a:ext uri="{FF2B5EF4-FFF2-40B4-BE49-F238E27FC236}">
                <a16:creationId xmlns:a16="http://schemas.microsoft.com/office/drawing/2014/main" id="{9E0DB0FB-FC26-4AAC-84B5-752989F0113E}"/>
              </a:ext>
            </a:extLst>
          </p:cNvPr>
          <p:cNvSpPr txBox="1"/>
          <p:nvPr/>
        </p:nvSpPr>
        <p:spPr>
          <a:xfrm>
            <a:off x="1464081" y="1125674"/>
            <a:ext cx="2160240" cy="276999"/>
          </a:xfrm>
          <a:prstGeom prst="rect">
            <a:avLst/>
          </a:prstGeom>
          <a:noFill/>
        </p:spPr>
        <p:txBody>
          <a:bodyPr wrap="square" rtlCol="0">
            <a:spAutoFit/>
          </a:bodyPr>
          <a:lstStyle/>
          <a:p>
            <a:r>
              <a:rPr lang="en-GB" sz="1200">
                <a:latin typeface="Lucida Sans Unicode" pitchFamily="34" charset="0"/>
              </a:rPr>
              <a:t>Contribution, production</a:t>
            </a:r>
            <a:endParaRPr lang="en-GB" sz="1200" dirty="0">
              <a:latin typeface="Lucida Sans Unicode" pitchFamily="34" charset="0"/>
            </a:endParaRPr>
          </a:p>
        </p:txBody>
      </p:sp>
      <p:sp>
        <p:nvSpPr>
          <p:cNvPr id="8" name="TextBox 7">
            <a:extLst>
              <a:ext uri="{FF2B5EF4-FFF2-40B4-BE49-F238E27FC236}">
                <a16:creationId xmlns:a16="http://schemas.microsoft.com/office/drawing/2014/main" id="{DEF0808C-395E-46B7-BCAE-8397CF6FC369}"/>
              </a:ext>
            </a:extLst>
          </p:cNvPr>
          <p:cNvSpPr txBox="1"/>
          <p:nvPr/>
        </p:nvSpPr>
        <p:spPr>
          <a:xfrm>
            <a:off x="5579359" y="1113459"/>
            <a:ext cx="2295255" cy="276999"/>
          </a:xfrm>
          <a:prstGeom prst="rect">
            <a:avLst/>
          </a:prstGeom>
          <a:noFill/>
        </p:spPr>
        <p:txBody>
          <a:bodyPr wrap="square" rtlCol="0">
            <a:spAutoFit/>
          </a:bodyPr>
          <a:lstStyle/>
          <a:p>
            <a:r>
              <a:rPr lang="en-GB" sz="1200">
                <a:latin typeface="Lucida Sans Unicode" pitchFamily="34" charset="0"/>
              </a:rPr>
              <a:t>Distribution, consumption</a:t>
            </a:r>
            <a:endParaRPr lang="en-GB" sz="1200" dirty="0">
              <a:latin typeface="Lucida Sans Unicode" pitchFamily="34" charset="0"/>
            </a:endParaRPr>
          </a:p>
        </p:txBody>
      </p:sp>
    </p:spTree>
    <p:extLst>
      <p:ext uri="{BB962C8B-B14F-4D97-AF65-F5344CB8AC3E}">
        <p14:creationId xmlns:p14="http://schemas.microsoft.com/office/powerpoint/2010/main" val="3710965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C5CDC3-0A4C-4842-8BD6-B67EEDEB65B6}"/>
              </a:ext>
            </a:extLst>
          </p:cNvPr>
          <p:cNvPicPr>
            <a:picLocks noChangeAspect="1"/>
          </p:cNvPicPr>
          <p:nvPr/>
        </p:nvPicPr>
        <p:blipFill>
          <a:blip r:embed="rId2"/>
          <a:stretch>
            <a:fillRect/>
          </a:stretch>
        </p:blipFill>
        <p:spPr>
          <a:xfrm>
            <a:off x="206515" y="1707559"/>
            <a:ext cx="5207309" cy="2722802"/>
          </a:xfrm>
          <a:prstGeom prst="rect">
            <a:avLst/>
          </a:prstGeom>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514C0303-858A-444C-ADB2-97ED426D4FC6}"/>
              </a:ext>
            </a:extLst>
          </p:cNvPr>
          <p:cNvPicPr>
            <a:picLocks noChangeAspect="1"/>
          </p:cNvPicPr>
          <p:nvPr/>
        </p:nvPicPr>
        <p:blipFill>
          <a:blip r:embed="rId2"/>
          <a:stretch>
            <a:fillRect/>
          </a:stretch>
        </p:blipFill>
        <p:spPr>
          <a:xfrm>
            <a:off x="4301970" y="4024362"/>
            <a:ext cx="4448960" cy="2326276"/>
          </a:xfrm>
          <a:prstGeom prst="rect">
            <a:avLst/>
          </a:prstGeom>
          <a:ln>
            <a:solidFill>
              <a:schemeClr val="tx2">
                <a:lumMod val="40000"/>
                <a:lumOff val="60000"/>
              </a:schemeClr>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B7C79C3B-F96E-4B0E-BDA1-200F404E3CA8}"/>
              </a:ext>
            </a:extLst>
          </p:cNvPr>
          <p:cNvSpPr txBox="1"/>
          <p:nvPr/>
        </p:nvSpPr>
        <p:spPr>
          <a:xfrm>
            <a:off x="395288" y="326483"/>
            <a:ext cx="4916731" cy="461665"/>
          </a:xfrm>
          <a:prstGeom prst="rect">
            <a:avLst/>
          </a:prstGeom>
          <a:noFill/>
        </p:spPr>
        <p:txBody>
          <a:bodyPr wrap="none" rtlCol="0">
            <a:spAutoFit/>
          </a:bodyPr>
          <a:lstStyle/>
          <a:p>
            <a:r>
              <a:rPr lang="en-GB" sz="2400" b="1" dirty="0">
                <a:latin typeface="Lucida Sans Unicode" pitchFamily="34" charset="0"/>
              </a:rPr>
              <a:t>Open Digital Media Value Chain</a:t>
            </a:r>
          </a:p>
        </p:txBody>
      </p:sp>
      <p:pic>
        <p:nvPicPr>
          <p:cNvPr id="6" name="Picture 5">
            <a:extLst>
              <a:ext uri="{FF2B5EF4-FFF2-40B4-BE49-F238E27FC236}">
                <a16:creationId xmlns:a16="http://schemas.microsoft.com/office/drawing/2014/main" id="{293EB275-8256-4680-AEFD-BACEF922D367}"/>
              </a:ext>
            </a:extLst>
          </p:cNvPr>
          <p:cNvPicPr>
            <a:picLocks noChangeAspect="1"/>
          </p:cNvPicPr>
          <p:nvPr/>
        </p:nvPicPr>
        <p:blipFill>
          <a:blip r:embed="rId2"/>
          <a:stretch>
            <a:fillRect/>
          </a:stretch>
        </p:blipFill>
        <p:spPr>
          <a:xfrm>
            <a:off x="4917162" y="788149"/>
            <a:ext cx="3911962" cy="2045490"/>
          </a:xfrm>
          <a:prstGeom prst="rect">
            <a:avLst/>
          </a:prstGeom>
          <a:solidFill>
            <a:schemeClr val="tx2">
              <a:lumMod val="40000"/>
              <a:lumOff val="60000"/>
            </a:schemeClr>
          </a:solidFill>
          <a:ln>
            <a:solidFill>
              <a:schemeClr val="tx2">
                <a:lumMod val="40000"/>
                <a:lumOff val="60000"/>
              </a:schemeClr>
            </a:solidFill>
          </a:ln>
          <a:effectLst>
            <a:outerShdw blurRad="50800" dist="38100" dir="2700000" algn="tl" rotWithShape="0">
              <a:prstClr val="black">
                <a:alpha val="40000"/>
              </a:prstClr>
            </a:outerShdw>
          </a:effectLst>
        </p:spPr>
      </p:pic>
      <p:sp>
        <p:nvSpPr>
          <p:cNvPr id="7" name="Arrow: Bent 6">
            <a:extLst>
              <a:ext uri="{FF2B5EF4-FFF2-40B4-BE49-F238E27FC236}">
                <a16:creationId xmlns:a16="http://schemas.microsoft.com/office/drawing/2014/main" id="{B1CAA88C-4EE4-42D4-9C9C-23A227574EF8}"/>
              </a:ext>
            </a:extLst>
          </p:cNvPr>
          <p:cNvSpPr/>
          <p:nvPr/>
        </p:nvSpPr>
        <p:spPr>
          <a:xfrm rot="5400000" flipH="1">
            <a:off x="4930812" y="2115113"/>
            <a:ext cx="1217590" cy="94510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8" name="Arrow: Bent 7">
            <a:extLst>
              <a:ext uri="{FF2B5EF4-FFF2-40B4-BE49-F238E27FC236}">
                <a16:creationId xmlns:a16="http://schemas.microsoft.com/office/drawing/2014/main" id="{F8774712-44CF-45C2-8C5E-F26161EEF0B7}"/>
              </a:ext>
            </a:extLst>
          </p:cNvPr>
          <p:cNvSpPr/>
          <p:nvPr/>
        </p:nvSpPr>
        <p:spPr>
          <a:xfrm rot="16200000" flipH="1" flipV="1">
            <a:off x="4538313" y="3537006"/>
            <a:ext cx="1809216" cy="94510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9" name="Arrow: Bent 8">
            <a:extLst>
              <a:ext uri="{FF2B5EF4-FFF2-40B4-BE49-F238E27FC236}">
                <a16:creationId xmlns:a16="http://schemas.microsoft.com/office/drawing/2014/main" id="{2F045FFD-64A2-4426-BD4F-2A3F75AD27FB}"/>
              </a:ext>
            </a:extLst>
          </p:cNvPr>
          <p:cNvSpPr/>
          <p:nvPr/>
        </p:nvSpPr>
        <p:spPr>
          <a:xfrm rot="5400000" flipH="1">
            <a:off x="8308186" y="1071546"/>
            <a:ext cx="885486" cy="68882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0" name="Arrow: Bent 9">
            <a:extLst>
              <a:ext uri="{FF2B5EF4-FFF2-40B4-BE49-F238E27FC236}">
                <a16:creationId xmlns:a16="http://schemas.microsoft.com/office/drawing/2014/main" id="{1C183B50-C8EA-48AA-872C-EA07EC36CB5E}"/>
              </a:ext>
            </a:extLst>
          </p:cNvPr>
          <p:cNvSpPr/>
          <p:nvPr/>
        </p:nvSpPr>
        <p:spPr>
          <a:xfrm rot="16200000" flipH="1" flipV="1">
            <a:off x="8035437" y="2090310"/>
            <a:ext cx="1217592" cy="700639"/>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1" name="Arrow: Bent 10">
            <a:extLst>
              <a:ext uri="{FF2B5EF4-FFF2-40B4-BE49-F238E27FC236}">
                <a16:creationId xmlns:a16="http://schemas.microsoft.com/office/drawing/2014/main" id="{0EB18FD0-3B64-4A60-A1A0-6F5EAF784784}"/>
              </a:ext>
            </a:extLst>
          </p:cNvPr>
          <p:cNvSpPr/>
          <p:nvPr/>
        </p:nvSpPr>
        <p:spPr>
          <a:xfrm rot="5400000" flipH="1">
            <a:off x="8308185" y="4528691"/>
            <a:ext cx="885486" cy="68882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2" name="Arrow: Bent 11">
            <a:extLst>
              <a:ext uri="{FF2B5EF4-FFF2-40B4-BE49-F238E27FC236}">
                <a16:creationId xmlns:a16="http://schemas.microsoft.com/office/drawing/2014/main" id="{6E895D4B-1FDE-42EB-BC77-26BEF96D7D5C}"/>
              </a:ext>
            </a:extLst>
          </p:cNvPr>
          <p:cNvSpPr/>
          <p:nvPr/>
        </p:nvSpPr>
        <p:spPr>
          <a:xfrm rot="16200000" flipH="1" flipV="1">
            <a:off x="8119671" y="5534466"/>
            <a:ext cx="1217592" cy="700639"/>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Tree>
    <p:extLst>
      <p:ext uri="{BB962C8B-B14F-4D97-AF65-F5344CB8AC3E}">
        <p14:creationId xmlns:p14="http://schemas.microsoft.com/office/powerpoint/2010/main" val="3858838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6307B1-7E02-F369-B3AC-9D50E1D83039}"/>
              </a:ext>
            </a:extLst>
          </p:cNvPr>
          <p:cNvSpPr txBox="1"/>
          <p:nvPr/>
        </p:nvSpPr>
        <p:spPr>
          <a:xfrm>
            <a:off x="749758" y="1720840"/>
            <a:ext cx="7970744" cy="3416320"/>
          </a:xfrm>
          <a:prstGeom prst="rect">
            <a:avLst/>
          </a:prstGeom>
          <a:noFill/>
        </p:spPr>
        <p:txBody>
          <a:bodyPr wrap="square">
            <a:spAutoFit/>
          </a:bodyPr>
          <a:lstStyle/>
          <a:p>
            <a:pPr>
              <a:buNone/>
            </a:pPr>
            <a:r>
              <a:rPr lang="en-GB" sz="2400" b="1" dirty="0"/>
              <a:t>Broadcast = delivering information to many receivers simultaneously</a:t>
            </a:r>
            <a:endParaRPr lang="en-GB" sz="2400" dirty="0"/>
          </a:p>
          <a:p>
            <a:pPr>
              <a:buNone/>
            </a:pPr>
            <a:r>
              <a:rPr lang="en-GB" sz="2400" dirty="0"/>
              <a:t>Examples of broadcast information:</a:t>
            </a:r>
          </a:p>
          <a:p>
            <a:pPr>
              <a:buNone/>
            </a:pPr>
            <a:r>
              <a:rPr lang="en-GB" sz="2400" dirty="0"/>
              <a:t>• </a:t>
            </a:r>
            <a:r>
              <a:rPr lang="en-GB" sz="2400" b="1" dirty="0"/>
              <a:t>Audio</a:t>
            </a:r>
            <a:r>
              <a:rPr lang="en-GB" sz="2400" dirty="0"/>
              <a:t> – speech, music</a:t>
            </a:r>
            <a:br>
              <a:rPr lang="en-GB" sz="2400" dirty="0"/>
            </a:br>
            <a:r>
              <a:rPr lang="en-GB" sz="2400" dirty="0"/>
              <a:t>• </a:t>
            </a:r>
            <a:r>
              <a:rPr lang="en-GB" sz="2400" b="1" dirty="0"/>
              <a:t>Video</a:t>
            </a:r>
            <a:r>
              <a:rPr lang="en-GB" sz="2400" dirty="0"/>
              <a:t> – moving images</a:t>
            </a:r>
            <a:br>
              <a:rPr lang="en-GB" sz="2400" dirty="0"/>
            </a:br>
            <a:r>
              <a:rPr lang="en-GB" sz="2400" dirty="0"/>
              <a:t>• </a:t>
            </a:r>
            <a:r>
              <a:rPr lang="en-GB" sz="2400" b="1" dirty="0"/>
              <a:t>Data</a:t>
            </a:r>
            <a:r>
              <a:rPr lang="en-GB" sz="2400" dirty="0"/>
              <a:t> – subtitles, metadata</a:t>
            </a:r>
            <a:br>
              <a:rPr lang="en-GB" sz="2400" dirty="0"/>
            </a:br>
            <a:r>
              <a:rPr lang="en-GB" sz="2400" dirty="0"/>
              <a:t>• </a:t>
            </a:r>
            <a:r>
              <a:rPr lang="en-GB" sz="2400" b="1" dirty="0"/>
              <a:t>Control signals</a:t>
            </a:r>
            <a:r>
              <a:rPr lang="en-GB" sz="2400" dirty="0"/>
              <a:t> – synchronisation, timing</a:t>
            </a:r>
          </a:p>
          <a:p>
            <a:pPr>
              <a:buNone/>
            </a:pPr>
            <a:r>
              <a:rPr lang="en-GB" sz="2400" b="1" dirty="0"/>
              <a:t>All broadcast systems ultimately transmit information as signals.</a:t>
            </a:r>
          </a:p>
        </p:txBody>
      </p:sp>
      <p:sp>
        <p:nvSpPr>
          <p:cNvPr id="7" name="TextBox 6">
            <a:extLst>
              <a:ext uri="{FF2B5EF4-FFF2-40B4-BE49-F238E27FC236}">
                <a16:creationId xmlns:a16="http://schemas.microsoft.com/office/drawing/2014/main" id="{3200CC16-9388-4FD0-7A2E-2F2949ACF0AE}"/>
              </a:ext>
            </a:extLst>
          </p:cNvPr>
          <p:cNvSpPr txBox="1"/>
          <p:nvPr/>
        </p:nvSpPr>
        <p:spPr>
          <a:xfrm>
            <a:off x="552988" y="959333"/>
            <a:ext cx="5477421" cy="523220"/>
          </a:xfrm>
          <a:prstGeom prst="rect">
            <a:avLst/>
          </a:prstGeom>
          <a:noFill/>
        </p:spPr>
        <p:txBody>
          <a:bodyPr wrap="square">
            <a:spAutoFit/>
          </a:bodyPr>
          <a:lstStyle/>
          <a:p>
            <a:pPr>
              <a:buNone/>
            </a:pPr>
            <a:r>
              <a:rPr lang="en-GB" sz="2800" b="1" dirty="0"/>
              <a:t>What is Broadcasting?</a:t>
            </a:r>
          </a:p>
        </p:txBody>
      </p:sp>
    </p:spTree>
    <p:extLst>
      <p:ext uri="{BB962C8B-B14F-4D97-AF65-F5344CB8AC3E}">
        <p14:creationId xmlns:p14="http://schemas.microsoft.com/office/powerpoint/2010/main" val="289104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9AB4BE-FF41-5261-D117-D29BC46E6B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187" y="892240"/>
            <a:ext cx="6797932" cy="5351313"/>
          </a:xfrm>
          <a:prstGeom prst="rect">
            <a:avLst/>
          </a:prstGeom>
        </p:spPr>
      </p:pic>
      <p:sp>
        <p:nvSpPr>
          <p:cNvPr id="5" name="TextBox 4">
            <a:extLst>
              <a:ext uri="{FF2B5EF4-FFF2-40B4-BE49-F238E27FC236}">
                <a16:creationId xmlns:a16="http://schemas.microsoft.com/office/drawing/2014/main" id="{527F0B82-3BE9-37A0-524C-C687A741516F}"/>
              </a:ext>
            </a:extLst>
          </p:cNvPr>
          <p:cNvSpPr txBox="1"/>
          <p:nvPr/>
        </p:nvSpPr>
        <p:spPr>
          <a:xfrm>
            <a:off x="538223" y="353763"/>
            <a:ext cx="7556074" cy="338554"/>
          </a:xfrm>
          <a:prstGeom prst="rect">
            <a:avLst/>
          </a:prstGeom>
          <a:noFill/>
        </p:spPr>
        <p:txBody>
          <a:bodyPr wrap="square">
            <a:spAutoFit/>
          </a:bodyPr>
          <a:lstStyle/>
          <a:p>
            <a:r>
              <a:rPr lang="en-GB" b="1" dirty="0"/>
              <a:t>Everything in broadcast — audio, video, data — is ultimately a signal.</a:t>
            </a:r>
            <a:endParaRPr lang="en-GB" dirty="0"/>
          </a:p>
        </p:txBody>
      </p:sp>
    </p:spTree>
    <p:extLst>
      <p:ext uri="{BB962C8B-B14F-4D97-AF65-F5344CB8AC3E}">
        <p14:creationId xmlns:p14="http://schemas.microsoft.com/office/powerpoint/2010/main" val="2886268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FC3C91-C565-F53E-B259-08F3BE278545}"/>
              </a:ext>
            </a:extLst>
          </p:cNvPr>
          <p:cNvSpPr txBox="1"/>
          <p:nvPr/>
        </p:nvSpPr>
        <p:spPr>
          <a:xfrm>
            <a:off x="549798" y="640951"/>
            <a:ext cx="6117220" cy="461665"/>
          </a:xfrm>
          <a:prstGeom prst="rect">
            <a:avLst/>
          </a:prstGeom>
          <a:noFill/>
        </p:spPr>
        <p:txBody>
          <a:bodyPr wrap="square">
            <a:spAutoFit/>
          </a:bodyPr>
          <a:lstStyle/>
          <a:p>
            <a:r>
              <a:rPr lang="en-GB" sz="2400" b="1" dirty="0"/>
              <a:t>Why MATLAB for Signal Analysis?</a:t>
            </a:r>
            <a:endParaRPr lang="en-GB" sz="2400" dirty="0"/>
          </a:p>
        </p:txBody>
      </p:sp>
      <p:sp>
        <p:nvSpPr>
          <p:cNvPr id="5" name="TextBox 4">
            <a:extLst>
              <a:ext uri="{FF2B5EF4-FFF2-40B4-BE49-F238E27FC236}">
                <a16:creationId xmlns:a16="http://schemas.microsoft.com/office/drawing/2014/main" id="{A2C2560A-710D-D5CD-1428-B737EF196636}"/>
              </a:ext>
            </a:extLst>
          </p:cNvPr>
          <p:cNvSpPr txBox="1"/>
          <p:nvPr/>
        </p:nvSpPr>
        <p:spPr>
          <a:xfrm>
            <a:off x="931761" y="1413063"/>
            <a:ext cx="7286263" cy="4708981"/>
          </a:xfrm>
          <a:prstGeom prst="rect">
            <a:avLst/>
          </a:prstGeom>
          <a:noFill/>
        </p:spPr>
        <p:txBody>
          <a:bodyPr wrap="square">
            <a:spAutoFit/>
          </a:bodyPr>
          <a:lstStyle/>
          <a:p>
            <a:pPr>
              <a:buNone/>
            </a:pPr>
            <a:r>
              <a:rPr lang="en-GB" sz="2000" b="1" dirty="0"/>
              <a:t>Key Reasons</a:t>
            </a:r>
          </a:p>
          <a:p>
            <a:pPr>
              <a:buNone/>
            </a:pPr>
            <a:endParaRPr lang="en-GB" sz="2000" b="1" dirty="0"/>
          </a:p>
          <a:p>
            <a:pPr marL="342900" indent="-342900">
              <a:buFont typeface="Arial" panose="020B0604020202020204" pitchFamily="34" charset="0"/>
              <a:buChar char="•"/>
            </a:pPr>
            <a:r>
              <a:rPr lang="en-GB" sz="2000" dirty="0"/>
              <a:t>Widely used in research and engineering</a:t>
            </a:r>
          </a:p>
          <a:p>
            <a:pPr marL="800100" lvl="1" indent="-342900">
              <a:buFont typeface="Arial" panose="020B0604020202020204" pitchFamily="34" charset="0"/>
              <a:buChar char="•"/>
            </a:pPr>
            <a:r>
              <a:rPr lang="en-GB" sz="2000" dirty="0"/>
              <a:t>Standard tool for signal processing and communications</a:t>
            </a:r>
          </a:p>
          <a:p>
            <a:pPr marL="342900" indent="-342900">
              <a:buFont typeface="Arial" panose="020B0604020202020204" pitchFamily="34" charset="0"/>
              <a:buChar char="•"/>
            </a:pPr>
            <a:r>
              <a:rPr lang="en-GB" sz="2000" dirty="0"/>
              <a:t>Powerful simulation environment</a:t>
            </a:r>
          </a:p>
          <a:p>
            <a:pPr marL="800100" lvl="1" indent="-342900">
              <a:buFont typeface="Arial" panose="020B0604020202020204" pitchFamily="34" charset="0"/>
              <a:buChar char="•"/>
            </a:pPr>
            <a:r>
              <a:rPr lang="en-GB" sz="2000" dirty="0"/>
              <a:t>Easy to model and analyse signals and systems</a:t>
            </a:r>
          </a:p>
          <a:p>
            <a:pPr marL="342900" indent="-342900">
              <a:buFont typeface="Arial" panose="020B0604020202020204" pitchFamily="34" charset="0"/>
              <a:buChar char="•"/>
            </a:pPr>
            <a:r>
              <a:rPr lang="en-GB" sz="2000" dirty="0"/>
              <a:t>Matrix-based computation</a:t>
            </a:r>
          </a:p>
          <a:p>
            <a:pPr marL="800100" lvl="1" indent="-342900">
              <a:buFont typeface="Arial" panose="020B0604020202020204" pitchFamily="34" charset="0"/>
              <a:buChar char="•"/>
            </a:pPr>
            <a:r>
              <a:rPr lang="en-GB" sz="2000" dirty="0"/>
              <a:t>Extremely efficient for manipulating signals and data</a:t>
            </a:r>
          </a:p>
          <a:p>
            <a:pPr marL="342900" indent="-342900">
              <a:buFont typeface="Arial" panose="020B0604020202020204" pitchFamily="34" charset="0"/>
              <a:buChar char="•"/>
            </a:pPr>
            <a:r>
              <a:rPr lang="en-GB" sz="2000" dirty="0"/>
              <a:t>Visualisation tools</a:t>
            </a:r>
          </a:p>
          <a:p>
            <a:pPr marL="800100" lvl="1" indent="-342900">
              <a:buFont typeface="Arial" panose="020B0604020202020204" pitchFamily="34" charset="0"/>
              <a:buChar char="•"/>
            </a:pPr>
            <a:r>
              <a:rPr lang="en-GB" sz="2000" dirty="0"/>
              <a:t>Quickly plot and analyse waveforms and spectra</a:t>
            </a:r>
          </a:p>
          <a:p>
            <a:pPr marL="342900" indent="-342900">
              <a:buFont typeface="Arial" panose="020B0604020202020204" pitchFamily="34" charset="0"/>
              <a:buChar char="•"/>
            </a:pPr>
            <a:r>
              <a:rPr lang="en-GB" sz="2000" dirty="0"/>
              <a:t>Easy access for students</a:t>
            </a:r>
          </a:p>
          <a:p>
            <a:pPr marL="800100" lvl="1" indent="-342900">
              <a:buFont typeface="Arial" panose="020B0604020202020204" pitchFamily="34" charset="0"/>
              <a:buChar char="•"/>
            </a:pPr>
            <a:r>
              <a:rPr lang="en-GB" sz="2000" dirty="0"/>
              <a:t>BCU provides MATLAB campus licence and MATLAB Online</a:t>
            </a:r>
          </a:p>
        </p:txBody>
      </p:sp>
    </p:spTree>
    <p:extLst>
      <p:ext uri="{BB962C8B-B14F-4D97-AF65-F5344CB8AC3E}">
        <p14:creationId xmlns:p14="http://schemas.microsoft.com/office/powerpoint/2010/main" val="4257721846"/>
      </p:ext>
    </p:extLst>
  </p:cSld>
  <p:clrMapOvr>
    <a:masterClrMapping/>
  </p:clrMapOvr>
</p:sld>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
      <a:majorFont>
        <a:latin typeface="Lucida Sans Unicode"/>
        <a:ea typeface=""/>
        <a:cs typeface=""/>
      </a:majorFont>
      <a:minorFont>
        <a:latin typeface="Lucida Sans Unico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4020</TotalTime>
  <Words>2082</Words>
  <Application>Microsoft Office PowerPoint</Application>
  <PresentationFormat>On-screen Show (4:3)</PresentationFormat>
  <Paragraphs>366</Paragraphs>
  <Slides>23</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Courier Std</vt:lpstr>
      <vt:lpstr>Aptos</vt:lpstr>
      <vt:lpstr>Arial</vt:lpstr>
      <vt:lpstr>Lucida Sans Unicode</vt:lpstr>
      <vt:lpstr>Template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JFoss</dc:creator>
  <cp:lastModifiedBy>Leo W</cp:lastModifiedBy>
  <cp:revision>158</cp:revision>
  <cp:lastPrinted>2019-04-15T07:32:01Z</cp:lastPrinted>
  <dcterms:created xsi:type="dcterms:W3CDTF">2006-09-10T21:25:56Z</dcterms:created>
  <dcterms:modified xsi:type="dcterms:W3CDTF">2026-03-15T20:49:46Z</dcterms:modified>
</cp:coreProperties>
</file>