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88"/>
  </p:notesMasterIdLst>
  <p:handoutMasterIdLst>
    <p:handoutMasterId r:id="rId89"/>
  </p:handoutMasterIdLst>
  <p:sldIdLst>
    <p:sldId id="256" r:id="rId3"/>
    <p:sldId id="883" r:id="rId4"/>
    <p:sldId id="978" r:id="rId5"/>
    <p:sldId id="884" r:id="rId6"/>
    <p:sldId id="886" r:id="rId7"/>
    <p:sldId id="887" r:id="rId8"/>
    <p:sldId id="888" r:id="rId9"/>
    <p:sldId id="889" r:id="rId10"/>
    <p:sldId id="895" r:id="rId11"/>
    <p:sldId id="890" r:id="rId12"/>
    <p:sldId id="891" r:id="rId13"/>
    <p:sldId id="892" r:id="rId14"/>
    <p:sldId id="893" r:id="rId15"/>
    <p:sldId id="896" r:id="rId16"/>
    <p:sldId id="898" r:id="rId17"/>
    <p:sldId id="452" r:id="rId18"/>
    <p:sldId id="494" r:id="rId19"/>
    <p:sldId id="518" r:id="rId20"/>
    <p:sldId id="519" r:id="rId21"/>
    <p:sldId id="464" r:id="rId22"/>
    <p:sldId id="465" r:id="rId23"/>
    <p:sldId id="989" r:id="rId24"/>
    <p:sldId id="990" r:id="rId25"/>
    <p:sldId id="467" r:id="rId26"/>
    <p:sldId id="477" r:id="rId27"/>
    <p:sldId id="515" r:id="rId28"/>
    <p:sldId id="980" r:id="rId29"/>
    <p:sldId id="882" r:id="rId30"/>
    <p:sldId id="850" r:id="rId31"/>
    <p:sldId id="851" r:id="rId32"/>
    <p:sldId id="852" r:id="rId33"/>
    <p:sldId id="853" r:id="rId34"/>
    <p:sldId id="993" r:id="rId35"/>
    <p:sldId id="981" r:id="rId36"/>
    <p:sldId id="269" r:id="rId37"/>
    <p:sldId id="982" r:id="rId38"/>
    <p:sldId id="983" r:id="rId39"/>
    <p:sldId id="984" r:id="rId40"/>
    <p:sldId id="985" r:id="rId41"/>
    <p:sldId id="986" r:id="rId42"/>
    <p:sldId id="274" r:id="rId43"/>
    <p:sldId id="275" r:id="rId44"/>
    <p:sldId id="277" r:id="rId45"/>
    <p:sldId id="434" r:id="rId46"/>
    <p:sldId id="280" r:id="rId47"/>
    <p:sldId id="987" r:id="rId48"/>
    <p:sldId id="282" r:id="rId49"/>
    <p:sldId id="283" r:id="rId50"/>
    <p:sldId id="284" r:id="rId51"/>
    <p:sldId id="285" r:id="rId52"/>
    <p:sldId id="905" r:id="rId53"/>
    <p:sldId id="879" r:id="rId54"/>
    <p:sldId id="322" r:id="rId55"/>
    <p:sldId id="880" r:id="rId56"/>
    <p:sldId id="994" r:id="rId57"/>
    <p:sldId id="881" r:id="rId58"/>
    <p:sldId id="835" r:id="rId59"/>
    <p:sldId id="944" r:id="rId60"/>
    <p:sldId id="945" r:id="rId61"/>
    <p:sldId id="946" r:id="rId62"/>
    <p:sldId id="947" r:id="rId63"/>
    <p:sldId id="948" r:id="rId64"/>
    <p:sldId id="839" r:id="rId65"/>
    <p:sldId id="971" r:id="rId66"/>
    <p:sldId id="950" r:id="rId67"/>
    <p:sldId id="974" r:id="rId68"/>
    <p:sldId id="952" r:id="rId69"/>
    <p:sldId id="953" r:id="rId70"/>
    <p:sldId id="956" r:id="rId71"/>
    <p:sldId id="973" r:id="rId72"/>
    <p:sldId id="977" r:id="rId73"/>
    <p:sldId id="991" r:id="rId74"/>
    <p:sldId id="302" r:id="rId75"/>
    <p:sldId id="303" r:id="rId76"/>
    <p:sldId id="304" r:id="rId77"/>
    <p:sldId id="305" r:id="rId78"/>
    <p:sldId id="306" r:id="rId79"/>
    <p:sldId id="307" r:id="rId80"/>
    <p:sldId id="308" r:id="rId81"/>
    <p:sldId id="309" r:id="rId82"/>
    <p:sldId id="310" r:id="rId83"/>
    <p:sldId id="311" r:id="rId84"/>
    <p:sldId id="312" r:id="rId85"/>
    <p:sldId id="313" r:id="rId86"/>
    <p:sldId id="979" r:id="rId87"/>
  </p:sldIdLst>
  <p:sldSz cx="9144000" cy="6858000" type="screen4x3"/>
  <p:notesSz cx="6797675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B9"/>
    <a:srgbClr val="EEFCAA"/>
    <a:srgbClr val="5D748D"/>
    <a:srgbClr val="FFFF00"/>
    <a:srgbClr val="000000"/>
    <a:srgbClr val="F6D9FF"/>
    <a:srgbClr val="CC66FF"/>
    <a:srgbClr val="DAFEF3"/>
    <a:srgbClr val="FFDCD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15D1A6-36A9-4F45-8EFD-FECC580EDA7D}" v="239" dt="2026-04-20T17:21:11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0320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56" y="2202"/>
      </p:cViewPr>
      <p:guideLst>
        <p:guide orient="horz" pos="232"/>
        <p:guide pos="2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2562"/>
    </p:cViewPr>
  </p:sorterViewPr>
  <p:notesViewPr>
    <p:cSldViewPr snapToGrid="0">
      <p:cViewPr varScale="1">
        <p:scale>
          <a:sx n="65" d="100"/>
          <a:sy n="65" d="100"/>
        </p:scale>
        <p:origin x="-1092" y="-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y Foss" userId="7ce9e366492e92c0" providerId="LiveId" clId="{A9B9C982-5492-4807-BC88-1E1CA9BAE68A}"/>
    <pc:docChg chg="undo custSel addSld delSld modSld sldOrd modShowInfo">
      <pc:chgData name="Jeremy Foss" userId="7ce9e366492e92c0" providerId="LiveId" clId="{A9B9C982-5492-4807-BC88-1E1CA9BAE68A}" dt="2026-04-20T17:59:22.386" v="3789"/>
      <pc:docMkLst>
        <pc:docMk/>
      </pc:docMkLst>
      <pc:sldChg chg="modSp mod">
        <pc:chgData name="Jeremy Foss" userId="7ce9e366492e92c0" providerId="LiveId" clId="{A9B9C982-5492-4807-BC88-1E1CA9BAE68A}" dt="2026-04-20T12:18:17.898" v="3644" actId="20577"/>
        <pc:sldMkLst>
          <pc:docMk/>
          <pc:sldMk cId="0" sldId="256"/>
        </pc:sldMkLst>
        <pc:spChg chg="mod">
          <ac:chgData name="Jeremy Foss" userId="7ce9e366492e92c0" providerId="LiveId" clId="{A9B9C982-5492-4807-BC88-1E1CA9BAE68A}" dt="2026-04-20T12:18:17.898" v="3644" actId="20577"/>
          <ac:spMkLst>
            <pc:docMk/>
            <pc:sldMk cId="0" sldId="256"/>
            <ac:spMk id="6147" creationId="{00000000-0000-0000-0000-000000000000}"/>
          </ac:spMkLst>
        </pc:spChg>
      </pc:sldChg>
      <pc:sldChg chg="del">
        <pc:chgData name="Jeremy Foss" userId="7ce9e366492e92c0" providerId="LiveId" clId="{A9B9C982-5492-4807-BC88-1E1CA9BAE68A}" dt="2026-04-19T10:58:43.219" v="55" actId="47"/>
        <pc:sldMkLst>
          <pc:docMk/>
          <pc:sldMk cId="294660602" sldId="257"/>
        </pc:sldMkLst>
      </pc:sldChg>
      <pc:sldChg chg="del">
        <pc:chgData name="Jeremy Foss" userId="7ce9e366492e92c0" providerId="LiveId" clId="{A9B9C982-5492-4807-BC88-1E1CA9BAE68A}" dt="2026-04-19T10:58:17.284" v="54" actId="47"/>
        <pc:sldMkLst>
          <pc:docMk/>
          <pc:sldMk cId="1973735779" sldId="258"/>
        </pc:sldMkLst>
      </pc:sldChg>
      <pc:sldChg chg="del">
        <pc:chgData name="Jeremy Foss" userId="7ce9e366492e92c0" providerId="LiveId" clId="{A9B9C982-5492-4807-BC88-1E1CA9BAE68A}" dt="2026-04-19T10:58:17.284" v="54" actId="47"/>
        <pc:sldMkLst>
          <pc:docMk/>
          <pc:sldMk cId="1157179106" sldId="263"/>
        </pc:sldMkLst>
      </pc:sldChg>
      <pc:sldChg chg="del">
        <pc:chgData name="Jeremy Foss" userId="7ce9e366492e92c0" providerId="LiveId" clId="{A9B9C982-5492-4807-BC88-1E1CA9BAE68A}" dt="2026-04-19T10:58:17.284" v="54" actId="47"/>
        <pc:sldMkLst>
          <pc:docMk/>
          <pc:sldMk cId="3462316940" sldId="264"/>
        </pc:sldMkLst>
      </pc:sldChg>
      <pc:sldChg chg="del">
        <pc:chgData name="Jeremy Foss" userId="7ce9e366492e92c0" providerId="LiveId" clId="{A9B9C982-5492-4807-BC88-1E1CA9BAE68A}" dt="2026-04-19T10:58:17.284" v="54" actId="47"/>
        <pc:sldMkLst>
          <pc:docMk/>
          <pc:sldMk cId="3040789848" sldId="265"/>
        </pc:sldMkLst>
      </pc:sldChg>
      <pc:sldChg chg="del">
        <pc:chgData name="Jeremy Foss" userId="7ce9e366492e92c0" providerId="LiveId" clId="{A9B9C982-5492-4807-BC88-1E1CA9BAE68A}" dt="2026-04-19T10:58:17.284" v="54" actId="47"/>
        <pc:sldMkLst>
          <pc:docMk/>
          <pc:sldMk cId="2303027914" sldId="266"/>
        </pc:sldMkLst>
      </pc:sldChg>
      <pc:sldChg chg="del">
        <pc:chgData name="Jeremy Foss" userId="7ce9e366492e92c0" providerId="LiveId" clId="{A9B9C982-5492-4807-BC88-1E1CA9BAE68A}" dt="2026-04-19T10:58:17.284" v="54" actId="47"/>
        <pc:sldMkLst>
          <pc:docMk/>
          <pc:sldMk cId="3722619622" sldId="267"/>
        </pc:sldMkLst>
      </pc:sldChg>
      <pc:sldChg chg="del">
        <pc:chgData name="Jeremy Foss" userId="7ce9e366492e92c0" providerId="LiveId" clId="{A9B9C982-5492-4807-BC88-1E1CA9BAE68A}" dt="2026-04-19T10:58:17.284" v="54" actId="47"/>
        <pc:sldMkLst>
          <pc:docMk/>
          <pc:sldMk cId="131338565" sldId="270"/>
        </pc:sldMkLst>
      </pc:sldChg>
      <pc:sldChg chg="del">
        <pc:chgData name="Jeremy Foss" userId="7ce9e366492e92c0" providerId="LiveId" clId="{A9B9C982-5492-4807-BC88-1E1CA9BAE68A}" dt="2026-04-19T10:58:17.284" v="54" actId="47"/>
        <pc:sldMkLst>
          <pc:docMk/>
          <pc:sldMk cId="999968349" sldId="271"/>
        </pc:sldMkLst>
      </pc:sldChg>
      <pc:sldChg chg="del">
        <pc:chgData name="Jeremy Foss" userId="7ce9e366492e92c0" providerId="LiveId" clId="{A9B9C982-5492-4807-BC88-1E1CA9BAE68A}" dt="2026-04-19T10:58:17.284" v="54" actId="47"/>
        <pc:sldMkLst>
          <pc:docMk/>
          <pc:sldMk cId="4093670643" sldId="272"/>
        </pc:sldMkLst>
      </pc:sldChg>
      <pc:sldChg chg="del">
        <pc:chgData name="Jeremy Foss" userId="7ce9e366492e92c0" providerId="LiveId" clId="{A9B9C982-5492-4807-BC88-1E1CA9BAE68A}" dt="2026-04-19T10:58:17.284" v="54" actId="47"/>
        <pc:sldMkLst>
          <pc:docMk/>
          <pc:sldMk cId="1123028059" sldId="273"/>
        </pc:sldMkLst>
      </pc:sldChg>
      <pc:sldChg chg="del">
        <pc:chgData name="Jeremy Foss" userId="7ce9e366492e92c0" providerId="LiveId" clId="{A9B9C982-5492-4807-BC88-1E1CA9BAE68A}" dt="2026-04-19T10:58:17.284" v="54" actId="47"/>
        <pc:sldMkLst>
          <pc:docMk/>
          <pc:sldMk cId="1644195062" sldId="278"/>
        </pc:sldMkLst>
      </pc:sldChg>
      <pc:sldChg chg="addSp modSp mod">
        <pc:chgData name="Jeremy Foss" userId="7ce9e366492e92c0" providerId="LiveId" clId="{A9B9C982-5492-4807-BC88-1E1CA9BAE68A}" dt="2026-04-20T11:16:20.567" v="2609" actId="166"/>
        <pc:sldMkLst>
          <pc:docMk/>
          <pc:sldMk cId="2785098844" sldId="285"/>
        </pc:sldMkLst>
        <pc:spChg chg="add mod">
          <ac:chgData name="Jeremy Foss" userId="7ce9e366492e92c0" providerId="LiveId" clId="{A9B9C982-5492-4807-BC88-1E1CA9BAE68A}" dt="2026-04-19T13:52:54.845" v="1189" actId="1076"/>
          <ac:spMkLst>
            <pc:docMk/>
            <pc:sldMk cId="2785098844" sldId="285"/>
            <ac:spMk id="3" creationId="{9C708D89-CD73-F16A-F0AB-EA4502C0DD9E}"/>
          </ac:spMkLst>
        </pc:spChg>
        <pc:spChg chg="mod">
          <ac:chgData name="Jeremy Foss" userId="7ce9e366492e92c0" providerId="LiveId" clId="{A9B9C982-5492-4807-BC88-1E1CA9BAE68A}" dt="2026-04-19T13:51:58.137" v="1165" actId="14100"/>
          <ac:spMkLst>
            <pc:docMk/>
            <pc:sldMk cId="2785098844" sldId="285"/>
            <ac:spMk id="3118" creationId="{00000000-0000-0000-0000-000000000000}"/>
          </ac:spMkLst>
        </pc:spChg>
        <pc:grpChg chg="ord">
          <ac:chgData name="Jeremy Foss" userId="7ce9e366492e92c0" providerId="LiveId" clId="{A9B9C982-5492-4807-BC88-1E1CA9BAE68A}" dt="2026-04-20T11:16:20.567" v="2609" actId="166"/>
          <ac:grpSpMkLst>
            <pc:docMk/>
            <pc:sldMk cId="2785098844" sldId="285"/>
            <ac:grpSpMk id="5" creationId="{00000000-0000-0000-0000-000000000000}"/>
          </ac:grpSpMkLst>
        </pc:grpChg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4075034486" sldId="297"/>
        </pc:sldMkLst>
      </pc:sldChg>
      <pc:sldChg chg="del">
        <pc:chgData name="Jeremy Foss" userId="7ce9e366492e92c0" providerId="LiveId" clId="{A9B9C982-5492-4807-BC88-1E1CA9BAE68A}" dt="2026-04-19T10:58:43.219" v="55" actId="47"/>
        <pc:sldMkLst>
          <pc:docMk/>
          <pc:sldMk cId="364136708" sldId="298"/>
        </pc:sldMkLst>
      </pc:sldChg>
      <pc:sldChg chg="add del">
        <pc:chgData name="Jeremy Foss" userId="7ce9e366492e92c0" providerId="LiveId" clId="{A9B9C982-5492-4807-BC88-1E1CA9BAE68A}" dt="2026-04-19T10:58:17.284" v="54" actId="47"/>
        <pc:sldMkLst>
          <pc:docMk/>
          <pc:sldMk cId="3823848219" sldId="299"/>
        </pc:sldMkLst>
      </pc:sldChg>
      <pc:sldChg chg="add del">
        <pc:chgData name="Jeremy Foss" userId="7ce9e366492e92c0" providerId="LiveId" clId="{A9B9C982-5492-4807-BC88-1E1CA9BAE68A}" dt="2026-04-19T10:58:17.284" v="54" actId="47"/>
        <pc:sldMkLst>
          <pc:docMk/>
          <pc:sldMk cId="3590275902" sldId="300"/>
        </pc:sldMkLst>
      </pc:sldChg>
      <pc:sldChg chg="add del">
        <pc:chgData name="Jeremy Foss" userId="7ce9e366492e92c0" providerId="LiveId" clId="{A9B9C982-5492-4807-BC88-1E1CA9BAE68A}" dt="2026-04-19T10:58:17.284" v="54" actId="47"/>
        <pc:sldMkLst>
          <pc:docMk/>
          <pc:sldMk cId="3201616692" sldId="301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3771059301" sldId="314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954094405" sldId="315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2437664394" sldId="316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72265961" sldId="317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2119032011" sldId="318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1908037155" sldId="319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462025557" sldId="320"/>
        </pc:sldMkLst>
      </pc:sldChg>
      <pc:sldChg chg="modSp mod">
        <pc:chgData name="Jeremy Foss" userId="7ce9e366492e92c0" providerId="LiveId" clId="{A9B9C982-5492-4807-BC88-1E1CA9BAE68A}" dt="2026-04-20T11:38:26.285" v="3249" actId="113"/>
        <pc:sldMkLst>
          <pc:docMk/>
          <pc:sldMk cId="3749228451" sldId="322"/>
        </pc:sldMkLst>
        <pc:spChg chg="mod">
          <ac:chgData name="Jeremy Foss" userId="7ce9e366492e92c0" providerId="LiveId" clId="{A9B9C982-5492-4807-BC88-1E1CA9BAE68A}" dt="2026-04-20T11:38:26.285" v="3249" actId="113"/>
          <ac:spMkLst>
            <pc:docMk/>
            <pc:sldMk cId="3749228451" sldId="322"/>
            <ac:spMk id="2" creationId="{00000000-0000-0000-0000-000000000000}"/>
          </ac:spMkLst>
        </pc:spChg>
        <pc:spChg chg="mod">
          <ac:chgData name="Jeremy Foss" userId="7ce9e366492e92c0" providerId="LiveId" clId="{A9B9C982-5492-4807-BC88-1E1CA9BAE68A}" dt="2026-04-20T11:37:59.624" v="3237" actId="1076"/>
          <ac:spMkLst>
            <pc:docMk/>
            <pc:sldMk cId="3749228451" sldId="322"/>
            <ac:spMk id="3" creationId="{00000000-0000-0000-0000-000000000000}"/>
          </ac:spMkLst>
        </pc:spChg>
        <pc:spChg chg="mod">
          <ac:chgData name="Jeremy Foss" userId="7ce9e366492e92c0" providerId="LiveId" clId="{A9B9C982-5492-4807-BC88-1E1CA9BAE68A}" dt="2026-04-20T11:36:54.641" v="3220" actId="1076"/>
          <ac:spMkLst>
            <pc:docMk/>
            <pc:sldMk cId="3749228451" sldId="322"/>
            <ac:spMk id="4" creationId="{00000000-0000-0000-0000-000000000000}"/>
          </ac:spMkLst>
        </pc:spChg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3184343863" sldId="329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311112737" sldId="330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785411899" sldId="331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1413074345" sldId="332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661357838" sldId="333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1073999699" sldId="334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3674587619" sldId="335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3045586269" sldId="336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157162677" sldId="337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413179864" sldId="338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1042660264" sldId="339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3605948678" sldId="340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273554377" sldId="341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1257107781" sldId="342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650622738" sldId="343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3526823889" sldId="344"/>
        </pc:sldMkLst>
      </pc:sldChg>
      <pc:sldChg chg="del">
        <pc:chgData name="Jeremy Foss" userId="7ce9e366492e92c0" providerId="LiveId" clId="{A9B9C982-5492-4807-BC88-1E1CA9BAE68A}" dt="2026-04-19T10:54:03.722" v="0" actId="47"/>
        <pc:sldMkLst>
          <pc:docMk/>
          <pc:sldMk cId="687284241" sldId="345"/>
        </pc:sldMkLst>
      </pc:sldChg>
      <pc:sldChg chg="add del">
        <pc:chgData name="Jeremy Foss" userId="7ce9e366492e92c0" providerId="LiveId" clId="{A9B9C982-5492-4807-BC88-1E1CA9BAE68A}" dt="2026-04-19T10:58:17.284" v="54" actId="47"/>
        <pc:sldMkLst>
          <pc:docMk/>
          <pc:sldMk cId="3277210665" sldId="346"/>
        </pc:sldMkLst>
      </pc:sldChg>
      <pc:sldChg chg="add del">
        <pc:chgData name="Jeremy Foss" userId="7ce9e366492e92c0" providerId="LiveId" clId="{A9B9C982-5492-4807-BC88-1E1CA9BAE68A}" dt="2026-04-19T10:58:17.284" v="54" actId="47"/>
        <pc:sldMkLst>
          <pc:docMk/>
          <pc:sldMk cId="3337061525" sldId="347"/>
        </pc:sldMkLst>
      </pc:sldChg>
      <pc:sldChg chg="add del">
        <pc:chgData name="Jeremy Foss" userId="7ce9e366492e92c0" providerId="LiveId" clId="{A9B9C982-5492-4807-BC88-1E1CA9BAE68A}" dt="2026-04-19T10:58:17.284" v="54" actId="47"/>
        <pc:sldMkLst>
          <pc:docMk/>
          <pc:sldMk cId="3110549829" sldId="362"/>
        </pc:sldMkLst>
      </pc:sldChg>
      <pc:sldChg chg="add">
        <pc:chgData name="Jeremy Foss" userId="7ce9e366492e92c0" providerId="LiveId" clId="{A9B9C982-5492-4807-BC88-1E1CA9BAE68A}" dt="2026-04-19T12:58:22.433" v="1011"/>
        <pc:sldMkLst>
          <pc:docMk/>
          <pc:sldMk cId="2803936171" sldId="434"/>
        </pc:sldMkLst>
      </pc:sldChg>
      <pc:sldChg chg="ord">
        <pc:chgData name="Jeremy Foss" userId="7ce9e366492e92c0" providerId="LiveId" clId="{A9B9C982-5492-4807-BC88-1E1CA9BAE68A}" dt="2026-04-20T17:59:22.386" v="3789"/>
        <pc:sldMkLst>
          <pc:docMk/>
          <pc:sldMk cId="941856288" sldId="452"/>
        </pc:sldMkLst>
      </pc:sldChg>
      <pc:sldChg chg="addSp delSp modSp mod ord">
        <pc:chgData name="Jeremy Foss" userId="7ce9e366492e92c0" providerId="LiveId" clId="{A9B9C982-5492-4807-BC88-1E1CA9BAE68A}" dt="2026-04-19T14:34:24.441" v="1572" actId="403"/>
        <pc:sldMkLst>
          <pc:docMk/>
          <pc:sldMk cId="207939565" sldId="494"/>
        </pc:sldMkLst>
        <pc:spChg chg="mod">
          <ac:chgData name="Jeremy Foss" userId="7ce9e366492e92c0" providerId="LiveId" clId="{A9B9C982-5492-4807-BC88-1E1CA9BAE68A}" dt="2026-04-19T14:34:24.441" v="1572" actId="403"/>
          <ac:spMkLst>
            <pc:docMk/>
            <pc:sldMk cId="207939565" sldId="494"/>
            <ac:spMk id="2" creationId="{24AD69D4-BA89-4FA0-8505-B5C3C1FED64E}"/>
          </ac:spMkLst>
        </pc:spChg>
        <pc:spChg chg="mod topLvl">
          <ac:chgData name="Jeremy Foss" userId="7ce9e366492e92c0" providerId="LiveId" clId="{A9B9C982-5492-4807-BC88-1E1CA9BAE68A}" dt="2026-04-19T14:34:15.977" v="1571" actId="20577"/>
          <ac:spMkLst>
            <pc:docMk/>
            <pc:sldMk cId="207939565" sldId="494"/>
            <ac:spMk id="4" creationId="{25105FB0-AC1E-A17E-3FA6-234F39B72669}"/>
          </ac:spMkLst>
        </pc:spChg>
        <pc:spChg chg="del mod topLvl">
          <ac:chgData name="Jeremy Foss" userId="7ce9e366492e92c0" providerId="LiveId" clId="{A9B9C982-5492-4807-BC88-1E1CA9BAE68A}" dt="2026-04-19T14:34:13.008" v="1570" actId="478"/>
          <ac:spMkLst>
            <pc:docMk/>
            <pc:sldMk cId="207939565" sldId="494"/>
            <ac:spMk id="5" creationId="{EE574673-1630-90F8-F88B-3DB3B36FD5D3}"/>
          </ac:spMkLst>
        </pc:spChg>
        <pc:spChg chg="del mod">
          <ac:chgData name="Jeremy Foss" userId="7ce9e366492e92c0" providerId="LiveId" clId="{A9B9C982-5492-4807-BC88-1E1CA9BAE68A}" dt="2026-04-19T14:32:30.416" v="1544" actId="478"/>
          <ac:spMkLst>
            <pc:docMk/>
            <pc:sldMk cId="207939565" sldId="494"/>
            <ac:spMk id="6" creationId="{A691BA66-5AAC-8A17-3483-F663BDA73F4B}"/>
          </ac:spMkLst>
        </pc:spChg>
        <pc:grpChg chg="add del mod">
          <ac:chgData name="Jeremy Foss" userId="7ce9e366492e92c0" providerId="LiveId" clId="{A9B9C982-5492-4807-BC88-1E1CA9BAE68A}" dt="2026-04-19T14:34:13.008" v="1570" actId="478"/>
          <ac:grpSpMkLst>
            <pc:docMk/>
            <pc:sldMk cId="207939565" sldId="494"/>
            <ac:grpSpMk id="7" creationId="{AF430846-F885-FB3B-0594-4702C082AA15}"/>
          </ac:grpSpMkLst>
        </pc:grpChg>
      </pc:sldChg>
      <pc:sldChg chg="add">
        <pc:chgData name="Jeremy Foss" userId="7ce9e366492e92c0" providerId="LiveId" clId="{A9B9C982-5492-4807-BC88-1E1CA9BAE68A}" dt="2026-04-19T11:02:44.616" v="59"/>
        <pc:sldMkLst>
          <pc:docMk/>
          <pc:sldMk cId="4267840360" sldId="515"/>
        </pc:sldMkLst>
      </pc:sldChg>
      <pc:sldChg chg="ord">
        <pc:chgData name="Jeremy Foss" userId="7ce9e366492e92c0" providerId="LiveId" clId="{A9B9C982-5492-4807-BC88-1E1CA9BAE68A}" dt="2026-04-20T17:58:17.745" v="3786"/>
        <pc:sldMkLst>
          <pc:docMk/>
          <pc:sldMk cId="2221621112" sldId="518"/>
        </pc:sldMkLst>
      </pc:sldChg>
      <pc:sldChg chg="ord">
        <pc:chgData name="Jeremy Foss" userId="7ce9e366492e92c0" providerId="LiveId" clId="{A9B9C982-5492-4807-BC88-1E1CA9BAE68A}" dt="2026-04-20T17:58:17.745" v="3786"/>
        <pc:sldMkLst>
          <pc:docMk/>
          <pc:sldMk cId="2018986050" sldId="519"/>
        </pc:sldMkLst>
      </pc:sldChg>
      <pc:sldChg chg="modSp mod">
        <pc:chgData name="Jeremy Foss" userId="7ce9e366492e92c0" providerId="LiveId" clId="{A9B9C982-5492-4807-BC88-1E1CA9BAE68A}" dt="2026-04-20T11:29:10.723" v="2850" actId="20577"/>
        <pc:sldMkLst>
          <pc:docMk/>
          <pc:sldMk cId="2829411462" sldId="835"/>
        </pc:sldMkLst>
        <pc:spChg chg="mod">
          <ac:chgData name="Jeremy Foss" userId="7ce9e366492e92c0" providerId="LiveId" clId="{A9B9C982-5492-4807-BC88-1E1CA9BAE68A}" dt="2026-04-20T11:29:10.723" v="2850" actId="20577"/>
          <ac:spMkLst>
            <pc:docMk/>
            <pc:sldMk cId="2829411462" sldId="835"/>
            <ac:spMk id="4" creationId="{00000000-0000-0000-0000-000000000000}"/>
          </ac:spMkLst>
        </pc:spChg>
      </pc:sldChg>
      <pc:sldChg chg="add del">
        <pc:chgData name="Jeremy Foss" userId="7ce9e366492e92c0" providerId="LiveId" clId="{A9B9C982-5492-4807-BC88-1E1CA9BAE68A}" dt="2026-04-19T10:58:17.284" v="54" actId="47"/>
        <pc:sldMkLst>
          <pc:docMk/>
          <pc:sldMk cId="632637654" sldId="854"/>
        </pc:sldMkLst>
      </pc:sldChg>
      <pc:sldChg chg="del">
        <pc:chgData name="Jeremy Foss" userId="7ce9e366492e92c0" providerId="LiveId" clId="{A9B9C982-5492-4807-BC88-1E1CA9BAE68A}" dt="2026-04-19T10:58:43.219" v="55" actId="47"/>
        <pc:sldMkLst>
          <pc:docMk/>
          <pc:sldMk cId="2503122007" sldId="855"/>
        </pc:sldMkLst>
      </pc:sldChg>
      <pc:sldChg chg="del">
        <pc:chgData name="Jeremy Foss" userId="7ce9e366492e92c0" providerId="LiveId" clId="{A9B9C982-5492-4807-BC88-1E1CA9BAE68A}" dt="2026-04-19T10:58:43.219" v="55" actId="47"/>
        <pc:sldMkLst>
          <pc:docMk/>
          <pc:sldMk cId="1513211446" sldId="857"/>
        </pc:sldMkLst>
      </pc:sldChg>
      <pc:sldChg chg="del">
        <pc:chgData name="Jeremy Foss" userId="7ce9e366492e92c0" providerId="LiveId" clId="{A9B9C982-5492-4807-BC88-1E1CA9BAE68A}" dt="2026-04-19T10:58:43.219" v="55" actId="47"/>
        <pc:sldMkLst>
          <pc:docMk/>
          <pc:sldMk cId="1717982286" sldId="858"/>
        </pc:sldMkLst>
      </pc:sldChg>
      <pc:sldChg chg="del">
        <pc:chgData name="Jeremy Foss" userId="7ce9e366492e92c0" providerId="LiveId" clId="{A9B9C982-5492-4807-BC88-1E1CA9BAE68A}" dt="2026-04-19T10:58:43.219" v="55" actId="47"/>
        <pc:sldMkLst>
          <pc:docMk/>
          <pc:sldMk cId="821494687" sldId="860"/>
        </pc:sldMkLst>
      </pc:sldChg>
      <pc:sldChg chg="del">
        <pc:chgData name="Jeremy Foss" userId="7ce9e366492e92c0" providerId="LiveId" clId="{A9B9C982-5492-4807-BC88-1E1CA9BAE68A}" dt="2026-04-19T10:58:43.219" v="55" actId="47"/>
        <pc:sldMkLst>
          <pc:docMk/>
          <pc:sldMk cId="2388331736" sldId="861"/>
        </pc:sldMkLst>
      </pc:sldChg>
      <pc:sldChg chg="del">
        <pc:chgData name="Jeremy Foss" userId="7ce9e366492e92c0" providerId="LiveId" clId="{A9B9C982-5492-4807-BC88-1E1CA9BAE68A}" dt="2026-04-19T10:58:43.219" v="55" actId="47"/>
        <pc:sldMkLst>
          <pc:docMk/>
          <pc:sldMk cId="3330796849" sldId="875"/>
        </pc:sldMkLst>
      </pc:sldChg>
      <pc:sldChg chg="add del">
        <pc:chgData name="Jeremy Foss" userId="7ce9e366492e92c0" providerId="LiveId" clId="{A9B9C982-5492-4807-BC88-1E1CA9BAE68A}" dt="2026-04-19T10:58:17.284" v="54" actId="47"/>
        <pc:sldMkLst>
          <pc:docMk/>
          <pc:sldMk cId="1142484590" sldId="876"/>
        </pc:sldMkLst>
      </pc:sldChg>
      <pc:sldChg chg="add del">
        <pc:chgData name="Jeremy Foss" userId="7ce9e366492e92c0" providerId="LiveId" clId="{A9B9C982-5492-4807-BC88-1E1CA9BAE68A}" dt="2026-04-19T10:58:17.284" v="54" actId="47"/>
        <pc:sldMkLst>
          <pc:docMk/>
          <pc:sldMk cId="3935406308" sldId="877"/>
        </pc:sldMkLst>
      </pc:sldChg>
      <pc:sldChg chg="add del">
        <pc:chgData name="Jeremy Foss" userId="7ce9e366492e92c0" providerId="LiveId" clId="{A9B9C982-5492-4807-BC88-1E1CA9BAE68A}" dt="2026-04-19T10:58:17.284" v="54" actId="47"/>
        <pc:sldMkLst>
          <pc:docMk/>
          <pc:sldMk cId="1217203442" sldId="878"/>
        </pc:sldMkLst>
      </pc:sldChg>
      <pc:sldChg chg="delSp modSp mod">
        <pc:chgData name="Jeremy Foss" userId="7ce9e366492e92c0" providerId="LiveId" clId="{A9B9C982-5492-4807-BC88-1E1CA9BAE68A}" dt="2026-04-20T11:33:30.177" v="2983" actId="1076"/>
        <pc:sldMkLst>
          <pc:docMk/>
          <pc:sldMk cId="489779574" sldId="880"/>
        </pc:sldMkLst>
        <pc:spChg chg="del mod">
          <ac:chgData name="Jeremy Foss" userId="7ce9e366492e92c0" providerId="LiveId" clId="{A9B9C982-5492-4807-BC88-1E1CA9BAE68A}" dt="2026-04-20T11:31:53.695" v="2958" actId="478"/>
          <ac:spMkLst>
            <pc:docMk/>
            <pc:sldMk cId="489779574" sldId="880"/>
            <ac:spMk id="2" creationId="{00000000-0000-0000-0000-000000000000}"/>
          </ac:spMkLst>
        </pc:spChg>
        <pc:spChg chg="mod">
          <ac:chgData name="Jeremy Foss" userId="7ce9e366492e92c0" providerId="LiveId" clId="{A9B9C982-5492-4807-BC88-1E1CA9BAE68A}" dt="2026-04-20T11:33:30.177" v="2983" actId="1076"/>
          <ac:spMkLst>
            <pc:docMk/>
            <pc:sldMk cId="489779574" sldId="880"/>
            <ac:spMk id="4" creationId="{00000000-0000-0000-0000-000000000000}"/>
          </ac:spMkLst>
        </pc:spChg>
      </pc:sldChg>
      <pc:sldChg chg="addSp modSp mod">
        <pc:chgData name="Jeremy Foss" userId="7ce9e366492e92c0" providerId="LiveId" clId="{A9B9C982-5492-4807-BC88-1E1CA9BAE68A}" dt="2026-04-20T11:41:39.932" v="3304" actId="208"/>
        <pc:sldMkLst>
          <pc:docMk/>
          <pc:sldMk cId="2107674196" sldId="881"/>
        </pc:sldMkLst>
        <pc:spChg chg="add mod">
          <ac:chgData name="Jeremy Foss" userId="7ce9e366492e92c0" providerId="LiveId" clId="{A9B9C982-5492-4807-BC88-1E1CA9BAE68A}" dt="2026-04-20T11:40:15.572" v="3273" actId="1076"/>
          <ac:spMkLst>
            <pc:docMk/>
            <pc:sldMk cId="2107674196" sldId="881"/>
            <ac:spMk id="6" creationId="{DCDFBBDA-07FD-EE14-81E7-10989915FF4C}"/>
          </ac:spMkLst>
        </pc:spChg>
        <pc:spChg chg="mod">
          <ac:chgData name="Jeremy Foss" userId="7ce9e366492e92c0" providerId="LiveId" clId="{A9B9C982-5492-4807-BC88-1E1CA9BAE68A}" dt="2026-04-20T11:41:11.644" v="3297" actId="6549"/>
          <ac:spMkLst>
            <pc:docMk/>
            <pc:sldMk cId="2107674196" sldId="881"/>
            <ac:spMk id="15" creationId="{00000000-0000-0000-0000-000000000000}"/>
          </ac:spMkLst>
        </pc:spChg>
        <pc:spChg chg="mod">
          <ac:chgData name="Jeremy Foss" userId="7ce9e366492e92c0" providerId="LiveId" clId="{A9B9C982-5492-4807-BC88-1E1CA9BAE68A}" dt="2026-04-20T11:30:11.903" v="2884" actId="1076"/>
          <ac:spMkLst>
            <pc:docMk/>
            <pc:sldMk cId="2107674196" sldId="881"/>
            <ac:spMk id="27" creationId="{00000000-0000-0000-0000-000000000000}"/>
          </ac:spMkLst>
        </pc:spChg>
        <pc:cxnChg chg="add mod">
          <ac:chgData name="Jeremy Foss" userId="7ce9e366492e92c0" providerId="LiveId" clId="{A9B9C982-5492-4807-BC88-1E1CA9BAE68A}" dt="2026-04-20T11:41:39.932" v="3304" actId="208"/>
          <ac:cxnSpMkLst>
            <pc:docMk/>
            <pc:sldMk cId="2107674196" sldId="881"/>
            <ac:cxnSpMk id="14" creationId="{E3104BC8-32BD-0118-2684-3FF14264EAB1}"/>
          </ac:cxnSpMkLst>
        </pc:cxnChg>
      </pc:sldChg>
      <pc:sldChg chg="addSp delSp modSp">
        <pc:chgData name="Jeremy Foss" userId="7ce9e366492e92c0" providerId="LiveId" clId="{A9B9C982-5492-4807-BC88-1E1CA9BAE68A}" dt="2026-04-19T13:43:13.061" v="1144" actId="1076"/>
        <pc:sldMkLst>
          <pc:docMk/>
          <pc:sldMk cId="114073490" sldId="882"/>
        </pc:sldMkLst>
        <pc:picChg chg="del">
          <ac:chgData name="Jeremy Foss" userId="7ce9e366492e92c0" providerId="LiveId" clId="{A9B9C982-5492-4807-BC88-1E1CA9BAE68A}" dt="2026-04-19T13:40:36.772" v="1133" actId="478"/>
          <ac:picMkLst>
            <pc:docMk/>
            <pc:sldMk cId="114073490" sldId="882"/>
            <ac:picMk id="3" creationId="{3CBD5D89-A0A2-F4CE-03E3-E315FF25E3C4}"/>
          </ac:picMkLst>
        </pc:picChg>
        <pc:picChg chg="add del mod">
          <ac:chgData name="Jeremy Foss" userId="7ce9e366492e92c0" providerId="LiveId" clId="{A9B9C982-5492-4807-BC88-1E1CA9BAE68A}" dt="2026-04-19T13:41:35.801" v="1140" actId="478"/>
          <ac:picMkLst>
            <pc:docMk/>
            <pc:sldMk cId="114073490" sldId="882"/>
            <ac:picMk id="1026" creationId="{A513D225-7ADD-3482-ADE4-B9E4E85E230F}"/>
          </ac:picMkLst>
        </pc:picChg>
        <pc:picChg chg="add mod">
          <ac:chgData name="Jeremy Foss" userId="7ce9e366492e92c0" providerId="LiveId" clId="{A9B9C982-5492-4807-BC88-1E1CA9BAE68A}" dt="2026-04-19T13:43:13.061" v="1144" actId="1076"/>
          <ac:picMkLst>
            <pc:docMk/>
            <pc:sldMk cId="114073490" sldId="882"/>
            <ac:picMk id="1028" creationId="{88C2AB4B-A306-E089-F84E-7F1871A8526A}"/>
          </ac:picMkLst>
        </pc:picChg>
      </pc:sldChg>
      <pc:sldChg chg="addSp delSp modSp mod">
        <pc:chgData name="Jeremy Foss" userId="7ce9e366492e92c0" providerId="LiveId" clId="{A9B9C982-5492-4807-BC88-1E1CA9BAE68A}" dt="2026-04-19T15:13:34.579" v="1779" actId="1076"/>
        <pc:sldMkLst>
          <pc:docMk/>
          <pc:sldMk cId="2922372406" sldId="883"/>
        </pc:sldMkLst>
        <pc:spChg chg="add mod">
          <ac:chgData name="Jeremy Foss" userId="7ce9e366492e92c0" providerId="LiveId" clId="{A9B9C982-5492-4807-BC88-1E1CA9BAE68A}" dt="2026-04-19T11:47:47.667" v="993" actId="1035"/>
          <ac:spMkLst>
            <pc:docMk/>
            <pc:sldMk cId="2922372406" sldId="883"/>
            <ac:spMk id="3" creationId="{CFDFD189-0557-3E49-CACB-74FE7F10D87B}"/>
          </ac:spMkLst>
        </pc:spChg>
        <pc:spChg chg="del mod">
          <ac:chgData name="Jeremy Foss" userId="7ce9e366492e92c0" providerId="LiveId" clId="{A9B9C982-5492-4807-BC88-1E1CA9BAE68A}" dt="2026-04-19T11:16:21.391" v="403" actId="478"/>
          <ac:spMkLst>
            <pc:docMk/>
            <pc:sldMk cId="2922372406" sldId="883"/>
            <ac:spMk id="4" creationId="{73D5A67E-2116-4990-5385-E0F4E2530480}"/>
          </ac:spMkLst>
        </pc:spChg>
        <pc:spChg chg="add mod">
          <ac:chgData name="Jeremy Foss" userId="7ce9e366492e92c0" providerId="LiveId" clId="{A9B9C982-5492-4807-BC88-1E1CA9BAE68A}" dt="2026-04-19T15:13:34.579" v="1779" actId="1076"/>
          <ac:spMkLst>
            <pc:docMk/>
            <pc:sldMk cId="2922372406" sldId="883"/>
            <ac:spMk id="4" creationId="{D336FF1C-54B6-24BD-98CE-4A18D6D7B0F6}"/>
          </ac:spMkLst>
        </pc:spChg>
        <pc:spChg chg="add mod">
          <ac:chgData name="Jeremy Foss" userId="7ce9e366492e92c0" providerId="LiveId" clId="{A9B9C982-5492-4807-BC88-1E1CA9BAE68A}" dt="2026-04-19T11:47:47.667" v="993" actId="1035"/>
          <ac:spMkLst>
            <pc:docMk/>
            <pc:sldMk cId="2922372406" sldId="883"/>
            <ac:spMk id="5" creationId="{B7BA6FBE-BFF9-0995-C947-8B2DB9CD33A3}"/>
          </ac:spMkLst>
        </pc:spChg>
        <pc:spChg chg="add mod">
          <ac:chgData name="Jeremy Foss" userId="7ce9e366492e92c0" providerId="LiveId" clId="{A9B9C982-5492-4807-BC88-1E1CA9BAE68A}" dt="2026-04-19T11:33:20.311" v="729" actId="20577"/>
          <ac:spMkLst>
            <pc:docMk/>
            <pc:sldMk cId="2922372406" sldId="883"/>
            <ac:spMk id="6" creationId="{BD8AFD84-A6C9-5E36-ED8D-78B87A5E6A2B}"/>
          </ac:spMkLst>
        </pc:spChg>
        <pc:spChg chg="add mod">
          <ac:chgData name="Jeremy Foss" userId="7ce9e366492e92c0" providerId="LiveId" clId="{A9B9C982-5492-4807-BC88-1E1CA9BAE68A}" dt="2026-04-19T11:47:47.667" v="993" actId="1035"/>
          <ac:spMkLst>
            <pc:docMk/>
            <pc:sldMk cId="2922372406" sldId="883"/>
            <ac:spMk id="7" creationId="{4633EB98-4AC9-FAE7-3EBA-8EDE3AAB371E}"/>
          </ac:spMkLst>
        </pc:spChg>
        <pc:spChg chg="add mod">
          <ac:chgData name="Jeremy Foss" userId="7ce9e366492e92c0" providerId="LiveId" clId="{A9B9C982-5492-4807-BC88-1E1CA9BAE68A}" dt="2026-04-19T15:08:14.545" v="1573" actId="207"/>
          <ac:spMkLst>
            <pc:docMk/>
            <pc:sldMk cId="2922372406" sldId="883"/>
            <ac:spMk id="8" creationId="{12B4ED0C-D48A-F1C1-75A3-CC3DF7DD96A0}"/>
          </ac:spMkLst>
        </pc:spChg>
        <pc:spChg chg="add mod">
          <ac:chgData name="Jeremy Foss" userId="7ce9e366492e92c0" providerId="LiveId" clId="{A9B9C982-5492-4807-BC88-1E1CA9BAE68A}" dt="2026-04-19T15:08:20.692" v="1574" actId="207"/>
          <ac:spMkLst>
            <pc:docMk/>
            <pc:sldMk cId="2922372406" sldId="883"/>
            <ac:spMk id="9" creationId="{CC3F20D7-C275-CA80-F758-0322CB60C785}"/>
          </ac:spMkLst>
        </pc:spChg>
        <pc:spChg chg="add mod">
          <ac:chgData name="Jeremy Foss" userId="7ce9e366492e92c0" providerId="LiveId" clId="{A9B9C982-5492-4807-BC88-1E1CA9BAE68A}" dt="2026-04-19T11:47:47.667" v="993" actId="1035"/>
          <ac:spMkLst>
            <pc:docMk/>
            <pc:sldMk cId="2922372406" sldId="883"/>
            <ac:spMk id="10" creationId="{4224C0E8-3B16-733B-0931-E963468B6B31}"/>
          </ac:spMkLst>
        </pc:spChg>
        <pc:spChg chg="add mod">
          <ac:chgData name="Jeremy Foss" userId="7ce9e366492e92c0" providerId="LiveId" clId="{A9B9C982-5492-4807-BC88-1E1CA9BAE68A}" dt="2026-04-19T11:47:47.667" v="993" actId="1035"/>
          <ac:spMkLst>
            <pc:docMk/>
            <pc:sldMk cId="2922372406" sldId="883"/>
            <ac:spMk id="11" creationId="{94F4C68C-9DB1-4F42-AFC3-3BF6257FD5F2}"/>
          </ac:spMkLst>
        </pc:spChg>
        <pc:spChg chg="add mod">
          <ac:chgData name="Jeremy Foss" userId="7ce9e366492e92c0" providerId="LiveId" clId="{A9B9C982-5492-4807-BC88-1E1CA9BAE68A}" dt="2026-04-19T15:08:37.241" v="1576" actId="207"/>
          <ac:spMkLst>
            <pc:docMk/>
            <pc:sldMk cId="2922372406" sldId="883"/>
            <ac:spMk id="12" creationId="{D5498C8F-D633-9115-F858-9C9935B4784F}"/>
          </ac:spMkLst>
        </pc:spChg>
        <pc:spChg chg="add mod">
          <ac:chgData name="Jeremy Foss" userId="7ce9e366492e92c0" providerId="LiveId" clId="{A9B9C982-5492-4807-BC88-1E1CA9BAE68A}" dt="2026-04-19T11:21:27.442" v="521" actId="164"/>
          <ac:spMkLst>
            <pc:docMk/>
            <pc:sldMk cId="2922372406" sldId="883"/>
            <ac:spMk id="15" creationId="{27D7C3E6-4EE4-9602-AC9C-38CE58225367}"/>
          </ac:spMkLst>
        </pc:spChg>
        <pc:spChg chg="mod">
          <ac:chgData name="Jeremy Foss" userId="7ce9e366492e92c0" providerId="LiveId" clId="{A9B9C982-5492-4807-BC88-1E1CA9BAE68A}" dt="2026-04-19T11:21:44.469" v="523" actId="571"/>
          <ac:spMkLst>
            <pc:docMk/>
            <pc:sldMk cId="2922372406" sldId="883"/>
            <ac:spMk id="19" creationId="{7EA80279-0570-B02F-47EE-ED30F475A84A}"/>
          </ac:spMkLst>
        </pc:spChg>
        <pc:spChg chg="add del mod topLvl">
          <ac:chgData name="Jeremy Foss" userId="7ce9e366492e92c0" providerId="LiveId" clId="{A9B9C982-5492-4807-BC88-1E1CA9BAE68A}" dt="2026-04-19T11:22:31.706" v="537" actId="478"/>
          <ac:spMkLst>
            <pc:docMk/>
            <pc:sldMk cId="2922372406" sldId="883"/>
            <ac:spMk id="22" creationId="{6C762093-FEA2-69D2-A9CB-DD7B3E72E1CF}"/>
          </ac:spMkLst>
        </pc:spChg>
        <pc:spChg chg="add del mod topLvl">
          <ac:chgData name="Jeremy Foss" userId="7ce9e366492e92c0" providerId="LiveId" clId="{A9B9C982-5492-4807-BC88-1E1CA9BAE68A}" dt="2026-04-19T11:42:57.029" v="857" actId="478"/>
          <ac:spMkLst>
            <pc:docMk/>
            <pc:sldMk cId="2922372406" sldId="883"/>
            <ac:spMk id="23" creationId="{FC49451E-53A0-0769-C2CF-228D297B6023}"/>
          </ac:spMkLst>
        </pc:spChg>
        <pc:spChg chg="mod">
          <ac:chgData name="Jeremy Foss" userId="7ce9e366492e92c0" providerId="LiveId" clId="{A9B9C982-5492-4807-BC88-1E1CA9BAE68A}" dt="2026-04-19T11:23:25.082" v="561" actId="571"/>
          <ac:spMkLst>
            <pc:docMk/>
            <pc:sldMk cId="2922372406" sldId="883"/>
            <ac:spMk id="28" creationId="{132016D4-D4FA-A961-72D3-8DABA8AA1C4A}"/>
          </ac:spMkLst>
        </pc:spChg>
        <pc:spChg chg="mod">
          <ac:chgData name="Jeremy Foss" userId="7ce9e366492e92c0" providerId="LiveId" clId="{A9B9C982-5492-4807-BC88-1E1CA9BAE68A}" dt="2026-04-19T11:23:43.502" v="563" actId="571"/>
          <ac:spMkLst>
            <pc:docMk/>
            <pc:sldMk cId="2922372406" sldId="883"/>
            <ac:spMk id="31" creationId="{1FFD1B0B-A3B6-99BC-EAB5-BF279528588A}"/>
          </ac:spMkLst>
        </pc:spChg>
        <pc:spChg chg="mod">
          <ac:chgData name="Jeremy Foss" userId="7ce9e366492e92c0" providerId="LiveId" clId="{A9B9C982-5492-4807-BC88-1E1CA9BAE68A}" dt="2026-04-19T11:25:14.166" v="614" actId="692"/>
          <ac:spMkLst>
            <pc:docMk/>
            <pc:sldMk cId="2922372406" sldId="883"/>
            <ac:spMk id="34" creationId="{89C0C67B-8D8B-FE36-7A90-7FD97647A1D3}"/>
          </ac:spMkLst>
        </pc:spChg>
        <pc:spChg chg="mod">
          <ac:chgData name="Jeremy Foss" userId="7ce9e366492e92c0" providerId="LiveId" clId="{A9B9C982-5492-4807-BC88-1E1CA9BAE68A}" dt="2026-04-19T11:27:45.466" v="662" actId="571"/>
          <ac:spMkLst>
            <pc:docMk/>
            <pc:sldMk cId="2922372406" sldId="883"/>
            <ac:spMk id="37" creationId="{0A3E73BF-ED6F-B943-B709-2A16E2DCBF3C}"/>
          </ac:spMkLst>
        </pc:spChg>
        <pc:spChg chg="add del mod ord">
          <ac:chgData name="Jeremy Foss" userId="7ce9e366492e92c0" providerId="LiveId" clId="{A9B9C982-5492-4807-BC88-1E1CA9BAE68A}" dt="2026-04-19T15:13:04.604" v="1768" actId="1076"/>
          <ac:spMkLst>
            <pc:docMk/>
            <pc:sldMk cId="2922372406" sldId="883"/>
            <ac:spMk id="38" creationId="{49CEED25-547F-5673-ABC9-C08B651719E8}"/>
          </ac:spMkLst>
        </pc:spChg>
        <pc:spChg chg="add mod ord">
          <ac:chgData name="Jeremy Foss" userId="7ce9e366492e92c0" providerId="LiveId" clId="{A9B9C982-5492-4807-BC88-1E1CA9BAE68A}" dt="2026-04-19T15:11:49.096" v="1755" actId="208"/>
          <ac:spMkLst>
            <pc:docMk/>
            <pc:sldMk cId="2922372406" sldId="883"/>
            <ac:spMk id="39" creationId="{FB693090-63C6-BED4-6236-4CEE6B60BA61}"/>
          </ac:spMkLst>
        </pc:spChg>
        <pc:spChg chg="mod">
          <ac:chgData name="Jeremy Foss" userId="7ce9e366492e92c0" providerId="LiveId" clId="{A9B9C982-5492-4807-BC88-1E1CA9BAE68A}" dt="2026-04-19T11:31:04.670" v="689" actId="571"/>
          <ac:spMkLst>
            <pc:docMk/>
            <pc:sldMk cId="2922372406" sldId="883"/>
            <ac:spMk id="42" creationId="{B8B79F0D-1FD8-215C-02B3-5365574037B3}"/>
          </ac:spMkLst>
        </pc:spChg>
        <pc:spChg chg="add mod">
          <ac:chgData name="Jeremy Foss" userId="7ce9e366492e92c0" providerId="LiveId" clId="{A9B9C982-5492-4807-BC88-1E1CA9BAE68A}" dt="2026-04-19T11:31:12.532" v="691" actId="571"/>
          <ac:spMkLst>
            <pc:docMk/>
            <pc:sldMk cId="2922372406" sldId="883"/>
            <ac:spMk id="43" creationId="{27B15D86-A330-78A8-8E8F-CCC3EC200346}"/>
          </ac:spMkLst>
        </pc:spChg>
        <pc:spChg chg="add mod">
          <ac:chgData name="Jeremy Foss" userId="7ce9e366492e92c0" providerId="LiveId" clId="{A9B9C982-5492-4807-BC88-1E1CA9BAE68A}" dt="2026-04-19T11:31:12.532" v="691" actId="571"/>
          <ac:spMkLst>
            <pc:docMk/>
            <pc:sldMk cId="2922372406" sldId="883"/>
            <ac:spMk id="44" creationId="{0D592C8B-6332-E917-7B07-7E39AB1C43FB}"/>
          </ac:spMkLst>
        </pc:spChg>
        <pc:spChg chg="add mod">
          <ac:chgData name="Jeremy Foss" userId="7ce9e366492e92c0" providerId="LiveId" clId="{A9B9C982-5492-4807-BC88-1E1CA9BAE68A}" dt="2026-04-19T11:47:47.667" v="993" actId="1035"/>
          <ac:spMkLst>
            <pc:docMk/>
            <pc:sldMk cId="2922372406" sldId="883"/>
            <ac:spMk id="45" creationId="{B28703D8-428C-65E9-6186-212DB209A8B3}"/>
          </ac:spMkLst>
        </pc:spChg>
        <pc:spChg chg="mod">
          <ac:chgData name="Jeremy Foss" userId="7ce9e366492e92c0" providerId="LiveId" clId="{A9B9C982-5492-4807-BC88-1E1CA9BAE68A}" dt="2026-04-19T11:32:27.106" v="725" actId="571"/>
          <ac:spMkLst>
            <pc:docMk/>
            <pc:sldMk cId="2922372406" sldId="883"/>
            <ac:spMk id="48" creationId="{7C71A3CD-B5C8-31A0-3C46-D7A51C81CA35}"/>
          </ac:spMkLst>
        </pc:spChg>
        <pc:spChg chg="add mod">
          <ac:chgData name="Jeremy Foss" userId="7ce9e366492e92c0" providerId="LiveId" clId="{A9B9C982-5492-4807-BC88-1E1CA9BAE68A}" dt="2026-04-19T11:34:52.830" v="762" actId="1076"/>
          <ac:spMkLst>
            <pc:docMk/>
            <pc:sldMk cId="2922372406" sldId="883"/>
            <ac:spMk id="50" creationId="{CB3A8D74-028B-9671-3B85-D70AE0163B8C}"/>
          </ac:spMkLst>
        </pc:spChg>
        <pc:spChg chg="mod">
          <ac:chgData name="Jeremy Foss" userId="7ce9e366492e92c0" providerId="LiveId" clId="{A9B9C982-5492-4807-BC88-1E1CA9BAE68A}" dt="2026-04-19T11:36:04.240" v="793" actId="692"/>
          <ac:spMkLst>
            <pc:docMk/>
            <pc:sldMk cId="2922372406" sldId="883"/>
            <ac:spMk id="53" creationId="{EA797024-F71D-BBCD-4A27-FEB777CBA31A}"/>
          </ac:spMkLst>
        </pc:spChg>
        <pc:spChg chg="add del mod">
          <ac:chgData name="Jeremy Foss" userId="7ce9e366492e92c0" providerId="LiveId" clId="{A9B9C982-5492-4807-BC88-1E1CA9BAE68A}" dt="2026-04-19T11:41:56.390" v="844" actId="478"/>
          <ac:spMkLst>
            <pc:docMk/>
            <pc:sldMk cId="2922372406" sldId="883"/>
            <ac:spMk id="54" creationId="{6066BB12-B536-8CC4-3C1A-B702D19EB0BE}"/>
          </ac:spMkLst>
        </pc:spChg>
        <pc:spChg chg="add del">
          <ac:chgData name="Jeremy Foss" userId="7ce9e366492e92c0" providerId="LiveId" clId="{A9B9C982-5492-4807-BC88-1E1CA9BAE68A}" dt="2026-04-19T11:43:18.534" v="859" actId="478"/>
          <ac:spMkLst>
            <pc:docMk/>
            <pc:sldMk cId="2922372406" sldId="883"/>
            <ac:spMk id="55" creationId="{6EF0FB37-7324-9C1A-E0A1-061AFD259575}"/>
          </ac:spMkLst>
        </pc:spChg>
        <pc:spChg chg="add mod">
          <ac:chgData name="Jeremy Foss" userId="7ce9e366492e92c0" providerId="LiveId" clId="{A9B9C982-5492-4807-BC88-1E1CA9BAE68A}" dt="2026-04-19T11:44:39.066" v="897" actId="164"/>
          <ac:spMkLst>
            <pc:docMk/>
            <pc:sldMk cId="2922372406" sldId="883"/>
            <ac:spMk id="56" creationId="{2B5DF544-5D66-D727-6A83-C782A5A9A396}"/>
          </ac:spMkLst>
        </pc:spChg>
        <pc:spChg chg="mod">
          <ac:chgData name="Jeremy Foss" userId="7ce9e366492e92c0" providerId="LiveId" clId="{A9B9C982-5492-4807-BC88-1E1CA9BAE68A}" dt="2026-04-19T11:44:53.399" v="905" actId="571"/>
          <ac:spMkLst>
            <pc:docMk/>
            <pc:sldMk cId="2922372406" sldId="883"/>
            <ac:spMk id="62" creationId="{69F3FC4D-53E5-264C-9FA1-575B301E13C6}"/>
          </ac:spMkLst>
        </pc:spChg>
        <pc:spChg chg="add del mod">
          <ac:chgData name="Jeremy Foss" userId="7ce9e366492e92c0" providerId="LiveId" clId="{A9B9C982-5492-4807-BC88-1E1CA9BAE68A}" dt="2026-04-19T11:45:10.130" v="911" actId="478"/>
          <ac:spMkLst>
            <pc:docMk/>
            <pc:sldMk cId="2922372406" sldId="883"/>
            <ac:spMk id="64" creationId="{BA4B104B-6034-C33C-5899-990F26C07442}"/>
          </ac:spMkLst>
        </pc:spChg>
        <pc:spChg chg="mod">
          <ac:chgData name="Jeremy Foss" userId="7ce9e366492e92c0" providerId="LiveId" clId="{A9B9C982-5492-4807-BC88-1E1CA9BAE68A}" dt="2026-04-19T11:45:06.501" v="910" actId="571"/>
          <ac:spMkLst>
            <pc:docMk/>
            <pc:sldMk cId="2922372406" sldId="883"/>
            <ac:spMk id="67" creationId="{75D93223-F293-C07B-CD8D-D5B2C81E7D02}"/>
          </ac:spMkLst>
        </pc:spChg>
        <pc:spChg chg="mod">
          <ac:chgData name="Jeremy Foss" userId="7ce9e366492e92c0" providerId="LiveId" clId="{A9B9C982-5492-4807-BC88-1E1CA9BAE68A}" dt="2026-04-19T11:45:28.099" v="917" actId="571"/>
          <ac:spMkLst>
            <pc:docMk/>
            <pc:sldMk cId="2922372406" sldId="883"/>
            <ac:spMk id="71" creationId="{DC2A0306-5C47-4175-8E55-0F4F2A3CE320}"/>
          </ac:spMkLst>
        </pc:spChg>
        <pc:spChg chg="mod">
          <ac:chgData name="Jeremy Foss" userId="7ce9e366492e92c0" providerId="LiveId" clId="{A9B9C982-5492-4807-BC88-1E1CA9BAE68A}" dt="2026-04-19T11:45:49.442" v="924" actId="692"/>
          <ac:spMkLst>
            <pc:docMk/>
            <pc:sldMk cId="2922372406" sldId="883"/>
            <ac:spMk id="75" creationId="{75D06EFD-5342-B2EA-1720-E4DAA8016384}"/>
          </ac:spMkLst>
        </pc:spChg>
        <pc:spChg chg="mod">
          <ac:chgData name="Jeremy Foss" userId="7ce9e366492e92c0" providerId="LiveId" clId="{A9B9C982-5492-4807-BC88-1E1CA9BAE68A}" dt="2026-04-19T11:45:54.598" v="926" actId="571"/>
          <ac:spMkLst>
            <pc:docMk/>
            <pc:sldMk cId="2922372406" sldId="883"/>
            <ac:spMk id="79" creationId="{79E55CDD-B413-0133-B958-15FB8FEB65B3}"/>
          </ac:spMkLst>
        </pc:spChg>
        <pc:spChg chg="mod">
          <ac:chgData name="Jeremy Foss" userId="7ce9e366492e92c0" providerId="LiveId" clId="{A9B9C982-5492-4807-BC88-1E1CA9BAE68A}" dt="2026-04-19T11:46:06.286" v="930" actId="571"/>
          <ac:spMkLst>
            <pc:docMk/>
            <pc:sldMk cId="2922372406" sldId="883"/>
            <ac:spMk id="83" creationId="{EC8E705A-908E-C8C7-3A25-498B6C4361B6}"/>
          </ac:spMkLst>
        </pc:spChg>
        <pc:spChg chg="mod">
          <ac:chgData name="Jeremy Foss" userId="7ce9e366492e92c0" providerId="LiveId" clId="{A9B9C982-5492-4807-BC88-1E1CA9BAE68A}" dt="2026-04-19T11:46:47.666" v="948" actId="692"/>
          <ac:spMkLst>
            <pc:docMk/>
            <pc:sldMk cId="2922372406" sldId="883"/>
            <ac:spMk id="87" creationId="{20AE5DA7-73D8-0E1F-969E-4C1BB32F6E0F}"/>
          </ac:spMkLst>
        </pc:spChg>
        <pc:spChg chg="mod">
          <ac:chgData name="Jeremy Foss" userId="7ce9e366492e92c0" providerId="LiveId" clId="{A9B9C982-5492-4807-BC88-1E1CA9BAE68A}" dt="2026-04-19T11:47:00.318" v="949" actId="571"/>
          <ac:spMkLst>
            <pc:docMk/>
            <pc:sldMk cId="2922372406" sldId="883"/>
            <ac:spMk id="91" creationId="{12C27019-302D-C178-9643-695612B4DCC9}"/>
          </ac:spMkLst>
        </pc:spChg>
        <pc:grpChg chg="add del mod">
          <ac:chgData name="Jeremy Foss" userId="7ce9e366492e92c0" providerId="LiveId" clId="{A9B9C982-5492-4807-BC88-1E1CA9BAE68A}" dt="2026-04-19T11:22:17.987" v="530" actId="478"/>
          <ac:grpSpMkLst>
            <pc:docMk/>
            <pc:sldMk cId="2922372406" sldId="883"/>
            <ac:grpSpMk id="16" creationId="{94A62902-88F2-EBF3-742C-68C9C8E1D2E3}"/>
          </ac:grpSpMkLst>
        </pc:grpChg>
        <pc:grpChg chg="add del mod">
          <ac:chgData name="Jeremy Foss" userId="7ce9e366492e92c0" providerId="LiveId" clId="{A9B9C982-5492-4807-BC88-1E1CA9BAE68A}" dt="2026-04-19T11:22:18.874" v="531" actId="478"/>
          <ac:grpSpMkLst>
            <pc:docMk/>
            <pc:sldMk cId="2922372406" sldId="883"/>
            <ac:grpSpMk id="17" creationId="{16E13482-99B5-3D82-8473-5B346D7A845E}"/>
          </ac:grpSpMkLst>
        </pc:grpChg>
        <pc:grpChg chg="add del mod">
          <ac:chgData name="Jeremy Foss" userId="7ce9e366492e92c0" providerId="LiveId" clId="{A9B9C982-5492-4807-BC88-1E1CA9BAE68A}" dt="2026-04-19T11:22:26.086" v="534" actId="165"/>
          <ac:grpSpMkLst>
            <pc:docMk/>
            <pc:sldMk cId="2922372406" sldId="883"/>
            <ac:grpSpMk id="20" creationId="{B9F238F9-0EE9-70A8-7A11-0F17D6987EDF}"/>
          </ac:grpSpMkLst>
        </pc:grpChg>
        <pc:grpChg chg="add del mod">
          <ac:chgData name="Jeremy Foss" userId="7ce9e366492e92c0" providerId="LiveId" clId="{A9B9C982-5492-4807-BC88-1E1CA9BAE68A}" dt="2026-04-19T11:42:54.586" v="856" actId="165"/>
          <ac:grpSpMkLst>
            <pc:docMk/>
            <pc:sldMk cId="2922372406" sldId="883"/>
            <ac:grpSpMk id="25" creationId="{675C4358-C981-1B60-5D7A-117023B2E32C}"/>
          </ac:grpSpMkLst>
        </pc:grpChg>
        <pc:grpChg chg="add del mod">
          <ac:chgData name="Jeremy Foss" userId="7ce9e366492e92c0" providerId="LiveId" clId="{A9B9C982-5492-4807-BC88-1E1CA9BAE68A}" dt="2026-04-19T11:44:40.581" v="898" actId="478"/>
          <ac:grpSpMkLst>
            <pc:docMk/>
            <pc:sldMk cId="2922372406" sldId="883"/>
            <ac:grpSpMk id="26" creationId="{44141E66-78AB-887C-F6F7-372D40F08277}"/>
          </ac:grpSpMkLst>
        </pc:grpChg>
        <pc:grpChg chg="add del mod">
          <ac:chgData name="Jeremy Foss" userId="7ce9e366492e92c0" providerId="LiveId" clId="{A9B9C982-5492-4807-BC88-1E1CA9BAE68A}" dt="2026-04-19T11:44:44.150" v="902" actId="478"/>
          <ac:grpSpMkLst>
            <pc:docMk/>
            <pc:sldMk cId="2922372406" sldId="883"/>
            <ac:grpSpMk id="29" creationId="{0386784A-B630-BA53-09D2-A6FEBD767634}"/>
          </ac:grpSpMkLst>
        </pc:grpChg>
        <pc:grpChg chg="add del mod">
          <ac:chgData name="Jeremy Foss" userId="7ce9e366492e92c0" providerId="LiveId" clId="{A9B9C982-5492-4807-BC88-1E1CA9BAE68A}" dt="2026-04-19T11:45:30.738" v="919" actId="478"/>
          <ac:grpSpMkLst>
            <pc:docMk/>
            <pc:sldMk cId="2922372406" sldId="883"/>
            <ac:grpSpMk id="32" creationId="{03E2D90E-5786-6EF8-A045-9A7186AE2333}"/>
          </ac:grpSpMkLst>
        </pc:grpChg>
        <pc:grpChg chg="add del mod">
          <ac:chgData name="Jeremy Foss" userId="7ce9e366492e92c0" providerId="LiveId" clId="{A9B9C982-5492-4807-BC88-1E1CA9BAE68A}" dt="2026-04-19T11:45:51.670" v="925" actId="478"/>
          <ac:grpSpMkLst>
            <pc:docMk/>
            <pc:sldMk cId="2922372406" sldId="883"/>
            <ac:grpSpMk id="35" creationId="{6FEDD800-AD56-4771-81ED-6EE24D31DA3A}"/>
          </ac:grpSpMkLst>
        </pc:grpChg>
        <pc:grpChg chg="add del mod">
          <ac:chgData name="Jeremy Foss" userId="7ce9e366492e92c0" providerId="LiveId" clId="{A9B9C982-5492-4807-BC88-1E1CA9BAE68A}" dt="2026-04-19T11:44:46.302" v="903" actId="478"/>
          <ac:grpSpMkLst>
            <pc:docMk/>
            <pc:sldMk cId="2922372406" sldId="883"/>
            <ac:grpSpMk id="40" creationId="{7E92BE78-EFEF-49E3-0D70-F4066654EF49}"/>
          </ac:grpSpMkLst>
        </pc:grpChg>
        <pc:grpChg chg="add del mod">
          <ac:chgData name="Jeremy Foss" userId="7ce9e366492e92c0" providerId="LiveId" clId="{A9B9C982-5492-4807-BC88-1E1CA9BAE68A}" dt="2026-04-19T11:46:02.694" v="929" actId="478"/>
          <ac:grpSpMkLst>
            <pc:docMk/>
            <pc:sldMk cId="2922372406" sldId="883"/>
            <ac:grpSpMk id="46" creationId="{68A16D8C-121C-1423-75BB-442B4F8BDFA3}"/>
          </ac:grpSpMkLst>
        </pc:grpChg>
        <pc:grpChg chg="add del mod">
          <ac:chgData name="Jeremy Foss" userId="7ce9e366492e92c0" providerId="LiveId" clId="{A9B9C982-5492-4807-BC88-1E1CA9BAE68A}" dt="2026-04-19T11:46:19.422" v="933" actId="478"/>
          <ac:grpSpMkLst>
            <pc:docMk/>
            <pc:sldMk cId="2922372406" sldId="883"/>
            <ac:grpSpMk id="51" creationId="{0FDC28C5-6AA2-158D-173F-79B7836334B6}"/>
          </ac:grpSpMkLst>
        </pc:grpChg>
        <pc:grpChg chg="add mod">
          <ac:chgData name="Jeremy Foss" userId="7ce9e366492e92c0" providerId="LiveId" clId="{A9B9C982-5492-4807-BC88-1E1CA9BAE68A}" dt="2026-04-19T11:45:02.762" v="909" actId="14100"/>
          <ac:grpSpMkLst>
            <pc:docMk/>
            <pc:sldMk cId="2922372406" sldId="883"/>
            <ac:grpSpMk id="59" creationId="{BA94E2E7-3677-BC00-11A6-FD06C15559F7}"/>
          </ac:grpSpMkLst>
        </pc:grpChg>
        <pc:grpChg chg="add mod">
          <ac:chgData name="Jeremy Foss" userId="7ce9e366492e92c0" providerId="LiveId" clId="{A9B9C982-5492-4807-BC88-1E1CA9BAE68A}" dt="2026-04-19T11:44:57.892" v="907" actId="14100"/>
          <ac:grpSpMkLst>
            <pc:docMk/>
            <pc:sldMk cId="2922372406" sldId="883"/>
            <ac:grpSpMk id="60" creationId="{C09CECB5-178D-1E9D-51A8-CF89D7BEC137}"/>
          </ac:grpSpMkLst>
        </pc:grpChg>
        <pc:grpChg chg="add mod">
          <ac:chgData name="Jeremy Foss" userId="7ce9e366492e92c0" providerId="LiveId" clId="{A9B9C982-5492-4807-BC88-1E1CA9BAE68A}" dt="2026-04-19T11:45:17.505" v="914" actId="14100"/>
          <ac:grpSpMkLst>
            <pc:docMk/>
            <pc:sldMk cId="2922372406" sldId="883"/>
            <ac:grpSpMk id="65" creationId="{725504AB-15D3-1BDA-8B00-55C824925FA3}"/>
          </ac:grpSpMkLst>
        </pc:grpChg>
        <pc:grpChg chg="add mod">
          <ac:chgData name="Jeremy Foss" userId="7ce9e366492e92c0" providerId="LiveId" clId="{A9B9C982-5492-4807-BC88-1E1CA9BAE68A}" dt="2026-04-19T11:45:28.099" v="917" actId="571"/>
          <ac:grpSpMkLst>
            <pc:docMk/>
            <pc:sldMk cId="2922372406" sldId="883"/>
            <ac:grpSpMk id="69" creationId="{A5D7E722-991B-85A8-F7C8-F3B833FFDE77}"/>
          </ac:grpSpMkLst>
        </pc:grpChg>
        <pc:grpChg chg="add mod">
          <ac:chgData name="Jeremy Foss" userId="7ce9e366492e92c0" providerId="LiveId" clId="{A9B9C982-5492-4807-BC88-1E1CA9BAE68A}" dt="2026-04-19T11:45:41.805" v="923" actId="14100"/>
          <ac:grpSpMkLst>
            <pc:docMk/>
            <pc:sldMk cId="2922372406" sldId="883"/>
            <ac:grpSpMk id="73" creationId="{82519CEF-1458-0303-A3E0-8A9B4C0C5F8D}"/>
          </ac:grpSpMkLst>
        </pc:grpChg>
        <pc:grpChg chg="add mod">
          <ac:chgData name="Jeremy Foss" userId="7ce9e366492e92c0" providerId="LiveId" clId="{A9B9C982-5492-4807-BC88-1E1CA9BAE68A}" dt="2026-04-19T11:45:59.069" v="928" actId="14100"/>
          <ac:grpSpMkLst>
            <pc:docMk/>
            <pc:sldMk cId="2922372406" sldId="883"/>
            <ac:grpSpMk id="77" creationId="{4CF9EE1C-BDCC-48D1-546E-209E91478FC9}"/>
          </ac:grpSpMkLst>
        </pc:grpChg>
        <pc:grpChg chg="add mod">
          <ac:chgData name="Jeremy Foss" userId="7ce9e366492e92c0" providerId="LiveId" clId="{A9B9C982-5492-4807-BC88-1E1CA9BAE68A}" dt="2026-04-19T11:46:14.101" v="932" actId="14100"/>
          <ac:grpSpMkLst>
            <pc:docMk/>
            <pc:sldMk cId="2922372406" sldId="883"/>
            <ac:grpSpMk id="81" creationId="{9B47D2F6-2205-91E7-9ED7-15F5D1C212D0}"/>
          </ac:grpSpMkLst>
        </pc:grpChg>
        <pc:grpChg chg="add mod">
          <ac:chgData name="Jeremy Foss" userId="7ce9e366492e92c0" providerId="LiveId" clId="{A9B9C982-5492-4807-BC88-1E1CA9BAE68A}" dt="2026-04-19T11:46:36.278" v="939" actId="1076"/>
          <ac:grpSpMkLst>
            <pc:docMk/>
            <pc:sldMk cId="2922372406" sldId="883"/>
            <ac:grpSpMk id="85" creationId="{C5318188-4455-00B3-CDAB-DC5FEBED0090}"/>
          </ac:grpSpMkLst>
        </pc:grpChg>
        <pc:grpChg chg="add mod">
          <ac:chgData name="Jeremy Foss" userId="7ce9e366492e92c0" providerId="LiveId" clId="{A9B9C982-5492-4807-BC88-1E1CA9BAE68A}" dt="2026-04-19T11:47:04.161" v="951" actId="14100"/>
          <ac:grpSpMkLst>
            <pc:docMk/>
            <pc:sldMk cId="2922372406" sldId="883"/>
            <ac:grpSpMk id="89" creationId="{FB1ED950-AEBB-A9FA-9CD7-C88CA559497D}"/>
          </ac:grpSpMkLst>
        </pc:grpChg>
        <pc:cxnChg chg="add mod">
          <ac:chgData name="Jeremy Foss" userId="7ce9e366492e92c0" providerId="LiveId" clId="{A9B9C982-5492-4807-BC88-1E1CA9BAE68A}" dt="2026-04-19T11:21:27.442" v="521" actId="164"/>
          <ac:cxnSpMkLst>
            <pc:docMk/>
            <pc:sldMk cId="2922372406" sldId="883"/>
            <ac:cxnSpMk id="14" creationId="{365BCE1A-A112-CD60-FA61-E8DCF964D230}"/>
          </ac:cxnSpMkLst>
        </pc:cxnChg>
        <pc:cxnChg chg="mod">
          <ac:chgData name="Jeremy Foss" userId="7ce9e366492e92c0" providerId="LiveId" clId="{A9B9C982-5492-4807-BC88-1E1CA9BAE68A}" dt="2026-04-19T11:21:44.469" v="523" actId="571"/>
          <ac:cxnSpMkLst>
            <pc:docMk/>
            <pc:sldMk cId="2922372406" sldId="883"/>
            <ac:cxnSpMk id="18" creationId="{C6918B80-20EF-C723-F8C3-AC625416DDFF}"/>
          </ac:cxnSpMkLst>
        </pc:cxnChg>
        <pc:cxnChg chg="add del mod topLvl">
          <ac:chgData name="Jeremy Foss" userId="7ce9e366492e92c0" providerId="LiveId" clId="{A9B9C982-5492-4807-BC88-1E1CA9BAE68A}" dt="2026-04-19T11:44:39.066" v="897" actId="164"/>
          <ac:cxnSpMkLst>
            <pc:docMk/>
            <pc:sldMk cId="2922372406" sldId="883"/>
            <ac:cxnSpMk id="21" creationId="{FE47AE9E-8AE1-AD3A-FE73-825F46C92004}"/>
          </ac:cxnSpMkLst>
        </pc:cxnChg>
        <pc:cxnChg chg="mod">
          <ac:chgData name="Jeremy Foss" userId="7ce9e366492e92c0" providerId="LiveId" clId="{A9B9C982-5492-4807-BC88-1E1CA9BAE68A}" dt="2026-04-19T11:23:25.082" v="561" actId="571"/>
          <ac:cxnSpMkLst>
            <pc:docMk/>
            <pc:sldMk cId="2922372406" sldId="883"/>
            <ac:cxnSpMk id="27" creationId="{D3E44AF5-BAC0-CE05-518C-325A1568713A}"/>
          </ac:cxnSpMkLst>
        </pc:cxnChg>
        <pc:cxnChg chg="mod">
          <ac:chgData name="Jeremy Foss" userId="7ce9e366492e92c0" providerId="LiveId" clId="{A9B9C982-5492-4807-BC88-1E1CA9BAE68A}" dt="2026-04-19T11:23:43.502" v="563" actId="571"/>
          <ac:cxnSpMkLst>
            <pc:docMk/>
            <pc:sldMk cId="2922372406" sldId="883"/>
            <ac:cxnSpMk id="30" creationId="{41097DBE-BB93-7FAB-E7C0-12AA1479EA7D}"/>
          </ac:cxnSpMkLst>
        </pc:cxnChg>
        <pc:cxnChg chg="mod">
          <ac:chgData name="Jeremy Foss" userId="7ce9e366492e92c0" providerId="LiveId" clId="{A9B9C982-5492-4807-BC88-1E1CA9BAE68A}" dt="2026-04-19T11:25:14.166" v="614" actId="692"/>
          <ac:cxnSpMkLst>
            <pc:docMk/>
            <pc:sldMk cId="2922372406" sldId="883"/>
            <ac:cxnSpMk id="33" creationId="{30604666-59DB-EC37-8155-6F6EAF6A9029}"/>
          </ac:cxnSpMkLst>
        </pc:cxnChg>
        <pc:cxnChg chg="mod">
          <ac:chgData name="Jeremy Foss" userId="7ce9e366492e92c0" providerId="LiveId" clId="{A9B9C982-5492-4807-BC88-1E1CA9BAE68A}" dt="2026-04-19T11:27:45.466" v="662" actId="571"/>
          <ac:cxnSpMkLst>
            <pc:docMk/>
            <pc:sldMk cId="2922372406" sldId="883"/>
            <ac:cxnSpMk id="36" creationId="{7464C2A2-231E-EC4B-CBAF-E21DBA1BE1C6}"/>
          </ac:cxnSpMkLst>
        </pc:cxnChg>
        <pc:cxnChg chg="mod">
          <ac:chgData name="Jeremy Foss" userId="7ce9e366492e92c0" providerId="LiveId" clId="{A9B9C982-5492-4807-BC88-1E1CA9BAE68A}" dt="2026-04-19T11:31:04.670" v="689" actId="571"/>
          <ac:cxnSpMkLst>
            <pc:docMk/>
            <pc:sldMk cId="2922372406" sldId="883"/>
            <ac:cxnSpMk id="41" creationId="{2057BD8A-E101-4BA4-19AE-95CD15BC927E}"/>
          </ac:cxnSpMkLst>
        </pc:cxnChg>
        <pc:cxnChg chg="mod">
          <ac:chgData name="Jeremy Foss" userId="7ce9e366492e92c0" providerId="LiveId" clId="{A9B9C982-5492-4807-BC88-1E1CA9BAE68A}" dt="2026-04-19T11:32:27.106" v="725" actId="571"/>
          <ac:cxnSpMkLst>
            <pc:docMk/>
            <pc:sldMk cId="2922372406" sldId="883"/>
            <ac:cxnSpMk id="47" creationId="{0E488B8C-B48B-8148-00C4-518BD3AC0C7D}"/>
          </ac:cxnSpMkLst>
        </pc:cxnChg>
        <pc:cxnChg chg="mod">
          <ac:chgData name="Jeremy Foss" userId="7ce9e366492e92c0" providerId="LiveId" clId="{A9B9C982-5492-4807-BC88-1E1CA9BAE68A}" dt="2026-04-19T11:36:04.240" v="793" actId="692"/>
          <ac:cxnSpMkLst>
            <pc:docMk/>
            <pc:sldMk cId="2922372406" sldId="883"/>
            <ac:cxnSpMk id="52" creationId="{C885DE58-A06F-95F1-6219-D782ABE0C5C7}"/>
          </ac:cxnSpMkLst>
        </pc:cxnChg>
        <pc:cxnChg chg="add mod">
          <ac:chgData name="Jeremy Foss" userId="7ce9e366492e92c0" providerId="LiveId" clId="{A9B9C982-5492-4807-BC88-1E1CA9BAE68A}" dt="2026-04-19T11:44:39.066" v="897" actId="164"/>
          <ac:cxnSpMkLst>
            <pc:docMk/>
            <pc:sldMk cId="2922372406" sldId="883"/>
            <ac:cxnSpMk id="58" creationId="{28D2830E-9D92-370B-6611-2F7AB2EC814F}"/>
          </ac:cxnSpMkLst>
        </pc:cxnChg>
        <pc:cxnChg chg="mod">
          <ac:chgData name="Jeremy Foss" userId="7ce9e366492e92c0" providerId="LiveId" clId="{A9B9C982-5492-4807-BC88-1E1CA9BAE68A}" dt="2026-04-19T11:44:53.399" v="905" actId="571"/>
          <ac:cxnSpMkLst>
            <pc:docMk/>
            <pc:sldMk cId="2922372406" sldId="883"/>
            <ac:cxnSpMk id="61" creationId="{B7BEA7F2-5BFF-0B8E-E53B-D634AA760CC5}"/>
          </ac:cxnSpMkLst>
        </pc:cxnChg>
        <pc:cxnChg chg="mod">
          <ac:chgData name="Jeremy Foss" userId="7ce9e366492e92c0" providerId="LiveId" clId="{A9B9C982-5492-4807-BC88-1E1CA9BAE68A}" dt="2026-04-19T11:44:53.399" v="905" actId="571"/>
          <ac:cxnSpMkLst>
            <pc:docMk/>
            <pc:sldMk cId="2922372406" sldId="883"/>
            <ac:cxnSpMk id="63" creationId="{ECB927ED-2185-D3A0-12FF-B9E2C74BB92C}"/>
          </ac:cxnSpMkLst>
        </pc:cxnChg>
        <pc:cxnChg chg="mod">
          <ac:chgData name="Jeremy Foss" userId="7ce9e366492e92c0" providerId="LiveId" clId="{A9B9C982-5492-4807-BC88-1E1CA9BAE68A}" dt="2026-04-19T11:45:06.501" v="910" actId="571"/>
          <ac:cxnSpMkLst>
            <pc:docMk/>
            <pc:sldMk cId="2922372406" sldId="883"/>
            <ac:cxnSpMk id="66" creationId="{187D8785-C5C2-9CFC-899A-457C55BDE661}"/>
          </ac:cxnSpMkLst>
        </pc:cxnChg>
        <pc:cxnChg chg="mod">
          <ac:chgData name="Jeremy Foss" userId="7ce9e366492e92c0" providerId="LiveId" clId="{A9B9C982-5492-4807-BC88-1E1CA9BAE68A}" dt="2026-04-19T11:45:06.501" v="910" actId="571"/>
          <ac:cxnSpMkLst>
            <pc:docMk/>
            <pc:sldMk cId="2922372406" sldId="883"/>
            <ac:cxnSpMk id="68" creationId="{3A7A92FC-FC3F-CF9F-5BC3-E1E621862366}"/>
          </ac:cxnSpMkLst>
        </pc:cxnChg>
        <pc:cxnChg chg="mod">
          <ac:chgData name="Jeremy Foss" userId="7ce9e366492e92c0" providerId="LiveId" clId="{A9B9C982-5492-4807-BC88-1E1CA9BAE68A}" dt="2026-04-19T11:45:28.099" v="917" actId="571"/>
          <ac:cxnSpMkLst>
            <pc:docMk/>
            <pc:sldMk cId="2922372406" sldId="883"/>
            <ac:cxnSpMk id="70" creationId="{3975A293-6F30-4542-C212-45FAC6160D54}"/>
          </ac:cxnSpMkLst>
        </pc:cxnChg>
        <pc:cxnChg chg="mod">
          <ac:chgData name="Jeremy Foss" userId="7ce9e366492e92c0" providerId="LiveId" clId="{A9B9C982-5492-4807-BC88-1E1CA9BAE68A}" dt="2026-04-19T11:45:28.099" v="917" actId="571"/>
          <ac:cxnSpMkLst>
            <pc:docMk/>
            <pc:sldMk cId="2922372406" sldId="883"/>
            <ac:cxnSpMk id="72" creationId="{1BC3265D-9F5D-CFB9-8479-7AF737C792D9}"/>
          </ac:cxnSpMkLst>
        </pc:cxnChg>
        <pc:cxnChg chg="mod">
          <ac:chgData name="Jeremy Foss" userId="7ce9e366492e92c0" providerId="LiveId" clId="{A9B9C982-5492-4807-BC88-1E1CA9BAE68A}" dt="2026-04-19T11:45:49.442" v="924" actId="692"/>
          <ac:cxnSpMkLst>
            <pc:docMk/>
            <pc:sldMk cId="2922372406" sldId="883"/>
            <ac:cxnSpMk id="74" creationId="{C7BAD316-05D3-C16B-5CF7-F8AD8885B196}"/>
          </ac:cxnSpMkLst>
        </pc:cxnChg>
        <pc:cxnChg chg="mod">
          <ac:chgData name="Jeremy Foss" userId="7ce9e366492e92c0" providerId="LiveId" clId="{A9B9C982-5492-4807-BC88-1E1CA9BAE68A}" dt="2026-04-19T11:45:49.442" v="924" actId="692"/>
          <ac:cxnSpMkLst>
            <pc:docMk/>
            <pc:sldMk cId="2922372406" sldId="883"/>
            <ac:cxnSpMk id="76" creationId="{79B9BFC1-BF1E-9504-8742-87557AD39132}"/>
          </ac:cxnSpMkLst>
        </pc:cxnChg>
        <pc:cxnChg chg="mod">
          <ac:chgData name="Jeremy Foss" userId="7ce9e366492e92c0" providerId="LiveId" clId="{A9B9C982-5492-4807-BC88-1E1CA9BAE68A}" dt="2026-04-19T11:45:54.598" v="926" actId="571"/>
          <ac:cxnSpMkLst>
            <pc:docMk/>
            <pc:sldMk cId="2922372406" sldId="883"/>
            <ac:cxnSpMk id="78" creationId="{78994795-3FD4-CC24-03DC-48F97552C4C0}"/>
          </ac:cxnSpMkLst>
        </pc:cxnChg>
        <pc:cxnChg chg="mod">
          <ac:chgData name="Jeremy Foss" userId="7ce9e366492e92c0" providerId="LiveId" clId="{A9B9C982-5492-4807-BC88-1E1CA9BAE68A}" dt="2026-04-19T11:45:54.598" v="926" actId="571"/>
          <ac:cxnSpMkLst>
            <pc:docMk/>
            <pc:sldMk cId="2922372406" sldId="883"/>
            <ac:cxnSpMk id="80" creationId="{EC7E7235-6196-D398-0FFA-1C62732DC604}"/>
          </ac:cxnSpMkLst>
        </pc:cxnChg>
        <pc:cxnChg chg="mod">
          <ac:chgData name="Jeremy Foss" userId="7ce9e366492e92c0" providerId="LiveId" clId="{A9B9C982-5492-4807-BC88-1E1CA9BAE68A}" dt="2026-04-19T11:46:06.286" v="930" actId="571"/>
          <ac:cxnSpMkLst>
            <pc:docMk/>
            <pc:sldMk cId="2922372406" sldId="883"/>
            <ac:cxnSpMk id="82" creationId="{4FBC3671-BD26-14C4-4EA4-909D8CCBD21A}"/>
          </ac:cxnSpMkLst>
        </pc:cxnChg>
        <pc:cxnChg chg="mod">
          <ac:chgData name="Jeremy Foss" userId="7ce9e366492e92c0" providerId="LiveId" clId="{A9B9C982-5492-4807-BC88-1E1CA9BAE68A}" dt="2026-04-19T11:46:06.286" v="930" actId="571"/>
          <ac:cxnSpMkLst>
            <pc:docMk/>
            <pc:sldMk cId="2922372406" sldId="883"/>
            <ac:cxnSpMk id="84" creationId="{BA8808AE-FA2E-3F95-C7AF-0AD88166CCF1}"/>
          </ac:cxnSpMkLst>
        </pc:cxnChg>
        <pc:cxnChg chg="mod">
          <ac:chgData name="Jeremy Foss" userId="7ce9e366492e92c0" providerId="LiveId" clId="{A9B9C982-5492-4807-BC88-1E1CA9BAE68A}" dt="2026-04-19T11:46:47.666" v="948" actId="692"/>
          <ac:cxnSpMkLst>
            <pc:docMk/>
            <pc:sldMk cId="2922372406" sldId="883"/>
            <ac:cxnSpMk id="86" creationId="{2A76219E-01D2-DEFC-1878-F90DA0F85828}"/>
          </ac:cxnSpMkLst>
        </pc:cxnChg>
        <pc:cxnChg chg="mod">
          <ac:chgData name="Jeremy Foss" userId="7ce9e366492e92c0" providerId="LiveId" clId="{A9B9C982-5492-4807-BC88-1E1CA9BAE68A}" dt="2026-04-19T11:46:47.666" v="948" actId="692"/>
          <ac:cxnSpMkLst>
            <pc:docMk/>
            <pc:sldMk cId="2922372406" sldId="883"/>
            <ac:cxnSpMk id="88" creationId="{A1A72714-6F8D-8E8A-674A-B9247CEDA4D3}"/>
          </ac:cxnSpMkLst>
        </pc:cxnChg>
        <pc:cxnChg chg="mod">
          <ac:chgData name="Jeremy Foss" userId="7ce9e366492e92c0" providerId="LiveId" clId="{A9B9C982-5492-4807-BC88-1E1CA9BAE68A}" dt="2026-04-19T11:47:00.318" v="949" actId="571"/>
          <ac:cxnSpMkLst>
            <pc:docMk/>
            <pc:sldMk cId="2922372406" sldId="883"/>
            <ac:cxnSpMk id="90" creationId="{BFFD68C9-3CB7-42D8-FE0F-B8F688C2A56F}"/>
          </ac:cxnSpMkLst>
        </pc:cxnChg>
        <pc:cxnChg chg="mod">
          <ac:chgData name="Jeremy Foss" userId="7ce9e366492e92c0" providerId="LiveId" clId="{A9B9C982-5492-4807-BC88-1E1CA9BAE68A}" dt="2026-04-19T11:47:00.318" v="949" actId="571"/>
          <ac:cxnSpMkLst>
            <pc:docMk/>
            <pc:sldMk cId="2922372406" sldId="883"/>
            <ac:cxnSpMk id="92" creationId="{11460E5E-2317-22A2-2DC1-D7D44B50A88C}"/>
          </ac:cxnSpMkLst>
        </pc:cxnChg>
      </pc:sldChg>
      <pc:sldChg chg="addSp delSp modSp mod">
        <pc:chgData name="Jeremy Foss" userId="7ce9e366492e92c0" providerId="LiveId" clId="{A9B9C982-5492-4807-BC88-1E1CA9BAE68A}" dt="2026-04-20T17:56:37.495" v="3772" actId="478"/>
        <pc:sldMkLst>
          <pc:docMk/>
          <pc:sldMk cId="3477247227" sldId="887"/>
        </pc:sldMkLst>
        <pc:spChg chg="mod">
          <ac:chgData name="Jeremy Foss" userId="7ce9e366492e92c0" providerId="LiveId" clId="{A9B9C982-5492-4807-BC88-1E1CA9BAE68A}" dt="2026-04-20T10:12:19.348" v="1782" actId="2711"/>
          <ac:spMkLst>
            <pc:docMk/>
            <pc:sldMk cId="3477247227" sldId="887"/>
            <ac:spMk id="3" creationId="{891CC6FF-6424-FF1C-410C-A17ADE44DCE5}"/>
          </ac:spMkLst>
        </pc:spChg>
        <pc:spChg chg="mod">
          <ac:chgData name="Jeremy Foss" userId="7ce9e366492e92c0" providerId="LiveId" clId="{A9B9C982-5492-4807-BC88-1E1CA9BAE68A}" dt="2026-04-20T10:12:26.331" v="1783" actId="2711"/>
          <ac:spMkLst>
            <pc:docMk/>
            <pc:sldMk cId="3477247227" sldId="887"/>
            <ac:spMk id="4" creationId="{1AD40C91-47F4-262E-B6E7-D8F01B3FD98E}"/>
          </ac:spMkLst>
        </pc:spChg>
        <pc:spChg chg="del">
          <ac:chgData name="Jeremy Foss" userId="7ce9e366492e92c0" providerId="LiveId" clId="{A9B9C982-5492-4807-BC88-1E1CA9BAE68A}" dt="2026-04-20T17:11:49.143" v="3645" actId="21"/>
          <ac:spMkLst>
            <pc:docMk/>
            <pc:sldMk cId="3477247227" sldId="887"/>
            <ac:spMk id="8" creationId="{5B9FD5FA-68A1-C347-0C20-0C624B74BD27}"/>
          </ac:spMkLst>
        </pc:spChg>
        <pc:spChg chg="del">
          <ac:chgData name="Jeremy Foss" userId="7ce9e366492e92c0" providerId="LiveId" clId="{A9B9C982-5492-4807-BC88-1E1CA9BAE68A}" dt="2026-04-20T17:11:49.143" v="3645" actId="21"/>
          <ac:spMkLst>
            <pc:docMk/>
            <pc:sldMk cId="3477247227" sldId="887"/>
            <ac:spMk id="10" creationId="{7DC78D1E-F01C-75D4-7A80-B87DB978F267}"/>
          </ac:spMkLst>
        </pc:spChg>
        <pc:spChg chg="del">
          <ac:chgData name="Jeremy Foss" userId="7ce9e366492e92c0" providerId="LiveId" clId="{A9B9C982-5492-4807-BC88-1E1CA9BAE68A}" dt="2026-04-20T17:11:49.143" v="3645" actId="21"/>
          <ac:spMkLst>
            <pc:docMk/>
            <pc:sldMk cId="3477247227" sldId="887"/>
            <ac:spMk id="11" creationId="{16D8B873-F1C4-A699-2180-2E3CEC5E6065}"/>
          </ac:spMkLst>
        </pc:spChg>
        <pc:spChg chg="del">
          <ac:chgData name="Jeremy Foss" userId="7ce9e366492e92c0" providerId="LiveId" clId="{A9B9C982-5492-4807-BC88-1E1CA9BAE68A}" dt="2026-04-20T17:11:49.143" v="3645" actId="21"/>
          <ac:spMkLst>
            <pc:docMk/>
            <pc:sldMk cId="3477247227" sldId="887"/>
            <ac:spMk id="12" creationId="{AFE364A8-2AD3-762E-8F0C-8DBEEB3A25D2}"/>
          </ac:spMkLst>
        </pc:spChg>
        <pc:spChg chg="add del mod">
          <ac:chgData name="Jeremy Foss" userId="7ce9e366492e92c0" providerId="LiveId" clId="{A9B9C982-5492-4807-BC88-1E1CA9BAE68A}" dt="2026-04-20T17:56:37.495" v="3772" actId="478"/>
          <ac:spMkLst>
            <pc:docMk/>
            <pc:sldMk cId="3477247227" sldId="887"/>
            <ac:spMk id="13" creationId="{0B2C0A2A-C6AF-AAA0-E38D-A96B9FEB09C7}"/>
          </ac:spMkLst>
        </pc:spChg>
        <pc:spChg chg="mod">
          <ac:chgData name="Jeremy Foss" userId="7ce9e366492e92c0" providerId="LiveId" clId="{A9B9C982-5492-4807-BC88-1E1CA9BAE68A}" dt="2026-04-20T10:12:43.045" v="1784" actId="2711"/>
          <ac:spMkLst>
            <pc:docMk/>
            <pc:sldMk cId="3477247227" sldId="887"/>
            <ac:spMk id="14" creationId="{3342BB6A-19F8-5F62-4EB3-ECFC38C4405A}"/>
          </ac:spMkLst>
        </pc:spChg>
        <pc:spChg chg="add del mod">
          <ac:chgData name="Jeremy Foss" userId="7ce9e366492e92c0" providerId="LiveId" clId="{A9B9C982-5492-4807-BC88-1E1CA9BAE68A}" dt="2026-04-20T17:18:46.592" v="3727" actId="478"/>
          <ac:spMkLst>
            <pc:docMk/>
            <pc:sldMk cId="3477247227" sldId="887"/>
            <ac:spMk id="15" creationId="{C31D0D50-7A5E-F6C0-0ECC-CE74E35CD0EF}"/>
          </ac:spMkLst>
        </pc:spChg>
        <pc:spChg chg="add del mod ord">
          <ac:chgData name="Jeremy Foss" userId="7ce9e366492e92c0" providerId="LiveId" clId="{A9B9C982-5492-4807-BC88-1E1CA9BAE68A}" dt="2026-04-20T17:56:37.495" v="3772" actId="478"/>
          <ac:spMkLst>
            <pc:docMk/>
            <pc:sldMk cId="3477247227" sldId="887"/>
            <ac:spMk id="16" creationId="{EB82FE80-5823-5C3B-09A1-A46EB8E0B284}"/>
          </ac:spMkLst>
        </pc:spChg>
        <pc:cxnChg chg="mod">
          <ac:chgData name="Jeremy Foss" userId="7ce9e366492e92c0" providerId="LiveId" clId="{A9B9C982-5492-4807-BC88-1E1CA9BAE68A}" dt="2026-04-20T10:12:19.348" v="1782" actId="2711"/>
          <ac:cxnSpMkLst>
            <pc:docMk/>
            <pc:sldMk cId="3477247227" sldId="887"/>
            <ac:cxnSpMk id="6" creationId="{1BF62DEA-848C-AADF-30AA-445DC460ACD7}"/>
          </ac:cxnSpMkLst>
        </pc:cxnChg>
      </pc:sldChg>
      <pc:sldChg chg="addSp delSp modSp mod">
        <pc:chgData name="Jeremy Foss" userId="7ce9e366492e92c0" providerId="LiveId" clId="{A9B9C982-5492-4807-BC88-1E1CA9BAE68A}" dt="2026-04-20T17:56:48.823" v="3777" actId="478"/>
        <pc:sldMkLst>
          <pc:docMk/>
          <pc:sldMk cId="3844771207" sldId="888"/>
        </pc:sldMkLst>
        <pc:spChg chg="mod">
          <ac:chgData name="Jeremy Foss" userId="7ce9e366492e92c0" providerId="LiveId" clId="{A9B9C982-5492-4807-BC88-1E1CA9BAE68A}" dt="2026-04-20T10:12:57.494" v="1785" actId="2711"/>
          <ac:spMkLst>
            <pc:docMk/>
            <pc:sldMk cId="3844771207" sldId="888"/>
            <ac:spMk id="3" creationId="{160BB69B-3995-F211-1DB5-9AF8869A8AAB}"/>
          </ac:spMkLst>
        </pc:spChg>
        <pc:spChg chg="add del mod">
          <ac:chgData name="Jeremy Foss" userId="7ce9e366492e92c0" providerId="LiveId" clId="{A9B9C982-5492-4807-BC88-1E1CA9BAE68A}" dt="2026-04-20T17:18:28.387" v="3724"/>
          <ac:spMkLst>
            <pc:docMk/>
            <pc:sldMk cId="3844771207" sldId="888"/>
            <ac:spMk id="9" creationId="{E2D0065C-EE7D-E6C1-B9B4-5DF3413C32CE}"/>
          </ac:spMkLst>
        </pc:spChg>
        <pc:spChg chg="add del mod">
          <ac:chgData name="Jeremy Foss" userId="7ce9e366492e92c0" providerId="LiveId" clId="{A9B9C982-5492-4807-BC88-1E1CA9BAE68A}" dt="2026-04-20T17:56:48.823" v="3777" actId="478"/>
          <ac:spMkLst>
            <pc:docMk/>
            <pc:sldMk cId="3844771207" sldId="888"/>
            <ac:spMk id="11" creationId="{474C7D8C-E939-E41E-92E7-E6C429621B08}"/>
          </ac:spMkLst>
        </pc:spChg>
        <pc:spChg chg="add del mod ord">
          <ac:chgData name="Jeremy Foss" userId="7ce9e366492e92c0" providerId="LiveId" clId="{A9B9C982-5492-4807-BC88-1E1CA9BAE68A}" dt="2026-04-20T17:56:44.615" v="3773" actId="478"/>
          <ac:spMkLst>
            <pc:docMk/>
            <pc:sldMk cId="3844771207" sldId="888"/>
            <ac:spMk id="12" creationId="{BDA6DD15-E3E1-66B8-A79A-1D8408F5B217}"/>
          </ac:spMkLst>
        </pc:spChg>
        <pc:spChg chg="add del mod">
          <ac:chgData name="Jeremy Foss" userId="7ce9e366492e92c0" providerId="LiveId" clId="{A9B9C982-5492-4807-BC88-1E1CA9BAE68A}" dt="2026-04-20T17:56:47.024" v="3776" actId="478"/>
          <ac:spMkLst>
            <pc:docMk/>
            <pc:sldMk cId="3844771207" sldId="888"/>
            <ac:spMk id="13" creationId="{046C392C-E1B6-480E-2334-040075D09524}"/>
          </ac:spMkLst>
        </pc:spChg>
        <pc:spChg chg="add del mod">
          <ac:chgData name="Jeremy Foss" userId="7ce9e366492e92c0" providerId="LiveId" clId="{A9B9C982-5492-4807-BC88-1E1CA9BAE68A}" dt="2026-04-20T17:56:46.383" v="3775" actId="478"/>
          <ac:spMkLst>
            <pc:docMk/>
            <pc:sldMk cId="3844771207" sldId="888"/>
            <ac:spMk id="14" creationId="{05640991-DC5F-E03E-B824-FAD0A83B8D8D}"/>
          </ac:spMkLst>
        </pc:spChg>
        <pc:picChg chg="mod">
          <ac:chgData name="Jeremy Foss" userId="7ce9e366492e92c0" providerId="LiveId" clId="{A9B9C982-5492-4807-BC88-1E1CA9BAE68A}" dt="2026-04-20T17:17:48.403" v="3718" actId="1076"/>
          <ac:picMkLst>
            <pc:docMk/>
            <pc:sldMk cId="3844771207" sldId="888"/>
            <ac:picMk id="1026" creationId="{6FE5578C-D3A1-B4BE-AFD1-B30CF1385871}"/>
          </ac:picMkLst>
        </pc:picChg>
        <pc:cxnChg chg="mod">
          <ac:chgData name="Jeremy Foss" userId="7ce9e366492e92c0" providerId="LiveId" clId="{A9B9C982-5492-4807-BC88-1E1CA9BAE68A}" dt="2026-04-20T17:18:03.392" v="3721" actId="14100"/>
          <ac:cxnSpMkLst>
            <pc:docMk/>
            <pc:sldMk cId="3844771207" sldId="888"/>
            <ac:cxnSpMk id="23" creationId="{4FD25881-2B7E-F421-0B95-140887C4BD50}"/>
          </ac:cxnSpMkLst>
        </pc:cxnChg>
      </pc:sldChg>
      <pc:sldChg chg="addSp delSp modSp mod">
        <pc:chgData name="Jeremy Foss" userId="7ce9e366492e92c0" providerId="LiveId" clId="{A9B9C982-5492-4807-BC88-1E1CA9BAE68A}" dt="2026-04-20T17:56:52.087" v="3778" actId="478"/>
        <pc:sldMkLst>
          <pc:docMk/>
          <pc:sldMk cId="581595120" sldId="889"/>
        </pc:sldMkLst>
        <pc:spChg chg="mod">
          <ac:chgData name="Jeremy Foss" userId="7ce9e366492e92c0" providerId="LiveId" clId="{A9B9C982-5492-4807-BC88-1E1CA9BAE68A}" dt="2026-04-20T10:13:07.758" v="1786" actId="2711"/>
          <ac:spMkLst>
            <pc:docMk/>
            <pc:sldMk cId="581595120" sldId="889"/>
            <ac:spMk id="3" creationId="{02D22123-2BCB-2F14-5D95-EF126B07AAE0}"/>
          </ac:spMkLst>
        </pc:spChg>
        <pc:spChg chg="add del mod">
          <ac:chgData name="Jeremy Foss" userId="7ce9e366492e92c0" providerId="LiveId" clId="{A9B9C982-5492-4807-BC88-1E1CA9BAE68A}" dt="2026-04-20T17:56:52.087" v="3778" actId="478"/>
          <ac:spMkLst>
            <pc:docMk/>
            <pc:sldMk cId="581595120" sldId="889"/>
            <ac:spMk id="5" creationId="{9373ADF8-035C-6061-04EC-3D87A06AC064}"/>
          </ac:spMkLst>
        </pc:spChg>
        <pc:spChg chg="add del mod">
          <ac:chgData name="Jeremy Foss" userId="7ce9e366492e92c0" providerId="LiveId" clId="{A9B9C982-5492-4807-BC88-1E1CA9BAE68A}" dt="2026-04-20T17:56:52.087" v="3778" actId="478"/>
          <ac:spMkLst>
            <pc:docMk/>
            <pc:sldMk cId="581595120" sldId="889"/>
            <ac:spMk id="6" creationId="{1D3075CC-BD31-CEB2-BF2B-D8C426759191}"/>
          </ac:spMkLst>
        </pc:spChg>
        <pc:spChg chg="add del mod">
          <ac:chgData name="Jeremy Foss" userId="7ce9e366492e92c0" providerId="LiveId" clId="{A9B9C982-5492-4807-BC88-1E1CA9BAE68A}" dt="2026-04-20T17:56:52.087" v="3778" actId="478"/>
          <ac:spMkLst>
            <pc:docMk/>
            <pc:sldMk cId="581595120" sldId="889"/>
            <ac:spMk id="8" creationId="{C30BB558-6B9C-7434-CA3F-BDC0A75D1754}"/>
          </ac:spMkLst>
        </pc:spChg>
        <pc:spChg chg="add del mod">
          <ac:chgData name="Jeremy Foss" userId="7ce9e366492e92c0" providerId="LiveId" clId="{A9B9C982-5492-4807-BC88-1E1CA9BAE68A}" dt="2026-04-20T17:56:52.087" v="3778" actId="478"/>
          <ac:spMkLst>
            <pc:docMk/>
            <pc:sldMk cId="581595120" sldId="889"/>
            <ac:spMk id="9" creationId="{9BAB522A-D801-49B8-322B-2C961844A30B}"/>
          </ac:spMkLst>
        </pc:spChg>
        <pc:spChg chg="mod">
          <ac:chgData name="Jeremy Foss" userId="7ce9e366492e92c0" providerId="LiveId" clId="{A9B9C982-5492-4807-BC88-1E1CA9BAE68A}" dt="2026-04-20T10:13:21.612" v="1788" actId="2711"/>
          <ac:spMkLst>
            <pc:docMk/>
            <pc:sldMk cId="581595120" sldId="889"/>
            <ac:spMk id="11" creationId="{E28732A4-052B-2BC1-E41A-5DEDA37DE285}"/>
          </ac:spMkLst>
        </pc:spChg>
        <pc:cxnChg chg="mod">
          <ac:chgData name="Jeremy Foss" userId="7ce9e366492e92c0" providerId="LiveId" clId="{A9B9C982-5492-4807-BC88-1E1CA9BAE68A}" dt="2026-04-20T17:16:48.243" v="3713" actId="208"/>
          <ac:cxnSpMkLst>
            <pc:docMk/>
            <pc:sldMk cId="581595120" sldId="889"/>
            <ac:cxnSpMk id="13" creationId="{244E4BAC-74F0-6D71-2F0F-B916493D8949}"/>
          </ac:cxnSpMkLst>
        </pc:cxnChg>
        <pc:cxnChg chg="mod">
          <ac:chgData name="Jeremy Foss" userId="7ce9e366492e92c0" providerId="LiveId" clId="{A9B9C982-5492-4807-BC88-1E1CA9BAE68A}" dt="2026-04-20T17:16:48.243" v="3713" actId="208"/>
          <ac:cxnSpMkLst>
            <pc:docMk/>
            <pc:sldMk cId="581595120" sldId="889"/>
            <ac:cxnSpMk id="14" creationId="{78ED058D-1F59-4808-473C-B78BBB8DF778}"/>
          </ac:cxnSpMkLst>
        </pc:cxnChg>
        <pc:cxnChg chg="mod">
          <ac:chgData name="Jeremy Foss" userId="7ce9e366492e92c0" providerId="LiveId" clId="{A9B9C982-5492-4807-BC88-1E1CA9BAE68A}" dt="2026-04-20T17:16:48.243" v="3713" actId="208"/>
          <ac:cxnSpMkLst>
            <pc:docMk/>
            <pc:sldMk cId="581595120" sldId="889"/>
            <ac:cxnSpMk id="17" creationId="{C00E2C96-5B5D-3231-D83D-59A64A17B684}"/>
          </ac:cxnSpMkLst>
        </pc:cxnChg>
      </pc:sldChg>
      <pc:sldChg chg="addSp modSp add del mod">
        <pc:chgData name="Jeremy Foss" userId="7ce9e366492e92c0" providerId="LiveId" clId="{A9B9C982-5492-4807-BC88-1E1CA9BAE68A}" dt="2026-04-20T10:42:29.415" v="1952" actId="14100"/>
        <pc:sldMkLst>
          <pc:docMk/>
          <pc:sldMk cId="1889764846" sldId="890"/>
        </pc:sldMkLst>
        <pc:spChg chg="mod">
          <ac:chgData name="Jeremy Foss" userId="7ce9e366492e92c0" providerId="LiveId" clId="{A9B9C982-5492-4807-BC88-1E1CA9BAE68A}" dt="2026-04-20T10:29:28.013" v="1908" actId="1036"/>
          <ac:spMkLst>
            <pc:docMk/>
            <pc:sldMk cId="1889764846" sldId="890"/>
            <ac:spMk id="2" creationId="{A01F4E82-7265-3A7C-26B3-D528B8F415C6}"/>
          </ac:spMkLst>
        </pc:spChg>
        <pc:spChg chg="add mod">
          <ac:chgData name="Jeremy Foss" userId="7ce9e366492e92c0" providerId="LiveId" clId="{A9B9C982-5492-4807-BC88-1E1CA9BAE68A}" dt="2026-04-20T10:18:33.303" v="1830" actId="14100"/>
          <ac:spMkLst>
            <pc:docMk/>
            <pc:sldMk cId="1889764846" sldId="890"/>
            <ac:spMk id="4" creationId="{DA58ACE5-043C-F85D-4BAF-F269701C2E09}"/>
          </ac:spMkLst>
        </pc:spChg>
        <pc:spChg chg="add mod">
          <ac:chgData name="Jeremy Foss" userId="7ce9e366492e92c0" providerId="LiveId" clId="{A9B9C982-5492-4807-BC88-1E1CA9BAE68A}" dt="2026-04-20T10:18:36.901" v="1832" actId="20577"/>
          <ac:spMkLst>
            <pc:docMk/>
            <pc:sldMk cId="1889764846" sldId="890"/>
            <ac:spMk id="5" creationId="{FF221B91-DA8A-3BBB-8AB7-9345331D54AB}"/>
          </ac:spMkLst>
        </pc:spChg>
        <pc:spChg chg="add mod">
          <ac:chgData name="Jeremy Foss" userId="7ce9e366492e92c0" providerId="LiveId" clId="{A9B9C982-5492-4807-BC88-1E1CA9BAE68A}" dt="2026-04-20T10:18:44.141" v="1834" actId="20577"/>
          <ac:spMkLst>
            <pc:docMk/>
            <pc:sldMk cId="1889764846" sldId="890"/>
            <ac:spMk id="6" creationId="{0F5B702F-7090-534B-5BEE-F3FB2D5A5192}"/>
          </ac:spMkLst>
        </pc:spChg>
        <pc:spChg chg="add mod">
          <ac:chgData name="Jeremy Foss" userId="7ce9e366492e92c0" providerId="LiveId" clId="{A9B9C982-5492-4807-BC88-1E1CA9BAE68A}" dt="2026-04-20T10:41:05.622" v="1921" actId="20577"/>
          <ac:spMkLst>
            <pc:docMk/>
            <pc:sldMk cId="1889764846" sldId="890"/>
            <ac:spMk id="7" creationId="{467C64F9-C806-F995-0194-CAE0995D5A63}"/>
          </ac:spMkLst>
        </pc:spChg>
        <pc:spChg chg="add mod">
          <ac:chgData name="Jeremy Foss" userId="7ce9e366492e92c0" providerId="LiveId" clId="{A9B9C982-5492-4807-BC88-1E1CA9BAE68A}" dt="2026-04-20T10:41:19.155" v="1929" actId="1076"/>
          <ac:spMkLst>
            <pc:docMk/>
            <pc:sldMk cId="1889764846" sldId="890"/>
            <ac:spMk id="8" creationId="{D91FB74B-1656-791B-5127-FD0A2667E782}"/>
          </ac:spMkLst>
        </pc:spChg>
        <pc:spChg chg="add mod">
          <ac:chgData name="Jeremy Foss" userId="7ce9e366492e92c0" providerId="LiveId" clId="{A9B9C982-5492-4807-BC88-1E1CA9BAE68A}" dt="2026-04-20T10:20:17.299" v="1874" actId="20577"/>
          <ac:spMkLst>
            <pc:docMk/>
            <pc:sldMk cId="1889764846" sldId="890"/>
            <ac:spMk id="9" creationId="{301ABA18-0885-9349-040B-ACAC70BAE051}"/>
          </ac:spMkLst>
        </pc:spChg>
        <pc:spChg chg="add mod">
          <ac:chgData name="Jeremy Foss" userId="7ce9e366492e92c0" providerId="LiveId" clId="{A9B9C982-5492-4807-BC88-1E1CA9BAE68A}" dt="2026-04-20T10:21:15.983" v="1889" actId="14100"/>
          <ac:spMkLst>
            <pc:docMk/>
            <pc:sldMk cId="1889764846" sldId="890"/>
            <ac:spMk id="16" creationId="{0C580D8F-F62A-64A7-DF0A-089B6F7C2B79}"/>
          </ac:spMkLst>
        </pc:spChg>
        <pc:spChg chg="add mod">
          <ac:chgData name="Jeremy Foss" userId="7ce9e366492e92c0" providerId="LiveId" clId="{A9B9C982-5492-4807-BC88-1E1CA9BAE68A}" dt="2026-04-20T10:42:21.971" v="1950" actId="1076"/>
          <ac:spMkLst>
            <pc:docMk/>
            <pc:sldMk cId="1889764846" sldId="890"/>
            <ac:spMk id="27" creationId="{4159867F-C261-434F-C1F6-67DA4361625B}"/>
          </ac:spMkLst>
        </pc:spChg>
        <pc:picChg chg="mod">
          <ac:chgData name="Jeremy Foss" userId="7ce9e366492e92c0" providerId="LiveId" clId="{A9B9C982-5492-4807-BC88-1E1CA9BAE68A}" dt="2026-04-20T10:42:19.662" v="1949" actId="1076"/>
          <ac:picMkLst>
            <pc:docMk/>
            <pc:sldMk cId="1889764846" sldId="890"/>
            <ac:picMk id="3" creationId="{60FA1E23-ACBF-436A-E07D-474EE63F966E}"/>
          </ac:picMkLst>
        </pc:picChg>
        <pc:cxnChg chg="add mod">
          <ac:chgData name="Jeremy Foss" userId="7ce9e366492e92c0" providerId="LiveId" clId="{A9B9C982-5492-4807-BC88-1E1CA9BAE68A}" dt="2026-04-20T10:21:45.343" v="1898" actId="14100"/>
          <ac:cxnSpMkLst>
            <pc:docMk/>
            <pc:sldMk cId="1889764846" sldId="890"/>
            <ac:cxnSpMk id="11" creationId="{DA3BE830-85A5-676F-9ABD-1CEA0920C960}"/>
          </ac:cxnSpMkLst>
        </pc:cxnChg>
        <pc:cxnChg chg="add mod ord">
          <ac:chgData name="Jeremy Foss" userId="7ce9e366492e92c0" providerId="LiveId" clId="{A9B9C982-5492-4807-BC88-1E1CA9BAE68A}" dt="2026-04-20T10:21:25.048" v="1891" actId="166"/>
          <ac:cxnSpMkLst>
            <pc:docMk/>
            <pc:sldMk cId="1889764846" sldId="890"/>
            <ac:cxnSpMk id="14" creationId="{4F031CEC-CE41-FD72-E357-25642148D6D9}"/>
          </ac:cxnSpMkLst>
        </pc:cxnChg>
        <pc:cxnChg chg="add mod">
          <ac:chgData name="Jeremy Foss" userId="7ce9e366492e92c0" providerId="LiveId" clId="{A9B9C982-5492-4807-BC88-1E1CA9BAE68A}" dt="2026-04-20T10:21:56.271" v="1901" actId="14100"/>
          <ac:cxnSpMkLst>
            <pc:docMk/>
            <pc:sldMk cId="1889764846" sldId="890"/>
            <ac:cxnSpMk id="17" creationId="{B915C1F1-14CD-D0CE-B1B9-1ED9B1240661}"/>
          </ac:cxnSpMkLst>
        </pc:cxnChg>
        <pc:cxnChg chg="add mod">
          <ac:chgData name="Jeremy Foss" userId="7ce9e366492e92c0" providerId="LiveId" clId="{A9B9C982-5492-4807-BC88-1E1CA9BAE68A}" dt="2026-04-20T10:41:22.659" v="1930" actId="14100"/>
          <ac:cxnSpMkLst>
            <pc:docMk/>
            <pc:sldMk cId="1889764846" sldId="890"/>
            <ac:cxnSpMk id="19" creationId="{DE21C55B-5A09-BFCF-5686-9309E916B546}"/>
          </ac:cxnSpMkLst>
        </pc:cxnChg>
        <pc:cxnChg chg="add mod">
          <ac:chgData name="Jeremy Foss" userId="7ce9e366492e92c0" providerId="LiveId" clId="{A9B9C982-5492-4807-BC88-1E1CA9BAE68A}" dt="2026-04-20T10:21:53.999" v="1900" actId="14100"/>
          <ac:cxnSpMkLst>
            <pc:docMk/>
            <pc:sldMk cId="1889764846" sldId="890"/>
            <ac:cxnSpMk id="21" creationId="{E646AEF2-A23E-8501-81DB-5964972DCC4B}"/>
          </ac:cxnSpMkLst>
        </pc:cxnChg>
        <pc:cxnChg chg="add mod">
          <ac:chgData name="Jeremy Foss" userId="7ce9e366492e92c0" providerId="LiveId" clId="{A9B9C982-5492-4807-BC88-1E1CA9BAE68A}" dt="2026-04-20T10:42:29.415" v="1952" actId="14100"/>
          <ac:cxnSpMkLst>
            <pc:docMk/>
            <pc:sldMk cId="1889764846" sldId="890"/>
            <ac:cxnSpMk id="29" creationId="{A235F569-F41A-A33B-C6F9-16B24F31E3DD}"/>
          </ac:cxnSpMkLst>
        </pc:cxnChg>
      </pc:sldChg>
      <pc:sldChg chg="addSp delSp modSp mod">
        <pc:chgData name="Jeremy Foss" userId="7ce9e366492e92c0" providerId="LiveId" clId="{A9B9C982-5492-4807-BC88-1E1CA9BAE68A}" dt="2026-04-20T10:17:50.606" v="1812" actId="478"/>
        <pc:sldMkLst>
          <pc:docMk/>
          <pc:sldMk cId="3441399747" sldId="891"/>
        </pc:sldMkLst>
        <pc:spChg chg="mod topLvl">
          <ac:chgData name="Jeremy Foss" userId="7ce9e366492e92c0" providerId="LiveId" clId="{A9B9C982-5492-4807-BC88-1E1CA9BAE68A}" dt="2026-04-20T10:16:04.987" v="1803" actId="338"/>
          <ac:spMkLst>
            <pc:docMk/>
            <pc:sldMk cId="3441399747" sldId="891"/>
            <ac:spMk id="14" creationId="{80A52501-688F-8464-C109-009C6563BECD}"/>
          </ac:spMkLst>
        </pc:spChg>
        <pc:grpChg chg="add del mod ord">
          <ac:chgData name="Jeremy Foss" userId="7ce9e366492e92c0" providerId="LiveId" clId="{A9B9C982-5492-4807-BC88-1E1CA9BAE68A}" dt="2026-04-20T10:16:23.548" v="1807" actId="166"/>
          <ac:grpSpMkLst>
            <pc:docMk/>
            <pc:sldMk cId="3441399747" sldId="891"/>
            <ac:grpSpMk id="7" creationId="{1C46F3A4-971C-632E-9143-FF0727739FBF}"/>
          </ac:grpSpMkLst>
        </pc:grpChg>
        <pc:grpChg chg="del">
          <ac:chgData name="Jeremy Foss" userId="7ce9e366492e92c0" providerId="LiveId" clId="{A9B9C982-5492-4807-BC88-1E1CA9BAE68A}" dt="2026-04-20T10:15:45.268" v="1798" actId="165"/>
          <ac:grpSpMkLst>
            <pc:docMk/>
            <pc:sldMk cId="3441399747" sldId="891"/>
            <ac:grpSpMk id="17" creationId="{061BA4EE-5BBE-C4AF-4BE3-513FABE3C424}"/>
          </ac:grpSpMkLst>
        </pc:grpChg>
        <pc:picChg chg="add del mod">
          <ac:chgData name="Jeremy Foss" userId="7ce9e366492e92c0" providerId="LiveId" clId="{A9B9C982-5492-4807-BC88-1E1CA9BAE68A}" dt="2026-04-20T10:17:50.606" v="1812" actId="478"/>
          <ac:picMkLst>
            <pc:docMk/>
            <pc:sldMk cId="3441399747" sldId="891"/>
            <ac:picMk id="4" creationId="{BFF81412-C83D-F35A-49B2-48F825590981}"/>
          </ac:picMkLst>
        </pc:picChg>
        <pc:picChg chg="mod">
          <ac:chgData name="Jeremy Foss" userId="7ce9e366492e92c0" providerId="LiveId" clId="{A9B9C982-5492-4807-BC88-1E1CA9BAE68A}" dt="2026-04-20T10:15:39.898" v="1797" actId="1076"/>
          <ac:picMkLst>
            <pc:docMk/>
            <pc:sldMk cId="3441399747" sldId="891"/>
            <ac:picMk id="11" creationId="{EF3CDE8F-1681-DCFC-106D-215524B30388}"/>
          </ac:picMkLst>
        </pc:picChg>
        <pc:cxnChg chg="mod topLvl">
          <ac:chgData name="Jeremy Foss" userId="7ce9e366492e92c0" providerId="LiveId" clId="{A9B9C982-5492-4807-BC88-1E1CA9BAE68A}" dt="2026-04-20T10:16:11.326" v="1805" actId="478"/>
          <ac:cxnSpMkLst>
            <pc:docMk/>
            <pc:sldMk cId="3441399747" sldId="891"/>
            <ac:cxnSpMk id="16" creationId="{A6515B55-48D0-DBE4-16CF-C20D492ED356}"/>
          </ac:cxnSpMkLst>
        </pc:cxnChg>
      </pc:sldChg>
      <pc:sldChg chg="addSp delSp modSp mod">
        <pc:chgData name="Jeremy Foss" userId="7ce9e366492e92c0" providerId="LiveId" clId="{A9B9C982-5492-4807-BC88-1E1CA9BAE68A}" dt="2026-04-20T17:57:00.871" v="3781" actId="478"/>
        <pc:sldMkLst>
          <pc:docMk/>
          <pc:sldMk cId="1978341790" sldId="892"/>
        </pc:sldMkLst>
        <pc:spChg chg="add del mod">
          <ac:chgData name="Jeremy Foss" userId="7ce9e366492e92c0" providerId="LiveId" clId="{A9B9C982-5492-4807-BC88-1E1CA9BAE68A}" dt="2026-04-20T17:13:26.266" v="3652" actId="478"/>
          <ac:spMkLst>
            <pc:docMk/>
            <pc:sldMk cId="1978341790" sldId="892"/>
            <ac:spMk id="2" creationId="{C848EA24-4F4F-266C-2DBC-9E5C19525001}"/>
          </ac:spMkLst>
        </pc:spChg>
        <pc:spChg chg="add del mod">
          <ac:chgData name="Jeremy Foss" userId="7ce9e366492e92c0" providerId="LiveId" clId="{A9B9C982-5492-4807-BC88-1E1CA9BAE68A}" dt="2026-04-20T17:13:23.235" v="3650" actId="478"/>
          <ac:spMkLst>
            <pc:docMk/>
            <pc:sldMk cId="1978341790" sldId="892"/>
            <ac:spMk id="3" creationId="{62932EB7-BC41-9FB1-CE43-299534966DAF}"/>
          </ac:spMkLst>
        </pc:spChg>
        <pc:spChg chg="add del mod">
          <ac:chgData name="Jeremy Foss" userId="7ce9e366492e92c0" providerId="LiveId" clId="{A9B9C982-5492-4807-BC88-1E1CA9BAE68A}" dt="2026-04-20T17:57:00.871" v="3781" actId="478"/>
          <ac:spMkLst>
            <pc:docMk/>
            <pc:sldMk cId="1978341790" sldId="892"/>
            <ac:spMk id="6" creationId="{6D8F5BA6-E79A-61EF-A203-2866AB257001}"/>
          </ac:spMkLst>
        </pc:spChg>
        <pc:spChg chg="add del mod">
          <ac:chgData name="Jeremy Foss" userId="7ce9e366492e92c0" providerId="LiveId" clId="{A9B9C982-5492-4807-BC88-1E1CA9BAE68A}" dt="2026-04-20T17:13:31.939" v="3654" actId="478"/>
          <ac:spMkLst>
            <pc:docMk/>
            <pc:sldMk cId="1978341790" sldId="892"/>
            <ac:spMk id="7" creationId="{D302FB83-DC35-A68E-D0AB-AF3E726CC389}"/>
          </ac:spMkLst>
        </pc:spChg>
        <pc:spChg chg="add del mod">
          <ac:chgData name="Jeremy Foss" userId="7ce9e366492e92c0" providerId="LiveId" clId="{A9B9C982-5492-4807-BC88-1E1CA9BAE68A}" dt="2026-04-20T17:56:59.566" v="3780" actId="478"/>
          <ac:spMkLst>
            <pc:docMk/>
            <pc:sldMk cId="1978341790" sldId="892"/>
            <ac:spMk id="8" creationId="{76E29564-1C57-8DF7-B241-894871E45C53}"/>
          </ac:spMkLst>
        </pc:spChg>
        <pc:spChg chg="add del mod ord">
          <ac:chgData name="Jeremy Foss" userId="7ce9e366492e92c0" providerId="LiveId" clId="{A9B9C982-5492-4807-BC88-1E1CA9BAE68A}" dt="2026-04-20T17:56:59.566" v="3780" actId="478"/>
          <ac:spMkLst>
            <pc:docMk/>
            <pc:sldMk cId="1978341790" sldId="892"/>
            <ac:spMk id="10" creationId="{9C7438DB-4EC3-19DC-4867-0785C4F00162}"/>
          </ac:spMkLst>
        </pc:spChg>
        <pc:spChg chg="add del mod ord">
          <ac:chgData name="Jeremy Foss" userId="7ce9e366492e92c0" providerId="LiveId" clId="{A9B9C982-5492-4807-BC88-1E1CA9BAE68A}" dt="2026-04-20T17:56:59.566" v="3780" actId="478"/>
          <ac:spMkLst>
            <pc:docMk/>
            <pc:sldMk cId="1978341790" sldId="892"/>
            <ac:spMk id="12" creationId="{BEE8168C-1DF1-3736-48EF-50D1FE73C3AF}"/>
          </ac:spMkLst>
        </pc:spChg>
        <pc:spChg chg="add del mod ord">
          <ac:chgData name="Jeremy Foss" userId="7ce9e366492e92c0" providerId="LiveId" clId="{A9B9C982-5492-4807-BC88-1E1CA9BAE68A}" dt="2026-04-20T17:56:59.566" v="3780" actId="478"/>
          <ac:spMkLst>
            <pc:docMk/>
            <pc:sldMk cId="1978341790" sldId="892"/>
            <ac:spMk id="13" creationId="{0FDD3829-B965-9D1F-66DA-C194D07EB0C6}"/>
          </ac:spMkLst>
        </pc:spChg>
        <pc:spChg chg="add del mod">
          <ac:chgData name="Jeremy Foss" userId="7ce9e366492e92c0" providerId="LiveId" clId="{A9B9C982-5492-4807-BC88-1E1CA9BAE68A}" dt="2026-04-20T17:56:59.566" v="3780" actId="478"/>
          <ac:spMkLst>
            <pc:docMk/>
            <pc:sldMk cId="1978341790" sldId="892"/>
            <ac:spMk id="15" creationId="{19241596-1D73-3914-7AF6-E346B2FE1388}"/>
          </ac:spMkLst>
        </pc:spChg>
        <pc:picChg chg="mod">
          <ac:chgData name="Jeremy Foss" userId="7ce9e366492e92c0" providerId="LiveId" clId="{A9B9C982-5492-4807-BC88-1E1CA9BAE68A}" dt="2026-04-20T17:13:58.023" v="3661" actId="1076"/>
          <ac:picMkLst>
            <pc:docMk/>
            <pc:sldMk cId="1978341790" sldId="892"/>
            <ac:picMk id="5" creationId="{01181585-B5C0-35A8-1777-08D18D797400}"/>
          </ac:picMkLst>
        </pc:picChg>
      </pc:sldChg>
      <pc:sldChg chg="addSp delSp modSp mod">
        <pc:chgData name="Jeremy Foss" userId="7ce9e366492e92c0" providerId="LiveId" clId="{A9B9C982-5492-4807-BC88-1E1CA9BAE68A}" dt="2026-04-20T17:57:07.912" v="3783" actId="478"/>
        <pc:sldMkLst>
          <pc:docMk/>
          <pc:sldMk cId="1925801976" sldId="893"/>
        </pc:sldMkLst>
        <pc:spChg chg="add mod">
          <ac:chgData name="Jeremy Foss" userId="7ce9e366492e92c0" providerId="LiveId" clId="{A9B9C982-5492-4807-BC88-1E1CA9BAE68A}" dt="2026-04-20T10:47:09.311" v="1971" actId="14100"/>
          <ac:spMkLst>
            <pc:docMk/>
            <pc:sldMk cId="1925801976" sldId="893"/>
            <ac:spMk id="2" creationId="{644B52DB-78FE-5677-A67D-2D7F2EBABD54}"/>
          </ac:spMkLst>
        </pc:spChg>
        <pc:spChg chg="add del mod">
          <ac:chgData name="Jeremy Foss" userId="7ce9e366492e92c0" providerId="LiveId" clId="{A9B9C982-5492-4807-BC88-1E1CA9BAE68A}" dt="2026-04-20T17:57:04.976" v="3782" actId="478"/>
          <ac:spMkLst>
            <pc:docMk/>
            <pc:sldMk cId="1925801976" sldId="893"/>
            <ac:spMk id="8" creationId="{8C0EF411-F0B6-2B7C-2D97-2572FF952CF8}"/>
          </ac:spMkLst>
        </pc:spChg>
        <pc:spChg chg="add del mod">
          <ac:chgData name="Jeremy Foss" userId="7ce9e366492e92c0" providerId="LiveId" clId="{A9B9C982-5492-4807-BC88-1E1CA9BAE68A}" dt="2026-04-20T17:57:04.976" v="3782" actId="478"/>
          <ac:spMkLst>
            <pc:docMk/>
            <pc:sldMk cId="1925801976" sldId="893"/>
            <ac:spMk id="9" creationId="{088BA59A-F432-20C6-BCD9-DC67EEAC3C42}"/>
          </ac:spMkLst>
        </pc:spChg>
        <pc:spChg chg="add del mod">
          <ac:chgData name="Jeremy Foss" userId="7ce9e366492e92c0" providerId="LiveId" clId="{A9B9C982-5492-4807-BC88-1E1CA9BAE68A}" dt="2026-04-20T17:20:44.771" v="3762" actId="478"/>
          <ac:spMkLst>
            <pc:docMk/>
            <pc:sldMk cId="1925801976" sldId="893"/>
            <ac:spMk id="10" creationId="{B5B2A43D-A1FB-102E-5B27-EBB74FE47E63}"/>
          </ac:spMkLst>
        </pc:spChg>
        <pc:spChg chg="add del mod ord">
          <ac:chgData name="Jeremy Foss" userId="7ce9e366492e92c0" providerId="LiveId" clId="{A9B9C982-5492-4807-BC88-1E1CA9BAE68A}" dt="2026-04-20T17:57:07.912" v="3783" actId="478"/>
          <ac:spMkLst>
            <pc:docMk/>
            <pc:sldMk cId="1925801976" sldId="893"/>
            <ac:spMk id="11" creationId="{0A299481-9A73-E8BE-559B-BDA2A21BA872}"/>
          </ac:spMkLst>
        </pc:spChg>
        <pc:spChg chg="add del mod ord">
          <ac:chgData name="Jeremy Foss" userId="7ce9e366492e92c0" providerId="LiveId" clId="{A9B9C982-5492-4807-BC88-1E1CA9BAE68A}" dt="2026-04-20T17:57:07.912" v="3783" actId="478"/>
          <ac:spMkLst>
            <pc:docMk/>
            <pc:sldMk cId="1925801976" sldId="893"/>
            <ac:spMk id="12" creationId="{F4521A0A-3BD2-638D-75EA-F33BC23AA3D7}"/>
          </ac:spMkLst>
        </pc:spChg>
        <pc:spChg chg="add del mod">
          <ac:chgData name="Jeremy Foss" userId="7ce9e366492e92c0" providerId="LiveId" clId="{A9B9C982-5492-4807-BC88-1E1CA9BAE68A}" dt="2026-04-20T17:57:04.976" v="3782" actId="478"/>
          <ac:spMkLst>
            <pc:docMk/>
            <pc:sldMk cId="1925801976" sldId="893"/>
            <ac:spMk id="13" creationId="{23453839-39B9-41E5-15CB-B6EFD2D364C5}"/>
          </ac:spMkLst>
        </pc:spChg>
        <pc:spChg chg="add del mod">
          <ac:chgData name="Jeremy Foss" userId="7ce9e366492e92c0" providerId="LiveId" clId="{A9B9C982-5492-4807-BC88-1E1CA9BAE68A}" dt="2026-04-20T17:57:04.976" v="3782" actId="478"/>
          <ac:spMkLst>
            <pc:docMk/>
            <pc:sldMk cId="1925801976" sldId="893"/>
            <ac:spMk id="14" creationId="{539E9013-E5B1-71B1-EF37-A52B17ACDA83}"/>
          </ac:spMkLst>
        </pc:spChg>
        <pc:picChg chg="mod">
          <ac:chgData name="Jeremy Foss" userId="7ce9e366492e92c0" providerId="LiveId" clId="{A9B9C982-5492-4807-BC88-1E1CA9BAE68A}" dt="2026-04-20T17:21:00.667" v="3766" actId="1076"/>
          <ac:picMkLst>
            <pc:docMk/>
            <pc:sldMk cId="1925801976" sldId="893"/>
            <ac:picMk id="3" creationId="{51F3B31F-E9FC-B1D8-23D0-76197725C573}"/>
          </ac:picMkLst>
        </pc:picChg>
        <pc:cxnChg chg="add mod">
          <ac:chgData name="Jeremy Foss" userId="7ce9e366492e92c0" providerId="LiveId" clId="{A9B9C982-5492-4807-BC88-1E1CA9BAE68A}" dt="2026-04-20T10:47:27.755" v="1976" actId="14100"/>
          <ac:cxnSpMkLst>
            <pc:docMk/>
            <pc:sldMk cId="1925801976" sldId="893"/>
            <ac:cxnSpMk id="7" creationId="{40988B9A-32A5-B3DB-1244-6BFD33E83585}"/>
          </ac:cxnSpMkLst>
        </pc:cxnChg>
      </pc:sldChg>
      <pc:sldChg chg="addSp delSp modSp mod">
        <pc:chgData name="Jeremy Foss" userId="7ce9e366492e92c0" providerId="LiveId" clId="{A9B9C982-5492-4807-BC88-1E1CA9BAE68A}" dt="2026-04-20T17:56:54.879" v="3779" actId="478"/>
        <pc:sldMkLst>
          <pc:docMk/>
          <pc:sldMk cId="750975089" sldId="895"/>
        </pc:sldMkLst>
        <pc:spChg chg="add del mod">
          <ac:chgData name="Jeremy Foss" userId="7ce9e366492e92c0" providerId="LiveId" clId="{A9B9C982-5492-4807-BC88-1E1CA9BAE68A}" dt="2026-04-20T17:56:54.879" v="3779" actId="478"/>
          <ac:spMkLst>
            <pc:docMk/>
            <pc:sldMk cId="750975089" sldId="895"/>
            <ac:spMk id="7" creationId="{A6F8714D-04BC-77FE-A108-814B3A612900}"/>
          </ac:spMkLst>
        </pc:spChg>
        <pc:spChg chg="add del mod">
          <ac:chgData name="Jeremy Foss" userId="7ce9e366492e92c0" providerId="LiveId" clId="{A9B9C982-5492-4807-BC88-1E1CA9BAE68A}" dt="2026-04-20T17:12:05.139" v="3647" actId="478"/>
          <ac:spMkLst>
            <pc:docMk/>
            <pc:sldMk cId="750975089" sldId="895"/>
            <ac:spMk id="8" creationId="{5B9FD5FA-68A1-C347-0C20-0C624B74BD27}"/>
          </ac:spMkLst>
        </pc:spChg>
        <pc:spChg chg="add del mod">
          <ac:chgData name="Jeremy Foss" userId="7ce9e366492e92c0" providerId="LiveId" clId="{A9B9C982-5492-4807-BC88-1E1CA9BAE68A}" dt="2026-04-20T17:56:54.879" v="3779" actId="478"/>
          <ac:spMkLst>
            <pc:docMk/>
            <pc:sldMk cId="750975089" sldId="895"/>
            <ac:spMk id="9" creationId="{9200D7B8-E0C4-EA35-ECB1-05AE3061E5B0}"/>
          </ac:spMkLst>
        </pc:spChg>
        <pc:spChg chg="add del mod">
          <ac:chgData name="Jeremy Foss" userId="7ce9e366492e92c0" providerId="LiveId" clId="{A9B9C982-5492-4807-BC88-1E1CA9BAE68A}" dt="2026-04-20T17:12:05.139" v="3647" actId="478"/>
          <ac:spMkLst>
            <pc:docMk/>
            <pc:sldMk cId="750975089" sldId="895"/>
            <ac:spMk id="10" creationId="{7DC78D1E-F01C-75D4-7A80-B87DB978F267}"/>
          </ac:spMkLst>
        </pc:spChg>
        <pc:spChg chg="add del mod">
          <ac:chgData name="Jeremy Foss" userId="7ce9e366492e92c0" providerId="LiveId" clId="{A9B9C982-5492-4807-BC88-1E1CA9BAE68A}" dt="2026-04-20T17:12:05.139" v="3647" actId="478"/>
          <ac:spMkLst>
            <pc:docMk/>
            <pc:sldMk cId="750975089" sldId="895"/>
            <ac:spMk id="11" creationId="{16D8B873-F1C4-A699-2180-2E3CEC5E6065}"/>
          </ac:spMkLst>
        </pc:spChg>
        <pc:spChg chg="add del mod">
          <ac:chgData name="Jeremy Foss" userId="7ce9e366492e92c0" providerId="LiveId" clId="{A9B9C982-5492-4807-BC88-1E1CA9BAE68A}" dt="2026-04-20T17:12:05.139" v="3647" actId="478"/>
          <ac:spMkLst>
            <pc:docMk/>
            <pc:sldMk cId="750975089" sldId="895"/>
            <ac:spMk id="12" creationId="{AFE364A8-2AD3-762E-8F0C-8DBEEB3A25D2}"/>
          </ac:spMkLst>
        </pc:spChg>
        <pc:spChg chg="add del mod">
          <ac:chgData name="Jeremy Foss" userId="7ce9e366492e92c0" providerId="LiveId" clId="{A9B9C982-5492-4807-BC88-1E1CA9BAE68A}" dt="2026-04-20T17:56:54.879" v="3779" actId="478"/>
          <ac:spMkLst>
            <pc:docMk/>
            <pc:sldMk cId="750975089" sldId="895"/>
            <ac:spMk id="13" creationId="{7C024EEC-B38F-BC20-2CA0-28EEF2D3BD00}"/>
          </ac:spMkLst>
        </pc:spChg>
        <pc:spChg chg="add del mod">
          <ac:chgData name="Jeremy Foss" userId="7ce9e366492e92c0" providerId="LiveId" clId="{A9B9C982-5492-4807-BC88-1E1CA9BAE68A}" dt="2026-04-20T17:56:54.879" v="3779" actId="478"/>
          <ac:spMkLst>
            <pc:docMk/>
            <pc:sldMk cId="750975089" sldId="895"/>
            <ac:spMk id="14" creationId="{15250E3B-2A5E-A821-A7CF-689974803F2E}"/>
          </ac:spMkLst>
        </pc:spChg>
      </pc:sldChg>
      <pc:sldChg chg="addSp delSp modSp mod">
        <pc:chgData name="Jeremy Foss" userId="7ce9e366492e92c0" providerId="LiveId" clId="{A9B9C982-5492-4807-BC88-1E1CA9BAE68A}" dt="2026-04-20T17:57:14.123" v="3784" actId="478"/>
        <pc:sldMkLst>
          <pc:docMk/>
          <pc:sldMk cId="2822574381" sldId="896"/>
        </pc:sldMkLst>
        <pc:spChg chg="mod">
          <ac:chgData name="Jeremy Foss" userId="7ce9e366492e92c0" providerId="LiveId" clId="{A9B9C982-5492-4807-BC88-1E1CA9BAE68A}" dt="2026-04-20T10:47:58.472" v="1978" actId="1076"/>
          <ac:spMkLst>
            <pc:docMk/>
            <pc:sldMk cId="2822574381" sldId="896"/>
            <ac:spMk id="2" creationId="{4D88E318-7F88-4B49-7B9B-E25E57758B63}"/>
          </ac:spMkLst>
        </pc:spChg>
        <pc:spChg chg="add del mod">
          <ac:chgData name="Jeremy Foss" userId="7ce9e366492e92c0" providerId="LiveId" clId="{A9B9C982-5492-4807-BC88-1E1CA9BAE68A}" dt="2026-04-20T17:57:14.123" v="3784" actId="478"/>
          <ac:spMkLst>
            <pc:docMk/>
            <pc:sldMk cId="2822574381" sldId="896"/>
            <ac:spMk id="7" creationId="{80B9859B-D1F5-9C38-3BDD-03CBBCA36BD8}"/>
          </ac:spMkLst>
        </pc:spChg>
        <pc:spChg chg="add del mod">
          <ac:chgData name="Jeremy Foss" userId="7ce9e366492e92c0" providerId="LiveId" clId="{A9B9C982-5492-4807-BC88-1E1CA9BAE68A}" dt="2026-04-20T17:57:14.123" v="3784" actId="478"/>
          <ac:spMkLst>
            <pc:docMk/>
            <pc:sldMk cId="2822574381" sldId="896"/>
            <ac:spMk id="8" creationId="{863F8208-560D-5BCC-22F6-2C26A19DAE47}"/>
          </ac:spMkLst>
        </pc:spChg>
        <pc:spChg chg="add del mod">
          <ac:chgData name="Jeremy Foss" userId="7ce9e366492e92c0" providerId="LiveId" clId="{A9B9C982-5492-4807-BC88-1E1CA9BAE68A}" dt="2026-04-20T17:57:14.123" v="3784" actId="478"/>
          <ac:spMkLst>
            <pc:docMk/>
            <pc:sldMk cId="2822574381" sldId="896"/>
            <ac:spMk id="10" creationId="{EA4D847E-874E-B8E2-B21C-0A683C1D0E53}"/>
          </ac:spMkLst>
        </pc:spChg>
        <pc:spChg chg="mod">
          <ac:chgData name="Jeremy Foss" userId="7ce9e366492e92c0" providerId="LiveId" clId="{A9B9C982-5492-4807-BC88-1E1CA9BAE68A}" dt="2026-04-20T10:48:53.643" v="1989" actId="1076"/>
          <ac:spMkLst>
            <pc:docMk/>
            <pc:sldMk cId="2822574381" sldId="896"/>
            <ac:spMk id="11" creationId="{30F7A352-C523-A413-657A-D0B160C10F8B}"/>
          </ac:spMkLst>
        </pc:spChg>
        <pc:spChg chg="add del mod">
          <ac:chgData name="Jeremy Foss" userId="7ce9e366492e92c0" providerId="LiveId" clId="{A9B9C982-5492-4807-BC88-1E1CA9BAE68A}" dt="2026-04-20T17:57:14.123" v="3784" actId="478"/>
          <ac:spMkLst>
            <pc:docMk/>
            <pc:sldMk cId="2822574381" sldId="896"/>
            <ac:spMk id="13" creationId="{CB5A2B0C-C2DA-4687-EB88-EAE813AE9D49}"/>
          </ac:spMkLst>
        </pc:spChg>
        <pc:picChg chg="mod">
          <ac:chgData name="Jeremy Foss" userId="7ce9e366492e92c0" providerId="LiveId" clId="{A9B9C982-5492-4807-BC88-1E1CA9BAE68A}" dt="2026-04-20T10:48:51.059" v="1987" actId="1076"/>
          <ac:picMkLst>
            <pc:docMk/>
            <pc:sldMk cId="2822574381" sldId="896"/>
            <ac:picMk id="5" creationId="{1B5513FA-3E10-EA74-060F-A3650D6BD576}"/>
          </ac:picMkLst>
        </pc:picChg>
      </pc:sldChg>
      <pc:sldChg chg="addSp modSp mod">
        <pc:chgData name="Jeremy Foss" userId="7ce9e366492e92c0" providerId="LiveId" clId="{A9B9C982-5492-4807-BC88-1E1CA9BAE68A}" dt="2026-04-20T10:50:36.273" v="2021" actId="114"/>
        <pc:sldMkLst>
          <pc:docMk/>
          <pc:sldMk cId="64277362" sldId="898"/>
        </pc:sldMkLst>
        <pc:spChg chg="add mod">
          <ac:chgData name="Jeremy Foss" userId="7ce9e366492e92c0" providerId="LiveId" clId="{A9B9C982-5492-4807-BC88-1E1CA9BAE68A}" dt="2026-04-20T10:50:36.273" v="2021" actId="114"/>
          <ac:spMkLst>
            <pc:docMk/>
            <pc:sldMk cId="64277362" sldId="898"/>
            <ac:spMk id="2" creationId="{0BF76B9B-AE51-F347-7130-F1BD3AAF26A8}"/>
          </ac:spMkLst>
        </pc:spChg>
        <pc:cxnChg chg="add mod">
          <ac:chgData name="Jeremy Foss" userId="7ce9e366492e92c0" providerId="LiveId" clId="{A9B9C982-5492-4807-BC88-1E1CA9BAE68A}" dt="2026-04-20T10:50:00.659" v="2015" actId="14100"/>
          <ac:cxnSpMkLst>
            <pc:docMk/>
            <pc:sldMk cId="64277362" sldId="898"/>
            <ac:cxnSpMk id="4" creationId="{FD458F03-B469-5E39-10B0-F3EF76495BC7}"/>
          </ac:cxnSpMkLst>
        </pc:cxnChg>
        <pc:cxnChg chg="add mod">
          <ac:chgData name="Jeremy Foss" userId="7ce9e366492e92c0" providerId="LiveId" clId="{A9B9C982-5492-4807-BC88-1E1CA9BAE68A}" dt="2026-04-20T10:49:57.631" v="2014" actId="14100"/>
          <ac:cxnSpMkLst>
            <pc:docMk/>
            <pc:sldMk cId="64277362" sldId="898"/>
            <ac:cxnSpMk id="6" creationId="{BBFAD8A5-7771-8D83-D727-C8FC7E4A91E5}"/>
          </ac:cxnSpMkLst>
        </pc:cxnChg>
      </pc:sldChg>
      <pc:sldChg chg="addSp modSp mod">
        <pc:chgData name="Jeremy Foss" userId="7ce9e366492e92c0" providerId="LiveId" clId="{A9B9C982-5492-4807-BC88-1E1CA9BAE68A}" dt="2026-04-20T11:16:48.666" v="2614" actId="208"/>
        <pc:sldMkLst>
          <pc:docMk/>
          <pc:sldMk cId="2950985856" sldId="905"/>
        </pc:sldMkLst>
        <pc:spChg chg="add mod">
          <ac:chgData name="Jeremy Foss" userId="7ce9e366492e92c0" providerId="LiveId" clId="{A9B9C982-5492-4807-BC88-1E1CA9BAE68A}" dt="2026-04-19T13:52:47.513" v="1186" actId="1076"/>
          <ac:spMkLst>
            <pc:docMk/>
            <pc:sldMk cId="2950985856" sldId="905"/>
            <ac:spMk id="3" creationId="{FD583079-6FC0-F7B4-4EDE-1B9C9453C317}"/>
          </ac:spMkLst>
        </pc:spChg>
        <pc:spChg chg="mod">
          <ac:chgData name="Jeremy Foss" userId="7ce9e366492e92c0" providerId="LiveId" clId="{A9B9C982-5492-4807-BC88-1E1CA9BAE68A}" dt="2026-04-20T11:16:48.666" v="2614" actId="208"/>
          <ac:spMkLst>
            <pc:docMk/>
            <pc:sldMk cId="2950985856" sldId="905"/>
            <ac:spMk id="15" creationId="{6258BA52-97A5-A79E-9DD8-F042B42C705B}"/>
          </ac:spMkLst>
        </pc:spChg>
        <pc:spChg chg="mod">
          <ac:chgData name="Jeremy Foss" userId="7ce9e366492e92c0" providerId="LiveId" clId="{A9B9C982-5492-4807-BC88-1E1CA9BAE68A}" dt="2026-04-19T13:51:49.730" v="1164" actId="6549"/>
          <ac:spMkLst>
            <pc:docMk/>
            <pc:sldMk cId="2950985856" sldId="905"/>
            <ac:spMk id="167" creationId="{78235F88-1969-43BA-B321-B69518875887}"/>
          </ac:spMkLst>
        </pc:spChg>
      </pc:sldChg>
      <pc:sldChg chg="modSp mod">
        <pc:chgData name="Jeremy Foss" userId="7ce9e366492e92c0" providerId="LiveId" clId="{A9B9C982-5492-4807-BC88-1E1CA9BAE68A}" dt="2026-04-20T11:43:01.050" v="3314" actId="207"/>
        <pc:sldMkLst>
          <pc:docMk/>
          <pc:sldMk cId="716504950" sldId="944"/>
        </pc:sldMkLst>
        <pc:spChg chg="mod">
          <ac:chgData name="Jeremy Foss" userId="7ce9e366492e92c0" providerId="LiveId" clId="{A9B9C982-5492-4807-BC88-1E1CA9BAE68A}" dt="2026-04-20T11:43:01.050" v="3314" actId="207"/>
          <ac:spMkLst>
            <pc:docMk/>
            <pc:sldMk cId="716504950" sldId="944"/>
            <ac:spMk id="5" creationId="{00000000-0000-0000-0000-000000000000}"/>
          </ac:spMkLst>
        </pc:spChg>
        <pc:spChg chg="mod">
          <ac:chgData name="Jeremy Foss" userId="7ce9e366492e92c0" providerId="LiveId" clId="{A9B9C982-5492-4807-BC88-1E1CA9BAE68A}" dt="2026-04-20T11:42:32.582" v="3313" actId="15"/>
          <ac:spMkLst>
            <pc:docMk/>
            <pc:sldMk cId="716504950" sldId="944"/>
            <ac:spMk id="7" creationId="{00000000-0000-0000-0000-000000000000}"/>
          </ac:spMkLst>
        </pc:spChg>
      </pc:sldChg>
      <pc:sldChg chg="addSp delSp modSp mod">
        <pc:chgData name="Jeremy Foss" userId="7ce9e366492e92c0" providerId="LiveId" clId="{A9B9C982-5492-4807-BC88-1E1CA9BAE68A}" dt="2026-04-20T11:44:41.617" v="3328" actId="14100"/>
        <pc:sldMkLst>
          <pc:docMk/>
          <pc:sldMk cId="1062556734" sldId="945"/>
        </pc:sldMkLst>
        <pc:spChg chg="mod">
          <ac:chgData name="Jeremy Foss" userId="7ce9e366492e92c0" providerId="LiveId" clId="{A9B9C982-5492-4807-BC88-1E1CA9BAE68A}" dt="2026-04-20T11:44:18.009" v="3325" actId="404"/>
          <ac:spMkLst>
            <pc:docMk/>
            <pc:sldMk cId="1062556734" sldId="945"/>
            <ac:spMk id="2" creationId="{00000000-0000-0000-0000-000000000000}"/>
          </ac:spMkLst>
        </pc:spChg>
        <pc:spChg chg="add mod ord">
          <ac:chgData name="Jeremy Foss" userId="7ce9e366492e92c0" providerId="LiveId" clId="{A9B9C982-5492-4807-BC88-1E1CA9BAE68A}" dt="2026-04-20T11:43:52.705" v="3320" actId="208"/>
          <ac:spMkLst>
            <pc:docMk/>
            <pc:sldMk cId="1062556734" sldId="945"/>
            <ac:spMk id="3" creationId="{ECBD79D7-6F07-301B-5EF2-4D0349DEC31A}"/>
          </ac:spMkLst>
        </pc:spChg>
        <pc:spChg chg="mod">
          <ac:chgData name="Jeremy Foss" userId="7ce9e366492e92c0" providerId="LiveId" clId="{A9B9C982-5492-4807-BC88-1E1CA9BAE68A}" dt="2026-04-20T11:44:12.698" v="3324" actId="404"/>
          <ac:spMkLst>
            <pc:docMk/>
            <pc:sldMk cId="1062556734" sldId="945"/>
            <ac:spMk id="5" creationId="{00000000-0000-0000-0000-000000000000}"/>
          </ac:spMkLst>
        </pc:spChg>
        <pc:spChg chg="add mod ord">
          <ac:chgData name="Jeremy Foss" userId="7ce9e366492e92c0" providerId="LiveId" clId="{A9B9C982-5492-4807-BC88-1E1CA9BAE68A}" dt="2026-04-20T11:44:41.617" v="3328" actId="14100"/>
          <ac:spMkLst>
            <pc:docMk/>
            <pc:sldMk cId="1062556734" sldId="945"/>
            <ac:spMk id="8" creationId="{56CFA381-6791-CF31-8F5E-C35385A73DEF}"/>
          </ac:spMkLst>
        </pc:spChg>
        <pc:cxnChg chg="del">
          <ac:chgData name="Jeremy Foss" userId="7ce9e366492e92c0" providerId="LiveId" clId="{A9B9C982-5492-4807-BC88-1E1CA9BAE68A}" dt="2026-04-20T11:43:30.808" v="3315" actId="478"/>
          <ac:cxnSpMkLst>
            <pc:docMk/>
            <pc:sldMk cId="1062556734" sldId="945"/>
            <ac:cxnSpMk id="7" creationId="{96E6A500-92F0-418B-BC1C-853187E5DD39}"/>
          </ac:cxnSpMkLst>
        </pc:cxnChg>
      </pc:sldChg>
      <pc:sldChg chg="modSp mod">
        <pc:chgData name="Jeremy Foss" userId="7ce9e366492e92c0" providerId="LiveId" clId="{A9B9C982-5492-4807-BC88-1E1CA9BAE68A}" dt="2026-04-20T11:54:30.335" v="3472" actId="20577"/>
        <pc:sldMkLst>
          <pc:docMk/>
          <pc:sldMk cId="3449205014" sldId="946"/>
        </pc:sldMkLst>
        <pc:spChg chg="mod">
          <ac:chgData name="Jeremy Foss" userId="7ce9e366492e92c0" providerId="LiveId" clId="{A9B9C982-5492-4807-BC88-1E1CA9BAE68A}" dt="2026-04-20T11:49:16.836" v="3410" actId="14100"/>
          <ac:spMkLst>
            <pc:docMk/>
            <pc:sldMk cId="3449205014" sldId="946"/>
            <ac:spMk id="4" creationId="{00000000-0000-0000-0000-000000000000}"/>
          </ac:spMkLst>
        </pc:spChg>
        <pc:spChg chg="mod">
          <ac:chgData name="Jeremy Foss" userId="7ce9e366492e92c0" providerId="LiveId" clId="{A9B9C982-5492-4807-BC88-1E1CA9BAE68A}" dt="2026-04-20T11:54:30.335" v="3472" actId="20577"/>
          <ac:spMkLst>
            <pc:docMk/>
            <pc:sldMk cId="3449205014" sldId="946"/>
            <ac:spMk id="8" creationId="{00000000-0000-0000-0000-000000000000}"/>
          </ac:spMkLst>
        </pc:spChg>
        <pc:picChg chg="mod">
          <ac:chgData name="Jeremy Foss" userId="7ce9e366492e92c0" providerId="LiveId" clId="{A9B9C982-5492-4807-BC88-1E1CA9BAE68A}" dt="2026-04-20T11:49:13.335" v="3409" actId="1076"/>
          <ac:picMkLst>
            <pc:docMk/>
            <pc:sldMk cId="3449205014" sldId="946"/>
            <ac:picMk id="6" creationId="{00000000-0000-0000-0000-000000000000}"/>
          </ac:picMkLst>
        </pc:picChg>
      </pc:sldChg>
      <pc:sldChg chg="modSp mod">
        <pc:chgData name="Jeremy Foss" userId="7ce9e366492e92c0" providerId="LiveId" clId="{A9B9C982-5492-4807-BC88-1E1CA9BAE68A}" dt="2026-04-20T11:49:55.139" v="3417" actId="14100"/>
        <pc:sldMkLst>
          <pc:docMk/>
          <pc:sldMk cId="0" sldId="947"/>
        </pc:sldMkLst>
        <pc:spChg chg="mod">
          <ac:chgData name="Jeremy Foss" userId="7ce9e366492e92c0" providerId="LiveId" clId="{A9B9C982-5492-4807-BC88-1E1CA9BAE68A}" dt="2026-04-20T11:49:55.139" v="3417" actId="14100"/>
          <ac:spMkLst>
            <pc:docMk/>
            <pc:sldMk cId="0" sldId="947"/>
            <ac:spMk id="4" creationId="{00000000-0000-0000-0000-000000000000}"/>
          </ac:spMkLst>
        </pc:spChg>
        <pc:spChg chg="mod">
          <ac:chgData name="Jeremy Foss" userId="7ce9e366492e92c0" providerId="LiveId" clId="{A9B9C982-5492-4807-BC88-1E1CA9BAE68A}" dt="2026-04-20T11:49:49.475" v="3415" actId="1076"/>
          <ac:spMkLst>
            <pc:docMk/>
            <pc:sldMk cId="0" sldId="947"/>
            <ac:spMk id="5" creationId="{00000000-0000-0000-0000-000000000000}"/>
          </ac:spMkLst>
        </pc:spChg>
        <pc:spChg chg="mod">
          <ac:chgData name="Jeremy Foss" userId="7ce9e366492e92c0" providerId="LiveId" clId="{A9B9C982-5492-4807-BC88-1E1CA9BAE68A}" dt="2026-04-20T11:49:31.537" v="3412" actId="404"/>
          <ac:spMkLst>
            <pc:docMk/>
            <pc:sldMk cId="0" sldId="947"/>
            <ac:spMk id="6" creationId="{00000000-0000-0000-0000-000000000000}"/>
          </ac:spMkLst>
        </pc:spChg>
      </pc:sldChg>
      <pc:sldChg chg="modSp mod">
        <pc:chgData name="Jeremy Foss" userId="7ce9e366492e92c0" providerId="LiveId" clId="{A9B9C982-5492-4807-BC88-1E1CA9BAE68A}" dt="2026-04-20T11:51:37.751" v="3431" actId="1076"/>
        <pc:sldMkLst>
          <pc:docMk/>
          <pc:sldMk cId="1782613053" sldId="948"/>
        </pc:sldMkLst>
        <pc:spChg chg="mod">
          <ac:chgData name="Jeremy Foss" userId="7ce9e366492e92c0" providerId="LiveId" clId="{A9B9C982-5492-4807-BC88-1E1CA9BAE68A}" dt="2026-04-20T11:50:53.667" v="3424" actId="6549"/>
          <ac:spMkLst>
            <pc:docMk/>
            <pc:sldMk cId="1782613053" sldId="948"/>
            <ac:spMk id="4" creationId="{00000000-0000-0000-0000-000000000000}"/>
          </ac:spMkLst>
        </pc:spChg>
        <pc:spChg chg="mod">
          <ac:chgData name="Jeremy Foss" userId="7ce9e366492e92c0" providerId="LiveId" clId="{A9B9C982-5492-4807-BC88-1E1CA9BAE68A}" dt="2026-04-20T11:51:37.751" v="3431" actId="1076"/>
          <ac:spMkLst>
            <pc:docMk/>
            <pc:sldMk cId="1782613053" sldId="948"/>
            <ac:spMk id="5" creationId="{00000000-0000-0000-0000-000000000000}"/>
          </ac:spMkLst>
        </pc:spChg>
      </pc:sldChg>
      <pc:sldChg chg="modSp mod">
        <pc:chgData name="Jeremy Foss" userId="7ce9e366492e92c0" providerId="LiveId" clId="{A9B9C982-5492-4807-BC88-1E1CA9BAE68A}" dt="2026-04-20T11:58:22.047" v="3572" actId="1076"/>
        <pc:sldMkLst>
          <pc:docMk/>
          <pc:sldMk cId="1059380680" sldId="950"/>
        </pc:sldMkLst>
        <pc:spChg chg="mod">
          <ac:chgData name="Jeremy Foss" userId="7ce9e366492e92c0" providerId="LiveId" clId="{A9B9C982-5492-4807-BC88-1E1CA9BAE68A}" dt="2026-04-20T11:54:44.335" v="3473" actId="6549"/>
          <ac:spMkLst>
            <pc:docMk/>
            <pc:sldMk cId="1059380680" sldId="950"/>
            <ac:spMk id="3" creationId="{00000000-0000-0000-0000-000000000000}"/>
          </ac:spMkLst>
        </pc:spChg>
        <pc:spChg chg="mod">
          <ac:chgData name="Jeremy Foss" userId="7ce9e366492e92c0" providerId="LiveId" clId="{A9B9C982-5492-4807-BC88-1E1CA9BAE68A}" dt="2026-04-20T11:58:22.047" v="3572" actId="1076"/>
          <ac:spMkLst>
            <pc:docMk/>
            <pc:sldMk cId="1059380680" sldId="950"/>
            <ac:spMk id="4" creationId="{00000000-0000-0000-0000-000000000000}"/>
          </ac:spMkLst>
        </pc:spChg>
      </pc:sldChg>
      <pc:sldChg chg="addSp delSp modSp del mod">
        <pc:chgData name="Jeremy Foss" userId="7ce9e366492e92c0" providerId="LiveId" clId="{A9B9C982-5492-4807-BC88-1E1CA9BAE68A}" dt="2026-04-20T11:58:49.616" v="3575" actId="2696"/>
        <pc:sldMkLst>
          <pc:docMk/>
          <pc:sldMk cId="728174884" sldId="955"/>
        </pc:sldMkLst>
        <pc:spChg chg="del mod">
          <ac:chgData name="Jeremy Foss" userId="7ce9e366492e92c0" providerId="LiveId" clId="{A9B9C982-5492-4807-BC88-1E1CA9BAE68A}" dt="2026-04-20T11:58:10.763" v="3571" actId="478"/>
          <ac:spMkLst>
            <pc:docMk/>
            <pc:sldMk cId="728174884" sldId="955"/>
            <ac:spMk id="4" creationId="{00000000-0000-0000-0000-000000000000}"/>
          </ac:spMkLst>
        </pc:spChg>
        <pc:spChg chg="add mod">
          <ac:chgData name="Jeremy Foss" userId="7ce9e366492e92c0" providerId="LiveId" clId="{A9B9C982-5492-4807-BC88-1E1CA9BAE68A}" dt="2026-04-20T11:58:35.196" v="3574" actId="1076"/>
          <ac:spMkLst>
            <pc:docMk/>
            <pc:sldMk cId="728174884" sldId="955"/>
            <ac:spMk id="5" creationId="{900EEFE8-E248-8B60-9FA2-B4E5F7978B2E}"/>
          </ac:spMkLst>
        </pc:spChg>
      </pc:sldChg>
      <pc:sldChg chg="del">
        <pc:chgData name="Jeremy Foss" userId="7ce9e366492e92c0" providerId="LiveId" clId="{A9B9C982-5492-4807-BC88-1E1CA9BAE68A}" dt="2026-04-20T11:58:52.991" v="3576" actId="2696"/>
        <pc:sldMkLst>
          <pc:docMk/>
          <pc:sldMk cId="2253852228" sldId="958"/>
        </pc:sldMkLst>
      </pc:sldChg>
      <pc:sldChg chg="modSp mod">
        <pc:chgData name="Jeremy Foss" userId="7ce9e366492e92c0" providerId="LiveId" clId="{A9B9C982-5492-4807-BC88-1E1CA9BAE68A}" dt="2026-04-20T11:52:20.336" v="3435" actId="207"/>
        <pc:sldMkLst>
          <pc:docMk/>
          <pc:sldMk cId="3427341953" sldId="971"/>
        </pc:sldMkLst>
        <pc:spChg chg="mod">
          <ac:chgData name="Jeremy Foss" userId="7ce9e366492e92c0" providerId="LiveId" clId="{A9B9C982-5492-4807-BC88-1E1CA9BAE68A}" dt="2026-04-20T11:52:20.336" v="3435" actId="207"/>
          <ac:spMkLst>
            <pc:docMk/>
            <pc:sldMk cId="3427341953" sldId="971"/>
            <ac:spMk id="7" creationId="{8517A5AF-17AA-499B-9216-2F0C089DE73A}"/>
          </ac:spMkLst>
        </pc:spChg>
      </pc:sldChg>
      <pc:sldChg chg="modSp mod">
        <pc:chgData name="Jeremy Foss" userId="7ce9e366492e92c0" providerId="LiveId" clId="{A9B9C982-5492-4807-BC88-1E1CA9BAE68A}" dt="2026-04-20T11:57:44.813" v="3569" actId="114"/>
        <pc:sldMkLst>
          <pc:docMk/>
          <pc:sldMk cId="1534142203" sldId="974"/>
        </pc:sldMkLst>
        <pc:spChg chg="mod">
          <ac:chgData name="Jeremy Foss" userId="7ce9e366492e92c0" providerId="LiveId" clId="{A9B9C982-5492-4807-BC88-1E1CA9BAE68A}" dt="2026-04-20T11:57:44.813" v="3569" actId="114"/>
          <ac:spMkLst>
            <pc:docMk/>
            <pc:sldMk cId="1534142203" sldId="974"/>
            <ac:spMk id="3" creationId="{DB8FF177-16CE-49DD-9F0D-2100A7051AFC}"/>
          </ac:spMkLst>
        </pc:spChg>
        <pc:spChg chg="mod">
          <ac:chgData name="Jeremy Foss" userId="7ce9e366492e92c0" providerId="LiveId" clId="{A9B9C982-5492-4807-BC88-1E1CA9BAE68A}" dt="2026-04-20T11:55:29.475" v="3479" actId="14100"/>
          <ac:spMkLst>
            <pc:docMk/>
            <pc:sldMk cId="1534142203" sldId="974"/>
            <ac:spMk id="7" creationId="{8517A5AF-17AA-499B-9216-2F0C089DE73A}"/>
          </ac:spMkLst>
        </pc:spChg>
      </pc:sldChg>
      <pc:sldChg chg="addSp modSp del mod">
        <pc:chgData name="Jeremy Foss" userId="7ce9e366492e92c0" providerId="LiveId" clId="{A9B9C982-5492-4807-BC88-1E1CA9BAE68A}" dt="2026-04-19T10:57:00.881" v="51" actId="47"/>
        <pc:sldMkLst>
          <pc:docMk/>
          <pc:sldMk cId="2848659031" sldId="975"/>
        </pc:sldMkLst>
        <pc:spChg chg="add mod">
          <ac:chgData name="Jeremy Foss" userId="7ce9e366492e92c0" providerId="LiveId" clId="{A9B9C982-5492-4807-BC88-1E1CA9BAE68A}" dt="2026-04-19T10:54:39.478" v="35" actId="1076"/>
          <ac:spMkLst>
            <pc:docMk/>
            <pc:sldMk cId="2848659031" sldId="975"/>
            <ac:spMk id="2" creationId="{602138F8-D6F5-E7E7-E587-4D351879DB64}"/>
          </ac:spMkLst>
        </pc:spChg>
      </pc:sldChg>
      <pc:sldChg chg="add del">
        <pc:chgData name="Jeremy Foss" userId="7ce9e366492e92c0" providerId="LiveId" clId="{A9B9C982-5492-4807-BC88-1E1CA9BAE68A}" dt="2026-04-19T10:58:17.284" v="54" actId="47"/>
        <pc:sldMkLst>
          <pc:docMk/>
          <pc:sldMk cId="2414440255" sldId="976"/>
        </pc:sldMkLst>
      </pc:sldChg>
      <pc:sldChg chg="add del addAnim delAnim modAnim">
        <pc:chgData name="Jeremy Foss" userId="7ce9e366492e92c0" providerId="LiveId" clId="{A9B9C982-5492-4807-BC88-1E1CA9BAE68A}" dt="2026-04-19T13:36:49.122" v="1131"/>
        <pc:sldMkLst>
          <pc:docMk/>
          <pc:sldMk cId="2005894804" sldId="977"/>
        </pc:sldMkLst>
      </pc:sldChg>
      <pc:sldChg chg="addSp delSp modSp mod ord">
        <pc:chgData name="Jeremy Foss" userId="7ce9e366492e92c0" providerId="LiveId" clId="{A9B9C982-5492-4807-BC88-1E1CA9BAE68A}" dt="2026-04-19T14:29:55.248" v="1530" actId="14100"/>
        <pc:sldMkLst>
          <pc:docMk/>
          <pc:sldMk cId="421544442" sldId="981"/>
        </pc:sldMkLst>
        <pc:spChg chg="mod">
          <ac:chgData name="Jeremy Foss" userId="7ce9e366492e92c0" providerId="LiveId" clId="{A9B9C982-5492-4807-BC88-1E1CA9BAE68A}" dt="2026-04-19T14:03:21.724" v="1469" actId="1076"/>
          <ac:spMkLst>
            <pc:docMk/>
            <pc:sldMk cId="421544442" sldId="981"/>
            <ac:spMk id="2" creationId="{00000000-0000-0000-0000-000000000000}"/>
          </ac:spMkLst>
        </pc:spChg>
        <pc:spChg chg="add mod">
          <ac:chgData name="Jeremy Foss" userId="7ce9e366492e92c0" providerId="LiveId" clId="{A9B9C982-5492-4807-BC88-1E1CA9BAE68A}" dt="2026-04-19T14:28:51.164" v="1482" actId="14100"/>
          <ac:spMkLst>
            <pc:docMk/>
            <pc:sldMk cId="421544442" sldId="981"/>
            <ac:spMk id="49" creationId="{179806EA-49D5-FFE5-5D1B-7BD800F12F8F}"/>
          </ac:spMkLst>
        </pc:spChg>
        <pc:spChg chg="mod">
          <ac:chgData name="Jeremy Foss" userId="7ce9e366492e92c0" providerId="LiveId" clId="{A9B9C982-5492-4807-BC88-1E1CA9BAE68A}" dt="2026-04-19T14:03:26.076" v="1471" actId="1076"/>
          <ac:spMkLst>
            <pc:docMk/>
            <pc:sldMk cId="421544442" sldId="981"/>
            <ac:spMk id="51" creationId="{00000000-0000-0000-0000-000000000000}"/>
          </ac:spMkLst>
        </pc:spChg>
        <pc:spChg chg="mod">
          <ac:chgData name="Jeremy Foss" userId="7ce9e366492e92c0" providerId="LiveId" clId="{A9B9C982-5492-4807-BC88-1E1CA9BAE68A}" dt="2026-04-19T13:55:16.260" v="1212" actId="1076"/>
          <ac:spMkLst>
            <pc:docMk/>
            <pc:sldMk cId="421544442" sldId="981"/>
            <ac:spMk id="58" creationId="{00000000-0000-0000-0000-000000000000}"/>
          </ac:spMkLst>
        </pc:spChg>
        <pc:spChg chg="mod">
          <ac:chgData name="Jeremy Foss" userId="7ce9e366492e92c0" providerId="LiveId" clId="{A9B9C982-5492-4807-BC88-1E1CA9BAE68A}" dt="2026-04-19T13:55:05.104" v="1210" actId="1076"/>
          <ac:spMkLst>
            <pc:docMk/>
            <pc:sldMk cId="421544442" sldId="981"/>
            <ac:spMk id="60" creationId="{00000000-0000-0000-0000-000000000000}"/>
          </ac:spMkLst>
        </pc:spChg>
        <pc:spChg chg="mod">
          <ac:chgData name="Jeremy Foss" userId="7ce9e366492e92c0" providerId="LiveId" clId="{A9B9C982-5492-4807-BC88-1E1CA9BAE68A}" dt="2026-04-19T13:55:52.660" v="1216"/>
          <ac:spMkLst>
            <pc:docMk/>
            <pc:sldMk cId="421544442" sldId="981"/>
            <ac:spMk id="61" creationId="{BDB9EB39-ADA1-C444-8FEF-49CCEB664DEE}"/>
          </ac:spMkLst>
        </pc:spChg>
        <pc:spChg chg="mod">
          <ac:chgData name="Jeremy Foss" userId="7ce9e366492e92c0" providerId="LiveId" clId="{A9B9C982-5492-4807-BC88-1E1CA9BAE68A}" dt="2026-04-19T13:55:52.660" v="1216"/>
          <ac:spMkLst>
            <pc:docMk/>
            <pc:sldMk cId="421544442" sldId="981"/>
            <ac:spMk id="63" creationId="{DBF94CDF-20CD-A6B6-73DA-0084366068D6}"/>
          </ac:spMkLst>
        </pc:spChg>
        <pc:spChg chg="mod">
          <ac:chgData name="Jeremy Foss" userId="7ce9e366492e92c0" providerId="LiveId" clId="{A9B9C982-5492-4807-BC88-1E1CA9BAE68A}" dt="2026-04-19T13:55:52.660" v="1216"/>
          <ac:spMkLst>
            <pc:docMk/>
            <pc:sldMk cId="421544442" sldId="981"/>
            <ac:spMk id="64" creationId="{532F617C-AC55-4483-F57C-D4416B7C2A09}"/>
          </ac:spMkLst>
        </pc:spChg>
        <pc:spChg chg="mod">
          <ac:chgData name="Jeremy Foss" userId="7ce9e366492e92c0" providerId="LiveId" clId="{A9B9C982-5492-4807-BC88-1E1CA9BAE68A}" dt="2026-04-19T13:58:51.840" v="1353" actId="14100"/>
          <ac:spMkLst>
            <pc:docMk/>
            <pc:sldMk cId="421544442" sldId="981"/>
            <ac:spMk id="68" creationId="{00000000-0000-0000-0000-000000000000}"/>
          </ac:spMkLst>
        </pc:spChg>
        <pc:spChg chg="add mod">
          <ac:chgData name="Jeremy Foss" userId="7ce9e366492e92c0" providerId="LiveId" clId="{A9B9C982-5492-4807-BC88-1E1CA9BAE68A}" dt="2026-04-19T14:28:57.853" v="1483" actId="404"/>
          <ac:spMkLst>
            <pc:docMk/>
            <pc:sldMk cId="421544442" sldId="981"/>
            <ac:spMk id="69" creationId="{8CF8905B-5F00-C3AB-2468-EBDA8B07294E}"/>
          </ac:spMkLst>
        </pc:spChg>
        <pc:spChg chg="del mod">
          <ac:chgData name="Jeremy Foss" userId="7ce9e366492e92c0" providerId="LiveId" clId="{A9B9C982-5492-4807-BC88-1E1CA9BAE68A}" dt="2026-04-19T14:28:41.048" v="1478" actId="478"/>
          <ac:spMkLst>
            <pc:docMk/>
            <pc:sldMk cId="421544442" sldId="981"/>
            <ac:spMk id="70" creationId="{00000000-0000-0000-0000-000000000000}"/>
          </ac:spMkLst>
        </pc:spChg>
        <pc:spChg chg="del">
          <ac:chgData name="Jeremy Foss" userId="7ce9e366492e92c0" providerId="LiveId" clId="{A9B9C982-5492-4807-BC88-1E1CA9BAE68A}" dt="2026-04-19T13:49:34.941" v="1156" actId="478"/>
          <ac:spMkLst>
            <pc:docMk/>
            <pc:sldMk cId="421544442" sldId="981"/>
            <ac:spMk id="71" creationId="{00000000-0000-0000-0000-000000000000}"/>
          </ac:spMkLst>
        </pc:spChg>
        <pc:spChg chg="del">
          <ac:chgData name="Jeremy Foss" userId="7ce9e366492e92c0" providerId="LiveId" clId="{A9B9C982-5492-4807-BC88-1E1CA9BAE68A}" dt="2026-04-19T13:49:33.878" v="1155" actId="478"/>
          <ac:spMkLst>
            <pc:docMk/>
            <pc:sldMk cId="421544442" sldId="981"/>
            <ac:spMk id="72" creationId="{00000000-0000-0000-0000-000000000000}"/>
          </ac:spMkLst>
        </pc:spChg>
        <pc:spChg chg="add mod">
          <ac:chgData name="Jeremy Foss" userId="7ce9e366492e92c0" providerId="LiveId" clId="{A9B9C982-5492-4807-BC88-1E1CA9BAE68A}" dt="2026-04-19T13:56:56.129" v="1280" actId="1076"/>
          <ac:spMkLst>
            <pc:docMk/>
            <pc:sldMk cId="421544442" sldId="981"/>
            <ac:spMk id="73" creationId="{8B089901-B70E-72F3-23A1-1A828397BE5D}"/>
          </ac:spMkLst>
        </pc:spChg>
        <pc:spChg chg="add mod">
          <ac:chgData name="Jeremy Foss" userId="7ce9e366492e92c0" providerId="LiveId" clId="{A9B9C982-5492-4807-BC88-1E1CA9BAE68A}" dt="2026-04-19T14:27:45.038" v="1477" actId="6549"/>
          <ac:spMkLst>
            <pc:docMk/>
            <pc:sldMk cId="421544442" sldId="981"/>
            <ac:spMk id="74" creationId="{2885D855-8E2D-C6CD-7563-360B7F3B211C}"/>
          </ac:spMkLst>
        </pc:spChg>
        <pc:spChg chg="add mod">
          <ac:chgData name="Jeremy Foss" userId="7ce9e366492e92c0" providerId="LiveId" clId="{A9B9C982-5492-4807-BC88-1E1CA9BAE68A}" dt="2026-04-19T14:27:38.918" v="1475" actId="6549"/>
          <ac:spMkLst>
            <pc:docMk/>
            <pc:sldMk cId="421544442" sldId="981"/>
            <ac:spMk id="75" creationId="{9FDC613C-6AF9-6E77-5BAF-DAAF3E46C4E8}"/>
          </ac:spMkLst>
        </pc:spChg>
        <pc:spChg chg="add mod">
          <ac:chgData name="Jeremy Foss" userId="7ce9e366492e92c0" providerId="LiveId" clId="{A9B9C982-5492-4807-BC88-1E1CA9BAE68A}" dt="2026-04-19T14:28:46.892" v="1481" actId="1076"/>
          <ac:spMkLst>
            <pc:docMk/>
            <pc:sldMk cId="421544442" sldId="981"/>
            <ac:spMk id="76" creationId="{5A2F2FCA-024C-D72A-573E-7C38192491ED}"/>
          </ac:spMkLst>
        </pc:spChg>
        <pc:spChg chg="add mod">
          <ac:chgData name="Jeremy Foss" userId="7ce9e366492e92c0" providerId="LiveId" clId="{A9B9C982-5492-4807-BC88-1E1CA9BAE68A}" dt="2026-04-19T14:00:00.997" v="1374" actId="1076"/>
          <ac:spMkLst>
            <pc:docMk/>
            <pc:sldMk cId="421544442" sldId="981"/>
            <ac:spMk id="77" creationId="{56816A2E-7841-E97D-BE71-0AB4F8183842}"/>
          </ac:spMkLst>
        </pc:spChg>
        <pc:spChg chg="add mod">
          <ac:chgData name="Jeremy Foss" userId="7ce9e366492e92c0" providerId="LiveId" clId="{A9B9C982-5492-4807-BC88-1E1CA9BAE68A}" dt="2026-04-19T14:00:34.185" v="1377" actId="1076"/>
          <ac:spMkLst>
            <pc:docMk/>
            <pc:sldMk cId="421544442" sldId="981"/>
            <ac:spMk id="78" creationId="{D1CC3BB3-038E-9127-B910-48B28A65BB6C}"/>
          </ac:spMkLst>
        </pc:spChg>
        <pc:spChg chg="add mod">
          <ac:chgData name="Jeremy Foss" userId="7ce9e366492e92c0" providerId="LiveId" clId="{A9B9C982-5492-4807-BC88-1E1CA9BAE68A}" dt="2026-04-19T14:27:27.704" v="1473" actId="14100"/>
          <ac:spMkLst>
            <pc:docMk/>
            <pc:sldMk cId="421544442" sldId="981"/>
            <ac:spMk id="79" creationId="{C1EF9B10-96EC-6FA1-ABC7-6B110AE79317}"/>
          </ac:spMkLst>
        </pc:spChg>
        <pc:spChg chg="add mod">
          <ac:chgData name="Jeremy Foss" userId="7ce9e366492e92c0" providerId="LiveId" clId="{A9B9C982-5492-4807-BC88-1E1CA9BAE68A}" dt="2026-04-19T14:27:41.078" v="1476" actId="6549"/>
          <ac:spMkLst>
            <pc:docMk/>
            <pc:sldMk cId="421544442" sldId="981"/>
            <ac:spMk id="80" creationId="{A83DC9F6-D0D9-F08D-8567-8404A38F94E6}"/>
          </ac:spMkLst>
        </pc:spChg>
        <pc:spChg chg="add del mod">
          <ac:chgData name="Jeremy Foss" userId="7ce9e366492e92c0" providerId="LiveId" clId="{A9B9C982-5492-4807-BC88-1E1CA9BAE68A}" dt="2026-04-19T14:01:35.513" v="1392" actId="478"/>
          <ac:spMkLst>
            <pc:docMk/>
            <pc:sldMk cId="421544442" sldId="981"/>
            <ac:spMk id="81" creationId="{F18E5B24-FCE8-BBD6-FD72-B6C65077068D}"/>
          </ac:spMkLst>
        </pc:spChg>
        <pc:spChg chg="add mod">
          <ac:chgData name="Jeremy Foss" userId="7ce9e366492e92c0" providerId="LiveId" clId="{A9B9C982-5492-4807-BC88-1E1CA9BAE68A}" dt="2026-04-19T14:03:33.144" v="1472" actId="14100"/>
          <ac:spMkLst>
            <pc:docMk/>
            <pc:sldMk cId="421544442" sldId="981"/>
            <ac:spMk id="82" creationId="{B6189922-6AF9-0159-61DB-778128B15747}"/>
          </ac:spMkLst>
        </pc:spChg>
        <pc:spChg chg="add mod">
          <ac:chgData name="Jeremy Foss" userId="7ce9e366492e92c0" providerId="LiveId" clId="{A9B9C982-5492-4807-BC88-1E1CA9BAE68A}" dt="2026-04-19T14:03:24.540" v="1470" actId="1076"/>
          <ac:spMkLst>
            <pc:docMk/>
            <pc:sldMk cId="421544442" sldId="981"/>
            <ac:spMk id="83" creationId="{95E3CBDF-224C-947E-1ABE-8726CC8F3A05}"/>
          </ac:spMkLst>
        </pc:spChg>
        <pc:spChg chg="add del mod">
          <ac:chgData name="Jeremy Foss" userId="7ce9e366492e92c0" providerId="LiveId" clId="{A9B9C982-5492-4807-BC88-1E1CA9BAE68A}" dt="2026-04-19T14:28:42.801" v="1480" actId="478"/>
          <ac:spMkLst>
            <pc:docMk/>
            <pc:sldMk cId="421544442" sldId="981"/>
            <ac:spMk id="84" creationId="{66D84732-1E07-B09C-05A5-D812E4F9FDFE}"/>
          </ac:spMkLst>
        </pc:spChg>
        <pc:spChg chg="add mod">
          <ac:chgData name="Jeremy Foss" userId="7ce9e366492e92c0" providerId="LiveId" clId="{A9B9C982-5492-4807-BC88-1E1CA9BAE68A}" dt="2026-04-19T14:29:55.248" v="1530" actId="14100"/>
          <ac:spMkLst>
            <pc:docMk/>
            <pc:sldMk cId="421544442" sldId="981"/>
            <ac:spMk id="85" creationId="{EDB48601-D3A0-BA0B-4B55-8B013583746D}"/>
          </ac:spMkLst>
        </pc:spChg>
        <pc:grpChg chg="mod">
          <ac:chgData name="Jeremy Foss" userId="7ce9e366492e92c0" providerId="LiveId" clId="{A9B9C982-5492-4807-BC88-1E1CA9BAE68A}" dt="2026-04-19T13:57:38.493" v="1313" actId="1076"/>
          <ac:grpSpMkLst>
            <pc:docMk/>
            <pc:sldMk cId="421544442" sldId="981"/>
            <ac:grpSpMk id="3" creationId="{00000000-0000-0000-0000-000000000000}"/>
          </ac:grpSpMkLst>
        </pc:grpChg>
        <pc:grpChg chg="del">
          <ac:chgData name="Jeremy Foss" userId="7ce9e366492e92c0" providerId="LiveId" clId="{A9B9C982-5492-4807-BC88-1E1CA9BAE68A}" dt="2026-04-19T13:57:26.853" v="1309" actId="478"/>
          <ac:grpSpMkLst>
            <pc:docMk/>
            <pc:sldMk cId="421544442" sldId="981"/>
            <ac:grpSpMk id="39" creationId="{00000000-0000-0000-0000-000000000000}"/>
          </ac:grpSpMkLst>
        </pc:grpChg>
        <pc:grpChg chg="add mod">
          <ac:chgData name="Jeremy Foss" userId="7ce9e366492e92c0" providerId="LiveId" clId="{A9B9C982-5492-4807-BC88-1E1CA9BAE68A}" dt="2026-04-19T13:57:46.486" v="1322" actId="1038"/>
          <ac:grpSpMkLst>
            <pc:docMk/>
            <pc:sldMk cId="421544442" sldId="981"/>
            <ac:grpSpMk id="53" creationId="{A81351A1-AFBC-2640-5454-569C483E831D}"/>
          </ac:grpSpMkLst>
        </pc:grpChg>
        <pc:grpChg chg="del mod">
          <ac:chgData name="Jeremy Foss" userId="7ce9e366492e92c0" providerId="LiveId" clId="{A9B9C982-5492-4807-BC88-1E1CA9BAE68A}" dt="2026-04-19T13:56:04.714" v="1221" actId="21"/>
          <ac:grpSpMkLst>
            <pc:docMk/>
            <pc:sldMk cId="421544442" sldId="981"/>
            <ac:grpSpMk id="54" creationId="{00000000-0000-0000-0000-000000000000}"/>
          </ac:grpSpMkLst>
        </pc:grpChg>
        <pc:graphicFrameChg chg="del">
          <ac:chgData name="Jeremy Foss" userId="7ce9e366492e92c0" providerId="LiveId" clId="{A9B9C982-5492-4807-BC88-1E1CA9BAE68A}" dt="2026-04-19T13:57:29.841" v="1310" actId="478"/>
          <ac:graphicFrameMkLst>
            <pc:docMk/>
            <pc:sldMk cId="421544442" sldId="981"/>
            <ac:graphicFrameMk id="36" creationId="{00000000-0000-0000-0000-000000000000}"/>
          </ac:graphicFrameMkLst>
        </pc:graphicFrameChg>
        <pc:graphicFrameChg chg="mod">
          <ac:chgData name="Jeremy Foss" userId="7ce9e366492e92c0" providerId="LiveId" clId="{A9B9C982-5492-4807-BC88-1E1CA9BAE68A}" dt="2026-04-19T13:55:14.050" v="1211" actId="1076"/>
          <ac:graphicFrameMkLst>
            <pc:docMk/>
            <pc:sldMk cId="421544442" sldId="981"/>
            <ac:graphicFrameMk id="57" creationId="{00000000-0000-0000-0000-000000000000}"/>
          </ac:graphicFrameMkLst>
        </pc:graphicFrameChg>
        <pc:graphicFrameChg chg="del">
          <ac:chgData name="Jeremy Foss" userId="7ce9e366492e92c0" providerId="LiveId" clId="{A9B9C982-5492-4807-BC88-1E1CA9BAE68A}" dt="2026-04-19T13:54:18.923" v="1201" actId="478"/>
          <ac:graphicFrameMkLst>
            <pc:docMk/>
            <pc:sldMk cId="421544442" sldId="981"/>
            <ac:graphicFrameMk id="59" creationId="{00000000-0000-0000-0000-000000000000}"/>
          </ac:graphicFrameMkLst>
        </pc:graphicFrameChg>
        <pc:picChg chg="add mod">
          <ac:chgData name="Jeremy Foss" userId="7ce9e366492e92c0" providerId="LiveId" clId="{A9B9C982-5492-4807-BC88-1E1CA9BAE68A}" dt="2026-04-19T13:54:20.523" v="1202"/>
          <ac:picMkLst>
            <pc:docMk/>
            <pc:sldMk cId="421544442" sldId="981"/>
            <ac:picMk id="50" creationId="{F28FE586-9B39-DD36-0088-853B1FC31D79}"/>
          </ac:picMkLst>
        </pc:picChg>
        <pc:picChg chg="add mod">
          <ac:chgData name="Jeremy Foss" userId="7ce9e366492e92c0" providerId="LiveId" clId="{A9B9C982-5492-4807-BC88-1E1CA9BAE68A}" dt="2026-04-19T13:57:32.172" v="1311" actId="1076"/>
          <ac:picMkLst>
            <pc:docMk/>
            <pc:sldMk cId="421544442" sldId="981"/>
            <ac:picMk id="52" creationId="{E04B9E49-2F6C-C1B1-8051-4BAA12CE10E8}"/>
          </ac:picMkLst>
        </pc:picChg>
        <pc:picChg chg="mod">
          <ac:chgData name="Jeremy Foss" userId="7ce9e366492e92c0" providerId="LiveId" clId="{A9B9C982-5492-4807-BC88-1E1CA9BAE68A}" dt="2026-04-19T13:55:21.141" v="1215" actId="1076"/>
          <ac:picMkLst>
            <pc:docMk/>
            <pc:sldMk cId="421544442" sldId="981"/>
            <ac:picMk id="65" creationId="{00000000-0000-0000-0000-000000000000}"/>
          </ac:picMkLst>
        </pc:picChg>
        <pc:cxnChg chg="del">
          <ac:chgData name="Jeremy Foss" userId="7ce9e366492e92c0" providerId="LiveId" clId="{A9B9C982-5492-4807-BC88-1E1CA9BAE68A}" dt="2026-04-19T13:53:51.189" v="1200" actId="478"/>
          <ac:cxnSpMkLst>
            <pc:docMk/>
            <pc:sldMk cId="421544442" sldId="981"/>
            <ac:cxnSpMk id="62" creationId="{00000000-0000-0000-0000-000000000000}"/>
          </ac:cxnSpMkLst>
        </pc:cxnChg>
        <pc:cxnChg chg="del">
          <ac:chgData name="Jeremy Foss" userId="7ce9e366492e92c0" providerId="LiveId" clId="{A9B9C982-5492-4807-BC88-1E1CA9BAE68A}" dt="2026-04-19T13:54:40.065" v="1207" actId="478"/>
          <ac:cxnSpMkLst>
            <pc:docMk/>
            <pc:sldMk cId="421544442" sldId="981"/>
            <ac:cxnSpMk id="66" creationId="{00000000-0000-0000-0000-000000000000}"/>
          </ac:cxnSpMkLst>
        </pc:cxnChg>
        <pc:cxnChg chg="del">
          <ac:chgData name="Jeremy Foss" userId="7ce9e366492e92c0" providerId="LiveId" clId="{A9B9C982-5492-4807-BC88-1E1CA9BAE68A}" dt="2026-04-19T13:54:41.140" v="1208" actId="478"/>
          <ac:cxnSpMkLst>
            <pc:docMk/>
            <pc:sldMk cId="421544442" sldId="981"/>
            <ac:cxnSpMk id="67" creationId="{00000000-0000-0000-0000-000000000000}"/>
          </ac:cxnSpMkLst>
        </pc:cxnChg>
      </pc:sldChg>
      <pc:sldChg chg="addSp modSp mod">
        <pc:chgData name="Jeremy Foss" userId="7ce9e366492e92c0" providerId="LiveId" clId="{A9B9C982-5492-4807-BC88-1E1CA9BAE68A}" dt="2026-04-20T11:15:52.555" v="2608" actId="1076"/>
        <pc:sldMkLst>
          <pc:docMk/>
          <pc:sldMk cId="3735952647" sldId="987"/>
        </pc:sldMkLst>
        <pc:spChg chg="add mod">
          <ac:chgData name="Jeremy Foss" userId="7ce9e366492e92c0" providerId="LiveId" clId="{A9B9C982-5492-4807-BC88-1E1CA9BAE68A}" dt="2026-04-20T11:15:52.555" v="2608" actId="1076"/>
          <ac:spMkLst>
            <pc:docMk/>
            <pc:sldMk cId="3735952647" sldId="987"/>
            <ac:spMk id="10" creationId="{660311F8-343C-14C8-F7D4-24C89C0DFD0E}"/>
          </ac:spMkLst>
        </pc:spChg>
        <pc:spChg chg="mod">
          <ac:chgData name="Jeremy Foss" userId="7ce9e366492e92c0" providerId="LiveId" clId="{A9B9C982-5492-4807-BC88-1E1CA9BAE68A}" dt="2026-04-20T11:15:48.374" v="2607" actId="1076"/>
          <ac:spMkLst>
            <pc:docMk/>
            <pc:sldMk cId="3735952647" sldId="987"/>
            <ac:spMk id="65" creationId="{00000000-0000-0000-0000-000000000000}"/>
          </ac:spMkLst>
        </pc:spChg>
        <pc:spChg chg="mod">
          <ac:chgData name="Jeremy Foss" userId="7ce9e366492e92c0" providerId="LiveId" clId="{A9B9C982-5492-4807-BC88-1E1CA9BAE68A}" dt="2026-04-20T11:10:38.714" v="2387" actId="404"/>
          <ac:spMkLst>
            <pc:docMk/>
            <pc:sldMk cId="3735952647" sldId="987"/>
            <ac:spMk id="37890" creationId="{00000000-0000-0000-0000-000000000000}"/>
          </ac:spMkLst>
        </pc:spChg>
        <pc:spChg chg="mod">
          <ac:chgData name="Jeremy Foss" userId="7ce9e366492e92c0" providerId="LiveId" clId="{A9B9C982-5492-4807-BC88-1E1CA9BAE68A}" dt="2026-04-20T11:11:00.219" v="2393" actId="1038"/>
          <ac:spMkLst>
            <pc:docMk/>
            <pc:sldMk cId="3735952647" sldId="987"/>
            <ac:spMk id="37891" creationId="{00000000-0000-0000-0000-000000000000}"/>
          </ac:spMkLst>
        </pc:spChg>
      </pc:sldChg>
      <pc:sldChg chg="del">
        <pc:chgData name="Jeremy Foss" userId="7ce9e366492e92c0" providerId="LiveId" clId="{A9B9C982-5492-4807-BC88-1E1CA9BAE68A}" dt="2026-04-19T11:06:38.342" v="60" actId="47"/>
        <pc:sldMkLst>
          <pc:docMk/>
          <pc:sldMk cId="184932921" sldId="988"/>
        </pc:sldMkLst>
      </pc:sldChg>
      <pc:sldChg chg="addSp modSp add del mod">
        <pc:chgData name="Jeremy Foss" userId="7ce9e366492e92c0" providerId="LiveId" clId="{A9B9C982-5492-4807-BC88-1E1CA9BAE68A}" dt="2026-04-19T10:58:08.116" v="53" actId="47"/>
        <pc:sldMkLst>
          <pc:docMk/>
          <pc:sldMk cId="199269024" sldId="991"/>
        </pc:sldMkLst>
        <pc:spChg chg="add mod">
          <ac:chgData name="Jeremy Foss" userId="7ce9e366492e92c0" providerId="LiveId" clId="{A9B9C982-5492-4807-BC88-1E1CA9BAE68A}" dt="2026-04-19T10:56:54.765" v="50" actId="207"/>
          <ac:spMkLst>
            <pc:docMk/>
            <pc:sldMk cId="199269024" sldId="991"/>
            <ac:spMk id="2" creationId="{D7EEC277-1D97-9800-3448-7B69715C2C1C}"/>
          </ac:spMkLst>
        </pc:spChg>
        <pc:picChg chg="mod">
          <ac:chgData name="Jeremy Foss" userId="7ce9e366492e92c0" providerId="LiveId" clId="{A9B9C982-5492-4807-BC88-1E1CA9BAE68A}" dt="2026-04-19T10:55:56.603" v="45" actId="1076"/>
          <ac:picMkLst>
            <pc:docMk/>
            <pc:sldMk cId="199269024" sldId="991"/>
            <ac:picMk id="3074" creationId="{03B71732-BC83-A492-A1DE-DE503954DB7B}"/>
          </ac:picMkLst>
        </pc:picChg>
      </pc:sldChg>
      <pc:sldChg chg="modSp add del mod">
        <pc:chgData name="Jeremy Foss" userId="7ce9e366492e92c0" providerId="LiveId" clId="{A9B9C982-5492-4807-BC88-1E1CA9BAE68A}" dt="2026-04-20T17:58:45.161" v="3787" actId="47"/>
        <pc:sldMkLst>
          <pc:docMk/>
          <pc:sldMk cId="2057155408" sldId="992"/>
        </pc:sldMkLst>
        <pc:spChg chg="mod">
          <ac:chgData name="Jeremy Foss" userId="7ce9e366492e92c0" providerId="LiveId" clId="{A9B9C982-5492-4807-BC88-1E1CA9BAE68A}" dt="2026-04-19T13:24:04.454" v="1035" actId="114"/>
          <ac:spMkLst>
            <pc:docMk/>
            <pc:sldMk cId="2057155408" sldId="992"/>
            <ac:spMk id="2" creationId="{24AD69D4-BA89-4FA0-8505-B5C3C1FED64E}"/>
          </ac:spMkLst>
        </pc:spChg>
        <pc:spChg chg="mod">
          <ac:chgData name="Jeremy Foss" userId="7ce9e366492e92c0" providerId="LiveId" clId="{A9B9C982-5492-4807-BC88-1E1CA9BAE68A}" dt="2026-04-19T13:25:39.552" v="1038" actId="6549"/>
          <ac:spMkLst>
            <pc:docMk/>
            <pc:sldMk cId="2057155408" sldId="992"/>
            <ac:spMk id="3" creationId="{4842D8C9-52FD-410C-A5E9-51B61F1405A7}"/>
          </ac:spMkLst>
        </pc:spChg>
        <pc:spChg chg="mod">
          <ac:chgData name="Jeremy Foss" userId="7ce9e366492e92c0" providerId="LiveId" clId="{A9B9C982-5492-4807-BC88-1E1CA9BAE68A}" dt="2026-04-19T13:24:24.088" v="1037" actId="207"/>
          <ac:spMkLst>
            <pc:docMk/>
            <pc:sldMk cId="2057155408" sldId="992"/>
            <ac:spMk id="4" creationId="{C41C6911-AD60-4FD6-E27F-1545DB4A8906}"/>
          </ac:spMkLst>
        </pc:spChg>
      </pc:sldChg>
      <pc:sldChg chg="addSp modSp new mod">
        <pc:chgData name="Jeremy Foss" userId="7ce9e366492e92c0" providerId="LiveId" clId="{A9B9C982-5492-4807-BC88-1E1CA9BAE68A}" dt="2026-04-20T11:05:54.062" v="2385" actId="20577"/>
        <pc:sldMkLst>
          <pc:docMk/>
          <pc:sldMk cId="2886894231" sldId="993"/>
        </pc:sldMkLst>
        <pc:spChg chg="add mod">
          <ac:chgData name="Jeremy Foss" userId="7ce9e366492e92c0" providerId="LiveId" clId="{A9B9C982-5492-4807-BC88-1E1CA9BAE68A}" dt="2026-04-20T11:03:23.491" v="2316" actId="1076"/>
          <ac:spMkLst>
            <pc:docMk/>
            <pc:sldMk cId="2886894231" sldId="993"/>
            <ac:spMk id="2" creationId="{6B997054-16C5-8148-742E-35A100603359}"/>
          </ac:spMkLst>
        </pc:spChg>
        <pc:spChg chg="add mod">
          <ac:chgData name="Jeremy Foss" userId="7ce9e366492e92c0" providerId="LiveId" clId="{A9B9C982-5492-4807-BC88-1E1CA9BAE68A}" dt="2026-04-19T13:49:28.281" v="1154" actId="1076"/>
          <ac:spMkLst>
            <pc:docMk/>
            <pc:sldMk cId="2886894231" sldId="993"/>
            <ac:spMk id="4" creationId="{AFA704EB-DD09-04FF-8989-6C2F5A34D362}"/>
          </ac:spMkLst>
        </pc:spChg>
        <pc:spChg chg="add mod">
          <ac:chgData name="Jeremy Foss" userId="7ce9e366492e92c0" providerId="LiveId" clId="{A9B9C982-5492-4807-BC88-1E1CA9BAE68A}" dt="2026-04-20T11:05:54.062" v="2385" actId="20577"/>
          <ac:spMkLst>
            <pc:docMk/>
            <pc:sldMk cId="2886894231" sldId="993"/>
            <ac:spMk id="7" creationId="{7306E10F-1738-BA2C-6D46-95A57DBE507A}"/>
          </ac:spMkLst>
        </pc:spChg>
        <pc:picChg chg="add mod">
          <ac:chgData name="Jeremy Foss" userId="7ce9e366492e92c0" providerId="LiveId" clId="{A9B9C982-5492-4807-BC88-1E1CA9BAE68A}" dt="2026-04-20T11:05:19.363" v="2364" actId="1035"/>
          <ac:picMkLst>
            <pc:docMk/>
            <pc:sldMk cId="2886894231" sldId="993"/>
            <ac:picMk id="3" creationId="{5FA45B3A-0EA5-C57E-8034-33BDB472289F}"/>
          </ac:picMkLst>
        </pc:picChg>
        <pc:picChg chg="add mod modCrop">
          <ac:chgData name="Jeremy Foss" userId="7ce9e366492e92c0" providerId="LiveId" clId="{A9B9C982-5492-4807-BC88-1E1CA9BAE68A}" dt="2026-04-20T11:04:57.759" v="2324" actId="14100"/>
          <ac:picMkLst>
            <pc:docMk/>
            <pc:sldMk cId="2886894231" sldId="993"/>
            <ac:picMk id="6" creationId="{0B3570BD-8571-94F9-8A7E-FE271EA58A09}"/>
          </ac:picMkLst>
        </pc:picChg>
      </pc:sldChg>
      <pc:sldChg chg="addSp delSp modSp new mod">
        <pc:chgData name="Jeremy Foss" userId="7ce9e366492e92c0" providerId="LiveId" clId="{A9B9C982-5492-4807-BC88-1E1CA9BAE68A}" dt="2026-04-20T11:38:58.024" v="3255" actId="6549"/>
        <pc:sldMkLst>
          <pc:docMk/>
          <pc:sldMk cId="3157059309" sldId="994"/>
        </pc:sldMkLst>
        <pc:spChg chg="add mod">
          <ac:chgData name="Jeremy Foss" userId="7ce9e366492e92c0" providerId="LiveId" clId="{A9B9C982-5492-4807-BC88-1E1CA9BAE68A}" dt="2026-04-20T11:32:48.999" v="2970" actId="2710"/>
          <ac:spMkLst>
            <pc:docMk/>
            <pc:sldMk cId="3157059309" sldId="994"/>
            <ac:spMk id="2" creationId="{D46D9570-F463-2894-6B4B-4CE9FD9E7978}"/>
          </ac:spMkLst>
        </pc:spChg>
        <pc:spChg chg="add mod">
          <ac:chgData name="Jeremy Foss" userId="7ce9e366492e92c0" providerId="LiveId" clId="{A9B9C982-5492-4807-BC88-1E1CA9BAE68A}" dt="2026-04-20T11:38:58.024" v="3255" actId="6549"/>
          <ac:spMkLst>
            <pc:docMk/>
            <pc:sldMk cId="3157059309" sldId="994"/>
            <ac:spMk id="3" creationId="{AD1FF2FB-0D78-9776-B031-0B770CD586F6}"/>
          </ac:spMkLst>
        </pc:spChg>
        <pc:spChg chg="add del mod">
          <ac:chgData name="Jeremy Foss" userId="7ce9e366492e92c0" providerId="LiveId" clId="{A9B9C982-5492-4807-BC88-1E1CA9BAE68A}" dt="2026-04-20T11:31:58.895" v="2959" actId="478"/>
          <ac:spMkLst>
            <pc:docMk/>
            <pc:sldMk cId="3157059309" sldId="994"/>
            <ac:spMk id="4" creationId="{DAAAA6EE-7C6A-93AD-CE0D-DCAC912EAAD2}"/>
          </ac:spMkLst>
        </pc:spChg>
        <pc:spChg chg="add mod">
          <ac:chgData name="Jeremy Foss" userId="7ce9e366492e92c0" providerId="LiveId" clId="{A9B9C982-5492-4807-BC88-1E1CA9BAE68A}" dt="2026-04-20T11:31:47.730" v="2957"/>
          <ac:spMkLst>
            <pc:docMk/>
            <pc:sldMk cId="3157059309" sldId="994"/>
            <ac:spMk id="5" creationId="{12B0268F-18AA-FCDC-6D43-5184FE36BF6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FCF019E-1375-4D69-90D7-05D62CCBD7E5}" type="datetimeFigureOut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0E66841-25FA-4912-8AB9-E1C40B086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82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6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5907"/>
            <a:ext cx="4984962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6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FA0F4D4-A3A6-48C1-B1F1-4280E9CA50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817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32FAAA-12F3-4BC2-A6AB-5F2151B69C26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6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fld id="{B17CDBB4-DCD3-4950-8CBE-F54F99C1004D}" type="slidenum">
              <a:rPr lang="en-GB" sz="1200" smtClean="0"/>
              <a:pPr/>
              <a:t>35</a:t>
            </a:fld>
            <a:endParaRPr lang="en-GB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1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fld id="{B17CDBB4-DCD3-4950-8CBE-F54F99C1004D}" type="slidenum">
              <a:rPr lang="en-GB" sz="1200" smtClean="0"/>
              <a:pPr/>
              <a:t>36</a:t>
            </a:fld>
            <a:endParaRPr lang="en-GB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05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fld id="{B17CDBB4-DCD3-4950-8CBE-F54F99C1004D}" type="slidenum">
              <a:rPr lang="en-GB" sz="1200" smtClean="0"/>
              <a:pPr/>
              <a:t>38</a:t>
            </a:fld>
            <a:endParaRPr lang="en-GB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0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fld id="{BED42573-1AE4-48D4-8351-830D963039EB}" type="slidenum">
              <a:rPr lang="en-GB" sz="1200" smtClean="0"/>
              <a:pPr/>
              <a:t>46</a:t>
            </a:fld>
            <a:endParaRPr lang="en-GB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1475" y="627063"/>
            <a:ext cx="5380038" cy="4037012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r>
              <a:rPr lang="en-GB" sz="2000" b="1" i="1">
                <a:latin typeface="Tahoma" pitchFamily="34" charset="0"/>
              </a:rPr>
              <a:t>-----------------------------------------</a:t>
            </a:r>
          </a:p>
          <a:p>
            <a:pPr algn="r"/>
            <a:r>
              <a:rPr lang="en-GB" sz="2000" b="1" i="1">
                <a:latin typeface="Tahoma" pitchFamily="34" charset="0"/>
              </a:rPr>
              <a:t>&gt;&gt; CMTS</a:t>
            </a:r>
            <a:endParaRPr lang="en-GB" sz="1000" b="1" i="1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8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E9FBCC-54B6-4EBE-814E-98F849CABBA7}" type="slidenum">
              <a:rPr lang="en-US" smtClean="0">
                <a:latin typeface="Arial" charset="0"/>
              </a:rPr>
              <a:pPr/>
              <a:t>50</a:t>
            </a:fld>
            <a:endParaRPr lang="en-US">
              <a:latin typeface="Arial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2125" y="627063"/>
            <a:ext cx="3943350" cy="29591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597" y="3677179"/>
            <a:ext cx="5452406" cy="6726545"/>
          </a:xfrm>
          <a:noFill/>
          <a:ln/>
        </p:spPr>
        <p:txBody>
          <a:bodyPr/>
          <a:lstStyle/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 u="sng">
                <a:latin typeface="Arial" charset="0"/>
              </a:rPr>
              <a:t>IP services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>
                <a:latin typeface="Arial" charset="0"/>
              </a:rPr>
              <a:t>&gt;&gt;&gt;&gt;</a:t>
            </a:r>
            <a:r>
              <a:rPr lang="en-GB" sz="1800">
                <a:latin typeface="Arial" charset="0"/>
              </a:rPr>
              <a:t>	- SSw  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>
                <a:latin typeface="Arial" charset="0"/>
              </a:rPr>
              <a:t>&gt;&gt;&gt;&gt;</a:t>
            </a:r>
            <a:r>
              <a:rPr lang="en-GB" sz="1800">
                <a:latin typeface="Arial" charset="0"/>
              </a:rPr>
              <a:t>	- www  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>
                <a:latin typeface="Arial" charset="0"/>
              </a:rPr>
              <a:t>&gt;&gt;&gt;&gt;</a:t>
            </a:r>
            <a:r>
              <a:rPr lang="en-GB" sz="1800">
                <a:latin typeface="Arial" charset="0"/>
              </a:rPr>
              <a:t>	- Walled Garden    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>
                <a:latin typeface="Arial" charset="0"/>
              </a:rPr>
              <a:t>&gt;&gt;&gt;&gt;</a:t>
            </a:r>
            <a:r>
              <a:rPr lang="en-GB" sz="1800">
                <a:latin typeface="Arial" charset="0"/>
              </a:rPr>
              <a:t>	-  video headend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>
                <a:latin typeface="Arial" charset="0"/>
              </a:rPr>
              <a:t>		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u="sng">
                <a:latin typeface="Arial" charset="0"/>
              </a:rPr>
              <a:t>&gt;&gt;&gt;&gt; </a:t>
            </a:r>
            <a:r>
              <a:rPr lang="en-GB" sz="1800" b="1" u="sng">
                <a:latin typeface="Arial" charset="0"/>
              </a:rPr>
              <a:t>Network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>
                <a:latin typeface="Arial" charset="0"/>
              </a:rPr>
              <a:t>- (MSAN)   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>
                <a:latin typeface="Arial" charset="0"/>
              </a:rPr>
              <a:t>IP  Router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>
                <a:latin typeface="Arial" charset="0"/>
              </a:rPr>
              <a:t>- ASX4000, BXR 48000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endParaRPr lang="en-GB">
              <a:latin typeface="Arial" charset="0"/>
            </a:endParaRP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 u="sng">
                <a:latin typeface="Arial" charset="0"/>
              </a:rPr>
              <a:t>&gt;&gt;&gt;&gt; B-RAS</a:t>
            </a:r>
            <a:endParaRPr lang="en-GB">
              <a:latin typeface="Arial" charset="0"/>
            </a:endParaRP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>
                <a:latin typeface="Arial" charset="0"/>
              </a:rPr>
              <a:t>migrate to edge - to MSAN</a:t>
            </a:r>
            <a:endParaRPr lang="en-GB">
              <a:latin typeface="Arial" charset="0"/>
            </a:endParaRP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 i="1">
                <a:latin typeface="Arial" charset="0"/>
              </a:rPr>
              <a:t>	[more later]</a:t>
            </a:r>
            <a:endParaRPr lang="en-GB">
              <a:latin typeface="Arial" charset="0"/>
            </a:endParaRPr>
          </a:p>
          <a:p>
            <a:pPr algn="r"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 i="1">
                <a:latin typeface="Arial" charset="0"/>
              </a:rPr>
              <a:t>---------------------</a:t>
            </a:r>
          </a:p>
          <a:p>
            <a:pPr algn="r"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 i="1">
                <a:latin typeface="Arial" charset="0"/>
              </a:rPr>
              <a:t>Second Mile - Ethernet</a:t>
            </a:r>
          </a:p>
        </p:txBody>
      </p:sp>
    </p:spTree>
    <p:extLst>
      <p:ext uri="{BB962C8B-B14F-4D97-AF65-F5344CB8AC3E}">
        <p14:creationId xmlns:p14="http://schemas.microsoft.com/office/powerpoint/2010/main" val="1315116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160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0238B-0726-474E-B974-88CBDE8C0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416D4-773B-48A2-8963-76985CBDF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CD34A-EAD6-4A2B-83C8-A41A7A636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2F47E-1FAC-4F39-B0C2-6BDEE08DC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F5F79-2FCA-49FD-9F46-111551135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5E2EB-362B-43CF-A641-DDD132543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EFDB2-3113-4A37-B07C-D041BB6DF6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4BBE9-EDC8-4FC6-8E4A-9557837D9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7EF81-6B76-4DEC-98FB-1D4D8A5EAB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B5DE6-76C7-4CED-BEDC-D3B153CD27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64A3C-67AD-4626-8890-8B49EF23BC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 rot="10800000" flipH="1">
            <a:off x="0" y="0"/>
            <a:ext cx="9144000" cy="457200"/>
          </a:xfrm>
          <a:prstGeom prst="rect">
            <a:avLst/>
          </a:prstGeom>
          <a:gradFill rotWithShape="0">
            <a:gsLst>
              <a:gs pos="0">
                <a:srgbClr val="CCCC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0" y="6400800"/>
            <a:ext cx="91440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8" name="Rectangle 9"/>
          <p:cNvSpPr>
            <a:spLocks noChangeArrowheads="1"/>
          </p:cNvSpPr>
          <p:nvPr/>
        </p:nvSpPr>
        <p:spPr bwMode="auto">
          <a:xfrm>
            <a:off x="2387600" y="6591300"/>
            <a:ext cx="439261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GB" sz="1200" dirty="0">
                <a:solidFill>
                  <a:srgbClr val="000066"/>
                </a:solidFill>
              </a:rPr>
              <a:t> Broadcast </a:t>
            </a:r>
            <a:r>
              <a:rPr lang="en-GB" sz="1200">
                <a:solidFill>
                  <a:srgbClr val="000066"/>
                </a:solidFill>
              </a:rPr>
              <a:t>Technology DIG4143</a:t>
            </a:r>
            <a:endParaRPr lang="en-GB" sz="1200" dirty="0">
              <a:solidFill>
                <a:srgbClr val="000066"/>
              </a:solidFill>
            </a:endParaRPr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solidFill>
                  <a:srgbClr val="000066"/>
                </a:solidFill>
              </a:rPr>
              <a:t>jeremy.foss2@bcu.ac.uk</a:t>
            </a:r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5868988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200">
              <a:solidFill>
                <a:srgbClr val="000066"/>
              </a:solidFill>
            </a:endParaRPr>
          </a:p>
        </p:txBody>
      </p:sp>
      <p:sp>
        <p:nvSpPr>
          <p:cNvPr id="1031" name="Rectangle 13"/>
          <p:cNvSpPr>
            <a:spLocks noChangeArrowheads="1"/>
          </p:cNvSpPr>
          <p:nvPr/>
        </p:nvSpPr>
        <p:spPr bwMode="auto">
          <a:xfrm>
            <a:off x="0" y="0"/>
            <a:ext cx="3492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200" b="1">
              <a:solidFill>
                <a:srgbClr val="000066"/>
              </a:solidFill>
            </a:endParaRPr>
          </a:p>
          <a:p>
            <a:pPr>
              <a:defRPr/>
            </a:pPr>
            <a:endParaRPr lang="en-GB" sz="1200">
              <a:solidFill>
                <a:srgbClr val="000066"/>
              </a:solidFill>
            </a:endParaRPr>
          </a:p>
        </p:txBody>
      </p:sp>
      <p:sp>
        <p:nvSpPr>
          <p:cNvPr id="1032" name="Rectangle 15"/>
          <p:cNvSpPr>
            <a:spLocks noChangeArrowheads="1"/>
          </p:cNvSpPr>
          <p:nvPr userDrawn="1"/>
        </p:nvSpPr>
        <p:spPr bwMode="auto">
          <a:xfrm>
            <a:off x="624840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en-GB" sz="1200">
                <a:solidFill>
                  <a:srgbClr val="000066"/>
                </a:solidFill>
              </a:rPr>
              <a:t>Jerry Foss, CEng, MIET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7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6144C6-4CBB-464E-8B86-D02262D719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tatic1.squarespace.com/static/611bb457f3292d507d272477/t/611fb03337f7df3213b6c965/1629466676792/SDI+SMPTE+Primer.pdf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gif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hyperlink" Target="https://www.tvtechnology.com/opinions/new-standard-for-studio-video-over-ip-approved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3" Type="http://schemas.openxmlformats.org/officeDocument/2006/relationships/image" Target="../media/image43.jpeg"/><Relationship Id="rId7" Type="http://schemas.openxmlformats.org/officeDocument/2006/relationships/image" Target="../media/image47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g"/><Relationship Id="rId5" Type="http://schemas.openxmlformats.org/officeDocument/2006/relationships/image" Target="../media/image45.jpg"/><Relationship Id="rId10" Type="http://schemas.openxmlformats.org/officeDocument/2006/relationships/image" Target="../media/image50.jpeg"/><Relationship Id="rId4" Type="http://schemas.openxmlformats.org/officeDocument/2006/relationships/image" Target="../media/image44.jpeg"/><Relationship Id="rId9" Type="http://schemas.openxmlformats.org/officeDocument/2006/relationships/image" Target="../media/image49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vb.org/standards/factsheets" TargetMode="Externa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pte.org/top-standards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gif"/><Relationship Id="rId3" Type="http://schemas.openxmlformats.org/officeDocument/2006/relationships/image" Target="../media/image57.png"/><Relationship Id="rId7" Type="http://schemas.openxmlformats.org/officeDocument/2006/relationships/image" Target="../media/image60.gi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oleObject" Target="../embeddings/oleObject2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eam.com.ph/howdreamworks/hwd_schematic.asp" TargetMode="Externa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gif"/><Relationship Id="rId5" Type="http://schemas.openxmlformats.org/officeDocument/2006/relationships/image" Target="../media/image78.png"/><Relationship Id="rId4" Type="http://schemas.openxmlformats.org/officeDocument/2006/relationships/image" Target="../media/image77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oleObject" Target="../embeddings/oleObject6.bin"/><Relationship Id="rId3" Type="http://schemas.openxmlformats.org/officeDocument/2006/relationships/image" Target="../media/image81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oleObject" Target="../embeddings/oleObject5.bin"/><Relationship Id="rId5" Type="http://schemas.openxmlformats.org/officeDocument/2006/relationships/image" Target="../media/image83.wmf"/><Relationship Id="rId15" Type="http://schemas.openxmlformats.org/officeDocument/2006/relationships/image" Target="../media/image87.png"/><Relationship Id="rId10" Type="http://schemas.openxmlformats.org/officeDocument/2006/relationships/image" Target="../media/image57.png"/><Relationship Id="rId4" Type="http://schemas.openxmlformats.org/officeDocument/2006/relationships/image" Target="../media/image82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83.wmf"/><Relationship Id="rId7" Type="http://schemas.openxmlformats.org/officeDocument/2006/relationships/oleObject" Target="../embeddings/oleObject8.bin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89.png"/><Relationship Id="rId4" Type="http://schemas.openxmlformats.org/officeDocument/2006/relationships/image" Target="../media/image84.png"/><Relationship Id="rId9" Type="http://schemas.openxmlformats.org/officeDocument/2006/relationships/image" Target="../media/image61.gi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hyperlink" Target="http://www.streamingmedia.com/Articles/ReadArticle.aspx?ArticleID=79041" TargetMode="Externa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bitmovin.com/container-formats-fun-1/" TargetMode="Externa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bitmovin.com/container-formats-fun-1/" TargetMode="Externa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itmovin.com/what-is-cmaf-threat-opportunity/" TargetMode="Externa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1809750"/>
            <a:ext cx="9144000" cy="326231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CC99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6147" name="Text Box 9"/>
          <p:cNvSpPr txBox="1">
            <a:spLocks noChangeArrowheads="1"/>
          </p:cNvSpPr>
          <p:nvPr/>
        </p:nvSpPr>
        <p:spPr bwMode="auto">
          <a:xfrm>
            <a:off x="612775" y="2058988"/>
            <a:ext cx="8561388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/>
              <a:t>Broadcast Technology</a:t>
            </a:r>
          </a:p>
          <a:p>
            <a:endParaRPr lang="en-GB" sz="2400" dirty="0"/>
          </a:p>
          <a:p>
            <a:r>
              <a:rPr lang="en-GB" sz="2800" b="1"/>
              <a:t>From SDI to IP workflows;</a:t>
            </a:r>
          </a:p>
          <a:p>
            <a:r>
              <a:rPr lang="en-GB" sz="2800" b="1"/>
              <a:t>and from DAB to DASH distribution</a:t>
            </a:r>
            <a:endParaRPr lang="en-GB" sz="2800" b="1" dirty="0"/>
          </a:p>
          <a:p>
            <a:endParaRPr lang="en-GB" sz="3200" dirty="0"/>
          </a:p>
          <a:p>
            <a:r>
              <a:rPr lang="en-GB" sz="2800" dirty="0"/>
              <a:t>Jerry Foss</a:t>
            </a:r>
          </a:p>
          <a:p>
            <a:r>
              <a:rPr lang="en-GB" dirty="0"/>
              <a:t>jeremy</a:t>
            </a:r>
            <a:r>
              <a:rPr lang="en-GB"/>
              <a:t>.foss2@</a:t>
            </a:r>
            <a:r>
              <a:rPr lang="en-GB" dirty="0"/>
              <a:t>bcu.ac.uk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B693090-63C6-BED4-6236-4CEE6B60BA61}"/>
              </a:ext>
            </a:extLst>
          </p:cNvPr>
          <p:cNvSpPr/>
          <p:nvPr/>
        </p:nvSpPr>
        <p:spPr bwMode="auto">
          <a:xfrm>
            <a:off x="4189949" y="797142"/>
            <a:ext cx="4543983" cy="5550318"/>
          </a:xfrm>
          <a:prstGeom prst="roundRect">
            <a:avLst>
              <a:gd name="adj" fmla="val 7407"/>
            </a:avLst>
          </a:prstGeom>
          <a:solidFill>
            <a:srgbClr val="EEFCAA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9CEED25-547F-5673-ABC9-C08B651719E8}"/>
              </a:ext>
            </a:extLst>
          </p:cNvPr>
          <p:cNvSpPr/>
          <p:nvPr/>
        </p:nvSpPr>
        <p:spPr bwMode="auto">
          <a:xfrm>
            <a:off x="416026" y="833972"/>
            <a:ext cx="3620770" cy="5444908"/>
          </a:xfrm>
          <a:prstGeom prst="roundRect">
            <a:avLst>
              <a:gd name="adj" fmla="val 740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59A08AEF-E5DE-03AB-409D-11195E957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" y="366068"/>
            <a:ext cx="24432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This Session …</a:t>
            </a:r>
            <a:endParaRPr lang="en-GB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DFD189-0557-3E49-CACB-74FE7F10D87B}"/>
              </a:ext>
            </a:extLst>
          </p:cNvPr>
          <p:cNvSpPr txBox="1"/>
          <p:nvPr/>
        </p:nvSpPr>
        <p:spPr>
          <a:xfrm>
            <a:off x="450594" y="908899"/>
            <a:ext cx="165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Production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BA6FBE-BFF9-0995-C947-8B2DB9CD33A3}"/>
              </a:ext>
            </a:extLst>
          </p:cNvPr>
          <p:cNvSpPr txBox="1"/>
          <p:nvPr/>
        </p:nvSpPr>
        <p:spPr>
          <a:xfrm>
            <a:off x="4204981" y="905510"/>
            <a:ext cx="165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AFD84-A6C9-5E36-ED8D-78B87A5E6A2B}"/>
              </a:ext>
            </a:extLst>
          </p:cNvPr>
          <p:cNvSpPr txBox="1"/>
          <p:nvPr/>
        </p:nvSpPr>
        <p:spPr>
          <a:xfrm>
            <a:off x="450594" y="1350179"/>
            <a:ext cx="2559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(Analogue/historical)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33EB98-4AC9-FAE7-3EBA-8EDE3AAB371E}"/>
              </a:ext>
            </a:extLst>
          </p:cNvPr>
          <p:cNvSpPr txBox="1"/>
          <p:nvPr/>
        </p:nvSpPr>
        <p:spPr>
          <a:xfrm>
            <a:off x="1292361" y="2341676"/>
            <a:ext cx="1014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Digital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B4ED0C-D48A-F1C1-75A3-CC3DF7DD96A0}"/>
              </a:ext>
            </a:extLst>
          </p:cNvPr>
          <p:cNvSpPr txBox="1"/>
          <p:nvPr/>
        </p:nvSpPr>
        <p:spPr>
          <a:xfrm>
            <a:off x="1829338" y="2843447"/>
            <a:ext cx="2360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SDI Workflows</a:t>
            </a:r>
          </a:p>
          <a:p>
            <a:r>
              <a:rPr lang="en-GB"/>
              <a:t>     (inc NDI)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3F20D7-C275-CA80-F758-0322CB60C785}"/>
              </a:ext>
            </a:extLst>
          </p:cNvPr>
          <p:cNvSpPr txBox="1"/>
          <p:nvPr/>
        </p:nvSpPr>
        <p:spPr>
          <a:xfrm>
            <a:off x="2388138" y="3920665"/>
            <a:ext cx="18018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IP Workflows</a:t>
            </a:r>
          </a:p>
          <a:p>
            <a:pPr marL="182563"/>
            <a:r>
              <a:rPr lang="en-GB" sz="1400">
                <a:solidFill>
                  <a:srgbClr val="FF0000"/>
                </a:solidFill>
              </a:rPr>
              <a:t>SMPTE 2022 SMPTE 2110</a:t>
            </a:r>
          </a:p>
          <a:p>
            <a:pPr marL="182563"/>
            <a:r>
              <a:rPr lang="en-GB" sz="1400">
                <a:solidFill>
                  <a:srgbClr val="FF0000"/>
                </a:solidFill>
              </a:rPr>
              <a:t>PTP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24C0E8-3B16-733B-0931-E963468B6B31}"/>
              </a:ext>
            </a:extLst>
          </p:cNvPr>
          <p:cNvSpPr txBox="1"/>
          <p:nvPr/>
        </p:nvSpPr>
        <p:spPr>
          <a:xfrm>
            <a:off x="4204981" y="1346790"/>
            <a:ext cx="4191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Analogue Terrestrial, </a:t>
            </a:r>
          </a:p>
          <a:p>
            <a:r>
              <a:rPr lang="en-GB"/>
              <a:t>     …. Cable TV, </a:t>
            </a:r>
          </a:p>
          <a:p>
            <a:r>
              <a:rPr lang="en-GB"/>
              <a:t>	…. CATV </a:t>
            </a:r>
            <a:r>
              <a:rPr lang="en-GB" sz="1100"/>
              <a:t>(community antenna (US))</a:t>
            </a:r>
          </a:p>
          <a:p>
            <a:r>
              <a:rPr lang="en-GB"/>
              <a:t>	        …. 	Satellite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4C68C-9DB1-4F42-AFC3-3BF6257FD5F2}"/>
              </a:ext>
            </a:extLst>
          </p:cNvPr>
          <p:cNvSpPr txBox="1"/>
          <p:nvPr/>
        </p:nvSpPr>
        <p:spPr>
          <a:xfrm>
            <a:off x="4918159" y="3217925"/>
            <a:ext cx="2559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Digital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98C8F-D633-9115-F858-9C9935B4784F}"/>
              </a:ext>
            </a:extLst>
          </p:cNvPr>
          <p:cNvSpPr txBox="1"/>
          <p:nvPr/>
        </p:nvSpPr>
        <p:spPr>
          <a:xfrm>
            <a:off x="5520198" y="3645298"/>
            <a:ext cx="300658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DVB –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>
                <a:solidFill>
                  <a:srgbClr val="FF0000"/>
                </a:solidFill>
              </a:rPr>
              <a:t>Terrestrial – DVB-T / T2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>
                <a:solidFill>
                  <a:srgbClr val="FF0000"/>
                </a:solidFill>
              </a:rPr>
              <a:t>Cable TV – DVB-C / C2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>
                <a:solidFill>
                  <a:srgbClr val="FF0000"/>
                </a:solidFill>
              </a:rPr>
              <a:t>Satellite – DVB-S / S2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>
                <a:solidFill>
                  <a:srgbClr val="FF0000"/>
                </a:solidFill>
              </a:rPr>
              <a:t>Telco Broadband </a:t>
            </a:r>
          </a:p>
          <a:p>
            <a:pPr lvl="1"/>
            <a:r>
              <a:rPr lang="en-GB" sz="1400">
                <a:solidFill>
                  <a:srgbClr val="FF0000"/>
                </a:solidFill>
              </a:rPr>
              <a:t>– DVB-I (IPTV)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i="1"/>
              <a:t>DAB Radio</a:t>
            </a:r>
          </a:p>
          <a:p>
            <a:pPr lvl="1"/>
            <a:endParaRPr lang="en-GB" sz="1400"/>
          </a:p>
          <a:p>
            <a:r>
              <a:rPr lang="en-GB" sz="1400"/>
              <a:t>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>
                <a:solidFill>
                  <a:srgbClr val="FF0000"/>
                </a:solidFill>
              </a:rPr>
              <a:t>http (HLS, DASH)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/>
              <a:t>inc mobile 5G, 6G, etc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8703D8-428C-65E9-6186-212DB209A8B3}"/>
              </a:ext>
            </a:extLst>
          </p:cNvPr>
          <p:cNvSpPr txBox="1"/>
          <p:nvPr/>
        </p:nvSpPr>
        <p:spPr>
          <a:xfrm>
            <a:off x="2979490" y="4945304"/>
            <a:ext cx="944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5G, 6G, </a:t>
            </a:r>
          </a:p>
          <a:p>
            <a:r>
              <a:rPr lang="en-GB"/>
              <a:t>etc</a:t>
            </a:r>
            <a:endParaRPr lang="en-GB" sz="14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3A8D74-028B-9671-3B85-D70AE0163B8C}"/>
              </a:ext>
            </a:extLst>
          </p:cNvPr>
          <p:cNvSpPr txBox="1"/>
          <p:nvPr/>
        </p:nvSpPr>
        <p:spPr>
          <a:xfrm>
            <a:off x="6749557" y="2712642"/>
            <a:ext cx="17772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i="1"/>
              <a:t>(Web, downloads, etc)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A94E2E7-3677-BC00-11A6-FD06C15559F7}"/>
              </a:ext>
            </a:extLst>
          </p:cNvPr>
          <p:cNvGrpSpPr/>
          <p:nvPr/>
        </p:nvGrpSpPr>
        <p:grpSpPr>
          <a:xfrm>
            <a:off x="756137" y="1688733"/>
            <a:ext cx="553173" cy="806945"/>
            <a:chOff x="756137" y="1936626"/>
            <a:chExt cx="553173" cy="6657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E47AE9E-8AE1-AD3A-FE73-825F46C9200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41204" y="2602358"/>
              <a:ext cx="368106" cy="0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2B5DF544-5D66-D727-6A83-C782A5A9A396}"/>
                </a:ext>
              </a:extLst>
            </p:cNvPr>
            <p:cNvSpPr/>
            <p:nvPr/>
          </p:nvSpPr>
          <p:spPr bwMode="auto">
            <a:xfrm rot="10800000">
              <a:off x="756137" y="2180970"/>
              <a:ext cx="421747" cy="421388"/>
            </a:xfrm>
            <a:prstGeom prst="arc">
              <a:avLst/>
            </a:prstGeom>
            <a:noFill/>
            <a:ln w="508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8D2830E-9D92-370B-6611-2F7AB2EC814F}"/>
                </a:ext>
              </a:extLst>
            </p:cNvPr>
            <p:cNvCxnSpPr/>
            <p:nvPr/>
          </p:nvCxnSpPr>
          <p:spPr bwMode="auto">
            <a:xfrm>
              <a:off x="756137" y="1936626"/>
              <a:ext cx="0" cy="488687"/>
            </a:xfrm>
            <a:prstGeom prst="line">
              <a:avLst/>
            </a:prstGeom>
            <a:solidFill>
              <a:schemeClr val="accent1"/>
            </a:solidFill>
            <a:ln w="508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09CECB5-178D-1E9D-51A8-CF89D7BEC137}"/>
              </a:ext>
            </a:extLst>
          </p:cNvPr>
          <p:cNvGrpSpPr/>
          <p:nvPr/>
        </p:nvGrpSpPr>
        <p:grpSpPr>
          <a:xfrm>
            <a:off x="1477015" y="2609252"/>
            <a:ext cx="443226" cy="359428"/>
            <a:chOff x="756137" y="1936626"/>
            <a:chExt cx="553173" cy="665732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7BEA7F2-5BFF-0B8E-E53B-D634AA760CC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41204" y="2602358"/>
              <a:ext cx="368106" cy="0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69F3FC4D-53E5-264C-9FA1-575B301E13C6}"/>
                </a:ext>
              </a:extLst>
            </p:cNvPr>
            <p:cNvSpPr/>
            <p:nvPr/>
          </p:nvSpPr>
          <p:spPr bwMode="auto">
            <a:xfrm rot="10800000">
              <a:off x="756137" y="2180970"/>
              <a:ext cx="421747" cy="421388"/>
            </a:xfrm>
            <a:prstGeom prst="arc">
              <a:avLst/>
            </a:prstGeom>
            <a:noFill/>
            <a:ln w="508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CB927ED-2185-D3A0-12FF-B9E2C74BB92C}"/>
                </a:ext>
              </a:extLst>
            </p:cNvPr>
            <p:cNvCxnSpPr/>
            <p:nvPr/>
          </p:nvCxnSpPr>
          <p:spPr bwMode="auto">
            <a:xfrm>
              <a:off x="756137" y="1936626"/>
              <a:ext cx="0" cy="488687"/>
            </a:xfrm>
            <a:prstGeom prst="line">
              <a:avLst/>
            </a:prstGeom>
            <a:solidFill>
              <a:schemeClr val="accent1"/>
            </a:solidFill>
            <a:ln w="508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25504AB-15D3-1BDA-8B00-55C824925FA3}"/>
              </a:ext>
            </a:extLst>
          </p:cNvPr>
          <p:cNvGrpSpPr/>
          <p:nvPr/>
        </p:nvGrpSpPr>
        <p:grpSpPr>
          <a:xfrm>
            <a:off x="2059025" y="3182002"/>
            <a:ext cx="391939" cy="885660"/>
            <a:chOff x="756137" y="1936626"/>
            <a:chExt cx="553173" cy="665732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87D8785-C5C2-9CFC-899A-457C55BDE66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41204" y="2602358"/>
              <a:ext cx="368106" cy="0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75D93223-F293-C07B-CD8D-D5B2C81E7D02}"/>
                </a:ext>
              </a:extLst>
            </p:cNvPr>
            <p:cNvSpPr/>
            <p:nvPr/>
          </p:nvSpPr>
          <p:spPr bwMode="auto">
            <a:xfrm rot="10800000">
              <a:off x="756137" y="2180970"/>
              <a:ext cx="421747" cy="421388"/>
            </a:xfrm>
            <a:prstGeom prst="arc">
              <a:avLst/>
            </a:prstGeom>
            <a:noFill/>
            <a:ln w="508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A7A92FC-FC3F-CF9F-5BC3-E1E621862366}"/>
                </a:ext>
              </a:extLst>
            </p:cNvPr>
            <p:cNvCxnSpPr/>
            <p:nvPr/>
          </p:nvCxnSpPr>
          <p:spPr bwMode="auto">
            <a:xfrm>
              <a:off x="756137" y="1936626"/>
              <a:ext cx="0" cy="488687"/>
            </a:xfrm>
            <a:prstGeom prst="line">
              <a:avLst/>
            </a:prstGeom>
            <a:solidFill>
              <a:schemeClr val="accent1"/>
            </a:solidFill>
            <a:ln w="508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2519CEF-1458-0303-A3E0-8A9B4C0C5F8D}"/>
              </a:ext>
            </a:extLst>
          </p:cNvPr>
          <p:cNvGrpSpPr/>
          <p:nvPr/>
        </p:nvGrpSpPr>
        <p:grpSpPr>
          <a:xfrm>
            <a:off x="4428721" y="1699335"/>
            <a:ext cx="525331" cy="1672903"/>
            <a:chOff x="756137" y="1936626"/>
            <a:chExt cx="553173" cy="665732"/>
          </a:xfrm>
        </p:grpSpPr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C7BAD316-05D3-C16B-5CF7-F8AD8885B19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41204" y="2602358"/>
              <a:ext cx="368106" cy="0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75D06EFD-5342-B2EA-1720-E4DAA8016384}"/>
                </a:ext>
              </a:extLst>
            </p:cNvPr>
            <p:cNvSpPr/>
            <p:nvPr/>
          </p:nvSpPr>
          <p:spPr bwMode="auto">
            <a:xfrm rot="10800000">
              <a:off x="756137" y="2180970"/>
              <a:ext cx="421747" cy="421388"/>
            </a:xfrm>
            <a:prstGeom prst="arc">
              <a:avLst/>
            </a:prstGeom>
            <a:noFill/>
            <a:ln w="508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9B9BFC1-BF1E-9504-8742-87557AD39132}"/>
                </a:ext>
              </a:extLst>
            </p:cNvPr>
            <p:cNvCxnSpPr/>
            <p:nvPr/>
          </p:nvCxnSpPr>
          <p:spPr bwMode="auto">
            <a:xfrm>
              <a:off x="756137" y="1936626"/>
              <a:ext cx="0" cy="488687"/>
            </a:xfrm>
            <a:prstGeom prst="line">
              <a:avLst/>
            </a:prstGeom>
            <a:solidFill>
              <a:schemeClr val="accent1"/>
            </a:solidFill>
            <a:ln w="508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CF9EE1C-BDCC-48D1-546E-209E91478FC9}"/>
              </a:ext>
            </a:extLst>
          </p:cNvPr>
          <p:cNvGrpSpPr/>
          <p:nvPr/>
        </p:nvGrpSpPr>
        <p:grpSpPr>
          <a:xfrm>
            <a:off x="5086792" y="3542043"/>
            <a:ext cx="492473" cy="238199"/>
            <a:chOff x="756137" y="1936626"/>
            <a:chExt cx="553173" cy="665732"/>
          </a:xfrm>
        </p:grpSpPr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78994795-3FD4-CC24-03DC-48F97552C4C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41204" y="2602358"/>
              <a:ext cx="368106" cy="0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79E55CDD-B413-0133-B958-15FB8FEB65B3}"/>
                </a:ext>
              </a:extLst>
            </p:cNvPr>
            <p:cNvSpPr/>
            <p:nvPr/>
          </p:nvSpPr>
          <p:spPr bwMode="auto">
            <a:xfrm rot="10800000">
              <a:off x="756137" y="2180970"/>
              <a:ext cx="421747" cy="421388"/>
            </a:xfrm>
            <a:prstGeom prst="arc">
              <a:avLst/>
            </a:prstGeom>
            <a:noFill/>
            <a:ln w="508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C7E7235-6196-D398-0FFA-1C62732DC604}"/>
                </a:ext>
              </a:extLst>
            </p:cNvPr>
            <p:cNvCxnSpPr/>
            <p:nvPr/>
          </p:nvCxnSpPr>
          <p:spPr bwMode="auto">
            <a:xfrm>
              <a:off x="756137" y="1936626"/>
              <a:ext cx="0" cy="488687"/>
            </a:xfrm>
            <a:prstGeom prst="line">
              <a:avLst/>
            </a:prstGeom>
            <a:solidFill>
              <a:schemeClr val="accent1"/>
            </a:solidFill>
            <a:ln w="508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B47D2F6-2205-91E7-9ED7-15F5D1C212D0}"/>
              </a:ext>
            </a:extLst>
          </p:cNvPr>
          <p:cNvGrpSpPr/>
          <p:nvPr/>
        </p:nvGrpSpPr>
        <p:grpSpPr>
          <a:xfrm>
            <a:off x="5104378" y="3832850"/>
            <a:ext cx="415819" cy="1697226"/>
            <a:chOff x="756137" y="1936626"/>
            <a:chExt cx="553173" cy="665732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FBC3671-BD26-14C4-4EA4-909D8CCBD21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41204" y="2602358"/>
              <a:ext cx="368106" cy="0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3" name="Arc 82">
              <a:extLst>
                <a:ext uri="{FF2B5EF4-FFF2-40B4-BE49-F238E27FC236}">
                  <a16:creationId xmlns:a16="http://schemas.microsoft.com/office/drawing/2014/main" id="{EC8E705A-908E-C8C7-3A25-498B6C4361B6}"/>
                </a:ext>
              </a:extLst>
            </p:cNvPr>
            <p:cNvSpPr/>
            <p:nvPr/>
          </p:nvSpPr>
          <p:spPr bwMode="auto">
            <a:xfrm rot="10800000">
              <a:off x="756137" y="2180970"/>
              <a:ext cx="421747" cy="421388"/>
            </a:xfrm>
            <a:prstGeom prst="arc">
              <a:avLst/>
            </a:prstGeom>
            <a:noFill/>
            <a:ln w="508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A8808AE-FA2E-3F95-C7AF-0AD88166CCF1}"/>
                </a:ext>
              </a:extLst>
            </p:cNvPr>
            <p:cNvCxnSpPr/>
            <p:nvPr/>
          </p:nvCxnSpPr>
          <p:spPr bwMode="auto">
            <a:xfrm>
              <a:off x="756137" y="1936626"/>
              <a:ext cx="0" cy="488687"/>
            </a:xfrm>
            <a:prstGeom prst="line">
              <a:avLst/>
            </a:prstGeom>
            <a:solidFill>
              <a:schemeClr val="accent1"/>
            </a:solidFill>
            <a:ln w="508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5318188-4455-00B3-CDAB-DC5FEBED0090}"/>
              </a:ext>
            </a:extLst>
          </p:cNvPr>
          <p:cNvGrpSpPr/>
          <p:nvPr/>
        </p:nvGrpSpPr>
        <p:grpSpPr>
          <a:xfrm flipH="1">
            <a:off x="7419406" y="3012724"/>
            <a:ext cx="761756" cy="2708033"/>
            <a:chOff x="756137" y="1936626"/>
            <a:chExt cx="553173" cy="665732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2A76219E-01D2-DEFC-1878-F90DA0F8582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41204" y="2602358"/>
              <a:ext cx="368106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C0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87" name="Arc 86">
              <a:extLst>
                <a:ext uri="{FF2B5EF4-FFF2-40B4-BE49-F238E27FC236}">
                  <a16:creationId xmlns:a16="http://schemas.microsoft.com/office/drawing/2014/main" id="{20AE5DA7-73D8-0E1F-969E-4C1BB32F6E0F}"/>
                </a:ext>
              </a:extLst>
            </p:cNvPr>
            <p:cNvSpPr/>
            <p:nvPr/>
          </p:nvSpPr>
          <p:spPr bwMode="auto">
            <a:xfrm rot="10800000">
              <a:off x="756137" y="2180970"/>
              <a:ext cx="421747" cy="421388"/>
            </a:xfrm>
            <a:prstGeom prst="arc">
              <a:avLst/>
            </a:prstGeom>
            <a:noFill/>
            <a:ln w="25400" cap="flat" cmpd="sng" algn="ctr">
              <a:solidFill>
                <a:srgbClr val="FFC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1A72714-6F8D-8E8A-674A-B9247CEDA4D3}"/>
                </a:ext>
              </a:extLst>
            </p:cNvPr>
            <p:cNvCxnSpPr/>
            <p:nvPr/>
          </p:nvCxnSpPr>
          <p:spPr bwMode="auto">
            <a:xfrm>
              <a:off x="756137" y="1936626"/>
              <a:ext cx="0" cy="488687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C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B1ED950-AEBB-A9FA-9CD7-C88CA559497D}"/>
              </a:ext>
            </a:extLst>
          </p:cNvPr>
          <p:cNvGrpSpPr/>
          <p:nvPr/>
        </p:nvGrpSpPr>
        <p:grpSpPr>
          <a:xfrm>
            <a:off x="2493133" y="4209067"/>
            <a:ext cx="516511" cy="869648"/>
            <a:chOff x="756137" y="1936626"/>
            <a:chExt cx="553173" cy="665732"/>
          </a:xfrm>
        </p:grpSpPr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BFFD68C9-3CB7-42D8-FE0F-B8F688C2A56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41204" y="2602358"/>
              <a:ext cx="368106" cy="0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1" name="Arc 90">
              <a:extLst>
                <a:ext uri="{FF2B5EF4-FFF2-40B4-BE49-F238E27FC236}">
                  <a16:creationId xmlns:a16="http://schemas.microsoft.com/office/drawing/2014/main" id="{12C27019-302D-C178-9643-695612B4DCC9}"/>
                </a:ext>
              </a:extLst>
            </p:cNvPr>
            <p:cNvSpPr/>
            <p:nvPr/>
          </p:nvSpPr>
          <p:spPr bwMode="auto">
            <a:xfrm rot="10800000">
              <a:off x="756137" y="2180970"/>
              <a:ext cx="421747" cy="421388"/>
            </a:xfrm>
            <a:prstGeom prst="arc">
              <a:avLst/>
            </a:prstGeom>
            <a:noFill/>
            <a:ln w="508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1460E5E-2317-22A2-2DC1-D7D44B50A88C}"/>
                </a:ext>
              </a:extLst>
            </p:cNvPr>
            <p:cNvCxnSpPr/>
            <p:nvPr/>
          </p:nvCxnSpPr>
          <p:spPr bwMode="auto">
            <a:xfrm>
              <a:off x="756137" y="1936626"/>
              <a:ext cx="0" cy="488687"/>
            </a:xfrm>
            <a:prstGeom prst="line">
              <a:avLst/>
            </a:prstGeom>
            <a:solidFill>
              <a:schemeClr val="accent1"/>
            </a:solidFill>
            <a:ln w="508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336FF1C-54B6-24BD-98CE-4A18D6D7B0F6}"/>
              </a:ext>
            </a:extLst>
          </p:cNvPr>
          <p:cNvSpPr txBox="1"/>
          <p:nvPr/>
        </p:nvSpPr>
        <p:spPr>
          <a:xfrm>
            <a:off x="617220" y="5623918"/>
            <a:ext cx="388242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000"/>
              <a:t>This lecture will address the </a:t>
            </a:r>
            <a:r>
              <a:rPr lang="en-GB" sz="1000">
                <a:solidFill>
                  <a:srgbClr val="FF0000"/>
                </a:solidFill>
              </a:rPr>
              <a:t>red topics </a:t>
            </a:r>
            <a:r>
              <a:rPr lang="en-GB" sz="1000"/>
              <a:t>as an introduction and in a context in this evolution of the broadcast industry. </a:t>
            </a:r>
          </a:p>
        </p:txBody>
      </p:sp>
    </p:spTree>
    <p:extLst>
      <p:ext uri="{BB962C8B-B14F-4D97-AF65-F5344CB8AC3E}">
        <p14:creationId xmlns:p14="http://schemas.microsoft.com/office/powerpoint/2010/main" val="2922372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D7704B-11C7-4EDE-D160-E9477DAD4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489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A6CAF7-11A0-305B-4659-8192826E1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2317"/>
            <a:ext cx="9144000" cy="501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162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E6F3BF-250D-61B9-33C4-3B3F52FF5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035496"/>
            <a:ext cx="8353424" cy="478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51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E895045-4BBB-47CF-C0C7-69563F9CA7D1}"/>
              </a:ext>
            </a:extLst>
          </p:cNvPr>
          <p:cNvGrpSpPr/>
          <p:nvPr/>
        </p:nvGrpSpPr>
        <p:grpSpPr>
          <a:xfrm>
            <a:off x="395288" y="368300"/>
            <a:ext cx="8472488" cy="4774724"/>
            <a:chOff x="335756" y="1041638"/>
            <a:chExt cx="8472488" cy="477472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7939556-7BC6-86E0-9C53-CEFCD5522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756" y="1041638"/>
              <a:ext cx="8472488" cy="477472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78599C9-A8E8-B84D-E726-AE605EFFCC12}"/>
                </a:ext>
              </a:extLst>
            </p:cNvPr>
            <p:cNvSpPr txBox="1"/>
            <p:nvPr/>
          </p:nvSpPr>
          <p:spPr>
            <a:xfrm>
              <a:off x="2948940" y="1729740"/>
              <a:ext cx="594360" cy="261610"/>
            </a:xfrm>
            <a:prstGeom prst="rect">
              <a:avLst/>
            </a:prstGeom>
            <a:solidFill>
              <a:srgbClr val="FFFFCC"/>
            </a:solidFill>
          </p:spPr>
          <p:txBody>
            <a:bodyPr wrap="square" rtlCol="0">
              <a:spAutoFit/>
            </a:bodyPr>
            <a:lstStyle/>
            <a:p>
              <a:r>
                <a:rPr lang="en-GB" sz="1100">
                  <a:solidFill>
                    <a:schemeClr val="accent2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0.07B’</a:t>
              </a:r>
              <a:endParaRPr lang="en-GB">
                <a:solidFill>
                  <a:schemeClr val="accent2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91CC6FF-6424-FF1C-410C-A17ADE44DCE5}"/>
                </a:ext>
              </a:extLst>
            </p:cNvPr>
            <p:cNvSpPr txBox="1"/>
            <p:nvPr/>
          </p:nvSpPr>
          <p:spPr>
            <a:xfrm>
              <a:off x="5140929" y="2149457"/>
              <a:ext cx="1040670" cy="230832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GB" sz="900">
                  <a:latin typeface="Lato Heavy" panose="020F0502020204030203" pitchFamily="34" charset="0"/>
                  <a:ea typeface="Lato Heavy" panose="020F0502020204030203" pitchFamily="34" charset="0"/>
                  <a:cs typeface="Lato Heavy" panose="020F0502020204030203" pitchFamily="34" charset="0"/>
                </a:rPr>
                <a:t>BT.601 standard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AD40C91-47F4-262E-B6E7-D8F01B3FD98E}"/>
                </a:ext>
              </a:extLst>
            </p:cNvPr>
            <p:cNvSpPr txBox="1"/>
            <p:nvPr/>
          </p:nvSpPr>
          <p:spPr>
            <a:xfrm>
              <a:off x="5140929" y="1721390"/>
              <a:ext cx="1039067" cy="230832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GB" sz="900" b="1">
                  <a:latin typeface="Lato Heavy" panose="020F0502020204030203" pitchFamily="34" charset="0"/>
                  <a:ea typeface="Lato Heavy" panose="020F0502020204030203" pitchFamily="34" charset="0"/>
                  <a:cs typeface="Lato Heavy" panose="020F0502020204030203" pitchFamily="34" charset="0"/>
                </a:rPr>
                <a:t>BT.709 standard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BF62DEA-848C-AADF-30AA-445DC460ACD7}"/>
                </a:ext>
              </a:extLst>
            </p:cNvPr>
            <p:cNvCxnSpPr>
              <a:cxnSpLocks/>
              <a:stCxn id="3" idx="1"/>
            </p:cNvCxnSpPr>
            <p:nvPr/>
          </p:nvCxnSpPr>
          <p:spPr bwMode="auto">
            <a:xfrm flipH="1" flipV="1">
              <a:off x="4823460" y="2149457"/>
              <a:ext cx="317469" cy="11541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FC5787F-0C5E-7578-CB4D-B89A1062B0F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23460" y="1860545"/>
              <a:ext cx="31746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42BB6A-19F8-5F62-4EB3-ECFC38C4405A}"/>
                </a:ext>
              </a:extLst>
            </p:cNvPr>
            <p:cNvSpPr txBox="1"/>
            <p:nvPr/>
          </p:nvSpPr>
          <p:spPr>
            <a:xfrm>
              <a:off x="1351311" y="1467474"/>
              <a:ext cx="164019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50">
                  <a:latin typeface="Lato Heavy" panose="020F0502020204030203" pitchFamily="34" charset="0"/>
                  <a:ea typeface="Lato Heavy" panose="020F0502020204030203" pitchFamily="34" charset="0"/>
                  <a:cs typeface="Lato Heavy" panose="020F0502020204030203" pitchFamily="34" charset="0"/>
                </a:rPr>
                <a:t>Luma encoding formula: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7247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D92115-DBC8-11BB-65B1-149F0DE99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368916"/>
            <a:ext cx="8353424" cy="471614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70D5714-6461-746E-B811-53CD7775A956}"/>
              </a:ext>
            </a:extLst>
          </p:cNvPr>
          <p:cNvSpPr/>
          <p:nvPr/>
        </p:nvSpPr>
        <p:spPr bwMode="auto">
          <a:xfrm>
            <a:off x="4038600" y="913426"/>
            <a:ext cx="4886960" cy="3627120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0BB69B-3995-F211-1DB5-9AF8869A8AAB}"/>
              </a:ext>
            </a:extLst>
          </p:cNvPr>
          <p:cNvSpPr txBox="1"/>
          <p:nvPr/>
        </p:nvSpPr>
        <p:spPr>
          <a:xfrm>
            <a:off x="4153145" y="1109089"/>
            <a:ext cx="1778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The Luma signal (Y’)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126CDD-B04E-898F-05C3-AAEFF10F35DA}"/>
              </a:ext>
            </a:extLst>
          </p:cNvPr>
          <p:cNvCxnSpPr>
            <a:cxnSpLocks/>
          </p:cNvCxnSpPr>
          <p:nvPr/>
        </p:nvCxnSpPr>
        <p:spPr bwMode="auto">
          <a:xfrm flipV="1">
            <a:off x="1264182" y="1217824"/>
            <a:ext cx="1404047" cy="3598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9E1631-C71C-369F-6008-08A970F1091C}"/>
              </a:ext>
            </a:extLst>
          </p:cNvPr>
          <p:cNvCxnSpPr>
            <a:cxnSpLocks/>
          </p:cNvCxnSpPr>
          <p:nvPr/>
        </p:nvCxnSpPr>
        <p:spPr bwMode="auto">
          <a:xfrm flipV="1">
            <a:off x="2206359" y="4630994"/>
            <a:ext cx="631231" cy="943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E5578C-D3A1-B4BE-AFD1-B30CF13858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6" r="12999"/>
          <a:stretch>
            <a:fillRect/>
          </a:stretch>
        </p:blipFill>
        <p:spPr bwMode="auto">
          <a:xfrm>
            <a:off x="101180" y="5143284"/>
            <a:ext cx="1522034" cy="97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5816404-00E7-EC04-53C0-495ACB99E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502" y="819134"/>
            <a:ext cx="1250795" cy="7973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9358499-BA58-37ED-03F2-D4F6BE0C7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4499" y="4205810"/>
            <a:ext cx="1809877" cy="8792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A8F24E2-BAE2-44BD-FA3F-6FEEFE929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9192" y="5143284"/>
            <a:ext cx="1775184" cy="817592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9CEDB67-263C-93A8-9857-D26927D5EF1A}"/>
              </a:ext>
            </a:extLst>
          </p:cNvPr>
          <p:cNvCxnSpPr>
            <a:cxnSpLocks/>
          </p:cNvCxnSpPr>
          <p:nvPr/>
        </p:nvCxnSpPr>
        <p:spPr bwMode="auto">
          <a:xfrm>
            <a:off x="2147365" y="4967257"/>
            <a:ext cx="717134" cy="4904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D25881-2B7E-F421-0B95-140887C4BD50}"/>
              </a:ext>
            </a:extLst>
          </p:cNvPr>
          <p:cNvCxnSpPr>
            <a:cxnSpLocks/>
          </p:cNvCxnSpPr>
          <p:nvPr/>
        </p:nvCxnSpPr>
        <p:spPr bwMode="auto">
          <a:xfrm flipV="1">
            <a:off x="532356" y="4725383"/>
            <a:ext cx="329841" cy="3596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44771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AA840E-25C6-B109-5F7D-7764CB9BA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370212"/>
            <a:ext cx="8353424" cy="470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8732A4-052B-2BC1-E41A-5DEDA37DE285}"/>
              </a:ext>
            </a:extLst>
          </p:cNvPr>
          <p:cNvSpPr txBox="1"/>
          <p:nvPr/>
        </p:nvSpPr>
        <p:spPr>
          <a:xfrm>
            <a:off x="2927537" y="4441659"/>
            <a:ext cx="26504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Chroma sub-sampled bandwidths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4E4BAC-74F0-6D71-2F0F-B916493D894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447925" y="3800475"/>
            <a:ext cx="1413202" cy="6626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ED058D-1F59-4808-473C-B78BBB8DF77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733675" y="3163188"/>
            <a:ext cx="628650" cy="13766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0E2C96-5B5D-3231-D83D-59A64A17B684}"/>
              </a:ext>
            </a:extLst>
          </p:cNvPr>
          <p:cNvCxnSpPr/>
          <p:nvPr/>
        </p:nvCxnSpPr>
        <p:spPr bwMode="auto">
          <a:xfrm>
            <a:off x="3362325" y="3300857"/>
            <a:ext cx="498802" cy="11282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E8321A-0945-FB65-051E-B2B39966487E}"/>
              </a:ext>
            </a:extLst>
          </p:cNvPr>
          <p:cNvSpPr/>
          <p:nvPr/>
        </p:nvSpPr>
        <p:spPr bwMode="auto">
          <a:xfrm>
            <a:off x="3990975" y="908501"/>
            <a:ext cx="4886960" cy="3427526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22123-2BCB-2F14-5D95-EF126B07AAE0}"/>
              </a:ext>
            </a:extLst>
          </p:cNvPr>
          <p:cNvSpPr txBox="1"/>
          <p:nvPr/>
        </p:nvSpPr>
        <p:spPr>
          <a:xfrm>
            <a:off x="4093721" y="1128425"/>
            <a:ext cx="2379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The Chroma signals (C</a:t>
            </a:r>
            <a:r>
              <a:rPr lang="en-GB" sz="1400" baseline="-250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R</a:t>
            </a:r>
            <a:r>
              <a:rPr lang="en-GB" sz="14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, C</a:t>
            </a:r>
            <a:r>
              <a:rPr lang="en-GB" sz="1400" baseline="-250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B</a:t>
            </a:r>
            <a:r>
              <a:rPr lang="en-GB" sz="14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0E1373-25C8-DED6-D420-7A486FAD3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218" y="5174458"/>
            <a:ext cx="2197494" cy="1221146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21066F6-B34C-6644-64B6-A533DD9213EE}"/>
              </a:ext>
            </a:extLst>
          </p:cNvPr>
          <p:cNvSpPr/>
          <p:nvPr/>
        </p:nvSpPr>
        <p:spPr bwMode="auto">
          <a:xfrm>
            <a:off x="6383102" y="4961356"/>
            <a:ext cx="2494833" cy="1518539"/>
          </a:xfrm>
          <a:prstGeom prst="roundRect">
            <a:avLst>
              <a:gd name="adj" fmla="val 7789"/>
            </a:avLst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76F5A7-964C-AE9A-1F74-01714E72F88A}"/>
              </a:ext>
            </a:extLst>
          </p:cNvPr>
          <p:cNvSpPr txBox="1"/>
          <p:nvPr/>
        </p:nvSpPr>
        <p:spPr>
          <a:xfrm>
            <a:off x="6383102" y="4972641"/>
            <a:ext cx="22724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/>
              <a:t>Chroma sub-sampling - Revision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E889B8-CF50-1046-723E-5F95B69F04D6}"/>
              </a:ext>
            </a:extLst>
          </p:cNvPr>
          <p:cNvCxnSpPr>
            <a:cxnSpLocks/>
          </p:cNvCxnSpPr>
          <p:nvPr/>
        </p:nvCxnSpPr>
        <p:spPr bwMode="auto">
          <a:xfrm flipV="1">
            <a:off x="1300074" y="1182428"/>
            <a:ext cx="1404047" cy="3598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554FE2F7-D6E4-3859-4F7C-0CC6A9BAB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502" y="819134"/>
            <a:ext cx="1250795" cy="79738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AEBA67-1920-06A7-638B-691E4D54A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7353" y="4847530"/>
            <a:ext cx="844273" cy="55149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939A19A-407A-FDE6-A864-DA6762190D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2046" y="5496629"/>
            <a:ext cx="828089" cy="512823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19EB42-93E5-A079-8B95-AD13356220D7}"/>
              </a:ext>
            </a:extLst>
          </p:cNvPr>
          <p:cNvCxnSpPr>
            <a:cxnSpLocks/>
          </p:cNvCxnSpPr>
          <p:nvPr/>
        </p:nvCxnSpPr>
        <p:spPr bwMode="auto">
          <a:xfrm>
            <a:off x="2135566" y="4772578"/>
            <a:ext cx="403315" cy="3802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7694638-1395-5F84-A03D-52CB435B2862}"/>
              </a:ext>
            </a:extLst>
          </p:cNvPr>
          <p:cNvCxnSpPr>
            <a:cxnSpLocks/>
          </p:cNvCxnSpPr>
          <p:nvPr/>
        </p:nvCxnSpPr>
        <p:spPr bwMode="auto">
          <a:xfrm>
            <a:off x="2135566" y="4929217"/>
            <a:ext cx="441787" cy="8311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81595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A270DF-052B-54A0-752D-1465C057D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83" y="391217"/>
            <a:ext cx="8353424" cy="4671524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F02A687-B5FD-0B69-ABA2-DE0D2B226716}"/>
              </a:ext>
            </a:extLst>
          </p:cNvPr>
          <p:cNvCxnSpPr>
            <a:cxnSpLocks/>
          </p:cNvCxnSpPr>
          <p:nvPr/>
        </p:nvCxnSpPr>
        <p:spPr bwMode="auto">
          <a:xfrm flipV="1">
            <a:off x="1300074" y="1182428"/>
            <a:ext cx="1404047" cy="3598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F0397FA-AE80-1904-7508-15D0B43CB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502" y="819134"/>
            <a:ext cx="1250795" cy="7973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1C397E-5509-39DF-45D1-D09C89F40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227" y="4210399"/>
            <a:ext cx="1039092" cy="6787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0E27AF-A454-099B-6DB6-8F3A66378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2122" y="4906691"/>
            <a:ext cx="1019174" cy="63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975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FA1E23-ACBF-436A-E07D-474EE63F9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97" y="368300"/>
            <a:ext cx="8353424" cy="46995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F4E82-7265-3A7C-26B3-D528B8F415C6}"/>
              </a:ext>
            </a:extLst>
          </p:cNvPr>
          <p:cNvSpPr txBox="1"/>
          <p:nvPr/>
        </p:nvSpPr>
        <p:spPr>
          <a:xfrm>
            <a:off x="3212683" y="393352"/>
            <a:ext cx="341671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chemeClr val="accent6">
                    <a:lumMod val="50000"/>
                  </a:schemeClr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Encoding additional data in the signal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58ACE5-043C-F85D-4BAF-F269701C2E09}"/>
              </a:ext>
            </a:extLst>
          </p:cNvPr>
          <p:cNvSpPr txBox="1"/>
          <p:nvPr/>
        </p:nvSpPr>
        <p:spPr>
          <a:xfrm>
            <a:off x="3676389" y="5005240"/>
            <a:ext cx="5323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Line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221B91-DA8A-3BBB-8AB7-9345331D54AB}"/>
              </a:ext>
            </a:extLst>
          </p:cNvPr>
          <p:cNvSpPr txBox="1"/>
          <p:nvPr/>
        </p:nvSpPr>
        <p:spPr>
          <a:xfrm>
            <a:off x="4039644" y="5330917"/>
            <a:ext cx="5323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Line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5B702F-7090-534B-5BEE-F3FB2D5A5192}"/>
              </a:ext>
            </a:extLst>
          </p:cNvPr>
          <p:cNvSpPr txBox="1"/>
          <p:nvPr/>
        </p:nvSpPr>
        <p:spPr>
          <a:xfrm>
            <a:off x="4531290" y="5593964"/>
            <a:ext cx="5323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Line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7C64F9-C806-F995-0194-CAE0995D5A63}"/>
              </a:ext>
            </a:extLst>
          </p:cNvPr>
          <p:cNvSpPr txBox="1"/>
          <p:nvPr/>
        </p:nvSpPr>
        <p:spPr>
          <a:xfrm>
            <a:off x="2366245" y="5175592"/>
            <a:ext cx="2048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Line blanking, sync and HANC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FB74B-1656-791B-5127-FD0A2667E782}"/>
              </a:ext>
            </a:extLst>
          </p:cNvPr>
          <p:cNvSpPr txBox="1"/>
          <p:nvPr/>
        </p:nvSpPr>
        <p:spPr>
          <a:xfrm>
            <a:off x="2873036" y="5478440"/>
            <a:ext cx="2048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Line blanking, sync and HANC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ABA18-0885-9349-040B-ACAC70BAE051}"/>
              </a:ext>
            </a:extLst>
          </p:cNvPr>
          <p:cNvSpPr txBox="1"/>
          <p:nvPr/>
        </p:nvSpPr>
        <p:spPr>
          <a:xfrm>
            <a:off x="4809994" y="5726580"/>
            <a:ext cx="16847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etc …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3BE830-85A5-676F-9ABD-1CEA0920C960}"/>
              </a:ext>
            </a:extLst>
          </p:cNvPr>
          <p:cNvCxnSpPr>
            <a:cxnSpLocks/>
          </p:cNvCxnSpPr>
          <p:nvPr/>
        </p:nvCxnSpPr>
        <p:spPr bwMode="auto">
          <a:xfrm flipV="1">
            <a:off x="4075656" y="4543064"/>
            <a:ext cx="283401" cy="4822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C580D8F-F62A-64A7-DF0A-089B6F7C2B79}"/>
              </a:ext>
            </a:extLst>
          </p:cNvPr>
          <p:cNvSpPr/>
          <p:nvPr/>
        </p:nvSpPr>
        <p:spPr bwMode="auto">
          <a:xfrm>
            <a:off x="4359057" y="4686087"/>
            <a:ext cx="1553228" cy="17519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031CEC-CE41-FD72-E357-25642148D6D9}"/>
              </a:ext>
            </a:extLst>
          </p:cNvPr>
          <p:cNvCxnSpPr>
            <a:cxnSpLocks/>
          </p:cNvCxnSpPr>
          <p:nvPr/>
        </p:nvCxnSpPr>
        <p:spPr bwMode="auto">
          <a:xfrm flipV="1">
            <a:off x="4197393" y="4653297"/>
            <a:ext cx="216857" cy="5510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15C1F1-14CD-D0CE-B1B9-1ED9B1240661}"/>
              </a:ext>
            </a:extLst>
          </p:cNvPr>
          <p:cNvCxnSpPr>
            <a:cxnSpLocks/>
          </p:cNvCxnSpPr>
          <p:nvPr/>
        </p:nvCxnSpPr>
        <p:spPr bwMode="auto">
          <a:xfrm flipV="1">
            <a:off x="4416598" y="4575854"/>
            <a:ext cx="64196" cy="7636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21C55B-5A09-BFCF-5686-9309E916B54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565739" y="4686087"/>
            <a:ext cx="63802" cy="8602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646AEF2-A23E-8501-81DB-5964972DCC4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620932" y="4575854"/>
            <a:ext cx="203545" cy="9993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159867F-C261-434F-C1F6-67DA4361625B}"/>
              </a:ext>
            </a:extLst>
          </p:cNvPr>
          <p:cNvSpPr txBox="1"/>
          <p:nvPr/>
        </p:nvSpPr>
        <p:spPr>
          <a:xfrm>
            <a:off x="2348432" y="4844624"/>
            <a:ext cx="16847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Vertical sync and VANC data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235F569-F41A-A33B-C6F9-16B24F31E3DD}"/>
              </a:ext>
            </a:extLst>
          </p:cNvPr>
          <p:cNvCxnSpPr>
            <a:cxnSpLocks/>
          </p:cNvCxnSpPr>
          <p:nvPr/>
        </p:nvCxnSpPr>
        <p:spPr bwMode="auto">
          <a:xfrm flipV="1">
            <a:off x="3763484" y="4632604"/>
            <a:ext cx="272047" cy="2179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889764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F3CDE8F-1681-DCFC-106D-215524B30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368300"/>
            <a:ext cx="6826127" cy="3789486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C9FE4FB-2186-B872-E7D9-A7D8B4A04BF7}"/>
              </a:ext>
            </a:extLst>
          </p:cNvPr>
          <p:cNvSpPr/>
          <p:nvPr/>
        </p:nvSpPr>
        <p:spPr bwMode="auto">
          <a:xfrm>
            <a:off x="2342044" y="3590985"/>
            <a:ext cx="6707566" cy="2865376"/>
          </a:xfrm>
          <a:custGeom>
            <a:avLst/>
            <a:gdLst>
              <a:gd name="csX0" fmla="*/ 0 w 6707566"/>
              <a:gd name="csY0" fmla="*/ 244273 h 2865376"/>
              <a:gd name="csX1" fmla="*/ 244273 w 6707566"/>
              <a:gd name="csY1" fmla="*/ 0 h 2865376"/>
              <a:gd name="csX2" fmla="*/ 685258 w 6707566"/>
              <a:gd name="csY2" fmla="*/ 0 h 2865376"/>
              <a:gd name="csX3" fmla="*/ 1188433 w 6707566"/>
              <a:gd name="csY3" fmla="*/ 0 h 2865376"/>
              <a:gd name="csX4" fmla="*/ 1753799 w 6707566"/>
              <a:gd name="csY4" fmla="*/ 0 h 2865376"/>
              <a:gd name="csX5" fmla="*/ 2194784 w 6707566"/>
              <a:gd name="csY5" fmla="*/ 0 h 2865376"/>
              <a:gd name="csX6" fmla="*/ 2884530 w 6707566"/>
              <a:gd name="csY6" fmla="*/ 0 h 2865376"/>
              <a:gd name="csX7" fmla="*/ 3449895 w 6707566"/>
              <a:gd name="csY7" fmla="*/ 0 h 2865376"/>
              <a:gd name="csX8" fmla="*/ 4139641 w 6707566"/>
              <a:gd name="csY8" fmla="*/ 0 h 2865376"/>
              <a:gd name="csX9" fmla="*/ 4767197 w 6707566"/>
              <a:gd name="csY9" fmla="*/ 0 h 2865376"/>
              <a:gd name="csX10" fmla="*/ 5270372 w 6707566"/>
              <a:gd name="csY10" fmla="*/ 0 h 2865376"/>
              <a:gd name="csX11" fmla="*/ 5897928 w 6707566"/>
              <a:gd name="csY11" fmla="*/ 0 h 2865376"/>
              <a:gd name="csX12" fmla="*/ 6463293 w 6707566"/>
              <a:gd name="csY12" fmla="*/ 0 h 2865376"/>
              <a:gd name="csX13" fmla="*/ 6707566 w 6707566"/>
              <a:gd name="csY13" fmla="*/ 244273 h 2865376"/>
              <a:gd name="csX14" fmla="*/ 6707566 w 6707566"/>
              <a:gd name="csY14" fmla="*/ 862249 h 2865376"/>
              <a:gd name="csX15" fmla="*/ 6707566 w 6707566"/>
              <a:gd name="csY15" fmla="*/ 1456456 h 2865376"/>
              <a:gd name="csX16" fmla="*/ 6707566 w 6707566"/>
              <a:gd name="csY16" fmla="*/ 2098200 h 2865376"/>
              <a:gd name="csX17" fmla="*/ 6707566 w 6707566"/>
              <a:gd name="csY17" fmla="*/ 2621103 h 2865376"/>
              <a:gd name="csX18" fmla="*/ 6463293 w 6707566"/>
              <a:gd name="csY18" fmla="*/ 2865376 h 2865376"/>
              <a:gd name="csX19" fmla="*/ 5897928 w 6707566"/>
              <a:gd name="csY19" fmla="*/ 2865376 h 2865376"/>
              <a:gd name="csX20" fmla="*/ 5208182 w 6707566"/>
              <a:gd name="csY20" fmla="*/ 2865376 h 2865376"/>
              <a:gd name="csX21" fmla="*/ 4580626 w 6707566"/>
              <a:gd name="csY21" fmla="*/ 2865376 h 2865376"/>
              <a:gd name="csX22" fmla="*/ 3890880 w 6707566"/>
              <a:gd name="csY22" fmla="*/ 2865376 h 2865376"/>
              <a:gd name="csX23" fmla="*/ 3263325 w 6707566"/>
              <a:gd name="csY23" fmla="*/ 2865376 h 2865376"/>
              <a:gd name="csX24" fmla="*/ 2822339 w 6707566"/>
              <a:gd name="csY24" fmla="*/ 2865376 h 2865376"/>
              <a:gd name="csX25" fmla="*/ 2194784 w 6707566"/>
              <a:gd name="csY25" fmla="*/ 2865376 h 2865376"/>
              <a:gd name="csX26" fmla="*/ 1691609 w 6707566"/>
              <a:gd name="csY26" fmla="*/ 2865376 h 2865376"/>
              <a:gd name="csX27" fmla="*/ 1250624 w 6707566"/>
              <a:gd name="csY27" fmla="*/ 2865376 h 2865376"/>
              <a:gd name="csX28" fmla="*/ 871829 w 6707566"/>
              <a:gd name="csY28" fmla="*/ 2865376 h 2865376"/>
              <a:gd name="csX29" fmla="*/ 244273 w 6707566"/>
              <a:gd name="csY29" fmla="*/ 2865376 h 2865376"/>
              <a:gd name="csX30" fmla="*/ 0 w 6707566"/>
              <a:gd name="csY30" fmla="*/ 2621103 h 2865376"/>
              <a:gd name="csX31" fmla="*/ 0 w 6707566"/>
              <a:gd name="csY31" fmla="*/ 2003127 h 2865376"/>
              <a:gd name="csX32" fmla="*/ 0 w 6707566"/>
              <a:gd name="csY32" fmla="*/ 1432688 h 2865376"/>
              <a:gd name="csX33" fmla="*/ 0 w 6707566"/>
              <a:gd name="csY33" fmla="*/ 790944 h 2865376"/>
              <a:gd name="csX34" fmla="*/ 0 w 6707566"/>
              <a:gd name="csY34" fmla="*/ 244273 h 28653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6707566" h="2865376" fill="none" extrusionOk="0">
                <a:moveTo>
                  <a:pt x="0" y="244273"/>
                </a:moveTo>
                <a:cubicBezTo>
                  <a:pt x="22778" y="103336"/>
                  <a:pt x="104149" y="36132"/>
                  <a:pt x="244273" y="0"/>
                </a:cubicBezTo>
                <a:cubicBezTo>
                  <a:pt x="439347" y="-38212"/>
                  <a:pt x="505254" y="48757"/>
                  <a:pt x="685258" y="0"/>
                </a:cubicBezTo>
                <a:cubicBezTo>
                  <a:pt x="865263" y="-48757"/>
                  <a:pt x="951823" y="58855"/>
                  <a:pt x="1188433" y="0"/>
                </a:cubicBezTo>
                <a:cubicBezTo>
                  <a:pt x="1425044" y="-58855"/>
                  <a:pt x="1575418" y="48379"/>
                  <a:pt x="1753799" y="0"/>
                </a:cubicBezTo>
                <a:cubicBezTo>
                  <a:pt x="1932180" y="-48379"/>
                  <a:pt x="1982742" y="31476"/>
                  <a:pt x="2194784" y="0"/>
                </a:cubicBezTo>
                <a:cubicBezTo>
                  <a:pt x="2406826" y="-31476"/>
                  <a:pt x="2732667" y="39198"/>
                  <a:pt x="2884530" y="0"/>
                </a:cubicBezTo>
                <a:cubicBezTo>
                  <a:pt x="3036393" y="-39198"/>
                  <a:pt x="3310038" y="48677"/>
                  <a:pt x="3449895" y="0"/>
                </a:cubicBezTo>
                <a:cubicBezTo>
                  <a:pt x="3589752" y="-48677"/>
                  <a:pt x="3992546" y="13530"/>
                  <a:pt x="4139641" y="0"/>
                </a:cubicBezTo>
                <a:cubicBezTo>
                  <a:pt x="4286736" y="-13530"/>
                  <a:pt x="4477270" y="74185"/>
                  <a:pt x="4767197" y="0"/>
                </a:cubicBezTo>
                <a:cubicBezTo>
                  <a:pt x="5057124" y="-74185"/>
                  <a:pt x="5048190" y="38574"/>
                  <a:pt x="5270372" y="0"/>
                </a:cubicBezTo>
                <a:cubicBezTo>
                  <a:pt x="5492555" y="-38574"/>
                  <a:pt x="5756983" y="20677"/>
                  <a:pt x="5897928" y="0"/>
                </a:cubicBezTo>
                <a:cubicBezTo>
                  <a:pt x="6038873" y="-20677"/>
                  <a:pt x="6332123" y="62585"/>
                  <a:pt x="6463293" y="0"/>
                </a:cubicBezTo>
                <a:cubicBezTo>
                  <a:pt x="6601922" y="-37609"/>
                  <a:pt x="6719709" y="73468"/>
                  <a:pt x="6707566" y="244273"/>
                </a:cubicBezTo>
                <a:cubicBezTo>
                  <a:pt x="6746699" y="463605"/>
                  <a:pt x="6704243" y="682612"/>
                  <a:pt x="6707566" y="862249"/>
                </a:cubicBezTo>
                <a:cubicBezTo>
                  <a:pt x="6710889" y="1041886"/>
                  <a:pt x="6640602" y="1254102"/>
                  <a:pt x="6707566" y="1456456"/>
                </a:cubicBezTo>
                <a:cubicBezTo>
                  <a:pt x="6774530" y="1658810"/>
                  <a:pt x="6674027" y="1937392"/>
                  <a:pt x="6707566" y="2098200"/>
                </a:cubicBezTo>
                <a:cubicBezTo>
                  <a:pt x="6741105" y="2259008"/>
                  <a:pt x="6683839" y="2404057"/>
                  <a:pt x="6707566" y="2621103"/>
                </a:cubicBezTo>
                <a:cubicBezTo>
                  <a:pt x="6703597" y="2751758"/>
                  <a:pt x="6623010" y="2885353"/>
                  <a:pt x="6463293" y="2865376"/>
                </a:cubicBezTo>
                <a:cubicBezTo>
                  <a:pt x="6280763" y="2906303"/>
                  <a:pt x="6078783" y="2811468"/>
                  <a:pt x="5897928" y="2865376"/>
                </a:cubicBezTo>
                <a:cubicBezTo>
                  <a:pt x="5717074" y="2919284"/>
                  <a:pt x="5455170" y="2787593"/>
                  <a:pt x="5208182" y="2865376"/>
                </a:cubicBezTo>
                <a:cubicBezTo>
                  <a:pt x="4961194" y="2943159"/>
                  <a:pt x="4824822" y="2849852"/>
                  <a:pt x="4580626" y="2865376"/>
                </a:cubicBezTo>
                <a:cubicBezTo>
                  <a:pt x="4336430" y="2880900"/>
                  <a:pt x="4134782" y="2796017"/>
                  <a:pt x="3890880" y="2865376"/>
                </a:cubicBezTo>
                <a:cubicBezTo>
                  <a:pt x="3646978" y="2934735"/>
                  <a:pt x="3500735" y="2816280"/>
                  <a:pt x="3263325" y="2865376"/>
                </a:cubicBezTo>
                <a:cubicBezTo>
                  <a:pt x="3025916" y="2914472"/>
                  <a:pt x="2916874" y="2827231"/>
                  <a:pt x="2822339" y="2865376"/>
                </a:cubicBezTo>
                <a:cubicBezTo>
                  <a:pt x="2727804" y="2903521"/>
                  <a:pt x="2445652" y="2829603"/>
                  <a:pt x="2194784" y="2865376"/>
                </a:cubicBezTo>
                <a:cubicBezTo>
                  <a:pt x="1943916" y="2901149"/>
                  <a:pt x="1880691" y="2852577"/>
                  <a:pt x="1691609" y="2865376"/>
                </a:cubicBezTo>
                <a:cubicBezTo>
                  <a:pt x="1502528" y="2878175"/>
                  <a:pt x="1406134" y="2831547"/>
                  <a:pt x="1250624" y="2865376"/>
                </a:cubicBezTo>
                <a:cubicBezTo>
                  <a:pt x="1095115" y="2899205"/>
                  <a:pt x="981147" y="2821377"/>
                  <a:pt x="871829" y="2865376"/>
                </a:cubicBezTo>
                <a:cubicBezTo>
                  <a:pt x="762511" y="2909375"/>
                  <a:pt x="488662" y="2839518"/>
                  <a:pt x="244273" y="2865376"/>
                </a:cubicBezTo>
                <a:cubicBezTo>
                  <a:pt x="86544" y="2860552"/>
                  <a:pt x="20840" y="2760179"/>
                  <a:pt x="0" y="2621103"/>
                </a:cubicBezTo>
                <a:cubicBezTo>
                  <a:pt x="-11631" y="2493659"/>
                  <a:pt x="28717" y="2159597"/>
                  <a:pt x="0" y="2003127"/>
                </a:cubicBezTo>
                <a:cubicBezTo>
                  <a:pt x="-28717" y="1846657"/>
                  <a:pt x="4207" y="1644978"/>
                  <a:pt x="0" y="1432688"/>
                </a:cubicBezTo>
                <a:cubicBezTo>
                  <a:pt x="-4207" y="1220398"/>
                  <a:pt x="21729" y="1104176"/>
                  <a:pt x="0" y="790944"/>
                </a:cubicBezTo>
                <a:cubicBezTo>
                  <a:pt x="-21729" y="477712"/>
                  <a:pt x="32820" y="475738"/>
                  <a:pt x="0" y="244273"/>
                </a:cubicBezTo>
                <a:close/>
              </a:path>
              <a:path w="6707566" h="2865376" stroke="0" extrusionOk="0">
                <a:moveTo>
                  <a:pt x="0" y="244273"/>
                </a:moveTo>
                <a:cubicBezTo>
                  <a:pt x="-26482" y="93030"/>
                  <a:pt x="87114" y="8351"/>
                  <a:pt x="244273" y="0"/>
                </a:cubicBezTo>
                <a:cubicBezTo>
                  <a:pt x="430525" y="-82104"/>
                  <a:pt x="602304" y="50584"/>
                  <a:pt x="934019" y="0"/>
                </a:cubicBezTo>
                <a:cubicBezTo>
                  <a:pt x="1265734" y="-50584"/>
                  <a:pt x="1201813" y="53843"/>
                  <a:pt x="1437194" y="0"/>
                </a:cubicBezTo>
                <a:cubicBezTo>
                  <a:pt x="1672576" y="-53843"/>
                  <a:pt x="1763780" y="22242"/>
                  <a:pt x="1878179" y="0"/>
                </a:cubicBezTo>
                <a:cubicBezTo>
                  <a:pt x="1992579" y="-22242"/>
                  <a:pt x="2351397" y="4010"/>
                  <a:pt x="2505735" y="0"/>
                </a:cubicBezTo>
                <a:cubicBezTo>
                  <a:pt x="2660073" y="-4010"/>
                  <a:pt x="2871288" y="8800"/>
                  <a:pt x="3008910" y="0"/>
                </a:cubicBezTo>
                <a:cubicBezTo>
                  <a:pt x="3146532" y="-8800"/>
                  <a:pt x="3472860" y="26819"/>
                  <a:pt x="3698656" y="0"/>
                </a:cubicBezTo>
                <a:cubicBezTo>
                  <a:pt x="3924452" y="-26819"/>
                  <a:pt x="4022063" y="5938"/>
                  <a:pt x="4139641" y="0"/>
                </a:cubicBezTo>
                <a:cubicBezTo>
                  <a:pt x="4257219" y="-5938"/>
                  <a:pt x="4655873" y="3753"/>
                  <a:pt x="4829387" y="0"/>
                </a:cubicBezTo>
                <a:cubicBezTo>
                  <a:pt x="5002901" y="-3753"/>
                  <a:pt x="5056587" y="19978"/>
                  <a:pt x="5208182" y="0"/>
                </a:cubicBezTo>
                <a:cubicBezTo>
                  <a:pt x="5359778" y="-19978"/>
                  <a:pt x="5544729" y="42657"/>
                  <a:pt x="5773547" y="0"/>
                </a:cubicBezTo>
                <a:cubicBezTo>
                  <a:pt x="6002366" y="-42657"/>
                  <a:pt x="6136219" y="17674"/>
                  <a:pt x="6463293" y="0"/>
                </a:cubicBezTo>
                <a:cubicBezTo>
                  <a:pt x="6614384" y="-15992"/>
                  <a:pt x="6713170" y="105752"/>
                  <a:pt x="6707566" y="244273"/>
                </a:cubicBezTo>
                <a:cubicBezTo>
                  <a:pt x="6743224" y="380540"/>
                  <a:pt x="6704075" y="596352"/>
                  <a:pt x="6707566" y="838481"/>
                </a:cubicBezTo>
                <a:cubicBezTo>
                  <a:pt x="6711057" y="1080610"/>
                  <a:pt x="6652833" y="1153153"/>
                  <a:pt x="6707566" y="1385151"/>
                </a:cubicBezTo>
                <a:cubicBezTo>
                  <a:pt x="6762299" y="1617149"/>
                  <a:pt x="6686203" y="1834173"/>
                  <a:pt x="6707566" y="1979359"/>
                </a:cubicBezTo>
                <a:cubicBezTo>
                  <a:pt x="6728929" y="2124545"/>
                  <a:pt x="6653995" y="2396680"/>
                  <a:pt x="6707566" y="2621103"/>
                </a:cubicBezTo>
                <a:cubicBezTo>
                  <a:pt x="6703010" y="2742304"/>
                  <a:pt x="6635327" y="2857834"/>
                  <a:pt x="6463293" y="2865376"/>
                </a:cubicBezTo>
                <a:cubicBezTo>
                  <a:pt x="6306103" y="2901470"/>
                  <a:pt x="6170015" y="2852601"/>
                  <a:pt x="6084498" y="2865376"/>
                </a:cubicBezTo>
                <a:cubicBezTo>
                  <a:pt x="5998982" y="2878151"/>
                  <a:pt x="5659006" y="2801076"/>
                  <a:pt x="5394752" y="2865376"/>
                </a:cubicBezTo>
                <a:cubicBezTo>
                  <a:pt x="5130498" y="2929676"/>
                  <a:pt x="4952572" y="2812727"/>
                  <a:pt x="4829387" y="2865376"/>
                </a:cubicBezTo>
                <a:cubicBezTo>
                  <a:pt x="4706203" y="2918025"/>
                  <a:pt x="4570371" y="2848192"/>
                  <a:pt x="4388402" y="2865376"/>
                </a:cubicBezTo>
                <a:cubicBezTo>
                  <a:pt x="4206433" y="2882560"/>
                  <a:pt x="4055845" y="2805221"/>
                  <a:pt x="3823036" y="2865376"/>
                </a:cubicBezTo>
                <a:cubicBezTo>
                  <a:pt x="3590227" y="2925531"/>
                  <a:pt x="3520781" y="2832979"/>
                  <a:pt x="3444241" y="2865376"/>
                </a:cubicBezTo>
                <a:cubicBezTo>
                  <a:pt x="3367701" y="2897773"/>
                  <a:pt x="3186322" y="2822225"/>
                  <a:pt x="3065447" y="2865376"/>
                </a:cubicBezTo>
                <a:cubicBezTo>
                  <a:pt x="2944572" y="2908527"/>
                  <a:pt x="2674621" y="2855406"/>
                  <a:pt x="2500081" y="2865376"/>
                </a:cubicBezTo>
                <a:cubicBezTo>
                  <a:pt x="2325541" y="2875346"/>
                  <a:pt x="2195103" y="2834584"/>
                  <a:pt x="2059096" y="2865376"/>
                </a:cubicBezTo>
                <a:cubicBezTo>
                  <a:pt x="1923090" y="2896168"/>
                  <a:pt x="1628131" y="2861777"/>
                  <a:pt x="1431540" y="2865376"/>
                </a:cubicBezTo>
                <a:cubicBezTo>
                  <a:pt x="1234949" y="2868975"/>
                  <a:pt x="1083165" y="2830547"/>
                  <a:pt x="990555" y="2865376"/>
                </a:cubicBezTo>
                <a:cubicBezTo>
                  <a:pt x="897946" y="2900205"/>
                  <a:pt x="559861" y="2782319"/>
                  <a:pt x="244273" y="2865376"/>
                </a:cubicBezTo>
                <a:cubicBezTo>
                  <a:pt x="107287" y="2867479"/>
                  <a:pt x="-12143" y="2781998"/>
                  <a:pt x="0" y="2621103"/>
                </a:cubicBezTo>
                <a:cubicBezTo>
                  <a:pt x="-57062" y="2396265"/>
                  <a:pt x="65968" y="2199825"/>
                  <a:pt x="0" y="2003127"/>
                </a:cubicBezTo>
                <a:cubicBezTo>
                  <a:pt x="-65968" y="1806429"/>
                  <a:pt x="2835" y="1595841"/>
                  <a:pt x="0" y="1480225"/>
                </a:cubicBezTo>
                <a:cubicBezTo>
                  <a:pt x="-2835" y="1364609"/>
                  <a:pt x="59974" y="1151910"/>
                  <a:pt x="0" y="933554"/>
                </a:cubicBezTo>
                <a:cubicBezTo>
                  <a:pt x="-59974" y="715198"/>
                  <a:pt x="50864" y="464361"/>
                  <a:pt x="0" y="244273"/>
                </a:cubicBezTo>
                <a:close/>
              </a:path>
            </a:pathLst>
          </a:custGeom>
          <a:solidFill>
            <a:schemeClr val="bg1"/>
          </a:solidFill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8525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78B663-23B3-8E0B-698B-88E0C6E48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187" y="3395662"/>
            <a:ext cx="47625" cy="666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840DA9-59C0-5B15-5B30-288CFEE0F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030" y="3752972"/>
            <a:ext cx="6488975" cy="2617903"/>
          </a:xfrm>
          <a:prstGeom prst="rect">
            <a:avLst/>
          </a:prstGeom>
        </p:spPr>
      </p:pic>
      <p:sp>
        <p:nvSpPr>
          <p:cNvPr id="18" name="Right Brace 17">
            <a:extLst>
              <a:ext uri="{FF2B5EF4-FFF2-40B4-BE49-F238E27FC236}">
                <a16:creationId xmlns:a16="http://schemas.microsoft.com/office/drawing/2014/main" id="{FE564107-D0D8-D0F0-DBFF-95E61CBBAF98}"/>
              </a:ext>
            </a:extLst>
          </p:cNvPr>
          <p:cNvSpPr/>
          <p:nvPr/>
        </p:nvSpPr>
        <p:spPr bwMode="auto">
          <a:xfrm rot="16200000">
            <a:off x="5587337" y="269390"/>
            <a:ext cx="281354" cy="6643191"/>
          </a:xfrm>
          <a:prstGeom prst="rightBrace">
            <a:avLst>
              <a:gd name="adj1" fmla="val 60185"/>
              <a:gd name="adj2" fmla="val 26076"/>
            </a:avLst>
          </a:prstGeom>
          <a:solidFill>
            <a:schemeClr val="bg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271563-C53D-8802-69A6-A76AD719F73B}"/>
              </a:ext>
            </a:extLst>
          </p:cNvPr>
          <p:cNvSpPr txBox="1"/>
          <p:nvPr/>
        </p:nvSpPr>
        <p:spPr>
          <a:xfrm>
            <a:off x="1651819" y="328945"/>
            <a:ext cx="507891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Encoding additional data in the signal – HANC and VANC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C46F3A4-971C-632E-9143-FF0727739FBF}"/>
              </a:ext>
            </a:extLst>
          </p:cNvPr>
          <p:cNvGrpSpPr/>
          <p:nvPr/>
        </p:nvGrpSpPr>
        <p:grpSpPr>
          <a:xfrm>
            <a:off x="3646896" y="2669566"/>
            <a:ext cx="787510" cy="759433"/>
            <a:chOff x="3646896" y="2669566"/>
            <a:chExt cx="787510" cy="7594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0A52501-688F-8464-C109-009C6563BECD}"/>
                </a:ext>
              </a:extLst>
            </p:cNvPr>
            <p:cNvSpPr/>
            <p:nvPr/>
          </p:nvSpPr>
          <p:spPr bwMode="auto">
            <a:xfrm>
              <a:off x="3646896" y="2849811"/>
              <a:ext cx="758093" cy="579188"/>
            </a:xfrm>
            <a:custGeom>
              <a:avLst/>
              <a:gdLst>
                <a:gd name="csX0" fmla="*/ 0 w 758093"/>
                <a:gd name="csY0" fmla="*/ 570523 h 579188"/>
                <a:gd name="csX1" fmla="*/ 453293 w 758093"/>
                <a:gd name="csY1" fmla="*/ 531446 h 579188"/>
                <a:gd name="csX2" fmla="*/ 695570 w 758093"/>
                <a:gd name="csY2" fmla="*/ 203200 h 579188"/>
                <a:gd name="csX3" fmla="*/ 758093 w 758093"/>
                <a:gd name="csY3" fmla="*/ 0 h 579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8093" h="579188">
                  <a:moveTo>
                    <a:pt x="0" y="570523"/>
                  </a:moveTo>
                  <a:cubicBezTo>
                    <a:pt x="168682" y="581594"/>
                    <a:pt x="337365" y="592666"/>
                    <a:pt x="453293" y="531446"/>
                  </a:cubicBezTo>
                  <a:cubicBezTo>
                    <a:pt x="569221" y="470226"/>
                    <a:pt x="644770" y="291774"/>
                    <a:pt x="695570" y="203200"/>
                  </a:cubicBezTo>
                  <a:cubicBezTo>
                    <a:pt x="746370" y="114626"/>
                    <a:pt x="752231" y="57313"/>
                    <a:pt x="758093" y="0"/>
                  </a:cubicBezTo>
                </a:path>
              </a:pathLst>
            </a:cu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6515B55-48D0-DBE4-16CF-C20D492ED356}"/>
                </a:ext>
              </a:extLst>
            </p:cNvPr>
            <p:cNvCxnSpPr>
              <a:cxnSpLocks/>
              <a:stCxn id="14" idx="3"/>
            </p:cNvCxnSpPr>
            <p:nvPr/>
          </p:nvCxnSpPr>
          <p:spPr bwMode="auto">
            <a:xfrm flipV="1">
              <a:off x="4404989" y="2669566"/>
              <a:ext cx="29417" cy="18024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441399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181585-B5C0-35A8-1777-08D18D797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440020"/>
            <a:ext cx="7454265" cy="42083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CDB470-B331-0190-CC75-EEB370C05712}"/>
              </a:ext>
            </a:extLst>
          </p:cNvPr>
          <p:cNvSpPr txBox="1"/>
          <p:nvPr/>
        </p:nvSpPr>
        <p:spPr>
          <a:xfrm>
            <a:off x="7500463" y="3661519"/>
            <a:ext cx="1643537" cy="1631216"/>
          </a:xfrm>
          <a:prstGeom prst="rect">
            <a:avLst/>
          </a:prstGeom>
          <a:solidFill>
            <a:srgbClr val="F6D9FF"/>
          </a:solidFill>
        </p:spPr>
        <p:txBody>
          <a:bodyPr wrap="square">
            <a:spAutoFit/>
          </a:bodyPr>
          <a:lstStyle/>
          <a:p>
            <a:r>
              <a:rPr lang="en-GB" sz="1000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ITU-R BT.601 sampling rates at 13.5 MHz for 4:3 video gives 704 active pixels per line.</a:t>
            </a:r>
          </a:p>
          <a:p>
            <a:r>
              <a:rPr lang="en-GB" sz="1000">
                <a:solidFill>
                  <a:srgbClr val="000000"/>
                </a:solidFill>
                <a:latin typeface="Verdana" panose="020B0604030504040204" pitchFamily="34" charset="0"/>
              </a:rPr>
              <a:t>i.e. a raw capture at 720 samples / line cropped to 704 samples to fit the 4:3 aspect ratio</a:t>
            </a:r>
            <a:endParaRPr lang="en-GB" sz="12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43D8C2-1361-1E14-5997-69A9F523679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080000" y="2758440"/>
            <a:ext cx="2397760" cy="1153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C66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5CEE14-F158-0DE3-4595-E4673335BC7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242829" y="3037840"/>
            <a:ext cx="512811" cy="558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C66FF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4D6B89-8A04-8894-0F80-87C0E41E97AD}"/>
              </a:ext>
            </a:extLst>
          </p:cNvPr>
          <p:cNvGrpSpPr/>
          <p:nvPr/>
        </p:nvGrpSpPr>
        <p:grpSpPr>
          <a:xfrm>
            <a:off x="318692" y="4727834"/>
            <a:ext cx="4780280" cy="1769633"/>
            <a:chOff x="670560" y="4648347"/>
            <a:chExt cx="4780280" cy="176963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1348DC7-0833-C123-04C7-66AFF86E1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0560" y="5115027"/>
              <a:ext cx="4739809" cy="1291385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E97ACDA-B6A0-CAE0-C014-D3B3B55ABF5D}"/>
                </a:ext>
              </a:extLst>
            </p:cNvPr>
            <p:cNvSpPr/>
            <p:nvPr/>
          </p:nvSpPr>
          <p:spPr bwMode="auto">
            <a:xfrm>
              <a:off x="670560" y="4648347"/>
              <a:ext cx="4780280" cy="1769633"/>
            </a:xfrm>
            <a:prstGeom prst="roundRect">
              <a:avLst>
                <a:gd name="adj" fmla="val 8470"/>
              </a:avLst>
            </a:prstGeom>
            <a:noFill/>
            <a:ln w="127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52924B-995D-5566-34C3-43568305508C}"/>
                </a:ext>
              </a:extLst>
            </p:cNvPr>
            <p:cNvSpPr txBox="1"/>
            <p:nvPr/>
          </p:nvSpPr>
          <p:spPr>
            <a:xfrm>
              <a:off x="670560" y="4693541"/>
              <a:ext cx="19172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/>
                <a:t>Video Line (10b words)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5B01D18D-A8AE-A428-DA2A-5FC630D8230F}"/>
                </a:ext>
              </a:extLst>
            </p:cNvPr>
            <p:cNvSpPr/>
            <p:nvPr/>
          </p:nvSpPr>
          <p:spPr bwMode="auto">
            <a:xfrm rot="5400000" flipH="1">
              <a:off x="1670822" y="4309331"/>
              <a:ext cx="156674" cy="1433541"/>
            </a:xfrm>
            <a:prstGeom prst="rightBrace">
              <a:avLst>
                <a:gd name="adj1" fmla="val 78333"/>
                <a:gd name="adj2" fmla="val 51235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9BB0A8E-297D-A3D9-7D4C-7EB37827DC7B}"/>
                </a:ext>
              </a:extLst>
            </p:cNvPr>
            <p:cNvSpPr txBox="1"/>
            <p:nvPr/>
          </p:nvSpPr>
          <p:spPr>
            <a:xfrm>
              <a:off x="1383723" y="4920491"/>
              <a:ext cx="74594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/>
                <a:t>4 word SAV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4F66E68-7908-5488-E3DB-6F0AA62CB8E6}"/>
                </a:ext>
              </a:extLst>
            </p:cNvPr>
            <p:cNvSpPr txBox="1"/>
            <p:nvPr/>
          </p:nvSpPr>
          <p:spPr>
            <a:xfrm>
              <a:off x="747156" y="5976476"/>
              <a:ext cx="169954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/>
                <a:t>ADF = Ancilliary Data Flag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ED668720-25C3-9F13-289E-36B57E4CC9AA}"/>
              </a:ext>
            </a:extLst>
          </p:cNvPr>
          <p:cNvSpPr/>
          <p:nvPr/>
        </p:nvSpPr>
        <p:spPr bwMode="auto">
          <a:xfrm>
            <a:off x="6229659" y="374199"/>
            <a:ext cx="418916" cy="406666"/>
          </a:xfrm>
          <a:prstGeom prst="ellipse">
            <a:avLst/>
          </a:prstGeom>
          <a:noFill/>
          <a:ln w="603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864E57-B2B8-57E6-5D69-9DEE0529DF65}"/>
              </a:ext>
            </a:extLst>
          </p:cNvPr>
          <p:cNvCxnSpPr>
            <a:cxnSpLocks/>
          </p:cNvCxnSpPr>
          <p:nvPr/>
        </p:nvCxnSpPr>
        <p:spPr bwMode="auto">
          <a:xfrm>
            <a:off x="1777795" y="3050910"/>
            <a:ext cx="38431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BFBF679-A365-1C9A-E6B8-C27202A18252}"/>
              </a:ext>
            </a:extLst>
          </p:cNvPr>
          <p:cNvCxnSpPr/>
          <p:nvPr/>
        </p:nvCxnSpPr>
        <p:spPr bwMode="auto">
          <a:xfrm flipH="1">
            <a:off x="831809" y="3052427"/>
            <a:ext cx="945986" cy="12364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5CC648-1822-12AD-732C-36C10D1D9D3E}"/>
              </a:ext>
            </a:extLst>
          </p:cNvPr>
          <p:cNvCxnSpPr>
            <a:cxnSpLocks/>
          </p:cNvCxnSpPr>
          <p:nvPr/>
        </p:nvCxnSpPr>
        <p:spPr bwMode="auto">
          <a:xfrm>
            <a:off x="831809" y="4275054"/>
            <a:ext cx="0" cy="4665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7B59643-5435-0668-63D3-7DF2339AA171}"/>
              </a:ext>
            </a:extLst>
          </p:cNvPr>
          <p:cNvSpPr txBox="1"/>
          <p:nvPr/>
        </p:nvSpPr>
        <p:spPr>
          <a:xfrm>
            <a:off x="7583622" y="5763575"/>
            <a:ext cx="1560378" cy="215444"/>
          </a:xfrm>
          <a:prstGeom prst="rect">
            <a:avLst/>
          </a:prstGeom>
          <a:solidFill>
            <a:srgbClr val="F6D9FF"/>
          </a:solidFill>
        </p:spPr>
        <p:txBody>
          <a:bodyPr wrap="square">
            <a:spAutoFit/>
          </a:bodyPr>
          <a:lstStyle/>
          <a:p>
            <a:r>
              <a:rPr lang="en-GB" sz="80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SDI SMPTE Primer </a:t>
            </a:r>
            <a:endParaRPr lang="en-GB" sz="500">
              <a:solidFill>
                <a:schemeClr val="accent2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CF2495C-FC43-23D9-7B3A-E0A5ACF8FEDA}"/>
              </a:ext>
            </a:extLst>
          </p:cNvPr>
          <p:cNvCxnSpPr>
            <a:cxnSpLocks/>
          </p:cNvCxnSpPr>
          <p:nvPr/>
        </p:nvCxnSpPr>
        <p:spPr bwMode="auto">
          <a:xfrm>
            <a:off x="2790395" y="3052427"/>
            <a:ext cx="1563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166A003-3A73-7D0C-3EEC-6D5524D2E8FA}"/>
              </a:ext>
            </a:extLst>
          </p:cNvPr>
          <p:cNvCxnSpPr>
            <a:cxnSpLocks/>
          </p:cNvCxnSpPr>
          <p:nvPr/>
        </p:nvCxnSpPr>
        <p:spPr bwMode="auto">
          <a:xfrm flipH="1">
            <a:off x="2347941" y="3050910"/>
            <a:ext cx="39038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978341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F3B31F-E9FC-B1D8-23D0-76197725C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72" y="440020"/>
            <a:ext cx="7600451" cy="43472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010BCC-CEA3-C480-24B4-7632C136A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506" y="5531670"/>
            <a:ext cx="5929311" cy="8863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62040B-51BE-16DA-FEF6-4A1A5FBFE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83" y="5531670"/>
            <a:ext cx="1350168" cy="22702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5B5E479-06B9-097E-7C20-CA021C9C8E3C}"/>
              </a:ext>
            </a:extLst>
          </p:cNvPr>
          <p:cNvSpPr/>
          <p:nvPr/>
        </p:nvSpPr>
        <p:spPr bwMode="auto">
          <a:xfrm>
            <a:off x="6259154" y="374199"/>
            <a:ext cx="418916" cy="406666"/>
          </a:xfrm>
          <a:prstGeom prst="ellipse">
            <a:avLst/>
          </a:prstGeom>
          <a:noFill/>
          <a:ln w="60325" cap="flat" cmpd="sng" algn="ctr">
            <a:solidFill>
              <a:srgbClr val="41FF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4B52DB-78FE-5677-A67D-2D7F2EBABD54}"/>
              </a:ext>
            </a:extLst>
          </p:cNvPr>
          <p:cNvSpPr txBox="1"/>
          <p:nvPr/>
        </p:nvSpPr>
        <p:spPr>
          <a:xfrm>
            <a:off x="8023123" y="1306626"/>
            <a:ext cx="1158658" cy="246221"/>
          </a:xfrm>
          <a:prstGeom prst="rect">
            <a:avLst/>
          </a:prstGeom>
          <a:solidFill>
            <a:srgbClr val="F6D9FF"/>
          </a:solidFill>
        </p:spPr>
        <p:txBody>
          <a:bodyPr wrap="square">
            <a:spAutoFit/>
          </a:bodyPr>
          <a:lstStyle/>
          <a:p>
            <a:r>
              <a:rPr lang="en-GB" sz="1000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tri-level sync</a:t>
            </a:r>
            <a:endParaRPr lang="en-GB" sz="120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988B9A-32A5-B3DB-1244-6BFD33E83585}"/>
              </a:ext>
            </a:extLst>
          </p:cNvPr>
          <p:cNvCxnSpPr>
            <a:cxnSpLocks/>
          </p:cNvCxnSpPr>
          <p:nvPr/>
        </p:nvCxnSpPr>
        <p:spPr bwMode="auto">
          <a:xfrm flipH="1">
            <a:off x="5974915" y="1478071"/>
            <a:ext cx="2048208" cy="2798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C66FF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25801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75CACAE-1783-25C4-985F-92158D12A96A}"/>
              </a:ext>
            </a:extLst>
          </p:cNvPr>
          <p:cNvGrpSpPr/>
          <p:nvPr/>
        </p:nvGrpSpPr>
        <p:grpSpPr>
          <a:xfrm>
            <a:off x="395288" y="433193"/>
            <a:ext cx="8656941" cy="4809847"/>
            <a:chOff x="395288" y="969511"/>
            <a:chExt cx="8656941" cy="480984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5513FA-3E10-EA74-060F-A3650D6BD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288" y="1078642"/>
              <a:ext cx="8353424" cy="4700716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E1594D-6A7A-8A5D-5A4A-959C82B72AE8}"/>
                </a:ext>
              </a:extLst>
            </p:cNvPr>
            <p:cNvSpPr/>
            <p:nvPr/>
          </p:nvSpPr>
          <p:spPr bwMode="auto">
            <a:xfrm>
              <a:off x="5701982" y="969511"/>
              <a:ext cx="642937" cy="607242"/>
            </a:xfrm>
            <a:prstGeom prst="ellipse">
              <a:avLst/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D88E318-7F88-4B49-7B9B-E25E57758B63}"/>
                </a:ext>
              </a:extLst>
            </p:cNvPr>
            <p:cNvSpPr txBox="1"/>
            <p:nvPr/>
          </p:nvSpPr>
          <p:spPr>
            <a:xfrm>
              <a:off x="6350088" y="4317935"/>
              <a:ext cx="870722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900" b="0" i="0">
                  <a:solidFill>
                    <a:srgbClr val="000000"/>
                  </a:solidFill>
                  <a:effectLst/>
                  <a:latin typeface="Verdana" panose="020B0604030504040204" pitchFamily="34" charset="0"/>
                </a:rPr>
                <a:t>to reduce long strings of 1’s or 0’s</a:t>
              </a:r>
              <a:endParaRPr lang="en-GB" sz="11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F7A352-C523-A413-657A-D0B160C10F8B}"/>
                </a:ext>
              </a:extLst>
            </p:cNvPr>
            <p:cNvSpPr txBox="1"/>
            <p:nvPr/>
          </p:nvSpPr>
          <p:spPr>
            <a:xfrm>
              <a:off x="8059579" y="4087103"/>
              <a:ext cx="99265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900" b="0" i="0">
                  <a:solidFill>
                    <a:srgbClr val="000000"/>
                  </a:solidFill>
                  <a:effectLst/>
                  <a:latin typeface="Verdana" panose="020B0604030504040204" pitchFamily="34" charset="0"/>
                </a:rPr>
                <a:t>see next slide</a:t>
              </a:r>
              <a:endParaRPr lang="en-GB" sz="1100"/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A6C1D30-2D8C-67A8-142D-2BA91996E471}"/>
              </a:ext>
            </a:extLst>
          </p:cNvPr>
          <p:cNvCxnSpPr>
            <a:cxnSpLocks/>
          </p:cNvCxnSpPr>
          <p:nvPr/>
        </p:nvCxnSpPr>
        <p:spPr bwMode="auto">
          <a:xfrm>
            <a:off x="7509879" y="3339035"/>
            <a:ext cx="1511955" cy="2229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36AB87-3C05-82DD-0019-D4481AA50D5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220810" y="3067665"/>
            <a:ext cx="289069" cy="2713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FF7B34-26AA-B1A3-C1F5-399478F87A25}"/>
              </a:ext>
            </a:extLst>
          </p:cNvPr>
          <p:cNvCxnSpPr>
            <a:cxnSpLocks/>
          </p:cNvCxnSpPr>
          <p:nvPr/>
        </p:nvCxnSpPr>
        <p:spPr bwMode="auto">
          <a:xfrm>
            <a:off x="6735312" y="3132557"/>
            <a:ext cx="744172" cy="203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822574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7EA9C2-EE96-CD0B-9402-9FF936E39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386495"/>
            <a:ext cx="7199649" cy="3963255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39E2F5C-3530-0669-17A5-71DB56943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300" y="2787650"/>
            <a:ext cx="2106612" cy="793627"/>
          </a:xfrm>
          <a:prstGeom prst="rect">
            <a:avLst/>
          </a:prstGeom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0BBE748-4F0B-FC7E-18BF-DF834461C3AC}"/>
              </a:ext>
            </a:extLst>
          </p:cNvPr>
          <p:cNvCxnSpPr>
            <a:cxnSpLocks/>
            <a:endCxn id="62" idx="0"/>
          </p:cNvCxnSpPr>
          <p:nvPr/>
        </p:nvCxnSpPr>
        <p:spPr bwMode="auto">
          <a:xfrm>
            <a:off x="7287629" y="2157860"/>
            <a:ext cx="610977" cy="6297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BF76B9B-AE51-F347-7130-F1BD3AAF26A8}"/>
              </a:ext>
            </a:extLst>
          </p:cNvPr>
          <p:cNvSpPr txBox="1"/>
          <p:nvPr/>
        </p:nvSpPr>
        <p:spPr>
          <a:xfrm rot="483281">
            <a:off x="5669538" y="3210267"/>
            <a:ext cx="10624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compare to RTZ</a:t>
            </a:r>
            <a:endParaRPr lang="en-GB" sz="1050" i="1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458F03-B469-5E39-10B0-F3EF76495BC7}"/>
              </a:ext>
            </a:extLst>
          </p:cNvPr>
          <p:cNvCxnSpPr>
            <a:cxnSpLocks/>
          </p:cNvCxnSpPr>
          <p:nvPr/>
        </p:nvCxnSpPr>
        <p:spPr bwMode="auto">
          <a:xfrm>
            <a:off x="4811934" y="3012510"/>
            <a:ext cx="1987720" cy="3054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FAD8A5-7771-8D83-D727-C8FC7E4A91E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369605" y="2606281"/>
            <a:ext cx="442329" cy="4062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64277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CAD308-0FFB-4132-AE5F-93C25E06B0C5}"/>
              </a:ext>
            </a:extLst>
          </p:cNvPr>
          <p:cNvSpPr/>
          <p:nvPr/>
        </p:nvSpPr>
        <p:spPr>
          <a:xfrm>
            <a:off x="395288" y="1214507"/>
            <a:ext cx="824516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Why IP is </a:t>
            </a:r>
            <a:r>
              <a:rPr lang="en-GB"/>
              <a:t>replacing SDI* </a:t>
            </a:r>
            <a:endParaRPr lang="en-GB" dirty="0"/>
          </a:p>
          <a:p>
            <a:endParaRPr lang="en-GB"/>
          </a:p>
          <a:p>
            <a:r>
              <a:rPr lang="en-GB" i="1"/>
              <a:t>for example …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Universal connectivity (broadcast and other industries)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Lower </a:t>
            </a:r>
            <a:r>
              <a:rPr lang="en-GB" dirty="0"/>
              <a:t>budgets, higher quality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Production companies scaling: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IP </a:t>
            </a:r>
            <a:r>
              <a:rPr lang="en-GB"/>
              <a:t>allows production personnel to remain in </a:t>
            </a:r>
            <a:r>
              <a:rPr lang="en-GB" dirty="0"/>
              <a:t>a central location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Receive feeds </a:t>
            </a:r>
            <a:r>
              <a:rPr lang="en-GB" dirty="0"/>
              <a:t>from remote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Democratise the industry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single producer </a:t>
            </a:r>
            <a:r>
              <a:rPr lang="en-GB" dirty="0"/>
              <a:t>can have many camera inputs from anywhere in </a:t>
            </a:r>
            <a:r>
              <a:rPr lang="en-GB"/>
              <a:t>the world</a:t>
            </a:r>
          </a:p>
          <a:p>
            <a:pPr marL="0" lvl="1"/>
            <a:endParaRPr lang="en-GB"/>
          </a:p>
          <a:p>
            <a:pPr marL="0" lvl="1"/>
            <a:endParaRPr lang="en-GB" dirty="0"/>
          </a:p>
          <a:p>
            <a:pPr marL="0" lvl="1"/>
            <a:r>
              <a:rPr lang="en-GB" i="1"/>
              <a:t>* although SDI is still in developmen</a:t>
            </a:r>
            <a:r>
              <a:rPr lang="en-GB" i="1" dirty="0"/>
              <a:t>t</a:t>
            </a:r>
            <a:endParaRPr lang="en-GB" i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6CBFBB-5BB7-4686-9304-071014EF5EE4}"/>
              </a:ext>
            </a:extLst>
          </p:cNvPr>
          <p:cNvSpPr txBox="1"/>
          <p:nvPr/>
        </p:nvSpPr>
        <p:spPr>
          <a:xfrm>
            <a:off x="376023" y="342930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IP Workflows</a:t>
            </a:r>
          </a:p>
        </p:txBody>
      </p:sp>
    </p:spTree>
    <p:extLst>
      <p:ext uri="{BB962C8B-B14F-4D97-AF65-F5344CB8AC3E}">
        <p14:creationId xmlns:p14="http://schemas.microsoft.com/office/powerpoint/2010/main" val="941856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AD69D4-BA89-4FA0-8505-B5C3C1FED64E}"/>
              </a:ext>
            </a:extLst>
          </p:cNvPr>
          <p:cNvSpPr/>
          <p:nvPr/>
        </p:nvSpPr>
        <p:spPr>
          <a:xfrm>
            <a:off x="395288" y="2987205"/>
            <a:ext cx="8289512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>
              <a:lnSpc>
                <a:spcPct val="150000"/>
              </a:lnSpc>
            </a:pPr>
            <a:r>
              <a:rPr lang="en-GB" sz="1800" b="1"/>
              <a:t>ST 2110 – Essence-Based Approach</a:t>
            </a:r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Designed </a:t>
            </a:r>
            <a:r>
              <a:rPr lang="en-GB" dirty="0"/>
              <a:t>from the ground up - separates video, audio and ancillary data</a:t>
            </a: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Flexibility: route </a:t>
            </a:r>
            <a:r>
              <a:rPr lang="en-GB"/>
              <a:t>and process streams </a:t>
            </a:r>
            <a:r>
              <a:rPr lang="en-GB" dirty="0"/>
              <a:t>independently</a:t>
            </a: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allows SDI </a:t>
            </a:r>
            <a:r>
              <a:rPr lang="en-GB">
                <a:latin typeface="Lucida Sans Unicode" panose="020B0602030504020204" pitchFamily="34" charset="0"/>
                <a:cs typeface="Lucida Sans Unicode" panose="020B0602030504020204" pitchFamily="34" charset="0"/>
              </a:rPr>
              <a:t>⇨</a:t>
            </a:r>
            <a:r>
              <a:rPr lang="en-GB"/>
              <a:t>SMPTE </a:t>
            </a:r>
            <a:r>
              <a:rPr lang="en-GB" dirty="0"/>
              <a:t>2022-6 when </a:t>
            </a:r>
            <a:r>
              <a:rPr lang="en-GB"/>
              <a:t>necessary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42D8C9-52FD-410C-A5E9-51B61F1405A7}"/>
              </a:ext>
            </a:extLst>
          </p:cNvPr>
          <p:cNvSpPr/>
          <p:nvPr/>
        </p:nvSpPr>
        <p:spPr>
          <a:xfrm>
            <a:off x="395288" y="447675"/>
            <a:ext cx="54970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The Move to IP:  SMPTE </a:t>
            </a:r>
            <a:r>
              <a:rPr lang="en-GB" sz="2400" b="1" dirty="0"/>
              <a:t>2022</a:t>
            </a:r>
            <a:r>
              <a:rPr lang="en-GB" sz="2400" b="1"/>
              <a:t>, 2110</a:t>
            </a:r>
            <a:endParaRPr lang="en-GB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05FB0-AC1E-A17E-3FA6-234F39B72669}"/>
              </a:ext>
            </a:extLst>
          </p:cNvPr>
          <p:cNvSpPr txBox="1"/>
          <p:nvPr/>
        </p:nvSpPr>
        <p:spPr>
          <a:xfrm>
            <a:off x="395288" y="1088982"/>
            <a:ext cx="8568444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/>
              <a:t>SMPTE ST 2022-6 - IP Packetisation of SDI Raster</a:t>
            </a:r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mapping SDI onto IP</a:t>
            </a:r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i.e. the early stages of the shift from SDI</a:t>
            </a:r>
          </a:p>
        </p:txBody>
      </p:sp>
    </p:spTree>
    <p:extLst>
      <p:ext uri="{BB962C8B-B14F-4D97-AF65-F5344CB8AC3E}">
        <p14:creationId xmlns:p14="http://schemas.microsoft.com/office/powerpoint/2010/main" val="207939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4380D6-6103-4C5B-86F7-75C67DD7D365}"/>
              </a:ext>
            </a:extLst>
          </p:cNvPr>
          <p:cNvSpPr/>
          <p:nvPr/>
        </p:nvSpPr>
        <p:spPr>
          <a:xfrm>
            <a:off x="410670" y="1270021"/>
            <a:ext cx="5974335" cy="12157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u="sng" dirty="0"/>
              <a:t>Bundled (Audio, Video, Metadata together)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Audio/Video/Metadata/Sync travel coherently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Requires extra work to “unpack” </a:t>
            </a:r>
            <a:r>
              <a:rPr lang="en-GB" sz="1600"/>
              <a:t>separate essences</a:t>
            </a:r>
            <a:endParaRPr lang="en-GB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743EE9-6699-4DE2-9E24-85B20E130CB7}"/>
              </a:ext>
            </a:extLst>
          </p:cNvPr>
          <p:cNvSpPr/>
          <p:nvPr/>
        </p:nvSpPr>
        <p:spPr>
          <a:xfrm>
            <a:off x="385763" y="323850"/>
            <a:ext cx="80386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/>
              <a:t>SMPTE ST 2022-6 </a:t>
            </a:r>
          </a:p>
          <a:p>
            <a:r>
              <a:rPr lang="en-GB" sz="2400" b="1"/>
              <a:t>	- IP Packetisation of SDI Raster</a:t>
            </a:r>
            <a:endParaRPr lang="en-GB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AC2110-0717-4D1A-8E55-F736FEBA6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16" y="2787773"/>
            <a:ext cx="6364645" cy="37635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CD2D34-C06B-48D8-9DA3-0852B311523A}"/>
              </a:ext>
            </a:extLst>
          </p:cNvPr>
          <p:cNvSpPr txBox="1"/>
          <p:nvPr/>
        </p:nvSpPr>
        <p:spPr>
          <a:xfrm>
            <a:off x="7079031" y="4214428"/>
            <a:ext cx="1830950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u="sng" dirty="0"/>
              <a:t>One IP Address</a:t>
            </a:r>
          </a:p>
          <a:p>
            <a:r>
              <a:rPr lang="en-GB" sz="1600" dirty="0">
                <a:solidFill>
                  <a:schemeClr val="accent2">
                    <a:lumMod val="50000"/>
                  </a:schemeClr>
                </a:solidFill>
              </a:rPr>
              <a:t>Video</a:t>
            </a:r>
          </a:p>
          <a:p>
            <a:r>
              <a:rPr lang="en-GB" sz="1600" dirty="0">
                <a:solidFill>
                  <a:schemeClr val="accent2">
                    <a:lumMod val="50000"/>
                  </a:schemeClr>
                </a:solidFill>
              </a:rPr>
              <a:t>+ Audio</a:t>
            </a:r>
          </a:p>
          <a:p>
            <a:r>
              <a:rPr lang="en-GB" sz="1600">
                <a:solidFill>
                  <a:schemeClr val="accent2">
                    <a:lumMod val="50000"/>
                  </a:schemeClr>
                </a:solidFill>
              </a:rPr>
              <a:t>+ ANC Metadata</a:t>
            </a:r>
            <a:endParaRPr lang="en-GB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1E6F572-AEA2-434C-84CA-465C7731AB48}"/>
              </a:ext>
            </a:extLst>
          </p:cNvPr>
          <p:cNvSpPr/>
          <p:nvPr/>
        </p:nvSpPr>
        <p:spPr>
          <a:xfrm>
            <a:off x="6255016" y="4503327"/>
            <a:ext cx="722299" cy="530198"/>
          </a:xfrm>
          <a:prstGeom prst="rightArrow">
            <a:avLst>
              <a:gd name="adj1" fmla="val 50000"/>
              <a:gd name="adj2" fmla="val 8188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621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323715-C254-48DB-B3F4-BB8FB6DD405A}"/>
              </a:ext>
            </a:extLst>
          </p:cNvPr>
          <p:cNvSpPr/>
          <p:nvPr/>
        </p:nvSpPr>
        <p:spPr>
          <a:xfrm>
            <a:off x="395288" y="1236731"/>
            <a:ext cx="8226198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GB" b="1" u="sng" dirty="0"/>
              <a:t>Essence Based (Audio, Video, Metadata separate) 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Suited for Studio/Production workflows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Individual essence kept in sync using </a:t>
            </a:r>
            <a:r>
              <a:rPr lang="en-GB" sz="1600"/>
              <a:t>PTP timing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/>
              <a:t>No blanking!</a:t>
            </a:r>
            <a:endParaRPr lang="en-GB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9A56F4-FF71-4DBC-B9EB-9BADC757171E}"/>
              </a:ext>
            </a:extLst>
          </p:cNvPr>
          <p:cNvSpPr/>
          <p:nvPr/>
        </p:nvSpPr>
        <p:spPr>
          <a:xfrm>
            <a:off x="385763" y="323850"/>
            <a:ext cx="511229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ST 2110 </a:t>
            </a:r>
          </a:p>
          <a:p>
            <a:r>
              <a:rPr lang="en-GB" sz="2400" b="1"/>
              <a:t>	– Essence-Based Approach</a:t>
            </a:r>
            <a:endParaRPr lang="en-GB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54EBD-6310-45A2-8F76-C32A3C9D7DFE}"/>
              </a:ext>
            </a:extLst>
          </p:cNvPr>
          <p:cNvSpPr txBox="1"/>
          <p:nvPr/>
        </p:nvSpPr>
        <p:spPr>
          <a:xfrm>
            <a:off x="6592899" y="3008628"/>
            <a:ext cx="169469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u="sng" dirty="0"/>
              <a:t>IP Address #1</a:t>
            </a:r>
          </a:p>
          <a:p>
            <a:r>
              <a:rPr lang="en-GB" sz="1600" dirty="0">
                <a:solidFill>
                  <a:schemeClr val="accent2">
                    <a:lumMod val="50000"/>
                  </a:schemeClr>
                </a:solidFill>
              </a:rPr>
              <a:t>Video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972AC-2991-4262-BF16-7C56751C8F6A}"/>
              </a:ext>
            </a:extLst>
          </p:cNvPr>
          <p:cNvSpPr txBox="1"/>
          <p:nvPr/>
        </p:nvSpPr>
        <p:spPr>
          <a:xfrm>
            <a:off x="6592899" y="4402791"/>
            <a:ext cx="169469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u="sng" dirty="0"/>
              <a:t>IP Address #2</a:t>
            </a:r>
          </a:p>
          <a:p>
            <a:r>
              <a:rPr lang="en-GB" sz="1600" dirty="0">
                <a:solidFill>
                  <a:schemeClr val="accent2">
                    <a:lumMod val="50000"/>
                  </a:schemeClr>
                </a:solidFill>
              </a:rPr>
              <a:t>Audio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4260D-A2B3-4D39-98B7-24959BB8329D}"/>
              </a:ext>
            </a:extLst>
          </p:cNvPr>
          <p:cNvSpPr txBox="1"/>
          <p:nvPr/>
        </p:nvSpPr>
        <p:spPr>
          <a:xfrm>
            <a:off x="6592899" y="5654226"/>
            <a:ext cx="169469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u="sng" dirty="0"/>
              <a:t>IP Address #3</a:t>
            </a:r>
          </a:p>
          <a:p>
            <a:r>
              <a:rPr lang="en-GB" sz="1600" dirty="0">
                <a:solidFill>
                  <a:schemeClr val="accent2">
                    <a:lumMod val="50000"/>
                  </a:schemeClr>
                </a:solidFill>
              </a:rPr>
              <a:t>Metadata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AD539E-4501-4AC8-ABDB-38F7DC820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38" y="2646172"/>
            <a:ext cx="2112663" cy="1336382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1739D41B-3B38-4148-9C67-6782E522C6BD}"/>
              </a:ext>
            </a:extLst>
          </p:cNvPr>
          <p:cNvSpPr/>
          <p:nvPr/>
        </p:nvSpPr>
        <p:spPr>
          <a:xfrm>
            <a:off x="3237666" y="3049264"/>
            <a:ext cx="2502307" cy="530198"/>
          </a:xfrm>
          <a:prstGeom prst="rightArrow">
            <a:avLst>
              <a:gd name="adj1" fmla="val 50000"/>
              <a:gd name="adj2" fmla="val 8188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A picture containing object&#10;&#10;Description automatically generated">
            <a:extLst>
              <a:ext uri="{FF2B5EF4-FFF2-40B4-BE49-F238E27FC236}">
                <a16:creationId xmlns:a16="http://schemas.microsoft.com/office/drawing/2014/main" id="{919DF05D-A81F-4C5C-8C90-ECFB2EB64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43" y="4190505"/>
            <a:ext cx="1889452" cy="1009349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5C672156-F085-41F8-A3F8-67E96256E329}"/>
              </a:ext>
            </a:extLst>
          </p:cNvPr>
          <p:cNvSpPr/>
          <p:nvPr/>
        </p:nvSpPr>
        <p:spPr>
          <a:xfrm>
            <a:off x="3237666" y="4351745"/>
            <a:ext cx="2502307" cy="530198"/>
          </a:xfrm>
          <a:prstGeom prst="rightArrow">
            <a:avLst>
              <a:gd name="adj1" fmla="val 50000"/>
              <a:gd name="adj2" fmla="val 8188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EE5983-3EE4-4717-9359-AB07F044B6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289" y="5276693"/>
            <a:ext cx="1140639" cy="1140639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CF1BB8C6-7029-4261-8BDD-A1C1C302FFAC}"/>
              </a:ext>
            </a:extLst>
          </p:cNvPr>
          <p:cNvSpPr/>
          <p:nvPr/>
        </p:nvSpPr>
        <p:spPr>
          <a:xfrm>
            <a:off x="3237665" y="5654226"/>
            <a:ext cx="2502307" cy="530198"/>
          </a:xfrm>
          <a:prstGeom prst="rightArrow">
            <a:avLst>
              <a:gd name="adj1" fmla="val 50000"/>
              <a:gd name="adj2" fmla="val 8188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94F3CA-6819-4AA6-A509-D6C2F3035650}"/>
              </a:ext>
            </a:extLst>
          </p:cNvPr>
          <p:cNvSpPr txBox="1"/>
          <p:nvPr/>
        </p:nvSpPr>
        <p:spPr>
          <a:xfrm>
            <a:off x="3040344" y="2746399"/>
            <a:ext cx="2896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IP </a:t>
            </a:r>
            <a:r>
              <a:rPr lang="en-GB" sz="1400" dirty="0" err="1"/>
              <a:t>Packetisation</a:t>
            </a:r>
            <a:r>
              <a:rPr lang="en-GB" sz="1400" dirty="0"/>
              <a:t> of Active Video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CF7828-5B00-4727-B14F-28E018029CF2}"/>
              </a:ext>
            </a:extLst>
          </p:cNvPr>
          <p:cNvSpPr txBox="1"/>
          <p:nvPr/>
        </p:nvSpPr>
        <p:spPr>
          <a:xfrm>
            <a:off x="3067723" y="4008140"/>
            <a:ext cx="3191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IP </a:t>
            </a:r>
            <a:r>
              <a:rPr lang="en-GB" sz="1400" dirty="0" err="1"/>
              <a:t>Packetisation</a:t>
            </a:r>
            <a:r>
              <a:rPr lang="en-GB" sz="1400" dirty="0"/>
              <a:t> of Audio Channels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71AF13-AA92-4C4E-B2D3-A509480D8197}"/>
              </a:ext>
            </a:extLst>
          </p:cNvPr>
          <p:cNvSpPr txBox="1"/>
          <p:nvPr/>
        </p:nvSpPr>
        <p:spPr>
          <a:xfrm>
            <a:off x="3136879" y="5360748"/>
            <a:ext cx="26613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IP </a:t>
            </a:r>
            <a:r>
              <a:rPr lang="en-GB" sz="1400" dirty="0" err="1"/>
              <a:t>Packetisation</a:t>
            </a:r>
            <a:r>
              <a:rPr lang="en-GB" sz="1400" dirty="0"/>
              <a:t> of ANC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225BB3-9B3F-432F-B418-64B37874D1C3}"/>
              </a:ext>
            </a:extLst>
          </p:cNvPr>
          <p:cNvSpPr txBox="1"/>
          <p:nvPr/>
        </p:nvSpPr>
        <p:spPr>
          <a:xfrm>
            <a:off x="3816287" y="3184176"/>
            <a:ext cx="11785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IETF RFC 4175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AEA3FE-FDCE-4C6C-B1B1-EE75A8F9DF0E}"/>
              </a:ext>
            </a:extLst>
          </p:cNvPr>
          <p:cNvSpPr txBox="1"/>
          <p:nvPr/>
        </p:nvSpPr>
        <p:spPr>
          <a:xfrm>
            <a:off x="3969431" y="4493488"/>
            <a:ext cx="696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AES-67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9B7768-F916-4776-9DCA-E28E36647D93}"/>
              </a:ext>
            </a:extLst>
          </p:cNvPr>
          <p:cNvSpPr txBox="1"/>
          <p:nvPr/>
        </p:nvSpPr>
        <p:spPr>
          <a:xfrm>
            <a:off x="3896368" y="5788381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IETF ANC291</a:t>
            </a:r>
          </a:p>
        </p:txBody>
      </p:sp>
    </p:spTree>
    <p:extLst>
      <p:ext uri="{BB962C8B-B14F-4D97-AF65-F5344CB8AC3E}">
        <p14:creationId xmlns:p14="http://schemas.microsoft.com/office/powerpoint/2010/main" val="2018986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CA1521-8E98-CF65-DBBE-B5EA886CE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07" y="6014877"/>
            <a:ext cx="9144000" cy="5483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9FD5DC-B16C-4FD5-916B-F7818B090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3122"/>
            <a:ext cx="9144000" cy="51717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F7A65F-354E-42CC-8AD7-CBFA376C31BD}"/>
              </a:ext>
            </a:extLst>
          </p:cNvPr>
          <p:cNvSpPr txBox="1"/>
          <p:nvPr/>
        </p:nvSpPr>
        <p:spPr>
          <a:xfrm>
            <a:off x="1215779" y="6203521"/>
            <a:ext cx="6091237" cy="35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 i="1" dirty="0">
                <a:latin typeface="Lucida Sans Unicode" pitchFamily="34" charset="0"/>
                <a:cs typeface="Lucida Sans Unicode" pitchFamily="34" charset="0"/>
              </a:rPr>
              <a:t>Slide from Phil Myers, Snell Advanced Media, SMPTE presentation, BCU. 2017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294FAC-94CD-4949-B3FA-69CCFAC32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6112884"/>
            <a:ext cx="964322" cy="4204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1C08B6-B718-7C98-AB47-496598E01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807" y="323850"/>
            <a:ext cx="9144000" cy="5192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7A2BC40-E540-4808-94A8-F4275DB5F422}"/>
              </a:ext>
            </a:extLst>
          </p:cNvPr>
          <p:cNvSpPr/>
          <p:nvPr/>
        </p:nvSpPr>
        <p:spPr>
          <a:xfrm>
            <a:off x="385763" y="323850"/>
            <a:ext cx="8228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Traditional Broadcast and Media Routing</a:t>
            </a:r>
          </a:p>
        </p:txBody>
      </p:sp>
    </p:spTree>
    <p:extLst>
      <p:ext uri="{BB962C8B-B14F-4D97-AF65-F5344CB8AC3E}">
        <p14:creationId xmlns:p14="http://schemas.microsoft.com/office/powerpoint/2010/main" val="3474851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639232-C49C-02BE-23C5-0DE29C183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07" y="5949281"/>
            <a:ext cx="9150808" cy="618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3AD4AC-BE93-E4F0-F8E7-ABA8C1215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" y="328512"/>
            <a:ext cx="9144000" cy="5190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48A8279-6FA6-4F5B-994F-411D31A9F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3" y="847580"/>
            <a:ext cx="9134255" cy="5162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E9F84C-B9C7-48AE-9FD7-8FF48B8DA2FF}"/>
              </a:ext>
            </a:extLst>
          </p:cNvPr>
          <p:cNvSpPr txBox="1"/>
          <p:nvPr/>
        </p:nvSpPr>
        <p:spPr>
          <a:xfrm>
            <a:off x="1215779" y="6203521"/>
            <a:ext cx="6091237" cy="35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 i="1" dirty="0">
                <a:latin typeface="Lucida Sans Unicode" pitchFamily="34" charset="0"/>
                <a:cs typeface="Lucida Sans Unicode" pitchFamily="34" charset="0"/>
              </a:rPr>
              <a:t>Slide from Phil Myers, Snell Advanced Media, SMPTE presentation, BCU. 2017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8B3B0-CAE4-407A-9A5C-66ABFFA10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12" y="6093570"/>
            <a:ext cx="964322" cy="4204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C133C9-9761-4B69-8A4B-6DACFD87D35D}"/>
              </a:ext>
            </a:extLst>
          </p:cNvPr>
          <p:cNvSpPr/>
          <p:nvPr/>
        </p:nvSpPr>
        <p:spPr>
          <a:xfrm>
            <a:off x="385763" y="323850"/>
            <a:ext cx="8228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IP World of Broadcast and Media Routing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BD6635-222D-9CD0-0CCA-CFDAF4D2DACF}"/>
              </a:ext>
            </a:extLst>
          </p:cNvPr>
          <p:cNvSpPr txBox="1"/>
          <p:nvPr/>
        </p:nvSpPr>
        <p:spPr>
          <a:xfrm>
            <a:off x="7289956" y="582709"/>
            <a:ext cx="1843791" cy="4308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100">
                <a:latin typeface="Lucida Sans Unicode" pitchFamily="34" charset="0"/>
                <a:cs typeface="Lucida Sans Unicode" pitchFamily="34" charset="0"/>
              </a:rPr>
              <a:t>Note – SDI and IP in path from 2022 - 2110</a:t>
            </a:r>
          </a:p>
        </p:txBody>
      </p:sp>
    </p:spTree>
    <p:extLst>
      <p:ext uri="{BB962C8B-B14F-4D97-AF65-F5344CB8AC3E}">
        <p14:creationId xmlns:p14="http://schemas.microsoft.com/office/powerpoint/2010/main" val="3683685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149E562-A889-35DA-B976-4C85E5EE1EF1}"/>
              </a:ext>
            </a:extLst>
          </p:cNvPr>
          <p:cNvSpPr/>
          <p:nvPr/>
        </p:nvSpPr>
        <p:spPr>
          <a:xfrm>
            <a:off x="395288" y="3275010"/>
            <a:ext cx="8380208" cy="3195803"/>
          </a:xfrm>
          <a:prstGeom prst="roundRect">
            <a:avLst>
              <a:gd name="adj" fmla="val 7458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E064B99-DBD3-2C8E-BC17-04CD066DE5B3}"/>
              </a:ext>
            </a:extLst>
          </p:cNvPr>
          <p:cNvSpPr/>
          <p:nvPr/>
        </p:nvSpPr>
        <p:spPr>
          <a:xfrm>
            <a:off x="441981" y="846828"/>
            <a:ext cx="8380208" cy="2303293"/>
          </a:xfrm>
          <a:prstGeom prst="roundRect">
            <a:avLst>
              <a:gd name="adj" fmla="val 7458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46A46A-225C-0159-828F-1D7B489C3550}"/>
              </a:ext>
            </a:extLst>
          </p:cNvPr>
          <p:cNvSpPr txBox="1"/>
          <p:nvPr/>
        </p:nvSpPr>
        <p:spPr>
          <a:xfrm>
            <a:off x="406959" y="897333"/>
            <a:ext cx="683568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b="1">
                <a:latin typeface="Lucida Sans Unicode" pitchFamily="34" charset="0"/>
                <a:cs typeface="Lucida Sans Unicode" pitchFamily="34" charset="0"/>
              </a:rPr>
              <a:t>SDI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53DF7C-A2AA-2F54-334C-D08316570F62}"/>
              </a:ext>
            </a:extLst>
          </p:cNvPr>
          <p:cNvSpPr txBox="1"/>
          <p:nvPr/>
        </p:nvSpPr>
        <p:spPr>
          <a:xfrm>
            <a:off x="5053047" y="3506823"/>
            <a:ext cx="369566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Receiver requests multicast 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Control System tells Receiver: </a:t>
            </a:r>
          </a:p>
          <a:p>
            <a:pPr marL="638175" lvl="1" indent="-18097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Multicast Group &amp; Port#</a:t>
            </a:r>
          </a:p>
          <a:p>
            <a:pPr marL="638175" lvl="1" indent="-18097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Technical Metadata of the new stream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Receiver is responsible for how it switches/transitions to it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Receiver asks the network for the new signal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Network sends data via packet forwarding logic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6A0B38-089B-7ADA-FAC1-BC877BD7834D}"/>
              </a:ext>
            </a:extLst>
          </p:cNvPr>
          <p:cNvSpPr txBox="1"/>
          <p:nvPr/>
        </p:nvSpPr>
        <p:spPr>
          <a:xfrm>
            <a:off x="476268" y="3459089"/>
            <a:ext cx="683568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b="1">
                <a:latin typeface="Lucida Sans Unicode" pitchFamily="34" charset="0"/>
                <a:cs typeface="Lucida Sans Unicode" pitchFamily="34" charset="0"/>
              </a:rPr>
              <a:t>IP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092994D-AE97-2F3A-7943-2711D4A42513}"/>
              </a:ext>
            </a:extLst>
          </p:cNvPr>
          <p:cNvSpPr/>
          <p:nvPr/>
        </p:nvSpPr>
        <p:spPr>
          <a:xfrm>
            <a:off x="380689" y="387187"/>
            <a:ext cx="8228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/>
              <a:t>SDI vs IP Video Routing</a:t>
            </a:r>
            <a:endParaRPr lang="en-GB" sz="2400" b="1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2BE92EE-6094-B7EC-5BC6-AC9B533FC941}"/>
              </a:ext>
            </a:extLst>
          </p:cNvPr>
          <p:cNvGrpSpPr/>
          <p:nvPr/>
        </p:nvGrpSpPr>
        <p:grpSpPr>
          <a:xfrm>
            <a:off x="704838" y="1365867"/>
            <a:ext cx="3690411" cy="1203760"/>
            <a:chOff x="1259632" y="1469156"/>
            <a:chExt cx="3690411" cy="12037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749BEFF-16F4-8868-042E-14389B7B9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15716" y="2029058"/>
              <a:ext cx="1727684" cy="643858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16464AD-7F41-8C57-F52D-3AFF06C8CB17}"/>
                </a:ext>
              </a:extLst>
            </p:cNvPr>
            <p:cNvCxnSpPr/>
            <p:nvPr/>
          </p:nvCxnSpPr>
          <p:spPr>
            <a:xfrm>
              <a:off x="1259632" y="2209078"/>
              <a:ext cx="75608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B2467B1-72A9-C839-F409-D65AFAB3EB21}"/>
                </a:ext>
              </a:extLst>
            </p:cNvPr>
            <p:cNvCxnSpPr/>
            <p:nvPr/>
          </p:nvCxnSpPr>
          <p:spPr>
            <a:xfrm>
              <a:off x="1259632" y="2353094"/>
              <a:ext cx="75608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A75E30B-2C53-3528-D08F-284740592DB4}"/>
                </a:ext>
              </a:extLst>
            </p:cNvPr>
            <p:cNvCxnSpPr/>
            <p:nvPr/>
          </p:nvCxnSpPr>
          <p:spPr>
            <a:xfrm>
              <a:off x="1259632" y="2497110"/>
              <a:ext cx="75608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166309B-9CD4-102C-CDF2-3397D563C4F6}"/>
                </a:ext>
              </a:extLst>
            </p:cNvPr>
            <p:cNvCxnSpPr/>
            <p:nvPr/>
          </p:nvCxnSpPr>
          <p:spPr>
            <a:xfrm>
              <a:off x="3743400" y="2373221"/>
              <a:ext cx="75608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9BF0075-96FE-EAA7-EC10-FB8B4336DB9A}"/>
                </a:ext>
              </a:extLst>
            </p:cNvPr>
            <p:cNvCxnSpPr/>
            <p:nvPr/>
          </p:nvCxnSpPr>
          <p:spPr>
            <a:xfrm>
              <a:off x="3743400" y="2517237"/>
              <a:ext cx="75608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23AEEE4F-ADCD-B42B-CEAC-08F1AE52E4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3908" y="2029058"/>
              <a:ext cx="755576" cy="180020"/>
            </a:xfrm>
            <a:prstGeom prst="bentConnector3">
              <a:avLst>
                <a:gd name="adj1" fmla="val 99795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Picture 51" descr="A picture containing text, monitor, screenshot&#10;&#10;Description automatically generated">
              <a:extLst>
                <a:ext uri="{FF2B5EF4-FFF2-40B4-BE49-F238E27FC236}">
                  <a16:creationId xmlns:a16="http://schemas.microsoft.com/office/drawing/2014/main" id="{13EA6DC5-9613-2426-742E-6E5510F8B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4693" y="1469156"/>
              <a:ext cx="895350" cy="542925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E939D2B-2662-854D-89B7-9A771784F350}"/>
              </a:ext>
            </a:extLst>
          </p:cNvPr>
          <p:cNvGrpSpPr/>
          <p:nvPr/>
        </p:nvGrpSpPr>
        <p:grpSpPr>
          <a:xfrm>
            <a:off x="457608" y="3582198"/>
            <a:ext cx="4474433" cy="2392879"/>
            <a:chOff x="490118" y="3548771"/>
            <a:chExt cx="4843834" cy="2490561"/>
          </a:xfrm>
        </p:grpSpPr>
        <p:pic>
          <p:nvPicPr>
            <p:cNvPr id="24" name="Picture 23" descr="A picture containing computer, electronics&#10;&#10;Description automatically generated">
              <a:extLst>
                <a:ext uri="{FF2B5EF4-FFF2-40B4-BE49-F238E27FC236}">
                  <a16:creationId xmlns:a16="http://schemas.microsoft.com/office/drawing/2014/main" id="{0E24F975-3DD6-DFFC-27CF-B5F7B35D9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5482" y="4243793"/>
              <a:ext cx="1368152" cy="1368152"/>
            </a:xfrm>
            <a:prstGeom prst="rect">
              <a:avLst/>
            </a:prstGeom>
          </p:spPr>
        </p:pic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043D305-1618-9DDA-72D9-7A75A97F4C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7684" y="4135419"/>
              <a:ext cx="2015716" cy="1092144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CE2B42A-AD17-00B8-3B82-247324EEB2EF}"/>
                </a:ext>
              </a:extLst>
            </p:cNvPr>
            <p:cNvCxnSpPr>
              <a:cxnSpLocks/>
            </p:cNvCxnSpPr>
            <p:nvPr/>
          </p:nvCxnSpPr>
          <p:spPr>
            <a:xfrm>
              <a:off x="4031432" y="4135419"/>
              <a:ext cx="215770" cy="1051502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D357202-A0EF-1530-4732-359F221274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19872" y="4135419"/>
              <a:ext cx="474411" cy="464199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EC36387-2354-8707-FF0C-3D55ADFFB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5716" y="5234069"/>
              <a:ext cx="179766" cy="1018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D9C9E59-E8AA-BD17-DFBF-003E37339ACA}"/>
                </a:ext>
              </a:extLst>
            </p:cNvPr>
            <p:cNvCxnSpPr>
              <a:cxnSpLocks/>
            </p:cNvCxnSpPr>
            <p:nvPr/>
          </p:nvCxnSpPr>
          <p:spPr>
            <a:xfrm>
              <a:off x="3585075" y="5221276"/>
              <a:ext cx="201207" cy="1146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54" descr="A picture containing text, monitor, screenshot&#10;&#10;Description automatically generated">
              <a:extLst>
                <a:ext uri="{FF2B5EF4-FFF2-40B4-BE49-F238E27FC236}">
                  <a16:creationId xmlns:a16="http://schemas.microsoft.com/office/drawing/2014/main" id="{34B21B8A-60A4-6550-B65D-C95E444DE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8077" y="3548771"/>
              <a:ext cx="895350" cy="542925"/>
            </a:xfrm>
            <a:prstGeom prst="rect">
              <a:avLst/>
            </a:prstGeom>
          </p:spPr>
        </p:pic>
        <p:pic>
          <p:nvPicPr>
            <p:cNvPr id="57" name="Picture 56" descr="The back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6472A687-C653-414C-BD6A-2A707E255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173" y="5276044"/>
              <a:ext cx="1547918" cy="433539"/>
            </a:xfrm>
            <a:prstGeom prst="rect">
              <a:avLst/>
            </a:prstGeom>
          </p:spPr>
        </p:pic>
        <p:pic>
          <p:nvPicPr>
            <p:cNvPr id="58" name="Picture 57" descr="The back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03C1227E-CD03-76BA-80F7-580690AC1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1755" y="5285003"/>
              <a:ext cx="1547918" cy="433539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C5FED40-82A5-AD1B-5588-E1DEA051EEF4}"/>
                </a:ext>
              </a:extLst>
            </p:cNvPr>
            <p:cNvSpPr txBox="1"/>
            <p:nvPr/>
          </p:nvSpPr>
          <p:spPr>
            <a:xfrm>
              <a:off x="490118" y="5656926"/>
              <a:ext cx="1920600" cy="382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GB" sz="1400">
                  <a:latin typeface="Lucida Sans Unicode" pitchFamily="34" charset="0"/>
                  <a:cs typeface="Lucida Sans Unicode" pitchFamily="34" charset="0"/>
                </a:rPr>
                <a:t>Multicast source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0EACE73-8B0D-AB47-F2C8-CE0B49CCBCAE}"/>
                </a:ext>
              </a:extLst>
            </p:cNvPr>
            <p:cNvSpPr txBox="1"/>
            <p:nvPr/>
          </p:nvSpPr>
          <p:spPr>
            <a:xfrm>
              <a:off x="3701755" y="5643764"/>
              <a:ext cx="1632197" cy="367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GB" sz="1400">
                  <a:latin typeface="Lucida Sans Unicode" pitchFamily="34" charset="0"/>
                  <a:cs typeface="Lucida Sans Unicode" pitchFamily="34" charset="0"/>
                </a:rPr>
                <a:t>Receiver host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6EA743F1-CD9C-EED5-F2BE-55AA75043DF6}"/>
              </a:ext>
            </a:extLst>
          </p:cNvPr>
          <p:cNvSpPr txBox="1"/>
          <p:nvPr/>
        </p:nvSpPr>
        <p:spPr>
          <a:xfrm>
            <a:off x="4734429" y="1124908"/>
            <a:ext cx="40410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600"/>
              <a:t>All routing via SDI crosspoint frame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600"/>
              <a:t>what to switch where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600"/>
              <a:t>switches everything internally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600"/>
              <a:t>receivers receive all data sent to them</a:t>
            </a:r>
          </a:p>
        </p:txBody>
      </p:sp>
    </p:spTree>
    <p:extLst>
      <p:ext uri="{BB962C8B-B14F-4D97-AF65-F5344CB8AC3E}">
        <p14:creationId xmlns:p14="http://schemas.microsoft.com/office/powerpoint/2010/main" val="1885626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D7526E3-162E-2EF7-05C5-6A962A15E3EE}"/>
              </a:ext>
            </a:extLst>
          </p:cNvPr>
          <p:cNvSpPr/>
          <p:nvPr/>
        </p:nvSpPr>
        <p:spPr>
          <a:xfrm>
            <a:off x="380689" y="387187"/>
            <a:ext cx="8228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COTS and IP Video Routers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2EE7D47-8318-D5D1-1540-6050CEF48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652" y="1010708"/>
            <a:ext cx="5832648" cy="240880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9133767-7789-A249-8508-5598A61908C0}"/>
              </a:ext>
            </a:extLst>
          </p:cNvPr>
          <p:cNvSpPr txBox="1"/>
          <p:nvPr/>
        </p:nvSpPr>
        <p:spPr>
          <a:xfrm>
            <a:off x="395288" y="3710168"/>
            <a:ext cx="8228749" cy="2137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400" b="1">
                <a:latin typeface="Lucida Sans Unicode" pitchFamily="34" charset="0"/>
                <a:cs typeface="Lucida Sans Unicode" pitchFamily="34" charset="0"/>
              </a:rPr>
              <a:t>IP Video Routers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400" b="1">
                <a:latin typeface="Lucida Sans Unicode" pitchFamily="34" charset="0"/>
                <a:cs typeface="Lucida Sans Unicode" pitchFamily="34" charset="0"/>
              </a:rPr>
              <a:t>High bandwidth </a:t>
            </a:r>
            <a:r>
              <a:rPr lang="en-GB" sz="1400">
                <a:latin typeface="Lucida Sans Unicode" pitchFamily="34" charset="0"/>
                <a:cs typeface="Lucida Sans Unicode" pitchFamily="34" charset="0"/>
              </a:rPr>
              <a:t>- &gt; 130Tb/s, &gt; 60B packets/s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400" b="1">
                <a:latin typeface="Lucida Sans Unicode" pitchFamily="34" charset="0"/>
                <a:cs typeface="Lucida Sans Unicode" pitchFamily="34" charset="0"/>
              </a:rPr>
              <a:t>Non Blocking </a:t>
            </a:r>
            <a:r>
              <a:rPr lang="en-GB" sz="1400">
                <a:latin typeface="Lucida Sans Unicode" pitchFamily="34" charset="0"/>
                <a:cs typeface="Lucida Sans Unicode" pitchFamily="34" charset="0"/>
              </a:rPr>
              <a:t>– router internal bandwidth can handle all port traffic simultaneously at full capacity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400" b="1">
                <a:latin typeface="Lucida Sans Unicode" pitchFamily="34" charset="0"/>
                <a:cs typeface="Lucida Sans Unicode" pitchFamily="34" charset="0"/>
              </a:rPr>
              <a:t>IGMP </a:t>
            </a:r>
            <a:r>
              <a:rPr lang="en-GB" sz="1400">
                <a:latin typeface="Lucida Sans Unicode" pitchFamily="34" charset="0"/>
                <a:cs typeface="Lucida Sans Unicode" pitchFamily="34" charset="0"/>
              </a:rPr>
              <a:t>to establish multicast groups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400" b="1">
                <a:latin typeface="Lucida Sans Unicode" pitchFamily="34" charset="0"/>
                <a:cs typeface="Lucida Sans Unicode" pitchFamily="34" charset="0"/>
              </a:rPr>
              <a:t>PIM-SSM</a:t>
            </a:r>
            <a:r>
              <a:rPr lang="en-GB" sz="1400">
                <a:latin typeface="Lucida Sans Unicode" pitchFamily="34" charset="0"/>
                <a:cs typeface="Lucida Sans Unicode" pitchFamily="34" charset="0"/>
              </a:rPr>
              <a:t> (Protocol Independent Multicast, Source Specific Multicast) – allows a client receive multicast traffic direct from source  </a:t>
            </a:r>
          </a:p>
        </p:txBody>
      </p:sp>
    </p:spTree>
    <p:extLst>
      <p:ext uri="{BB962C8B-B14F-4D97-AF65-F5344CB8AC3E}">
        <p14:creationId xmlns:p14="http://schemas.microsoft.com/office/powerpoint/2010/main" val="3638494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3123E3-532C-47B5-B220-130731039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97" y="1471282"/>
            <a:ext cx="8519803" cy="39154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C36C22-0E7F-4B77-AD43-789E795162B8}"/>
              </a:ext>
            </a:extLst>
          </p:cNvPr>
          <p:cNvSpPr/>
          <p:nvPr/>
        </p:nvSpPr>
        <p:spPr>
          <a:xfrm>
            <a:off x="370296" y="333375"/>
            <a:ext cx="65760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+mj-lt"/>
              </a:rPr>
              <a:t>SMPTE ST 2022-6 (Multiplexed Streams) </a:t>
            </a:r>
            <a:endParaRPr lang="en-GB" sz="2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A07A2-083C-4ACB-86B5-C5AC2700B666}"/>
              </a:ext>
            </a:extLst>
          </p:cNvPr>
          <p:cNvSpPr txBox="1"/>
          <p:nvPr/>
        </p:nvSpPr>
        <p:spPr>
          <a:xfrm>
            <a:off x="1215779" y="6203521"/>
            <a:ext cx="6091237" cy="35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 i="1" dirty="0">
                <a:latin typeface="Lucida Sans Unicode" pitchFamily="34" charset="0"/>
                <a:cs typeface="Lucida Sans Unicode" pitchFamily="34" charset="0"/>
              </a:rPr>
              <a:t>Slide from Phil Myers, Snell Advanced Media, SMPTE presentation, BCU. 2017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CA755C-349C-4F7E-B696-41B521E71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6077447"/>
            <a:ext cx="964322" cy="4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015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AF38FE-9B21-4FAD-82F1-642D9C9B91EB}"/>
              </a:ext>
            </a:extLst>
          </p:cNvPr>
          <p:cNvSpPr txBox="1"/>
          <p:nvPr/>
        </p:nvSpPr>
        <p:spPr>
          <a:xfrm>
            <a:off x="1215779" y="6203521"/>
            <a:ext cx="6091237" cy="35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 i="1" dirty="0">
                <a:latin typeface="Lucida Sans Unicode" pitchFamily="34" charset="0"/>
                <a:cs typeface="Lucida Sans Unicode" pitchFamily="34" charset="0"/>
              </a:rPr>
              <a:t>Slide from Phil Myers, Snell Advanced Media, SMPTE presentation, BCU. 2017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8967B6-37C8-4F56-9C10-6D62D526C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101253"/>
            <a:ext cx="964322" cy="4204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FDEA07-2286-4123-AC0D-F5882BFE596F}"/>
              </a:ext>
            </a:extLst>
          </p:cNvPr>
          <p:cNvSpPr/>
          <p:nvPr/>
        </p:nvSpPr>
        <p:spPr>
          <a:xfrm>
            <a:off x="385763" y="323850"/>
            <a:ext cx="5301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SMPTE </a:t>
            </a:r>
            <a:r>
              <a:rPr lang="en-GB" sz="2400" b="1"/>
              <a:t>ST 2110 – Essence Streams</a:t>
            </a:r>
            <a:endParaRPr lang="en-GB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3D7856-3E1A-4257-A7F7-187A04DAE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1592796"/>
            <a:ext cx="8477250" cy="392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77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6AA42E-72F1-4DAC-A647-56DB90AB1EF1}"/>
              </a:ext>
            </a:extLst>
          </p:cNvPr>
          <p:cNvSpPr/>
          <p:nvPr/>
        </p:nvSpPr>
        <p:spPr>
          <a:xfrm>
            <a:off x="333430" y="759433"/>
            <a:ext cx="65760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+mj-lt"/>
              </a:rPr>
              <a:t>SMPTE ST </a:t>
            </a:r>
            <a:r>
              <a:rPr lang="en-GB" b="1">
                <a:latin typeface="+mj-lt"/>
              </a:rPr>
              <a:t>2022-6 and TR-03 / ST 2110</a:t>
            </a:r>
            <a:endParaRPr lang="en-GB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623975-72EB-467D-BC2F-2A18FDBE7EB1}"/>
              </a:ext>
            </a:extLst>
          </p:cNvPr>
          <p:cNvSpPr/>
          <p:nvPr/>
        </p:nvSpPr>
        <p:spPr>
          <a:xfrm>
            <a:off x="7673437" y="333375"/>
            <a:ext cx="1461911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800" dirty="0">
                <a:hlinkClick r:id="rId2"/>
              </a:rPr>
              <a:t>https://www.tvtechnology.com/opinions/new-standard-for-studio-video-over-ip-approved</a:t>
            </a:r>
            <a:r>
              <a:rPr lang="en-GB" sz="800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3F9CDF-DD81-4515-9052-8CE64C54EE13}"/>
              </a:ext>
            </a:extLst>
          </p:cNvPr>
          <p:cNvSpPr/>
          <p:nvPr/>
        </p:nvSpPr>
        <p:spPr>
          <a:xfrm>
            <a:off x="323528" y="3937334"/>
            <a:ext cx="8034097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Proven technology across multiple industries (IEEE 1588)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common clock distributed to every node on the network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Can replace Black Burst, or work alongside 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Enables time alignment of separately transported essences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8A6144-6284-46EC-B005-9100DD1A8B58}"/>
              </a:ext>
            </a:extLst>
          </p:cNvPr>
          <p:cNvSpPr/>
          <p:nvPr/>
        </p:nvSpPr>
        <p:spPr>
          <a:xfrm>
            <a:off x="353663" y="382142"/>
            <a:ext cx="45272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Precision Time Protocol (PTP)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789079-BDE6-461B-A248-8160707D225E}"/>
              </a:ext>
            </a:extLst>
          </p:cNvPr>
          <p:cNvSpPr/>
          <p:nvPr/>
        </p:nvSpPr>
        <p:spPr>
          <a:xfrm>
            <a:off x="343470" y="1305844"/>
            <a:ext cx="4293454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GB" sz="1600" b="1" dirty="0"/>
              <a:t>Issue - 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propagation delays in the Ethernet 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processor queuing, IP message creation and latency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lnSpc>
                <a:spcPts val="2200"/>
              </a:lnSpc>
            </a:pPr>
            <a:r>
              <a:rPr lang="en-GB" sz="1600" b="1" dirty="0"/>
              <a:t>PTP 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protocol messages sent between PTP nodes 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clock offsets; delays in the network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224C7-6E6E-4FDA-9A7E-108C3C61B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050" y="1111973"/>
            <a:ext cx="3790102" cy="234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40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loud 120">
            <a:extLst>
              <a:ext uri="{FF2B5EF4-FFF2-40B4-BE49-F238E27FC236}">
                <a16:creationId xmlns:a16="http://schemas.microsoft.com/office/drawing/2014/main" id="{F5C4E320-E912-96C1-6EC3-15B1C7E325BC}"/>
              </a:ext>
            </a:extLst>
          </p:cNvPr>
          <p:cNvSpPr/>
          <p:nvPr/>
        </p:nvSpPr>
        <p:spPr bwMode="auto">
          <a:xfrm rot="18727926">
            <a:off x="6824949" y="4269634"/>
            <a:ext cx="2296216" cy="2007019"/>
          </a:xfrm>
          <a:prstGeom prst="cloud">
            <a:avLst/>
          </a:prstGeom>
          <a:solidFill>
            <a:srgbClr val="DAFEF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0" name="Cloud 119">
            <a:extLst>
              <a:ext uri="{FF2B5EF4-FFF2-40B4-BE49-F238E27FC236}">
                <a16:creationId xmlns:a16="http://schemas.microsoft.com/office/drawing/2014/main" id="{DD0D881D-8C0F-55FF-3623-4AE32C0CB656}"/>
              </a:ext>
            </a:extLst>
          </p:cNvPr>
          <p:cNvSpPr/>
          <p:nvPr/>
        </p:nvSpPr>
        <p:spPr bwMode="auto">
          <a:xfrm rot="15877778">
            <a:off x="1784303" y="2039949"/>
            <a:ext cx="2839767" cy="6237075"/>
          </a:xfrm>
          <a:prstGeom prst="cloud">
            <a:avLst/>
          </a:prstGeom>
          <a:solidFill>
            <a:srgbClr val="F6D9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9" name="Cloud 118">
            <a:extLst>
              <a:ext uri="{FF2B5EF4-FFF2-40B4-BE49-F238E27FC236}">
                <a16:creationId xmlns:a16="http://schemas.microsoft.com/office/drawing/2014/main" id="{76C0FD28-CA29-C1E0-E3FB-7D2D3782AD4D}"/>
              </a:ext>
            </a:extLst>
          </p:cNvPr>
          <p:cNvSpPr/>
          <p:nvPr/>
        </p:nvSpPr>
        <p:spPr bwMode="auto">
          <a:xfrm rot="11020248">
            <a:off x="5911797" y="459804"/>
            <a:ext cx="2823041" cy="3645644"/>
          </a:xfrm>
          <a:prstGeom prst="cloud">
            <a:avLst/>
          </a:prstGeom>
          <a:solidFill>
            <a:srgbClr val="FFDCD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8" name="Cloud 117">
            <a:extLst>
              <a:ext uri="{FF2B5EF4-FFF2-40B4-BE49-F238E27FC236}">
                <a16:creationId xmlns:a16="http://schemas.microsoft.com/office/drawing/2014/main" id="{2BC43F55-A486-5F1B-9238-024A3287E171}"/>
              </a:ext>
            </a:extLst>
          </p:cNvPr>
          <p:cNvSpPr/>
          <p:nvPr/>
        </p:nvSpPr>
        <p:spPr bwMode="auto">
          <a:xfrm rot="11317030">
            <a:off x="374688" y="514755"/>
            <a:ext cx="4116028" cy="3064312"/>
          </a:xfrm>
          <a:prstGeom prst="cloud">
            <a:avLst/>
          </a:prstGeom>
          <a:solidFill>
            <a:srgbClr val="FFEDB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795D352-4A3A-CE90-011C-79DFBC6626DE}"/>
              </a:ext>
            </a:extLst>
          </p:cNvPr>
          <p:cNvGrpSpPr/>
          <p:nvPr/>
        </p:nvGrpSpPr>
        <p:grpSpPr>
          <a:xfrm>
            <a:off x="7062072" y="5362082"/>
            <a:ext cx="1366880" cy="504977"/>
            <a:chOff x="7197091" y="5011929"/>
            <a:chExt cx="1366880" cy="50497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B1A18A0-EA14-75FC-A803-9BEEE127B881}"/>
                </a:ext>
              </a:extLst>
            </p:cNvPr>
            <p:cNvSpPr txBox="1"/>
            <p:nvPr/>
          </p:nvSpPr>
          <p:spPr>
            <a:xfrm>
              <a:off x="7411843" y="5011929"/>
              <a:ext cx="1152128" cy="35971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ts val="2300"/>
                </a:lnSpc>
              </a:pPr>
              <a:r>
                <a:rPr lang="en-GB" sz="1100">
                  <a:latin typeface="Lucida Sans Unicode" pitchFamily="34" charset="0"/>
                  <a:cs typeface="Lucida Sans Unicode" pitchFamily="34" charset="0"/>
                </a:rPr>
                <a:t>OTT Coder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AA5AF06-8646-90E5-0E9A-44D83C35F976}"/>
                </a:ext>
              </a:extLst>
            </p:cNvPr>
            <p:cNvSpPr txBox="1"/>
            <p:nvPr/>
          </p:nvSpPr>
          <p:spPr>
            <a:xfrm>
              <a:off x="7304467" y="5083937"/>
              <a:ext cx="1152128" cy="35971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ts val="2300"/>
                </a:lnSpc>
              </a:pPr>
              <a:r>
                <a:rPr lang="en-GB" sz="1100">
                  <a:latin typeface="Lucida Sans Unicode" pitchFamily="34" charset="0"/>
                  <a:cs typeface="Lucida Sans Unicode" pitchFamily="34" charset="0"/>
                </a:rPr>
                <a:t>OTT Coder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7D8487-46D8-38E6-0FB9-E19933324FBB}"/>
                </a:ext>
              </a:extLst>
            </p:cNvPr>
            <p:cNvSpPr txBox="1"/>
            <p:nvPr/>
          </p:nvSpPr>
          <p:spPr>
            <a:xfrm>
              <a:off x="7197091" y="5157192"/>
              <a:ext cx="1152128" cy="35971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ts val="2300"/>
                </a:lnSpc>
              </a:pPr>
              <a:r>
                <a:rPr lang="en-GB" sz="1100">
                  <a:latin typeface="Lucida Sans Unicode" pitchFamily="34" charset="0"/>
                  <a:cs typeface="Lucida Sans Unicode" pitchFamily="34" charset="0"/>
                </a:rPr>
                <a:t>OTT Coder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01BFF78-4F59-4651-17FA-CE5F2563244A}"/>
              </a:ext>
            </a:extLst>
          </p:cNvPr>
          <p:cNvGrpSpPr/>
          <p:nvPr/>
        </p:nvGrpSpPr>
        <p:grpSpPr>
          <a:xfrm>
            <a:off x="7673504" y="3957463"/>
            <a:ext cx="1296144" cy="648072"/>
            <a:chOff x="7236296" y="3193079"/>
            <a:chExt cx="1296144" cy="648072"/>
          </a:xfrm>
        </p:grpSpPr>
        <p:sp>
          <p:nvSpPr>
            <p:cNvPr id="7" name="Cloud 6">
              <a:extLst>
                <a:ext uri="{FF2B5EF4-FFF2-40B4-BE49-F238E27FC236}">
                  <a16:creationId xmlns:a16="http://schemas.microsoft.com/office/drawing/2014/main" id="{5963D4A9-772B-5F0F-9D8F-0F960768A1DC}"/>
                </a:ext>
              </a:extLst>
            </p:cNvPr>
            <p:cNvSpPr/>
            <p:nvPr/>
          </p:nvSpPr>
          <p:spPr>
            <a:xfrm rot="11286198">
              <a:off x="7236296" y="3193079"/>
              <a:ext cx="1296144" cy="648072"/>
            </a:xfrm>
            <a:prstGeom prst="cloud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940D4D-69F2-61DF-CB11-7A389A5CC6FD}"/>
                </a:ext>
              </a:extLst>
            </p:cNvPr>
            <p:cNvSpPr txBox="1"/>
            <p:nvPr/>
          </p:nvSpPr>
          <p:spPr>
            <a:xfrm>
              <a:off x="7446758" y="3333411"/>
              <a:ext cx="867545" cy="3674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GB" sz="1400">
                  <a:latin typeface="Lucida Sans Unicode" pitchFamily="34" charset="0"/>
                  <a:cs typeface="Lucida Sans Unicode" pitchFamily="34" charset="0"/>
                </a:rPr>
                <a:t>Internet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AD09CC8-C196-FCE8-5F50-29E1E9339A06}"/>
              </a:ext>
            </a:extLst>
          </p:cNvPr>
          <p:cNvSpPr txBox="1"/>
          <p:nvPr/>
        </p:nvSpPr>
        <p:spPr>
          <a:xfrm>
            <a:off x="7234046" y="2682378"/>
            <a:ext cx="1152128" cy="3597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GB" sz="1100">
                <a:latin typeface="Lucida Sans Unicode" pitchFamily="34" charset="0"/>
                <a:cs typeface="Lucida Sans Unicode" pitchFamily="34" charset="0"/>
              </a:rPr>
              <a:t>Tx Encoder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CAEE8-1A2B-A194-1C1E-92887592C249}"/>
              </a:ext>
            </a:extLst>
          </p:cNvPr>
          <p:cNvGrpSpPr/>
          <p:nvPr/>
        </p:nvGrpSpPr>
        <p:grpSpPr>
          <a:xfrm>
            <a:off x="8357477" y="845751"/>
            <a:ext cx="286226" cy="922012"/>
            <a:chOff x="2699792" y="1549646"/>
            <a:chExt cx="682895" cy="1783765"/>
          </a:xfrm>
          <a:solidFill>
            <a:schemeClr val="tx2">
              <a:lumMod val="20000"/>
              <a:lumOff val="80000"/>
            </a:schemeClr>
          </a:solidFill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F88F6A2-A0AE-0B8B-FDF7-3EABFC1D0718}"/>
                </a:ext>
              </a:extLst>
            </p:cNvPr>
            <p:cNvCxnSpPr/>
            <p:nvPr/>
          </p:nvCxnSpPr>
          <p:spPr>
            <a:xfrm flipV="1">
              <a:off x="2699792" y="1877038"/>
              <a:ext cx="252028" cy="1456373"/>
            </a:xfrm>
            <a:prstGeom prst="line">
              <a:avLst/>
            </a:prstGeom>
            <a:grpFill/>
            <a:ln w="1905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694AA66-353F-86AD-4CCD-FF8113AC66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20287" y="1877039"/>
              <a:ext cx="356943" cy="1456372"/>
            </a:xfrm>
            <a:prstGeom prst="line">
              <a:avLst/>
            </a:prstGeom>
            <a:grpFill/>
            <a:ln w="1905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6CBFCA8-5EF1-F2F2-B4A3-BCE1DD865938}"/>
                </a:ext>
              </a:extLst>
            </p:cNvPr>
            <p:cNvCxnSpPr/>
            <p:nvPr/>
          </p:nvCxnSpPr>
          <p:spPr>
            <a:xfrm flipV="1">
              <a:off x="2699792" y="2888940"/>
              <a:ext cx="576064" cy="324036"/>
            </a:xfrm>
            <a:prstGeom prst="line">
              <a:avLst/>
            </a:prstGeom>
            <a:grpFill/>
            <a:ln w="1905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FDE2E41-89ED-A2A1-89FD-2770E529986F}"/>
                </a:ext>
              </a:extLst>
            </p:cNvPr>
            <p:cNvCxnSpPr>
              <a:cxnSpLocks/>
            </p:cNvCxnSpPr>
            <p:nvPr/>
          </p:nvCxnSpPr>
          <p:spPr>
            <a:xfrm>
              <a:off x="2768258" y="2888940"/>
              <a:ext cx="614429" cy="324036"/>
            </a:xfrm>
            <a:prstGeom prst="line">
              <a:avLst/>
            </a:prstGeom>
            <a:grpFill/>
            <a:ln w="1905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DCA6C8B-C32A-7667-4EE0-A7F138330D8D}"/>
                </a:ext>
              </a:extLst>
            </p:cNvPr>
            <p:cNvCxnSpPr>
              <a:cxnSpLocks/>
            </p:cNvCxnSpPr>
            <p:nvPr/>
          </p:nvCxnSpPr>
          <p:spPr>
            <a:xfrm>
              <a:off x="2825806" y="2605224"/>
              <a:ext cx="469232" cy="291797"/>
            </a:xfrm>
            <a:prstGeom prst="line">
              <a:avLst/>
            </a:prstGeom>
            <a:grpFill/>
            <a:ln w="1905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C1FDB9-4640-E528-EDC3-3CC79859A3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8258" y="2605224"/>
              <a:ext cx="433228" cy="303876"/>
            </a:xfrm>
            <a:prstGeom prst="line">
              <a:avLst/>
            </a:prstGeom>
            <a:grpFill/>
            <a:ln w="1905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96E161-39B9-1A03-9233-636A95A4D0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43808" y="2277190"/>
              <a:ext cx="269440" cy="315955"/>
            </a:xfrm>
            <a:prstGeom prst="line">
              <a:avLst/>
            </a:prstGeom>
            <a:grpFill/>
            <a:ln w="1905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AB18BE7-DF0D-17AD-703E-58FBD3E4A1E2}"/>
                </a:ext>
              </a:extLst>
            </p:cNvPr>
            <p:cNvCxnSpPr>
              <a:cxnSpLocks/>
            </p:cNvCxnSpPr>
            <p:nvPr/>
          </p:nvCxnSpPr>
          <p:spPr>
            <a:xfrm>
              <a:off x="2875536" y="2271151"/>
              <a:ext cx="325950" cy="340112"/>
            </a:xfrm>
            <a:prstGeom prst="line">
              <a:avLst/>
            </a:prstGeom>
            <a:grpFill/>
            <a:ln w="1905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5FB455D-2DF6-AB7E-AFBA-ABBF4165D175}"/>
                </a:ext>
              </a:extLst>
            </p:cNvPr>
            <p:cNvSpPr/>
            <p:nvPr/>
          </p:nvSpPr>
          <p:spPr>
            <a:xfrm>
              <a:off x="2852945" y="1549646"/>
              <a:ext cx="252028" cy="521916"/>
            </a:xfrm>
            <a:prstGeom prst="roundRect">
              <a:avLst/>
            </a:prstGeom>
            <a:grpFill/>
            <a:ln w="1905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F95308B-7888-E6C6-AA8F-4298A04D6D11}"/>
              </a:ext>
            </a:extLst>
          </p:cNvPr>
          <p:cNvSpPr txBox="1"/>
          <p:nvPr/>
        </p:nvSpPr>
        <p:spPr>
          <a:xfrm>
            <a:off x="6686828" y="922852"/>
            <a:ext cx="1152128" cy="35971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GB" sz="1100">
                <a:latin typeface="Lucida Sans Unicode" pitchFamily="34" charset="0"/>
                <a:cs typeface="Lucida Sans Unicode" pitchFamily="34" charset="0"/>
              </a:rPr>
              <a:t>Off Air Rx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1A2406-D019-FA8C-C247-775AFDC49EDA}"/>
              </a:ext>
            </a:extLst>
          </p:cNvPr>
          <p:cNvSpPr txBox="1"/>
          <p:nvPr/>
        </p:nvSpPr>
        <p:spPr>
          <a:xfrm>
            <a:off x="6470177" y="1900157"/>
            <a:ext cx="1152128" cy="35971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GB" sz="1100">
                <a:latin typeface="Lucida Sans Unicode" pitchFamily="34" charset="0"/>
                <a:cs typeface="Lucida Sans Unicode" pitchFamily="34" charset="0"/>
              </a:rPr>
              <a:t>Decoder</a:t>
            </a:r>
          </a:p>
        </p:txBody>
      </p:sp>
      <p:pic>
        <p:nvPicPr>
          <p:cNvPr id="22" name="Picture 2" descr="Multiviewer">
            <a:extLst>
              <a:ext uri="{FF2B5EF4-FFF2-40B4-BE49-F238E27FC236}">
                <a16:creationId xmlns:a16="http://schemas.microsoft.com/office/drawing/2014/main" id="{BB6B4C45-F0B3-0E66-C4D7-A9538FD52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562" y="1602508"/>
            <a:ext cx="1337039" cy="74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4C8A2247-079F-83D7-9319-BCF6D70411CC}"/>
              </a:ext>
            </a:extLst>
          </p:cNvPr>
          <p:cNvGrpSpPr/>
          <p:nvPr/>
        </p:nvGrpSpPr>
        <p:grpSpPr>
          <a:xfrm>
            <a:off x="3887823" y="3009088"/>
            <a:ext cx="756084" cy="468052"/>
            <a:chOff x="2771800" y="3789040"/>
            <a:chExt cx="864096" cy="54006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8CFFCAF-0C94-B933-6A76-F52D7B1685FF}"/>
                </a:ext>
              </a:extLst>
            </p:cNvPr>
            <p:cNvSpPr/>
            <p:nvPr/>
          </p:nvSpPr>
          <p:spPr>
            <a:xfrm>
              <a:off x="2771800" y="3789040"/>
              <a:ext cx="864096" cy="54006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757FED1D-E342-D1EA-1EE3-7FB683F1CCB1}"/>
                </a:ext>
              </a:extLst>
            </p:cNvPr>
            <p:cNvSpPr/>
            <p:nvPr/>
          </p:nvSpPr>
          <p:spPr>
            <a:xfrm>
              <a:off x="3203294" y="3849151"/>
              <a:ext cx="396537" cy="114124"/>
            </a:xfrm>
            <a:prstGeom prst="rightArrow">
              <a:avLst>
                <a:gd name="adj1" fmla="val 50000"/>
                <a:gd name="adj2" fmla="val 160578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6594A29D-56EB-57DE-0263-DFBE559F66E5}"/>
                </a:ext>
              </a:extLst>
            </p:cNvPr>
            <p:cNvSpPr/>
            <p:nvPr/>
          </p:nvSpPr>
          <p:spPr>
            <a:xfrm>
              <a:off x="3203847" y="4055035"/>
              <a:ext cx="396537" cy="114124"/>
            </a:xfrm>
            <a:prstGeom prst="rightArrow">
              <a:avLst>
                <a:gd name="adj1" fmla="val 50000"/>
                <a:gd name="adj2" fmla="val 160577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7B0ED1BF-9E19-A17E-20B3-2598E40098D9}"/>
                </a:ext>
              </a:extLst>
            </p:cNvPr>
            <p:cNvSpPr/>
            <p:nvPr/>
          </p:nvSpPr>
          <p:spPr>
            <a:xfrm rot="10800000">
              <a:off x="2806757" y="3954006"/>
              <a:ext cx="396537" cy="114124"/>
            </a:xfrm>
            <a:prstGeom prst="rightArrow">
              <a:avLst>
                <a:gd name="adj1" fmla="val 50000"/>
                <a:gd name="adj2" fmla="val 158491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E3E1B2B0-460C-428A-A647-622BEF36B777}"/>
                </a:ext>
              </a:extLst>
            </p:cNvPr>
            <p:cNvSpPr/>
            <p:nvPr/>
          </p:nvSpPr>
          <p:spPr>
            <a:xfrm rot="10800000">
              <a:off x="2807310" y="4159891"/>
              <a:ext cx="396537" cy="114124"/>
            </a:xfrm>
            <a:prstGeom prst="rightArrow">
              <a:avLst>
                <a:gd name="adj1" fmla="val 50000"/>
                <a:gd name="adj2" fmla="val 171010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B1C9529-E2DE-3F04-5B2C-E95E7D6324C7}"/>
              </a:ext>
            </a:extLst>
          </p:cNvPr>
          <p:cNvSpPr txBox="1"/>
          <p:nvPr/>
        </p:nvSpPr>
        <p:spPr>
          <a:xfrm>
            <a:off x="3585044" y="1705511"/>
            <a:ext cx="605760" cy="35971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GB" sz="1100">
                <a:latin typeface="Lucida Sans Unicode" pitchFamily="34" charset="0"/>
                <a:cs typeface="Lucida Sans Unicode" pitchFamily="34" charset="0"/>
              </a:rPr>
              <a:t>PTP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A99C00-18B1-A07C-A1FC-30CE448C5776}"/>
              </a:ext>
            </a:extLst>
          </p:cNvPr>
          <p:cNvSpPr txBox="1"/>
          <p:nvPr/>
        </p:nvSpPr>
        <p:spPr>
          <a:xfrm>
            <a:off x="2064162" y="1852003"/>
            <a:ext cx="1152128" cy="35971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GB" sz="1100">
                <a:latin typeface="Lucida Sans Unicode" pitchFamily="34" charset="0"/>
                <a:cs typeface="Lucida Sans Unicode" pitchFamily="34" charset="0"/>
              </a:rPr>
              <a:t>Rx Decoder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49E22B-2180-100E-F4AF-B9487A4BD23A}"/>
              </a:ext>
            </a:extLst>
          </p:cNvPr>
          <p:cNvSpPr txBox="1"/>
          <p:nvPr/>
        </p:nvSpPr>
        <p:spPr>
          <a:xfrm>
            <a:off x="1627983" y="2788968"/>
            <a:ext cx="1152128" cy="35971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GB" sz="1100">
                <a:latin typeface="Lucida Sans Unicode" pitchFamily="34" charset="0"/>
                <a:cs typeface="Lucida Sans Unicode" pitchFamily="34" charset="0"/>
              </a:rPr>
              <a:t>WAN Codec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0BCA6F4-6BD2-6176-4C3F-5B393B008778}"/>
              </a:ext>
            </a:extLst>
          </p:cNvPr>
          <p:cNvGrpSpPr/>
          <p:nvPr/>
        </p:nvGrpSpPr>
        <p:grpSpPr>
          <a:xfrm>
            <a:off x="395288" y="1982958"/>
            <a:ext cx="1296144" cy="648072"/>
            <a:chOff x="7236296" y="3193079"/>
            <a:chExt cx="1296144" cy="648072"/>
          </a:xfrm>
        </p:grpSpPr>
        <p:sp>
          <p:nvSpPr>
            <p:cNvPr id="33" name="Cloud 32">
              <a:extLst>
                <a:ext uri="{FF2B5EF4-FFF2-40B4-BE49-F238E27FC236}">
                  <a16:creationId xmlns:a16="http://schemas.microsoft.com/office/drawing/2014/main" id="{3881ACA3-B806-B942-BD91-E6C7443DBA82}"/>
                </a:ext>
              </a:extLst>
            </p:cNvPr>
            <p:cNvSpPr/>
            <p:nvPr/>
          </p:nvSpPr>
          <p:spPr>
            <a:xfrm rot="11286198">
              <a:off x="7236296" y="3193079"/>
              <a:ext cx="1296144" cy="648072"/>
            </a:xfrm>
            <a:prstGeom prst="cloud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9A27A9-AECF-9A13-A3DE-2ABF5C644304}"/>
                </a:ext>
              </a:extLst>
            </p:cNvPr>
            <p:cNvSpPr txBox="1"/>
            <p:nvPr/>
          </p:nvSpPr>
          <p:spPr>
            <a:xfrm>
              <a:off x="7528908" y="3334824"/>
              <a:ext cx="651140" cy="3674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GB" sz="1400">
                  <a:latin typeface="Lucida Sans Unicode" pitchFamily="34" charset="0"/>
                  <a:cs typeface="Lucida Sans Unicode" pitchFamily="34" charset="0"/>
                </a:rPr>
                <a:t>Telco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328CCC9-4053-42B7-99B9-86B9CA21B674}"/>
              </a:ext>
            </a:extLst>
          </p:cNvPr>
          <p:cNvGrpSpPr/>
          <p:nvPr/>
        </p:nvGrpSpPr>
        <p:grpSpPr>
          <a:xfrm rot="19793920">
            <a:off x="889100" y="955787"/>
            <a:ext cx="728954" cy="359580"/>
            <a:chOff x="955931" y="564564"/>
            <a:chExt cx="1081555" cy="46927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E3B0B2B-F121-54E2-D31F-84B388BEB11B}"/>
                </a:ext>
              </a:extLst>
            </p:cNvPr>
            <p:cNvSpPr/>
            <p:nvPr/>
          </p:nvSpPr>
          <p:spPr>
            <a:xfrm>
              <a:off x="955931" y="845750"/>
              <a:ext cx="396292" cy="8724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8DE1428-81C4-57A3-2562-BFFE9F6E6464}"/>
                </a:ext>
              </a:extLst>
            </p:cNvPr>
            <p:cNvSpPr/>
            <p:nvPr/>
          </p:nvSpPr>
          <p:spPr>
            <a:xfrm>
              <a:off x="1641194" y="845750"/>
              <a:ext cx="396292" cy="8724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2D7E4A4-B357-74BF-EFA1-8DE606BCA76A}"/>
                </a:ext>
              </a:extLst>
            </p:cNvPr>
            <p:cNvSpPr/>
            <p:nvPr/>
          </p:nvSpPr>
          <p:spPr>
            <a:xfrm>
              <a:off x="1375815" y="804471"/>
              <a:ext cx="241787" cy="18798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29C660B-26BD-2EF9-A522-F06E97900569}"/>
                </a:ext>
              </a:extLst>
            </p:cNvPr>
            <p:cNvSpPr/>
            <p:nvPr/>
          </p:nvSpPr>
          <p:spPr>
            <a:xfrm rot="1623618">
              <a:off x="1446361" y="564564"/>
              <a:ext cx="108012" cy="21602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FFD33DF6-C8A4-89EC-C13E-FAA736EA5FCD}"/>
                </a:ext>
              </a:extLst>
            </p:cNvPr>
            <p:cNvSpPr/>
            <p:nvPr/>
          </p:nvSpPr>
          <p:spPr>
            <a:xfrm rot="1056070">
              <a:off x="1381255" y="980638"/>
              <a:ext cx="69066" cy="52909"/>
            </a:xfrm>
            <a:prstGeom prst="triangl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B2848EC5-C4EF-D4B3-8EEB-E981AB57BF3F}"/>
                </a:ext>
              </a:extLst>
            </p:cNvPr>
            <p:cNvSpPr/>
            <p:nvPr/>
          </p:nvSpPr>
          <p:spPr>
            <a:xfrm rot="1056070">
              <a:off x="1493304" y="980927"/>
              <a:ext cx="69066" cy="52909"/>
            </a:xfrm>
            <a:prstGeom prst="triangl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69EFA6B-1345-2C52-195C-300B5321D903}"/>
                </a:ext>
              </a:extLst>
            </p:cNvPr>
            <p:cNvCxnSpPr>
              <a:stCxn id="38" idx="0"/>
              <a:endCxn id="39" idx="3"/>
            </p:cNvCxnSpPr>
            <p:nvPr/>
          </p:nvCxnSpPr>
          <p:spPr>
            <a:xfrm flipH="1" flipV="1">
              <a:off x="1431614" y="723218"/>
              <a:ext cx="65095" cy="81253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CFEBE4E-EC75-D41E-598E-391ED31C9F02}"/>
                </a:ext>
              </a:extLst>
            </p:cNvPr>
            <p:cNvCxnSpPr/>
            <p:nvPr/>
          </p:nvCxnSpPr>
          <p:spPr>
            <a:xfrm flipH="1" flipV="1">
              <a:off x="1492060" y="723218"/>
              <a:ext cx="65095" cy="81253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CCC835B-BF72-F07F-577F-FF9A5D513126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flipH="1">
              <a:off x="1302238" y="889375"/>
              <a:ext cx="338956" cy="2998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0B189BA-28FE-8D4E-7EEC-F2D157BD1D96}"/>
              </a:ext>
            </a:extLst>
          </p:cNvPr>
          <p:cNvGrpSpPr/>
          <p:nvPr/>
        </p:nvGrpSpPr>
        <p:grpSpPr>
          <a:xfrm>
            <a:off x="2341694" y="1299747"/>
            <a:ext cx="467625" cy="559382"/>
            <a:chOff x="2342107" y="1080556"/>
            <a:chExt cx="632594" cy="559382"/>
          </a:xfrm>
        </p:grpSpPr>
        <p:sp>
          <p:nvSpPr>
            <p:cNvPr id="46" name="Trapezoid 45">
              <a:extLst>
                <a:ext uri="{FF2B5EF4-FFF2-40B4-BE49-F238E27FC236}">
                  <a16:creationId xmlns:a16="http://schemas.microsoft.com/office/drawing/2014/main" id="{9370A9CB-B65F-FE3A-02DB-69E43A8AB644}"/>
                </a:ext>
              </a:extLst>
            </p:cNvPr>
            <p:cNvSpPr/>
            <p:nvPr/>
          </p:nvSpPr>
          <p:spPr>
            <a:xfrm>
              <a:off x="2551751" y="1276727"/>
              <a:ext cx="266319" cy="363211"/>
            </a:xfrm>
            <a:prstGeom prst="trapezoid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5359F83-065E-F168-82C0-67458C399C72}"/>
                </a:ext>
              </a:extLst>
            </p:cNvPr>
            <p:cNvSpPr/>
            <p:nvPr/>
          </p:nvSpPr>
          <p:spPr>
            <a:xfrm rot="2941479">
              <a:off x="2573577" y="1033038"/>
              <a:ext cx="188618" cy="613631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0CA3EC4-1722-DA03-513B-D146B74D1B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12000" y="1097095"/>
              <a:ext cx="266319" cy="244776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FC0BD5D-D1B7-91D9-3CFB-FA9639484C92}"/>
                </a:ext>
              </a:extLst>
            </p:cNvPr>
            <p:cNvSpPr/>
            <p:nvPr/>
          </p:nvSpPr>
          <p:spPr>
            <a:xfrm rot="19434347">
              <a:off x="2342107" y="1080556"/>
              <a:ext cx="162460" cy="457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DC2059F-B36E-5495-71C1-E937DD896CF3}"/>
              </a:ext>
            </a:extLst>
          </p:cNvPr>
          <p:cNvGrpSpPr/>
          <p:nvPr/>
        </p:nvGrpSpPr>
        <p:grpSpPr>
          <a:xfrm>
            <a:off x="3908494" y="4595169"/>
            <a:ext cx="515499" cy="293442"/>
            <a:chOff x="2771800" y="3789040"/>
            <a:chExt cx="864096" cy="54006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CF53486F-3F7E-1D84-76DE-304D91E800FE}"/>
                </a:ext>
              </a:extLst>
            </p:cNvPr>
            <p:cNvSpPr/>
            <p:nvPr/>
          </p:nvSpPr>
          <p:spPr>
            <a:xfrm>
              <a:off x="2771800" y="3789040"/>
              <a:ext cx="864096" cy="54006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781606EF-C0ED-5FF0-3AC4-D1BFE387A8C4}"/>
                </a:ext>
              </a:extLst>
            </p:cNvPr>
            <p:cNvSpPr/>
            <p:nvPr/>
          </p:nvSpPr>
          <p:spPr>
            <a:xfrm>
              <a:off x="3203294" y="3849151"/>
              <a:ext cx="396537" cy="114124"/>
            </a:xfrm>
            <a:prstGeom prst="rightArrow">
              <a:avLst>
                <a:gd name="adj1" fmla="val 50000"/>
                <a:gd name="adj2" fmla="val 160578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D1E7AD22-3991-560D-BD66-5DCA76459B08}"/>
                </a:ext>
              </a:extLst>
            </p:cNvPr>
            <p:cNvSpPr/>
            <p:nvPr/>
          </p:nvSpPr>
          <p:spPr>
            <a:xfrm>
              <a:off x="3203847" y="4055035"/>
              <a:ext cx="396537" cy="114124"/>
            </a:xfrm>
            <a:prstGeom prst="rightArrow">
              <a:avLst>
                <a:gd name="adj1" fmla="val 50000"/>
                <a:gd name="adj2" fmla="val 160577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E1501430-2DFD-C1DC-4331-61C9842867E1}"/>
                </a:ext>
              </a:extLst>
            </p:cNvPr>
            <p:cNvSpPr/>
            <p:nvPr/>
          </p:nvSpPr>
          <p:spPr>
            <a:xfrm rot="10800000">
              <a:off x="2806757" y="3954006"/>
              <a:ext cx="396537" cy="114124"/>
            </a:xfrm>
            <a:prstGeom prst="rightArrow">
              <a:avLst>
                <a:gd name="adj1" fmla="val 50000"/>
                <a:gd name="adj2" fmla="val 158491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55" name="Arrow: Right 54">
              <a:extLst>
                <a:ext uri="{FF2B5EF4-FFF2-40B4-BE49-F238E27FC236}">
                  <a16:creationId xmlns:a16="http://schemas.microsoft.com/office/drawing/2014/main" id="{6BED75BD-0771-330A-EC57-4EE0752045BA}"/>
                </a:ext>
              </a:extLst>
            </p:cNvPr>
            <p:cNvSpPr/>
            <p:nvPr/>
          </p:nvSpPr>
          <p:spPr>
            <a:xfrm rot="10800000">
              <a:off x="2807310" y="4159891"/>
              <a:ext cx="396537" cy="114124"/>
            </a:xfrm>
            <a:prstGeom prst="rightArrow">
              <a:avLst>
                <a:gd name="adj1" fmla="val 50000"/>
                <a:gd name="adj2" fmla="val 171010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</p:grpSp>
      <p:pic>
        <p:nvPicPr>
          <p:cNvPr id="56" name="Picture 2" descr="MINI DV CAMCORDER">
            <a:extLst>
              <a:ext uri="{FF2B5EF4-FFF2-40B4-BE49-F238E27FC236}">
                <a16:creationId xmlns:a16="http://schemas.microsoft.com/office/drawing/2014/main" id="{6D6C2F78-1D7F-195E-2A48-CFC43AC8A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39528" y="5731239"/>
            <a:ext cx="1152129" cy="677247"/>
          </a:xfrm>
          <a:prstGeom prst="rect">
            <a:avLst/>
          </a:prstGeom>
          <a:noFill/>
        </p:spPr>
      </p:pic>
      <p:pic>
        <p:nvPicPr>
          <p:cNvPr id="57" name="Picture 4" descr="Soundcraft LX7ii 16 Channel Mixing Desk - ATComms">
            <a:extLst>
              <a:ext uri="{FF2B5EF4-FFF2-40B4-BE49-F238E27FC236}">
                <a16:creationId xmlns:a16="http://schemas.microsoft.com/office/drawing/2014/main" id="{D23E4C7A-32C5-F720-D516-0042F27D1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720" y="5477154"/>
            <a:ext cx="1396509" cy="9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C371C058-D9AC-59C2-9C28-966DE1D70E3E}"/>
              </a:ext>
            </a:extLst>
          </p:cNvPr>
          <p:cNvGrpSpPr/>
          <p:nvPr/>
        </p:nvGrpSpPr>
        <p:grpSpPr>
          <a:xfrm>
            <a:off x="3811528" y="5561469"/>
            <a:ext cx="690663" cy="923586"/>
            <a:chOff x="4465670" y="5330915"/>
            <a:chExt cx="690663" cy="923586"/>
          </a:xfrm>
        </p:grpSpPr>
        <p:pic>
          <p:nvPicPr>
            <p:cNvPr id="59" name="Picture 58" descr="A close up of a microphone&#10;&#10;Description automatically generated">
              <a:extLst>
                <a:ext uri="{FF2B5EF4-FFF2-40B4-BE49-F238E27FC236}">
                  <a16:creationId xmlns:a16="http://schemas.microsoft.com/office/drawing/2014/main" id="{155F3465-9739-D0DF-0DB1-E91FAB448B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550"/>
            <a:stretch/>
          </p:blipFill>
          <p:spPr>
            <a:xfrm>
              <a:off x="4640834" y="5330915"/>
              <a:ext cx="515499" cy="711522"/>
            </a:xfrm>
            <a:prstGeom prst="rect">
              <a:avLst/>
            </a:prstGeom>
          </p:spPr>
        </p:pic>
        <p:pic>
          <p:nvPicPr>
            <p:cNvPr id="60" name="Picture 59" descr="A close up of a microphone&#10;&#10;Description automatically generated">
              <a:extLst>
                <a:ext uri="{FF2B5EF4-FFF2-40B4-BE49-F238E27FC236}">
                  <a16:creationId xmlns:a16="http://schemas.microsoft.com/office/drawing/2014/main" id="{B11BBCDD-CB4C-9BDB-F323-B87445C14D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14" r="27550"/>
            <a:stretch/>
          </p:blipFill>
          <p:spPr>
            <a:xfrm>
              <a:off x="4465670" y="5542979"/>
              <a:ext cx="350327" cy="711522"/>
            </a:xfrm>
            <a:prstGeom prst="rect">
              <a:avLst/>
            </a:prstGeom>
          </p:spPr>
        </p:pic>
      </p:grpSp>
      <p:pic>
        <p:nvPicPr>
          <p:cNvPr id="61" name="Picture 60" descr="A circuit board&#10;&#10;Description automatically generated">
            <a:extLst>
              <a:ext uri="{FF2B5EF4-FFF2-40B4-BE49-F238E27FC236}">
                <a16:creationId xmlns:a16="http://schemas.microsoft.com/office/drawing/2014/main" id="{10B4AFDA-6CC1-7A2D-779A-CC72CC796A0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54" b="18973"/>
          <a:stretch/>
        </p:blipFill>
        <p:spPr>
          <a:xfrm>
            <a:off x="1933446" y="4685407"/>
            <a:ext cx="1234948" cy="749265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5F247B8-CA19-4A32-7389-09628B476F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996" y="5714147"/>
            <a:ext cx="1080586" cy="626374"/>
          </a:xfrm>
          <a:prstGeom prst="rect">
            <a:avLst/>
          </a:prstGeom>
        </p:spPr>
      </p:pic>
      <p:pic>
        <p:nvPicPr>
          <p:cNvPr id="63" name="Picture 62" descr="A close up of electronics&#10;&#10;Description automatically generated">
            <a:extLst>
              <a:ext uri="{FF2B5EF4-FFF2-40B4-BE49-F238E27FC236}">
                <a16:creationId xmlns:a16="http://schemas.microsoft.com/office/drawing/2014/main" id="{D910F37A-C8F5-BC0B-ECCE-AD6DF95113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47" y="4148704"/>
            <a:ext cx="933450" cy="376238"/>
          </a:xfrm>
          <a:prstGeom prst="rect">
            <a:avLst/>
          </a:prstGeom>
        </p:spPr>
      </p:pic>
      <p:pic>
        <p:nvPicPr>
          <p:cNvPr id="64" name="Picture 63" descr="A close up of electronics&#10;&#10;Description automatically generated">
            <a:extLst>
              <a:ext uri="{FF2B5EF4-FFF2-40B4-BE49-F238E27FC236}">
                <a16:creationId xmlns:a16="http://schemas.microsoft.com/office/drawing/2014/main" id="{D616AAE2-7ADB-EABF-8F14-0C76A418A9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873" y="4284868"/>
            <a:ext cx="933450" cy="376238"/>
          </a:xfrm>
          <a:prstGeom prst="rect">
            <a:avLst/>
          </a:prstGeom>
        </p:spPr>
      </p:pic>
      <p:pic>
        <p:nvPicPr>
          <p:cNvPr id="65" name="Picture 64" descr="A picture containing computer, guitar&#10;&#10;Description automatically generated">
            <a:extLst>
              <a:ext uri="{FF2B5EF4-FFF2-40B4-BE49-F238E27FC236}">
                <a16:creationId xmlns:a16="http://schemas.microsoft.com/office/drawing/2014/main" id="{A05A59C7-F6BE-49F4-B1C2-96897DD7FAD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0" t="15317" r="24800" b="13771"/>
          <a:stretch/>
        </p:blipFill>
        <p:spPr>
          <a:xfrm>
            <a:off x="6135951" y="3079843"/>
            <a:ext cx="741236" cy="1013144"/>
          </a:xfrm>
          <a:prstGeom prst="rect">
            <a:avLst/>
          </a:prstGeom>
        </p:spPr>
      </p:pic>
      <p:pic>
        <p:nvPicPr>
          <p:cNvPr id="66" name="Picture 65" descr="A picture containing object, antenna, air, flying&#10;&#10;Description automatically generated">
            <a:extLst>
              <a:ext uri="{FF2B5EF4-FFF2-40B4-BE49-F238E27FC236}">
                <a16:creationId xmlns:a16="http://schemas.microsoft.com/office/drawing/2014/main" id="{5BB9D3BC-B3DE-95EC-18F2-8EE6F41AAAE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97636" y="411286"/>
            <a:ext cx="530512" cy="511566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A85592A-2E07-EC0A-C466-E4351FDA0442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4589562" y="2351250"/>
            <a:ext cx="668520" cy="64747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0C5ED76-4434-605A-983F-411ECD6B6FC6}"/>
              </a:ext>
            </a:extLst>
          </p:cNvPr>
          <p:cNvCxnSpPr>
            <a:cxnSpLocks/>
            <a:stCxn id="24" idx="0"/>
            <a:endCxn id="29" idx="2"/>
          </p:cNvCxnSpPr>
          <p:nvPr/>
        </p:nvCxnSpPr>
        <p:spPr>
          <a:xfrm flipH="1" flipV="1">
            <a:off x="3887924" y="2065225"/>
            <a:ext cx="377941" cy="943863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2D342DD-CDDD-5662-75DE-A9A9CAF13F0A}"/>
              </a:ext>
            </a:extLst>
          </p:cNvPr>
          <p:cNvCxnSpPr>
            <a:cxnSpLocks/>
          </p:cNvCxnSpPr>
          <p:nvPr/>
        </p:nvCxnSpPr>
        <p:spPr>
          <a:xfrm flipH="1" flipV="1">
            <a:off x="3202489" y="2192798"/>
            <a:ext cx="704139" cy="833656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CA0CF7B-A167-1C54-AD39-FBB94E615946}"/>
              </a:ext>
            </a:extLst>
          </p:cNvPr>
          <p:cNvCxnSpPr>
            <a:cxnSpLocks/>
            <a:stCxn id="24" idx="1"/>
            <a:endCxn id="31" idx="3"/>
          </p:cNvCxnSpPr>
          <p:nvPr/>
        </p:nvCxnSpPr>
        <p:spPr>
          <a:xfrm flipH="1" flipV="1">
            <a:off x="2780111" y="2968825"/>
            <a:ext cx="1107712" cy="27428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DADC847-F44A-B474-FBA3-8B971BDCFD3B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1124246" y="2657283"/>
            <a:ext cx="503737" cy="31154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CB0C1BA-2DFC-55C6-9FCB-B82BD496DC57}"/>
              </a:ext>
            </a:extLst>
          </p:cNvPr>
          <p:cNvCxnSpPr>
            <a:cxnSpLocks/>
          </p:cNvCxnSpPr>
          <p:nvPr/>
        </p:nvCxnSpPr>
        <p:spPr>
          <a:xfrm flipH="1" flipV="1">
            <a:off x="4674978" y="3249357"/>
            <a:ext cx="1572251" cy="10689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9183E59-E402-6F68-EBB5-2123E1A94300}"/>
              </a:ext>
            </a:extLst>
          </p:cNvPr>
          <p:cNvCxnSpPr>
            <a:cxnSpLocks/>
          </p:cNvCxnSpPr>
          <p:nvPr/>
        </p:nvCxnSpPr>
        <p:spPr>
          <a:xfrm flipH="1" flipV="1">
            <a:off x="6634528" y="4068873"/>
            <a:ext cx="796885" cy="127377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59664A1-8478-AD2A-576B-F9F0250B0701}"/>
              </a:ext>
            </a:extLst>
          </p:cNvPr>
          <p:cNvCxnSpPr>
            <a:cxnSpLocks/>
          </p:cNvCxnSpPr>
          <p:nvPr/>
        </p:nvCxnSpPr>
        <p:spPr>
          <a:xfrm flipV="1">
            <a:off x="7706211" y="4577298"/>
            <a:ext cx="275519" cy="80102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91C4E1E-C8A4-5332-3506-7F83D7C48CEF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696236" y="2862235"/>
            <a:ext cx="537810" cy="35971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94DA319-DDBA-D7B0-6C7F-829C0EB0E53B}"/>
              </a:ext>
            </a:extLst>
          </p:cNvPr>
          <p:cNvCxnSpPr>
            <a:cxnSpLocks/>
          </p:cNvCxnSpPr>
          <p:nvPr/>
        </p:nvCxnSpPr>
        <p:spPr>
          <a:xfrm flipV="1">
            <a:off x="6560054" y="2274161"/>
            <a:ext cx="391967" cy="805683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D876370-C864-7EFF-D64F-729CE5977B57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7046241" y="1286201"/>
            <a:ext cx="179474" cy="613956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F7DC74E-238A-47A7-7101-69ED1999BF31}"/>
              </a:ext>
            </a:extLst>
          </p:cNvPr>
          <p:cNvCxnSpPr>
            <a:cxnSpLocks/>
          </p:cNvCxnSpPr>
          <p:nvPr/>
        </p:nvCxnSpPr>
        <p:spPr>
          <a:xfrm flipV="1">
            <a:off x="7729890" y="1714559"/>
            <a:ext cx="636433" cy="93844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A41AFE-72E4-4F7B-5EB9-197CC0283B09}"/>
              </a:ext>
            </a:extLst>
          </p:cNvPr>
          <p:cNvCxnSpPr>
            <a:cxnSpLocks/>
            <a:stCxn id="51" idx="0"/>
            <a:endCxn id="24" idx="2"/>
          </p:cNvCxnSpPr>
          <p:nvPr/>
        </p:nvCxnSpPr>
        <p:spPr>
          <a:xfrm flipV="1">
            <a:off x="4166244" y="3477140"/>
            <a:ext cx="99621" cy="1118029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A79AC84-0B48-8963-DE23-811B14F995A4}"/>
              </a:ext>
            </a:extLst>
          </p:cNvPr>
          <p:cNvCxnSpPr>
            <a:cxnSpLocks/>
          </p:cNvCxnSpPr>
          <p:nvPr/>
        </p:nvCxnSpPr>
        <p:spPr>
          <a:xfrm flipV="1">
            <a:off x="4448172" y="4595169"/>
            <a:ext cx="630707" cy="1540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464B42E-F4B4-14E3-79E5-8FD8F8E11761}"/>
              </a:ext>
            </a:extLst>
          </p:cNvPr>
          <p:cNvCxnSpPr>
            <a:cxnSpLocks/>
          </p:cNvCxnSpPr>
          <p:nvPr/>
        </p:nvCxnSpPr>
        <p:spPr>
          <a:xfrm>
            <a:off x="4448172" y="4888611"/>
            <a:ext cx="823282" cy="635973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C998A5C-A5CD-1D75-BBD2-1D60D085246B}"/>
              </a:ext>
            </a:extLst>
          </p:cNvPr>
          <p:cNvCxnSpPr>
            <a:cxnSpLocks/>
          </p:cNvCxnSpPr>
          <p:nvPr/>
        </p:nvCxnSpPr>
        <p:spPr>
          <a:xfrm flipH="1">
            <a:off x="4044169" y="4986362"/>
            <a:ext cx="116706" cy="700013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A777FA6-34DA-FBCF-AA4F-F8AB93682A52}"/>
              </a:ext>
            </a:extLst>
          </p:cNvPr>
          <p:cNvCxnSpPr>
            <a:cxnSpLocks/>
          </p:cNvCxnSpPr>
          <p:nvPr/>
        </p:nvCxnSpPr>
        <p:spPr>
          <a:xfrm flipH="1">
            <a:off x="3413262" y="4911272"/>
            <a:ext cx="592585" cy="1095368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2BAA301-F61C-4DE9-7C27-68027AB1526B}"/>
              </a:ext>
            </a:extLst>
          </p:cNvPr>
          <p:cNvCxnSpPr>
            <a:cxnSpLocks/>
          </p:cNvCxnSpPr>
          <p:nvPr/>
        </p:nvCxnSpPr>
        <p:spPr>
          <a:xfrm flipH="1">
            <a:off x="3089366" y="4767038"/>
            <a:ext cx="831897" cy="13386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E0CDB9C-4CDA-8C77-B393-43811539A075}"/>
              </a:ext>
            </a:extLst>
          </p:cNvPr>
          <p:cNvCxnSpPr>
            <a:cxnSpLocks/>
          </p:cNvCxnSpPr>
          <p:nvPr/>
        </p:nvCxnSpPr>
        <p:spPr>
          <a:xfrm flipH="1">
            <a:off x="1437789" y="5229552"/>
            <a:ext cx="617703" cy="55179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F6F2EFE-B72D-8731-8B06-765DA2D77960}"/>
              </a:ext>
            </a:extLst>
          </p:cNvPr>
          <p:cNvCxnSpPr>
            <a:cxnSpLocks/>
            <a:endCxn id="63" idx="3"/>
          </p:cNvCxnSpPr>
          <p:nvPr/>
        </p:nvCxnSpPr>
        <p:spPr>
          <a:xfrm flipH="1" flipV="1">
            <a:off x="1946097" y="4336823"/>
            <a:ext cx="1982921" cy="29100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0A5E3A1-493B-4B4E-D943-CDAEF193D74F}"/>
              </a:ext>
            </a:extLst>
          </p:cNvPr>
          <p:cNvGrpSpPr/>
          <p:nvPr/>
        </p:nvGrpSpPr>
        <p:grpSpPr>
          <a:xfrm>
            <a:off x="1431945" y="1164868"/>
            <a:ext cx="905521" cy="265246"/>
            <a:chOff x="1439449" y="1201537"/>
            <a:chExt cx="905521" cy="265246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43DA0F1-962A-BB67-1890-5993D93D6532}"/>
                </a:ext>
              </a:extLst>
            </p:cNvPr>
            <p:cNvCxnSpPr>
              <a:cxnSpLocks/>
            </p:cNvCxnSpPr>
            <p:nvPr/>
          </p:nvCxnSpPr>
          <p:spPr>
            <a:xfrm>
              <a:off x="1439449" y="1356478"/>
              <a:ext cx="476762" cy="100428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1B2E9B0-7EA5-D383-D696-6CAA739135DD}"/>
                </a:ext>
              </a:extLst>
            </p:cNvPr>
            <p:cNvCxnSpPr>
              <a:cxnSpLocks/>
            </p:cNvCxnSpPr>
            <p:nvPr/>
          </p:nvCxnSpPr>
          <p:spPr>
            <a:xfrm>
              <a:off x="1847159" y="1227262"/>
              <a:ext cx="366094" cy="88928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6774695-51AA-B10C-B531-922AAF568F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35671" y="1201537"/>
              <a:ext cx="88085" cy="265246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75125443-F69B-DC78-FC68-5C20BA2923E6}"/>
                </a:ext>
              </a:extLst>
            </p:cNvPr>
            <p:cNvCxnSpPr/>
            <p:nvPr/>
          </p:nvCxnSpPr>
          <p:spPr>
            <a:xfrm>
              <a:off x="1998097" y="1262049"/>
              <a:ext cx="346873" cy="7586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C0EF50DD-CB4D-44A6-6C35-B045707E872F}"/>
              </a:ext>
            </a:extLst>
          </p:cNvPr>
          <p:cNvSpPr txBox="1"/>
          <p:nvPr/>
        </p:nvSpPr>
        <p:spPr>
          <a:xfrm>
            <a:off x="4453692" y="1392571"/>
            <a:ext cx="171153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>
                <a:latin typeface="Lucida Sans Unicode" pitchFamily="34" charset="0"/>
                <a:cs typeface="Lucida Sans Unicode" pitchFamily="34" charset="0"/>
              </a:rPr>
              <a:t>Multiviewer Monitoring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6AC8BB-FBF6-DDE1-F0B8-F202CBDD454C}"/>
              </a:ext>
            </a:extLst>
          </p:cNvPr>
          <p:cNvSpPr txBox="1"/>
          <p:nvPr/>
        </p:nvSpPr>
        <p:spPr>
          <a:xfrm>
            <a:off x="3464303" y="1339102"/>
            <a:ext cx="84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latin typeface="Lucida Sans Unicode" pitchFamily="34" charset="0"/>
                <a:cs typeface="Lucida Sans Unicode" pitchFamily="34" charset="0"/>
              </a:rPr>
              <a:t>Timing Reference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693763A-B22F-F515-BB43-A615F0663556}"/>
              </a:ext>
            </a:extLst>
          </p:cNvPr>
          <p:cNvSpPr txBox="1"/>
          <p:nvPr/>
        </p:nvSpPr>
        <p:spPr>
          <a:xfrm>
            <a:off x="397822" y="5378320"/>
            <a:ext cx="84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latin typeface="Lucida Sans Unicode" pitchFamily="34" charset="0"/>
                <a:cs typeface="Lucida Sans Unicode" pitchFamily="34" charset="0"/>
              </a:rPr>
              <a:t>Graphics System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726BD2E-214C-501D-25C7-A01AAEC7F599}"/>
              </a:ext>
            </a:extLst>
          </p:cNvPr>
          <p:cNvSpPr txBox="1"/>
          <p:nvPr/>
        </p:nvSpPr>
        <p:spPr>
          <a:xfrm>
            <a:off x="2287513" y="5195118"/>
            <a:ext cx="1130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latin typeface="Lucida Sans Unicode" pitchFamily="34" charset="0"/>
                <a:cs typeface="Lucida Sans Unicode" pitchFamily="34" charset="0"/>
              </a:rPr>
              <a:t>Vision Mixer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BD85D05-54C3-8933-D1C9-49129AE52311}"/>
              </a:ext>
            </a:extLst>
          </p:cNvPr>
          <p:cNvSpPr txBox="1"/>
          <p:nvPr/>
        </p:nvSpPr>
        <p:spPr>
          <a:xfrm>
            <a:off x="5007125" y="6298375"/>
            <a:ext cx="1130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latin typeface="Lucida Sans Unicode" pitchFamily="34" charset="0"/>
                <a:cs typeface="Lucida Sans Unicode" pitchFamily="34" charset="0"/>
              </a:rPr>
              <a:t>Sound Mixer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5C5CA69-7009-FFAB-9755-FAF3E0428076}"/>
              </a:ext>
            </a:extLst>
          </p:cNvPr>
          <p:cNvSpPr txBox="1"/>
          <p:nvPr/>
        </p:nvSpPr>
        <p:spPr>
          <a:xfrm>
            <a:off x="5005500" y="4550450"/>
            <a:ext cx="1130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latin typeface="Lucida Sans Unicode" pitchFamily="34" charset="0"/>
                <a:cs typeface="Lucida Sans Unicode" pitchFamily="34" charset="0"/>
              </a:rPr>
              <a:t>Record replay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FEA7B2E-17F2-12D7-893A-EE0A9EB26B8B}"/>
              </a:ext>
            </a:extLst>
          </p:cNvPr>
          <p:cNvSpPr txBox="1"/>
          <p:nvPr/>
        </p:nvSpPr>
        <p:spPr>
          <a:xfrm>
            <a:off x="5151632" y="3462631"/>
            <a:ext cx="135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latin typeface="Lucida Sans Unicode" pitchFamily="34" charset="0"/>
                <a:cs typeface="Lucida Sans Unicode" pitchFamily="34" charset="0"/>
              </a:rPr>
              <a:t>Publish/Playout</a:t>
            </a:r>
          </a:p>
          <a:p>
            <a:pPr algn="ctr"/>
            <a:r>
              <a:rPr lang="en-GB" sz="1000">
                <a:latin typeface="Lucida Sans Unicode" pitchFamily="34" charset="0"/>
                <a:cs typeface="Lucida Sans Unicode" pitchFamily="34" charset="0"/>
              </a:rPr>
              <a:t>Master Control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B5B62EF-381F-1FF0-6A5D-995BAC1216AA}"/>
              </a:ext>
            </a:extLst>
          </p:cNvPr>
          <p:cNvSpPr txBox="1"/>
          <p:nvPr/>
        </p:nvSpPr>
        <p:spPr>
          <a:xfrm>
            <a:off x="638988" y="2813054"/>
            <a:ext cx="84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VSF TR-01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C1222BD-275D-BE9C-49C0-2229A9482478}"/>
              </a:ext>
            </a:extLst>
          </p:cNvPr>
          <p:cNvSpPr txBox="1"/>
          <p:nvPr/>
        </p:nvSpPr>
        <p:spPr>
          <a:xfrm>
            <a:off x="2807938" y="3148490"/>
            <a:ext cx="84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2022-6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FCD1C62-CDF1-3B79-E5B8-C13A65339F3A}"/>
              </a:ext>
            </a:extLst>
          </p:cNvPr>
          <p:cNvSpPr txBox="1"/>
          <p:nvPr/>
        </p:nvSpPr>
        <p:spPr>
          <a:xfrm>
            <a:off x="2640123" y="2334590"/>
            <a:ext cx="84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2022-6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C0CE1A9-EF85-695B-4227-84CEBAE1235F}"/>
              </a:ext>
            </a:extLst>
          </p:cNvPr>
          <p:cNvSpPr txBox="1"/>
          <p:nvPr/>
        </p:nvSpPr>
        <p:spPr>
          <a:xfrm>
            <a:off x="2406381" y="4200537"/>
            <a:ext cx="84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2110-40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D4ED3CC-220D-D4D6-71A2-8591671CBDC2}"/>
              </a:ext>
            </a:extLst>
          </p:cNvPr>
          <p:cNvSpPr txBox="1"/>
          <p:nvPr/>
        </p:nvSpPr>
        <p:spPr>
          <a:xfrm>
            <a:off x="4884945" y="4984252"/>
            <a:ext cx="84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2110-30</a:t>
            </a:r>
          </a:p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(AES 67)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B08ADD4-0EC0-EA9D-4E8F-CA33F848BB2D}"/>
              </a:ext>
            </a:extLst>
          </p:cNvPr>
          <p:cNvSpPr txBox="1"/>
          <p:nvPr/>
        </p:nvSpPr>
        <p:spPr>
          <a:xfrm>
            <a:off x="3995057" y="5209430"/>
            <a:ext cx="84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2110-30</a:t>
            </a:r>
          </a:p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(AES 67)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F696E8A-FE73-B2CA-B70E-58A917B3C1D2}"/>
              </a:ext>
            </a:extLst>
          </p:cNvPr>
          <p:cNvSpPr txBox="1"/>
          <p:nvPr/>
        </p:nvSpPr>
        <p:spPr>
          <a:xfrm>
            <a:off x="6406855" y="4721989"/>
            <a:ext cx="84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2110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9C87376-461E-D2D9-50BB-F0ABA7EC68E2}"/>
              </a:ext>
            </a:extLst>
          </p:cNvPr>
          <p:cNvSpPr txBox="1"/>
          <p:nvPr/>
        </p:nvSpPr>
        <p:spPr>
          <a:xfrm>
            <a:off x="7678274" y="4801707"/>
            <a:ext cx="84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MPEG DASH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895C0FD-4C4F-2F75-12C8-CAE7231A4830}"/>
              </a:ext>
            </a:extLst>
          </p:cNvPr>
          <p:cNvSpPr txBox="1"/>
          <p:nvPr/>
        </p:nvSpPr>
        <p:spPr>
          <a:xfrm>
            <a:off x="6666988" y="3142260"/>
            <a:ext cx="84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2022-6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7F94FF4-EED6-B8EE-71DB-4DC11199C4AB}"/>
              </a:ext>
            </a:extLst>
          </p:cNvPr>
          <p:cNvSpPr txBox="1"/>
          <p:nvPr/>
        </p:nvSpPr>
        <p:spPr>
          <a:xfrm>
            <a:off x="7849960" y="2200842"/>
            <a:ext cx="84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2022-2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CD87467-F0D8-85BC-D7E7-BADCECDD355F}"/>
              </a:ext>
            </a:extLst>
          </p:cNvPr>
          <p:cNvSpPr txBox="1"/>
          <p:nvPr/>
        </p:nvSpPr>
        <p:spPr>
          <a:xfrm>
            <a:off x="5994527" y="2617403"/>
            <a:ext cx="84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2022-6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E90E2C5-522B-5CA1-25F7-DF3D83E4F6BA}"/>
              </a:ext>
            </a:extLst>
          </p:cNvPr>
          <p:cNvSpPr txBox="1"/>
          <p:nvPr/>
        </p:nvSpPr>
        <p:spPr>
          <a:xfrm>
            <a:off x="6436513" y="1495918"/>
            <a:ext cx="84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2022-2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01E6180-D341-74FB-8380-532B09F9DF7D}"/>
              </a:ext>
            </a:extLst>
          </p:cNvPr>
          <p:cNvSpPr/>
          <p:nvPr/>
        </p:nvSpPr>
        <p:spPr>
          <a:xfrm>
            <a:off x="397822" y="338188"/>
            <a:ext cx="3930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Example IP Media Facility</a:t>
            </a:r>
            <a:endParaRPr lang="en-GB" sz="2400" b="1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C71849C-79E4-0A10-D11C-E4755A811E02}"/>
              </a:ext>
            </a:extLst>
          </p:cNvPr>
          <p:cNvSpPr txBox="1"/>
          <p:nvPr/>
        </p:nvSpPr>
        <p:spPr>
          <a:xfrm>
            <a:off x="891934" y="4517895"/>
            <a:ext cx="1130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latin typeface="Lucida Sans Unicode" pitchFamily="34" charset="0"/>
                <a:cs typeface="Lucida Sans Unicode" pitchFamily="34" charset="0"/>
              </a:rPr>
              <a:t>Ancillary Data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943F335-A126-322F-4204-3EDFB77F3966}"/>
              </a:ext>
            </a:extLst>
          </p:cNvPr>
          <p:cNvSpPr txBox="1"/>
          <p:nvPr/>
        </p:nvSpPr>
        <p:spPr>
          <a:xfrm>
            <a:off x="3032227" y="4869650"/>
            <a:ext cx="84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2110-20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772BA24-9AB7-6F32-01B3-14D6ABE3DF88}"/>
              </a:ext>
            </a:extLst>
          </p:cNvPr>
          <p:cNvSpPr txBox="1"/>
          <p:nvPr/>
        </p:nvSpPr>
        <p:spPr>
          <a:xfrm>
            <a:off x="2875066" y="5458956"/>
            <a:ext cx="84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2110-20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4BCF0E7-F60B-5A29-DE1C-0937C0966908}"/>
              </a:ext>
            </a:extLst>
          </p:cNvPr>
          <p:cNvSpPr txBox="1"/>
          <p:nvPr/>
        </p:nvSpPr>
        <p:spPr>
          <a:xfrm>
            <a:off x="1116278" y="5209430"/>
            <a:ext cx="84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2110-20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8FE5EA1-0788-2004-A3C9-98F11D34E279}"/>
              </a:ext>
            </a:extLst>
          </p:cNvPr>
          <p:cNvSpPr txBox="1"/>
          <p:nvPr/>
        </p:nvSpPr>
        <p:spPr>
          <a:xfrm>
            <a:off x="3430729" y="2079091"/>
            <a:ext cx="686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tx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IEEE 1588</a:t>
            </a:r>
          </a:p>
        </p:txBody>
      </p:sp>
    </p:spTree>
    <p:extLst>
      <p:ext uri="{BB962C8B-B14F-4D97-AF65-F5344CB8AC3E}">
        <p14:creationId xmlns:p14="http://schemas.microsoft.com/office/powerpoint/2010/main" val="555768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07006A-706D-F8E1-6496-D03D5DF67198}"/>
              </a:ext>
            </a:extLst>
          </p:cNvPr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F4C288-13AE-FBDA-F2B2-1289260E9E42}"/>
              </a:ext>
            </a:extLst>
          </p:cNvPr>
          <p:cNvSpPr/>
          <p:nvPr/>
        </p:nvSpPr>
        <p:spPr>
          <a:xfrm>
            <a:off x="6247449" y="5280068"/>
            <a:ext cx="26984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solidFill>
                  <a:srgbClr val="FFFF00"/>
                </a:solidFill>
                <a:latin typeface="Lucida Sans Unicode" pitchFamily="34" charset="0"/>
              </a:rPr>
              <a:t>DVB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8D82D-34A5-DE0C-94F7-A7471AEF2F63}"/>
              </a:ext>
            </a:extLst>
          </p:cNvPr>
          <p:cNvSpPr txBox="1"/>
          <p:nvPr/>
        </p:nvSpPr>
        <p:spPr>
          <a:xfrm>
            <a:off x="314960" y="368300"/>
            <a:ext cx="6558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i="1">
                <a:solidFill>
                  <a:srgbClr val="FFFF00"/>
                </a:solidFill>
              </a:rPr>
              <a:t>Digital TV Distribution …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8C2AB4B-A306-E089-F84E-7F1871A85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852" y="1202846"/>
            <a:ext cx="5436296" cy="407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734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381000" y="333375"/>
            <a:ext cx="5070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2400" b="1" dirty="0"/>
              <a:t>DVB - Digital Video Broadcasting</a:t>
            </a:r>
            <a:endParaRPr lang="en-GB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831548"/>
            <a:ext cx="2755017" cy="222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4887035" y="849487"/>
            <a:ext cx="4041494" cy="5186035"/>
          </a:xfrm>
          <a:prstGeom prst="rect">
            <a:avLst/>
          </a:prstGeom>
          <a:solidFill>
            <a:schemeClr val="bg1">
              <a:alpha val="7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180975" indent="-180975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marL="898525" indent="-898525"/>
            <a:r>
              <a:rPr lang="en-GB" b="1" dirty="0"/>
              <a:t>Standards</a:t>
            </a:r>
          </a:p>
          <a:p>
            <a:pPr marL="182563" indent="-182563"/>
            <a:r>
              <a:rPr lang="en-GB" sz="1400" dirty="0"/>
              <a:t>Satellite 		DVB-S, DVB-S2, SH</a:t>
            </a:r>
          </a:p>
          <a:p>
            <a:pPr marL="182563" indent="-182563"/>
            <a:r>
              <a:rPr lang="en-GB" sz="1400" dirty="0"/>
              <a:t>Cable 		DVB-C, DVB-C2</a:t>
            </a:r>
          </a:p>
          <a:p>
            <a:pPr marL="182563" indent="-182563"/>
            <a:r>
              <a:rPr lang="en-GB" sz="1400" dirty="0"/>
              <a:t>DTT		DVB-T, DVB-T2 </a:t>
            </a:r>
          </a:p>
          <a:p>
            <a:pPr marL="182563" indent="-182563"/>
            <a:r>
              <a:rPr lang="en-GB" sz="1400" dirty="0"/>
              <a:t>DTT for handhelds 	DVB-H</a:t>
            </a:r>
            <a:r>
              <a:rPr lang="en-GB" sz="1400"/>
              <a:t>, DVB-H2</a:t>
            </a:r>
          </a:p>
          <a:p>
            <a:pPr marL="182563" indent="-182563"/>
            <a:r>
              <a:rPr lang="en-GB" sz="1400"/>
              <a:t>IPTV		DVB-IPTV</a:t>
            </a:r>
          </a:p>
          <a:p>
            <a:pPr marL="182563" indent="-182563"/>
            <a:r>
              <a:rPr lang="en-GB" sz="1400"/>
              <a:t>DASH		DVB-DASH</a:t>
            </a:r>
            <a:endParaRPr lang="en-GB" sz="1400" dirty="0"/>
          </a:p>
          <a:p>
            <a:pPr marL="898525" indent="-898525"/>
            <a:endParaRPr lang="en-GB" sz="1100" dirty="0"/>
          </a:p>
          <a:p>
            <a:pPr marL="898525" indent="-898525"/>
            <a:r>
              <a:rPr lang="en-GB" sz="1000" dirty="0"/>
              <a:t>DVB-3DTV - Frame Compatible Plano-Stereoscopic 3DTV</a:t>
            </a:r>
          </a:p>
          <a:p>
            <a:pPr marL="898525" indent="-898525"/>
            <a:r>
              <a:rPr lang="en-GB" sz="1000" dirty="0"/>
              <a:t>DVB-C2 - 2nd Generation Cable Transmission</a:t>
            </a:r>
          </a:p>
          <a:p>
            <a:pPr marL="898525" indent="-898525"/>
            <a:r>
              <a:rPr lang="en-GB" sz="1000" dirty="0"/>
              <a:t>DVB-CID - Carrier Identification for Satellite Transmission</a:t>
            </a:r>
          </a:p>
          <a:p>
            <a:pPr marL="898525" indent="-898525"/>
            <a:r>
              <a:rPr lang="en-GB" sz="1000" dirty="0"/>
              <a:t>DVB-CPCM - Content Protection and Copy Management</a:t>
            </a:r>
          </a:p>
          <a:p>
            <a:pPr marL="898525" indent="-898525"/>
            <a:r>
              <a:rPr lang="en-GB" sz="1000" dirty="0"/>
              <a:t>DVB-FF - DVB File Format</a:t>
            </a:r>
          </a:p>
          <a:p>
            <a:pPr marL="898525" indent="-898525"/>
            <a:r>
              <a:rPr lang="en-GB" sz="1000" dirty="0"/>
              <a:t>DVB-GEM - Globally Executable MHP</a:t>
            </a:r>
          </a:p>
          <a:p>
            <a:pPr marL="898525" indent="-898525"/>
            <a:r>
              <a:rPr lang="en-GB" sz="1000" dirty="0"/>
              <a:t>DVB-GSE - Generic Stream Encapsulation</a:t>
            </a:r>
          </a:p>
          <a:p>
            <a:pPr marL="898525" indent="-898525"/>
            <a:r>
              <a:rPr lang="en-GB" sz="1000" dirty="0"/>
              <a:t>DVB-H - Broadcasting to Handheld Devices</a:t>
            </a:r>
          </a:p>
          <a:p>
            <a:pPr marL="898525" indent="-898525"/>
            <a:r>
              <a:rPr lang="en-GB" sz="1000" dirty="0"/>
              <a:t>DVB-IPDC - Internet Protocol </a:t>
            </a:r>
            <a:r>
              <a:rPr lang="en-GB" sz="1000" dirty="0" err="1"/>
              <a:t>Datacasting</a:t>
            </a:r>
            <a:endParaRPr lang="en-GB" sz="1000" dirty="0"/>
          </a:p>
          <a:p>
            <a:pPr marL="898525" indent="-898525"/>
            <a:r>
              <a:rPr lang="en-GB" sz="1000" dirty="0"/>
              <a:t>DVB-IPTV - Internet Protocol Television</a:t>
            </a:r>
          </a:p>
          <a:p>
            <a:pPr marL="898525" indent="-898525"/>
            <a:r>
              <a:rPr lang="en-GB" sz="1000" dirty="0"/>
              <a:t>DVB-MHP - Open Middleware for Interactive TV</a:t>
            </a:r>
          </a:p>
          <a:p>
            <a:pPr marL="898525" indent="-898525"/>
            <a:r>
              <a:rPr lang="en-GB" sz="1000" dirty="0"/>
              <a:t>DVB-PCF - Portable Content Format</a:t>
            </a:r>
          </a:p>
          <a:p>
            <a:pPr marL="898525" indent="-898525"/>
            <a:r>
              <a:rPr lang="en-GB" sz="1000" dirty="0"/>
              <a:t>DVB-RCS2 - Return Channel Satellite</a:t>
            </a:r>
          </a:p>
          <a:p>
            <a:pPr marL="898525" indent="-898525"/>
            <a:r>
              <a:rPr lang="en-GB" sz="1000" dirty="0"/>
              <a:t>DVB-RCT - Return Channel Terrestrial (03/2001)</a:t>
            </a:r>
          </a:p>
          <a:p>
            <a:pPr marL="898525" indent="-898525"/>
            <a:r>
              <a:rPr lang="en-GB" sz="1000" dirty="0"/>
              <a:t>DVB-S2 - 2nd Generation Satellite Broadcasting</a:t>
            </a:r>
          </a:p>
          <a:p>
            <a:pPr marL="898525" indent="-898525"/>
            <a:r>
              <a:rPr lang="en-GB" sz="1000" dirty="0"/>
              <a:t>DVB-SH - Satellite Services to Handheld Devices</a:t>
            </a:r>
          </a:p>
          <a:p>
            <a:pPr marL="898525" indent="-898525"/>
            <a:r>
              <a:rPr lang="en-GB" sz="1000" dirty="0"/>
              <a:t>DVB-T - Digital Terrestrial Television</a:t>
            </a:r>
          </a:p>
          <a:p>
            <a:pPr marL="898525" indent="-898525"/>
            <a:r>
              <a:rPr lang="en-GB" sz="1000" dirty="0"/>
              <a:t>DVB-T2 - 2nd Generation Terrestrial Broadcasting</a:t>
            </a:r>
          </a:p>
          <a:p>
            <a:pPr marL="898525" indent="-898525"/>
            <a:r>
              <a:rPr lang="en-GB" sz="1000" dirty="0"/>
              <a:t>DVB - Emergency Warning System</a:t>
            </a:r>
          </a:p>
          <a:p>
            <a:pPr marL="898525" indent="-898525"/>
            <a:r>
              <a:rPr lang="en-GB" sz="1000" dirty="0"/>
              <a:t>DVB Project - An Introduction</a:t>
            </a:r>
          </a:p>
          <a:p>
            <a:pPr marL="898525" indent="-898525"/>
            <a:r>
              <a:rPr lang="en-GB" sz="1000" dirty="0"/>
              <a:t>Hierarchical Modulation in DVB-T (03/2000)</a:t>
            </a:r>
          </a:p>
          <a:p>
            <a:pPr marL="898525" indent="-898525"/>
            <a:r>
              <a:rPr lang="en-GB" sz="1000" dirty="0"/>
              <a:t>plus many others (</a:t>
            </a:r>
            <a:r>
              <a:rPr lang="en-GB" sz="1000" dirty="0" err="1"/>
              <a:t>inc</a:t>
            </a:r>
            <a:r>
              <a:rPr lang="en-GB" sz="1000" dirty="0"/>
              <a:t> addenda, </a:t>
            </a:r>
            <a:r>
              <a:rPr lang="en-GB" sz="1000" dirty="0" err="1"/>
              <a:t>etc</a:t>
            </a:r>
            <a:r>
              <a:rPr lang="en-GB" sz="1000" dirty="0"/>
              <a:t>) 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395288" y="3248980"/>
            <a:ext cx="449333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/>
            <a:r>
              <a:rPr lang="en-GB" sz="1600" b="1" dirty="0"/>
              <a:t>Industry Organisation</a:t>
            </a:r>
          </a:p>
          <a:p>
            <a:pPr marL="182563" indent="-182563"/>
            <a:endParaRPr lang="en-GB" sz="1600" b="1" dirty="0"/>
          </a:p>
          <a:p>
            <a:pPr marL="182563" indent="-182563"/>
            <a:r>
              <a:rPr lang="en-GB" sz="1600" b="1" dirty="0"/>
              <a:t>Standardisation Process –</a:t>
            </a:r>
          </a:p>
          <a:p>
            <a:pPr marL="182563" indent="-182563"/>
            <a:r>
              <a:rPr lang="en-GB" sz="1600" dirty="0"/>
              <a:t>Joint Technical Committee (JTC) of: </a:t>
            </a:r>
          </a:p>
          <a:p>
            <a:pPr marL="182563" indent="-182563">
              <a:buFontTx/>
              <a:buChar char="•"/>
            </a:pPr>
            <a:r>
              <a:rPr lang="en-GB" sz="1600" dirty="0"/>
              <a:t>ETSI - European Telecommunications Standards Institute</a:t>
            </a:r>
          </a:p>
          <a:p>
            <a:pPr marL="182563" indent="-182563">
              <a:buFontTx/>
              <a:buChar char="•"/>
            </a:pPr>
            <a:r>
              <a:rPr lang="en-GB" sz="1600" dirty="0"/>
              <a:t>CENELEC - European Committee for </a:t>
            </a:r>
            <a:r>
              <a:rPr lang="en-GB" sz="1600" dirty="0" err="1"/>
              <a:t>Electrotechnical</a:t>
            </a:r>
            <a:r>
              <a:rPr lang="en-GB" sz="1600" dirty="0"/>
              <a:t> Standardization CENELEC </a:t>
            </a:r>
          </a:p>
          <a:p>
            <a:pPr marL="182563" indent="-182563">
              <a:buFontTx/>
              <a:buChar char="•"/>
            </a:pPr>
            <a:r>
              <a:rPr lang="en-GB" sz="1600" dirty="0"/>
              <a:t>EBU - European Broadcasting Union</a:t>
            </a:r>
          </a:p>
          <a:p>
            <a:pPr marL="182563" indent="-182563">
              <a:buFontTx/>
              <a:buChar char="•"/>
            </a:pPr>
            <a:endParaRPr lang="en-GB" sz="1600" dirty="0"/>
          </a:p>
          <a:p>
            <a:pPr marL="182563" indent="-182563">
              <a:buFontTx/>
              <a:buChar char="•"/>
            </a:pPr>
            <a:r>
              <a:rPr lang="en-GB" sz="1600" dirty="0"/>
              <a:t>Note standards refer to other standards and patents, e.g. MPEG</a:t>
            </a:r>
          </a:p>
        </p:txBody>
      </p:sp>
      <p:sp>
        <p:nvSpPr>
          <p:cNvPr id="6" name="Rectangle 5"/>
          <p:cNvSpPr/>
          <p:nvPr/>
        </p:nvSpPr>
        <p:spPr>
          <a:xfrm>
            <a:off x="5820382" y="6174305"/>
            <a:ext cx="3323205" cy="276999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pPr marL="898525" indent="-898525"/>
            <a:r>
              <a:rPr lang="en-GB" sz="1200" dirty="0">
                <a:solidFill>
                  <a:schemeClr val="accent6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http://www.dvb.org/standards/factsheets</a:t>
            </a:r>
            <a:endParaRPr lang="en-GB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244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" descr="Global Digital TV Deploym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2" t="4495" r="3493" b="4675"/>
          <a:stretch>
            <a:fillRect/>
          </a:stretch>
        </p:blipFill>
        <p:spPr bwMode="auto">
          <a:xfrm>
            <a:off x="2679700" y="3281363"/>
            <a:ext cx="6464300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5"/>
          <p:cNvSpPr txBox="1">
            <a:spLocks noChangeArrowheads="1"/>
          </p:cNvSpPr>
          <p:nvPr/>
        </p:nvSpPr>
        <p:spPr bwMode="auto">
          <a:xfrm>
            <a:off x="381000" y="333375"/>
            <a:ext cx="417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Digital Terrestrial TV (DTT)</a:t>
            </a:r>
          </a:p>
        </p:txBody>
      </p:sp>
      <p:sp>
        <p:nvSpPr>
          <p:cNvPr id="4100" name="Text Box 6"/>
          <p:cNvSpPr txBox="1">
            <a:spLocks noChangeArrowheads="1"/>
          </p:cNvSpPr>
          <p:nvPr/>
        </p:nvSpPr>
        <p:spPr bwMode="auto">
          <a:xfrm>
            <a:off x="381000" y="3943350"/>
            <a:ext cx="3754438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192088" indent="-192088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GB" b="1"/>
              <a:t>Advanced Television Systems Committee - ATSC-8VSB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GB"/>
              <a:t>Modulation: 8VSB: 8-level Vestigial Sideband 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GB"/>
              <a:t>American Continent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GB"/>
              <a:t>MPEG2-TS</a:t>
            </a:r>
          </a:p>
        </p:txBody>
      </p:sp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381000" y="857250"/>
            <a:ext cx="8115300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192088" indent="-192088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GB" b="1" dirty="0"/>
              <a:t>Digital Video Broadcast, Terrestrial Television - DVB-T</a:t>
            </a:r>
            <a:endParaRPr lang="en-GB" dirty="0"/>
          </a:p>
          <a:p>
            <a:pPr>
              <a:lnSpc>
                <a:spcPct val="120000"/>
              </a:lnSpc>
              <a:buFontTx/>
              <a:buChar char="•"/>
            </a:pPr>
            <a:r>
              <a:rPr lang="en-GB" dirty="0"/>
              <a:t>Europe; also DVB-S for Satellite, DVB-C for Cable; DVB-H for handhelds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GB" dirty="0"/>
              <a:t>MPEG2 format; also </a:t>
            </a:r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r>
              <a:rPr lang="en-GB" b="1" dirty="0"/>
              <a:t>Integrated Services Digital Broadcasting, Television - ISDB-T</a:t>
            </a:r>
            <a:endParaRPr lang="en-GB" dirty="0"/>
          </a:p>
          <a:p>
            <a:pPr>
              <a:lnSpc>
                <a:spcPct val="120000"/>
              </a:lnSpc>
              <a:buFontTx/>
              <a:buChar char="•"/>
            </a:pPr>
            <a:r>
              <a:rPr lang="en-GB" dirty="0"/>
              <a:t>Japan;  also ISDB-S for Satellite, ISDB-C for </a:t>
            </a:r>
            <a:r>
              <a:rPr lang="en-GB" dirty="0" err="1"/>
              <a:t>CableTV</a:t>
            </a:r>
            <a:endParaRPr lang="en-GB" dirty="0"/>
          </a:p>
          <a:p>
            <a:pPr>
              <a:lnSpc>
                <a:spcPct val="120000"/>
              </a:lnSpc>
              <a:buFontTx/>
              <a:buChar char="•"/>
            </a:pPr>
            <a:r>
              <a:rPr lang="en-GB" dirty="0"/>
              <a:t>MPEG2 format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GB" dirty="0"/>
              <a:t>Modulation: PSK, COFDM/PSK/QAM	</a:t>
            </a:r>
          </a:p>
          <a:p>
            <a:pPr>
              <a:lnSpc>
                <a:spcPct val="12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3156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381000" y="331143"/>
            <a:ext cx="25955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DVB Specifies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288" y="953725"/>
            <a:ext cx="7669087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Lucida Sans Unicode" pitchFamily="34" charset="0"/>
              </a:rPr>
              <a:t>Specifies - essentially a layer one protocol for transport with Data Link (Transport Streams, GSE, </a:t>
            </a:r>
            <a:r>
              <a:rPr lang="en-GB" sz="1200" dirty="0" err="1">
                <a:latin typeface="Lucida Sans Unicode" pitchFamily="34" charset="0"/>
              </a:rPr>
              <a:t>etc</a:t>
            </a:r>
            <a:r>
              <a:rPr lang="en-GB" sz="1200" dirty="0">
                <a:latin typeface="Lucida Sans Unicode" pitchFamily="34" charset="0"/>
              </a:rPr>
              <a:t>)</a:t>
            </a:r>
          </a:p>
          <a:p>
            <a:endParaRPr lang="en-GB" sz="1200" b="1" dirty="0">
              <a:latin typeface="Lucida Sans Unicode" pitchFamily="34" charset="0"/>
            </a:endParaRPr>
          </a:p>
          <a:p>
            <a:r>
              <a:rPr lang="en-GB" sz="1200" b="1" dirty="0">
                <a:latin typeface="Lucida Sans Unicode" pitchFamily="34" charset="0"/>
              </a:rPr>
              <a:t>Including - </a:t>
            </a:r>
          </a:p>
          <a:p>
            <a:endParaRPr lang="en-GB" sz="1200" dirty="0">
              <a:latin typeface="Lucida Sans Unicode" pitchFamily="34" charset="0"/>
            </a:endParaRPr>
          </a:p>
          <a:p>
            <a:r>
              <a:rPr lang="en-GB" sz="1200" b="1" dirty="0">
                <a:latin typeface="Lucida Sans Unicode" pitchFamily="34" charset="0"/>
              </a:rPr>
              <a:t>Input Interface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200" dirty="0">
                <a:latin typeface="Lucida Sans Unicode" pitchFamily="34" charset="0"/>
              </a:rPr>
              <a:t>usually Transport Streams - i.e. TV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200" dirty="0">
                <a:latin typeface="Lucida Sans Unicode" pitchFamily="34" charset="0"/>
              </a:rPr>
              <a:t>Generic Stream Encapsulation – e.g. IP </a:t>
            </a:r>
          </a:p>
          <a:p>
            <a:pPr marL="171450" indent="-171450">
              <a:buFont typeface="Arial" pitchFamily="34" charset="0"/>
              <a:buChar char="•"/>
            </a:pPr>
            <a:endParaRPr lang="en-GB" sz="1200" dirty="0">
              <a:latin typeface="Lucida Sans Unicode" pitchFamily="34" charset="0"/>
            </a:endParaRPr>
          </a:p>
          <a:p>
            <a:r>
              <a:rPr lang="en-GB" sz="1200" b="1" dirty="0">
                <a:latin typeface="Lucida Sans Unicode" pitchFamily="34" charset="0"/>
              </a:rPr>
              <a:t>Modes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200" dirty="0">
                <a:latin typeface="Lucida Sans Unicode" pitchFamily="34" charset="0"/>
              </a:rPr>
              <a:t>Variable Coding and Modulation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200" dirty="0">
                <a:latin typeface="Lucida Sans Unicode" pitchFamily="34" charset="0"/>
              </a:rPr>
              <a:t>Adaptive Coding and Modulation</a:t>
            </a:r>
          </a:p>
          <a:p>
            <a:pPr marL="171450" indent="-171450">
              <a:buFont typeface="Arial" pitchFamily="34" charset="0"/>
              <a:buChar char="•"/>
            </a:pPr>
            <a:endParaRPr lang="en-GB" sz="1200" dirty="0">
              <a:latin typeface="Lucida Sans Unicode" pitchFamily="34" charset="0"/>
            </a:endParaRPr>
          </a:p>
          <a:p>
            <a:r>
              <a:rPr lang="en-GB" sz="1200" b="1" dirty="0">
                <a:latin typeface="Lucida Sans Unicode" pitchFamily="34" charset="0"/>
              </a:rPr>
              <a:t>FEC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200" dirty="0">
                <a:latin typeface="Lucida Sans Unicode" pitchFamily="34" charset="0"/>
              </a:rPr>
              <a:t>e.g. DVB-T2: LDCP, BCH ½. 3/5. 2/3. ¾. 4/5. 5/6 </a:t>
            </a:r>
          </a:p>
          <a:p>
            <a:pPr marL="171450" indent="-171450">
              <a:buFont typeface="Arial" pitchFamily="34" charset="0"/>
              <a:buChar char="•"/>
            </a:pPr>
            <a:endParaRPr lang="en-GB" sz="1200" dirty="0">
              <a:latin typeface="Lucida Sans Unicode" pitchFamily="34" charset="0"/>
            </a:endParaRPr>
          </a:p>
          <a:p>
            <a:r>
              <a:rPr lang="en-GB" sz="1200" b="1" dirty="0">
                <a:latin typeface="Lucida Sans Unicode" pitchFamily="34" charset="0"/>
              </a:rPr>
              <a:t>Modulation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200" dirty="0">
                <a:latin typeface="Lucida Sans Unicode" pitchFamily="34" charset="0"/>
              </a:rPr>
              <a:t>e.g. DVB-T2: OFDM</a:t>
            </a:r>
          </a:p>
          <a:p>
            <a:endParaRPr lang="en-GB" sz="1200" b="1" dirty="0">
              <a:latin typeface="Lucida Sans Unicode" pitchFamily="34" charset="0"/>
            </a:endParaRPr>
          </a:p>
          <a:p>
            <a:r>
              <a:rPr lang="en-GB" sz="1200" b="1" dirty="0">
                <a:latin typeface="Lucida Sans Unicode" pitchFamily="34" charset="0"/>
              </a:rPr>
              <a:t>Modulation Schemes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200" dirty="0">
                <a:latin typeface="Lucida Sans Unicode" pitchFamily="34" charset="0"/>
              </a:rPr>
              <a:t>Q/8/16/32PSK, QAM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200" dirty="0">
                <a:latin typeface="Lucida Sans Unicode" pitchFamily="34" charset="0"/>
              </a:rPr>
              <a:t>e.g. DVB-C2: 16-4096QAM</a:t>
            </a:r>
          </a:p>
          <a:p>
            <a:pPr marL="171450" indent="-171450">
              <a:buFont typeface="Arial" pitchFamily="34" charset="0"/>
              <a:buChar char="•"/>
            </a:pPr>
            <a:endParaRPr lang="en-GB" sz="1200" dirty="0">
              <a:latin typeface="Lucida Sans Unicode" pitchFamily="34" charset="0"/>
            </a:endParaRPr>
          </a:p>
          <a:p>
            <a:r>
              <a:rPr lang="en-GB" sz="1200" b="1" dirty="0">
                <a:latin typeface="Lucida Sans Unicode" pitchFamily="34" charset="0"/>
              </a:rPr>
              <a:t>Guard Interval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200" dirty="0"/>
              <a:t>e.g. DVB-T2: 1/4, 19/256, 1/8, 19/128, 1/16, 1/32, 1/128 (fractions of a symbol)</a:t>
            </a:r>
          </a:p>
          <a:p>
            <a:pPr marL="171450" indent="-171450">
              <a:buFont typeface="Arial" pitchFamily="34" charset="0"/>
              <a:buChar char="•"/>
            </a:pPr>
            <a:endParaRPr lang="en-GB" sz="1200" dirty="0">
              <a:latin typeface="Lucida Sans Unicode" pitchFamily="34" charset="0"/>
            </a:endParaRPr>
          </a:p>
          <a:p>
            <a:r>
              <a:rPr lang="en-GB" sz="1200" b="1" dirty="0">
                <a:latin typeface="Lucida Sans Unicode" pitchFamily="34" charset="0"/>
              </a:rPr>
              <a:t>Interleaving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200" dirty="0"/>
              <a:t>Bit- Time- and Frequency-Interleaving</a:t>
            </a:r>
          </a:p>
        </p:txBody>
      </p:sp>
    </p:spTree>
    <p:extLst>
      <p:ext uri="{BB962C8B-B14F-4D97-AF65-F5344CB8AC3E}">
        <p14:creationId xmlns:p14="http://schemas.microsoft.com/office/powerpoint/2010/main" val="1548991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"/>
          <p:cNvSpPr>
            <a:spLocks noChangeArrowheads="1"/>
          </p:cNvSpPr>
          <p:nvPr/>
        </p:nvSpPr>
        <p:spPr bwMode="auto">
          <a:xfrm>
            <a:off x="381000" y="333375"/>
            <a:ext cx="423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>
                <a:latin typeface="Lucida Sans Unicode" pitchFamily="34" charset="0"/>
                <a:cs typeface="Lucida Sans Unicode" pitchFamily="34" charset="0"/>
              </a:rPr>
              <a:t>Transport Stream Multiplex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23"/>
          <a:stretch>
            <a:fillRect/>
          </a:stretch>
        </p:blipFill>
        <p:spPr bwMode="auto">
          <a:xfrm>
            <a:off x="2089150" y="1085850"/>
            <a:ext cx="5353050" cy="466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634163" y="1131888"/>
            <a:ext cx="1909762" cy="16743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Transmission: </a:t>
            </a:r>
          </a:p>
          <a:p>
            <a:pPr marL="180975" indent="-180975">
              <a:lnSpc>
                <a:spcPct val="130000"/>
              </a:lnSpc>
              <a:buFont typeface="Arial" charset="0"/>
              <a:buChar char="•"/>
              <a:defRPr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Terrestrial</a:t>
            </a:r>
          </a:p>
          <a:p>
            <a:pPr marL="180975" indent="-180975">
              <a:lnSpc>
                <a:spcPct val="130000"/>
              </a:lnSpc>
              <a:buFont typeface="Arial" charset="0"/>
              <a:buChar char="•"/>
              <a:defRPr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Cable</a:t>
            </a:r>
          </a:p>
          <a:p>
            <a:pPr marL="180975" indent="-180975">
              <a:lnSpc>
                <a:spcPct val="130000"/>
              </a:lnSpc>
              <a:buFont typeface="Arial" charset="0"/>
              <a:buChar char="•"/>
              <a:defRPr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Satellite</a:t>
            </a:r>
          </a:p>
          <a:p>
            <a:pPr marL="180975" indent="-180975">
              <a:lnSpc>
                <a:spcPct val="130000"/>
              </a:lnSpc>
              <a:buFont typeface="Arial" charset="0"/>
              <a:buChar char="•"/>
              <a:defRPr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Broadband</a:t>
            </a:r>
          </a:p>
        </p:txBody>
      </p:sp>
      <p:sp>
        <p:nvSpPr>
          <p:cNvPr id="6149" name="Text Box 6"/>
          <p:cNvSpPr txBox="1">
            <a:spLocks noChangeArrowheads="1"/>
          </p:cNvSpPr>
          <p:nvPr/>
        </p:nvSpPr>
        <p:spPr bwMode="auto">
          <a:xfrm>
            <a:off x="609600" y="2751138"/>
            <a:ext cx="12906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>
                <a:cs typeface="Lucida Sans Unicode" pitchFamily="34" charset="0"/>
              </a:rPr>
              <a:t>Program Streams</a:t>
            </a:r>
          </a:p>
        </p:txBody>
      </p:sp>
      <p:sp>
        <p:nvSpPr>
          <p:cNvPr id="6150" name="AutoShape 7"/>
          <p:cNvSpPr>
            <a:spLocks/>
          </p:cNvSpPr>
          <p:nvPr/>
        </p:nvSpPr>
        <p:spPr bwMode="auto">
          <a:xfrm>
            <a:off x="1752600" y="2779792"/>
            <a:ext cx="411163" cy="430054"/>
          </a:xfrm>
          <a:prstGeom prst="leftBrace">
            <a:avLst>
              <a:gd name="adj1" fmla="val 63932"/>
              <a:gd name="adj2" fmla="val 5052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80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60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A45B3A-0EA5-C57E-8034-33BDB4722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704EB-DD09-04FF-8989-6C2F5A34D362}"/>
              </a:ext>
            </a:extLst>
          </p:cNvPr>
          <p:cNvSpPr txBox="1"/>
          <p:nvPr/>
        </p:nvSpPr>
        <p:spPr>
          <a:xfrm>
            <a:off x="761726" y="491182"/>
            <a:ext cx="74707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dirty="0"/>
              <a:t>Distribution Network Architectures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997054-16C5-8148-742E-35A100603359}"/>
              </a:ext>
            </a:extLst>
          </p:cNvPr>
          <p:cNvSpPr txBox="1"/>
          <p:nvPr/>
        </p:nvSpPr>
        <p:spPr>
          <a:xfrm>
            <a:off x="1917253" y="5236516"/>
            <a:ext cx="1674587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These are the SMPTE colour bars, used for monitor calibration</a:t>
            </a:r>
          </a:p>
          <a:p>
            <a:endParaRPr lang="en-GB" sz="1050"/>
          </a:p>
          <a:p>
            <a:r>
              <a:rPr lang="en-GB" sz="1050"/>
              <a:t>See this from Bruce Devlin about SMPTE standards</a:t>
            </a:r>
          </a:p>
          <a:p>
            <a:r>
              <a:rPr lang="en-GB" sz="70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https://www.smpte.org/top-standards</a:t>
            </a:r>
            <a:r>
              <a:rPr lang="en-GB" sz="700">
                <a:solidFill>
                  <a:schemeClr val="accent6"/>
                </a:solidFill>
              </a:rPr>
              <a:t> </a:t>
            </a:r>
            <a:endParaRPr lang="en-GB" sz="700" dirty="0">
              <a:solidFill>
                <a:schemeClr val="accent6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3570BD-8571-94F9-8A7E-FE271EA58A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589"/>
          <a:stretch>
            <a:fillRect/>
          </a:stretch>
        </p:blipFill>
        <p:spPr>
          <a:xfrm>
            <a:off x="845507" y="5757947"/>
            <a:ext cx="1158657" cy="855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06E10F-1738-BA2C-6D46-95A57DBE507A}"/>
              </a:ext>
            </a:extLst>
          </p:cNvPr>
          <p:cNvSpPr txBox="1"/>
          <p:nvPr/>
        </p:nvSpPr>
        <p:spPr>
          <a:xfrm>
            <a:off x="3693997" y="5369935"/>
            <a:ext cx="1856214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>
                <a:solidFill>
                  <a:schemeClr val="bg1"/>
                </a:solidFill>
              </a:rPr>
              <a:t>… there are many standards bodies involved in the media industry … </a:t>
            </a:r>
          </a:p>
          <a:p>
            <a:r>
              <a:rPr lang="en-GB" sz="1050">
                <a:solidFill>
                  <a:schemeClr val="bg1"/>
                </a:solidFill>
              </a:rPr>
              <a:t>MPEG, DVB, DTG, ITU, AMWA, DPP, ETSI … </a:t>
            </a:r>
          </a:p>
          <a:p>
            <a:r>
              <a:rPr lang="en-GB" sz="1050">
                <a:solidFill>
                  <a:schemeClr val="bg1"/>
                </a:solidFill>
              </a:rPr>
              <a:t>… and many others</a:t>
            </a:r>
          </a:p>
          <a:p>
            <a:endParaRPr lang="en-GB" sz="1200">
              <a:solidFill>
                <a:schemeClr val="accent6"/>
              </a:solidFill>
            </a:endParaRPr>
          </a:p>
          <a:p>
            <a:endParaRPr lang="en-GB" sz="7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894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/>
          <p:cNvSpPr/>
          <p:nvPr/>
        </p:nvSpPr>
        <p:spPr bwMode="auto">
          <a:xfrm rot="11051792">
            <a:off x="1638880" y="3598658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3" name="Group 68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4" name="Rectangle 3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6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8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" name="Group 75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1" name="Rectangle 1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2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1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1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7" name="Group 82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8" name="Rectangle 17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9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0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2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2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22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4" name="Group 89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5" name="Rectangle 2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6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2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9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2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1" name="Group 96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2" name="Rectangle 3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3" name="Group 66"/>
            <p:cNvGrpSpPr/>
            <p:nvPr/>
          </p:nvGrpSpPr>
          <p:grpSpPr>
            <a:xfrm>
              <a:off x="7125021" y="4596901"/>
              <a:ext cx="1781802" cy="1766860"/>
              <a:chOff x="7125021" y="4596901"/>
              <a:chExt cx="1781802" cy="1766860"/>
            </a:xfrm>
          </p:grpSpPr>
          <p:graphicFrame>
            <p:nvGraphicFramePr>
              <p:cNvPr id="3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3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37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38" name="Cloud 37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" name="Up-Down Arrow 24"/>
          <p:cNvSpPr/>
          <p:nvPr/>
        </p:nvSpPr>
        <p:spPr bwMode="auto">
          <a:xfrm>
            <a:off x="2088984" y="3003235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65" name="Picture 23" descr="C:\Users\jdfoss\Desktop\Clipboard01.gi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190916" y="4241089"/>
            <a:ext cx="407782" cy="407782"/>
          </a:xfrm>
          <a:prstGeom prst="rect">
            <a:avLst/>
          </a:prstGeom>
          <a:noFill/>
        </p:spPr>
      </p:pic>
      <p:sp>
        <p:nvSpPr>
          <p:cNvPr id="68" name="Up-Down Arrow 67"/>
          <p:cNvSpPr/>
          <p:nvPr/>
        </p:nvSpPr>
        <p:spPr bwMode="auto">
          <a:xfrm rot="17823815">
            <a:off x="3361752" y="2027289"/>
            <a:ext cx="1376038" cy="2095191"/>
          </a:xfrm>
          <a:prstGeom prst="upDownArrow">
            <a:avLst/>
          </a:prstGeom>
          <a:solidFill>
            <a:srgbClr val="E3CAC1"/>
          </a:solidFill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9806EA-49D5-FFE5-5D1B-7BD800F12F8F}"/>
              </a:ext>
            </a:extLst>
          </p:cNvPr>
          <p:cNvSpPr txBox="1"/>
          <p:nvPr/>
        </p:nvSpPr>
        <p:spPr>
          <a:xfrm>
            <a:off x="381000" y="349399"/>
            <a:ext cx="5474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/>
              <a:t>Distribution Network Architectures</a:t>
            </a:r>
            <a:endParaRPr lang="en-GB" sz="2400" b="1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04B9E49-2F6C-C1B1-8051-4BAA12CE10E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609" y="4121614"/>
            <a:ext cx="715257" cy="715257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A81351A1-AFBC-2640-5454-569C483E831D}"/>
              </a:ext>
            </a:extLst>
          </p:cNvPr>
          <p:cNvGrpSpPr/>
          <p:nvPr/>
        </p:nvGrpSpPr>
        <p:grpSpPr>
          <a:xfrm>
            <a:off x="7210510" y="4662356"/>
            <a:ext cx="201967" cy="826502"/>
            <a:chOff x="7224713" y="1981200"/>
            <a:chExt cx="542925" cy="2009775"/>
          </a:xfrm>
        </p:grpSpPr>
        <p:sp>
          <p:nvSpPr>
            <p:cNvPr id="61" name="Freeform 120">
              <a:extLst>
                <a:ext uri="{FF2B5EF4-FFF2-40B4-BE49-F238E27FC236}">
                  <a16:creationId xmlns:a16="http://schemas.microsoft.com/office/drawing/2014/main" id="{BDB9EB39-ADA1-C444-8FEF-49CCEB664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8213" y="2233613"/>
              <a:ext cx="261937" cy="1462087"/>
            </a:xfrm>
            <a:custGeom>
              <a:avLst/>
              <a:gdLst>
                <a:gd name="T0" fmla="*/ 2147483647 w 153"/>
                <a:gd name="T1" fmla="*/ 0 h 921"/>
                <a:gd name="T2" fmla="*/ 2147483647 w 153"/>
                <a:gd name="T3" fmla="*/ 2147483647 h 921"/>
                <a:gd name="T4" fmla="*/ 2147483647 w 153"/>
                <a:gd name="T5" fmla="*/ 2147483647 h 921"/>
                <a:gd name="T6" fmla="*/ 2147483647 w 153"/>
                <a:gd name="T7" fmla="*/ 2147483647 h 921"/>
                <a:gd name="T8" fmla="*/ 0 w 153"/>
                <a:gd name="T9" fmla="*/ 2147483647 h 9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"/>
                <a:gd name="T16" fmla="*/ 0 h 921"/>
                <a:gd name="T17" fmla="*/ 153 w 153"/>
                <a:gd name="T18" fmla="*/ 921 h 9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" h="921">
                  <a:moveTo>
                    <a:pt x="36" y="0"/>
                  </a:moveTo>
                  <a:cubicBezTo>
                    <a:pt x="78" y="108"/>
                    <a:pt x="121" y="217"/>
                    <a:pt x="137" y="320"/>
                  </a:cubicBezTo>
                  <a:cubicBezTo>
                    <a:pt x="153" y="423"/>
                    <a:pt x="140" y="543"/>
                    <a:pt x="131" y="618"/>
                  </a:cubicBezTo>
                  <a:cubicBezTo>
                    <a:pt x="122" y="693"/>
                    <a:pt x="105" y="722"/>
                    <a:pt x="83" y="772"/>
                  </a:cubicBezTo>
                  <a:cubicBezTo>
                    <a:pt x="61" y="822"/>
                    <a:pt x="16" y="891"/>
                    <a:pt x="0" y="921"/>
                  </a:cubicBezTo>
                </a:path>
              </a:pathLst>
            </a:custGeom>
            <a:noFill/>
            <a:ln w="9525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3" name="Freeform 121">
              <a:extLst>
                <a:ext uri="{FF2B5EF4-FFF2-40B4-BE49-F238E27FC236}">
                  <a16:creationId xmlns:a16="http://schemas.microsoft.com/office/drawing/2014/main" id="{DBF94CDF-20CD-A6B6-73DA-008436606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075" y="1981200"/>
              <a:ext cx="309563" cy="2009775"/>
            </a:xfrm>
            <a:custGeom>
              <a:avLst/>
              <a:gdLst>
                <a:gd name="T0" fmla="*/ 2147483647 w 153"/>
                <a:gd name="T1" fmla="*/ 0 h 921"/>
                <a:gd name="T2" fmla="*/ 2147483647 w 153"/>
                <a:gd name="T3" fmla="*/ 2147483647 h 921"/>
                <a:gd name="T4" fmla="*/ 2147483647 w 153"/>
                <a:gd name="T5" fmla="*/ 2147483647 h 921"/>
                <a:gd name="T6" fmla="*/ 2147483647 w 153"/>
                <a:gd name="T7" fmla="*/ 2147483647 h 921"/>
                <a:gd name="T8" fmla="*/ 0 w 153"/>
                <a:gd name="T9" fmla="*/ 2147483647 h 9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"/>
                <a:gd name="T16" fmla="*/ 0 h 921"/>
                <a:gd name="T17" fmla="*/ 153 w 153"/>
                <a:gd name="T18" fmla="*/ 921 h 9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" h="921">
                  <a:moveTo>
                    <a:pt x="36" y="0"/>
                  </a:moveTo>
                  <a:cubicBezTo>
                    <a:pt x="78" y="108"/>
                    <a:pt x="121" y="217"/>
                    <a:pt x="137" y="320"/>
                  </a:cubicBezTo>
                  <a:cubicBezTo>
                    <a:pt x="153" y="423"/>
                    <a:pt x="140" y="543"/>
                    <a:pt x="131" y="618"/>
                  </a:cubicBezTo>
                  <a:cubicBezTo>
                    <a:pt x="122" y="693"/>
                    <a:pt x="105" y="722"/>
                    <a:pt x="83" y="772"/>
                  </a:cubicBezTo>
                  <a:cubicBezTo>
                    <a:pt x="61" y="822"/>
                    <a:pt x="16" y="891"/>
                    <a:pt x="0" y="921"/>
                  </a:cubicBezTo>
                </a:path>
              </a:pathLst>
            </a:custGeom>
            <a:noFill/>
            <a:ln w="9525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4" name="Freeform 122">
              <a:extLst>
                <a:ext uri="{FF2B5EF4-FFF2-40B4-BE49-F238E27FC236}">
                  <a16:creationId xmlns:a16="http://schemas.microsoft.com/office/drawing/2014/main" id="{532F617C-AC55-4483-F57C-D4416B7C2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4713" y="2555875"/>
              <a:ext cx="111125" cy="792163"/>
            </a:xfrm>
            <a:custGeom>
              <a:avLst/>
              <a:gdLst>
                <a:gd name="T0" fmla="*/ 2147483647 w 153"/>
                <a:gd name="T1" fmla="*/ 0 h 921"/>
                <a:gd name="T2" fmla="*/ 2147483647 w 153"/>
                <a:gd name="T3" fmla="*/ 2147483647 h 921"/>
                <a:gd name="T4" fmla="*/ 2147483647 w 153"/>
                <a:gd name="T5" fmla="*/ 2147483647 h 921"/>
                <a:gd name="T6" fmla="*/ 2147483647 w 153"/>
                <a:gd name="T7" fmla="*/ 2147483647 h 921"/>
                <a:gd name="T8" fmla="*/ 0 w 153"/>
                <a:gd name="T9" fmla="*/ 2147483647 h 9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"/>
                <a:gd name="T16" fmla="*/ 0 h 921"/>
                <a:gd name="T17" fmla="*/ 153 w 153"/>
                <a:gd name="T18" fmla="*/ 921 h 9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" h="921">
                  <a:moveTo>
                    <a:pt x="36" y="0"/>
                  </a:moveTo>
                  <a:cubicBezTo>
                    <a:pt x="78" y="108"/>
                    <a:pt x="121" y="217"/>
                    <a:pt x="137" y="320"/>
                  </a:cubicBezTo>
                  <a:cubicBezTo>
                    <a:pt x="153" y="423"/>
                    <a:pt x="140" y="543"/>
                    <a:pt x="131" y="618"/>
                  </a:cubicBezTo>
                  <a:cubicBezTo>
                    <a:pt x="122" y="693"/>
                    <a:pt x="105" y="722"/>
                    <a:pt x="83" y="772"/>
                  </a:cubicBezTo>
                  <a:cubicBezTo>
                    <a:pt x="61" y="822"/>
                    <a:pt x="16" y="891"/>
                    <a:pt x="0" y="921"/>
                  </a:cubicBezTo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8CF8905B-5F00-C3AB-2468-EBDA8B07294E}"/>
              </a:ext>
            </a:extLst>
          </p:cNvPr>
          <p:cNvSpPr txBox="1"/>
          <p:nvPr/>
        </p:nvSpPr>
        <p:spPr>
          <a:xfrm>
            <a:off x="2962743" y="1229656"/>
            <a:ext cx="22079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headend</a:t>
            </a:r>
            <a:endParaRPr lang="en-GB" sz="1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B089901-B70E-72F3-23A1-1A828397BE5D}"/>
              </a:ext>
            </a:extLst>
          </p:cNvPr>
          <p:cNvSpPr txBox="1"/>
          <p:nvPr/>
        </p:nvSpPr>
        <p:spPr>
          <a:xfrm>
            <a:off x="5009415" y="6054461"/>
            <a:ext cx="2207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/>
              <a:t>End user premises</a:t>
            </a:r>
            <a:endParaRPr lang="en-GB" sz="1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885D855-8E2D-C6CD-7563-360B7F3B211C}"/>
              </a:ext>
            </a:extLst>
          </p:cNvPr>
          <p:cNvSpPr txBox="1"/>
          <p:nvPr/>
        </p:nvSpPr>
        <p:spPr>
          <a:xfrm>
            <a:off x="5565443" y="4921072"/>
            <a:ext cx="22079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modem/router</a:t>
            </a:r>
            <a:endParaRPr lang="en-GB" sz="1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DC613C-6AF9-6E77-5BAF-DAAF3E46C4E8}"/>
              </a:ext>
            </a:extLst>
          </p:cNvPr>
          <p:cNvSpPr txBox="1"/>
          <p:nvPr/>
        </p:nvSpPr>
        <p:spPr>
          <a:xfrm>
            <a:off x="3622708" y="1824653"/>
            <a:ext cx="17564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distribution network </a:t>
            </a:r>
            <a:endParaRPr lang="en-GB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A2F2FCA-024C-D72A-573E-7C38192491ED}"/>
              </a:ext>
            </a:extLst>
          </p:cNvPr>
          <p:cNvSpPr txBox="1"/>
          <p:nvPr/>
        </p:nvSpPr>
        <p:spPr>
          <a:xfrm>
            <a:off x="2118881" y="3917016"/>
            <a:ext cx="7747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/>
              <a:t>WWW</a:t>
            </a:r>
            <a:endParaRPr lang="en-GB" sz="1400" dirty="0"/>
          </a:p>
        </p:txBody>
      </p:sp>
      <p:sp>
        <p:nvSpPr>
          <p:cNvPr id="77" name="Up-Down Arrow 67">
            <a:extLst>
              <a:ext uri="{FF2B5EF4-FFF2-40B4-BE49-F238E27FC236}">
                <a16:creationId xmlns:a16="http://schemas.microsoft.com/office/drawing/2014/main" id="{56816A2E-7841-E97D-BE71-0AB4F8183842}"/>
              </a:ext>
            </a:extLst>
          </p:cNvPr>
          <p:cNvSpPr/>
          <p:nvPr/>
        </p:nvSpPr>
        <p:spPr bwMode="auto">
          <a:xfrm rot="15669992">
            <a:off x="5403743" y="2334527"/>
            <a:ext cx="300833" cy="1296161"/>
          </a:xfrm>
          <a:prstGeom prst="upDownArrow">
            <a:avLst>
              <a:gd name="adj1" fmla="val 50000"/>
              <a:gd name="adj2" fmla="val 100497"/>
            </a:avLst>
          </a:prstGeom>
          <a:solidFill>
            <a:srgbClr val="E3CAC1"/>
          </a:solidFill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8" name="Up-Down Arrow 67">
            <a:extLst>
              <a:ext uri="{FF2B5EF4-FFF2-40B4-BE49-F238E27FC236}">
                <a16:creationId xmlns:a16="http://schemas.microsoft.com/office/drawing/2014/main" id="{D1CC3BB3-038E-9127-B910-48B28A65BB6C}"/>
              </a:ext>
            </a:extLst>
          </p:cNvPr>
          <p:cNvSpPr/>
          <p:nvPr/>
        </p:nvSpPr>
        <p:spPr bwMode="auto">
          <a:xfrm>
            <a:off x="4362084" y="3825516"/>
            <a:ext cx="300833" cy="1296161"/>
          </a:xfrm>
          <a:prstGeom prst="upDownArrow">
            <a:avLst>
              <a:gd name="adj1" fmla="val 50000"/>
              <a:gd name="adj2" fmla="val 100497"/>
            </a:avLst>
          </a:prstGeom>
          <a:solidFill>
            <a:srgbClr val="E3CAC1"/>
          </a:solidFill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9" name="Up-Down Arrow 67">
            <a:extLst>
              <a:ext uri="{FF2B5EF4-FFF2-40B4-BE49-F238E27FC236}">
                <a16:creationId xmlns:a16="http://schemas.microsoft.com/office/drawing/2014/main" id="{C1EF9B10-96EC-6FA1-ABC7-6B110AE79317}"/>
              </a:ext>
            </a:extLst>
          </p:cNvPr>
          <p:cNvSpPr/>
          <p:nvPr/>
        </p:nvSpPr>
        <p:spPr bwMode="auto">
          <a:xfrm rot="18155330">
            <a:off x="5647356" y="3237805"/>
            <a:ext cx="300833" cy="1781276"/>
          </a:xfrm>
          <a:prstGeom prst="upDownArrow">
            <a:avLst>
              <a:gd name="adj1" fmla="val 50000"/>
              <a:gd name="adj2" fmla="val 100497"/>
            </a:avLst>
          </a:prstGeom>
          <a:solidFill>
            <a:srgbClr val="E3CAC1"/>
          </a:solidFill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3DC9F6-D0D9-F08D-8567-8404A38F94E6}"/>
              </a:ext>
            </a:extLst>
          </p:cNvPr>
          <p:cNvSpPr txBox="1"/>
          <p:nvPr/>
        </p:nvSpPr>
        <p:spPr>
          <a:xfrm>
            <a:off x="5509080" y="3468406"/>
            <a:ext cx="1224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edge network </a:t>
            </a:r>
            <a:endParaRPr lang="en-GB" sz="1200" dirty="0"/>
          </a:p>
        </p:txBody>
      </p:sp>
      <p:sp>
        <p:nvSpPr>
          <p:cNvPr id="82" name="Arrow: Up 81">
            <a:extLst>
              <a:ext uri="{FF2B5EF4-FFF2-40B4-BE49-F238E27FC236}">
                <a16:creationId xmlns:a16="http://schemas.microsoft.com/office/drawing/2014/main" id="{B6189922-6AF9-0159-61DB-778128B15747}"/>
              </a:ext>
            </a:extLst>
          </p:cNvPr>
          <p:cNvSpPr/>
          <p:nvPr/>
        </p:nvSpPr>
        <p:spPr bwMode="auto">
          <a:xfrm>
            <a:off x="528853" y="2969378"/>
            <a:ext cx="512102" cy="1962161"/>
          </a:xfrm>
          <a:prstGeom prst="upArrow">
            <a:avLst>
              <a:gd name="adj1" fmla="val 50000"/>
              <a:gd name="adj2" fmla="val 61767"/>
            </a:avLst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5E3CBDF-224C-947E-1ABE-8726CC8F3A05}"/>
              </a:ext>
            </a:extLst>
          </p:cNvPr>
          <p:cNvSpPr txBox="1"/>
          <p:nvPr/>
        </p:nvSpPr>
        <p:spPr>
          <a:xfrm>
            <a:off x="861414" y="3278158"/>
            <a:ext cx="1580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ingest or other content acquisition</a:t>
            </a:r>
            <a:endParaRPr lang="en-GB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DB48601-D3A0-BA0B-4B55-8B013583746D}"/>
              </a:ext>
            </a:extLst>
          </p:cNvPr>
          <p:cNvSpPr txBox="1"/>
          <p:nvPr/>
        </p:nvSpPr>
        <p:spPr>
          <a:xfrm>
            <a:off x="6113382" y="495762"/>
            <a:ext cx="12181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e.g. - </a:t>
            </a:r>
          </a:p>
          <a:p>
            <a:r>
              <a:rPr lang="en-GB" sz="1200"/>
              <a:t>Terrestrial</a:t>
            </a:r>
          </a:p>
          <a:p>
            <a:r>
              <a:rPr lang="en-GB" sz="1200"/>
              <a:t>Cable</a:t>
            </a:r>
          </a:p>
          <a:p>
            <a:r>
              <a:rPr lang="en-GB" sz="1200"/>
              <a:t>Satellite</a:t>
            </a:r>
          </a:p>
          <a:p>
            <a:r>
              <a:rPr lang="en-GB" sz="1200"/>
              <a:t>IPTV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21544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5419551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6000" b="1" dirty="0"/>
              <a:t>Digital Terrestrial </a:t>
            </a:r>
          </a:p>
          <a:p>
            <a:r>
              <a:rPr lang="en-GB" sz="6000" b="1" dirty="0"/>
              <a:t>TV </a:t>
            </a:r>
          </a:p>
          <a:p>
            <a:r>
              <a:rPr lang="en-GB" sz="6000" b="1" dirty="0"/>
              <a:t>(DTTV, </a:t>
            </a:r>
          </a:p>
          <a:p>
            <a:r>
              <a:rPr lang="en-GB" sz="6000" b="1" dirty="0"/>
              <a:t>e.g. </a:t>
            </a:r>
          </a:p>
          <a:p>
            <a:r>
              <a:rPr lang="en-GB" sz="6000" b="1" dirty="0"/>
              <a:t>Freeview)</a:t>
            </a:r>
          </a:p>
        </p:txBody>
      </p:sp>
      <p:pic>
        <p:nvPicPr>
          <p:cNvPr id="55" name="Picture 8" descr="http://cdn.recombu.com/digital/1.91/images/news/M10191/191_w67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65306" y="3495636"/>
            <a:ext cx="4478694" cy="3362363"/>
          </a:xfrm>
          <a:prstGeom prst="rect">
            <a:avLst/>
          </a:prstGeom>
          <a:noFill/>
        </p:spPr>
      </p:pic>
      <p:pic>
        <p:nvPicPr>
          <p:cNvPr id="56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0335" y="-1"/>
            <a:ext cx="3433665" cy="3521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41783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1000" y="4700588"/>
            <a:ext cx="8642350" cy="1716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381000" y="378768"/>
            <a:ext cx="65646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Digital Terrestrial TV (DTTV, e.g. Freeview)</a:t>
            </a:r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 rot="5400000">
            <a:off x="4468019" y="2596356"/>
            <a:ext cx="352425" cy="6481763"/>
            <a:chOff x="5346" y="341"/>
            <a:chExt cx="222" cy="3690"/>
          </a:xfrm>
        </p:grpSpPr>
        <p:sp>
          <p:nvSpPr>
            <p:cNvPr id="12340" name="Freeform 5"/>
            <p:cNvSpPr>
              <a:spLocks/>
            </p:cNvSpPr>
            <p:nvPr/>
          </p:nvSpPr>
          <p:spPr bwMode="auto">
            <a:xfrm>
              <a:off x="5349" y="638"/>
              <a:ext cx="219" cy="3393"/>
            </a:xfrm>
            <a:custGeom>
              <a:avLst/>
              <a:gdLst>
                <a:gd name="T0" fmla="*/ 0 w 219"/>
                <a:gd name="T1" fmla="*/ 0 h 3393"/>
                <a:gd name="T2" fmla="*/ 207 w 219"/>
                <a:gd name="T3" fmla="*/ 49 h 3393"/>
                <a:gd name="T4" fmla="*/ 9 w 219"/>
                <a:gd name="T5" fmla="*/ 100 h 3393"/>
                <a:gd name="T6" fmla="*/ 207 w 219"/>
                <a:gd name="T7" fmla="*/ 153 h 3393"/>
                <a:gd name="T8" fmla="*/ 9 w 219"/>
                <a:gd name="T9" fmla="*/ 205 h 3393"/>
                <a:gd name="T10" fmla="*/ 207 w 219"/>
                <a:gd name="T11" fmla="*/ 284 h 3393"/>
                <a:gd name="T12" fmla="*/ 9 w 219"/>
                <a:gd name="T13" fmla="*/ 362 h 3393"/>
                <a:gd name="T14" fmla="*/ 212 w 219"/>
                <a:gd name="T15" fmla="*/ 441 h 3393"/>
                <a:gd name="T16" fmla="*/ 9 w 219"/>
                <a:gd name="T17" fmla="*/ 544 h 3393"/>
                <a:gd name="T18" fmla="*/ 205 w 219"/>
                <a:gd name="T19" fmla="*/ 656 h 3393"/>
                <a:gd name="T20" fmla="*/ 37 w 219"/>
                <a:gd name="T21" fmla="*/ 806 h 3393"/>
                <a:gd name="T22" fmla="*/ 205 w 219"/>
                <a:gd name="T23" fmla="*/ 954 h 3393"/>
                <a:gd name="T24" fmla="*/ 37 w 219"/>
                <a:gd name="T25" fmla="*/ 1094 h 3393"/>
                <a:gd name="T26" fmla="*/ 219 w 219"/>
                <a:gd name="T27" fmla="*/ 1231 h 3393"/>
                <a:gd name="T28" fmla="*/ 37 w 219"/>
                <a:gd name="T29" fmla="*/ 1355 h 3393"/>
                <a:gd name="T30" fmla="*/ 207 w 219"/>
                <a:gd name="T31" fmla="*/ 1486 h 3393"/>
                <a:gd name="T32" fmla="*/ 37 w 219"/>
                <a:gd name="T33" fmla="*/ 1668 h 3393"/>
                <a:gd name="T34" fmla="*/ 179 w 219"/>
                <a:gd name="T35" fmla="*/ 1825 h 3393"/>
                <a:gd name="T36" fmla="*/ 9 w 219"/>
                <a:gd name="T37" fmla="*/ 2034 h 3393"/>
                <a:gd name="T38" fmla="*/ 207 w 219"/>
                <a:gd name="T39" fmla="*/ 2269 h 3393"/>
                <a:gd name="T40" fmla="*/ 9 w 219"/>
                <a:gd name="T41" fmla="*/ 2557 h 3393"/>
                <a:gd name="T42" fmla="*/ 179 w 219"/>
                <a:gd name="T43" fmla="*/ 2845 h 3393"/>
                <a:gd name="T44" fmla="*/ 37 w 219"/>
                <a:gd name="T45" fmla="*/ 3185 h 3393"/>
                <a:gd name="T46" fmla="*/ 207 w 219"/>
                <a:gd name="T47" fmla="*/ 3393 h 33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19"/>
                <a:gd name="T73" fmla="*/ 0 h 3393"/>
                <a:gd name="T74" fmla="*/ 219 w 219"/>
                <a:gd name="T75" fmla="*/ 3393 h 339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19" h="3393">
                  <a:moveTo>
                    <a:pt x="0" y="0"/>
                  </a:moveTo>
                  <a:cubicBezTo>
                    <a:pt x="35" y="8"/>
                    <a:pt x="205" y="32"/>
                    <a:pt x="207" y="49"/>
                  </a:cubicBezTo>
                  <a:cubicBezTo>
                    <a:pt x="209" y="66"/>
                    <a:pt x="9" y="83"/>
                    <a:pt x="9" y="100"/>
                  </a:cubicBezTo>
                  <a:cubicBezTo>
                    <a:pt x="9" y="118"/>
                    <a:pt x="207" y="135"/>
                    <a:pt x="207" y="153"/>
                  </a:cubicBezTo>
                  <a:cubicBezTo>
                    <a:pt x="207" y="170"/>
                    <a:pt x="9" y="183"/>
                    <a:pt x="9" y="205"/>
                  </a:cubicBezTo>
                  <a:cubicBezTo>
                    <a:pt x="9" y="227"/>
                    <a:pt x="207" y="258"/>
                    <a:pt x="207" y="284"/>
                  </a:cubicBezTo>
                  <a:cubicBezTo>
                    <a:pt x="207" y="309"/>
                    <a:pt x="8" y="336"/>
                    <a:pt x="9" y="362"/>
                  </a:cubicBezTo>
                  <a:cubicBezTo>
                    <a:pt x="10" y="388"/>
                    <a:pt x="212" y="411"/>
                    <a:pt x="212" y="441"/>
                  </a:cubicBezTo>
                  <a:cubicBezTo>
                    <a:pt x="212" y="472"/>
                    <a:pt x="10" y="509"/>
                    <a:pt x="9" y="544"/>
                  </a:cubicBezTo>
                  <a:cubicBezTo>
                    <a:pt x="8" y="580"/>
                    <a:pt x="200" y="613"/>
                    <a:pt x="205" y="656"/>
                  </a:cubicBezTo>
                  <a:cubicBezTo>
                    <a:pt x="210" y="699"/>
                    <a:pt x="37" y="757"/>
                    <a:pt x="37" y="806"/>
                  </a:cubicBezTo>
                  <a:cubicBezTo>
                    <a:pt x="37" y="856"/>
                    <a:pt x="205" y="906"/>
                    <a:pt x="205" y="954"/>
                  </a:cubicBezTo>
                  <a:cubicBezTo>
                    <a:pt x="205" y="1002"/>
                    <a:pt x="35" y="1048"/>
                    <a:pt x="37" y="1094"/>
                  </a:cubicBezTo>
                  <a:cubicBezTo>
                    <a:pt x="39" y="1140"/>
                    <a:pt x="219" y="1188"/>
                    <a:pt x="219" y="1231"/>
                  </a:cubicBezTo>
                  <a:cubicBezTo>
                    <a:pt x="219" y="1275"/>
                    <a:pt x="39" y="1312"/>
                    <a:pt x="37" y="1355"/>
                  </a:cubicBezTo>
                  <a:cubicBezTo>
                    <a:pt x="35" y="1397"/>
                    <a:pt x="207" y="1433"/>
                    <a:pt x="207" y="1486"/>
                  </a:cubicBezTo>
                  <a:cubicBezTo>
                    <a:pt x="207" y="1538"/>
                    <a:pt x="42" y="1612"/>
                    <a:pt x="37" y="1668"/>
                  </a:cubicBezTo>
                  <a:cubicBezTo>
                    <a:pt x="32" y="1724"/>
                    <a:pt x="184" y="1764"/>
                    <a:pt x="179" y="1825"/>
                  </a:cubicBezTo>
                  <a:cubicBezTo>
                    <a:pt x="174" y="1886"/>
                    <a:pt x="4" y="1960"/>
                    <a:pt x="9" y="2034"/>
                  </a:cubicBezTo>
                  <a:cubicBezTo>
                    <a:pt x="14" y="2108"/>
                    <a:pt x="207" y="2183"/>
                    <a:pt x="207" y="2269"/>
                  </a:cubicBezTo>
                  <a:cubicBezTo>
                    <a:pt x="207" y="2356"/>
                    <a:pt x="14" y="2461"/>
                    <a:pt x="9" y="2557"/>
                  </a:cubicBezTo>
                  <a:cubicBezTo>
                    <a:pt x="4" y="2653"/>
                    <a:pt x="174" y="2740"/>
                    <a:pt x="179" y="2845"/>
                  </a:cubicBezTo>
                  <a:cubicBezTo>
                    <a:pt x="184" y="2949"/>
                    <a:pt x="32" y="3093"/>
                    <a:pt x="37" y="3185"/>
                  </a:cubicBezTo>
                  <a:cubicBezTo>
                    <a:pt x="42" y="3276"/>
                    <a:pt x="124" y="3334"/>
                    <a:pt x="207" y="3393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41" name="Freeform 6"/>
            <p:cNvSpPr>
              <a:spLocks/>
            </p:cNvSpPr>
            <p:nvPr/>
          </p:nvSpPr>
          <p:spPr bwMode="auto">
            <a:xfrm>
              <a:off x="5346" y="341"/>
              <a:ext cx="208" cy="297"/>
            </a:xfrm>
            <a:custGeom>
              <a:avLst/>
              <a:gdLst>
                <a:gd name="T0" fmla="*/ 30 w 208"/>
                <a:gd name="T1" fmla="*/ 297 h 297"/>
                <a:gd name="T2" fmla="*/ 200 w 208"/>
                <a:gd name="T3" fmla="*/ 260 h 297"/>
                <a:gd name="T4" fmla="*/ 25 w 208"/>
                <a:gd name="T5" fmla="*/ 235 h 297"/>
                <a:gd name="T6" fmla="*/ 208 w 208"/>
                <a:gd name="T7" fmla="*/ 194 h 297"/>
                <a:gd name="T8" fmla="*/ 25 w 208"/>
                <a:gd name="T9" fmla="*/ 180 h 297"/>
                <a:gd name="T10" fmla="*/ 200 w 208"/>
                <a:gd name="T11" fmla="*/ 146 h 297"/>
                <a:gd name="T12" fmla="*/ 4 w 208"/>
                <a:gd name="T13" fmla="*/ 146 h 297"/>
                <a:gd name="T14" fmla="*/ 200 w 208"/>
                <a:gd name="T15" fmla="*/ 118 h 297"/>
                <a:gd name="T16" fmla="*/ 4 w 208"/>
                <a:gd name="T17" fmla="*/ 118 h 297"/>
                <a:gd name="T18" fmla="*/ 200 w 208"/>
                <a:gd name="T19" fmla="*/ 90 h 297"/>
                <a:gd name="T20" fmla="*/ 4 w 208"/>
                <a:gd name="T21" fmla="*/ 90 h 297"/>
                <a:gd name="T22" fmla="*/ 176 w 208"/>
                <a:gd name="T23" fmla="*/ 61 h 297"/>
                <a:gd name="T24" fmla="*/ 4 w 208"/>
                <a:gd name="T25" fmla="*/ 61 h 297"/>
                <a:gd name="T26" fmla="*/ 200 w 208"/>
                <a:gd name="T27" fmla="*/ 61 h 297"/>
                <a:gd name="T28" fmla="*/ 4 w 208"/>
                <a:gd name="T29" fmla="*/ 61 h 297"/>
                <a:gd name="T30" fmla="*/ 200 w 208"/>
                <a:gd name="T31" fmla="*/ 33 h 297"/>
                <a:gd name="T32" fmla="*/ 28 w 208"/>
                <a:gd name="T33" fmla="*/ 33 h 297"/>
                <a:gd name="T34" fmla="*/ 200 w 208"/>
                <a:gd name="T35" fmla="*/ 5 h 297"/>
                <a:gd name="T36" fmla="*/ 4 w 208"/>
                <a:gd name="T37" fmla="*/ 5 h 29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08"/>
                <a:gd name="T58" fmla="*/ 0 h 297"/>
                <a:gd name="T59" fmla="*/ 208 w 208"/>
                <a:gd name="T60" fmla="*/ 297 h 29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08" h="297">
                  <a:moveTo>
                    <a:pt x="30" y="297"/>
                  </a:moveTo>
                  <a:cubicBezTo>
                    <a:pt x="60" y="291"/>
                    <a:pt x="201" y="270"/>
                    <a:pt x="200" y="260"/>
                  </a:cubicBezTo>
                  <a:cubicBezTo>
                    <a:pt x="199" y="250"/>
                    <a:pt x="23" y="246"/>
                    <a:pt x="25" y="235"/>
                  </a:cubicBezTo>
                  <a:cubicBezTo>
                    <a:pt x="27" y="224"/>
                    <a:pt x="208" y="203"/>
                    <a:pt x="208" y="194"/>
                  </a:cubicBezTo>
                  <a:cubicBezTo>
                    <a:pt x="208" y="185"/>
                    <a:pt x="27" y="188"/>
                    <a:pt x="25" y="180"/>
                  </a:cubicBezTo>
                  <a:cubicBezTo>
                    <a:pt x="23" y="172"/>
                    <a:pt x="204" y="152"/>
                    <a:pt x="200" y="146"/>
                  </a:cubicBezTo>
                  <a:cubicBezTo>
                    <a:pt x="197" y="140"/>
                    <a:pt x="4" y="151"/>
                    <a:pt x="4" y="146"/>
                  </a:cubicBezTo>
                  <a:cubicBezTo>
                    <a:pt x="4" y="141"/>
                    <a:pt x="200" y="123"/>
                    <a:pt x="200" y="118"/>
                  </a:cubicBezTo>
                  <a:cubicBezTo>
                    <a:pt x="200" y="113"/>
                    <a:pt x="4" y="123"/>
                    <a:pt x="4" y="118"/>
                  </a:cubicBezTo>
                  <a:cubicBezTo>
                    <a:pt x="4" y="113"/>
                    <a:pt x="200" y="95"/>
                    <a:pt x="200" y="90"/>
                  </a:cubicBezTo>
                  <a:cubicBezTo>
                    <a:pt x="200" y="85"/>
                    <a:pt x="9" y="95"/>
                    <a:pt x="4" y="90"/>
                  </a:cubicBezTo>
                  <a:cubicBezTo>
                    <a:pt x="0" y="85"/>
                    <a:pt x="176" y="66"/>
                    <a:pt x="176" y="61"/>
                  </a:cubicBezTo>
                  <a:cubicBezTo>
                    <a:pt x="176" y="56"/>
                    <a:pt x="0" y="61"/>
                    <a:pt x="4" y="61"/>
                  </a:cubicBezTo>
                  <a:cubicBezTo>
                    <a:pt x="9" y="61"/>
                    <a:pt x="200" y="61"/>
                    <a:pt x="200" y="61"/>
                  </a:cubicBezTo>
                  <a:cubicBezTo>
                    <a:pt x="200" y="61"/>
                    <a:pt x="4" y="66"/>
                    <a:pt x="4" y="61"/>
                  </a:cubicBezTo>
                  <a:cubicBezTo>
                    <a:pt x="4" y="56"/>
                    <a:pt x="196" y="38"/>
                    <a:pt x="200" y="33"/>
                  </a:cubicBezTo>
                  <a:cubicBezTo>
                    <a:pt x="205" y="28"/>
                    <a:pt x="28" y="38"/>
                    <a:pt x="28" y="33"/>
                  </a:cubicBezTo>
                  <a:cubicBezTo>
                    <a:pt x="28" y="28"/>
                    <a:pt x="205" y="10"/>
                    <a:pt x="200" y="5"/>
                  </a:cubicBezTo>
                  <a:cubicBezTo>
                    <a:pt x="196" y="0"/>
                    <a:pt x="33" y="5"/>
                    <a:pt x="4" y="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293" name="Rectangle 7"/>
          <p:cNvSpPr>
            <a:spLocks noChangeArrowheads="1"/>
          </p:cNvSpPr>
          <p:nvPr/>
        </p:nvSpPr>
        <p:spPr bwMode="auto">
          <a:xfrm>
            <a:off x="433388" y="5732463"/>
            <a:ext cx="10175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/>
              <a:t>475MHz</a:t>
            </a:r>
          </a:p>
        </p:txBody>
      </p:sp>
      <p:sp>
        <p:nvSpPr>
          <p:cNvPr id="12294" name="Rectangle 8"/>
          <p:cNvSpPr>
            <a:spLocks noChangeArrowheads="1"/>
          </p:cNvSpPr>
          <p:nvPr/>
        </p:nvSpPr>
        <p:spPr bwMode="auto">
          <a:xfrm>
            <a:off x="7885113" y="5732463"/>
            <a:ext cx="10175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/>
              <a:t>850MHz</a:t>
            </a:r>
          </a:p>
        </p:txBody>
      </p:sp>
      <p:sp>
        <p:nvSpPr>
          <p:cNvPr id="12295" name="Freeform 9"/>
          <p:cNvSpPr>
            <a:spLocks/>
          </p:cNvSpPr>
          <p:nvPr/>
        </p:nvSpPr>
        <p:spPr bwMode="auto">
          <a:xfrm>
            <a:off x="4569558" y="1905469"/>
            <a:ext cx="3848100" cy="1143000"/>
          </a:xfrm>
          <a:custGeom>
            <a:avLst/>
            <a:gdLst>
              <a:gd name="T0" fmla="*/ 2147483647 w 2424"/>
              <a:gd name="T1" fmla="*/ 2147483647 h 720"/>
              <a:gd name="T2" fmla="*/ 2147483647 w 2424"/>
              <a:gd name="T3" fmla="*/ 2147483647 h 720"/>
              <a:gd name="T4" fmla="*/ 2147483647 w 2424"/>
              <a:gd name="T5" fmla="*/ 2147483647 h 720"/>
              <a:gd name="T6" fmla="*/ 0 w 2424"/>
              <a:gd name="T7" fmla="*/ 0 h 720"/>
              <a:gd name="T8" fmla="*/ 2147483647 w 2424"/>
              <a:gd name="T9" fmla="*/ 2147483647 h 7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4"/>
              <a:gd name="T16" fmla="*/ 0 h 720"/>
              <a:gd name="T17" fmla="*/ 2424 w 2424"/>
              <a:gd name="T18" fmla="*/ 720 h 7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4" h="720">
                <a:moveTo>
                  <a:pt x="1000" y="712"/>
                </a:moveTo>
                <a:lnTo>
                  <a:pt x="1520" y="720"/>
                </a:lnTo>
                <a:lnTo>
                  <a:pt x="2424" y="8"/>
                </a:lnTo>
                <a:lnTo>
                  <a:pt x="0" y="0"/>
                </a:lnTo>
                <a:lnTo>
                  <a:pt x="1000" y="712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6" name="Freeform 10"/>
          <p:cNvSpPr>
            <a:spLocks/>
          </p:cNvSpPr>
          <p:nvPr/>
        </p:nvSpPr>
        <p:spPr bwMode="auto">
          <a:xfrm>
            <a:off x="827088" y="3357563"/>
            <a:ext cx="7556500" cy="2087562"/>
          </a:xfrm>
          <a:custGeom>
            <a:avLst/>
            <a:gdLst>
              <a:gd name="T0" fmla="*/ 2147483647 w 4760"/>
              <a:gd name="T1" fmla="*/ 2147483647 h 1208"/>
              <a:gd name="T2" fmla="*/ 2147483647 w 4760"/>
              <a:gd name="T3" fmla="*/ 2147483647 h 1208"/>
              <a:gd name="T4" fmla="*/ 2147483647 w 4760"/>
              <a:gd name="T5" fmla="*/ 0 h 1208"/>
              <a:gd name="T6" fmla="*/ 0 w 4760"/>
              <a:gd name="T7" fmla="*/ 2147483647 h 1208"/>
              <a:gd name="T8" fmla="*/ 2147483647 w 4760"/>
              <a:gd name="T9" fmla="*/ 2147483647 h 12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60"/>
              <a:gd name="T16" fmla="*/ 0 h 1208"/>
              <a:gd name="T17" fmla="*/ 4760 w 4760"/>
              <a:gd name="T18" fmla="*/ 1208 h 12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60" h="1208">
                <a:moveTo>
                  <a:pt x="1680" y="1200"/>
                </a:moveTo>
                <a:lnTo>
                  <a:pt x="3016" y="1208"/>
                </a:lnTo>
                <a:lnTo>
                  <a:pt x="4760" y="0"/>
                </a:lnTo>
                <a:lnTo>
                  <a:pt x="0" y="11"/>
                </a:lnTo>
                <a:lnTo>
                  <a:pt x="1680" y="120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7" name="AutoShape 11"/>
          <p:cNvSpPr>
            <a:spLocks noChangeArrowheads="1"/>
          </p:cNvSpPr>
          <p:nvPr/>
        </p:nvSpPr>
        <p:spPr bwMode="auto">
          <a:xfrm flipV="1">
            <a:off x="34178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8" name="Line 12"/>
          <p:cNvSpPr>
            <a:spLocks noChangeShapeType="1"/>
          </p:cNvSpPr>
          <p:nvPr/>
        </p:nvSpPr>
        <p:spPr bwMode="auto">
          <a:xfrm flipV="1">
            <a:off x="4303713" y="2763838"/>
            <a:ext cx="0" cy="531812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9" name="Line 13"/>
          <p:cNvSpPr>
            <a:spLocks noChangeShapeType="1"/>
          </p:cNvSpPr>
          <p:nvPr/>
        </p:nvSpPr>
        <p:spPr bwMode="auto">
          <a:xfrm>
            <a:off x="979488" y="3294063"/>
            <a:ext cx="7734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0" name="AutoShape 14"/>
          <p:cNvSpPr>
            <a:spLocks noChangeArrowheads="1"/>
          </p:cNvSpPr>
          <p:nvPr/>
        </p:nvSpPr>
        <p:spPr bwMode="auto">
          <a:xfrm flipV="1">
            <a:off x="47005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1" name="AutoShape 15"/>
          <p:cNvSpPr>
            <a:spLocks noChangeArrowheads="1"/>
          </p:cNvSpPr>
          <p:nvPr/>
        </p:nvSpPr>
        <p:spPr bwMode="auto">
          <a:xfrm flipV="1">
            <a:off x="59705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2" name="AutoShape 16"/>
          <p:cNvSpPr>
            <a:spLocks noChangeArrowheads="1"/>
          </p:cNvSpPr>
          <p:nvPr/>
        </p:nvSpPr>
        <p:spPr bwMode="auto">
          <a:xfrm flipV="1">
            <a:off x="72405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3" name="AutoShape 17"/>
          <p:cNvSpPr>
            <a:spLocks noChangeArrowheads="1"/>
          </p:cNvSpPr>
          <p:nvPr/>
        </p:nvSpPr>
        <p:spPr bwMode="auto">
          <a:xfrm flipV="1">
            <a:off x="8524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4" name="AutoShape 18"/>
          <p:cNvSpPr>
            <a:spLocks noChangeArrowheads="1"/>
          </p:cNvSpPr>
          <p:nvPr/>
        </p:nvSpPr>
        <p:spPr bwMode="auto">
          <a:xfrm flipV="1">
            <a:off x="21351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5" name="AutoShape 19"/>
          <p:cNvSpPr>
            <a:spLocks noChangeArrowheads="1"/>
          </p:cNvSpPr>
          <p:nvPr/>
        </p:nvSpPr>
        <p:spPr bwMode="auto">
          <a:xfrm flipV="1">
            <a:off x="4506058" y="1003769"/>
            <a:ext cx="3954462" cy="847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6" name="Line 20"/>
          <p:cNvSpPr>
            <a:spLocks noChangeShapeType="1"/>
          </p:cNvSpPr>
          <p:nvPr/>
        </p:nvSpPr>
        <p:spPr bwMode="auto">
          <a:xfrm>
            <a:off x="1042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7" name="AutoShape 21"/>
          <p:cNvSpPr>
            <a:spLocks noChangeArrowheads="1"/>
          </p:cNvSpPr>
          <p:nvPr/>
        </p:nvSpPr>
        <p:spPr bwMode="auto">
          <a:xfrm flipV="1">
            <a:off x="6915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8" name="AutoShape 22"/>
          <p:cNvSpPr>
            <a:spLocks noChangeArrowheads="1"/>
          </p:cNvSpPr>
          <p:nvPr/>
        </p:nvSpPr>
        <p:spPr bwMode="auto">
          <a:xfrm flipV="1">
            <a:off x="5391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9" name="AutoShape 23"/>
          <p:cNvSpPr>
            <a:spLocks noChangeArrowheads="1"/>
          </p:cNvSpPr>
          <p:nvPr/>
        </p:nvSpPr>
        <p:spPr bwMode="auto">
          <a:xfrm flipV="1">
            <a:off x="3897313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0" name="AutoShape 24"/>
          <p:cNvSpPr>
            <a:spLocks noChangeArrowheads="1"/>
          </p:cNvSpPr>
          <p:nvPr/>
        </p:nvSpPr>
        <p:spPr bwMode="auto">
          <a:xfrm flipV="1">
            <a:off x="2317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1" name="AutoShape 25"/>
          <p:cNvSpPr>
            <a:spLocks noChangeArrowheads="1"/>
          </p:cNvSpPr>
          <p:nvPr/>
        </p:nvSpPr>
        <p:spPr bwMode="auto">
          <a:xfrm flipV="1">
            <a:off x="857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2" name="Line 26"/>
          <p:cNvSpPr>
            <a:spLocks noChangeShapeType="1"/>
          </p:cNvSpPr>
          <p:nvPr/>
        </p:nvSpPr>
        <p:spPr bwMode="auto">
          <a:xfrm>
            <a:off x="1797050" y="5503863"/>
            <a:ext cx="19002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13" name="AutoShape 27"/>
          <p:cNvSpPr>
            <a:spLocks noChangeArrowheads="1"/>
          </p:cNvSpPr>
          <p:nvPr/>
        </p:nvSpPr>
        <p:spPr bwMode="auto">
          <a:xfrm flipV="1">
            <a:off x="7669213" y="5248275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4" name="AutoShape 28"/>
          <p:cNvSpPr>
            <a:spLocks noChangeArrowheads="1"/>
          </p:cNvSpPr>
          <p:nvPr/>
        </p:nvSpPr>
        <p:spPr bwMode="auto">
          <a:xfrm flipV="1">
            <a:off x="6140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5" name="AutoShape 29"/>
          <p:cNvSpPr>
            <a:spLocks noChangeArrowheads="1"/>
          </p:cNvSpPr>
          <p:nvPr/>
        </p:nvSpPr>
        <p:spPr bwMode="auto">
          <a:xfrm flipV="1">
            <a:off x="4641850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6" name="AutoShape 30"/>
          <p:cNvSpPr>
            <a:spLocks noChangeArrowheads="1"/>
          </p:cNvSpPr>
          <p:nvPr/>
        </p:nvSpPr>
        <p:spPr bwMode="auto">
          <a:xfrm flipV="1">
            <a:off x="30670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7" name="AutoShape 31"/>
          <p:cNvSpPr>
            <a:spLocks noChangeArrowheads="1"/>
          </p:cNvSpPr>
          <p:nvPr/>
        </p:nvSpPr>
        <p:spPr bwMode="auto">
          <a:xfrm flipV="1">
            <a:off x="1606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8" name="Line 32"/>
          <p:cNvSpPr>
            <a:spLocks noChangeShapeType="1"/>
          </p:cNvSpPr>
          <p:nvPr/>
        </p:nvSpPr>
        <p:spPr bwMode="auto">
          <a:xfrm>
            <a:off x="1423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19" name="AutoShape 33"/>
          <p:cNvSpPr>
            <a:spLocks noChangeArrowheads="1"/>
          </p:cNvSpPr>
          <p:nvPr/>
        </p:nvSpPr>
        <p:spPr bwMode="auto">
          <a:xfrm flipV="1">
            <a:off x="7296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0" name="AutoShape 34"/>
          <p:cNvSpPr>
            <a:spLocks noChangeArrowheads="1"/>
          </p:cNvSpPr>
          <p:nvPr/>
        </p:nvSpPr>
        <p:spPr bwMode="auto">
          <a:xfrm flipV="1">
            <a:off x="5772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1" name="AutoShape 35"/>
          <p:cNvSpPr>
            <a:spLocks noChangeArrowheads="1"/>
          </p:cNvSpPr>
          <p:nvPr/>
        </p:nvSpPr>
        <p:spPr bwMode="auto">
          <a:xfrm flipV="1">
            <a:off x="42735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2" name="AutoShape 36"/>
          <p:cNvSpPr>
            <a:spLocks noChangeArrowheads="1"/>
          </p:cNvSpPr>
          <p:nvPr/>
        </p:nvSpPr>
        <p:spPr bwMode="auto">
          <a:xfrm flipV="1">
            <a:off x="2698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3" name="AutoShape 37"/>
          <p:cNvSpPr>
            <a:spLocks noChangeArrowheads="1"/>
          </p:cNvSpPr>
          <p:nvPr/>
        </p:nvSpPr>
        <p:spPr bwMode="auto">
          <a:xfrm flipV="1">
            <a:off x="1238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4" name="Line 38"/>
          <p:cNvSpPr>
            <a:spLocks noChangeShapeType="1"/>
          </p:cNvSpPr>
          <p:nvPr/>
        </p:nvSpPr>
        <p:spPr bwMode="auto">
          <a:xfrm>
            <a:off x="3276600" y="5507038"/>
            <a:ext cx="5040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25" name="AutoShape 39"/>
          <p:cNvSpPr>
            <a:spLocks noChangeArrowheads="1"/>
          </p:cNvSpPr>
          <p:nvPr/>
        </p:nvSpPr>
        <p:spPr bwMode="auto">
          <a:xfrm flipV="1">
            <a:off x="8045450" y="525303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6" name="AutoShape 40"/>
          <p:cNvSpPr>
            <a:spLocks noChangeArrowheads="1"/>
          </p:cNvSpPr>
          <p:nvPr/>
        </p:nvSpPr>
        <p:spPr bwMode="auto">
          <a:xfrm flipV="1">
            <a:off x="6521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7" name="AutoShape 41"/>
          <p:cNvSpPr>
            <a:spLocks noChangeArrowheads="1"/>
          </p:cNvSpPr>
          <p:nvPr/>
        </p:nvSpPr>
        <p:spPr bwMode="auto">
          <a:xfrm flipV="1">
            <a:off x="50228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8" name="AutoShape 42"/>
          <p:cNvSpPr>
            <a:spLocks noChangeArrowheads="1"/>
          </p:cNvSpPr>
          <p:nvPr/>
        </p:nvSpPr>
        <p:spPr bwMode="auto">
          <a:xfrm flipV="1">
            <a:off x="3443288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9" name="AutoShape 43"/>
          <p:cNvSpPr>
            <a:spLocks noChangeArrowheads="1"/>
          </p:cNvSpPr>
          <p:nvPr/>
        </p:nvSpPr>
        <p:spPr bwMode="auto">
          <a:xfrm flipV="1">
            <a:off x="1987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35" name="Text Box 49"/>
          <p:cNvSpPr txBox="1">
            <a:spLocks noChangeArrowheads="1"/>
          </p:cNvSpPr>
          <p:nvPr/>
        </p:nvSpPr>
        <p:spPr bwMode="auto">
          <a:xfrm>
            <a:off x="684213" y="4868863"/>
            <a:ext cx="582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/>
              <a:t>Ch21</a:t>
            </a:r>
          </a:p>
        </p:txBody>
      </p:sp>
      <p:sp>
        <p:nvSpPr>
          <p:cNvPr id="12336" name="Text Box 50"/>
          <p:cNvSpPr txBox="1">
            <a:spLocks noChangeArrowheads="1"/>
          </p:cNvSpPr>
          <p:nvPr/>
        </p:nvSpPr>
        <p:spPr bwMode="auto">
          <a:xfrm>
            <a:off x="7885113" y="4868863"/>
            <a:ext cx="582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/>
              <a:t>Ch68</a:t>
            </a:r>
          </a:p>
        </p:txBody>
      </p:sp>
      <p:sp>
        <p:nvSpPr>
          <p:cNvPr id="12337" name="Line 51"/>
          <p:cNvSpPr>
            <a:spLocks noChangeShapeType="1"/>
          </p:cNvSpPr>
          <p:nvPr/>
        </p:nvSpPr>
        <p:spPr bwMode="auto">
          <a:xfrm>
            <a:off x="1258888" y="5013325"/>
            <a:ext cx="662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38" name="Text Box 52"/>
          <p:cNvSpPr txBox="1">
            <a:spLocks noChangeArrowheads="1"/>
          </p:cNvSpPr>
          <p:nvPr/>
        </p:nvSpPr>
        <p:spPr bwMode="auto">
          <a:xfrm>
            <a:off x="3995738" y="4868863"/>
            <a:ext cx="1089025" cy="27622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/>
              <a:t>48 channels</a:t>
            </a:r>
          </a:p>
        </p:txBody>
      </p:sp>
      <p:sp>
        <p:nvSpPr>
          <p:cNvPr id="12339" name="Rectangle 7"/>
          <p:cNvSpPr>
            <a:spLocks noChangeArrowheads="1"/>
          </p:cNvSpPr>
          <p:nvPr/>
        </p:nvSpPr>
        <p:spPr bwMode="auto">
          <a:xfrm>
            <a:off x="393700" y="6065838"/>
            <a:ext cx="16684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b="1"/>
              <a:t>UHF Band IV, 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1911" y="927070"/>
            <a:ext cx="23127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7Mhz Channel </a:t>
            </a:r>
          </a:p>
          <a:p>
            <a:pPr algn="ctr"/>
            <a:r>
              <a:rPr lang="en-GB" dirty="0"/>
              <a:t>contains a number of DVB-T TV channels </a:t>
            </a:r>
          </a:p>
        </p:txBody>
      </p:sp>
      <p:cxnSp>
        <p:nvCxnSpPr>
          <p:cNvPr id="23" name="Straight Arrow Connector 22"/>
          <p:cNvCxnSpPr/>
          <p:nvPr/>
        </p:nvCxnSpPr>
        <p:spPr bwMode="auto">
          <a:xfrm flipH="1">
            <a:off x="1152525" y="1669853"/>
            <a:ext cx="83478" cy="12858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77995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8"/>
          <a:stretch>
            <a:fillRect/>
          </a:stretch>
        </p:blipFill>
        <p:spPr bwMode="auto">
          <a:xfrm>
            <a:off x="1095375" y="1200150"/>
            <a:ext cx="6937375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Box 1"/>
          <p:cNvSpPr txBox="1">
            <a:spLocks noChangeArrowheads="1"/>
          </p:cNvSpPr>
          <p:nvPr/>
        </p:nvSpPr>
        <p:spPr bwMode="auto">
          <a:xfrm>
            <a:off x="401638" y="357188"/>
            <a:ext cx="85635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Freeview – Sutton Coldfield Transmissions</a:t>
            </a:r>
            <a:r>
              <a:rPr lang="en-GB" sz="1200" dirty="0"/>
              <a:t> (9 Multiplexes altogether)</a:t>
            </a:r>
            <a:r>
              <a:rPr lang="en-GB" sz="2400" b="1" dirty="0"/>
              <a:t> </a:t>
            </a:r>
          </a:p>
        </p:txBody>
      </p:sp>
      <p:pic>
        <p:nvPicPr>
          <p:cNvPr id="14340" name="Picture 3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0" y="817563"/>
            <a:ext cx="66929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Rectangle 3"/>
          <p:cNvSpPr>
            <a:spLocks noChangeArrowheads="1"/>
          </p:cNvSpPr>
          <p:nvPr/>
        </p:nvSpPr>
        <p:spPr bwMode="auto">
          <a:xfrm>
            <a:off x="1558925" y="2192338"/>
            <a:ext cx="6816725" cy="633412"/>
          </a:xfrm>
          <a:prstGeom prst="rect">
            <a:avLst/>
          </a:prstGeom>
          <a:solidFill>
            <a:schemeClr val="bg1">
              <a:alpha val="8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Rectangle 38"/>
          <p:cNvSpPr>
            <a:spLocks noChangeArrowheads="1"/>
          </p:cNvSpPr>
          <p:nvPr/>
        </p:nvSpPr>
        <p:spPr bwMode="auto">
          <a:xfrm>
            <a:off x="1527175" y="4011613"/>
            <a:ext cx="6816725" cy="633412"/>
          </a:xfrm>
          <a:prstGeom prst="rect">
            <a:avLst/>
          </a:prstGeom>
          <a:solidFill>
            <a:schemeClr val="bg1">
              <a:alpha val="8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Rectangle 39"/>
          <p:cNvSpPr>
            <a:spLocks noChangeArrowheads="1"/>
          </p:cNvSpPr>
          <p:nvPr/>
        </p:nvSpPr>
        <p:spPr bwMode="auto">
          <a:xfrm>
            <a:off x="1444625" y="5881688"/>
            <a:ext cx="6816725" cy="633412"/>
          </a:xfrm>
          <a:prstGeom prst="rect">
            <a:avLst/>
          </a:prstGeom>
          <a:solidFill>
            <a:schemeClr val="bg1">
              <a:alpha val="8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509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1000" y="4700588"/>
            <a:ext cx="8642350" cy="1716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381000" y="378768"/>
            <a:ext cx="65646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Digital Terrestrial TV (DTTV, e.g. Freeview)</a:t>
            </a:r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 rot="5400000">
            <a:off x="4468019" y="2596356"/>
            <a:ext cx="352425" cy="6481763"/>
            <a:chOff x="5346" y="341"/>
            <a:chExt cx="222" cy="3690"/>
          </a:xfrm>
        </p:grpSpPr>
        <p:sp>
          <p:nvSpPr>
            <p:cNvPr id="12340" name="Freeform 5"/>
            <p:cNvSpPr>
              <a:spLocks/>
            </p:cNvSpPr>
            <p:nvPr/>
          </p:nvSpPr>
          <p:spPr bwMode="auto">
            <a:xfrm>
              <a:off x="5349" y="638"/>
              <a:ext cx="219" cy="3393"/>
            </a:xfrm>
            <a:custGeom>
              <a:avLst/>
              <a:gdLst>
                <a:gd name="T0" fmla="*/ 0 w 219"/>
                <a:gd name="T1" fmla="*/ 0 h 3393"/>
                <a:gd name="T2" fmla="*/ 207 w 219"/>
                <a:gd name="T3" fmla="*/ 49 h 3393"/>
                <a:gd name="T4" fmla="*/ 9 w 219"/>
                <a:gd name="T5" fmla="*/ 100 h 3393"/>
                <a:gd name="T6" fmla="*/ 207 w 219"/>
                <a:gd name="T7" fmla="*/ 153 h 3393"/>
                <a:gd name="T8" fmla="*/ 9 w 219"/>
                <a:gd name="T9" fmla="*/ 205 h 3393"/>
                <a:gd name="T10" fmla="*/ 207 w 219"/>
                <a:gd name="T11" fmla="*/ 284 h 3393"/>
                <a:gd name="T12" fmla="*/ 9 w 219"/>
                <a:gd name="T13" fmla="*/ 362 h 3393"/>
                <a:gd name="T14" fmla="*/ 212 w 219"/>
                <a:gd name="T15" fmla="*/ 441 h 3393"/>
                <a:gd name="T16" fmla="*/ 9 w 219"/>
                <a:gd name="T17" fmla="*/ 544 h 3393"/>
                <a:gd name="T18" fmla="*/ 205 w 219"/>
                <a:gd name="T19" fmla="*/ 656 h 3393"/>
                <a:gd name="T20" fmla="*/ 37 w 219"/>
                <a:gd name="T21" fmla="*/ 806 h 3393"/>
                <a:gd name="T22" fmla="*/ 205 w 219"/>
                <a:gd name="T23" fmla="*/ 954 h 3393"/>
                <a:gd name="T24" fmla="*/ 37 w 219"/>
                <a:gd name="T25" fmla="*/ 1094 h 3393"/>
                <a:gd name="T26" fmla="*/ 219 w 219"/>
                <a:gd name="T27" fmla="*/ 1231 h 3393"/>
                <a:gd name="T28" fmla="*/ 37 w 219"/>
                <a:gd name="T29" fmla="*/ 1355 h 3393"/>
                <a:gd name="T30" fmla="*/ 207 w 219"/>
                <a:gd name="T31" fmla="*/ 1486 h 3393"/>
                <a:gd name="T32" fmla="*/ 37 w 219"/>
                <a:gd name="T33" fmla="*/ 1668 h 3393"/>
                <a:gd name="T34" fmla="*/ 179 w 219"/>
                <a:gd name="T35" fmla="*/ 1825 h 3393"/>
                <a:gd name="T36" fmla="*/ 9 w 219"/>
                <a:gd name="T37" fmla="*/ 2034 h 3393"/>
                <a:gd name="T38" fmla="*/ 207 w 219"/>
                <a:gd name="T39" fmla="*/ 2269 h 3393"/>
                <a:gd name="T40" fmla="*/ 9 w 219"/>
                <a:gd name="T41" fmla="*/ 2557 h 3393"/>
                <a:gd name="T42" fmla="*/ 179 w 219"/>
                <a:gd name="T43" fmla="*/ 2845 h 3393"/>
                <a:gd name="T44" fmla="*/ 37 w 219"/>
                <a:gd name="T45" fmla="*/ 3185 h 3393"/>
                <a:gd name="T46" fmla="*/ 207 w 219"/>
                <a:gd name="T47" fmla="*/ 3393 h 33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19"/>
                <a:gd name="T73" fmla="*/ 0 h 3393"/>
                <a:gd name="T74" fmla="*/ 219 w 219"/>
                <a:gd name="T75" fmla="*/ 3393 h 339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19" h="3393">
                  <a:moveTo>
                    <a:pt x="0" y="0"/>
                  </a:moveTo>
                  <a:cubicBezTo>
                    <a:pt x="35" y="8"/>
                    <a:pt x="205" y="32"/>
                    <a:pt x="207" y="49"/>
                  </a:cubicBezTo>
                  <a:cubicBezTo>
                    <a:pt x="209" y="66"/>
                    <a:pt x="9" y="83"/>
                    <a:pt x="9" y="100"/>
                  </a:cubicBezTo>
                  <a:cubicBezTo>
                    <a:pt x="9" y="118"/>
                    <a:pt x="207" y="135"/>
                    <a:pt x="207" y="153"/>
                  </a:cubicBezTo>
                  <a:cubicBezTo>
                    <a:pt x="207" y="170"/>
                    <a:pt x="9" y="183"/>
                    <a:pt x="9" y="205"/>
                  </a:cubicBezTo>
                  <a:cubicBezTo>
                    <a:pt x="9" y="227"/>
                    <a:pt x="207" y="258"/>
                    <a:pt x="207" y="284"/>
                  </a:cubicBezTo>
                  <a:cubicBezTo>
                    <a:pt x="207" y="309"/>
                    <a:pt x="8" y="336"/>
                    <a:pt x="9" y="362"/>
                  </a:cubicBezTo>
                  <a:cubicBezTo>
                    <a:pt x="10" y="388"/>
                    <a:pt x="212" y="411"/>
                    <a:pt x="212" y="441"/>
                  </a:cubicBezTo>
                  <a:cubicBezTo>
                    <a:pt x="212" y="472"/>
                    <a:pt x="10" y="509"/>
                    <a:pt x="9" y="544"/>
                  </a:cubicBezTo>
                  <a:cubicBezTo>
                    <a:pt x="8" y="580"/>
                    <a:pt x="200" y="613"/>
                    <a:pt x="205" y="656"/>
                  </a:cubicBezTo>
                  <a:cubicBezTo>
                    <a:pt x="210" y="699"/>
                    <a:pt x="37" y="757"/>
                    <a:pt x="37" y="806"/>
                  </a:cubicBezTo>
                  <a:cubicBezTo>
                    <a:pt x="37" y="856"/>
                    <a:pt x="205" y="906"/>
                    <a:pt x="205" y="954"/>
                  </a:cubicBezTo>
                  <a:cubicBezTo>
                    <a:pt x="205" y="1002"/>
                    <a:pt x="35" y="1048"/>
                    <a:pt x="37" y="1094"/>
                  </a:cubicBezTo>
                  <a:cubicBezTo>
                    <a:pt x="39" y="1140"/>
                    <a:pt x="219" y="1188"/>
                    <a:pt x="219" y="1231"/>
                  </a:cubicBezTo>
                  <a:cubicBezTo>
                    <a:pt x="219" y="1275"/>
                    <a:pt x="39" y="1312"/>
                    <a:pt x="37" y="1355"/>
                  </a:cubicBezTo>
                  <a:cubicBezTo>
                    <a:pt x="35" y="1397"/>
                    <a:pt x="207" y="1433"/>
                    <a:pt x="207" y="1486"/>
                  </a:cubicBezTo>
                  <a:cubicBezTo>
                    <a:pt x="207" y="1538"/>
                    <a:pt x="42" y="1612"/>
                    <a:pt x="37" y="1668"/>
                  </a:cubicBezTo>
                  <a:cubicBezTo>
                    <a:pt x="32" y="1724"/>
                    <a:pt x="184" y="1764"/>
                    <a:pt x="179" y="1825"/>
                  </a:cubicBezTo>
                  <a:cubicBezTo>
                    <a:pt x="174" y="1886"/>
                    <a:pt x="4" y="1960"/>
                    <a:pt x="9" y="2034"/>
                  </a:cubicBezTo>
                  <a:cubicBezTo>
                    <a:pt x="14" y="2108"/>
                    <a:pt x="207" y="2183"/>
                    <a:pt x="207" y="2269"/>
                  </a:cubicBezTo>
                  <a:cubicBezTo>
                    <a:pt x="207" y="2356"/>
                    <a:pt x="14" y="2461"/>
                    <a:pt x="9" y="2557"/>
                  </a:cubicBezTo>
                  <a:cubicBezTo>
                    <a:pt x="4" y="2653"/>
                    <a:pt x="174" y="2740"/>
                    <a:pt x="179" y="2845"/>
                  </a:cubicBezTo>
                  <a:cubicBezTo>
                    <a:pt x="184" y="2949"/>
                    <a:pt x="32" y="3093"/>
                    <a:pt x="37" y="3185"/>
                  </a:cubicBezTo>
                  <a:cubicBezTo>
                    <a:pt x="42" y="3276"/>
                    <a:pt x="124" y="3334"/>
                    <a:pt x="207" y="3393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41" name="Freeform 6"/>
            <p:cNvSpPr>
              <a:spLocks/>
            </p:cNvSpPr>
            <p:nvPr/>
          </p:nvSpPr>
          <p:spPr bwMode="auto">
            <a:xfrm>
              <a:off x="5346" y="341"/>
              <a:ext cx="208" cy="297"/>
            </a:xfrm>
            <a:custGeom>
              <a:avLst/>
              <a:gdLst>
                <a:gd name="T0" fmla="*/ 30 w 208"/>
                <a:gd name="T1" fmla="*/ 297 h 297"/>
                <a:gd name="T2" fmla="*/ 200 w 208"/>
                <a:gd name="T3" fmla="*/ 260 h 297"/>
                <a:gd name="T4" fmla="*/ 25 w 208"/>
                <a:gd name="T5" fmla="*/ 235 h 297"/>
                <a:gd name="T6" fmla="*/ 208 w 208"/>
                <a:gd name="T7" fmla="*/ 194 h 297"/>
                <a:gd name="T8" fmla="*/ 25 w 208"/>
                <a:gd name="T9" fmla="*/ 180 h 297"/>
                <a:gd name="T10" fmla="*/ 200 w 208"/>
                <a:gd name="T11" fmla="*/ 146 h 297"/>
                <a:gd name="T12" fmla="*/ 4 w 208"/>
                <a:gd name="T13" fmla="*/ 146 h 297"/>
                <a:gd name="T14" fmla="*/ 200 w 208"/>
                <a:gd name="T15" fmla="*/ 118 h 297"/>
                <a:gd name="T16" fmla="*/ 4 w 208"/>
                <a:gd name="T17" fmla="*/ 118 h 297"/>
                <a:gd name="T18" fmla="*/ 200 w 208"/>
                <a:gd name="T19" fmla="*/ 90 h 297"/>
                <a:gd name="T20" fmla="*/ 4 w 208"/>
                <a:gd name="T21" fmla="*/ 90 h 297"/>
                <a:gd name="T22" fmla="*/ 176 w 208"/>
                <a:gd name="T23" fmla="*/ 61 h 297"/>
                <a:gd name="T24" fmla="*/ 4 w 208"/>
                <a:gd name="T25" fmla="*/ 61 h 297"/>
                <a:gd name="T26" fmla="*/ 200 w 208"/>
                <a:gd name="T27" fmla="*/ 61 h 297"/>
                <a:gd name="T28" fmla="*/ 4 w 208"/>
                <a:gd name="T29" fmla="*/ 61 h 297"/>
                <a:gd name="T30" fmla="*/ 200 w 208"/>
                <a:gd name="T31" fmla="*/ 33 h 297"/>
                <a:gd name="T32" fmla="*/ 28 w 208"/>
                <a:gd name="T33" fmla="*/ 33 h 297"/>
                <a:gd name="T34" fmla="*/ 200 w 208"/>
                <a:gd name="T35" fmla="*/ 5 h 297"/>
                <a:gd name="T36" fmla="*/ 4 w 208"/>
                <a:gd name="T37" fmla="*/ 5 h 29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08"/>
                <a:gd name="T58" fmla="*/ 0 h 297"/>
                <a:gd name="T59" fmla="*/ 208 w 208"/>
                <a:gd name="T60" fmla="*/ 297 h 29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08" h="297">
                  <a:moveTo>
                    <a:pt x="30" y="297"/>
                  </a:moveTo>
                  <a:cubicBezTo>
                    <a:pt x="60" y="291"/>
                    <a:pt x="201" y="270"/>
                    <a:pt x="200" y="260"/>
                  </a:cubicBezTo>
                  <a:cubicBezTo>
                    <a:pt x="199" y="250"/>
                    <a:pt x="23" y="246"/>
                    <a:pt x="25" y="235"/>
                  </a:cubicBezTo>
                  <a:cubicBezTo>
                    <a:pt x="27" y="224"/>
                    <a:pt x="208" y="203"/>
                    <a:pt x="208" y="194"/>
                  </a:cubicBezTo>
                  <a:cubicBezTo>
                    <a:pt x="208" y="185"/>
                    <a:pt x="27" y="188"/>
                    <a:pt x="25" y="180"/>
                  </a:cubicBezTo>
                  <a:cubicBezTo>
                    <a:pt x="23" y="172"/>
                    <a:pt x="204" y="152"/>
                    <a:pt x="200" y="146"/>
                  </a:cubicBezTo>
                  <a:cubicBezTo>
                    <a:pt x="197" y="140"/>
                    <a:pt x="4" y="151"/>
                    <a:pt x="4" y="146"/>
                  </a:cubicBezTo>
                  <a:cubicBezTo>
                    <a:pt x="4" y="141"/>
                    <a:pt x="200" y="123"/>
                    <a:pt x="200" y="118"/>
                  </a:cubicBezTo>
                  <a:cubicBezTo>
                    <a:pt x="200" y="113"/>
                    <a:pt x="4" y="123"/>
                    <a:pt x="4" y="118"/>
                  </a:cubicBezTo>
                  <a:cubicBezTo>
                    <a:pt x="4" y="113"/>
                    <a:pt x="200" y="95"/>
                    <a:pt x="200" y="90"/>
                  </a:cubicBezTo>
                  <a:cubicBezTo>
                    <a:pt x="200" y="85"/>
                    <a:pt x="9" y="95"/>
                    <a:pt x="4" y="90"/>
                  </a:cubicBezTo>
                  <a:cubicBezTo>
                    <a:pt x="0" y="85"/>
                    <a:pt x="176" y="66"/>
                    <a:pt x="176" y="61"/>
                  </a:cubicBezTo>
                  <a:cubicBezTo>
                    <a:pt x="176" y="56"/>
                    <a:pt x="0" y="61"/>
                    <a:pt x="4" y="61"/>
                  </a:cubicBezTo>
                  <a:cubicBezTo>
                    <a:pt x="9" y="61"/>
                    <a:pt x="200" y="61"/>
                    <a:pt x="200" y="61"/>
                  </a:cubicBezTo>
                  <a:cubicBezTo>
                    <a:pt x="200" y="61"/>
                    <a:pt x="4" y="66"/>
                    <a:pt x="4" y="61"/>
                  </a:cubicBezTo>
                  <a:cubicBezTo>
                    <a:pt x="4" y="56"/>
                    <a:pt x="196" y="38"/>
                    <a:pt x="200" y="33"/>
                  </a:cubicBezTo>
                  <a:cubicBezTo>
                    <a:pt x="205" y="28"/>
                    <a:pt x="28" y="38"/>
                    <a:pt x="28" y="33"/>
                  </a:cubicBezTo>
                  <a:cubicBezTo>
                    <a:pt x="28" y="28"/>
                    <a:pt x="205" y="10"/>
                    <a:pt x="200" y="5"/>
                  </a:cubicBezTo>
                  <a:cubicBezTo>
                    <a:pt x="196" y="0"/>
                    <a:pt x="33" y="5"/>
                    <a:pt x="4" y="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293" name="Rectangle 7"/>
          <p:cNvSpPr>
            <a:spLocks noChangeArrowheads="1"/>
          </p:cNvSpPr>
          <p:nvPr/>
        </p:nvSpPr>
        <p:spPr bwMode="auto">
          <a:xfrm>
            <a:off x="433388" y="5732463"/>
            <a:ext cx="10175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/>
              <a:t>475MHz</a:t>
            </a:r>
          </a:p>
        </p:txBody>
      </p:sp>
      <p:sp>
        <p:nvSpPr>
          <p:cNvPr id="12294" name="Rectangle 8"/>
          <p:cNvSpPr>
            <a:spLocks noChangeArrowheads="1"/>
          </p:cNvSpPr>
          <p:nvPr/>
        </p:nvSpPr>
        <p:spPr bwMode="auto">
          <a:xfrm>
            <a:off x="7885113" y="5732463"/>
            <a:ext cx="10175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/>
              <a:t>850MHz</a:t>
            </a:r>
          </a:p>
        </p:txBody>
      </p:sp>
      <p:sp>
        <p:nvSpPr>
          <p:cNvPr id="12295" name="Freeform 9"/>
          <p:cNvSpPr>
            <a:spLocks/>
          </p:cNvSpPr>
          <p:nvPr/>
        </p:nvSpPr>
        <p:spPr bwMode="auto">
          <a:xfrm>
            <a:off x="4569558" y="1905469"/>
            <a:ext cx="3848100" cy="1143000"/>
          </a:xfrm>
          <a:custGeom>
            <a:avLst/>
            <a:gdLst>
              <a:gd name="T0" fmla="*/ 2147483647 w 2424"/>
              <a:gd name="T1" fmla="*/ 2147483647 h 720"/>
              <a:gd name="T2" fmla="*/ 2147483647 w 2424"/>
              <a:gd name="T3" fmla="*/ 2147483647 h 720"/>
              <a:gd name="T4" fmla="*/ 2147483647 w 2424"/>
              <a:gd name="T5" fmla="*/ 2147483647 h 720"/>
              <a:gd name="T6" fmla="*/ 0 w 2424"/>
              <a:gd name="T7" fmla="*/ 0 h 720"/>
              <a:gd name="T8" fmla="*/ 2147483647 w 2424"/>
              <a:gd name="T9" fmla="*/ 2147483647 h 7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4"/>
              <a:gd name="T16" fmla="*/ 0 h 720"/>
              <a:gd name="T17" fmla="*/ 2424 w 2424"/>
              <a:gd name="T18" fmla="*/ 720 h 7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4" h="720">
                <a:moveTo>
                  <a:pt x="1000" y="712"/>
                </a:moveTo>
                <a:lnTo>
                  <a:pt x="1520" y="720"/>
                </a:lnTo>
                <a:lnTo>
                  <a:pt x="2424" y="8"/>
                </a:lnTo>
                <a:lnTo>
                  <a:pt x="0" y="0"/>
                </a:lnTo>
                <a:lnTo>
                  <a:pt x="1000" y="712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6" name="Freeform 10"/>
          <p:cNvSpPr>
            <a:spLocks/>
          </p:cNvSpPr>
          <p:nvPr/>
        </p:nvSpPr>
        <p:spPr bwMode="auto">
          <a:xfrm>
            <a:off x="827088" y="3357563"/>
            <a:ext cx="7556500" cy="2087562"/>
          </a:xfrm>
          <a:custGeom>
            <a:avLst/>
            <a:gdLst>
              <a:gd name="T0" fmla="*/ 2147483647 w 4760"/>
              <a:gd name="T1" fmla="*/ 2147483647 h 1208"/>
              <a:gd name="T2" fmla="*/ 2147483647 w 4760"/>
              <a:gd name="T3" fmla="*/ 2147483647 h 1208"/>
              <a:gd name="T4" fmla="*/ 2147483647 w 4760"/>
              <a:gd name="T5" fmla="*/ 0 h 1208"/>
              <a:gd name="T6" fmla="*/ 0 w 4760"/>
              <a:gd name="T7" fmla="*/ 2147483647 h 1208"/>
              <a:gd name="T8" fmla="*/ 2147483647 w 4760"/>
              <a:gd name="T9" fmla="*/ 2147483647 h 12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60"/>
              <a:gd name="T16" fmla="*/ 0 h 1208"/>
              <a:gd name="T17" fmla="*/ 4760 w 4760"/>
              <a:gd name="T18" fmla="*/ 1208 h 12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60" h="1208">
                <a:moveTo>
                  <a:pt x="1680" y="1200"/>
                </a:moveTo>
                <a:lnTo>
                  <a:pt x="3016" y="1208"/>
                </a:lnTo>
                <a:lnTo>
                  <a:pt x="4760" y="0"/>
                </a:lnTo>
                <a:lnTo>
                  <a:pt x="0" y="11"/>
                </a:lnTo>
                <a:lnTo>
                  <a:pt x="1680" y="120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7" name="AutoShape 11"/>
          <p:cNvSpPr>
            <a:spLocks noChangeArrowheads="1"/>
          </p:cNvSpPr>
          <p:nvPr/>
        </p:nvSpPr>
        <p:spPr bwMode="auto">
          <a:xfrm flipV="1">
            <a:off x="34178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8" name="Line 12"/>
          <p:cNvSpPr>
            <a:spLocks noChangeShapeType="1"/>
          </p:cNvSpPr>
          <p:nvPr/>
        </p:nvSpPr>
        <p:spPr bwMode="auto">
          <a:xfrm flipV="1">
            <a:off x="4303713" y="2763838"/>
            <a:ext cx="0" cy="531812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9" name="Line 13"/>
          <p:cNvSpPr>
            <a:spLocks noChangeShapeType="1"/>
          </p:cNvSpPr>
          <p:nvPr/>
        </p:nvSpPr>
        <p:spPr bwMode="auto">
          <a:xfrm>
            <a:off x="979488" y="3294063"/>
            <a:ext cx="7734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0" name="AutoShape 14"/>
          <p:cNvSpPr>
            <a:spLocks noChangeArrowheads="1"/>
          </p:cNvSpPr>
          <p:nvPr/>
        </p:nvSpPr>
        <p:spPr bwMode="auto">
          <a:xfrm flipV="1">
            <a:off x="47005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1" name="AutoShape 15"/>
          <p:cNvSpPr>
            <a:spLocks noChangeArrowheads="1"/>
          </p:cNvSpPr>
          <p:nvPr/>
        </p:nvSpPr>
        <p:spPr bwMode="auto">
          <a:xfrm flipV="1">
            <a:off x="59705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2" name="AutoShape 16"/>
          <p:cNvSpPr>
            <a:spLocks noChangeArrowheads="1"/>
          </p:cNvSpPr>
          <p:nvPr/>
        </p:nvSpPr>
        <p:spPr bwMode="auto">
          <a:xfrm flipV="1">
            <a:off x="72405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3" name="AutoShape 17"/>
          <p:cNvSpPr>
            <a:spLocks noChangeArrowheads="1"/>
          </p:cNvSpPr>
          <p:nvPr/>
        </p:nvSpPr>
        <p:spPr bwMode="auto">
          <a:xfrm flipV="1">
            <a:off x="8524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4" name="AutoShape 18"/>
          <p:cNvSpPr>
            <a:spLocks noChangeArrowheads="1"/>
          </p:cNvSpPr>
          <p:nvPr/>
        </p:nvSpPr>
        <p:spPr bwMode="auto">
          <a:xfrm flipV="1">
            <a:off x="21351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5" name="AutoShape 19"/>
          <p:cNvSpPr>
            <a:spLocks noChangeArrowheads="1"/>
          </p:cNvSpPr>
          <p:nvPr/>
        </p:nvSpPr>
        <p:spPr bwMode="auto">
          <a:xfrm flipV="1">
            <a:off x="4506058" y="1003769"/>
            <a:ext cx="3954462" cy="847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6" name="Line 20"/>
          <p:cNvSpPr>
            <a:spLocks noChangeShapeType="1"/>
          </p:cNvSpPr>
          <p:nvPr/>
        </p:nvSpPr>
        <p:spPr bwMode="auto">
          <a:xfrm>
            <a:off x="1042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7" name="AutoShape 21"/>
          <p:cNvSpPr>
            <a:spLocks noChangeArrowheads="1"/>
          </p:cNvSpPr>
          <p:nvPr/>
        </p:nvSpPr>
        <p:spPr bwMode="auto">
          <a:xfrm flipV="1">
            <a:off x="6915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8" name="AutoShape 22"/>
          <p:cNvSpPr>
            <a:spLocks noChangeArrowheads="1"/>
          </p:cNvSpPr>
          <p:nvPr/>
        </p:nvSpPr>
        <p:spPr bwMode="auto">
          <a:xfrm flipV="1">
            <a:off x="5391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9" name="AutoShape 23"/>
          <p:cNvSpPr>
            <a:spLocks noChangeArrowheads="1"/>
          </p:cNvSpPr>
          <p:nvPr/>
        </p:nvSpPr>
        <p:spPr bwMode="auto">
          <a:xfrm flipV="1">
            <a:off x="3897313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0" name="AutoShape 24"/>
          <p:cNvSpPr>
            <a:spLocks noChangeArrowheads="1"/>
          </p:cNvSpPr>
          <p:nvPr/>
        </p:nvSpPr>
        <p:spPr bwMode="auto">
          <a:xfrm flipV="1">
            <a:off x="2317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1" name="AutoShape 25"/>
          <p:cNvSpPr>
            <a:spLocks noChangeArrowheads="1"/>
          </p:cNvSpPr>
          <p:nvPr/>
        </p:nvSpPr>
        <p:spPr bwMode="auto">
          <a:xfrm flipV="1">
            <a:off x="857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2" name="Line 26"/>
          <p:cNvSpPr>
            <a:spLocks noChangeShapeType="1"/>
          </p:cNvSpPr>
          <p:nvPr/>
        </p:nvSpPr>
        <p:spPr bwMode="auto">
          <a:xfrm>
            <a:off x="1797050" y="5503863"/>
            <a:ext cx="19002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13" name="AutoShape 27"/>
          <p:cNvSpPr>
            <a:spLocks noChangeArrowheads="1"/>
          </p:cNvSpPr>
          <p:nvPr/>
        </p:nvSpPr>
        <p:spPr bwMode="auto">
          <a:xfrm flipV="1">
            <a:off x="7669213" y="5248275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4" name="AutoShape 28"/>
          <p:cNvSpPr>
            <a:spLocks noChangeArrowheads="1"/>
          </p:cNvSpPr>
          <p:nvPr/>
        </p:nvSpPr>
        <p:spPr bwMode="auto">
          <a:xfrm flipV="1">
            <a:off x="6140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5" name="AutoShape 29"/>
          <p:cNvSpPr>
            <a:spLocks noChangeArrowheads="1"/>
          </p:cNvSpPr>
          <p:nvPr/>
        </p:nvSpPr>
        <p:spPr bwMode="auto">
          <a:xfrm flipV="1">
            <a:off x="4641850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6" name="AutoShape 30"/>
          <p:cNvSpPr>
            <a:spLocks noChangeArrowheads="1"/>
          </p:cNvSpPr>
          <p:nvPr/>
        </p:nvSpPr>
        <p:spPr bwMode="auto">
          <a:xfrm flipV="1">
            <a:off x="30670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7" name="AutoShape 31"/>
          <p:cNvSpPr>
            <a:spLocks noChangeArrowheads="1"/>
          </p:cNvSpPr>
          <p:nvPr/>
        </p:nvSpPr>
        <p:spPr bwMode="auto">
          <a:xfrm flipV="1">
            <a:off x="1606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8" name="Line 32"/>
          <p:cNvSpPr>
            <a:spLocks noChangeShapeType="1"/>
          </p:cNvSpPr>
          <p:nvPr/>
        </p:nvSpPr>
        <p:spPr bwMode="auto">
          <a:xfrm>
            <a:off x="1423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19" name="AutoShape 33"/>
          <p:cNvSpPr>
            <a:spLocks noChangeArrowheads="1"/>
          </p:cNvSpPr>
          <p:nvPr/>
        </p:nvSpPr>
        <p:spPr bwMode="auto">
          <a:xfrm flipV="1">
            <a:off x="7296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0" name="AutoShape 34"/>
          <p:cNvSpPr>
            <a:spLocks noChangeArrowheads="1"/>
          </p:cNvSpPr>
          <p:nvPr/>
        </p:nvSpPr>
        <p:spPr bwMode="auto">
          <a:xfrm flipV="1">
            <a:off x="5772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1" name="AutoShape 35"/>
          <p:cNvSpPr>
            <a:spLocks noChangeArrowheads="1"/>
          </p:cNvSpPr>
          <p:nvPr/>
        </p:nvSpPr>
        <p:spPr bwMode="auto">
          <a:xfrm flipV="1">
            <a:off x="42735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2" name="AutoShape 36"/>
          <p:cNvSpPr>
            <a:spLocks noChangeArrowheads="1"/>
          </p:cNvSpPr>
          <p:nvPr/>
        </p:nvSpPr>
        <p:spPr bwMode="auto">
          <a:xfrm flipV="1">
            <a:off x="2698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3" name="AutoShape 37"/>
          <p:cNvSpPr>
            <a:spLocks noChangeArrowheads="1"/>
          </p:cNvSpPr>
          <p:nvPr/>
        </p:nvSpPr>
        <p:spPr bwMode="auto">
          <a:xfrm flipV="1">
            <a:off x="1238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4" name="Line 38"/>
          <p:cNvSpPr>
            <a:spLocks noChangeShapeType="1"/>
          </p:cNvSpPr>
          <p:nvPr/>
        </p:nvSpPr>
        <p:spPr bwMode="auto">
          <a:xfrm>
            <a:off x="3276600" y="5507038"/>
            <a:ext cx="5040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25" name="AutoShape 39"/>
          <p:cNvSpPr>
            <a:spLocks noChangeArrowheads="1"/>
          </p:cNvSpPr>
          <p:nvPr/>
        </p:nvSpPr>
        <p:spPr bwMode="auto">
          <a:xfrm flipV="1">
            <a:off x="8045450" y="525303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6" name="AutoShape 40"/>
          <p:cNvSpPr>
            <a:spLocks noChangeArrowheads="1"/>
          </p:cNvSpPr>
          <p:nvPr/>
        </p:nvSpPr>
        <p:spPr bwMode="auto">
          <a:xfrm flipV="1">
            <a:off x="6521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7" name="AutoShape 41"/>
          <p:cNvSpPr>
            <a:spLocks noChangeArrowheads="1"/>
          </p:cNvSpPr>
          <p:nvPr/>
        </p:nvSpPr>
        <p:spPr bwMode="auto">
          <a:xfrm flipV="1">
            <a:off x="50228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8" name="AutoShape 42"/>
          <p:cNvSpPr>
            <a:spLocks noChangeArrowheads="1"/>
          </p:cNvSpPr>
          <p:nvPr/>
        </p:nvSpPr>
        <p:spPr bwMode="auto">
          <a:xfrm flipV="1">
            <a:off x="3443288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9" name="AutoShape 43"/>
          <p:cNvSpPr>
            <a:spLocks noChangeArrowheads="1"/>
          </p:cNvSpPr>
          <p:nvPr/>
        </p:nvSpPr>
        <p:spPr bwMode="auto">
          <a:xfrm flipV="1">
            <a:off x="1987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30" name="Text Box 44"/>
          <p:cNvSpPr txBox="1">
            <a:spLocks noChangeArrowheads="1"/>
          </p:cNvSpPr>
          <p:nvPr/>
        </p:nvSpPr>
        <p:spPr bwMode="auto">
          <a:xfrm>
            <a:off x="1225044" y="1669853"/>
            <a:ext cx="32350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marL="182563" lvl="2" indent="-182563" algn="ctr"/>
            <a:r>
              <a:rPr lang="en-GB" dirty="0"/>
              <a:t>– a transport stream modulated on many carriers</a:t>
            </a:r>
          </a:p>
        </p:txBody>
      </p:sp>
      <p:sp>
        <p:nvSpPr>
          <p:cNvPr id="12335" name="Text Box 49"/>
          <p:cNvSpPr txBox="1">
            <a:spLocks noChangeArrowheads="1"/>
          </p:cNvSpPr>
          <p:nvPr/>
        </p:nvSpPr>
        <p:spPr bwMode="auto">
          <a:xfrm>
            <a:off x="684213" y="4868863"/>
            <a:ext cx="582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/>
              <a:t>Ch21</a:t>
            </a:r>
          </a:p>
        </p:txBody>
      </p:sp>
      <p:sp>
        <p:nvSpPr>
          <p:cNvPr id="12336" name="Text Box 50"/>
          <p:cNvSpPr txBox="1">
            <a:spLocks noChangeArrowheads="1"/>
          </p:cNvSpPr>
          <p:nvPr/>
        </p:nvSpPr>
        <p:spPr bwMode="auto">
          <a:xfrm>
            <a:off x="7885113" y="4868863"/>
            <a:ext cx="582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/>
              <a:t>Ch68</a:t>
            </a:r>
          </a:p>
        </p:txBody>
      </p:sp>
      <p:sp>
        <p:nvSpPr>
          <p:cNvPr id="12337" name="Line 51"/>
          <p:cNvSpPr>
            <a:spLocks noChangeShapeType="1"/>
          </p:cNvSpPr>
          <p:nvPr/>
        </p:nvSpPr>
        <p:spPr bwMode="auto">
          <a:xfrm>
            <a:off x="1258888" y="5013325"/>
            <a:ext cx="662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38" name="Text Box 52"/>
          <p:cNvSpPr txBox="1">
            <a:spLocks noChangeArrowheads="1"/>
          </p:cNvSpPr>
          <p:nvPr/>
        </p:nvSpPr>
        <p:spPr bwMode="auto">
          <a:xfrm>
            <a:off x="3995738" y="4868863"/>
            <a:ext cx="1089025" cy="27622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/>
              <a:t>48 channels</a:t>
            </a:r>
          </a:p>
        </p:txBody>
      </p:sp>
      <p:sp>
        <p:nvSpPr>
          <p:cNvPr id="12339" name="Rectangle 7"/>
          <p:cNvSpPr>
            <a:spLocks noChangeArrowheads="1"/>
          </p:cNvSpPr>
          <p:nvPr/>
        </p:nvSpPr>
        <p:spPr bwMode="auto">
          <a:xfrm>
            <a:off x="393700" y="6065838"/>
            <a:ext cx="16684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b="1"/>
              <a:t>UHF Band IV, V</a:t>
            </a:r>
          </a:p>
        </p:txBody>
      </p:sp>
      <p:grpSp>
        <p:nvGrpSpPr>
          <p:cNvPr id="4" name="Group 6"/>
          <p:cNvGrpSpPr/>
          <p:nvPr/>
        </p:nvGrpSpPr>
        <p:grpSpPr>
          <a:xfrm>
            <a:off x="5040251" y="1046434"/>
            <a:ext cx="3033714" cy="780779"/>
            <a:chOff x="3294062" y="1483023"/>
            <a:chExt cx="5416550" cy="1924050"/>
          </a:xfrm>
        </p:grpSpPr>
        <p:sp>
          <p:nvSpPr>
            <p:cNvPr id="60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5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0293"/>
              <a:chOff x="2023" y="1112"/>
              <a:chExt cx="3295" cy="1589"/>
            </a:xfrm>
          </p:grpSpPr>
          <p:sp>
            <p:nvSpPr>
              <p:cNvPr id="62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3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4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5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6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7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8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9" name="Freeform 61"/>
              <p:cNvSpPr>
                <a:spLocks/>
              </p:cNvSpPr>
              <p:nvPr/>
            </p:nvSpPr>
            <p:spPr bwMode="auto">
              <a:xfrm>
                <a:off x="3660" y="111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0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1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2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3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4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5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8" name="Group 93"/>
          <p:cNvGrpSpPr/>
          <p:nvPr/>
        </p:nvGrpSpPr>
        <p:grpSpPr>
          <a:xfrm>
            <a:off x="3554418" y="2961535"/>
            <a:ext cx="927100" cy="337290"/>
            <a:chOff x="3294062" y="1483023"/>
            <a:chExt cx="5416550" cy="1931988"/>
          </a:xfrm>
        </p:grpSpPr>
        <p:sp>
          <p:nvSpPr>
            <p:cNvPr id="95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9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8488"/>
              <a:chOff x="2023" y="1112"/>
              <a:chExt cx="3295" cy="1596"/>
            </a:xfrm>
          </p:grpSpPr>
          <p:sp>
            <p:nvSpPr>
              <p:cNvPr id="97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98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99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0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1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2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3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4" name="Freeform 61"/>
              <p:cNvSpPr>
                <a:spLocks/>
              </p:cNvSpPr>
              <p:nvPr/>
            </p:nvSpPr>
            <p:spPr bwMode="auto">
              <a:xfrm>
                <a:off x="3660" y="1133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5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6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7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8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9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0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10" name="Group 110"/>
          <p:cNvGrpSpPr/>
          <p:nvPr/>
        </p:nvGrpSpPr>
        <p:grpSpPr>
          <a:xfrm>
            <a:off x="3914405" y="5303836"/>
            <a:ext cx="232145" cy="196186"/>
            <a:chOff x="3294062" y="1483023"/>
            <a:chExt cx="5416550" cy="1931988"/>
          </a:xfrm>
        </p:grpSpPr>
        <p:sp>
          <p:nvSpPr>
            <p:cNvPr id="112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11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8488"/>
              <a:chOff x="2023" y="1112"/>
              <a:chExt cx="3295" cy="1596"/>
            </a:xfrm>
          </p:grpSpPr>
          <p:sp>
            <p:nvSpPr>
              <p:cNvPr id="114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5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6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7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8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9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0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1" name="Freeform 61"/>
              <p:cNvSpPr>
                <a:spLocks/>
              </p:cNvSpPr>
              <p:nvPr/>
            </p:nvSpPr>
            <p:spPr bwMode="auto">
              <a:xfrm>
                <a:off x="3660" y="1133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2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3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4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5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6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7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12" name="Group 127"/>
          <p:cNvGrpSpPr/>
          <p:nvPr/>
        </p:nvGrpSpPr>
        <p:grpSpPr>
          <a:xfrm>
            <a:off x="3469947" y="5296896"/>
            <a:ext cx="232145" cy="196186"/>
            <a:chOff x="3294062" y="1483023"/>
            <a:chExt cx="5416550" cy="1931988"/>
          </a:xfrm>
        </p:grpSpPr>
        <p:sp>
          <p:nvSpPr>
            <p:cNvPr id="129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13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8488"/>
              <a:chOff x="2023" y="1112"/>
              <a:chExt cx="3295" cy="1596"/>
            </a:xfrm>
          </p:grpSpPr>
          <p:sp>
            <p:nvSpPr>
              <p:cNvPr id="131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2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3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4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5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6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7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8" name="Freeform 61"/>
              <p:cNvSpPr>
                <a:spLocks/>
              </p:cNvSpPr>
              <p:nvPr/>
            </p:nvSpPr>
            <p:spPr bwMode="auto">
              <a:xfrm>
                <a:off x="3660" y="1133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9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40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41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42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43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44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148" name="Group 93"/>
          <p:cNvGrpSpPr/>
          <p:nvPr/>
        </p:nvGrpSpPr>
        <p:grpSpPr>
          <a:xfrm>
            <a:off x="4845050" y="2979836"/>
            <a:ext cx="927100" cy="337290"/>
            <a:chOff x="3294062" y="1483023"/>
            <a:chExt cx="5416550" cy="1931988"/>
          </a:xfrm>
        </p:grpSpPr>
        <p:sp>
          <p:nvSpPr>
            <p:cNvPr id="149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150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8488"/>
              <a:chOff x="2023" y="1112"/>
              <a:chExt cx="3295" cy="1596"/>
            </a:xfrm>
          </p:grpSpPr>
          <p:sp>
            <p:nvSpPr>
              <p:cNvPr id="151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2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3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4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5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6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7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8" name="Freeform 61"/>
              <p:cNvSpPr>
                <a:spLocks/>
              </p:cNvSpPr>
              <p:nvPr/>
            </p:nvSpPr>
            <p:spPr bwMode="auto">
              <a:xfrm>
                <a:off x="3660" y="1133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9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0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1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2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3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4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165" name="Group 93"/>
          <p:cNvGrpSpPr/>
          <p:nvPr/>
        </p:nvGrpSpPr>
        <p:grpSpPr>
          <a:xfrm>
            <a:off x="6127658" y="2961535"/>
            <a:ext cx="927100" cy="337290"/>
            <a:chOff x="3294062" y="1483023"/>
            <a:chExt cx="5416550" cy="1931988"/>
          </a:xfrm>
        </p:grpSpPr>
        <p:sp>
          <p:nvSpPr>
            <p:cNvPr id="166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167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8488"/>
              <a:chOff x="2023" y="1112"/>
              <a:chExt cx="3295" cy="1596"/>
            </a:xfrm>
          </p:grpSpPr>
          <p:sp>
            <p:nvSpPr>
              <p:cNvPr id="168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9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0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1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2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3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4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5" name="Freeform 61"/>
              <p:cNvSpPr>
                <a:spLocks/>
              </p:cNvSpPr>
              <p:nvPr/>
            </p:nvSpPr>
            <p:spPr bwMode="auto">
              <a:xfrm>
                <a:off x="3660" y="1133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6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7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8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9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0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1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182" name="Group 93"/>
          <p:cNvGrpSpPr/>
          <p:nvPr/>
        </p:nvGrpSpPr>
        <p:grpSpPr>
          <a:xfrm>
            <a:off x="7415668" y="2980090"/>
            <a:ext cx="927100" cy="337290"/>
            <a:chOff x="3294062" y="1483023"/>
            <a:chExt cx="5416550" cy="1931988"/>
          </a:xfrm>
        </p:grpSpPr>
        <p:sp>
          <p:nvSpPr>
            <p:cNvPr id="183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184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8488"/>
              <a:chOff x="2023" y="1112"/>
              <a:chExt cx="3295" cy="1596"/>
            </a:xfrm>
          </p:grpSpPr>
          <p:sp>
            <p:nvSpPr>
              <p:cNvPr id="185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6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7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8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9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0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1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2" name="Freeform 61"/>
              <p:cNvSpPr>
                <a:spLocks/>
              </p:cNvSpPr>
              <p:nvPr/>
            </p:nvSpPr>
            <p:spPr bwMode="auto">
              <a:xfrm>
                <a:off x="3660" y="1133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3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4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5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6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7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8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sp>
        <p:nvSpPr>
          <p:cNvPr id="21" name="Rectangle 20"/>
          <p:cNvSpPr/>
          <p:nvPr/>
        </p:nvSpPr>
        <p:spPr>
          <a:xfrm>
            <a:off x="291911" y="927070"/>
            <a:ext cx="23127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7Mhz Channel </a:t>
            </a:r>
          </a:p>
          <a:p>
            <a:pPr algn="ctr"/>
            <a:r>
              <a:rPr lang="en-GB" dirty="0"/>
              <a:t>contains a number of DVB-T TV channels </a:t>
            </a:r>
          </a:p>
        </p:txBody>
      </p:sp>
      <p:cxnSp>
        <p:nvCxnSpPr>
          <p:cNvPr id="23" name="Straight Arrow Connector 22"/>
          <p:cNvCxnSpPr/>
          <p:nvPr/>
        </p:nvCxnSpPr>
        <p:spPr bwMode="auto">
          <a:xfrm flipH="1">
            <a:off x="1152525" y="1669853"/>
            <a:ext cx="83478" cy="12858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9" name="Straight Arrow Connector 218"/>
          <p:cNvCxnSpPr/>
          <p:nvPr/>
        </p:nvCxnSpPr>
        <p:spPr bwMode="auto">
          <a:xfrm flipV="1">
            <a:off x="4268763" y="1495410"/>
            <a:ext cx="883662" cy="4306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2" name="Straight Arrow Connector 221"/>
          <p:cNvCxnSpPr/>
          <p:nvPr/>
        </p:nvCxnSpPr>
        <p:spPr bwMode="auto">
          <a:xfrm flipV="1">
            <a:off x="4244096" y="1512972"/>
            <a:ext cx="1164700" cy="4242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4" name="Straight Arrow Connector 223"/>
          <p:cNvCxnSpPr/>
          <p:nvPr/>
        </p:nvCxnSpPr>
        <p:spPr bwMode="auto">
          <a:xfrm flipV="1">
            <a:off x="4244095" y="1530434"/>
            <a:ext cx="1374570" cy="3933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17129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93"/>
          <p:cNvSpPr/>
          <p:nvPr/>
        </p:nvSpPr>
        <p:spPr bwMode="auto">
          <a:xfrm>
            <a:off x="-1" y="1259421"/>
            <a:ext cx="8869916" cy="553054"/>
          </a:xfrm>
          <a:custGeom>
            <a:avLst/>
            <a:gdLst>
              <a:gd name="connsiteX0" fmla="*/ 0 w 4684143"/>
              <a:gd name="connsiteY0" fmla="*/ 2277373 h 2311879"/>
              <a:gd name="connsiteX1" fmla="*/ 4684143 w 4684143"/>
              <a:gd name="connsiteY1" fmla="*/ 2311879 h 2311879"/>
              <a:gd name="connsiteX2" fmla="*/ 4563374 w 4684143"/>
              <a:gd name="connsiteY2" fmla="*/ 0 h 2311879"/>
              <a:gd name="connsiteX3" fmla="*/ 2587924 w 4684143"/>
              <a:gd name="connsiteY3" fmla="*/ 8626 h 2311879"/>
              <a:gd name="connsiteX4" fmla="*/ 0 w 4684143"/>
              <a:gd name="connsiteY4" fmla="*/ 2277373 h 2311879"/>
              <a:gd name="connsiteX0" fmla="*/ 0 w 4684143"/>
              <a:gd name="connsiteY0" fmla="*/ 2277373 h 2311879"/>
              <a:gd name="connsiteX1" fmla="*/ 4684143 w 4684143"/>
              <a:gd name="connsiteY1" fmla="*/ 2311879 h 2311879"/>
              <a:gd name="connsiteX2" fmla="*/ 4563374 w 4684143"/>
              <a:gd name="connsiteY2" fmla="*/ 0 h 2311879"/>
              <a:gd name="connsiteX3" fmla="*/ 2806809 w 4684143"/>
              <a:gd name="connsiteY3" fmla="*/ 8626 h 2311879"/>
              <a:gd name="connsiteX4" fmla="*/ 0 w 4684143"/>
              <a:gd name="connsiteY4" fmla="*/ 2277373 h 2311879"/>
              <a:gd name="connsiteX0" fmla="*/ 0 w 4684143"/>
              <a:gd name="connsiteY0" fmla="*/ 2281155 h 2315661"/>
              <a:gd name="connsiteX1" fmla="*/ 4684143 w 4684143"/>
              <a:gd name="connsiteY1" fmla="*/ 2315661 h 2315661"/>
              <a:gd name="connsiteX2" fmla="*/ 4563374 w 4684143"/>
              <a:gd name="connsiteY2" fmla="*/ 3782 h 2315661"/>
              <a:gd name="connsiteX3" fmla="*/ 525296 w 4684143"/>
              <a:gd name="connsiteY3" fmla="*/ 0 h 2315661"/>
              <a:gd name="connsiteX4" fmla="*/ 0 w 4684143"/>
              <a:gd name="connsiteY4" fmla="*/ 2281155 h 2315661"/>
              <a:gd name="connsiteX0" fmla="*/ 0 w 4421189"/>
              <a:gd name="connsiteY0" fmla="*/ 376518 h 2315661"/>
              <a:gd name="connsiteX1" fmla="*/ 4421189 w 4421189"/>
              <a:gd name="connsiteY1" fmla="*/ 2315661 h 2315661"/>
              <a:gd name="connsiteX2" fmla="*/ 4300420 w 4421189"/>
              <a:gd name="connsiteY2" fmla="*/ 3782 h 2315661"/>
              <a:gd name="connsiteX3" fmla="*/ 262342 w 4421189"/>
              <a:gd name="connsiteY3" fmla="*/ 0 h 2315661"/>
              <a:gd name="connsiteX4" fmla="*/ 0 w 4421189"/>
              <a:gd name="connsiteY4" fmla="*/ 376518 h 2315661"/>
              <a:gd name="connsiteX0" fmla="*/ 0 w 7483831"/>
              <a:gd name="connsiteY0" fmla="*/ 376518 h 376518"/>
              <a:gd name="connsiteX1" fmla="*/ 7483831 w 7483831"/>
              <a:gd name="connsiteY1" fmla="*/ 324168 h 376518"/>
              <a:gd name="connsiteX2" fmla="*/ 4300420 w 7483831"/>
              <a:gd name="connsiteY2" fmla="*/ 3782 h 376518"/>
              <a:gd name="connsiteX3" fmla="*/ 262342 w 7483831"/>
              <a:gd name="connsiteY3" fmla="*/ 0 h 376518"/>
              <a:gd name="connsiteX4" fmla="*/ 0 w 7483831"/>
              <a:gd name="connsiteY4" fmla="*/ 376518 h 376518"/>
              <a:gd name="connsiteX0" fmla="*/ 0 w 7483831"/>
              <a:gd name="connsiteY0" fmla="*/ 602285 h 602285"/>
              <a:gd name="connsiteX1" fmla="*/ 7483831 w 7483831"/>
              <a:gd name="connsiteY1" fmla="*/ 549935 h 602285"/>
              <a:gd name="connsiteX2" fmla="*/ 4277219 w 7483831"/>
              <a:gd name="connsiteY2" fmla="*/ 0 h 602285"/>
              <a:gd name="connsiteX3" fmla="*/ 262342 w 7483831"/>
              <a:gd name="connsiteY3" fmla="*/ 225767 h 602285"/>
              <a:gd name="connsiteX4" fmla="*/ 0 w 7483831"/>
              <a:gd name="connsiteY4" fmla="*/ 602285 h 602285"/>
              <a:gd name="connsiteX0" fmla="*/ 0 w 7483831"/>
              <a:gd name="connsiteY0" fmla="*/ 602285 h 602285"/>
              <a:gd name="connsiteX1" fmla="*/ 7483831 w 7483831"/>
              <a:gd name="connsiteY1" fmla="*/ 549935 h 602285"/>
              <a:gd name="connsiteX2" fmla="*/ 4277219 w 7483831"/>
              <a:gd name="connsiteY2" fmla="*/ 0 h 602285"/>
              <a:gd name="connsiteX3" fmla="*/ 262342 w 7483831"/>
              <a:gd name="connsiteY3" fmla="*/ 14830 h 602285"/>
              <a:gd name="connsiteX4" fmla="*/ 0 w 7483831"/>
              <a:gd name="connsiteY4" fmla="*/ 602285 h 60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3831" h="602285">
                <a:moveTo>
                  <a:pt x="0" y="602285"/>
                </a:moveTo>
                <a:lnTo>
                  <a:pt x="7483831" y="549935"/>
                </a:lnTo>
                <a:lnTo>
                  <a:pt x="4277219" y="0"/>
                </a:lnTo>
                <a:lnTo>
                  <a:pt x="262342" y="14830"/>
                </a:lnTo>
                <a:lnTo>
                  <a:pt x="0" y="602285"/>
                </a:lnTo>
                <a:close/>
              </a:path>
            </a:pathLst>
          </a:custGeom>
          <a:gradFill>
            <a:gsLst>
              <a:gs pos="26000">
                <a:schemeClr val="accent1">
                  <a:tint val="66000"/>
                  <a:satMod val="160000"/>
                  <a:alpha val="74000"/>
                </a:schemeClr>
              </a:gs>
              <a:gs pos="40000">
                <a:schemeClr val="accent1">
                  <a:tint val="44500"/>
                  <a:satMod val="160000"/>
                  <a:alpha val="0"/>
                  <a:lumMod val="98000"/>
                  <a:lumOff val="2000"/>
                </a:schemeClr>
              </a:gs>
              <a:gs pos="74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461" name="AutoShape 52"/>
          <p:cNvSpPr>
            <a:spLocks noChangeArrowheads="1"/>
          </p:cNvSpPr>
          <p:nvPr/>
        </p:nvSpPr>
        <p:spPr bwMode="auto">
          <a:xfrm flipV="1">
            <a:off x="3294062" y="2837507"/>
            <a:ext cx="5416550" cy="192405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066 w 21600"/>
              <a:gd name="T13" fmla="*/ 2066 h 21600"/>
              <a:gd name="T14" fmla="*/ 19534 w 21600"/>
              <a:gd name="T15" fmla="*/ 1953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1" y="21600"/>
                </a:lnTo>
                <a:lnTo>
                  <a:pt x="21069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3373437" y="2901007"/>
            <a:ext cx="5230813" cy="1868488"/>
            <a:chOff x="2023" y="1112"/>
            <a:chExt cx="3295" cy="1596"/>
          </a:xfrm>
        </p:grpSpPr>
        <p:sp>
          <p:nvSpPr>
            <p:cNvPr id="19479" name="Freeform 54"/>
            <p:cNvSpPr>
              <a:spLocks/>
            </p:cNvSpPr>
            <p:nvPr/>
          </p:nvSpPr>
          <p:spPr bwMode="auto">
            <a:xfrm>
              <a:off x="2023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0" name="Freeform 55"/>
            <p:cNvSpPr>
              <a:spLocks/>
            </p:cNvSpPr>
            <p:nvPr/>
          </p:nvSpPr>
          <p:spPr bwMode="auto">
            <a:xfrm>
              <a:off x="2261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1" name="Freeform 56"/>
            <p:cNvSpPr>
              <a:spLocks/>
            </p:cNvSpPr>
            <p:nvPr/>
          </p:nvSpPr>
          <p:spPr bwMode="auto">
            <a:xfrm>
              <a:off x="2500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2" name="Freeform 57"/>
            <p:cNvSpPr>
              <a:spLocks/>
            </p:cNvSpPr>
            <p:nvPr/>
          </p:nvSpPr>
          <p:spPr bwMode="auto">
            <a:xfrm>
              <a:off x="2732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3" name="Freeform 58"/>
            <p:cNvSpPr>
              <a:spLocks/>
            </p:cNvSpPr>
            <p:nvPr/>
          </p:nvSpPr>
          <p:spPr bwMode="auto">
            <a:xfrm>
              <a:off x="2964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4" name="Freeform 59"/>
            <p:cNvSpPr>
              <a:spLocks/>
            </p:cNvSpPr>
            <p:nvPr/>
          </p:nvSpPr>
          <p:spPr bwMode="auto">
            <a:xfrm>
              <a:off x="3203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5" name="Freeform 60"/>
            <p:cNvSpPr>
              <a:spLocks/>
            </p:cNvSpPr>
            <p:nvPr/>
          </p:nvSpPr>
          <p:spPr bwMode="auto">
            <a:xfrm>
              <a:off x="3428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6" name="Freeform 61"/>
            <p:cNvSpPr>
              <a:spLocks/>
            </p:cNvSpPr>
            <p:nvPr/>
          </p:nvSpPr>
          <p:spPr bwMode="auto">
            <a:xfrm>
              <a:off x="3660" y="1133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7" name="Freeform 62"/>
            <p:cNvSpPr>
              <a:spLocks/>
            </p:cNvSpPr>
            <p:nvPr/>
          </p:nvSpPr>
          <p:spPr bwMode="auto">
            <a:xfrm>
              <a:off x="3892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8" name="Freeform 63"/>
            <p:cNvSpPr>
              <a:spLocks/>
            </p:cNvSpPr>
            <p:nvPr/>
          </p:nvSpPr>
          <p:spPr bwMode="auto">
            <a:xfrm>
              <a:off x="4131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9" name="Freeform 64"/>
            <p:cNvSpPr>
              <a:spLocks/>
            </p:cNvSpPr>
            <p:nvPr/>
          </p:nvSpPr>
          <p:spPr bwMode="auto">
            <a:xfrm>
              <a:off x="4370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0" name="Freeform 65"/>
            <p:cNvSpPr>
              <a:spLocks/>
            </p:cNvSpPr>
            <p:nvPr/>
          </p:nvSpPr>
          <p:spPr bwMode="auto">
            <a:xfrm>
              <a:off x="4609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1" name="Freeform 66"/>
            <p:cNvSpPr>
              <a:spLocks/>
            </p:cNvSpPr>
            <p:nvPr/>
          </p:nvSpPr>
          <p:spPr bwMode="auto">
            <a:xfrm>
              <a:off x="4848" y="1112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2" name="Freeform 67"/>
            <p:cNvSpPr>
              <a:spLocks/>
            </p:cNvSpPr>
            <p:nvPr/>
          </p:nvSpPr>
          <p:spPr bwMode="auto">
            <a:xfrm>
              <a:off x="5086" y="1112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9469" name="Text Box 74"/>
          <p:cNvSpPr txBox="1">
            <a:spLocks noChangeArrowheads="1"/>
          </p:cNvSpPr>
          <p:nvPr/>
        </p:nvSpPr>
        <p:spPr bwMode="auto">
          <a:xfrm>
            <a:off x="430213" y="369888"/>
            <a:ext cx="40991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Multiplexing the Channels</a:t>
            </a:r>
          </a:p>
        </p:txBody>
      </p:sp>
      <p:sp>
        <p:nvSpPr>
          <p:cNvPr id="19473" name="Line 81"/>
          <p:cNvSpPr>
            <a:spLocks noChangeShapeType="1"/>
          </p:cNvSpPr>
          <p:nvPr/>
        </p:nvSpPr>
        <p:spPr bwMode="auto">
          <a:xfrm>
            <a:off x="430214" y="4744910"/>
            <a:ext cx="8216898" cy="214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475" name="Text Box 83"/>
          <p:cNvSpPr txBox="1">
            <a:spLocks noChangeArrowheads="1"/>
          </p:cNvSpPr>
          <p:nvPr/>
        </p:nvSpPr>
        <p:spPr bwMode="auto">
          <a:xfrm>
            <a:off x="7741997" y="4786238"/>
            <a:ext cx="4844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 i="1" dirty="0" err="1"/>
              <a:t>freq</a:t>
            </a:r>
            <a:endParaRPr lang="en-US" sz="1200" i="1" dirty="0"/>
          </a:p>
        </p:txBody>
      </p:sp>
      <p:sp>
        <p:nvSpPr>
          <p:cNvPr id="19476" name="Line 84"/>
          <p:cNvSpPr>
            <a:spLocks noChangeShapeType="1"/>
          </p:cNvSpPr>
          <p:nvPr/>
        </p:nvSpPr>
        <p:spPr bwMode="auto">
          <a:xfrm>
            <a:off x="8262937" y="490602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39" name="Line 81"/>
          <p:cNvSpPr>
            <a:spLocks noChangeShapeType="1"/>
          </p:cNvSpPr>
          <p:nvPr/>
        </p:nvSpPr>
        <p:spPr bwMode="auto">
          <a:xfrm flipV="1">
            <a:off x="795919" y="2711797"/>
            <a:ext cx="21881" cy="21634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0" name="Text Box 70"/>
          <p:cNvSpPr txBox="1">
            <a:spLocks noChangeArrowheads="1"/>
          </p:cNvSpPr>
          <p:nvPr/>
        </p:nvSpPr>
        <p:spPr bwMode="auto">
          <a:xfrm>
            <a:off x="1032588" y="3777927"/>
            <a:ext cx="164266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Data is modulated on to each of several carriers</a:t>
            </a:r>
            <a:endParaRPr lang="en-GB" dirty="0"/>
          </a:p>
        </p:txBody>
      </p:sp>
      <p:sp>
        <p:nvSpPr>
          <p:cNvPr id="44" name="Text Box 70"/>
          <p:cNvSpPr txBox="1">
            <a:spLocks noChangeArrowheads="1"/>
          </p:cNvSpPr>
          <p:nvPr/>
        </p:nvSpPr>
        <p:spPr bwMode="auto">
          <a:xfrm>
            <a:off x="4658264" y="1349837"/>
            <a:ext cx="31479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Total data to be transmitted</a:t>
            </a:r>
            <a:endParaRPr lang="en-GB" dirty="0"/>
          </a:p>
        </p:txBody>
      </p:sp>
      <p:sp>
        <p:nvSpPr>
          <p:cNvPr id="30" name="TextBox 29"/>
          <p:cNvSpPr txBox="1"/>
          <p:nvPr/>
        </p:nvSpPr>
        <p:spPr>
          <a:xfrm>
            <a:off x="1" y="1759963"/>
            <a:ext cx="9144000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00100010010101011110010010001001010101110010011001010100010100000.........</a:t>
            </a:r>
          </a:p>
        </p:txBody>
      </p:sp>
      <p:sp>
        <p:nvSpPr>
          <p:cNvPr id="31" name="Oval 30"/>
          <p:cNvSpPr/>
          <p:nvPr/>
        </p:nvSpPr>
        <p:spPr bwMode="auto">
          <a:xfrm>
            <a:off x="7781026" y="1630566"/>
            <a:ext cx="823224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6978770" y="1630566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6202393" y="1630566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4" name="Oval 33"/>
          <p:cNvSpPr/>
          <p:nvPr/>
        </p:nvSpPr>
        <p:spPr bwMode="auto">
          <a:xfrm>
            <a:off x="5382884" y="1613314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5" name="Oval 34"/>
          <p:cNvSpPr/>
          <p:nvPr/>
        </p:nvSpPr>
        <p:spPr bwMode="auto">
          <a:xfrm>
            <a:off x="4615133" y="1621940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6" name="Oval 35"/>
          <p:cNvSpPr/>
          <p:nvPr/>
        </p:nvSpPr>
        <p:spPr bwMode="auto">
          <a:xfrm>
            <a:off x="3881888" y="1630567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7" name="Oval 36"/>
          <p:cNvSpPr/>
          <p:nvPr/>
        </p:nvSpPr>
        <p:spPr bwMode="auto">
          <a:xfrm>
            <a:off x="3122763" y="1630567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8" name="Oval 37"/>
          <p:cNvSpPr/>
          <p:nvPr/>
        </p:nvSpPr>
        <p:spPr bwMode="auto">
          <a:xfrm>
            <a:off x="2372265" y="1639193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1" name="Line 77"/>
          <p:cNvSpPr>
            <a:spLocks noChangeShapeType="1"/>
          </p:cNvSpPr>
          <p:nvPr/>
        </p:nvSpPr>
        <p:spPr bwMode="auto">
          <a:xfrm>
            <a:off x="8181883" y="2168575"/>
            <a:ext cx="237497" cy="10492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5" name="Line 77"/>
          <p:cNvSpPr>
            <a:spLocks noChangeShapeType="1"/>
          </p:cNvSpPr>
          <p:nvPr/>
        </p:nvSpPr>
        <p:spPr bwMode="auto">
          <a:xfrm>
            <a:off x="7543528" y="2151323"/>
            <a:ext cx="496291" cy="100611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6" name="Line 77"/>
          <p:cNvSpPr>
            <a:spLocks noChangeShapeType="1"/>
          </p:cNvSpPr>
          <p:nvPr/>
        </p:nvSpPr>
        <p:spPr bwMode="auto">
          <a:xfrm>
            <a:off x="6767151" y="2142697"/>
            <a:ext cx="893106" cy="103199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7" name="Line 77"/>
          <p:cNvSpPr>
            <a:spLocks noChangeShapeType="1"/>
          </p:cNvSpPr>
          <p:nvPr/>
        </p:nvSpPr>
        <p:spPr bwMode="auto">
          <a:xfrm>
            <a:off x="5952226" y="2122271"/>
            <a:ext cx="1388854" cy="107830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8" name="Line 77"/>
          <p:cNvSpPr>
            <a:spLocks noChangeShapeType="1"/>
          </p:cNvSpPr>
          <p:nvPr/>
        </p:nvSpPr>
        <p:spPr bwMode="auto">
          <a:xfrm>
            <a:off x="5098211" y="2165403"/>
            <a:ext cx="1828801" cy="10696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9" name="Line 77"/>
          <p:cNvSpPr>
            <a:spLocks noChangeShapeType="1"/>
          </p:cNvSpPr>
          <p:nvPr/>
        </p:nvSpPr>
        <p:spPr bwMode="auto">
          <a:xfrm>
            <a:off x="4399471" y="2148150"/>
            <a:ext cx="2156605" cy="114731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0" name="Line 77"/>
          <p:cNvSpPr>
            <a:spLocks noChangeShapeType="1"/>
          </p:cNvSpPr>
          <p:nvPr/>
        </p:nvSpPr>
        <p:spPr bwMode="auto">
          <a:xfrm>
            <a:off x="3726611" y="2139523"/>
            <a:ext cx="2493035" cy="1207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1" name="Line 77"/>
          <p:cNvSpPr>
            <a:spLocks noChangeShapeType="1"/>
          </p:cNvSpPr>
          <p:nvPr/>
        </p:nvSpPr>
        <p:spPr bwMode="auto">
          <a:xfrm>
            <a:off x="2932981" y="2156776"/>
            <a:ext cx="2863971" cy="12163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2" name="Line 77"/>
          <p:cNvSpPr>
            <a:spLocks noChangeShapeType="1"/>
          </p:cNvSpPr>
          <p:nvPr/>
        </p:nvSpPr>
        <p:spPr bwMode="auto">
          <a:xfrm>
            <a:off x="2113471" y="2182656"/>
            <a:ext cx="3312543" cy="1285335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5" name="Oval 54"/>
          <p:cNvSpPr/>
          <p:nvPr/>
        </p:nvSpPr>
        <p:spPr bwMode="auto">
          <a:xfrm>
            <a:off x="1613140" y="1639193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6" name="Oval 55"/>
          <p:cNvSpPr/>
          <p:nvPr/>
        </p:nvSpPr>
        <p:spPr bwMode="auto">
          <a:xfrm>
            <a:off x="871269" y="1621940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7" name="Oval 56"/>
          <p:cNvSpPr/>
          <p:nvPr/>
        </p:nvSpPr>
        <p:spPr bwMode="auto">
          <a:xfrm>
            <a:off x="69014" y="1621940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8" name="Line 77"/>
          <p:cNvSpPr>
            <a:spLocks noChangeShapeType="1"/>
          </p:cNvSpPr>
          <p:nvPr/>
        </p:nvSpPr>
        <p:spPr bwMode="auto">
          <a:xfrm>
            <a:off x="1293962" y="2156776"/>
            <a:ext cx="3786997" cy="1440611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9" name="Line 77"/>
          <p:cNvSpPr>
            <a:spLocks noChangeShapeType="1"/>
          </p:cNvSpPr>
          <p:nvPr/>
        </p:nvSpPr>
        <p:spPr bwMode="auto">
          <a:xfrm>
            <a:off x="543464" y="2174030"/>
            <a:ext cx="4183812" cy="1509622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64" name="Line 77"/>
          <p:cNvSpPr>
            <a:spLocks noChangeShapeType="1"/>
          </p:cNvSpPr>
          <p:nvPr/>
        </p:nvSpPr>
        <p:spPr bwMode="auto">
          <a:xfrm>
            <a:off x="0" y="2260293"/>
            <a:ext cx="4347714" cy="1561382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65" name="Line 77"/>
          <p:cNvSpPr>
            <a:spLocks noChangeShapeType="1"/>
          </p:cNvSpPr>
          <p:nvPr/>
        </p:nvSpPr>
        <p:spPr bwMode="auto">
          <a:xfrm>
            <a:off x="-1" y="2622602"/>
            <a:ext cx="4011283" cy="1354347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66" name="Line 77"/>
          <p:cNvSpPr>
            <a:spLocks noChangeShapeType="1"/>
          </p:cNvSpPr>
          <p:nvPr/>
        </p:nvSpPr>
        <p:spPr bwMode="auto">
          <a:xfrm>
            <a:off x="0" y="2984912"/>
            <a:ext cx="3597214" cy="1147312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3" name="Text Box 70"/>
          <p:cNvSpPr txBox="1">
            <a:spLocks noChangeArrowheads="1"/>
          </p:cNvSpPr>
          <p:nvPr/>
        </p:nvSpPr>
        <p:spPr bwMode="auto">
          <a:xfrm>
            <a:off x="418235" y="5306046"/>
            <a:ext cx="406193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500" dirty="0"/>
              <a:t>Each of these is one carrier with data modulated on to it in </a:t>
            </a:r>
            <a:r>
              <a:rPr lang="en-GB" sz="1500" i="1" dirty="0"/>
              <a:t>Quadrature Amplitude Modulation </a:t>
            </a:r>
          </a:p>
          <a:p>
            <a:pPr algn="ctr"/>
            <a:r>
              <a:rPr lang="en-GB" sz="1500" dirty="0"/>
              <a:t>(QAM – a mix of amplitude and phase modulation)</a:t>
            </a:r>
          </a:p>
        </p:txBody>
      </p:sp>
      <p:sp>
        <p:nvSpPr>
          <p:cNvPr id="60" name="Line 77"/>
          <p:cNvSpPr>
            <a:spLocks noChangeShapeType="1"/>
          </p:cNvSpPr>
          <p:nvPr/>
        </p:nvSpPr>
        <p:spPr bwMode="auto">
          <a:xfrm flipV="1">
            <a:off x="2876549" y="4425958"/>
            <a:ext cx="1424545" cy="731690"/>
          </a:xfrm>
          <a:prstGeom prst="lin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61" name="Line 77"/>
          <p:cNvSpPr>
            <a:spLocks noChangeShapeType="1"/>
          </p:cNvSpPr>
          <p:nvPr/>
        </p:nvSpPr>
        <p:spPr bwMode="auto">
          <a:xfrm flipV="1">
            <a:off x="2876549" y="4422641"/>
            <a:ext cx="1045367" cy="743199"/>
          </a:xfrm>
          <a:prstGeom prst="lin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62" name="Line 77"/>
          <p:cNvSpPr>
            <a:spLocks noChangeShapeType="1"/>
          </p:cNvSpPr>
          <p:nvPr/>
        </p:nvSpPr>
        <p:spPr bwMode="auto">
          <a:xfrm flipV="1">
            <a:off x="2876549" y="4476525"/>
            <a:ext cx="692487" cy="689317"/>
          </a:xfrm>
          <a:prstGeom prst="lin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63" name="Text Box 70"/>
          <p:cNvSpPr txBox="1">
            <a:spLocks noChangeArrowheads="1"/>
          </p:cNvSpPr>
          <p:nvPr/>
        </p:nvSpPr>
        <p:spPr bwMode="auto">
          <a:xfrm>
            <a:off x="4491278" y="5553754"/>
            <a:ext cx="431075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500" dirty="0"/>
              <a:t>All these carriers are </a:t>
            </a:r>
            <a:r>
              <a:rPr lang="en-GB" sz="1500"/>
              <a:t>separate signals</a:t>
            </a:r>
            <a:endParaRPr lang="en-GB" sz="1500" dirty="0"/>
          </a:p>
        </p:txBody>
      </p:sp>
      <p:sp>
        <p:nvSpPr>
          <p:cNvPr id="3" name="Right Brace 2"/>
          <p:cNvSpPr/>
          <p:nvPr/>
        </p:nvSpPr>
        <p:spPr bwMode="auto">
          <a:xfrm rot="5400000">
            <a:off x="5837432" y="2521279"/>
            <a:ext cx="368300" cy="5378060"/>
          </a:xfrm>
          <a:prstGeom prst="rightBrace">
            <a:avLst>
              <a:gd name="adj1" fmla="val 30678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67" name="Group 62"/>
          <p:cNvGrpSpPr>
            <a:grpSpLocks/>
          </p:cNvGrpSpPr>
          <p:nvPr/>
        </p:nvGrpSpPr>
        <p:grpSpPr bwMode="auto">
          <a:xfrm>
            <a:off x="1928871" y="873380"/>
            <a:ext cx="484188" cy="461963"/>
            <a:chOff x="231" y="657"/>
            <a:chExt cx="305" cy="291"/>
          </a:xfrm>
        </p:grpSpPr>
        <p:sp>
          <p:nvSpPr>
            <p:cNvPr id="68" name="Rectangle 63"/>
            <p:cNvSpPr>
              <a:spLocks noChangeArrowheads="1"/>
            </p:cNvSpPr>
            <p:nvPr/>
          </p:nvSpPr>
          <p:spPr bwMode="auto">
            <a:xfrm>
              <a:off x="240" y="672"/>
              <a:ext cx="288" cy="249"/>
            </a:xfrm>
            <a:prstGeom prst="rect">
              <a:avLst/>
            </a:prstGeom>
            <a:solidFill>
              <a:srgbClr val="40C5E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69" name="Text Box 64"/>
            <p:cNvSpPr txBox="1">
              <a:spLocks noChangeArrowheads="1"/>
            </p:cNvSpPr>
            <p:nvPr/>
          </p:nvSpPr>
          <p:spPr bwMode="auto">
            <a:xfrm>
              <a:off x="231" y="657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A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Ch1</a:t>
              </a:r>
              <a:endParaRPr lang="en-GB" sz="1400" dirty="0">
                <a:cs typeface="Lucida Sans Unicode" pitchFamily="34" charset="0"/>
              </a:endParaRPr>
            </a:p>
          </p:txBody>
        </p:sp>
      </p:grpSp>
      <p:grpSp>
        <p:nvGrpSpPr>
          <p:cNvPr id="70" name="Group 65"/>
          <p:cNvGrpSpPr>
            <a:grpSpLocks/>
          </p:cNvGrpSpPr>
          <p:nvPr/>
        </p:nvGrpSpPr>
        <p:grpSpPr bwMode="auto">
          <a:xfrm>
            <a:off x="335021" y="873382"/>
            <a:ext cx="484188" cy="461963"/>
            <a:chOff x="235" y="1476"/>
            <a:chExt cx="305" cy="291"/>
          </a:xfrm>
        </p:grpSpPr>
        <p:sp>
          <p:nvSpPr>
            <p:cNvPr id="71" name="Rectangle 66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72" name="Text Box 67"/>
            <p:cNvSpPr txBox="1">
              <a:spLocks noChangeArrowheads="1"/>
            </p:cNvSpPr>
            <p:nvPr/>
          </p:nvSpPr>
          <p:spPr bwMode="auto">
            <a:xfrm>
              <a:off x="235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Ch1</a:t>
              </a:r>
            </a:p>
          </p:txBody>
        </p:sp>
      </p:grpSp>
      <p:grpSp>
        <p:nvGrpSpPr>
          <p:cNvPr id="73" name="Group 68"/>
          <p:cNvGrpSpPr>
            <a:grpSpLocks/>
          </p:cNvGrpSpPr>
          <p:nvPr/>
        </p:nvGrpSpPr>
        <p:grpSpPr bwMode="auto">
          <a:xfrm>
            <a:off x="871596" y="873382"/>
            <a:ext cx="484188" cy="461963"/>
            <a:chOff x="237" y="1476"/>
            <a:chExt cx="305" cy="291"/>
          </a:xfrm>
        </p:grpSpPr>
        <p:sp>
          <p:nvSpPr>
            <p:cNvPr id="74" name="Rectangle 69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75" name="Text Box 70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Ch3</a:t>
              </a:r>
            </a:p>
          </p:txBody>
        </p:sp>
      </p:grpSp>
      <p:grpSp>
        <p:nvGrpSpPr>
          <p:cNvPr id="76" name="Group 71"/>
          <p:cNvGrpSpPr>
            <a:grpSpLocks/>
          </p:cNvGrpSpPr>
          <p:nvPr/>
        </p:nvGrpSpPr>
        <p:grpSpPr bwMode="auto">
          <a:xfrm>
            <a:off x="1404996" y="873382"/>
            <a:ext cx="484188" cy="461963"/>
            <a:chOff x="237" y="1476"/>
            <a:chExt cx="305" cy="291"/>
          </a:xfrm>
        </p:grpSpPr>
        <p:sp>
          <p:nvSpPr>
            <p:cNvPr id="77" name="Rectangle 72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78" name="Text Box 73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Ch4</a:t>
              </a:r>
            </a:p>
          </p:txBody>
        </p:sp>
      </p:grpSp>
      <p:grpSp>
        <p:nvGrpSpPr>
          <p:cNvPr id="79" name="Group 74"/>
          <p:cNvGrpSpPr>
            <a:grpSpLocks/>
          </p:cNvGrpSpPr>
          <p:nvPr/>
        </p:nvGrpSpPr>
        <p:grpSpPr bwMode="auto">
          <a:xfrm>
            <a:off x="2471796" y="873382"/>
            <a:ext cx="484188" cy="461963"/>
            <a:chOff x="237" y="1476"/>
            <a:chExt cx="305" cy="291"/>
          </a:xfrm>
        </p:grpSpPr>
        <p:sp>
          <p:nvSpPr>
            <p:cNvPr id="80" name="Rectangle 75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1" name="Text Box 76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Ch3</a:t>
              </a:r>
            </a:p>
          </p:txBody>
        </p:sp>
      </p:grpSp>
      <p:grpSp>
        <p:nvGrpSpPr>
          <p:cNvPr id="82" name="Group 77"/>
          <p:cNvGrpSpPr>
            <a:grpSpLocks/>
          </p:cNvGrpSpPr>
          <p:nvPr/>
        </p:nvGrpSpPr>
        <p:grpSpPr bwMode="auto">
          <a:xfrm>
            <a:off x="2982971" y="873380"/>
            <a:ext cx="484188" cy="461963"/>
            <a:chOff x="223" y="1040"/>
            <a:chExt cx="305" cy="291"/>
          </a:xfrm>
        </p:grpSpPr>
        <p:sp>
          <p:nvSpPr>
            <p:cNvPr id="83" name="Rectangle 78"/>
            <p:cNvSpPr>
              <a:spLocks noChangeArrowheads="1"/>
            </p:cNvSpPr>
            <p:nvPr/>
          </p:nvSpPr>
          <p:spPr bwMode="auto">
            <a:xfrm>
              <a:off x="240" y="1056"/>
              <a:ext cx="288" cy="249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4" name="Text Box 79"/>
            <p:cNvSpPr txBox="1">
              <a:spLocks noChangeArrowheads="1"/>
            </p:cNvSpPr>
            <p:nvPr/>
          </p:nvSpPr>
          <p:spPr bwMode="auto">
            <a:xfrm>
              <a:off x="223" y="1040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D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Ch2</a:t>
              </a:r>
              <a:endParaRPr lang="en-GB" sz="1400" dirty="0">
                <a:cs typeface="Lucida Sans Unicode" pitchFamily="34" charset="0"/>
              </a:endParaRPr>
            </a:p>
          </p:txBody>
        </p:sp>
      </p:grpSp>
      <p:grpSp>
        <p:nvGrpSpPr>
          <p:cNvPr id="85" name="Group 112"/>
          <p:cNvGrpSpPr/>
          <p:nvPr/>
        </p:nvGrpSpPr>
        <p:grpSpPr>
          <a:xfrm>
            <a:off x="3516251" y="873379"/>
            <a:ext cx="484428" cy="461665"/>
            <a:chOff x="6988056" y="3182938"/>
            <a:chExt cx="484428" cy="461665"/>
          </a:xfrm>
        </p:grpSpPr>
        <p:sp>
          <p:nvSpPr>
            <p:cNvPr id="86" name="Rectangle 81"/>
            <p:cNvSpPr>
              <a:spLocks noChangeArrowheads="1"/>
            </p:cNvSpPr>
            <p:nvPr/>
          </p:nvSpPr>
          <p:spPr bwMode="auto">
            <a:xfrm>
              <a:off x="7015163" y="3213100"/>
              <a:ext cx="457200" cy="39591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7" name="Text Box 82"/>
            <p:cNvSpPr txBox="1">
              <a:spLocks noChangeArrowheads="1"/>
            </p:cNvSpPr>
            <p:nvPr/>
          </p:nvSpPr>
          <p:spPr bwMode="auto">
            <a:xfrm>
              <a:off x="6988056" y="3182938"/>
              <a:ext cx="4844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solidFill>
                    <a:schemeClr val="bg1"/>
                  </a:solidFill>
                  <a:cs typeface="Lucida Sans Unicode" pitchFamily="34" charset="0"/>
                </a:rPr>
                <a:t>SI</a:t>
              </a:r>
            </a:p>
            <a:p>
              <a:pPr algn="ctr"/>
              <a:r>
                <a:rPr lang="en-GB" sz="1200" dirty="0">
                  <a:solidFill>
                    <a:schemeClr val="bg1"/>
                  </a:solidFill>
                  <a:cs typeface="Lucida Sans Unicode" pitchFamily="34" charset="0"/>
                </a:rPr>
                <a:t>Ch1</a:t>
              </a:r>
            </a:p>
          </p:txBody>
        </p:sp>
      </p:grpSp>
      <p:grpSp>
        <p:nvGrpSpPr>
          <p:cNvPr id="88" name="Group 83"/>
          <p:cNvGrpSpPr>
            <a:grpSpLocks/>
          </p:cNvGrpSpPr>
          <p:nvPr/>
        </p:nvGrpSpPr>
        <p:grpSpPr bwMode="auto">
          <a:xfrm>
            <a:off x="4071996" y="873382"/>
            <a:ext cx="484188" cy="461963"/>
            <a:chOff x="237" y="1476"/>
            <a:chExt cx="305" cy="291"/>
          </a:xfrm>
        </p:grpSpPr>
        <p:sp>
          <p:nvSpPr>
            <p:cNvPr id="89" name="Rectangle 84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90" name="Text Box 85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Ch1</a:t>
              </a:r>
            </a:p>
          </p:txBody>
        </p:sp>
      </p:grpSp>
      <p:grpSp>
        <p:nvGrpSpPr>
          <p:cNvPr id="91" name="Group 86"/>
          <p:cNvGrpSpPr>
            <a:grpSpLocks/>
          </p:cNvGrpSpPr>
          <p:nvPr/>
        </p:nvGrpSpPr>
        <p:grpSpPr bwMode="auto">
          <a:xfrm>
            <a:off x="4605396" y="873382"/>
            <a:ext cx="484188" cy="461963"/>
            <a:chOff x="237" y="1476"/>
            <a:chExt cx="305" cy="291"/>
          </a:xfrm>
        </p:grpSpPr>
        <p:sp>
          <p:nvSpPr>
            <p:cNvPr id="92" name="Rectangle 87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93" name="Text Box 88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4194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74833" y="403001"/>
            <a:ext cx="7976001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9600" b="1" dirty="0"/>
              <a:t>Satellite Distribution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6567488" y="5912692"/>
            <a:ext cx="2576512" cy="5540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r>
              <a:rPr lang="en-GB" sz="1000" dirty="0"/>
              <a:t>image from</a:t>
            </a:r>
            <a:endParaRPr lang="en-GB" sz="1000" dirty="0">
              <a:hlinkClick r:id="" action="ppaction://noaction"/>
            </a:endParaRPr>
          </a:p>
          <a:p>
            <a:r>
              <a:rPr lang="en-GB" sz="1000" dirty="0">
                <a:hlinkClick r:id="" action="ppaction://noaction"/>
              </a:rPr>
              <a:t>http://upload.wikimedia.org/wikipedia/en/8/80/Sat_contribution_fig.jpg</a:t>
            </a:r>
            <a:endParaRPr lang="en-GB" sz="1000" dirty="0"/>
          </a:p>
        </p:txBody>
      </p:sp>
      <p:grpSp>
        <p:nvGrpSpPr>
          <p:cNvPr id="3" name="Group 2"/>
          <p:cNvGrpSpPr/>
          <p:nvPr/>
        </p:nvGrpSpPr>
        <p:grpSpPr>
          <a:xfrm>
            <a:off x="507255" y="3221037"/>
            <a:ext cx="8516938" cy="2579688"/>
            <a:chOff x="393700" y="2190750"/>
            <a:chExt cx="8516938" cy="2579688"/>
          </a:xfrm>
        </p:grpSpPr>
        <p:pic>
          <p:nvPicPr>
            <p:cNvPr id="28675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700" y="2190750"/>
              <a:ext cx="8516938" cy="2579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4049279" y="3267493"/>
              <a:ext cx="1205779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Video </a:t>
              </a:r>
              <a:r>
                <a:rPr lang="en-GB" sz="11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Headend</a:t>
              </a:r>
              <a:endPara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30849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81000" y="333375"/>
            <a:ext cx="1843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2400" b="1"/>
              <a:t>Satellite TV</a:t>
            </a:r>
          </a:p>
        </p:txBody>
      </p:sp>
      <p:sp>
        <p:nvSpPr>
          <p:cNvPr id="22531" name="Rectangle 6"/>
          <p:cNvSpPr>
            <a:spLocks noChangeArrowheads="1"/>
          </p:cNvSpPr>
          <p:nvPr/>
        </p:nvSpPr>
        <p:spPr bwMode="auto">
          <a:xfrm>
            <a:off x="394786" y="957209"/>
            <a:ext cx="8081963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180975" indent="-180975"/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DBS - Direct Broadcast Satellite; </a:t>
            </a:r>
            <a:r>
              <a:rPr lang="en-GB" sz="1600" dirty="0"/>
              <a:t>Broadcasting Satellite Service </a:t>
            </a:r>
            <a:endParaRPr lang="en-GB" dirty="0"/>
          </a:p>
          <a:p>
            <a:pPr marL="180975" indent="-180975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One-way broadcast</a:t>
            </a:r>
          </a:p>
          <a:p>
            <a:pPr marL="180975" indent="-180975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From a communications satellite to an end user </a:t>
            </a:r>
          </a:p>
          <a:p>
            <a:pPr marL="180975" indent="-180975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Uplink: large dish  9-12m </a:t>
            </a:r>
            <a:r>
              <a:rPr lang="en-GB" sz="1600" dirty="0" err="1">
                <a:latin typeface="Lucida Sans Unicode" pitchFamily="34" charset="0"/>
                <a:cs typeface="Lucida Sans Unicode" pitchFamily="34" charset="0"/>
              </a:rPr>
              <a:t>dia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80975" indent="-180975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Receiver - Small round or oval dish antenna &lt; 20" diameter.</a:t>
            </a:r>
          </a:p>
          <a:p>
            <a:pPr marL="180975" indent="-180975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Compressed digital signal in the K</a:t>
            </a:r>
            <a:r>
              <a:rPr lang="en-GB" sz="1600" baseline="-25000" dirty="0">
                <a:latin typeface="Lucida Sans Unicode" pitchFamily="34" charset="0"/>
                <a:cs typeface="Lucida Sans Unicode" pitchFamily="34" charset="0"/>
              </a:rPr>
              <a:t>u </a:t>
            </a: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band</a:t>
            </a:r>
          </a:p>
          <a:p>
            <a:pPr marL="628650" lvl="1" indent="-171450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(11-15GHz)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53"/>
          <a:stretch>
            <a:fillRect/>
          </a:stretch>
        </p:blipFill>
        <p:spPr bwMode="auto">
          <a:xfrm>
            <a:off x="3536885" y="2663915"/>
            <a:ext cx="5250872" cy="379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72000" y="6226175"/>
            <a:ext cx="4572000" cy="231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GB" sz="900" dirty="0">
                <a:solidFill>
                  <a:schemeClr val="accent6">
                    <a:lumMod val="50000"/>
                  </a:schemeClr>
                </a:solidFill>
              </a:rPr>
              <a:t>http://www.supersatelliteselection.com/how-satellite-tv-works.html</a:t>
            </a:r>
          </a:p>
        </p:txBody>
      </p:sp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381000" y="4722285"/>
            <a:ext cx="25943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5738" indent="-185738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buFontTx/>
              <a:buChar char="•"/>
            </a:pPr>
            <a:r>
              <a:rPr lang="en-GB" dirty="0"/>
              <a:t>Reception affected by </a:t>
            </a:r>
          </a:p>
          <a:p>
            <a:pPr lvl="1">
              <a:buFontTx/>
              <a:buChar char="•"/>
            </a:pPr>
            <a:r>
              <a:rPr lang="en-GB" dirty="0"/>
              <a:t>rain</a:t>
            </a:r>
          </a:p>
          <a:p>
            <a:pPr lvl="1">
              <a:buFontTx/>
              <a:buChar char="•"/>
            </a:pPr>
            <a:r>
              <a:rPr lang="en-GB" dirty="0"/>
              <a:t>solar activity</a:t>
            </a:r>
          </a:p>
        </p:txBody>
      </p:sp>
    </p:spTree>
    <p:extLst>
      <p:ext uri="{BB962C8B-B14F-4D97-AF65-F5344CB8AC3E}">
        <p14:creationId xmlns:p14="http://schemas.microsoft.com/office/powerpoint/2010/main" val="32977453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5"/>
          <p:cNvSpPr txBox="1">
            <a:spLocks noChangeArrowheads="1"/>
          </p:cNvSpPr>
          <p:nvPr/>
        </p:nvSpPr>
        <p:spPr bwMode="auto">
          <a:xfrm>
            <a:off x="381000" y="333375"/>
            <a:ext cx="3086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2400" b="1">
                <a:cs typeface="Lucida Sans Unicode" pitchFamily="34" charset="0"/>
              </a:rPr>
              <a:t>Geostationary Orbit</a:t>
            </a:r>
          </a:p>
        </p:txBody>
      </p:sp>
      <p:pic>
        <p:nvPicPr>
          <p:cNvPr id="140290" name="Picture 2" descr="http://www.wotsat.com/sites/19/images/article_images_month/2012-02/freesat%20and%20sky%20271.jpg"/>
          <p:cNvPicPr>
            <a:picLocks noChangeAspect="1" noChangeArrowheads="1"/>
          </p:cNvPicPr>
          <p:nvPr/>
        </p:nvPicPr>
        <p:blipFill>
          <a:blip r:embed="rId2" cstate="print"/>
          <a:srcRect l="3738" t="3296" r="3044" b="3424"/>
          <a:stretch>
            <a:fillRect/>
          </a:stretch>
        </p:blipFill>
        <p:spPr bwMode="auto">
          <a:xfrm>
            <a:off x="6146357" y="2870421"/>
            <a:ext cx="2663687" cy="2194560"/>
          </a:xfrm>
          <a:prstGeom prst="rect">
            <a:avLst/>
          </a:prstGeom>
          <a:noFill/>
        </p:spPr>
      </p:pic>
      <p:pic>
        <p:nvPicPr>
          <p:cNvPr id="7" name="Picture 2" descr="http://www.ses-gs.com/wp-content/uploads/2010/08/Egnos.png"/>
          <p:cNvPicPr>
            <a:picLocks noChangeAspect="1" noChangeArrowheads="1"/>
          </p:cNvPicPr>
          <p:nvPr/>
        </p:nvPicPr>
        <p:blipFill>
          <a:blip r:embed="rId3" cstate="print"/>
          <a:srcRect l="1803" t="1577" r="871" b="1374"/>
          <a:stretch>
            <a:fillRect/>
          </a:stretch>
        </p:blipFill>
        <p:spPr bwMode="auto">
          <a:xfrm>
            <a:off x="393700" y="707667"/>
            <a:ext cx="4545513" cy="3371352"/>
          </a:xfrm>
          <a:prstGeom prst="rect">
            <a:avLst/>
          </a:prstGeom>
          <a:noFill/>
        </p:spPr>
      </p:pic>
      <p:sp>
        <p:nvSpPr>
          <p:cNvPr id="23555" name="Rectangle 6"/>
          <p:cNvSpPr>
            <a:spLocks noChangeArrowheads="1"/>
          </p:cNvSpPr>
          <p:nvPr/>
        </p:nvSpPr>
        <p:spPr bwMode="auto">
          <a:xfrm>
            <a:off x="393701" y="4331996"/>
            <a:ext cx="527558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190500" indent="-190500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appears as a fixed position to an earth-based observer</a:t>
            </a:r>
          </a:p>
          <a:p>
            <a:pPr marL="190500" indent="-190500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revolves around the earth at a constant speed once per day over the equator</a:t>
            </a:r>
            <a:endParaRPr lang="en-GB" sz="1100" dirty="0">
              <a:latin typeface="Lucida Sans Unicode" pitchFamily="34" charset="0"/>
              <a:cs typeface="Lucida Sans Unicode" pitchFamily="34" charset="0"/>
            </a:endParaRPr>
          </a:p>
          <a:p>
            <a:pPr marL="190500" indent="-190500">
              <a:buFontTx/>
              <a:buChar char="•"/>
            </a:pP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90500" indent="-190500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ground based antennae - no need for expensive tracking equipment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3021496" y="1264257"/>
            <a:ext cx="1518699" cy="278296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34031" y="930303"/>
            <a:ext cx="1338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Lucida Sans Unicode" pitchFamily="34" charset="0"/>
              </a:rPr>
              <a:t>36,000 km</a:t>
            </a:r>
          </a:p>
          <a:p>
            <a:r>
              <a:rPr lang="en-GB" sz="1200" dirty="0">
                <a:latin typeface="Lucida Sans Unicode" pitchFamily="34" charset="0"/>
              </a:rPr>
              <a:t>= 22,250 miles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5751576" y="848758"/>
            <a:ext cx="3392424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Some satellite data …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SES Astra satellites located at 28.2° east (Astra 2A/2B/2C/2D)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sz="1200" dirty="0" err="1">
                <a:latin typeface="Lucida Sans Unicode" pitchFamily="34" charset="0"/>
                <a:cs typeface="Lucida Sans Unicode" pitchFamily="34" charset="0"/>
              </a:rPr>
              <a:t>Eutelsat's</a:t>
            </a:r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 </a:t>
            </a:r>
            <a:r>
              <a:rPr lang="en-GB" sz="1200" dirty="0" err="1">
                <a:latin typeface="Lucida Sans Unicode" pitchFamily="34" charset="0"/>
                <a:cs typeface="Lucida Sans Unicode" pitchFamily="34" charset="0"/>
              </a:rPr>
              <a:t>Eurobird</a:t>
            </a:r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 1 satellite at 28.5°E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6273580" y="5149270"/>
            <a:ext cx="26398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79388" indent="-179388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receiver dish parameters</a:t>
            </a:r>
          </a:p>
        </p:txBody>
      </p:sp>
    </p:spTree>
    <p:extLst>
      <p:ext uri="{BB962C8B-B14F-4D97-AF65-F5344CB8AC3E}">
        <p14:creationId xmlns:p14="http://schemas.microsoft.com/office/powerpoint/2010/main" val="7236310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201" y="1914525"/>
            <a:ext cx="7006175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Text Box 6"/>
          <p:cNvSpPr txBox="1">
            <a:spLocks noChangeArrowheads="1"/>
          </p:cNvSpPr>
          <p:nvPr/>
        </p:nvSpPr>
        <p:spPr bwMode="auto">
          <a:xfrm>
            <a:off x="381000" y="333375"/>
            <a:ext cx="364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2400" b="1" dirty="0"/>
              <a:t>Satellite Transponders</a:t>
            </a:r>
          </a:p>
        </p:txBody>
      </p:sp>
      <p:sp>
        <p:nvSpPr>
          <p:cNvPr id="26628" name="TextBox 10"/>
          <p:cNvSpPr txBox="1">
            <a:spLocks noChangeArrowheads="1"/>
          </p:cNvSpPr>
          <p:nvPr/>
        </p:nvSpPr>
        <p:spPr bwMode="auto">
          <a:xfrm>
            <a:off x="395288" y="3023955"/>
            <a:ext cx="22574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 dirty="0"/>
              <a:t>24 x 36MHz channels in 6GHz band</a:t>
            </a:r>
          </a:p>
        </p:txBody>
      </p:sp>
      <p:sp>
        <p:nvSpPr>
          <p:cNvPr id="26629" name="TextBox 12"/>
          <p:cNvSpPr txBox="1">
            <a:spLocks noChangeArrowheads="1"/>
          </p:cNvSpPr>
          <p:nvPr/>
        </p:nvSpPr>
        <p:spPr bwMode="auto">
          <a:xfrm>
            <a:off x="5567046" y="2537526"/>
            <a:ext cx="2667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 dirty="0"/>
              <a:t>24 x 36MHz transmission channels in 11GHz band</a:t>
            </a: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395288" y="837116"/>
            <a:ext cx="8545513" cy="1520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190500" indent="-190500">
              <a:lnSpc>
                <a:spcPct val="120000"/>
              </a:lnSpc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Each Transponder is a separate transceiver or repeater</a:t>
            </a:r>
          </a:p>
          <a:p>
            <a:pPr marL="190500" indent="-190500">
              <a:lnSpc>
                <a:spcPct val="120000"/>
              </a:lnSpc>
              <a:buFontTx/>
              <a:buChar char="•"/>
            </a:pPr>
            <a:r>
              <a:rPr lang="en-GB" dirty="0">
                <a:cs typeface="Lucida Sans Unicode" pitchFamily="34" charset="0"/>
              </a:rPr>
              <a:t>Each transmission channel is a multiplex of several  digital TV channels</a:t>
            </a:r>
          </a:p>
          <a:p>
            <a:pPr marL="190500" indent="-190500">
              <a:lnSpc>
                <a:spcPct val="120000"/>
              </a:lnSpc>
              <a:buFontTx/>
              <a:buChar char="•"/>
            </a:pPr>
            <a:r>
              <a:rPr lang="en-GB" dirty="0">
                <a:cs typeface="Lucida Sans Unicode" pitchFamily="34" charset="0"/>
              </a:rPr>
              <a:t>(note – bigger transmission channels than DTT </a:t>
            </a:r>
          </a:p>
          <a:p>
            <a:pPr marL="190500" indent="-190500">
              <a:lnSpc>
                <a:spcPct val="120000"/>
              </a:lnSpc>
              <a:buFontTx/>
              <a:buChar char="•"/>
            </a:pPr>
            <a:r>
              <a:rPr lang="en-GB" dirty="0">
                <a:cs typeface="Lucida Sans Unicode" pitchFamily="34" charset="0"/>
              </a:rPr>
              <a:t>∴ many more TV channels in each multiplex)</a:t>
            </a:r>
          </a:p>
          <a:p>
            <a:pPr marL="190500" indent="-190500">
              <a:buFontTx/>
              <a:buChar char="•"/>
            </a:pP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129300"/>
            <a:ext cx="4572000" cy="254000"/>
          </a:xfrm>
          <a:prstGeom prst="rect">
            <a:avLst/>
          </a:prstGeom>
          <a:solidFill>
            <a:srgbClr val="9999FF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GB" sz="1000" dirty="0">
                <a:solidFill>
                  <a:schemeClr val="accent2">
                    <a:lumMod val="20000"/>
                    <a:lumOff val="80000"/>
                  </a:schemeClr>
                </a:solidFill>
                <a:hlinkClick r:id="rId3"/>
              </a:rPr>
              <a:t>http://www.dream.com.ph/howdreamworks/hwd_schematic.asp</a:t>
            </a:r>
            <a:r>
              <a:rPr lang="en-GB" sz="1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</a:t>
            </a:r>
          </a:p>
        </p:txBody>
      </p:sp>
      <p:sp>
        <p:nvSpPr>
          <p:cNvPr id="26633" name="AutoShape 11"/>
          <p:cNvSpPr>
            <a:spLocks noChangeArrowheads="1"/>
          </p:cNvSpPr>
          <p:nvPr/>
        </p:nvSpPr>
        <p:spPr bwMode="auto">
          <a:xfrm rot="-2588343">
            <a:off x="1979193" y="4150714"/>
            <a:ext cx="1028700" cy="417512"/>
          </a:xfrm>
          <a:prstGeom prst="rightArrow">
            <a:avLst>
              <a:gd name="adj1" fmla="val 47574"/>
              <a:gd name="adj2" fmla="val 78183"/>
            </a:avLst>
          </a:prstGeom>
          <a:solidFill>
            <a:schemeClr val="hlink">
              <a:alpha val="79999"/>
            </a:schemeClr>
          </a:solidFill>
          <a:ln w="9525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800"/>
          </a:p>
        </p:txBody>
      </p:sp>
      <p:sp>
        <p:nvSpPr>
          <p:cNvPr id="26634" name="AutoShape 12"/>
          <p:cNvSpPr>
            <a:spLocks noChangeArrowheads="1"/>
          </p:cNvSpPr>
          <p:nvPr/>
        </p:nvSpPr>
        <p:spPr bwMode="auto">
          <a:xfrm rot="2811657">
            <a:off x="3991769" y="3726657"/>
            <a:ext cx="1028700" cy="417512"/>
          </a:xfrm>
          <a:prstGeom prst="rightArrow">
            <a:avLst>
              <a:gd name="adj1" fmla="val 47574"/>
              <a:gd name="adj2" fmla="val 78183"/>
            </a:avLst>
          </a:prstGeom>
          <a:solidFill>
            <a:schemeClr val="hlink">
              <a:alpha val="79999"/>
            </a:schemeClr>
          </a:solidFill>
          <a:ln w="9525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800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351727" y="3092966"/>
            <a:ext cx="3600450" cy="279400"/>
            <a:chOff x="1218" y="3028"/>
            <a:chExt cx="3108" cy="212"/>
          </a:xfrm>
        </p:grpSpPr>
        <p:pic>
          <p:nvPicPr>
            <p:cNvPr id="26637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0" y="3028"/>
              <a:ext cx="1932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38" name="Rectangle 15"/>
            <p:cNvSpPr>
              <a:spLocks noChangeArrowheads="1"/>
            </p:cNvSpPr>
            <p:nvPr/>
          </p:nvSpPr>
          <p:spPr bwMode="auto">
            <a:xfrm>
              <a:off x="3804" y="3030"/>
              <a:ext cx="144" cy="21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 sz="1800"/>
            </a:p>
          </p:txBody>
        </p:sp>
        <p:sp>
          <p:nvSpPr>
            <p:cNvPr id="26639" name="Rectangle 16"/>
            <p:cNvSpPr>
              <a:spLocks noChangeArrowheads="1"/>
            </p:cNvSpPr>
            <p:nvPr/>
          </p:nvSpPr>
          <p:spPr bwMode="auto">
            <a:xfrm>
              <a:off x="1638" y="3030"/>
              <a:ext cx="216" cy="21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 sz="1800"/>
            </a:p>
          </p:txBody>
        </p:sp>
        <p:sp>
          <p:nvSpPr>
            <p:cNvPr id="26640" name="Rectangle 17"/>
            <p:cNvSpPr>
              <a:spLocks noChangeArrowheads="1"/>
            </p:cNvSpPr>
            <p:nvPr/>
          </p:nvSpPr>
          <p:spPr bwMode="auto">
            <a:xfrm>
              <a:off x="3930" y="3030"/>
              <a:ext cx="204" cy="210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 sz="1800"/>
            </a:p>
          </p:txBody>
        </p:sp>
        <p:sp>
          <p:nvSpPr>
            <p:cNvPr id="26641" name="Rectangle 18"/>
            <p:cNvSpPr>
              <a:spLocks noChangeArrowheads="1"/>
            </p:cNvSpPr>
            <p:nvPr/>
          </p:nvSpPr>
          <p:spPr bwMode="auto">
            <a:xfrm>
              <a:off x="1404" y="3030"/>
              <a:ext cx="246" cy="210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 sz="1800"/>
            </a:p>
          </p:txBody>
        </p:sp>
        <p:sp>
          <p:nvSpPr>
            <p:cNvPr id="26642" name="Rectangle 19"/>
            <p:cNvSpPr>
              <a:spLocks noChangeArrowheads="1"/>
            </p:cNvSpPr>
            <p:nvPr/>
          </p:nvSpPr>
          <p:spPr bwMode="auto">
            <a:xfrm>
              <a:off x="4122" y="3030"/>
              <a:ext cx="204" cy="2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 sz="1800"/>
            </a:p>
          </p:txBody>
        </p:sp>
        <p:sp>
          <p:nvSpPr>
            <p:cNvPr id="26643" name="Rectangle 20"/>
            <p:cNvSpPr>
              <a:spLocks noChangeArrowheads="1"/>
            </p:cNvSpPr>
            <p:nvPr/>
          </p:nvSpPr>
          <p:spPr bwMode="auto">
            <a:xfrm>
              <a:off x="1218" y="3030"/>
              <a:ext cx="216" cy="2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 sz="1800"/>
            </a:p>
          </p:txBody>
        </p:sp>
      </p:grpSp>
      <p:sp>
        <p:nvSpPr>
          <p:cNvPr id="22" name="AutoShape 12"/>
          <p:cNvSpPr>
            <a:spLocks noChangeArrowheads="1"/>
          </p:cNvSpPr>
          <p:nvPr/>
        </p:nvSpPr>
        <p:spPr bwMode="auto">
          <a:xfrm rot="2811657">
            <a:off x="5884662" y="5266523"/>
            <a:ext cx="483759" cy="174483"/>
          </a:xfrm>
          <a:prstGeom prst="rightArrow">
            <a:avLst>
              <a:gd name="adj1" fmla="val 47574"/>
              <a:gd name="adj2" fmla="val 78183"/>
            </a:avLst>
          </a:prstGeom>
          <a:solidFill>
            <a:schemeClr val="hlink">
              <a:alpha val="79999"/>
            </a:schemeClr>
          </a:solidFill>
          <a:ln w="9525" algn="ctr">
            <a:solidFill>
              <a:schemeClr val="accent2"/>
            </a:solidFill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618078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5" name="Picture 6" descr="Clipboard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388" y="4606925"/>
            <a:ext cx="180975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 Box 7"/>
          <p:cNvSpPr txBox="1">
            <a:spLocks noChangeArrowheads="1"/>
          </p:cNvSpPr>
          <p:nvPr/>
        </p:nvSpPr>
        <p:spPr bwMode="auto">
          <a:xfrm>
            <a:off x="5640588" y="4950410"/>
            <a:ext cx="140294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dirty="0">
                <a:cs typeface="Lucida Sans Unicode" pitchFamily="34" charset="0"/>
              </a:rPr>
              <a:t>Feeder Horn</a:t>
            </a:r>
          </a:p>
        </p:txBody>
      </p:sp>
      <p:sp>
        <p:nvSpPr>
          <p:cNvPr id="28677" name="Line 8"/>
          <p:cNvSpPr>
            <a:spLocks noChangeShapeType="1"/>
          </p:cNvSpPr>
          <p:nvPr/>
        </p:nvSpPr>
        <p:spPr bwMode="auto">
          <a:xfrm flipH="1" flipV="1">
            <a:off x="4383088" y="4929188"/>
            <a:ext cx="1130300" cy="122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 sz="160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8678" name="Text Box 9"/>
          <p:cNvSpPr txBox="1">
            <a:spLocks noChangeArrowheads="1"/>
          </p:cNvSpPr>
          <p:nvPr/>
        </p:nvSpPr>
        <p:spPr bwMode="auto">
          <a:xfrm>
            <a:off x="5146270" y="5996573"/>
            <a:ext cx="10358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>
                <a:cs typeface="Lucida Sans Unicode" pitchFamily="34" charset="0"/>
              </a:rPr>
              <a:t>LNB Unit</a:t>
            </a:r>
          </a:p>
        </p:txBody>
      </p:sp>
      <p:sp>
        <p:nvSpPr>
          <p:cNvPr id="28679" name="Text Box 10"/>
          <p:cNvSpPr txBox="1">
            <a:spLocks noChangeArrowheads="1"/>
          </p:cNvSpPr>
          <p:nvPr/>
        </p:nvSpPr>
        <p:spPr bwMode="auto">
          <a:xfrm>
            <a:off x="381000" y="333375"/>
            <a:ext cx="350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2400" b="1"/>
              <a:t>LNB - Low Noise Block</a:t>
            </a:r>
          </a:p>
        </p:txBody>
      </p:sp>
      <p:sp>
        <p:nvSpPr>
          <p:cNvPr id="28680" name="Rectangle 11"/>
          <p:cNvSpPr>
            <a:spLocks noChangeArrowheads="1"/>
          </p:cNvSpPr>
          <p:nvPr/>
        </p:nvSpPr>
        <p:spPr bwMode="auto">
          <a:xfrm>
            <a:off x="4031940" y="1486357"/>
            <a:ext cx="4905375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179388" indent="-17938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sz="1600" dirty="0" err="1">
                <a:latin typeface="Lucida Sans Unicode" pitchFamily="34" charset="0"/>
                <a:cs typeface="Lucida Sans Unicode" pitchFamily="34" charset="0"/>
              </a:rPr>
              <a:t>Superheterodyne</a:t>
            </a: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 principle   </a:t>
            </a:r>
            <a:r>
              <a:rPr lang="en-GB" sz="16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next slide … </a:t>
            </a:r>
          </a:p>
          <a:p>
            <a:pPr marL="179388" indent="-17938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Receives wide band of relatively high frequencies ...</a:t>
            </a:r>
          </a:p>
          <a:p>
            <a:pPr marL="179388" indent="-17938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Amplify and convert them to much lower frequency - intermediate frequency, IF</a:t>
            </a:r>
          </a:p>
          <a:p>
            <a:pPr marL="179388" lvl="1" indent="-17938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IF: 900 – 2100 MHz)</a:t>
            </a:r>
          </a:p>
          <a:p>
            <a:pPr marL="179388" indent="-17938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Lower frequencies - much less attenuation in cables on user end </a:t>
            </a:r>
          </a:p>
          <a:p>
            <a:pPr marL="179388" indent="-17938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Easier and cheaper circuit design for lower frequencies </a:t>
            </a:r>
          </a:p>
        </p:txBody>
      </p:sp>
      <p:pic>
        <p:nvPicPr>
          <p:cNvPr id="9" name="Picture 5" descr="Clipboard0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1089798"/>
            <a:ext cx="3482975" cy="463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26698C-A07B-4F7D-BAC8-8F5E5CA8CF16}"/>
              </a:ext>
            </a:extLst>
          </p:cNvPr>
          <p:cNvSpPr txBox="1"/>
          <p:nvPr/>
        </p:nvSpPr>
        <p:spPr>
          <a:xfrm>
            <a:off x="4044640" y="660325"/>
            <a:ext cx="4625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Signal is polarised in horizontal or vertical plane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LNB: waveguide with H / V detector </a:t>
            </a:r>
          </a:p>
        </p:txBody>
      </p:sp>
    </p:spTree>
    <p:extLst>
      <p:ext uri="{BB962C8B-B14F-4D97-AF65-F5344CB8AC3E}">
        <p14:creationId xmlns:p14="http://schemas.microsoft.com/office/powerpoint/2010/main" val="28039361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4"/>
          <p:cNvSpPr txBox="1">
            <a:spLocks noChangeArrowheads="1"/>
          </p:cNvSpPr>
          <p:nvPr/>
        </p:nvSpPr>
        <p:spPr bwMode="auto">
          <a:xfrm>
            <a:off x="393700" y="331788"/>
            <a:ext cx="55118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9600" b="1"/>
              <a:t>Cable TV</a:t>
            </a:r>
            <a:endParaRPr lang="en-US" sz="9600" b="1"/>
          </a:p>
        </p:txBody>
      </p:sp>
      <p:pic>
        <p:nvPicPr>
          <p:cNvPr id="50179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95675"/>
            <a:ext cx="2943225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75" y="2085975"/>
            <a:ext cx="61372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68556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/>
          <p:cNvSpPr/>
          <p:nvPr/>
        </p:nvSpPr>
        <p:spPr bwMode="auto">
          <a:xfrm>
            <a:off x="864" y="4429332"/>
            <a:ext cx="4994998" cy="2428703"/>
          </a:xfrm>
          <a:prstGeom prst="rect">
            <a:avLst/>
          </a:prstGeom>
          <a:solidFill>
            <a:schemeClr val="tx1">
              <a:alpha val="21961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4230963" y="3339655"/>
            <a:ext cx="725501" cy="947363"/>
          </a:xfrm>
          <a:prstGeom prst="rect">
            <a:avLst/>
          </a:prstGeom>
          <a:solidFill>
            <a:srgbClr val="FF3300">
              <a:alpha val="21961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20" y="1439943"/>
            <a:ext cx="4226333" cy="2840165"/>
          </a:xfrm>
          <a:prstGeom prst="rect">
            <a:avLst/>
          </a:prstGeom>
          <a:solidFill>
            <a:srgbClr val="FF3300">
              <a:alpha val="21961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4993068" y="2579558"/>
            <a:ext cx="4150931" cy="4278441"/>
          </a:xfrm>
          <a:prstGeom prst="rect">
            <a:avLst/>
          </a:prstGeom>
          <a:solidFill>
            <a:schemeClr val="tx1">
              <a:alpha val="21961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4249804" y="1502341"/>
            <a:ext cx="454539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 dirty="0"/>
              <a:t>Hybrid networks: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fibre's reliability and bandwidth benefits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lower cost than a pure fibre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utilising existing copper plant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399527" y="843671"/>
            <a:ext cx="75977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b="1" dirty="0"/>
              <a:t>HFC network - hybrid fibre-coax network</a:t>
            </a:r>
          </a:p>
          <a:p>
            <a:r>
              <a:rPr lang="en-GB" dirty="0"/>
              <a:t>Combine both optical-fibre and coaxial cable lines.</a:t>
            </a:r>
            <a:r>
              <a:rPr lang="en-GB" b="1" dirty="0"/>
              <a:t> 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574264" y="2635567"/>
            <a:ext cx="7121524" cy="3095626"/>
            <a:chOff x="889" y="1248"/>
            <a:chExt cx="4486" cy="1950"/>
          </a:xfrm>
        </p:grpSpPr>
        <p:sp>
          <p:nvSpPr>
            <p:cNvPr id="37895" name="Line 7"/>
            <p:cNvSpPr>
              <a:spLocks noChangeShapeType="1"/>
            </p:cNvSpPr>
            <p:nvPr/>
          </p:nvSpPr>
          <p:spPr bwMode="auto">
            <a:xfrm>
              <a:off x="2304" y="2064"/>
              <a:ext cx="624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3072" y="1536"/>
              <a:ext cx="1104" cy="1056"/>
              <a:chOff x="3120" y="1200"/>
              <a:chExt cx="576" cy="1056"/>
            </a:xfrm>
          </p:grpSpPr>
          <p:sp>
            <p:nvSpPr>
              <p:cNvPr id="37932" name="Line 9"/>
              <p:cNvSpPr>
                <a:spLocks noChangeShapeType="1"/>
              </p:cNvSpPr>
              <p:nvPr/>
            </p:nvSpPr>
            <p:spPr bwMode="auto">
              <a:xfrm>
                <a:off x="3120" y="1200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33" name="Line 10"/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34" name="Line 11"/>
              <p:cNvSpPr>
                <a:spLocks noChangeShapeType="1"/>
              </p:cNvSpPr>
              <p:nvPr/>
            </p:nvSpPr>
            <p:spPr bwMode="auto">
              <a:xfrm>
                <a:off x="3120" y="1728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35" name="Line 12"/>
              <p:cNvSpPr>
                <a:spLocks noChangeShapeType="1"/>
              </p:cNvSpPr>
              <p:nvPr/>
            </p:nvSpPr>
            <p:spPr bwMode="auto">
              <a:xfrm>
                <a:off x="3120" y="1200"/>
                <a:ext cx="0" cy="10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7897" name="Line 13"/>
            <p:cNvSpPr>
              <a:spLocks noChangeShapeType="1"/>
            </p:cNvSpPr>
            <p:nvPr/>
          </p:nvSpPr>
          <p:spPr bwMode="auto">
            <a:xfrm>
              <a:off x="3984" y="2064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898" name="Line 14"/>
            <p:cNvSpPr>
              <a:spLocks noChangeShapeType="1"/>
            </p:cNvSpPr>
            <p:nvPr/>
          </p:nvSpPr>
          <p:spPr bwMode="auto">
            <a:xfrm>
              <a:off x="3888" y="1776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4907" y="2005"/>
              <a:ext cx="436" cy="144"/>
              <a:chOff x="4283" y="1669"/>
              <a:chExt cx="912" cy="144"/>
            </a:xfrm>
          </p:grpSpPr>
          <p:sp>
            <p:nvSpPr>
              <p:cNvPr id="37928" name="Line 16"/>
              <p:cNvSpPr>
                <a:spLocks noChangeShapeType="1"/>
              </p:cNvSpPr>
              <p:nvPr/>
            </p:nvSpPr>
            <p:spPr bwMode="auto">
              <a:xfrm>
                <a:off x="4283" y="1669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29" name="Line 17"/>
              <p:cNvSpPr>
                <a:spLocks noChangeShapeType="1"/>
              </p:cNvSpPr>
              <p:nvPr/>
            </p:nvSpPr>
            <p:spPr bwMode="auto">
              <a:xfrm>
                <a:off x="4283" y="1717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30" name="Line 18"/>
              <p:cNvSpPr>
                <a:spLocks noChangeShapeType="1"/>
              </p:cNvSpPr>
              <p:nvPr/>
            </p:nvSpPr>
            <p:spPr bwMode="auto">
              <a:xfrm>
                <a:off x="4283" y="1765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31" name="Line 19"/>
              <p:cNvSpPr>
                <a:spLocks noChangeShapeType="1"/>
              </p:cNvSpPr>
              <p:nvPr/>
            </p:nvSpPr>
            <p:spPr bwMode="auto">
              <a:xfrm>
                <a:off x="4283" y="1813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7900" name="Text Box 20"/>
            <p:cNvSpPr txBox="1">
              <a:spLocks noChangeArrowheads="1"/>
            </p:cNvSpPr>
            <p:nvPr/>
          </p:nvSpPr>
          <p:spPr bwMode="auto">
            <a:xfrm>
              <a:off x="4560" y="1968"/>
              <a:ext cx="383" cy="224"/>
            </a:xfrm>
            <a:prstGeom prst="rect">
              <a:avLst/>
            </a:prstGeom>
            <a:solidFill>
              <a:srgbClr val="9933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b="1">
                  <a:solidFill>
                    <a:schemeClr val="bg1"/>
                  </a:solidFill>
                </a:rPr>
                <a:t>TAP</a:t>
              </a:r>
              <a:endParaRPr lang="en-GB" sz="1800"/>
            </a:p>
          </p:txBody>
        </p:sp>
        <p:sp>
          <p:nvSpPr>
            <p:cNvPr id="37901" name="AutoShape 21"/>
            <p:cNvSpPr>
              <a:spLocks noChangeArrowheads="1"/>
            </p:cNvSpPr>
            <p:nvPr/>
          </p:nvSpPr>
          <p:spPr bwMode="auto">
            <a:xfrm rot="-5400000">
              <a:off x="3695" y="1971"/>
              <a:ext cx="346" cy="2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00 h 21600"/>
                <a:gd name="T14" fmla="*/ 17105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3984" y="1248"/>
              <a:ext cx="1343" cy="624"/>
              <a:chOff x="3376" y="1440"/>
              <a:chExt cx="1343" cy="624"/>
            </a:xfrm>
          </p:grpSpPr>
          <p:sp>
            <p:nvSpPr>
              <p:cNvPr id="37919" name="Line 23"/>
              <p:cNvSpPr>
                <a:spLocks noChangeShapeType="1"/>
              </p:cNvSpPr>
              <p:nvPr/>
            </p:nvSpPr>
            <p:spPr bwMode="auto">
              <a:xfrm>
                <a:off x="3600" y="1728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20" name="Line 24"/>
              <p:cNvSpPr>
                <a:spLocks noChangeShapeType="1"/>
              </p:cNvSpPr>
              <p:nvPr/>
            </p:nvSpPr>
            <p:spPr bwMode="auto">
              <a:xfrm>
                <a:off x="3504" y="1440"/>
                <a:ext cx="0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6" name="Group 25"/>
              <p:cNvGrpSpPr>
                <a:grpSpLocks/>
              </p:cNvGrpSpPr>
              <p:nvPr/>
            </p:nvGrpSpPr>
            <p:grpSpPr bwMode="auto">
              <a:xfrm>
                <a:off x="4283" y="1669"/>
                <a:ext cx="436" cy="144"/>
                <a:chOff x="4283" y="1669"/>
                <a:chExt cx="912" cy="144"/>
              </a:xfrm>
            </p:grpSpPr>
            <p:sp>
              <p:nvSpPr>
                <p:cNvPr id="37924" name="Line 26"/>
                <p:cNvSpPr>
                  <a:spLocks noChangeShapeType="1"/>
                </p:cNvSpPr>
                <p:nvPr/>
              </p:nvSpPr>
              <p:spPr bwMode="auto">
                <a:xfrm>
                  <a:off x="4283" y="1669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925" name="Line 27"/>
                <p:cNvSpPr>
                  <a:spLocks noChangeShapeType="1"/>
                </p:cNvSpPr>
                <p:nvPr/>
              </p:nvSpPr>
              <p:spPr bwMode="auto">
                <a:xfrm>
                  <a:off x="4283" y="1717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926" name="Line 28"/>
                <p:cNvSpPr>
                  <a:spLocks noChangeShapeType="1"/>
                </p:cNvSpPr>
                <p:nvPr/>
              </p:nvSpPr>
              <p:spPr bwMode="auto">
                <a:xfrm>
                  <a:off x="4283" y="1765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927" name="Line 29"/>
                <p:cNvSpPr>
                  <a:spLocks noChangeShapeType="1"/>
                </p:cNvSpPr>
                <p:nvPr/>
              </p:nvSpPr>
              <p:spPr bwMode="auto">
                <a:xfrm>
                  <a:off x="4283" y="1813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37922" name="Text Box 30"/>
              <p:cNvSpPr txBox="1">
                <a:spLocks noChangeArrowheads="1"/>
              </p:cNvSpPr>
              <p:nvPr/>
            </p:nvSpPr>
            <p:spPr bwMode="auto">
              <a:xfrm>
                <a:off x="3936" y="1632"/>
                <a:ext cx="383" cy="224"/>
              </a:xfrm>
              <a:prstGeom prst="rect">
                <a:avLst/>
              </a:prstGeom>
              <a:solidFill>
                <a:srgbClr val="993366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b="1">
                    <a:solidFill>
                      <a:schemeClr val="bg1"/>
                    </a:solidFill>
                  </a:rPr>
                  <a:t>TAP</a:t>
                </a:r>
                <a:endParaRPr lang="en-GB" sz="1800"/>
              </a:p>
            </p:txBody>
          </p:sp>
          <p:sp>
            <p:nvSpPr>
              <p:cNvPr id="37923" name="AutoShape 31"/>
              <p:cNvSpPr>
                <a:spLocks noChangeArrowheads="1"/>
              </p:cNvSpPr>
              <p:nvPr/>
            </p:nvSpPr>
            <p:spPr bwMode="auto">
              <a:xfrm rot="-5400000">
                <a:off x="3311" y="1635"/>
                <a:ext cx="346" cy="21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95 w 21600"/>
                  <a:gd name="T13" fmla="*/ 4500 h 21600"/>
                  <a:gd name="T14" fmla="*/ 17105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C66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7" name="Group 32"/>
            <p:cNvGrpSpPr>
              <a:grpSpLocks/>
            </p:cNvGrpSpPr>
            <p:nvPr/>
          </p:nvGrpSpPr>
          <p:grpSpPr bwMode="auto">
            <a:xfrm>
              <a:off x="4032" y="2304"/>
              <a:ext cx="1343" cy="894"/>
              <a:chOff x="3376" y="1440"/>
              <a:chExt cx="1343" cy="894"/>
            </a:xfrm>
          </p:grpSpPr>
          <p:sp>
            <p:nvSpPr>
              <p:cNvPr id="37910" name="Line 33"/>
              <p:cNvSpPr>
                <a:spLocks noChangeShapeType="1"/>
              </p:cNvSpPr>
              <p:nvPr/>
            </p:nvSpPr>
            <p:spPr bwMode="auto">
              <a:xfrm>
                <a:off x="3600" y="1728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11" name="Line 34"/>
              <p:cNvSpPr>
                <a:spLocks noChangeShapeType="1"/>
              </p:cNvSpPr>
              <p:nvPr/>
            </p:nvSpPr>
            <p:spPr bwMode="auto">
              <a:xfrm>
                <a:off x="3504" y="1440"/>
                <a:ext cx="0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8" name="Group 35"/>
              <p:cNvGrpSpPr>
                <a:grpSpLocks/>
              </p:cNvGrpSpPr>
              <p:nvPr/>
            </p:nvGrpSpPr>
            <p:grpSpPr bwMode="auto">
              <a:xfrm>
                <a:off x="4283" y="1669"/>
                <a:ext cx="436" cy="665"/>
                <a:chOff x="4283" y="1669"/>
                <a:chExt cx="912" cy="665"/>
              </a:xfrm>
            </p:grpSpPr>
            <p:sp>
              <p:nvSpPr>
                <p:cNvPr id="37915" name="Line 36"/>
                <p:cNvSpPr>
                  <a:spLocks noChangeShapeType="1"/>
                </p:cNvSpPr>
                <p:nvPr/>
              </p:nvSpPr>
              <p:spPr bwMode="auto">
                <a:xfrm>
                  <a:off x="4283" y="1669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916" name="Line 37"/>
                <p:cNvSpPr>
                  <a:spLocks noChangeShapeType="1"/>
                </p:cNvSpPr>
                <p:nvPr/>
              </p:nvSpPr>
              <p:spPr bwMode="auto">
                <a:xfrm>
                  <a:off x="4283" y="1717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917" name="Line 38"/>
                <p:cNvSpPr>
                  <a:spLocks noChangeShapeType="1"/>
                </p:cNvSpPr>
                <p:nvPr/>
              </p:nvSpPr>
              <p:spPr bwMode="auto">
                <a:xfrm flipV="1">
                  <a:off x="4283" y="1765"/>
                  <a:ext cx="77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918" name="Line 39"/>
                <p:cNvSpPr>
                  <a:spLocks noChangeShapeType="1"/>
                </p:cNvSpPr>
                <p:nvPr/>
              </p:nvSpPr>
              <p:spPr bwMode="auto">
                <a:xfrm>
                  <a:off x="4283" y="1813"/>
                  <a:ext cx="50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" name="Line 39"/>
                <p:cNvSpPr>
                  <a:spLocks noChangeShapeType="1"/>
                </p:cNvSpPr>
                <p:nvPr/>
              </p:nvSpPr>
              <p:spPr bwMode="auto">
                <a:xfrm>
                  <a:off x="4787" y="1813"/>
                  <a:ext cx="0" cy="12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" name="Line 38"/>
                <p:cNvSpPr>
                  <a:spLocks noChangeShapeType="1"/>
                </p:cNvSpPr>
                <p:nvPr/>
              </p:nvSpPr>
              <p:spPr bwMode="auto">
                <a:xfrm>
                  <a:off x="5061" y="1765"/>
                  <a:ext cx="0" cy="5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37913" name="Text Box 40"/>
              <p:cNvSpPr txBox="1">
                <a:spLocks noChangeArrowheads="1"/>
              </p:cNvSpPr>
              <p:nvPr/>
            </p:nvSpPr>
            <p:spPr bwMode="auto">
              <a:xfrm>
                <a:off x="3936" y="1632"/>
                <a:ext cx="383" cy="224"/>
              </a:xfrm>
              <a:prstGeom prst="rect">
                <a:avLst/>
              </a:prstGeom>
              <a:solidFill>
                <a:srgbClr val="993366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b="1">
                    <a:solidFill>
                      <a:schemeClr val="bg1"/>
                    </a:solidFill>
                  </a:rPr>
                  <a:t>TAP</a:t>
                </a:r>
                <a:endParaRPr lang="en-GB" sz="1800"/>
              </a:p>
            </p:txBody>
          </p:sp>
          <p:sp>
            <p:nvSpPr>
              <p:cNvPr id="37914" name="AutoShape 41"/>
              <p:cNvSpPr>
                <a:spLocks noChangeArrowheads="1"/>
              </p:cNvSpPr>
              <p:nvPr/>
            </p:nvSpPr>
            <p:spPr bwMode="auto">
              <a:xfrm rot="-5400000">
                <a:off x="3311" y="1635"/>
                <a:ext cx="346" cy="21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95 w 21600"/>
                  <a:gd name="T13" fmla="*/ 4500 h 21600"/>
                  <a:gd name="T14" fmla="*/ 17105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C66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7904" name="AutoShape 42"/>
            <p:cNvSpPr>
              <a:spLocks noChangeArrowheads="1"/>
            </p:cNvSpPr>
            <p:nvPr/>
          </p:nvSpPr>
          <p:spPr bwMode="auto">
            <a:xfrm rot="-5400000">
              <a:off x="2832" y="1920"/>
              <a:ext cx="360" cy="2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05" name="Text Box 43"/>
            <p:cNvSpPr txBox="1">
              <a:spLocks noChangeArrowheads="1"/>
            </p:cNvSpPr>
            <p:nvPr/>
          </p:nvSpPr>
          <p:spPr bwMode="auto">
            <a:xfrm>
              <a:off x="2256" y="1680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b="1">
                  <a:solidFill>
                    <a:srgbClr val="FF3300"/>
                  </a:solidFill>
                </a:rPr>
                <a:t>Fibre Trunk</a:t>
              </a:r>
              <a:endParaRPr lang="en-GB" sz="1800">
                <a:solidFill>
                  <a:srgbClr val="FF3300"/>
                </a:solidFill>
              </a:endParaRPr>
            </a:p>
          </p:txBody>
        </p:sp>
        <p:sp>
          <p:nvSpPr>
            <p:cNvPr id="37906" name="Text Box 44"/>
            <p:cNvSpPr txBox="1">
              <a:spLocks noChangeArrowheads="1"/>
            </p:cNvSpPr>
            <p:nvPr/>
          </p:nvSpPr>
          <p:spPr bwMode="auto">
            <a:xfrm>
              <a:off x="3072" y="1728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b="1"/>
                <a:t>Coax Trunk</a:t>
              </a:r>
              <a:endParaRPr lang="en-GB" sz="1800">
                <a:solidFill>
                  <a:srgbClr val="FF3300"/>
                </a:solidFill>
              </a:endParaRPr>
            </a:p>
          </p:txBody>
        </p:sp>
        <p:sp>
          <p:nvSpPr>
            <p:cNvPr id="37907" name="Text Box 45"/>
            <p:cNvSpPr txBox="1">
              <a:spLocks noChangeArrowheads="1"/>
            </p:cNvSpPr>
            <p:nvPr/>
          </p:nvSpPr>
          <p:spPr bwMode="auto">
            <a:xfrm>
              <a:off x="1667" y="1959"/>
              <a:ext cx="672" cy="194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sz="1400" dirty="0"/>
                <a:t>Router</a:t>
              </a:r>
              <a:endParaRPr lang="en-GB" dirty="0"/>
            </a:p>
          </p:txBody>
        </p:sp>
        <p:sp>
          <p:nvSpPr>
            <p:cNvPr id="37908" name="Text Box 46"/>
            <p:cNvSpPr txBox="1">
              <a:spLocks noChangeArrowheads="1"/>
            </p:cNvSpPr>
            <p:nvPr/>
          </p:nvSpPr>
          <p:spPr bwMode="auto">
            <a:xfrm>
              <a:off x="4978" y="2365"/>
              <a:ext cx="35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400" dirty="0"/>
                <a:t>Drop</a:t>
              </a:r>
              <a:endParaRPr lang="en-GB" sz="1800" dirty="0"/>
            </a:p>
          </p:txBody>
        </p:sp>
        <p:sp>
          <p:nvSpPr>
            <p:cNvPr id="37909" name="Text Box 47"/>
            <p:cNvSpPr txBox="1">
              <a:spLocks noChangeArrowheads="1"/>
            </p:cNvSpPr>
            <p:nvPr/>
          </p:nvSpPr>
          <p:spPr bwMode="auto">
            <a:xfrm>
              <a:off x="4006" y="2043"/>
              <a:ext cx="47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400"/>
                <a:t>Branch</a:t>
              </a:r>
              <a:endParaRPr lang="en-GB" sz="1800"/>
            </a:p>
          </p:txBody>
        </p:sp>
        <p:sp>
          <p:nvSpPr>
            <p:cNvPr id="92" name="Text Box 45"/>
            <p:cNvSpPr txBox="1">
              <a:spLocks noChangeArrowheads="1"/>
            </p:cNvSpPr>
            <p:nvPr/>
          </p:nvSpPr>
          <p:spPr bwMode="auto">
            <a:xfrm>
              <a:off x="889" y="1956"/>
              <a:ext cx="672" cy="194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sz="1400" dirty="0" err="1"/>
                <a:t>Headend</a:t>
              </a:r>
              <a:endParaRPr lang="en-GB" dirty="0"/>
            </a:p>
          </p:txBody>
        </p:sp>
      </p:grpSp>
      <p:sp>
        <p:nvSpPr>
          <p:cNvPr id="48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97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Cable TV </a:t>
            </a:r>
          </a:p>
        </p:txBody>
      </p:sp>
      <p:pic>
        <p:nvPicPr>
          <p:cNvPr id="9218" name="Picture 2" descr="F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75" y="1522469"/>
            <a:ext cx="3795314" cy="213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www.broadcast-technology.com/broadcastadmin/upload/productgallery/1382343905-img-hybridoptical-fiber%20Cable-1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96" b="9727"/>
          <a:stretch/>
        </p:blipFill>
        <p:spPr bwMode="auto">
          <a:xfrm>
            <a:off x="4420" y="4536445"/>
            <a:ext cx="3829308" cy="2312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75364" y="5730745"/>
            <a:ext cx="348165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Coaxial cable</a:t>
            </a:r>
            <a:r>
              <a:rPr lang="en-GB" dirty="0">
                <a:solidFill>
                  <a:srgbClr val="FFFF00"/>
                </a:solidFill>
              </a:rPr>
              <a:t> </a:t>
            </a:r>
          </a:p>
          <a:p>
            <a:r>
              <a:rPr lang="en-GB" dirty="0">
                <a:solidFill>
                  <a:srgbClr val="FFFF00"/>
                </a:solidFill>
              </a:rPr>
              <a:t>- from the optical-fibre feeders to each subscriber's home. 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28880" y="1516142"/>
            <a:ext cx="3279480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800" b="1" dirty="0">
                <a:solidFill>
                  <a:srgbClr val="FFFF00"/>
                </a:solidFill>
              </a:rPr>
              <a:t>Optical fibre </a:t>
            </a:r>
            <a:endParaRPr lang="en-GB" dirty="0">
              <a:solidFill>
                <a:srgbClr val="FFFF0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- from the cable head-end to neighbourhoods of 500 to 2,000 subscribers. </a:t>
            </a:r>
          </a:p>
          <a:p>
            <a:endParaRPr lang="en-GB" dirty="0">
              <a:solidFill>
                <a:srgbClr val="FFFF00"/>
              </a:solidFill>
            </a:endParaRPr>
          </a:p>
          <a:p>
            <a:endParaRPr lang="en-GB" dirty="0">
              <a:solidFill>
                <a:srgbClr val="FFFF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>
            <a:off x="3394093" y="2669565"/>
            <a:ext cx="769980" cy="64489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8" name="Straight Arrow Connector 97"/>
          <p:cNvCxnSpPr/>
          <p:nvPr/>
        </p:nvCxnSpPr>
        <p:spPr bwMode="auto">
          <a:xfrm flipV="1">
            <a:off x="3069066" y="4408805"/>
            <a:ext cx="2196135" cy="97280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224" name="Picture 8" descr="http://images.clipartpanda.com/house-clipart-house-clip-art-3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737" y="5161419"/>
            <a:ext cx="535439" cy="55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8" name="Straight Arrow Connector 57"/>
          <p:cNvCxnSpPr>
            <a:stCxn id="92" idx="3"/>
            <a:endCxn id="37907" idx="1"/>
          </p:cNvCxnSpPr>
          <p:nvPr/>
        </p:nvCxnSpPr>
        <p:spPr bwMode="auto">
          <a:xfrm>
            <a:off x="2641064" y="3913505"/>
            <a:ext cx="168275" cy="476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713" y="5793244"/>
            <a:ext cx="533400" cy="5524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0311F8-343C-14C8-F7D4-24C89C0DFD0E}"/>
              </a:ext>
            </a:extLst>
          </p:cNvPr>
          <p:cNvSpPr txBox="1"/>
          <p:nvPr/>
        </p:nvSpPr>
        <p:spPr>
          <a:xfrm>
            <a:off x="4466290" y="5728356"/>
            <a:ext cx="3225433" cy="1015663"/>
          </a:xfrm>
          <a:prstGeom prst="rect">
            <a:avLst/>
          </a:prstGeom>
          <a:solidFill>
            <a:srgbClr val="FFFF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200" b="1"/>
              <a:t>Network Economics!!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/>
              <a:t>Where to install fibre or coax?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/>
              <a:t>When to replace coax with fibre?</a:t>
            </a:r>
          </a:p>
          <a:p>
            <a:pPr marL="357188" lvl="1" indent="-171450">
              <a:buFont typeface="Arial" panose="020B0604020202020204" pitchFamily="34" charset="0"/>
              <a:buChar char="•"/>
            </a:pPr>
            <a:r>
              <a:rPr lang="en-GB" sz="1200"/>
              <a:t>Cost of build (equpt and labour) ?</a:t>
            </a:r>
          </a:p>
          <a:p>
            <a:pPr marL="357188" lvl="1" indent="-171450">
              <a:buFont typeface="Arial" panose="020B0604020202020204" pitchFamily="34" charset="0"/>
              <a:buChar char="•"/>
            </a:pPr>
            <a:r>
              <a:rPr lang="en-GB" sz="1200"/>
              <a:t>What additional services/revenues ?</a:t>
            </a:r>
          </a:p>
        </p:txBody>
      </p:sp>
    </p:spTree>
    <p:extLst>
      <p:ext uri="{BB962C8B-B14F-4D97-AF65-F5344CB8AC3E}">
        <p14:creationId xmlns:p14="http://schemas.microsoft.com/office/powerpoint/2010/main" val="37359526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able (CMTS)"/>
          <p:cNvPicPr>
            <a:picLocks noChangeAspect="1" noChangeArrowheads="1"/>
          </p:cNvPicPr>
          <p:nvPr/>
        </p:nvPicPr>
        <p:blipFill>
          <a:blip r:embed="rId2" cstate="print"/>
          <a:srcRect l="912" t="2477" r="1007" b="1968"/>
          <a:stretch>
            <a:fillRect/>
          </a:stretch>
        </p:blipFill>
        <p:spPr bwMode="auto">
          <a:xfrm>
            <a:off x="393700" y="1440612"/>
            <a:ext cx="8486832" cy="3338422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5159828" y="4826416"/>
            <a:ext cx="368365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cs typeface="Lucida Sans Unicode" pitchFamily="34" charset="0"/>
              </a:rPr>
              <a:t>DOCSIS - </a:t>
            </a:r>
            <a:r>
              <a:rPr lang="en-GB" sz="1400" b="1" dirty="0">
                <a:cs typeface="Lucida Sans Unicode" pitchFamily="34" charset="0"/>
              </a:rPr>
              <a:t>Data Over Cable Service Interface Specification</a:t>
            </a:r>
          </a:p>
          <a:p>
            <a:pPr marL="180975" indent="-180975">
              <a:buFontTx/>
              <a:buChar char="•"/>
            </a:pPr>
            <a:r>
              <a:rPr lang="en-GB" sz="1400" dirty="0"/>
              <a:t>The Standard for the interface between the CMTS and the Cable Modem</a:t>
            </a:r>
          </a:p>
          <a:p>
            <a:pPr marL="180975" indent="-180975">
              <a:buFontTx/>
              <a:buChar char="•"/>
            </a:pPr>
            <a:r>
              <a:rPr lang="en-GB" sz="1400" dirty="0">
                <a:cs typeface="Lucida Sans Unicode" pitchFamily="34" charset="0"/>
              </a:rPr>
              <a:t>Developed and licensed by </a:t>
            </a:r>
            <a:r>
              <a:rPr lang="en-GB" sz="1400" dirty="0" err="1">
                <a:cs typeface="Lucida Sans Unicode" pitchFamily="34" charset="0"/>
              </a:rPr>
              <a:t>CableLabs</a:t>
            </a:r>
            <a:endParaRPr lang="en-US" sz="1400" dirty="0">
              <a:cs typeface="Lucida Sans Unicode" pitchFamily="34" charset="0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393700" y="5237523"/>
            <a:ext cx="63484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5738" indent="-185738"/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Specifies modulation schemes and protocol </a:t>
            </a:r>
          </a:p>
          <a:p>
            <a:pPr marL="185738" indent="-185738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for exchanging signals over cable</a:t>
            </a:r>
          </a:p>
          <a:p>
            <a:pPr marL="185738" indent="-185738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to carry MPEG and IP</a:t>
            </a:r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 </a:t>
            </a:r>
          </a:p>
        </p:txBody>
      </p:sp>
      <p:sp>
        <p:nvSpPr>
          <p:cNvPr id="7" name="Freeform 6"/>
          <p:cNvSpPr/>
          <p:nvPr/>
        </p:nvSpPr>
        <p:spPr>
          <a:xfrm>
            <a:off x="3623094" y="2104844"/>
            <a:ext cx="3623095" cy="756249"/>
          </a:xfrm>
          <a:custGeom>
            <a:avLst/>
            <a:gdLst>
              <a:gd name="connsiteX0" fmla="*/ 0 w 3623095"/>
              <a:gd name="connsiteY0" fmla="*/ 741872 h 770626"/>
              <a:gd name="connsiteX1" fmla="*/ 1595887 w 3623095"/>
              <a:gd name="connsiteY1" fmla="*/ 750498 h 770626"/>
              <a:gd name="connsiteX2" fmla="*/ 2415397 w 3623095"/>
              <a:gd name="connsiteY2" fmla="*/ 621102 h 770626"/>
              <a:gd name="connsiteX3" fmla="*/ 3157268 w 3623095"/>
              <a:gd name="connsiteY3" fmla="*/ 301925 h 770626"/>
              <a:gd name="connsiteX4" fmla="*/ 3623095 w 3623095"/>
              <a:gd name="connsiteY4" fmla="*/ 0 h 770626"/>
              <a:gd name="connsiteX0" fmla="*/ 0 w 3623095"/>
              <a:gd name="connsiteY0" fmla="*/ 741872 h 756249"/>
              <a:gd name="connsiteX1" fmla="*/ 1604513 w 3623095"/>
              <a:gd name="connsiteY1" fmla="*/ 724619 h 756249"/>
              <a:gd name="connsiteX2" fmla="*/ 2415397 w 3623095"/>
              <a:gd name="connsiteY2" fmla="*/ 621102 h 756249"/>
              <a:gd name="connsiteX3" fmla="*/ 3157268 w 3623095"/>
              <a:gd name="connsiteY3" fmla="*/ 301925 h 756249"/>
              <a:gd name="connsiteX4" fmla="*/ 3623095 w 3623095"/>
              <a:gd name="connsiteY4" fmla="*/ 0 h 756249"/>
              <a:gd name="connsiteX0" fmla="*/ 0 w 3623095"/>
              <a:gd name="connsiteY0" fmla="*/ 741872 h 756249"/>
              <a:gd name="connsiteX1" fmla="*/ 1604513 w 3623095"/>
              <a:gd name="connsiteY1" fmla="*/ 724619 h 756249"/>
              <a:gd name="connsiteX2" fmla="*/ 2415397 w 3623095"/>
              <a:gd name="connsiteY2" fmla="*/ 621102 h 756249"/>
              <a:gd name="connsiteX3" fmla="*/ 3157268 w 3623095"/>
              <a:gd name="connsiteY3" fmla="*/ 301925 h 756249"/>
              <a:gd name="connsiteX4" fmla="*/ 3623095 w 3623095"/>
              <a:gd name="connsiteY4" fmla="*/ 0 h 756249"/>
              <a:gd name="connsiteX0" fmla="*/ 0 w 3623095"/>
              <a:gd name="connsiteY0" fmla="*/ 741872 h 756249"/>
              <a:gd name="connsiteX1" fmla="*/ 1604513 w 3623095"/>
              <a:gd name="connsiteY1" fmla="*/ 724619 h 756249"/>
              <a:gd name="connsiteX2" fmla="*/ 2562046 w 3623095"/>
              <a:gd name="connsiteY2" fmla="*/ 560717 h 756249"/>
              <a:gd name="connsiteX3" fmla="*/ 3157268 w 3623095"/>
              <a:gd name="connsiteY3" fmla="*/ 301925 h 756249"/>
              <a:gd name="connsiteX4" fmla="*/ 3623095 w 3623095"/>
              <a:gd name="connsiteY4" fmla="*/ 0 h 756249"/>
              <a:gd name="connsiteX0" fmla="*/ 0 w 3623095"/>
              <a:gd name="connsiteY0" fmla="*/ 741872 h 756249"/>
              <a:gd name="connsiteX1" fmla="*/ 1604513 w 3623095"/>
              <a:gd name="connsiteY1" fmla="*/ 724619 h 756249"/>
              <a:gd name="connsiteX2" fmla="*/ 2562046 w 3623095"/>
              <a:gd name="connsiteY2" fmla="*/ 560717 h 756249"/>
              <a:gd name="connsiteX3" fmla="*/ 3157268 w 3623095"/>
              <a:gd name="connsiteY3" fmla="*/ 301925 h 756249"/>
              <a:gd name="connsiteX4" fmla="*/ 3623095 w 3623095"/>
              <a:gd name="connsiteY4" fmla="*/ 0 h 75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3095" h="756249">
                <a:moveTo>
                  <a:pt x="0" y="741872"/>
                </a:moveTo>
                <a:cubicBezTo>
                  <a:pt x="596660" y="756249"/>
                  <a:pt x="1201947" y="744747"/>
                  <a:pt x="1604513" y="724619"/>
                </a:cubicBezTo>
                <a:cubicBezTo>
                  <a:pt x="2067464" y="669985"/>
                  <a:pt x="2303254" y="631166"/>
                  <a:pt x="2562046" y="560717"/>
                </a:cubicBezTo>
                <a:cubicBezTo>
                  <a:pt x="2820839" y="490268"/>
                  <a:pt x="2980427" y="395378"/>
                  <a:pt x="3157268" y="301925"/>
                </a:cubicBezTo>
                <a:cubicBezTo>
                  <a:pt x="3334109" y="208472"/>
                  <a:pt x="3490823" y="99204"/>
                  <a:pt x="3623095" y="0"/>
                </a:cubicBezTo>
              </a:path>
            </a:pathLst>
          </a:cu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/>
          <p:cNvCxnSpPr>
            <a:stCxn id="7" idx="4"/>
          </p:cNvCxnSpPr>
          <p:nvPr/>
        </p:nvCxnSpPr>
        <p:spPr>
          <a:xfrm flipV="1">
            <a:off x="7246189" y="2061713"/>
            <a:ext cx="60385" cy="43131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0"/>
          </p:cNvCxnSpPr>
          <p:nvPr/>
        </p:nvCxnSpPr>
        <p:spPr>
          <a:xfrm flipH="1" flipV="1">
            <a:off x="3587750" y="2844800"/>
            <a:ext cx="35344" cy="1916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rot="20288871">
            <a:off x="5930931" y="2266950"/>
            <a:ext cx="944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  <a:latin typeface="Lucida Sans Unicode" pitchFamily="34" charset="0"/>
              </a:rPr>
              <a:t>Interface</a:t>
            </a:r>
          </a:p>
        </p:txBody>
      </p:sp>
      <p:sp>
        <p:nvSpPr>
          <p:cNvPr id="19" name="TextBox 18"/>
          <p:cNvSpPr txBox="1"/>
          <p:nvPr/>
        </p:nvSpPr>
        <p:spPr>
          <a:xfrm rot="21336839">
            <a:off x="4722616" y="2533650"/>
            <a:ext cx="827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  <a:latin typeface="Lucida Sans Unicode" pitchFamily="34" charset="0"/>
              </a:rPr>
              <a:t>DOCSIS</a:t>
            </a:r>
          </a:p>
        </p:txBody>
      </p:sp>
      <p:sp>
        <p:nvSpPr>
          <p:cNvPr id="20" name="TextBox 19"/>
          <p:cNvSpPr txBox="1"/>
          <p:nvPr/>
        </p:nvSpPr>
        <p:spPr>
          <a:xfrm rot="20999434">
            <a:off x="5453241" y="2457450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  <a:latin typeface="Lucida Sans Unicode" pitchFamily="34" charset="0"/>
              </a:rPr>
              <a:t>Data</a:t>
            </a: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97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Cable TV – Data and TV to the user </a:t>
            </a:r>
          </a:p>
        </p:txBody>
      </p:sp>
    </p:spTree>
    <p:extLst>
      <p:ext uri="{BB962C8B-B14F-4D97-AF65-F5344CB8AC3E}">
        <p14:creationId xmlns:p14="http://schemas.microsoft.com/office/powerpoint/2010/main" val="29007638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3"/>
          <p:cNvSpPr txBox="1">
            <a:spLocks noChangeArrowheads="1"/>
          </p:cNvSpPr>
          <p:nvPr/>
        </p:nvSpPr>
        <p:spPr bwMode="auto">
          <a:xfrm>
            <a:off x="395288" y="1583795"/>
            <a:ext cx="6471967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4400" b="1" dirty="0" err="1"/>
              <a:t>Telecomms</a:t>
            </a:r>
            <a:r>
              <a:rPr lang="en-GB" sz="4400" b="1" dirty="0"/>
              <a:t> Service Providers (Telco)</a:t>
            </a:r>
          </a:p>
          <a:p>
            <a:r>
              <a:rPr lang="en-GB" sz="4400" b="1" dirty="0"/>
              <a:t>Broadband Access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80995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reeform 45"/>
          <p:cNvSpPr>
            <a:spLocks/>
          </p:cNvSpPr>
          <p:nvPr/>
        </p:nvSpPr>
        <p:spPr bwMode="auto">
          <a:xfrm>
            <a:off x="808672" y="2196974"/>
            <a:ext cx="368300" cy="1912938"/>
          </a:xfrm>
          <a:custGeom>
            <a:avLst/>
            <a:gdLst>
              <a:gd name="T0" fmla="*/ 0 w 437"/>
              <a:gd name="T1" fmla="*/ 2147483647 h 1575"/>
              <a:gd name="T2" fmla="*/ 2147483647 w 437"/>
              <a:gd name="T3" fmla="*/ 2147483647 h 1575"/>
              <a:gd name="T4" fmla="*/ 2147483647 w 437"/>
              <a:gd name="T5" fmla="*/ 0 h 1575"/>
              <a:gd name="T6" fmla="*/ 2147483647 w 437"/>
              <a:gd name="T7" fmla="*/ 2147483647 h 1575"/>
              <a:gd name="T8" fmla="*/ 2147483647 w 437"/>
              <a:gd name="T9" fmla="*/ 2147483647 h 15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7"/>
              <a:gd name="T16" fmla="*/ 0 h 1575"/>
              <a:gd name="T17" fmla="*/ 437 w 437"/>
              <a:gd name="T18" fmla="*/ 1575 h 157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7" h="1575">
                <a:moveTo>
                  <a:pt x="0" y="1575"/>
                </a:moveTo>
                <a:cubicBezTo>
                  <a:pt x="6" y="1314"/>
                  <a:pt x="13" y="1053"/>
                  <a:pt x="48" y="791"/>
                </a:cubicBezTo>
                <a:cubicBezTo>
                  <a:pt x="83" y="529"/>
                  <a:pt x="156" y="0"/>
                  <a:pt x="212" y="0"/>
                </a:cubicBezTo>
                <a:cubicBezTo>
                  <a:pt x="268" y="0"/>
                  <a:pt x="345" y="529"/>
                  <a:pt x="382" y="791"/>
                </a:cubicBezTo>
                <a:cubicBezTo>
                  <a:pt x="419" y="1053"/>
                  <a:pt x="428" y="1314"/>
                  <a:pt x="437" y="1575"/>
                </a:cubicBezTo>
              </a:path>
            </a:pathLst>
          </a:cu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459" name="AutoShape 46"/>
          <p:cNvSpPr>
            <a:spLocks noChangeArrowheads="1"/>
          </p:cNvSpPr>
          <p:nvPr/>
        </p:nvSpPr>
        <p:spPr bwMode="auto">
          <a:xfrm flipV="1">
            <a:off x="1477010" y="2195387"/>
            <a:ext cx="1689100" cy="19177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96 w 21600"/>
              <a:gd name="T13" fmla="*/ 2996 h 21600"/>
              <a:gd name="T14" fmla="*/ 18604 w 21600"/>
              <a:gd name="T15" fmla="*/ 1860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392" y="21600"/>
                </a:lnTo>
                <a:lnTo>
                  <a:pt x="19208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1599247" y="2265237"/>
            <a:ext cx="1481138" cy="1844675"/>
            <a:chOff x="851" y="1112"/>
            <a:chExt cx="933" cy="1582"/>
          </a:xfrm>
        </p:grpSpPr>
        <p:sp>
          <p:nvSpPr>
            <p:cNvPr id="19493" name="Freeform 48"/>
            <p:cNvSpPr>
              <a:spLocks/>
            </p:cNvSpPr>
            <p:nvPr/>
          </p:nvSpPr>
          <p:spPr bwMode="auto">
            <a:xfrm>
              <a:off x="851" y="1112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4" name="Freeform 49"/>
            <p:cNvSpPr>
              <a:spLocks/>
            </p:cNvSpPr>
            <p:nvPr/>
          </p:nvSpPr>
          <p:spPr bwMode="auto">
            <a:xfrm>
              <a:off x="1082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5" name="Freeform 50"/>
            <p:cNvSpPr>
              <a:spLocks/>
            </p:cNvSpPr>
            <p:nvPr/>
          </p:nvSpPr>
          <p:spPr bwMode="auto">
            <a:xfrm>
              <a:off x="1314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6" name="Freeform 51"/>
            <p:cNvSpPr>
              <a:spLocks/>
            </p:cNvSpPr>
            <p:nvPr/>
          </p:nvSpPr>
          <p:spPr bwMode="auto">
            <a:xfrm>
              <a:off x="1552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9461" name="AutoShape 52"/>
          <p:cNvSpPr>
            <a:spLocks noChangeArrowheads="1"/>
          </p:cNvSpPr>
          <p:nvPr/>
        </p:nvSpPr>
        <p:spPr bwMode="auto">
          <a:xfrm flipV="1">
            <a:off x="3380422" y="2200149"/>
            <a:ext cx="5416550" cy="192405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066 w 21600"/>
              <a:gd name="T13" fmla="*/ 2066 h 21600"/>
              <a:gd name="T14" fmla="*/ 19534 w 21600"/>
              <a:gd name="T15" fmla="*/ 1953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1" y="21600"/>
                </a:lnTo>
                <a:lnTo>
                  <a:pt x="21069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3459797" y="2263649"/>
            <a:ext cx="5230813" cy="1868488"/>
            <a:chOff x="2023" y="1112"/>
            <a:chExt cx="3295" cy="1596"/>
          </a:xfrm>
        </p:grpSpPr>
        <p:sp>
          <p:nvSpPr>
            <p:cNvPr id="19479" name="Freeform 54"/>
            <p:cNvSpPr>
              <a:spLocks/>
            </p:cNvSpPr>
            <p:nvPr/>
          </p:nvSpPr>
          <p:spPr bwMode="auto">
            <a:xfrm>
              <a:off x="2023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0" name="Freeform 55"/>
            <p:cNvSpPr>
              <a:spLocks/>
            </p:cNvSpPr>
            <p:nvPr/>
          </p:nvSpPr>
          <p:spPr bwMode="auto">
            <a:xfrm>
              <a:off x="2261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1" name="Freeform 56"/>
            <p:cNvSpPr>
              <a:spLocks/>
            </p:cNvSpPr>
            <p:nvPr/>
          </p:nvSpPr>
          <p:spPr bwMode="auto">
            <a:xfrm>
              <a:off x="2500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2" name="Freeform 57"/>
            <p:cNvSpPr>
              <a:spLocks/>
            </p:cNvSpPr>
            <p:nvPr/>
          </p:nvSpPr>
          <p:spPr bwMode="auto">
            <a:xfrm>
              <a:off x="2732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3" name="Freeform 58"/>
            <p:cNvSpPr>
              <a:spLocks/>
            </p:cNvSpPr>
            <p:nvPr/>
          </p:nvSpPr>
          <p:spPr bwMode="auto">
            <a:xfrm>
              <a:off x="2964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4" name="Freeform 59"/>
            <p:cNvSpPr>
              <a:spLocks/>
            </p:cNvSpPr>
            <p:nvPr/>
          </p:nvSpPr>
          <p:spPr bwMode="auto">
            <a:xfrm>
              <a:off x="3203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5" name="Freeform 60"/>
            <p:cNvSpPr>
              <a:spLocks/>
            </p:cNvSpPr>
            <p:nvPr/>
          </p:nvSpPr>
          <p:spPr bwMode="auto">
            <a:xfrm>
              <a:off x="3428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6" name="Freeform 61"/>
            <p:cNvSpPr>
              <a:spLocks/>
            </p:cNvSpPr>
            <p:nvPr/>
          </p:nvSpPr>
          <p:spPr bwMode="auto">
            <a:xfrm>
              <a:off x="3660" y="1133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7" name="Freeform 62"/>
            <p:cNvSpPr>
              <a:spLocks/>
            </p:cNvSpPr>
            <p:nvPr/>
          </p:nvSpPr>
          <p:spPr bwMode="auto">
            <a:xfrm>
              <a:off x="3892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8" name="Freeform 63"/>
            <p:cNvSpPr>
              <a:spLocks/>
            </p:cNvSpPr>
            <p:nvPr/>
          </p:nvSpPr>
          <p:spPr bwMode="auto">
            <a:xfrm>
              <a:off x="4131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9" name="Freeform 64"/>
            <p:cNvSpPr>
              <a:spLocks/>
            </p:cNvSpPr>
            <p:nvPr/>
          </p:nvSpPr>
          <p:spPr bwMode="auto">
            <a:xfrm>
              <a:off x="4370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0" name="Freeform 65"/>
            <p:cNvSpPr>
              <a:spLocks/>
            </p:cNvSpPr>
            <p:nvPr/>
          </p:nvSpPr>
          <p:spPr bwMode="auto">
            <a:xfrm>
              <a:off x="4609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1" name="Freeform 66"/>
            <p:cNvSpPr>
              <a:spLocks/>
            </p:cNvSpPr>
            <p:nvPr/>
          </p:nvSpPr>
          <p:spPr bwMode="auto">
            <a:xfrm>
              <a:off x="4848" y="1112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2" name="Freeform 67"/>
            <p:cNvSpPr>
              <a:spLocks/>
            </p:cNvSpPr>
            <p:nvPr/>
          </p:nvSpPr>
          <p:spPr bwMode="auto">
            <a:xfrm>
              <a:off x="5086" y="1112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9463" name="Text Box 68"/>
          <p:cNvSpPr txBox="1">
            <a:spLocks noChangeArrowheads="1"/>
          </p:cNvSpPr>
          <p:nvPr/>
        </p:nvSpPr>
        <p:spPr bwMode="auto">
          <a:xfrm>
            <a:off x="508132" y="1855195"/>
            <a:ext cx="896399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100" b="1" dirty="0"/>
              <a:t>Telephony</a:t>
            </a:r>
            <a:endParaRPr lang="en-GB" sz="1400" b="1" dirty="0"/>
          </a:p>
        </p:txBody>
      </p:sp>
      <p:sp>
        <p:nvSpPr>
          <p:cNvPr id="19464" name="Text Box 69"/>
          <p:cNvSpPr txBox="1">
            <a:spLocks noChangeArrowheads="1"/>
          </p:cNvSpPr>
          <p:nvPr/>
        </p:nvSpPr>
        <p:spPr bwMode="auto">
          <a:xfrm>
            <a:off x="1810385" y="1737889"/>
            <a:ext cx="12287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/>
              <a:t>UPSTREAM</a:t>
            </a:r>
            <a:endParaRPr lang="en-GB" sz="2000" b="1"/>
          </a:p>
        </p:txBody>
      </p:sp>
      <p:sp>
        <p:nvSpPr>
          <p:cNvPr id="19465" name="Text Box 70"/>
          <p:cNvSpPr txBox="1">
            <a:spLocks noChangeArrowheads="1"/>
          </p:cNvSpPr>
          <p:nvPr/>
        </p:nvSpPr>
        <p:spPr bwMode="auto">
          <a:xfrm>
            <a:off x="5360035" y="1737889"/>
            <a:ext cx="1611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/>
              <a:t>DOWNSTREAM</a:t>
            </a:r>
            <a:endParaRPr lang="en-GB" sz="2000"/>
          </a:p>
        </p:txBody>
      </p:sp>
      <p:sp>
        <p:nvSpPr>
          <p:cNvPr id="19469" name="Text Box 74"/>
          <p:cNvSpPr txBox="1">
            <a:spLocks noChangeArrowheads="1"/>
          </p:cNvSpPr>
          <p:nvPr/>
        </p:nvSpPr>
        <p:spPr bwMode="auto">
          <a:xfrm>
            <a:off x="395288" y="1234906"/>
            <a:ext cx="661751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Initially - ADSL, XDSL via twisted pair cable</a:t>
            </a:r>
            <a:endParaRPr lang="en-GB" sz="2400" b="1" dirty="0"/>
          </a:p>
        </p:txBody>
      </p:sp>
      <p:sp>
        <p:nvSpPr>
          <p:cNvPr id="19470" name="Text Box 75"/>
          <p:cNvSpPr txBox="1">
            <a:spLocks noChangeArrowheads="1"/>
          </p:cNvSpPr>
          <p:nvPr/>
        </p:nvSpPr>
        <p:spPr bwMode="auto">
          <a:xfrm>
            <a:off x="1710553" y="4544278"/>
            <a:ext cx="154721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/>
              <a:t>sub-channels</a:t>
            </a:r>
            <a:endParaRPr lang="en-GB" sz="2000" b="1" dirty="0"/>
          </a:p>
        </p:txBody>
      </p:sp>
      <p:sp>
        <p:nvSpPr>
          <p:cNvPr id="19471" name="Line 76"/>
          <p:cNvSpPr>
            <a:spLocks noChangeShapeType="1"/>
          </p:cNvSpPr>
          <p:nvPr/>
        </p:nvSpPr>
        <p:spPr bwMode="auto">
          <a:xfrm flipV="1">
            <a:off x="2877185" y="3855912"/>
            <a:ext cx="79375" cy="679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472" name="Line 77"/>
          <p:cNvSpPr>
            <a:spLocks noChangeShapeType="1"/>
          </p:cNvSpPr>
          <p:nvPr/>
        </p:nvSpPr>
        <p:spPr bwMode="auto">
          <a:xfrm flipV="1">
            <a:off x="3093085" y="4000374"/>
            <a:ext cx="504825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473" name="Line 81"/>
          <p:cNvSpPr>
            <a:spLocks noChangeShapeType="1"/>
          </p:cNvSpPr>
          <p:nvPr/>
        </p:nvSpPr>
        <p:spPr bwMode="auto">
          <a:xfrm flipV="1">
            <a:off x="810260" y="4128962"/>
            <a:ext cx="79232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474" name="Line 82"/>
          <p:cNvSpPr>
            <a:spLocks noChangeShapeType="1"/>
          </p:cNvSpPr>
          <p:nvPr/>
        </p:nvSpPr>
        <p:spPr bwMode="auto">
          <a:xfrm flipH="1" flipV="1">
            <a:off x="808672" y="2108074"/>
            <a:ext cx="1588" cy="19796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475" name="Text Box 83"/>
          <p:cNvSpPr txBox="1">
            <a:spLocks noChangeArrowheads="1"/>
          </p:cNvSpPr>
          <p:nvPr/>
        </p:nvSpPr>
        <p:spPr bwMode="auto">
          <a:xfrm>
            <a:off x="7828357" y="4148880"/>
            <a:ext cx="4844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 i="1" dirty="0" err="1"/>
              <a:t>freq</a:t>
            </a:r>
            <a:endParaRPr lang="en-US" sz="1200" i="1" dirty="0"/>
          </a:p>
        </p:txBody>
      </p:sp>
      <p:sp>
        <p:nvSpPr>
          <p:cNvPr id="19476" name="Line 84"/>
          <p:cNvSpPr>
            <a:spLocks noChangeShapeType="1"/>
          </p:cNvSpPr>
          <p:nvPr/>
        </p:nvSpPr>
        <p:spPr bwMode="auto">
          <a:xfrm>
            <a:off x="8349297" y="4268662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19477" name="Text Box 85"/>
          <p:cNvSpPr txBox="1">
            <a:spLocks noChangeArrowheads="1"/>
          </p:cNvSpPr>
          <p:nvPr/>
        </p:nvSpPr>
        <p:spPr bwMode="auto">
          <a:xfrm>
            <a:off x="248285" y="2181099"/>
            <a:ext cx="51969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900" i="1"/>
              <a:t>signal</a:t>
            </a:r>
            <a:endParaRPr lang="en-US" sz="900" i="1"/>
          </a:p>
        </p:txBody>
      </p:sp>
      <p:sp>
        <p:nvSpPr>
          <p:cNvPr id="41" name="Line 76"/>
          <p:cNvSpPr>
            <a:spLocks noChangeShapeType="1"/>
          </p:cNvSpPr>
          <p:nvPr/>
        </p:nvSpPr>
        <p:spPr bwMode="auto">
          <a:xfrm flipH="1">
            <a:off x="1024335" y="2132680"/>
            <a:ext cx="174863" cy="4550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9E391A7-3D0A-9336-79C1-A96DA4848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190" y="317018"/>
            <a:ext cx="817218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4400" b="1"/>
              <a:t>Telco Broadband </a:t>
            </a:r>
            <a:r>
              <a:rPr lang="en-GB" sz="4400" b="1" dirty="0"/>
              <a:t>Access</a:t>
            </a:r>
            <a:endParaRPr lang="en-US" sz="4400" b="1" dirty="0"/>
          </a:p>
        </p:txBody>
      </p:sp>
      <p:sp>
        <p:nvSpPr>
          <p:cNvPr id="6" name="Text Box 74">
            <a:extLst>
              <a:ext uri="{FF2B5EF4-FFF2-40B4-BE49-F238E27FC236}">
                <a16:creationId xmlns:a16="http://schemas.microsoft.com/office/drawing/2014/main" id="{C0B306FB-8BE3-8453-014E-3939EA785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613444"/>
            <a:ext cx="60596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… but (increasingly) Ethernet over fibre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7166180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3" y="1692251"/>
            <a:ext cx="441942" cy="519107"/>
          </a:xfrm>
          <a:prstGeom prst="rect">
            <a:avLst/>
          </a:prstGeom>
        </p:spPr>
      </p:pic>
      <p:pic>
        <p:nvPicPr>
          <p:cNvPr id="127" name="Picture 40" descr="http://www.clker.com/cliparts/0/P/X/P/D/E/cloud-hi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3050" y="4088733"/>
            <a:ext cx="1268707" cy="704133"/>
          </a:xfrm>
          <a:prstGeom prst="rect">
            <a:avLst/>
          </a:prstGeom>
          <a:noFill/>
        </p:spPr>
      </p:pic>
      <p:pic>
        <p:nvPicPr>
          <p:cNvPr id="228392" name="Picture 40" descr="http://www.clker.com/cliparts/0/P/X/P/D/E/cloud-hi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96625" y="2438890"/>
            <a:ext cx="3420380" cy="1898311"/>
          </a:xfrm>
          <a:prstGeom prst="rect">
            <a:avLst/>
          </a:prstGeom>
          <a:noFill/>
        </p:spPr>
      </p:pic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8125" y="3489330"/>
            <a:ext cx="619125" cy="328613"/>
            <a:chOff x="150" y="2198"/>
            <a:chExt cx="390" cy="207"/>
          </a:xfrm>
        </p:grpSpPr>
        <p:sp>
          <p:nvSpPr>
            <p:cNvPr id="3179" name="Freeform 4"/>
            <p:cNvSpPr>
              <a:spLocks/>
            </p:cNvSpPr>
            <p:nvPr/>
          </p:nvSpPr>
          <p:spPr bwMode="auto">
            <a:xfrm>
              <a:off x="302" y="2213"/>
              <a:ext cx="79" cy="186"/>
            </a:xfrm>
            <a:custGeom>
              <a:avLst/>
              <a:gdLst>
                <a:gd name="T0" fmla="*/ 0 w 99"/>
                <a:gd name="T1" fmla="*/ 0 h 257"/>
                <a:gd name="T2" fmla="*/ 3 w 99"/>
                <a:gd name="T3" fmla="*/ 20 h 257"/>
                <a:gd name="T4" fmla="*/ 17 w 99"/>
                <a:gd name="T5" fmla="*/ 18 h 257"/>
                <a:gd name="T6" fmla="*/ 15 w 99"/>
                <a:gd name="T7" fmla="*/ 7 h 257"/>
                <a:gd name="T8" fmla="*/ 14 w 99"/>
                <a:gd name="T9" fmla="*/ 5 h 257"/>
                <a:gd name="T10" fmla="*/ 14 w 99"/>
                <a:gd name="T11" fmla="*/ 0 h 257"/>
                <a:gd name="T12" fmla="*/ 2 w 99"/>
                <a:gd name="T13" fmla="*/ 0 h 257"/>
                <a:gd name="T14" fmla="*/ 0 w 99"/>
                <a:gd name="T15" fmla="*/ 0 h 2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"/>
                <a:gd name="T25" fmla="*/ 0 h 257"/>
                <a:gd name="T26" fmla="*/ 99 w 99"/>
                <a:gd name="T27" fmla="*/ 257 h 25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" h="257">
                  <a:moveTo>
                    <a:pt x="0" y="0"/>
                  </a:moveTo>
                  <a:lnTo>
                    <a:pt x="20" y="257"/>
                  </a:lnTo>
                  <a:lnTo>
                    <a:pt x="99" y="247"/>
                  </a:lnTo>
                  <a:lnTo>
                    <a:pt x="94" y="79"/>
                  </a:lnTo>
                  <a:lnTo>
                    <a:pt x="89" y="69"/>
                  </a:lnTo>
                  <a:lnTo>
                    <a:pt x="89" y="0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D2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0" name="Freeform 5"/>
            <p:cNvSpPr>
              <a:spLocks/>
            </p:cNvSpPr>
            <p:nvPr/>
          </p:nvSpPr>
          <p:spPr bwMode="auto">
            <a:xfrm>
              <a:off x="302" y="2202"/>
              <a:ext cx="87" cy="197"/>
            </a:xfrm>
            <a:custGeom>
              <a:avLst/>
              <a:gdLst>
                <a:gd name="T0" fmla="*/ 17 w 109"/>
                <a:gd name="T1" fmla="*/ 0 h 272"/>
                <a:gd name="T2" fmla="*/ 14 w 109"/>
                <a:gd name="T3" fmla="*/ 7 h 272"/>
                <a:gd name="T4" fmla="*/ 18 w 109"/>
                <a:gd name="T5" fmla="*/ 7 h 272"/>
                <a:gd name="T6" fmla="*/ 18 w 109"/>
                <a:gd name="T7" fmla="*/ 20 h 272"/>
                <a:gd name="T8" fmla="*/ 0 w 109"/>
                <a:gd name="T9" fmla="*/ 20 h 272"/>
                <a:gd name="T10" fmla="*/ 2 w 109"/>
                <a:gd name="T11" fmla="*/ 3 h 272"/>
                <a:gd name="T12" fmla="*/ 3 w 109"/>
                <a:gd name="T13" fmla="*/ 20 h 272"/>
                <a:gd name="T14" fmla="*/ 15 w 109"/>
                <a:gd name="T15" fmla="*/ 20 h 272"/>
                <a:gd name="T16" fmla="*/ 15 w 109"/>
                <a:gd name="T17" fmla="*/ 7 h 272"/>
                <a:gd name="T18" fmla="*/ 14 w 109"/>
                <a:gd name="T19" fmla="*/ 7 h 272"/>
                <a:gd name="T20" fmla="*/ 14 w 109"/>
                <a:gd name="T21" fmla="*/ 1 h 272"/>
                <a:gd name="T22" fmla="*/ 2 w 109"/>
                <a:gd name="T23" fmla="*/ 1 h 272"/>
                <a:gd name="T24" fmla="*/ 17 w 109"/>
                <a:gd name="T25" fmla="*/ 0 h 2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9"/>
                <a:gd name="T40" fmla="*/ 0 h 272"/>
                <a:gd name="T41" fmla="*/ 109 w 109"/>
                <a:gd name="T42" fmla="*/ 272 h 2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9" h="272">
                  <a:moveTo>
                    <a:pt x="99" y="0"/>
                  </a:moveTo>
                  <a:lnTo>
                    <a:pt x="89" y="79"/>
                  </a:lnTo>
                  <a:lnTo>
                    <a:pt x="104" y="94"/>
                  </a:lnTo>
                  <a:lnTo>
                    <a:pt x="109" y="272"/>
                  </a:lnTo>
                  <a:lnTo>
                    <a:pt x="0" y="272"/>
                  </a:lnTo>
                  <a:lnTo>
                    <a:pt x="5" y="40"/>
                  </a:lnTo>
                  <a:lnTo>
                    <a:pt x="20" y="262"/>
                  </a:lnTo>
                  <a:lnTo>
                    <a:pt x="94" y="257"/>
                  </a:lnTo>
                  <a:lnTo>
                    <a:pt x="94" y="94"/>
                  </a:lnTo>
                  <a:lnTo>
                    <a:pt x="79" y="89"/>
                  </a:lnTo>
                  <a:lnTo>
                    <a:pt x="79" y="20"/>
                  </a:lnTo>
                  <a:lnTo>
                    <a:pt x="10" y="15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1" name="Freeform 6"/>
            <p:cNvSpPr>
              <a:spLocks/>
            </p:cNvSpPr>
            <p:nvPr/>
          </p:nvSpPr>
          <p:spPr bwMode="auto">
            <a:xfrm>
              <a:off x="318" y="2224"/>
              <a:ext cx="12" cy="39"/>
            </a:xfrm>
            <a:custGeom>
              <a:avLst/>
              <a:gdLst>
                <a:gd name="T0" fmla="*/ 0 w 15"/>
                <a:gd name="T1" fmla="*/ 0 h 54"/>
                <a:gd name="T2" fmla="*/ 2 w 15"/>
                <a:gd name="T3" fmla="*/ 0 h 54"/>
                <a:gd name="T4" fmla="*/ 2 w 15"/>
                <a:gd name="T5" fmla="*/ 4 h 54"/>
                <a:gd name="T6" fmla="*/ 0 w 15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"/>
                <a:gd name="T13" fmla="*/ 0 h 54"/>
                <a:gd name="T14" fmla="*/ 15 w 15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" h="54">
                  <a:moveTo>
                    <a:pt x="0" y="0"/>
                  </a:moveTo>
                  <a:lnTo>
                    <a:pt x="15" y="0"/>
                  </a:lnTo>
                  <a:lnTo>
                    <a:pt x="10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2" name="Freeform 7"/>
            <p:cNvSpPr>
              <a:spLocks/>
            </p:cNvSpPr>
            <p:nvPr/>
          </p:nvSpPr>
          <p:spPr bwMode="auto">
            <a:xfrm>
              <a:off x="318" y="2281"/>
              <a:ext cx="51" cy="11"/>
            </a:xfrm>
            <a:custGeom>
              <a:avLst/>
              <a:gdLst>
                <a:gd name="T0" fmla="*/ 0 w 64"/>
                <a:gd name="T1" fmla="*/ 1 h 15"/>
                <a:gd name="T2" fmla="*/ 7 w 64"/>
                <a:gd name="T3" fmla="*/ 0 h 15"/>
                <a:gd name="T4" fmla="*/ 11 w 64"/>
                <a:gd name="T5" fmla="*/ 0 h 15"/>
                <a:gd name="T6" fmla="*/ 11 w 64"/>
                <a:gd name="T7" fmla="*/ 1 h 15"/>
                <a:gd name="T8" fmla="*/ 7 w 64"/>
                <a:gd name="T9" fmla="*/ 1 h 15"/>
                <a:gd name="T10" fmla="*/ 0 w 64"/>
                <a:gd name="T11" fmla="*/ 1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"/>
                <a:gd name="T19" fmla="*/ 0 h 15"/>
                <a:gd name="T20" fmla="*/ 64 w 64"/>
                <a:gd name="T21" fmla="*/ 15 h 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" h="15">
                  <a:moveTo>
                    <a:pt x="0" y="10"/>
                  </a:moveTo>
                  <a:lnTo>
                    <a:pt x="45" y="0"/>
                  </a:lnTo>
                  <a:lnTo>
                    <a:pt x="64" y="0"/>
                  </a:lnTo>
                  <a:lnTo>
                    <a:pt x="64" y="15"/>
                  </a:lnTo>
                  <a:lnTo>
                    <a:pt x="45" y="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3" name="Freeform 8"/>
            <p:cNvSpPr>
              <a:spLocks/>
            </p:cNvSpPr>
            <p:nvPr/>
          </p:nvSpPr>
          <p:spPr bwMode="auto">
            <a:xfrm>
              <a:off x="318" y="2292"/>
              <a:ext cx="51" cy="14"/>
            </a:xfrm>
            <a:custGeom>
              <a:avLst/>
              <a:gdLst>
                <a:gd name="T0" fmla="*/ 0 w 64"/>
                <a:gd name="T1" fmla="*/ 1 h 20"/>
                <a:gd name="T2" fmla="*/ 7 w 64"/>
                <a:gd name="T3" fmla="*/ 0 h 20"/>
                <a:gd name="T4" fmla="*/ 11 w 64"/>
                <a:gd name="T5" fmla="*/ 1 h 20"/>
                <a:gd name="T6" fmla="*/ 11 w 64"/>
                <a:gd name="T7" fmla="*/ 1 h 20"/>
                <a:gd name="T8" fmla="*/ 7 w 64"/>
                <a:gd name="T9" fmla="*/ 1 h 20"/>
                <a:gd name="T10" fmla="*/ 0 w 64"/>
                <a:gd name="T11" fmla="*/ 1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"/>
                <a:gd name="T19" fmla="*/ 0 h 20"/>
                <a:gd name="T20" fmla="*/ 64 w 64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" h="20">
                  <a:moveTo>
                    <a:pt x="0" y="5"/>
                  </a:moveTo>
                  <a:lnTo>
                    <a:pt x="45" y="0"/>
                  </a:lnTo>
                  <a:lnTo>
                    <a:pt x="64" y="5"/>
                  </a:lnTo>
                  <a:lnTo>
                    <a:pt x="64" y="20"/>
                  </a:lnTo>
                  <a:lnTo>
                    <a:pt x="45" y="1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4" name="Freeform 9"/>
            <p:cNvSpPr>
              <a:spLocks/>
            </p:cNvSpPr>
            <p:nvPr/>
          </p:nvSpPr>
          <p:spPr bwMode="auto">
            <a:xfrm>
              <a:off x="454" y="2219"/>
              <a:ext cx="79" cy="186"/>
            </a:xfrm>
            <a:custGeom>
              <a:avLst/>
              <a:gdLst>
                <a:gd name="T0" fmla="*/ 0 w 99"/>
                <a:gd name="T1" fmla="*/ 0 h 257"/>
                <a:gd name="T2" fmla="*/ 3 w 99"/>
                <a:gd name="T3" fmla="*/ 20 h 257"/>
                <a:gd name="T4" fmla="*/ 17 w 99"/>
                <a:gd name="T5" fmla="*/ 18 h 257"/>
                <a:gd name="T6" fmla="*/ 15 w 99"/>
                <a:gd name="T7" fmla="*/ 7 h 257"/>
                <a:gd name="T8" fmla="*/ 14 w 99"/>
                <a:gd name="T9" fmla="*/ 5 h 257"/>
                <a:gd name="T10" fmla="*/ 14 w 99"/>
                <a:gd name="T11" fmla="*/ 0 h 257"/>
                <a:gd name="T12" fmla="*/ 2 w 99"/>
                <a:gd name="T13" fmla="*/ 0 h 257"/>
                <a:gd name="T14" fmla="*/ 0 w 99"/>
                <a:gd name="T15" fmla="*/ 0 h 2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"/>
                <a:gd name="T25" fmla="*/ 0 h 257"/>
                <a:gd name="T26" fmla="*/ 99 w 99"/>
                <a:gd name="T27" fmla="*/ 257 h 25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" h="257">
                  <a:moveTo>
                    <a:pt x="0" y="0"/>
                  </a:moveTo>
                  <a:lnTo>
                    <a:pt x="20" y="257"/>
                  </a:lnTo>
                  <a:lnTo>
                    <a:pt x="99" y="247"/>
                  </a:lnTo>
                  <a:lnTo>
                    <a:pt x="94" y="79"/>
                  </a:lnTo>
                  <a:lnTo>
                    <a:pt x="89" y="69"/>
                  </a:lnTo>
                  <a:lnTo>
                    <a:pt x="89" y="0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D2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5" name="Freeform 10"/>
            <p:cNvSpPr>
              <a:spLocks/>
            </p:cNvSpPr>
            <p:nvPr/>
          </p:nvSpPr>
          <p:spPr bwMode="auto">
            <a:xfrm>
              <a:off x="454" y="2208"/>
              <a:ext cx="86" cy="197"/>
            </a:xfrm>
            <a:custGeom>
              <a:avLst/>
              <a:gdLst>
                <a:gd name="T0" fmla="*/ 15 w 109"/>
                <a:gd name="T1" fmla="*/ 0 h 272"/>
                <a:gd name="T2" fmla="*/ 13 w 109"/>
                <a:gd name="T3" fmla="*/ 7 h 272"/>
                <a:gd name="T4" fmla="*/ 16 w 109"/>
                <a:gd name="T5" fmla="*/ 7 h 272"/>
                <a:gd name="T6" fmla="*/ 17 w 109"/>
                <a:gd name="T7" fmla="*/ 20 h 272"/>
                <a:gd name="T8" fmla="*/ 0 w 109"/>
                <a:gd name="T9" fmla="*/ 20 h 272"/>
                <a:gd name="T10" fmla="*/ 2 w 109"/>
                <a:gd name="T11" fmla="*/ 3 h 272"/>
                <a:gd name="T12" fmla="*/ 3 w 109"/>
                <a:gd name="T13" fmla="*/ 20 h 272"/>
                <a:gd name="T14" fmla="*/ 13 w 109"/>
                <a:gd name="T15" fmla="*/ 20 h 272"/>
                <a:gd name="T16" fmla="*/ 13 w 109"/>
                <a:gd name="T17" fmla="*/ 7 h 272"/>
                <a:gd name="T18" fmla="*/ 12 w 109"/>
                <a:gd name="T19" fmla="*/ 7 h 272"/>
                <a:gd name="T20" fmla="*/ 12 w 109"/>
                <a:gd name="T21" fmla="*/ 1 h 272"/>
                <a:gd name="T22" fmla="*/ 2 w 109"/>
                <a:gd name="T23" fmla="*/ 1 h 272"/>
                <a:gd name="T24" fmla="*/ 15 w 109"/>
                <a:gd name="T25" fmla="*/ 0 h 2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9"/>
                <a:gd name="T40" fmla="*/ 0 h 272"/>
                <a:gd name="T41" fmla="*/ 109 w 109"/>
                <a:gd name="T42" fmla="*/ 272 h 2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9" h="272">
                  <a:moveTo>
                    <a:pt x="99" y="0"/>
                  </a:moveTo>
                  <a:lnTo>
                    <a:pt x="89" y="79"/>
                  </a:lnTo>
                  <a:lnTo>
                    <a:pt x="104" y="94"/>
                  </a:lnTo>
                  <a:lnTo>
                    <a:pt x="109" y="272"/>
                  </a:lnTo>
                  <a:lnTo>
                    <a:pt x="0" y="272"/>
                  </a:lnTo>
                  <a:lnTo>
                    <a:pt x="5" y="40"/>
                  </a:lnTo>
                  <a:lnTo>
                    <a:pt x="20" y="262"/>
                  </a:lnTo>
                  <a:lnTo>
                    <a:pt x="94" y="257"/>
                  </a:lnTo>
                  <a:lnTo>
                    <a:pt x="94" y="94"/>
                  </a:lnTo>
                  <a:lnTo>
                    <a:pt x="79" y="89"/>
                  </a:lnTo>
                  <a:lnTo>
                    <a:pt x="79" y="20"/>
                  </a:lnTo>
                  <a:lnTo>
                    <a:pt x="10" y="15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6" name="Freeform 11"/>
            <p:cNvSpPr>
              <a:spLocks/>
            </p:cNvSpPr>
            <p:nvPr/>
          </p:nvSpPr>
          <p:spPr bwMode="auto">
            <a:xfrm>
              <a:off x="470" y="2229"/>
              <a:ext cx="12" cy="39"/>
            </a:xfrm>
            <a:custGeom>
              <a:avLst/>
              <a:gdLst>
                <a:gd name="T0" fmla="*/ 0 w 15"/>
                <a:gd name="T1" fmla="*/ 0 h 54"/>
                <a:gd name="T2" fmla="*/ 2 w 15"/>
                <a:gd name="T3" fmla="*/ 0 h 54"/>
                <a:gd name="T4" fmla="*/ 2 w 15"/>
                <a:gd name="T5" fmla="*/ 4 h 54"/>
                <a:gd name="T6" fmla="*/ 0 w 15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"/>
                <a:gd name="T13" fmla="*/ 0 h 54"/>
                <a:gd name="T14" fmla="*/ 15 w 15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" h="54">
                  <a:moveTo>
                    <a:pt x="0" y="0"/>
                  </a:moveTo>
                  <a:lnTo>
                    <a:pt x="15" y="0"/>
                  </a:lnTo>
                  <a:lnTo>
                    <a:pt x="10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7" name="Freeform 12"/>
            <p:cNvSpPr>
              <a:spLocks/>
            </p:cNvSpPr>
            <p:nvPr/>
          </p:nvSpPr>
          <p:spPr bwMode="auto">
            <a:xfrm>
              <a:off x="470" y="2287"/>
              <a:ext cx="51" cy="10"/>
            </a:xfrm>
            <a:custGeom>
              <a:avLst/>
              <a:gdLst>
                <a:gd name="T0" fmla="*/ 0 w 64"/>
                <a:gd name="T1" fmla="*/ 1 h 15"/>
                <a:gd name="T2" fmla="*/ 7 w 64"/>
                <a:gd name="T3" fmla="*/ 0 h 15"/>
                <a:gd name="T4" fmla="*/ 11 w 64"/>
                <a:gd name="T5" fmla="*/ 0 h 15"/>
                <a:gd name="T6" fmla="*/ 11 w 64"/>
                <a:gd name="T7" fmla="*/ 1 h 15"/>
                <a:gd name="T8" fmla="*/ 7 w 64"/>
                <a:gd name="T9" fmla="*/ 1 h 15"/>
                <a:gd name="T10" fmla="*/ 0 w 64"/>
                <a:gd name="T11" fmla="*/ 1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"/>
                <a:gd name="T19" fmla="*/ 0 h 15"/>
                <a:gd name="T20" fmla="*/ 64 w 64"/>
                <a:gd name="T21" fmla="*/ 15 h 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" h="15">
                  <a:moveTo>
                    <a:pt x="0" y="10"/>
                  </a:moveTo>
                  <a:lnTo>
                    <a:pt x="45" y="0"/>
                  </a:lnTo>
                  <a:lnTo>
                    <a:pt x="64" y="0"/>
                  </a:lnTo>
                  <a:lnTo>
                    <a:pt x="64" y="15"/>
                  </a:lnTo>
                  <a:lnTo>
                    <a:pt x="45" y="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8" name="Freeform 13"/>
            <p:cNvSpPr>
              <a:spLocks/>
            </p:cNvSpPr>
            <p:nvPr/>
          </p:nvSpPr>
          <p:spPr bwMode="auto">
            <a:xfrm>
              <a:off x="470" y="2297"/>
              <a:ext cx="51" cy="15"/>
            </a:xfrm>
            <a:custGeom>
              <a:avLst/>
              <a:gdLst>
                <a:gd name="T0" fmla="*/ 0 w 64"/>
                <a:gd name="T1" fmla="*/ 2 h 20"/>
                <a:gd name="T2" fmla="*/ 7 w 64"/>
                <a:gd name="T3" fmla="*/ 0 h 20"/>
                <a:gd name="T4" fmla="*/ 11 w 64"/>
                <a:gd name="T5" fmla="*/ 2 h 20"/>
                <a:gd name="T6" fmla="*/ 11 w 64"/>
                <a:gd name="T7" fmla="*/ 2 h 20"/>
                <a:gd name="T8" fmla="*/ 7 w 64"/>
                <a:gd name="T9" fmla="*/ 2 h 20"/>
                <a:gd name="T10" fmla="*/ 0 w 64"/>
                <a:gd name="T11" fmla="*/ 2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"/>
                <a:gd name="T19" fmla="*/ 0 h 20"/>
                <a:gd name="T20" fmla="*/ 64 w 64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" h="20">
                  <a:moveTo>
                    <a:pt x="0" y="5"/>
                  </a:moveTo>
                  <a:lnTo>
                    <a:pt x="45" y="0"/>
                  </a:lnTo>
                  <a:lnTo>
                    <a:pt x="64" y="5"/>
                  </a:lnTo>
                  <a:lnTo>
                    <a:pt x="64" y="20"/>
                  </a:lnTo>
                  <a:lnTo>
                    <a:pt x="45" y="1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9" name="Freeform 14"/>
            <p:cNvSpPr>
              <a:spLocks/>
            </p:cNvSpPr>
            <p:nvPr/>
          </p:nvSpPr>
          <p:spPr bwMode="auto">
            <a:xfrm>
              <a:off x="150" y="2209"/>
              <a:ext cx="79" cy="186"/>
            </a:xfrm>
            <a:custGeom>
              <a:avLst/>
              <a:gdLst>
                <a:gd name="T0" fmla="*/ 0 w 99"/>
                <a:gd name="T1" fmla="*/ 0 h 257"/>
                <a:gd name="T2" fmla="*/ 3 w 99"/>
                <a:gd name="T3" fmla="*/ 20 h 257"/>
                <a:gd name="T4" fmla="*/ 17 w 99"/>
                <a:gd name="T5" fmla="*/ 18 h 257"/>
                <a:gd name="T6" fmla="*/ 15 w 99"/>
                <a:gd name="T7" fmla="*/ 7 h 257"/>
                <a:gd name="T8" fmla="*/ 14 w 99"/>
                <a:gd name="T9" fmla="*/ 5 h 257"/>
                <a:gd name="T10" fmla="*/ 14 w 99"/>
                <a:gd name="T11" fmla="*/ 0 h 257"/>
                <a:gd name="T12" fmla="*/ 2 w 99"/>
                <a:gd name="T13" fmla="*/ 0 h 257"/>
                <a:gd name="T14" fmla="*/ 0 w 99"/>
                <a:gd name="T15" fmla="*/ 0 h 2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"/>
                <a:gd name="T25" fmla="*/ 0 h 257"/>
                <a:gd name="T26" fmla="*/ 99 w 99"/>
                <a:gd name="T27" fmla="*/ 257 h 25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" h="257">
                  <a:moveTo>
                    <a:pt x="0" y="0"/>
                  </a:moveTo>
                  <a:lnTo>
                    <a:pt x="20" y="257"/>
                  </a:lnTo>
                  <a:lnTo>
                    <a:pt x="99" y="247"/>
                  </a:lnTo>
                  <a:lnTo>
                    <a:pt x="94" y="79"/>
                  </a:lnTo>
                  <a:lnTo>
                    <a:pt x="89" y="69"/>
                  </a:lnTo>
                  <a:lnTo>
                    <a:pt x="89" y="0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D2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90" name="Freeform 15"/>
            <p:cNvSpPr>
              <a:spLocks/>
            </p:cNvSpPr>
            <p:nvPr/>
          </p:nvSpPr>
          <p:spPr bwMode="auto">
            <a:xfrm>
              <a:off x="150" y="2198"/>
              <a:ext cx="86" cy="197"/>
            </a:xfrm>
            <a:custGeom>
              <a:avLst/>
              <a:gdLst>
                <a:gd name="T0" fmla="*/ 15 w 109"/>
                <a:gd name="T1" fmla="*/ 0 h 272"/>
                <a:gd name="T2" fmla="*/ 13 w 109"/>
                <a:gd name="T3" fmla="*/ 7 h 272"/>
                <a:gd name="T4" fmla="*/ 16 w 109"/>
                <a:gd name="T5" fmla="*/ 7 h 272"/>
                <a:gd name="T6" fmla="*/ 17 w 109"/>
                <a:gd name="T7" fmla="*/ 20 h 272"/>
                <a:gd name="T8" fmla="*/ 0 w 109"/>
                <a:gd name="T9" fmla="*/ 20 h 272"/>
                <a:gd name="T10" fmla="*/ 2 w 109"/>
                <a:gd name="T11" fmla="*/ 3 h 272"/>
                <a:gd name="T12" fmla="*/ 3 w 109"/>
                <a:gd name="T13" fmla="*/ 20 h 272"/>
                <a:gd name="T14" fmla="*/ 13 w 109"/>
                <a:gd name="T15" fmla="*/ 20 h 272"/>
                <a:gd name="T16" fmla="*/ 13 w 109"/>
                <a:gd name="T17" fmla="*/ 7 h 272"/>
                <a:gd name="T18" fmla="*/ 12 w 109"/>
                <a:gd name="T19" fmla="*/ 7 h 272"/>
                <a:gd name="T20" fmla="*/ 12 w 109"/>
                <a:gd name="T21" fmla="*/ 1 h 272"/>
                <a:gd name="T22" fmla="*/ 2 w 109"/>
                <a:gd name="T23" fmla="*/ 1 h 272"/>
                <a:gd name="T24" fmla="*/ 15 w 109"/>
                <a:gd name="T25" fmla="*/ 0 h 2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9"/>
                <a:gd name="T40" fmla="*/ 0 h 272"/>
                <a:gd name="T41" fmla="*/ 109 w 109"/>
                <a:gd name="T42" fmla="*/ 272 h 2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9" h="272">
                  <a:moveTo>
                    <a:pt x="99" y="0"/>
                  </a:moveTo>
                  <a:lnTo>
                    <a:pt x="89" y="79"/>
                  </a:lnTo>
                  <a:lnTo>
                    <a:pt x="104" y="94"/>
                  </a:lnTo>
                  <a:lnTo>
                    <a:pt x="109" y="272"/>
                  </a:lnTo>
                  <a:lnTo>
                    <a:pt x="0" y="272"/>
                  </a:lnTo>
                  <a:lnTo>
                    <a:pt x="5" y="40"/>
                  </a:lnTo>
                  <a:lnTo>
                    <a:pt x="20" y="262"/>
                  </a:lnTo>
                  <a:lnTo>
                    <a:pt x="94" y="257"/>
                  </a:lnTo>
                  <a:lnTo>
                    <a:pt x="94" y="94"/>
                  </a:lnTo>
                  <a:lnTo>
                    <a:pt x="79" y="89"/>
                  </a:lnTo>
                  <a:lnTo>
                    <a:pt x="79" y="20"/>
                  </a:lnTo>
                  <a:lnTo>
                    <a:pt x="10" y="15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91" name="Freeform 16"/>
            <p:cNvSpPr>
              <a:spLocks/>
            </p:cNvSpPr>
            <p:nvPr/>
          </p:nvSpPr>
          <p:spPr bwMode="auto">
            <a:xfrm>
              <a:off x="166" y="2219"/>
              <a:ext cx="12" cy="40"/>
            </a:xfrm>
            <a:custGeom>
              <a:avLst/>
              <a:gdLst>
                <a:gd name="T0" fmla="*/ 0 w 15"/>
                <a:gd name="T1" fmla="*/ 0 h 54"/>
                <a:gd name="T2" fmla="*/ 2 w 15"/>
                <a:gd name="T3" fmla="*/ 0 h 54"/>
                <a:gd name="T4" fmla="*/ 2 w 15"/>
                <a:gd name="T5" fmla="*/ 5 h 54"/>
                <a:gd name="T6" fmla="*/ 0 w 15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"/>
                <a:gd name="T13" fmla="*/ 0 h 54"/>
                <a:gd name="T14" fmla="*/ 15 w 15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" h="54">
                  <a:moveTo>
                    <a:pt x="0" y="0"/>
                  </a:moveTo>
                  <a:lnTo>
                    <a:pt x="15" y="0"/>
                  </a:lnTo>
                  <a:lnTo>
                    <a:pt x="10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92" name="Freeform 17"/>
            <p:cNvSpPr>
              <a:spLocks/>
            </p:cNvSpPr>
            <p:nvPr/>
          </p:nvSpPr>
          <p:spPr bwMode="auto">
            <a:xfrm>
              <a:off x="166" y="2277"/>
              <a:ext cx="51" cy="11"/>
            </a:xfrm>
            <a:custGeom>
              <a:avLst/>
              <a:gdLst>
                <a:gd name="T0" fmla="*/ 0 w 64"/>
                <a:gd name="T1" fmla="*/ 1 h 15"/>
                <a:gd name="T2" fmla="*/ 7 w 64"/>
                <a:gd name="T3" fmla="*/ 0 h 15"/>
                <a:gd name="T4" fmla="*/ 11 w 64"/>
                <a:gd name="T5" fmla="*/ 0 h 15"/>
                <a:gd name="T6" fmla="*/ 11 w 64"/>
                <a:gd name="T7" fmla="*/ 1 h 15"/>
                <a:gd name="T8" fmla="*/ 7 w 64"/>
                <a:gd name="T9" fmla="*/ 1 h 15"/>
                <a:gd name="T10" fmla="*/ 0 w 64"/>
                <a:gd name="T11" fmla="*/ 1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"/>
                <a:gd name="T19" fmla="*/ 0 h 15"/>
                <a:gd name="T20" fmla="*/ 64 w 64"/>
                <a:gd name="T21" fmla="*/ 15 h 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" h="15">
                  <a:moveTo>
                    <a:pt x="0" y="10"/>
                  </a:moveTo>
                  <a:lnTo>
                    <a:pt x="45" y="0"/>
                  </a:lnTo>
                  <a:lnTo>
                    <a:pt x="64" y="0"/>
                  </a:lnTo>
                  <a:lnTo>
                    <a:pt x="64" y="15"/>
                  </a:lnTo>
                  <a:lnTo>
                    <a:pt x="45" y="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93" name="Freeform 18"/>
            <p:cNvSpPr>
              <a:spLocks/>
            </p:cNvSpPr>
            <p:nvPr/>
          </p:nvSpPr>
          <p:spPr bwMode="auto">
            <a:xfrm>
              <a:off x="166" y="2288"/>
              <a:ext cx="51" cy="14"/>
            </a:xfrm>
            <a:custGeom>
              <a:avLst/>
              <a:gdLst>
                <a:gd name="T0" fmla="*/ 0 w 64"/>
                <a:gd name="T1" fmla="*/ 1 h 20"/>
                <a:gd name="T2" fmla="*/ 7 w 64"/>
                <a:gd name="T3" fmla="*/ 0 h 20"/>
                <a:gd name="T4" fmla="*/ 11 w 64"/>
                <a:gd name="T5" fmla="*/ 1 h 20"/>
                <a:gd name="T6" fmla="*/ 11 w 64"/>
                <a:gd name="T7" fmla="*/ 1 h 20"/>
                <a:gd name="T8" fmla="*/ 7 w 64"/>
                <a:gd name="T9" fmla="*/ 1 h 20"/>
                <a:gd name="T10" fmla="*/ 0 w 64"/>
                <a:gd name="T11" fmla="*/ 1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"/>
                <a:gd name="T19" fmla="*/ 0 h 20"/>
                <a:gd name="T20" fmla="*/ 64 w 64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" h="20">
                  <a:moveTo>
                    <a:pt x="0" y="5"/>
                  </a:moveTo>
                  <a:lnTo>
                    <a:pt x="45" y="0"/>
                  </a:lnTo>
                  <a:lnTo>
                    <a:pt x="64" y="5"/>
                  </a:lnTo>
                  <a:lnTo>
                    <a:pt x="64" y="20"/>
                  </a:lnTo>
                  <a:lnTo>
                    <a:pt x="45" y="1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</p:grpSp>
      <p:sp>
        <p:nvSpPr>
          <p:cNvPr id="3174" name="Text Box 24"/>
          <p:cNvSpPr txBox="1">
            <a:spLocks noChangeArrowheads="1"/>
          </p:cNvSpPr>
          <p:nvPr/>
        </p:nvSpPr>
        <p:spPr bwMode="auto">
          <a:xfrm>
            <a:off x="518007" y="4303319"/>
            <a:ext cx="7787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 b="1" dirty="0"/>
              <a:t>WWW</a:t>
            </a:r>
          </a:p>
        </p:txBody>
      </p:sp>
      <p:sp>
        <p:nvSpPr>
          <p:cNvPr id="3164" name="Rectangle 26"/>
          <p:cNvSpPr>
            <a:spLocks noChangeArrowheads="1"/>
          </p:cNvSpPr>
          <p:nvPr/>
        </p:nvSpPr>
        <p:spPr bwMode="auto">
          <a:xfrm>
            <a:off x="522288" y="160337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65" name="Text Box 27"/>
          <p:cNvSpPr txBox="1">
            <a:spLocks noChangeArrowheads="1"/>
          </p:cNvSpPr>
          <p:nvPr/>
        </p:nvSpPr>
        <p:spPr bwMode="auto">
          <a:xfrm>
            <a:off x="1656291" y="1078439"/>
            <a:ext cx="11795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/>
              <a:t>Middleware</a:t>
            </a:r>
            <a:endParaRPr lang="en-GB" sz="1400" dirty="0"/>
          </a:p>
        </p:txBody>
      </p:sp>
      <p:sp>
        <p:nvSpPr>
          <p:cNvPr id="3166" name="Text Box 28"/>
          <p:cNvSpPr txBox="1">
            <a:spLocks noChangeArrowheads="1"/>
          </p:cNvSpPr>
          <p:nvPr/>
        </p:nvSpPr>
        <p:spPr bwMode="auto">
          <a:xfrm>
            <a:off x="473604" y="1081614"/>
            <a:ext cx="11668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/>
              <a:t>VOD Server</a:t>
            </a:r>
            <a:endParaRPr lang="en-GB" sz="1400" dirty="0"/>
          </a:p>
        </p:txBody>
      </p:sp>
      <p:sp>
        <p:nvSpPr>
          <p:cNvPr id="3167" name="Text Box 29"/>
          <p:cNvSpPr txBox="1">
            <a:spLocks noChangeArrowheads="1"/>
          </p:cNvSpPr>
          <p:nvPr/>
        </p:nvSpPr>
        <p:spPr bwMode="auto">
          <a:xfrm>
            <a:off x="754564" y="2109432"/>
            <a:ext cx="11464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/>
              <a:t>Broadcast  </a:t>
            </a:r>
          </a:p>
        </p:txBody>
      </p:sp>
      <p:sp>
        <p:nvSpPr>
          <p:cNvPr id="3168" name="Arc 30"/>
          <p:cNvSpPr>
            <a:spLocks/>
          </p:cNvSpPr>
          <p:nvPr/>
        </p:nvSpPr>
        <p:spPr bwMode="auto">
          <a:xfrm flipV="1">
            <a:off x="207963" y="442913"/>
            <a:ext cx="2547938" cy="2300287"/>
          </a:xfrm>
          <a:custGeom>
            <a:avLst/>
            <a:gdLst>
              <a:gd name="T0" fmla="*/ 0 w 21612"/>
              <a:gd name="T1" fmla="*/ 0 h 24524"/>
              <a:gd name="T2" fmla="*/ 0 w 21612"/>
              <a:gd name="T3" fmla="*/ 0 h 24524"/>
              <a:gd name="T4" fmla="*/ 0 w 21612"/>
              <a:gd name="T5" fmla="*/ 0 h 24524"/>
              <a:gd name="T6" fmla="*/ 0 60000 65536"/>
              <a:gd name="T7" fmla="*/ 0 60000 65536"/>
              <a:gd name="T8" fmla="*/ 0 60000 65536"/>
              <a:gd name="T9" fmla="*/ 0 w 21612"/>
              <a:gd name="T10" fmla="*/ 0 h 24524"/>
              <a:gd name="T11" fmla="*/ 21612 w 21612"/>
              <a:gd name="T12" fmla="*/ 24524 h 245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12" h="24524" fill="none" extrusionOk="0">
                <a:moveTo>
                  <a:pt x="0" y="0"/>
                </a:moveTo>
                <a:cubicBezTo>
                  <a:pt x="4" y="0"/>
                  <a:pt x="8" y="-1"/>
                  <a:pt x="12" y="0"/>
                </a:cubicBezTo>
                <a:cubicBezTo>
                  <a:pt x="11941" y="0"/>
                  <a:pt x="21612" y="9670"/>
                  <a:pt x="21612" y="21600"/>
                </a:cubicBezTo>
                <a:cubicBezTo>
                  <a:pt x="21612" y="22578"/>
                  <a:pt x="21545" y="23554"/>
                  <a:pt x="21413" y="24524"/>
                </a:cubicBezTo>
              </a:path>
              <a:path w="21612" h="24524" stroke="0" extrusionOk="0">
                <a:moveTo>
                  <a:pt x="0" y="0"/>
                </a:moveTo>
                <a:cubicBezTo>
                  <a:pt x="4" y="0"/>
                  <a:pt x="8" y="-1"/>
                  <a:pt x="12" y="0"/>
                </a:cubicBezTo>
                <a:cubicBezTo>
                  <a:pt x="11941" y="0"/>
                  <a:pt x="21612" y="9670"/>
                  <a:pt x="21612" y="21600"/>
                </a:cubicBezTo>
                <a:cubicBezTo>
                  <a:pt x="21612" y="22578"/>
                  <a:pt x="21545" y="23554"/>
                  <a:pt x="21413" y="24524"/>
                </a:cubicBezTo>
                <a:lnTo>
                  <a:pt x="12" y="21600"/>
                </a:lnTo>
                <a:close/>
              </a:path>
            </a:pathLst>
          </a:custGeom>
          <a:noFill/>
          <a:ln w="19050">
            <a:solidFill>
              <a:srgbClr val="9FB0CF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169" name="Text Box 31"/>
          <p:cNvSpPr txBox="1">
            <a:spLocks noChangeArrowheads="1"/>
          </p:cNvSpPr>
          <p:nvPr/>
        </p:nvSpPr>
        <p:spPr bwMode="auto">
          <a:xfrm>
            <a:off x="-48419" y="2522149"/>
            <a:ext cx="1809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>
                <a:solidFill>
                  <a:srgbClr val="3333CC"/>
                </a:solidFill>
              </a:rPr>
              <a:t>Video Head-End</a:t>
            </a:r>
            <a:endParaRPr lang="en-GB" sz="1600" dirty="0">
              <a:solidFill>
                <a:srgbClr val="3333CC"/>
              </a:solidFill>
            </a:endParaRPr>
          </a:p>
        </p:txBody>
      </p:sp>
      <p:sp>
        <p:nvSpPr>
          <p:cNvPr id="3171" name="Rectangle 33"/>
          <p:cNvSpPr>
            <a:spLocks noChangeArrowheads="1"/>
          </p:cNvSpPr>
          <p:nvPr/>
        </p:nvSpPr>
        <p:spPr bwMode="auto">
          <a:xfrm rot="5400000">
            <a:off x="1204646" y="1641502"/>
            <a:ext cx="166322" cy="816821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wrap="square" anchor="ctr">
            <a:spAutoFit/>
            <a:flatTx/>
          </a:bodyPr>
          <a:lstStyle/>
          <a:p>
            <a:endParaRPr lang="en-US"/>
          </a:p>
        </p:txBody>
      </p:sp>
      <p:sp>
        <p:nvSpPr>
          <p:cNvPr id="3172" name="Rectangle 34"/>
          <p:cNvSpPr>
            <a:spLocks noChangeArrowheads="1"/>
          </p:cNvSpPr>
          <p:nvPr/>
        </p:nvSpPr>
        <p:spPr bwMode="auto">
          <a:xfrm rot="5400000">
            <a:off x="2057929" y="549802"/>
            <a:ext cx="134937" cy="976313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sp>
        <p:nvSpPr>
          <p:cNvPr id="77" name="Rectangle 34"/>
          <p:cNvSpPr>
            <a:spLocks noChangeArrowheads="1"/>
          </p:cNvSpPr>
          <p:nvPr/>
        </p:nvSpPr>
        <p:spPr bwMode="auto">
          <a:xfrm rot="5400000">
            <a:off x="968904" y="551389"/>
            <a:ext cx="134937" cy="976313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329372" y="5364215"/>
            <a:ext cx="2868617" cy="863600"/>
            <a:chOff x="214" y="3360"/>
            <a:chExt cx="1807" cy="544"/>
          </a:xfrm>
        </p:grpSpPr>
        <p:pic>
          <p:nvPicPr>
            <p:cNvPr id="3162" name="Picture 3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14" y="3360"/>
              <a:ext cx="271" cy="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63" name="Text Box 37"/>
            <p:cNvSpPr txBox="1">
              <a:spLocks noChangeArrowheads="1"/>
            </p:cNvSpPr>
            <p:nvPr/>
          </p:nvSpPr>
          <p:spPr bwMode="auto">
            <a:xfrm>
              <a:off x="518" y="3589"/>
              <a:ext cx="1503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b="1" dirty="0"/>
                <a:t>PSTN</a:t>
              </a:r>
            </a:p>
            <a:p>
              <a:r>
                <a:rPr lang="en-GB" sz="1050" dirty="0"/>
                <a:t>Public Service Telephone Network</a:t>
              </a:r>
            </a:p>
          </p:txBody>
        </p:sp>
      </p:grpSp>
      <p:sp>
        <p:nvSpPr>
          <p:cNvPr id="3113" name="Rectangle 68"/>
          <p:cNvSpPr>
            <a:spLocks noChangeArrowheads="1"/>
          </p:cNvSpPr>
          <p:nvPr/>
        </p:nvSpPr>
        <p:spPr bwMode="auto">
          <a:xfrm>
            <a:off x="3284538" y="2819401"/>
            <a:ext cx="84613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14" name="Text Box 69"/>
          <p:cNvSpPr txBox="1">
            <a:spLocks noChangeArrowheads="1"/>
          </p:cNvSpPr>
          <p:nvPr/>
        </p:nvSpPr>
        <p:spPr bwMode="auto">
          <a:xfrm>
            <a:off x="2560638" y="3171826"/>
            <a:ext cx="1082675" cy="3381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600" b="1" dirty="0"/>
              <a:t>IP Router</a:t>
            </a:r>
            <a:endParaRPr lang="en-GB" sz="1600" dirty="0"/>
          </a:p>
        </p:txBody>
      </p:sp>
      <p:pic>
        <p:nvPicPr>
          <p:cNvPr id="3115" name="Picture 7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43201" y="2971801"/>
            <a:ext cx="696913" cy="22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17" name="Rectangle 74"/>
          <p:cNvSpPr>
            <a:spLocks noChangeArrowheads="1"/>
          </p:cNvSpPr>
          <p:nvPr/>
        </p:nvSpPr>
        <p:spPr bwMode="auto">
          <a:xfrm>
            <a:off x="1373188" y="4673601"/>
            <a:ext cx="7397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18" name="Line 75"/>
          <p:cNvSpPr>
            <a:spLocks noChangeShapeType="1"/>
          </p:cNvSpPr>
          <p:nvPr/>
        </p:nvSpPr>
        <p:spPr bwMode="auto">
          <a:xfrm>
            <a:off x="3505201" y="3124200"/>
            <a:ext cx="1288712" cy="11113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3121" name="Line 87"/>
          <p:cNvSpPr>
            <a:spLocks noChangeShapeType="1"/>
          </p:cNvSpPr>
          <p:nvPr/>
        </p:nvSpPr>
        <p:spPr bwMode="auto">
          <a:xfrm flipV="1">
            <a:off x="1549401" y="5102226"/>
            <a:ext cx="4210050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122" name="Line 88"/>
          <p:cNvSpPr>
            <a:spLocks noChangeShapeType="1"/>
          </p:cNvSpPr>
          <p:nvPr/>
        </p:nvSpPr>
        <p:spPr bwMode="auto">
          <a:xfrm flipH="1" flipV="1">
            <a:off x="1465263" y="4995863"/>
            <a:ext cx="57150" cy="85725"/>
          </a:xfrm>
          <a:prstGeom prst="line">
            <a:avLst/>
          </a:prstGeom>
          <a:noFill/>
          <a:ln w="12700">
            <a:solidFill>
              <a:srgbClr val="0066CC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123" name="Line 89"/>
          <p:cNvSpPr>
            <a:spLocks noChangeShapeType="1"/>
          </p:cNvSpPr>
          <p:nvPr/>
        </p:nvSpPr>
        <p:spPr bwMode="auto">
          <a:xfrm rot="5400000" flipH="1" flipV="1">
            <a:off x="5794376" y="4984751"/>
            <a:ext cx="104775" cy="76200"/>
          </a:xfrm>
          <a:prstGeom prst="line">
            <a:avLst/>
          </a:prstGeom>
          <a:noFill/>
          <a:ln w="19050">
            <a:solidFill>
              <a:srgbClr val="0066CC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124" name="Text Box 90"/>
          <p:cNvSpPr txBox="1">
            <a:spLocks noChangeArrowheads="1"/>
          </p:cNvSpPr>
          <p:nvPr/>
        </p:nvSpPr>
        <p:spPr bwMode="auto">
          <a:xfrm>
            <a:off x="2232026" y="5132388"/>
            <a:ext cx="31861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1800" b="1">
                <a:solidFill>
                  <a:srgbClr val="0066CC"/>
                </a:solidFill>
              </a:rPr>
              <a:t>Network</a:t>
            </a:r>
            <a:endParaRPr lang="en-GB" sz="700"/>
          </a:p>
        </p:txBody>
      </p:sp>
      <p:graphicFrame>
        <p:nvGraphicFramePr>
          <p:cNvPr id="3077" name="Object 91"/>
          <p:cNvGraphicFramePr>
            <a:graphicFrameLocks noChangeAspect="1"/>
          </p:cNvGraphicFramePr>
          <p:nvPr/>
        </p:nvGraphicFramePr>
        <p:xfrm>
          <a:off x="4800601" y="2895601"/>
          <a:ext cx="34607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7" imgW="1952898" imgH="3057143" progId="">
                  <p:embed/>
                </p:oleObj>
              </mc:Choice>
              <mc:Fallback>
                <p:oleObj name="Photo Editor Photo" r:id="rId7" imgW="1952898" imgH="3057143" progId="">
                  <p:embed/>
                  <p:pic>
                    <p:nvPicPr>
                      <p:cNvPr id="3077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2895601"/>
                        <a:ext cx="34607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0" name="Text Box 92"/>
          <p:cNvSpPr txBox="1">
            <a:spLocks noChangeArrowheads="1"/>
          </p:cNvSpPr>
          <p:nvPr/>
        </p:nvSpPr>
        <p:spPr bwMode="auto">
          <a:xfrm>
            <a:off x="4355683" y="3448013"/>
            <a:ext cx="1268413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600" b="1" dirty="0"/>
              <a:t>DSLAM</a:t>
            </a:r>
          </a:p>
          <a:p>
            <a:pPr algn="ctr"/>
            <a:r>
              <a:rPr lang="en-GB" sz="1050" dirty="0"/>
              <a:t>Digital Subscriber’s Line Access Module</a:t>
            </a:r>
          </a:p>
        </p:txBody>
      </p:sp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809625" y="1450975"/>
            <a:ext cx="2009775" cy="3938586"/>
            <a:chOff x="510" y="914"/>
            <a:chExt cx="1266" cy="2481"/>
          </a:xfrm>
        </p:grpSpPr>
        <p:sp>
          <p:nvSpPr>
            <p:cNvPr id="3103" name="Line 94"/>
            <p:cNvSpPr>
              <a:spLocks noChangeShapeType="1"/>
            </p:cNvSpPr>
            <p:nvPr/>
          </p:nvSpPr>
          <p:spPr bwMode="auto">
            <a:xfrm flipH="1" flipV="1">
              <a:off x="1007" y="914"/>
              <a:ext cx="769" cy="91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3104" name="Line 95"/>
            <p:cNvSpPr>
              <a:spLocks noChangeShapeType="1"/>
            </p:cNvSpPr>
            <p:nvPr/>
          </p:nvSpPr>
          <p:spPr bwMode="auto">
            <a:xfrm flipH="1" flipV="1">
              <a:off x="1513" y="914"/>
              <a:ext cx="263" cy="91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3105" name="Line 96"/>
            <p:cNvSpPr>
              <a:spLocks noChangeShapeType="1"/>
            </p:cNvSpPr>
            <p:nvPr/>
          </p:nvSpPr>
          <p:spPr bwMode="auto">
            <a:xfrm flipH="1" flipV="1">
              <a:off x="1144" y="1390"/>
              <a:ext cx="632" cy="434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3106" name="Line 97"/>
            <p:cNvSpPr>
              <a:spLocks noChangeShapeType="1"/>
            </p:cNvSpPr>
            <p:nvPr/>
          </p:nvSpPr>
          <p:spPr bwMode="auto">
            <a:xfrm flipV="1">
              <a:off x="603" y="2016"/>
              <a:ext cx="1077" cy="30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3107" name="Line 98"/>
            <p:cNvSpPr>
              <a:spLocks noChangeShapeType="1"/>
            </p:cNvSpPr>
            <p:nvPr/>
          </p:nvSpPr>
          <p:spPr bwMode="auto">
            <a:xfrm flipH="1">
              <a:off x="865" y="2057"/>
              <a:ext cx="827" cy="654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3108" name="Line 99"/>
            <p:cNvSpPr>
              <a:spLocks noChangeShapeType="1"/>
            </p:cNvSpPr>
            <p:nvPr/>
          </p:nvSpPr>
          <p:spPr bwMode="auto">
            <a:xfrm flipV="1">
              <a:off x="510" y="2109"/>
              <a:ext cx="1229" cy="128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en-GB" sz="1600"/>
            </a:p>
          </p:txBody>
        </p:sp>
      </p:grpSp>
      <p:sp>
        <p:nvSpPr>
          <p:cNvPr id="3084" name="Rectangle 102"/>
          <p:cNvSpPr>
            <a:spLocks noChangeArrowheads="1"/>
          </p:cNvSpPr>
          <p:nvPr/>
        </p:nvSpPr>
        <p:spPr bwMode="auto">
          <a:xfrm>
            <a:off x="6286500" y="533400"/>
            <a:ext cx="2573338" cy="55451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85" name="Rectangle 103"/>
          <p:cNvSpPr>
            <a:spLocks noChangeArrowheads="1"/>
          </p:cNvSpPr>
          <p:nvPr/>
        </p:nvSpPr>
        <p:spPr bwMode="auto">
          <a:xfrm>
            <a:off x="7332663" y="2874963"/>
            <a:ext cx="8445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8" name="Rectangle 106"/>
          <p:cNvSpPr>
            <a:spLocks noChangeArrowheads="1"/>
          </p:cNvSpPr>
          <p:nvPr/>
        </p:nvSpPr>
        <p:spPr bwMode="auto">
          <a:xfrm>
            <a:off x="6423025" y="2981325"/>
            <a:ext cx="134938" cy="1714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89" name="Line 107"/>
          <p:cNvSpPr>
            <a:spLocks noChangeShapeType="1"/>
          </p:cNvSpPr>
          <p:nvPr/>
        </p:nvSpPr>
        <p:spPr bwMode="auto">
          <a:xfrm>
            <a:off x="8363558" y="4466135"/>
            <a:ext cx="60325" cy="134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90" name="Freeform 108"/>
          <p:cNvSpPr>
            <a:spLocks/>
          </p:cNvSpPr>
          <p:nvPr/>
        </p:nvSpPr>
        <p:spPr bwMode="auto">
          <a:xfrm rot="15819552" flipH="1">
            <a:off x="6616700" y="2952751"/>
            <a:ext cx="92075" cy="215900"/>
          </a:xfrm>
          <a:custGeom>
            <a:avLst/>
            <a:gdLst>
              <a:gd name="T0" fmla="*/ 2147483647 w 314"/>
              <a:gd name="T1" fmla="*/ 0 h 3336"/>
              <a:gd name="T2" fmla="*/ 2147483647 w 314"/>
              <a:gd name="T3" fmla="*/ 0 h 3336"/>
              <a:gd name="T4" fmla="*/ 2147483647 w 314"/>
              <a:gd name="T5" fmla="*/ 0 h 3336"/>
              <a:gd name="T6" fmla="*/ 2147483647 w 314"/>
              <a:gd name="T7" fmla="*/ 2147483647 h 3336"/>
              <a:gd name="T8" fmla="*/ 2147483647 w 314"/>
              <a:gd name="T9" fmla="*/ 2147483647 h 3336"/>
              <a:gd name="T10" fmla="*/ 0 w 314"/>
              <a:gd name="T11" fmla="*/ 2147483647 h 3336"/>
              <a:gd name="T12" fmla="*/ 2147483647 w 314"/>
              <a:gd name="T13" fmla="*/ 2147483647 h 3336"/>
              <a:gd name="T14" fmla="*/ 2147483647 w 314"/>
              <a:gd name="T15" fmla="*/ 2147483647 h 3336"/>
              <a:gd name="T16" fmla="*/ 2147483647 w 314"/>
              <a:gd name="T17" fmla="*/ 2147483647 h 3336"/>
              <a:gd name="T18" fmla="*/ 2147483647 w 314"/>
              <a:gd name="T19" fmla="*/ 2147483647 h 3336"/>
              <a:gd name="T20" fmla="*/ 2147483647 w 314"/>
              <a:gd name="T21" fmla="*/ 2147483647 h 3336"/>
              <a:gd name="T22" fmla="*/ 2147483647 w 314"/>
              <a:gd name="T23" fmla="*/ 2147483647 h 3336"/>
              <a:gd name="T24" fmla="*/ 2147483647 w 314"/>
              <a:gd name="T25" fmla="*/ 2147483647 h 3336"/>
              <a:gd name="T26" fmla="*/ 2147483647 w 314"/>
              <a:gd name="T27" fmla="*/ 2147483647 h 3336"/>
              <a:gd name="T28" fmla="*/ 2147483647 w 314"/>
              <a:gd name="T29" fmla="*/ 2147483647 h 3336"/>
              <a:gd name="T30" fmla="*/ 2147483647 w 314"/>
              <a:gd name="T31" fmla="*/ 2147483647 h 33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14"/>
              <a:gd name="T49" fmla="*/ 0 h 3336"/>
              <a:gd name="T50" fmla="*/ 314 w 314"/>
              <a:gd name="T51" fmla="*/ 3336 h 33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14" h="3336">
                <a:moveTo>
                  <a:pt x="87" y="0"/>
                </a:moveTo>
                <a:cubicBezTo>
                  <a:pt x="54" y="47"/>
                  <a:pt x="21" y="95"/>
                  <a:pt x="25" y="140"/>
                </a:cubicBezTo>
                <a:cubicBezTo>
                  <a:pt x="29" y="185"/>
                  <a:pt x="106" y="221"/>
                  <a:pt x="111" y="273"/>
                </a:cubicBezTo>
                <a:cubicBezTo>
                  <a:pt x="116" y="325"/>
                  <a:pt x="50" y="375"/>
                  <a:pt x="56" y="452"/>
                </a:cubicBezTo>
                <a:cubicBezTo>
                  <a:pt x="62" y="529"/>
                  <a:pt x="159" y="655"/>
                  <a:pt x="150" y="733"/>
                </a:cubicBezTo>
                <a:cubicBezTo>
                  <a:pt x="141" y="811"/>
                  <a:pt x="2" y="838"/>
                  <a:pt x="1" y="920"/>
                </a:cubicBezTo>
                <a:cubicBezTo>
                  <a:pt x="0" y="1002"/>
                  <a:pt x="132" y="1131"/>
                  <a:pt x="142" y="1224"/>
                </a:cubicBezTo>
                <a:cubicBezTo>
                  <a:pt x="152" y="1317"/>
                  <a:pt x="56" y="1402"/>
                  <a:pt x="64" y="1481"/>
                </a:cubicBezTo>
                <a:cubicBezTo>
                  <a:pt x="72" y="1560"/>
                  <a:pt x="176" y="1617"/>
                  <a:pt x="188" y="1699"/>
                </a:cubicBezTo>
                <a:cubicBezTo>
                  <a:pt x="200" y="1781"/>
                  <a:pt x="128" y="1876"/>
                  <a:pt x="134" y="1972"/>
                </a:cubicBezTo>
                <a:cubicBezTo>
                  <a:pt x="140" y="2068"/>
                  <a:pt x="233" y="2199"/>
                  <a:pt x="227" y="2276"/>
                </a:cubicBezTo>
                <a:cubicBezTo>
                  <a:pt x="221" y="2353"/>
                  <a:pt x="94" y="2357"/>
                  <a:pt x="95" y="2432"/>
                </a:cubicBezTo>
                <a:cubicBezTo>
                  <a:pt x="96" y="2507"/>
                  <a:pt x="234" y="2646"/>
                  <a:pt x="235" y="2728"/>
                </a:cubicBezTo>
                <a:cubicBezTo>
                  <a:pt x="236" y="2810"/>
                  <a:pt x="90" y="2861"/>
                  <a:pt x="103" y="2923"/>
                </a:cubicBezTo>
                <a:cubicBezTo>
                  <a:pt x="116" y="2985"/>
                  <a:pt x="312" y="3033"/>
                  <a:pt x="313" y="3102"/>
                </a:cubicBezTo>
                <a:cubicBezTo>
                  <a:pt x="314" y="3171"/>
                  <a:pt x="149" y="3301"/>
                  <a:pt x="111" y="33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091" name="Freeform 109"/>
          <p:cNvSpPr>
            <a:spLocks/>
          </p:cNvSpPr>
          <p:nvPr/>
        </p:nvSpPr>
        <p:spPr bwMode="auto">
          <a:xfrm rot="15819552" flipH="1">
            <a:off x="6619875" y="2951163"/>
            <a:ext cx="79375" cy="212725"/>
          </a:xfrm>
          <a:custGeom>
            <a:avLst/>
            <a:gdLst>
              <a:gd name="T0" fmla="*/ 2147483647 w 285"/>
              <a:gd name="T1" fmla="*/ 0 h 3289"/>
              <a:gd name="T2" fmla="*/ 2147483647 w 285"/>
              <a:gd name="T3" fmla="*/ 0 h 3289"/>
              <a:gd name="T4" fmla="*/ 0 w 285"/>
              <a:gd name="T5" fmla="*/ 0 h 3289"/>
              <a:gd name="T6" fmla="*/ 2147483647 w 285"/>
              <a:gd name="T7" fmla="*/ 2147483647 h 3289"/>
              <a:gd name="T8" fmla="*/ 2147483647 w 285"/>
              <a:gd name="T9" fmla="*/ 2147483647 h 3289"/>
              <a:gd name="T10" fmla="*/ 2147483647 w 285"/>
              <a:gd name="T11" fmla="*/ 2147483647 h 3289"/>
              <a:gd name="T12" fmla="*/ 0 w 285"/>
              <a:gd name="T13" fmla="*/ 2147483647 h 3289"/>
              <a:gd name="T14" fmla="*/ 2147483647 w 285"/>
              <a:gd name="T15" fmla="*/ 2147483647 h 3289"/>
              <a:gd name="T16" fmla="*/ 2147483647 w 285"/>
              <a:gd name="T17" fmla="*/ 2147483647 h 3289"/>
              <a:gd name="T18" fmla="*/ 2147483647 w 285"/>
              <a:gd name="T19" fmla="*/ 2147483647 h 3289"/>
              <a:gd name="T20" fmla="*/ 2147483647 w 285"/>
              <a:gd name="T21" fmla="*/ 2147483647 h 3289"/>
              <a:gd name="T22" fmla="*/ 2147483647 w 285"/>
              <a:gd name="T23" fmla="*/ 2147483647 h 3289"/>
              <a:gd name="T24" fmla="*/ 2147483647 w 285"/>
              <a:gd name="T25" fmla="*/ 2147483647 h 3289"/>
              <a:gd name="T26" fmla="*/ 2147483647 w 285"/>
              <a:gd name="T27" fmla="*/ 2147483647 h 3289"/>
              <a:gd name="T28" fmla="*/ 2147483647 w 285"/>
              <a:gd name="T29" fmla="*/ 2147483647 h 3289"/>
              <a:gd name="T30" fmla="*/ 2147483647 w 285"/>
              <a:gd name="T31" fmla="*/ 2147483647 h 328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85"/>
              <a:gd name="T49" fmla="*/ 0 h 3289"/>
              <a:gd name="T50" fmla="*/ 285 w 285"/>
              <a:gd name="T51" fmla="*/ 3289 h 328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85" h="3289">
                <a:moveTo>
                  <a:pt x="36" y="0"/>
                </a:moveTo>
                <a:cubicBezTo>
                  <a:pt x="80" y="26"/>
                  <a:pt x="125" y="52"/>
                  <a:pt x="121" y="93"/>
                </a:cubicBezTo>
                <a:cubicBezTo>
                  <a:pt x="117" y="134"/>
                  <a:pt x="11" y="183"/>
                  <a:pt x="12" y="249"/>
                </a:cubicBezTo>
                <a:cubicBezTo>
                  <a:pt x="13" y="315"/>
                  <a:pt x="120" y="401"/>
                  <a:pt x="129" y="491"/>
                </a:cubicBezTo>
                <a:cubicBezTo>
                  <a:pt x="138" y="581"/>
                  <a:pt x="68" y="710"/>
                  <a:pt x="67" y="787"/>
                </a:cubicBezTo>
                <a:cubicBezTo>
                  <a:pt x="66" y="864"/>
                  <a:pt x="130" y="899"/>
                  <a:pt x="121" y="951"/>
                </a:cubicBezTo>
                <a:cubicBezTo>
                  <a:pt x="112" y="1003"/>
                  <a:pt x="0" y="1025"/>
                  <a:pt x="12" y="1099"/>
                </a:cubicBezTo>
                <a:cubicBezTo>
                  <a:pt x="24" y="1173"/>
                  <a:pt x="179" y="1299"/>
                  <a:pt x="191" y="1395"/>
                </a:cubicBezTo>
                <a:cubicBezTo>
                  <a:pt x="203" y="1491"/>
                  <a:pt x="79" y="1585"/>
                  <a:pt x="82" y="1675"/>
                </a:cubicBezTo>
                <a:cubicBezTo>
                  <a:pt x="85" y="1765"/>
                  <a:pt x="199" y="1843"/>
                  <a:pt x="207" y="1933"/>
                </a:cubicBezTo>
                <a:cubicBezTo>
                  <a:pt x="215" y="2023"/>
                  <a:pt x="123" y="2124"/>
                  <a:pt x="129" y="2213"/>
                </a:cubicBezTo>
                <a:cubicBezTo>
                  <a:pt x="135" y="2302"/>
                  <a:pt x="245" y="2384"/>
                  <a:pt x="246" y="2470"/>
                </a:cubicBezTo>
                <a:cubicBezTo>
                  <a:pt x="247" y="2556"/>
                  <a:pt x="138" y="2654"/>
                  <a:pt x="137" y="2728"/>
                </a:cubicBezTo>
                <a:cubicBezTo>
                  <a:pt x="136" y="2802"/>
                  <a:pt x="237" y="2850"/>
                  <a:pt x="238" y="2915"/>
                </a:cubicBezTo>
                <a:cubicBezTo>
                  <a:pt x="239" y="2980"/>
                  <a:pt x="137" y="3055"/>
                  <a:pt x="145" y="3117"/>
                </a:cubicBezTo>
                <a:cubicBezTo>
                  <a:pt x="153" y="3179"/>
                  <a:pt x="275" y="3267"/>
                  <a:pt x="285" y="328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92" name="Rectangle 110"/>
          <p:cNvSpPr>
            <a:spLocks noChangeArrowheads="1"/>
          </p:cNvSpPr>
          <p:nvPr/>
        </p:nvSpPr>
        <p:spPr bwMode="auto">
          <a:xfrm>
            <a:off x="6781800" y="2490788"/>
            <a:ext cx="169863" cy="998537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graphicFrame>
        <p:nvGraphicFramePr>
          <p:cNvPr id="3074" name="Object 111"/>
          <p:cNvGraphicFramePr>
            <a:graphicFrameLocks noChangeAspect="1"/>
          </p:cNvGraphicFramePr>
          <p:nvPr/>
        </p:nvGraphicFramePr>
        <p:xfrm>
          <a:off x="7523770" y="4464547"/>
          <a:ext cx="124777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9" imgW="1714739" imgH="1714739" progId="">
                  <p:embed/>
                </p:oleObj>
              </mc:Choice>
              <mc:Fallback>
                <p:oleObj name="Photo Editor Photo" r:id="rId9" imgW="1714739" imgH="1714739" progId="">
                  <p:embed/>
                  <p:pic>
                    <p:nvPicPr>
                      <p:cNvPr id="3074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3770" y="4464547"/>
                        <a:ext cx="1247775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3" name="Rectangle 112"/>
          <p:cNvSpPr>
            <a:spLocks noChangeArrowheads="1"/>
          </p:cNvSpPr>
          <p:nvPr/>
        </p:nvSpPr>
        <p:spPr bwMode="auto">
          <a:xfrm rot="16200000" flipV="1">
            <a:off x="7961920" y="3939085"/>
            <a:ext cx="111125" cy="850900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graphicFrame>
        <p:nvGraphicFramePr>
          <p:cNvPr id="3075" name="Object 116"/>
          <p:cNvGraphicFramePr>
            <a:graphicFrameLocks noChangeAspect="1"/>
          </p:cNvGraphicFramePr>
          <p:nvPr/>
        </p:nvGraphicFramePr>
        <p:xfrm>
          <a:off x="7848600" y="2514600"/>
          <a:ext cx="9906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1" imgW="1714739" imgH="1133633" progId="">
                  <p:embed/>
                </p:oleObj>
              </mc:Choice>
              <mc:Fallback>
                <p:oleObj name="Photo Editor Photo" r:id="rId11" imgW="1714739" imgH="1133633" progId="">
                  <p:embed/>
                  <p:pic>
                    <p:nvPicPr>
                      <p:cNvPr id="3075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514600"/>
                        <a:ext cx="99060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5" name="Freeform 120"/>
          <p:cNvSpPr>
            <a:spLocks/>
          </p:cNvSpPr>
          <p:nvPr/>
        </p:nvSpPr>
        <p:spPr bwMode="auto">
          <a:xfrm>
            <a:off x="7288213" y="2233613"/>
            <a:ext cx="261937" cy="1462087"/>
          </a:xfrm>
          <a:custGeom>
            <a:avLst/>
            <a:gdLst>
              <a:gd name="T0" fmla="*/ 2147483647 w 153"/>
              <a:gd name="T1" fmla="*/ 0 h 921"/>
              <a:gd name="T2" fmla="*/ 2147483647 w 153"/>
              <a:gd name="T3" fmla="*/ 2147483647 h 921"/>
              <a:gd name="T4" fmla="*/ 2147483647 w 153"/>
              <a:gd name="T5" fmla="*/ 2147483647 h 921"/>
              <a:gd name="T6" fmla="*/ 2147483647 w 153"/>
              <a:gd name="T7" fmla="*/ 2147483647 h 921"/>
              <a:gd name="T8" fmla="*/ 0 w 153"/>
              <a:gd name="T9" fmla="*/ 2147483647 h 9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921"/>
              <a:gd name="T17" fmla="*/ 153 w 153"/>
              <a:gd name="T18" fmla="*/ 921 h 9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921">
                <a:moveTo>
                  <a:pt x="36" y="0"/>
                </a:moveTo>
                <a:cubicBezTo>
                  <a:pt x="78" y="108"/>
                  <a:pt x="121" y="217"/>
                  <a:pt x="137" y="320"/>
                </a:cubicBezTo>
                <a:cubicBezTo>
                  <a:pt x="153" y="423"/>
                  <a:pt x="140" y="543"/>
                  <a:pt x="131" y="618"/>
                </a:cubicBezTo>
                <a:cubicBezTo>
                  <a:pt x="122" y="693"/>
                  <a:pt x="105" y="722"/>
                  <a:pt x="83" y="772"/>
                </a:cubicBezTo>
                <a:cubicBezTo>
                  <a:pt x="61" y="822"/>
                  <a:pt x="16" y="891"/>
                  <a:pt x="0" y="921"/>
                </a:cubicBezTo>
              </a:path>
            </a:pathLst>
          </a:custGeom>
          <a:noFill/>
          <a:ln w="9525">
            <a:solidFill>
              <a:srgbClr val="66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96" name="Freeform 121"/>
          <p:cNvSpPr>
            <a:spLocks/>
          </p:cNvSpPr>
          <p:nvPr/>
        </p:nvSpPr>
        <p:spPr bwMode="auto">
          <a:xfrm>
            <a:off x="7458075" y="1981200"/>
            <a:ext cx="309563" cy="2009775"/>
          </a:xfrm>
          <a:custGeom>
            <a:avLst/>
            <a:gdLst>
              <a:gd name="T0" fmla="*/ 2147483647 w 153"/>
              <a:gd name="T1" fmla="*/ 0 h 921"/>
              <a:gd name="T2" fmla="*/ 2147483647 w 153"/>
              <a:gd name="T3" fmla="*/ 2147483647 h 921"/>
              <a:gd name="T4" fmla="*/ 2147483647 w 153"/>
              <a:gd name="T5" fmla="*/ 2147483647 h 921"/>
              <a:gd name="T6" fmla="*/ 2147483647 w 153"/>
              <a:gd name="T7" fmla="*/ 2147483647 h 921"/>
              <a:gd name="T8" fmla="*/ 0 w 153"/>
              <a:gd name="T9" fmla="*/ 2147483647 h 9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921"/>
              <a:gd name="T17" fmla="*/ 153 w 153"/>
              <a:gd name="T18" fmla="*/ 921 h 9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921">
                <a:moveTo>
                  <a:pt x="36" y="0"/>
                </a:moveTo>
                <a:cubicBezTo>
                  <a:pt x="78" y="108"/>
                  <a:pt x="121" y="217"/>
                  <a:pt x="137" y="320"/>
                </a:cubicBezTo>
                <a:cubicBezTo>
                  <a:pt x="153" y="423"/>
                  <a:pt x="140" y="543"/>
                  <a:pt x="131" y="618"/>
                </a:cubicBezTo>
                <a:cubicBezTo>
                  <a:pt x="122" y="693"/>
                  <a:pt x="105" y="722"/>
                  <a:pt x="83" y="772"/>
                </a:cubicBezTo>
                <a:cubicBezTo>
                  <a:pt x="61" y="822"/>
                  <a:pt x="16" y="891"/>
                  <a:pt x="0" y="921"/>
                </a:cubicBezTo>
              </a:path>
            </a:pathLst>
          </a:custGeom>
          <a:noFill/>
          <a:ln w="9525">
            <a:solidFill>
              <a:srgbClr val="66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97" name="Freeform 122"/>
          <p:cNvSpPr>
            <a:spLocks/>
          </p:cNvSpPr>
          <p:nvPr/>
        </p:nvSpPr>
        <p:spPr bwMode="auto">
          <a:xfrm>
            <a:off x="7224713" y="2555875"/>
            <a:ext cx="111125" cy="792163"/>
          </a:xfrm>
          <a:custGeom>
            <a:avLst/>
            <a:gdLst>
              <a:gd name="T0" fmla="*/ 2147483647 w 153"/>
              <a:gd name="T1" fmla="*/ 0 h 921"/>
              <a:gd name="T2" fmla="*/ 2147483647 w 153"/>
              <a:gd name="T3" fmla="*/ 2147483647 h 921"/>
              <a:gd name="T4" fmla="*/ 2147483647 w 153"/>
              <a:gd name="T5" fmla="*/ 2147483647 h 921"/>
              <a:gd name="T6" fmla="*/ 2147483647 w 153"/>
              <a:gd name="T7" fmla="*/ 2147483647 h 921"/>
              <a:gd name="T8" fmla="*/ 0 w 153"/>
              <a:gd name="T9" fmla="*/ 2147483647 h 9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921"/>
              <a:gd name="T17" fmla="*/ 153 w 153"/>
              <a:gd name="T18" fmla="*/ 921 h 9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921">
                <a:moveTo>
                  <a:pt x="36" y="0"/>
                </a:moveTo>
                <a:cubicBezTo>
                  <a:pt x="78" y="108"/>
                  <a:pt x="121" y="217"/>
                  <a:pt x="137" y="320"/>
                </a:cubicBezTo>
                <a:cubicBezTo>
                  <a:pt x="153" y="423"/>
                  <a:pt x="140" y="543"/>
                  <a:pt x="131" y="618"/>
                </a:cubicBezTo>
                <a:cubicBezTo>
                  <a:pt x="122" y="693"/>
                  <a:pt x="105" y="722"/>
                  <a:pt x="83" y="772"/>
                </a:cubicBezTo>
                <a:cubicBezTo>
                  <a:pt x="61" y="822"/>
                  <a:pt x="16" y="891"/>
                  <a:pt x="0" y="921"/>
                </a:cubicBezTo>
              </a:path>
            </a:pathLst>
          </a:custGeom>
          <a:noFill/>
          <a:ln w="952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" name="Group 124"/>
          <p:cNvGrpSpPr>
            <a:grpSpLocks/>
          </p:cNvGrpSpPr>
          <p:nvPr/>
        </p:nvGrpSpPr>
        <p:grpSpPr bwMode="auto">
          <a:xfrm>
            <a:off x="2946400" y="3251201"/>
            <a:ext cx="2100263" cy="688975"/>
            <a:chOff x="1880" y="2036"/>
            <a:chExt cx="1323" cy="434"/>
          </a:xfrm>
        </p:grpSpPr>
        <p:sp>
          <p:nvSpPr>
            <p:cNvPr id="3101" name="Text Box 125"/>
            <p:cNvSpPr txBox="1">
              <a:spLocks noChangeArrowheads="1"/>
            </p:cNvSpPr>
            <p:nvPr/>
          </p:nvSpPr>
          <p:spPr bwMode="auto">
            <a:xfrm>
              <a:off x="1880" y="2036"/>
              <a:ext cx="11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en-US" sz="1600" b="1">
                <a:latin typeface="Tahoma" pitchFamily="34" charset="0"/>
              </a:endParaRPr>
            </a:p>
          </p:txBody>
        </p:sp>
        <p:sp>
          <p:nvSpPr>
            <p:cNvPr id="3102" name="Text Box 127"/>
            <p:cNvSpPr txBox="1">
              <a:spLocks noChangeArrowheads="1"/>
            </p:cNvSpPr>
            <p:nvPr/>
          </p:nvSpPr>
          <p:spPr bwMode="auto">
            <a:xfrm>
              <a:off x="3087" y="2257"/>
              <a:ext cx="11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en-US" sz="1600" b="1">
                <a:latin typeface="Tahoma" pitchFamily="34" charset="0"/>
              </a:endParaRPr>
            </a:p>
          </p:txBody>
        </p:sp>
      </p:grpSp>
      <p:sp>
        <p:nvSpPr>
          <p:cNvPr id="122" name="Freeform 5"/>
          <p:cNvSpPr>
            <a:spLocks/>
          </p:cNvSpPr>
          <p:nvPr/>
        </p:nvSpPr>
        <p:spPr bwMode="auto">
          <a:xfrm rot="10748855" flipH="1">
            <a:off x="6517580" y="1539707"/>
            <a:ext cx="133661" cy="1394331"/>
          </a:xfrm>
          <a:custGeom>
            <a:avLst/>
            <a:gdLst>
              <a:gd name="T0" fmla="*/ 2147483647 w 314"/>
              <a:gd name="T1" fmla="*/ 0 h 3336"/>
              <a:gd name="T2" fmla="*/ 2147483647 w 314"/>
              <a:gd name="T3" fmla="*/ 2147483647 h 3336"/>
              <a:gd name="T4" fmla="*/ 2147483647 w 314"/>
              <a:gd name="T5" fmla="*/ 2147483647 h 3336"/>
              <a:gd name="T6" fmla="*/ 2147483647 w 314"/>
              <a:gd name="T7" fmla="*/ 2147483647 h 3336"/>
              <a:gd name="T8" fmla="*/ 2147483647 w 314"/>
              <a:gd name="T9" fmla="*/ 2147483647 h 3336"/>
              <a:gd name="T10" fmla="*/ 0 w 314"/>
              <a:gd name="T11" fmla="*/ 2147483647 h 3336"/>
              <a:gd name="T12" fmla="*/ 2147483647 w 314"/>
              <a:gd name="T13" fmla="*/ 2147483647 h 3336"/>
              <a:gd name="T14" fmla="*/ 2147483647 w 314"/>
              <a:gd name="T15" fmla="*/ 2147483647 h 3336"/>
              <a:gd name="T16" fmla="*/ 2147483647 w 314"/>
              <a:gd name="T17" fmla="*/ 2147483647 h 3336"/>
              <a:gd name="T18" fmla="*/ 2147483647 w 314"/>
              <a:gd name="T19" fmla="*/ 2147483647 h 3336"/>
              <a:gd name="T20" fmla="*/ 2147483647 w 314"/>
              <a:gd name="T21" fmla="*/ 2147483647 h 3336"/>
              <a:gd name="T22" fmla="*/ 2147483647 w 314"/>
              <a:gd name="T23" fmla="*/ 2147483647 h 3336"/>
              <a:gd name="T24" fmla="*/ 2147483647 w 314"/>
              <a:gd name="T25" fmla="*/ 2147483647 h 3336"/>
              <a:gd name="T26" fmla="*/ 2147483647 w 314"/>
              <a:gd name="T27" fmla="*/ 2147483647 h 3336"/>
              <a:gd name="T28" fmla="*/ 2147483647 w 314"/>
              <a:gd name="T29" fmla="*/ 2147483647 h 3336"/>
              <a:gd name="T30" fmla="*/ 2147483647 w 314"/>
              <a:gd name="T31" fmla="*/ 2147483647 h 33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14"/>
              <a:gd name="T49" fmla="*/ 0 h 3336"/>
              <a:gd name="T50" fmla="*/ 314 w 314"/>
              <a:gd name="T51" fmla="*/ 3336 h 33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14" h="3336">
                <a:moveTo>
                  <a:pt x="87" y="0"/>
                </a:moveTo>
                <a:cubicBezTo>
                  <a:pt x="54" y="47"/>
                  <a:pt x="21" y="95"/>
                  <a:pt x="25" y="140"/>
                </a:cubicBezTo>
                <a:cubicBezTo>
                  <a:pt x="29" y="185"/>
                  <a:pt x="106" y="221"/>
                  <a:pt x="111" y="273"/>
                </a:cubicBezTo>
                <a:cubicBezTo>
                  <a:pt x="116" y="325"/>
                  <a:pt x="50" y="375"/>
                  <a:pt x="56" y="452"/>
                </a:cubicBezTo>
                <a:cubicBezTo>
                  <a:pt x="62" y="529"/>
                  <a:pt x="159" y="655"/>
                  <a:pt x="150" y="733"/>
                </a:cubicBezTo>
                <a:cubicBezTo>
                  <a:pt x="141" y="811"/>
                  <a:pt x="2" y="838"/>
                  <a:pt x="1" y="920"/>
                </a:cubicBezTo>
                <a:cubicBezTo>
                  <a:pt x="0" y="1002"/>
                  <a:pt x="132" y="1131"/>
                  <a:pt x="142" y="1224"/>
                </a:cubicBezTo>
                <a:cubicBezTo>
                  <a:pt x="152" y="1317"/>
                  <a:pt x="56" y="1402"/>
                  <a:pt x="64" y="1481"/>
                </a:cubicBezTo>
                <a:cubicBezTo>
                  <a:pt x="72" y="1560"/>
                  <a:pt x="176" y="1617"/>
                  <a:pt x="188" y="1699"/>
                </a:cubicBezTo>
                <a:cubicBezTo>
                  <a:pt x="200" y="1781"/>
                  <a:pt x="128" y="1876"/>
                  <a:pt x="134" y="1972"/>
                </a:cubicBezTo>
                <a:cubicBezTo>
                  <a:pt x="140" y="2068"/>
                  <a:pt x="233" y="2199"/>
                  <a:pt x="227" y="2276"/>
                </a:cubicBezTo>
                <a:cubicBezTo>
                  <a:pt x="221" y="2353"/>
                  <a:pt x="94" y="2357"/>
                  <a:pt x="95" y="2432"/>
                </a:cubicBezTo>
                <a:cubicBezTo>
                  <a:pt x="96" y="2507"/>
                  <a:pt x="234" y="2646"/>
                  <a:pt x="235" y="2728"/>
                </a:cubicBezTo>
                <a:cubicBezTo>
                  <a:pt x="236" y="2810"/>
                  <a:pt x="90" y="2861"/>
                  <a:pt x="103" y="2923"/>
                </a:cubicBezTo>
                <a:cubicBezTo>
                  <a:pt x="116" y="2985"/>
                  <a:pt x="312" y="3033"/>
                  <a:pt x="313" y="3102"/>
                </a:cubicBezTo>
                <a:cubicBezTo>
                  <a:pt x="314" y="3171"/>
                  <a:pt x="149" y="3301"/>
                  <a:pt x="111" y="33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noAutofit/>
          </a:bodyPr>
          <a:lstStyle/>
          <a:p>
            <a:endParaRPr lang="en-GB"/>
          </a:p>
        </p:txBody>
      </p:sp>
      <p:graphicFrame>
        <p:nvGraphicFramePr>
          <p:cNvPr id="123" name="Object 29"/>
          <p:cNvGraphicFramePr>
            <a:graphicFrameLocks noChangeAspect="1"/>
          </p:cNvGraphicFramePr>
          <p:nvPr/>
        </p:nvGraphicFramePr>
        <p:xfrm>
          <a:off x="6362700" y="990600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3" imgW="1428949" imgH="1428949" progId="">
                  <p:embed/>
                </p:oleObj>
              </mc:Choice>
              <mc:Fallback>
                <p:oleObj name="Photo Editor Photo" r:id="rId13" imgW="1428949" imgH="1428949" progId="">
                  <p:embed/>
                  <p:pic>
                    <p:nvPicPr>
                      <p:cNvPr id="12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990600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Text Box 29"/>
          <p:cNvSpPr txBox="1">
            <a:spLocks noChangeArrowheads="1"/>
          </p:cNvSpPr>
          <p:nvPr/>
        </p:nvSpPr>
        <p:spPr bwMode="auto">
          <a:xfrm>
            <a:off x="6282190" y="5364215"/>
            <a:ext cx="132361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rgbClr val="336699"/>
                </a:solidFill>
              </a:rPr>
              <a:t>Customer Premises</a:t>
            </a:r>
            <a:endParaRPr lang="en-GB" sz="1600" b="1" dirty="0">
              <a:solidFill>
                <a:srgbClr val="336699"/>
              </a:solidFill>
              <a:latin typeface="Tahoma" pitchFamily="34" charset="0"/>
            </a:endParaRPr>
          </a:p>
        </p:txBody>
      </p:sp>
      <p:sp>
        <p:nvSpPr>
          <p:cNvPr id="78" name="Rectangle 20"/>
          <p:cNvSpPr>
            <a:spLocks noChangeArrowheads="1"/>
          </p:cNvSpPr>
          <p:nvPr/>
        </p:nvSpPr>
        <p:spPr bwMode="auto">
          <a:xfrm>
            <a:off x="2722983" y="381000"/>
            <a:ext cx="37449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  <a:cs typeface="Lucida Sans Unicode" pitchFamily="34" charset="0"/>
              </a:rPr>
              <a:t>Telco Broadband (IPTV) </a:t>
            </a:r>
            <a:endParaRPr lang="en-GB" sz="1800" b="1" dirty="0">
              <a:latin typeface="Lucida Sans Unicode" pitchFamily="34" charset="0"/>
              <a:cs typeface="Lucida Sans Unicode" pitchFamily="34" charset="0"/>
            </a:endParaRPr>
          </a:p>
        </p:txBody>
      </p:sp>
      <p:graphicFrame>
        <p:nvGraphicFramePr>
          <p:cNvPr id="79" name="Object 116"/>
          <p:cNvGraphicFramePr>
            <a:graphicFrameLocks noChangeAspect="1"/>
          </p:cNvGraphicFramePr>
          <p:nvPr/>
        </p:nvGraphicFramePr>
        <p:xfrm>
          <a:off x="7507565" y="1179669"/>
          <a:ext cx="9906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1" imgW="1714739" imgH="1133633" progId="">
                  <p:embed/>
                </p:oleObj>
              </mc:Choice>
              <mc:Fallback>
                <p:oleObj name="Photo Editor Photo" r:id="rId11" imgW="1714739" imgH="1133633" progId="">
                  <p:embed/>
                  <p:pic>
                    <p:nvPicPr>
                      <p:cNvPr id="79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565" y="1179669"/>
                        <a:ext cx="99060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05" name="Picture 185" descr="Image result for bt sport png"/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63" b="22988"/>
          <a:stretch/>
        </p:blipFill>
        <p:spPr bwMode="auto">
          <a:xfrm>
            <a:off x="105304" y="344363"/>
            <a:ext cx="1502304" cy="32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ightning Bolt 8"/>
          <p:cNvSpPr/>
          <p:nvPr/>
        </p:nvSpPr>
        <p:spPr bwMode="auto">
          <a:xfrm>
            <a:off x="112872" y="1549108"/>
            <a:ext cx="420688" cy="257711"/>
          </a:xfrm>
          <a:prstGeom prst="lightningBol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5317" name="Picture 197" descr="Image result for netflix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1" y="4597963"/>
            <a:ext cx="687634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A54537-6BF5-5DB4-375A-833F09852634}"/>
              </a:ext>
            </a:extLst>
          </p:cNvPr>
          <p:cNvSpPr txBox="1"/>
          <p:nvPr/>
        </p:nvSpPr>
        <p:spPr>
          <a:xfrm>
            <a:off x="6282190" y="3490929"/>
            <a:ext cx="16211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Router (+WiFi)</a:t>
            </a:r>
            <a:endParaRPr lang="en-GB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708D89-CD73-F16A-F0AB-EA4502C0DD9E}"/>
              </a:ext>
            </a:extLst>
          </p:cNvPr>
          <p:cNvSpPr txBox="1"/>
          <p:nvPr/>
        </p:nvSpPr>
        <p:spPr>
          <a:xfrm>
            <a:off x="4058412" y="2910715"/>
            <a:ext cx="7646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/>
              <a:t>FTTC</a:t>
            </a:r>
          </a:p>
        </p:txBody>
      </p:sp>
      <p:grpSp>
        <p:nvGrpSpPr>
          <p:cNvPr id="5" name="Group 71"/>
          <p:cNvGrpSpPr>
            <a:grpSpLocks/>
          </p:cNvGrpSpPr>
          <p:nvPr/>
        </p:nvGrpSpPr>
        <p:grpSpPr bwMode="auto">
          <a:xfrm rot="4965125" flipH="1">
            <a:off x="5707063" y="2403476"/>
            <a:ext cx="152400" cy="1360488"/>
            <a:chOff x="131" y="748"/>
            <a:chExt cx="314" cy="3336"/>
          </a:xfrm>
        </p:grpSpPr>
        <p:sp>
          <p:nvSpPr>
            <p:cNvPr id="3134" name="Freeform 72"/>
            <p:cNvSpPr>
              <a:spLocks/>
            </p:cNvSpPr>
            <p:nvPr/>
          </p:nvSpPr>
          <p:spPr bwMode="auto">
            <a:xfrm>
              <a:off x="131" y="748"/>
              <a:ext cx="314" cy="3336"/>
            </a:xfrm>
            <a:custGeom>
              <a:avLst/>
              <a:gdLst>
                <a:gd name="T0" fmla="*/ 87 w 314"/>
                <a:gd name="T1" fmla="*/ 0 h 3336"/>
                <a:gd name="T2" fmla="*/ 25 w 314"/>
                <a:gd name="T3" fmla="*/ 140 h 3336"/>
                <a:gd name="T4" fmla="*/ 111 w 314"/>
                <a:gd name="T5" fmla="*/ 273 h 3336"/>
                <a:gd name="T6" fmla="*/ 56 w 314"/>
                <a:gd name="T7" fmla="*/ 452 h 3336"/>
                <a:gd name="T8" fmla="*/ 150 w 314"/>
                <a:gd name="T9" fmla="*/ 733 h 3336"/>
                <a:gd name="T10" fmla="*/ 1 w 314"/>
                <a:gd name="T11" fmla="*/ 920 h 3336"/>
                <a:gd name="T12" fmla="*/ 142 w 314"/>
                <a:gd name="T13" fmla="*/ 1224 h 3336"/>
                <a:gd name="T14" fmla="*/ 64 w 314"/>
                <a:gd name="T15" fmla="*/ 1481 h 3336"/>
                <a:gd name="T16" fmla="*/ 188 w 314"/>
                <a:gd name="T17" fmla="*/ 1699 h 3336"/>
                <a:gd name="T18" fmla="*/ 134 w 314"/>
                <a:gd name="T19" fmla="*/ 1972 h 3336"/>
                <a:gd name="T20" fmla="*/ 227 w 314"/>
                <a:gd name="T21" fmla="*/ 2276 h 3336"/>
                <a:gd name="T22" fmla="*/ 95 w 314"/>
                <a:gd name="T23" fmla="*/ 2432 h 3336"/>
                <a:gd name="T24" fmla="*/ 235 w 314"/>
                <a:gd name="T25" fmla="*/ 2728 h 3336"/>
                <a:gd name="T26" fmla="*/ 103 w 314"/>
                <a:gd name="T27" fmla="*/ 2923 h 3336"/>
                <a:gd name="T28" fmla="*/ 313 w 314"/>
                <a:gd name="T29" fmla="*/ 3102 h 3336"/>
                <a:gd name="T30" fmla="*/ 111 w 314"/>
                <a:gd name="T31" fmla="*/ 3336 h 33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14"/>
                <a:gd name="T49" fmla="*/ 0 h 3336"/>
                <a:gd name="T50" fmla="*/ 314 w 314"/>
                <a:gd name="T51" fmla="*/ 3336 h 33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14" h="3336">
                  <a:moveTo>
                    <a:pt x="87" y="0"/>
                  </a:moveTo>
                  <a:cubicBezTo>
                    <a:pt x="54" y="47"/>
                    <a:pt x="21" y="95"/>
                    <a:pt x="25" y="140"/>
                  </a:cubicBezTo>
                  <a:cubicBezTo>
                    <a:pt x="29" y="185"/>
                    <a:pt x="106" y="221"/>
                    <a:pt x="111" y="273"/>
                  </a:cubicBezTo>
                  <a:cubicBezTo>
                    <a:pt x="116" y="325"/>
                    <a:pt x="50" y="375"/>
                    <a:pt x="56" y="452"/>
                  </a:cubicBezTo>
                  <a:cubicBezTo>
                    <a:pt x="62" y="529"/>
                    <a:pt x="159" y="655"/>
                    <a:pt x="150" y="733"/>
                  </a:cubicBezTo>
                  <a:cubicBezTo>
                    <a:pt x="141" y="811"/>
                    <a:pt x="2" y="838"/>
                    <a:pt x="1" y="920"/>
                  </a:cubicBezTo>
                  <a:cubicBezTo>
                    <a:pt x="0" y="1002"/>
                    <a:pt x="132" y="1131"/>
                    <a:pt x="142" y="1224"/>
                  </a:cubicBezTo>
                  <a:cubicBezTo>
                    <a:pt x="152" y="1317"/>
                    <a:pt x="56" y="1402"/>
                    <a:pt x="64" y="1481"/>
                  </a:cubicBezTo>
                  <a:cubicBezTo>
                    <a:pt x="72" y="1560"/>
                    <a:pt x="176" y="1617"/>
                    <a:pt x="188" y="1699"/>
                  </a:cubicBezTo>
                  <a:cubicBezTo>
                    <a:pt x="200" y="1781"/>
                    <a:pt x="128" y="1876"/>
                    <a:pt x="134" y="1972"/>
                  </a:cubicBezTo>
                  <a:cubicBezTo>
                    <a:pt x="140" y="2068"/>
                    <a:pt x="233" y="2199"/>
                    <a:pt x="227" y="2276"/>
                  </a:cubicBezTo>
                  <a:cubicBezTo>
                    <a:pt x="221" y="2353"/>
                    <a:pt x="94" y="2357"/>
                    <a:pt x="95" y="2432"/>
                  </a:cubicBezTo>
                  <a:cubicBezTo>
                    <a:pt x="96" y="2507"/>
                    <a:pt x="234" y="2646"/>
                    <a:pt x="235" y="2728"/>
                  </a:cubicBezTo>
                  <a:cubicBezTo>
                    <a:pt x="236" y="2810"/>
                    <a:pt x="90" y="2861"/>
                    <a:pt x="103" y="2923"/>
                  </a:cubicBezTo>
                  <a:cubicBezTo>
                    <a:pt x="116" y="2985"/>
                    <a:pt x="312" y="3033"/>
                    <a:pt x="313" y="3102"/>
                  </a:cubicBezTo>
                  <a:cubicBezTo>
                    <a:pt x="314" y="3171"/>
                    <a:pt x="149" y="3301"/>
                    <a:pt x="111" y="33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3135" name="Freeform 73"/>
            <p:cNvSpPr>
              <a:spLocks/>
            </p:cNvSpPr>
            <p:nvPr/>
          </p:nvSpPr>
          <p:spPr bwMode="auto">
            <a:xfrm>
              <a:off x="136" y="756"/>
              <a:ext cx="277" cy="3289"/>
            </a:xfrm>
            <a:custGeom>
              <a:avLst/>
              <a:gdLst>
                <a:gd name="T0" fmla="*/ 28 w 285"/>
                <a:gd name="T1" fmla="*/ 0 h 3289"/>
                <a:gd name="T2" fmla="*/ 97 w 285"/>
                <a:gd name="T3" fmla="*/ 93 h 3289"/>
                <a:gd name="T4" fmla="*/ 12 w 285"/>
                <a:gd name="T5" fmla="*/ 249 h 3289"/>
                <a:gd name="T6" fmla="*/ 103 w 285"/>
                <a:gd name="T7" fmla="*/ 491 h 3289"/>
                <a:gd name="T8" fmla="*/ 52 w 285"/>
                <a:gd name="T9" fmla="*/ 787 h 3289"/>
                <a:gd name="T10" fmla="*/ 97 w 285"/>
                <a:gd name="T11" fmla="*/ 951 h 3289"/>
                <a:gd name="T12" fmla="*/ 12 w 285"/>
                <a:gd name="T13" fmla="*/ 1099 h 3289"/>
                <a:gd name="T14" fmla="*/ 152 w 285"/>
                <a:gd name="T15" fmla="*/ 1395 h 3289"/>
                <a:gd name="T16" fmla="*/ 66 w 285"/>
                <a:gd name="T17" fmla="*/ 1675 h 3289"/>
                <a:gd name="T18" fmla="*/ 165 w 285"/>
                <a:gd name="T19" fmla="*/ 1933 h 3289"/>
                <a:gd name="T20" fmla="*/ 103 w 285"/>
                <a:gd name="T21" fmla="*/ 2213 h 3289"/>
                <a:gd name="T22" fmla="*/ 195 w 285"/>
                <a:gd name="T23" fmla="*/ 2470 h 3289"/>
                <a:gd name="T24" fmla="*/ 109 w 285"/>
                <a:gd name="T25" fmla="*/ 2728 h 3289"/>
                <a:gd name="T26" fmla="*/ 190 w 285"/>
                <a:gd name="T27" fmla="*/ 2915 h 3289"/>
                <a:gd name="T28" fmla="*/ 115 w 285"/>
                <a:gd name="T29" fmla="*/ 3117 h 3289"/>
                <a:gd name="T30" fmla="*/ 226 w 285"/>
                <a:gd name="T31" fmla="*/ 3289 h 32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85"/>
                <a:gd name="T49" fmla="*/ 0 h 3289"/>
                <a:gd name="T50" fmla="*/ 285 w 285"/>
                <a:gd name="T51" fmla="*/ 3289 h 328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85" h="3289">
                  <a:moveTo>
                    <a:pt x="36" y="0"/>
                  </a:moveTo>
                  <a:cubicBezTo>
                    <a:pt x="80" y="26"/>
                    <a:pt x="125" y="52"/>
                    <a:pt x="121" y="93"/>
                  </a:cubicBezTo>
                  <a:cubicBezTo>
                    <a:pt x="117" y="134"/>
                    <a:pt x="11" y="183"/>
                    <a:pt x="12" y="249"/>
                  </a:cubicBezTo>
                  <a:cubicBezTo>
                    <a:pt x="13" y="315"/>
                    <a:pt x="120" y="401"/>
                    <a:pt x="129" y="491"/>
                  </a:cubicBezTo>
                  <a:cubicBezTo>
                    <a:pt x="138" y="581"/>
                    <a:pt x="68" y="710"/>
                    <a:pt x="67" y="787"/>
                  </a:cubicBezTo>
                  <a:cubicBezTo>
                    <a:pt x="66" y="864"/>
                    <a:pt x="130" y="899"/>
                    <a:pt x="121" y="951"/>
                  </a:cubicBezTo>
                  <a:cubicBezTo>
                    <a:pt x="112" y="1003"/>
                    <a:pt x="0" y="1025"/>
                    <a:pt x="12" y="1099"/>
                  </a:cubicBezTo>
                  <a:cubicBezTo>
                    <a:pt x="24" y="1173"/>
                    <a:pt x="179" y="1299"/>
                    <a:pt x="191" y="1395"/>
                  </a:cubicBezTo>
                  <a:cubicBezTo>
                    <a:pt x="203" y="1491"/>
                    <a:pt x="79" y="1585"/>
                    <a:pt x="82" y="1675"/>
                  </a:cubicBezTo>
                  <a:cubicBezTo>
                    <a:pt x="85" y="1765"/>
                    <a:pt x="199" y="1843"/>
                    <a:pt x="207" y="1933"/>
                  </a:cubicBezTo>
                  <a:cubicBezTo>
                    <a:pt x="215" y="2023"/>
                    <a:pt x="123" y="2124"/>
                    <a:pt x="129" y="2213"/>
                  </a:cubicBezTo>
                  <a:cubicBezTo>
                    <a:pt x="135" y="2302"/>
                    <a:pt x="245" y="2384"/>
                    <a:pt x="246" y="2470"/>
                  </a:cubicBezTo>
                  <a:cubicBezTo>
                    <a:pt x="247" y="2556"/>
                    <a:pt x="138" y="2654"/>
                    <a:pt x="137" y="2728"/>
                  </a:cubicBezTo>
                  <a:cubicBezTo>
                    <a:pt x="136" y="2802"/>
                    <a:pt x="237" y="2850"/>
                    <a:pt x="238" y="2915"/>
                  </a:cubicBezTo>
                  <a:cubicBezTo>
                    <a:pt x="239" y="2980"/>
                    <a:pt x="137" y="3055"/>
                    <a:pt x="145" y="3117"/>
                  </a:cubicBezTo>
                  <a:cubicBezTo>
                    <a:pt x="153" y="3179"/>
                    <a:pt x="275" y="3267"/>
                    <a:pt x="285" y="328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8509884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40" descr="http://www.clker.com/cliparts/0/P/X/P/D/E/cloud-hi.png">
            <a:extLst>
              <a:ext uri="{FF2B5EF4-FFF2-40B4-BE49-F238E27FC236}">
                <a16:creationId xmlns:a16="http://schemas.microsoft.com/office/drawing/2014/main" id="{B809A86B-382E-4398-8AF9-A3293CE4B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419110"/>
            <a:ext cx="810900" cy="450050"/>
          </a:xfrm>
          <a:prstGeom prst="rect">
            <a:avLst/>
          </a:prstGeom>
          <a:noFill/>
        </p:spPr>
      </p:pic>
      <p:pic>
        <p:nvPicPr>
          <p:cNvPr id="79" name="Picture 40" descr="http://www.clker.com/cliparts/0/P/X/P/D/E/cloud-hi.png">
            <a:extLst>
              <a:ext uri="{FF2B5EF4-FFF2-40B4-BE49-F238E27FC236}">
                <a16:creationId xmlns:a16="http://schemas.microsoft.com/office/drawing/2014/main" id="{6858EDE4-97AA-46B3-9FF7-A63B365D4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6625" y="2438890"/>
            <a:ext cx="3420380" cy="1898311"/>
          </a:xfrm>
          <a:prstGeom prst="rect">
            <a:avLst/>
          </a:prstGeom>
          <a:noFill/>
        </p:spPr>
      </p:pic>
      <p:grpSp>
        <p:nvGrpSpPr>
          <p:cNvPr id="80" name="Group 2">
            <a:extLst>
              <a:ext uri="{FF2B5EF4-FFF2-40B4-BE49-F238E27FC236}">
                <a16:creationId xmlns:a16="http://schemas.microsoft.com/office/drawing/2014/main" id="{765151DB-E4DC-467F-A17C-AFCB14164045}"/>
              </a:ext>
            </a:extLst>
          </p:cNvPr>
          <p:cNvGrpSpPr>
            <a:grpSpLocks/>
          </p:cNvGrpSpPr>
          <p:nvPr/>
        </p:nvGrpSpPr>
        <p:grpSpPr bwMode="auto">
          <a:xfrm>
            <a:off x="139700" y="3489325"/>
            <a:ext cx="1101725" cy="1196975"/>
            <a:chOff x="88" y="2198"/>
            <a:chExt cx="694" cy="754"/>
          </a:xfrm>
        </p:grpSpPr>
        <p:grpSp>
          <p:nvGrpSpPr>
            <p:cNvPr id="81" name="Group 3">
              <a:extLst>
                <a:ext uri="{FF2B5EF4-FFF2-40B4-BE49-F238E27FC236}">
                  <a16:creationId xmlns:a16="http://schemas.microsoft.com/office/drawing/2014/main" id="{224719E6-B3F2-4F81-93D2-D45716B03B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" y="2198"/>
              <a:ext cx="390" cy="207"/>
              <a:chOff x="150" y="2198"/>
              <a:chExt cx="390" cy="207"/>
            </a:xfrm>
          </p:grpSpPr>
          <p:sp>
            <p:nvSpPr>
              <p:cNvPr id="83" name="Freeform 4">
                <a:extLst>
                  <a:ext uri="{FF2B5EF4-FFF2-40B4-BE49-F238E27FC236}">
                    <a16:creationId xmlns:a16="http://schemas.microsoft.com/office/drawing/2014/main" id="{D83B9E76-19AE-466F-BD7F-AA16F82C3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" y="2213"/>
                <a:ext cx="79" cy="186"/>
              </a:xfrm>
              <a:custGeom>
                <a:avLst/>
                <a:gdLst>
                  <a:gd name="T0" fmla="*/ 0 w 99"/>
                  <a:gd name="T1" fmla="*/ 0 h 257"/>
                  <a:gd name="T2" fmla="*/ 3 w 99"/>
                  <a:gd name="T3" fmla="*/ 20 h 257"/>
                  <a:gd name="T4" fmla="*/ 17 w 99"/>
                  <a:gd name="T5" fmla="*/ 18 h 257"/>
                  <a:gd name="T6" fmla="*/ 15 w 99"/>
                  <a:gd name="T7" fmla="*/ 7 h 257"/>
                  <a:gd name="T8" fmla="*/ 14 w 99"/>
                  <a:gd name="T9" fmla="*/ 5 h 257"/>
                  <a:gd name="T10" fmla="*/ 14 w 99"/>
                  <a:gd name="T11" fmla="*/ 0 h 257"/>
                  <a:gd name="T12" fmla="*/ 2 w 99"/>
                  <a:gd name="T13" fmla="*/ 0 h 257"/>
                  <a:gd name="T14" fmla="*/ 0 w 99"/>
                  <a:gd name="T15" fmla="*/ 0 h 2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9"/>
                  <a:gd name="T25" fmla="*/ 0 h 257"/>
                  <a:gd name="T26" fmla="*/ 99 w 99"/>
                  <a:gd name="T27" fmla="*/ 257 h 25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9" h="257">
                    <a:moveTo>
                      <a:pt x="0" y="0"/>
                    </a:moveTo>
                    <a:lnTo>
                      <a:pt x="20" y="257"/>
                    </a:lnTo>
                    <a:lnTo>
                      <a:pt x="99" y="247"/>
                    </a:lnTo>
                    <a:lnTo>
                      <a:pt x="94" y="79"/>
                    </a:lnTo>
                    <a:lnTo>
                      <a:pt x="89" y="69"/>
                    </a:lnTo>
                    <a:lnTo>
                      <a:pt x="89" y="0"/>
                    </a:lnTo>
                    <a:lnTo>
                      <a:pt x="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D2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84" name="Freeform 5">
                <a:extLst>
                  <a:ext uri="{FF2B5EF4-FFF2-40B4-BE49-F238E27FC236}">
                    <a16:creationId xmlns:a16="http://schemas.microsoft.com/office/drawing/2014/main" id="{DF1B51ED-55F9-4036-ABE1-E37481A8F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" y="2202"/>
                <a:ext cx="87" cy="197"/>
              </a:xfrm>
              <a:custGeom>
                <a:avLst/>
                <a:gdLst>
                  <a:gd name="T0" fmla="*/ 17 w 109"/>
                  <a:gd name="T1" fmla="*/ 0 h 272"/>
                  <a:gd name="T2" fmla="*/ 14 w 109"/>
                  <a:gd name="T3" fmla="*/ 7 h 272"/>
                  <a:gd name="T4" fmla="*/ 18 w 109"/>
                  <a:gd name="T5" fmla="*/ 7 h 272"/>
                  <a:gd name="T6" fmla="*/ 18 w 109"/>
                  <a:gd name="T7" fmla="*/ 20 h 272"/>
                  <a:gd name="T8" fmla="*/ 0 w 109"/>
                  <a:gd name="T9" fmla="*/ 20 h 272"/>
                  <a:gd name="T10" fmla="*/ 2 w 109"/>
                  <a:gd name="T11" fmla="*/ 3 h 272"/>
                  <a:gd name="T12" fmla="*/ 3 w 109"/>
                  <a:gd name="T13" fmla="*/ 20 h 272"/>
                  <a:gd name="T14" fmla="*/ 15 w 109"/>
                  <a:gd name="T15" fmla="*/ 20 h 272"/>
                  <a:gd name="T16" fmla="*/ 15 w 109"/>
                  <a:gd name="T17" fmla="*/ 7 h 272"/>
                  <a:gd name="T18" fmla="*/ 14 w 109"/>
                  <a:gd name="T19" fmla="*/ 7 h 272"/>
                  <a:gd name="T20" fmla="*/ 14 w 109"/>
                  <a:gd name="T21" fmla="*/ 1 h 272"/>
                  <a:gd name="T22" fmla="*/ 2 w 109"/>
                  <a:gd name="T23" fmla="*/ 1 h 272"/>
                  <a:gd name="T24" fmla="*/ 17 w 109"/>
                  <a:gd name="T25" fmla="*/ 0 h 2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9"/>
                  <a:gd name="T40" fmla="*/ 0 h 272"/>
                  <a:gd name="T41" fmla="*/ 109 w 109"/>
                  <a:gd name="T42" fmla="*/ 272 h 27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9" h="272">
                    <a:moveTo>
                      <a:pt x="99" y="0"/>
                    </a:moveTo>
                    <a:lnTo>
                      <a:pt x="89" y="79"/>
                    </a:lnTo>
                    <a:lnTo>
                      <a:pt x="104" y="94"/>
                    </a:lnTo>
                    <a:lnTo>
                      <a:pt x="109" y="272"/>
                    </a:lnTo>
                    <a:lnTo>
                      <a:pt x="0" y="272"/>
                    </a:lnTo>
                    <a:lnTo>
                      <a:pt x="5" y="40"/>
                    </a:lnTo>
                    <a:lnTo>
                      <a:pt x="20" y="262"/>
                    </a:lnTo>
                    <a:lnTo>
                      <a:pt x="94" y="257"/>
                    </a:lnTo>
                    <a:lnTo>
                      <a:pt x="94" y="94"/>
                    </a:lnTo>
                    <a:lnTo>
                      <a:pt x="79" y="89"/>
                    </a:lnTo>
                    <a:lnTo>
                      <a:pt x="79" y="20"/>
                    </a:lnTo>
                    <a:lnTo>
                      <a:pt x="10" y="15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85" name="Freeform 6">
                <a:extLst>
                  <a:ext uri="{FF2B5EF4-FFF2-40B4-BE49-F238E27FC236}">
                    <a16:creationId xmlns:a16="http://schemas.microsoft.com/office/drawing/2014/main" id="{DDE73937-E4D0-4EB9-8341-1ABDFA074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" y="2224"/>
                <a:ext cx="12" cy="39"/>
              </a:xfrm>
              <a:custGeom>
                <a:avLst/>
                <a:gdLst>
                  <a:gd name="T0" fmla="*/ 0 w 15"/>
                  <a:gd name="T1" fmla="*/ 0 h 54"/>
                  <a:gd name="T2" fmla="*/ 2 w 15"/>
                  <a:gd name="T3" fmla="*/ 0 h 54"/>
                  <a:gd name="T4" fmla="*/ 2 w 15"/>
                  <a:gd name="T5" fmla="*/ 4 h 54"/>
                  <a:gd name="T6" fmla="*/ 0 w 15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4"/>
                  <a:gd name="T14" fmla="*/ 15 w 15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4">
                    <a:moveTo>
                      <a:pt x="0" y="0"/>
                    </a:moveTo>
                    <a:lnTo>
                      <a:pt x="15" y="0"/>
                    </a:lnTo>
                    <a:lnTo>
                      <a:pt x="10" y="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86" name="Freeform 7">
                <a:extLst>
                  <a:ext uri="{FF2B5EF4-FFF2-40B4-BE49-F238E27FC236}">
                    <a16:creationId xmlns:a16="http://schemas.microsoft.com/office/drawing/2014/main" id="{B62470DC-060C-4348-8974-DCA103F63D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" y="2281"/>
                <a:ext cx="51" cy="11"/>
              </a:xfrm>
              <a:custGeom>
                <a:avLst/>
                <a:gdLst>
                  <a:gd name="T0" fmla="*/ 0 w 64"/>
                  <a:gd name="T1" fmla="*/ 1 h 15"/>
                  <a:gd name="T2" fmla="*/ 7 w 64"/>
                  <a:gd name="T3" fmla="*/ 0 h 15"/>
                  <a:gd name="T4" fmla="*/ 11 w 64"/>
                  <a:gd name="T5" fmla="*/ 0 h 15"/>
                  <a:gd name="T6" fmla="*/ 11 w 64"/>
                  <a:gd name="T7" fmla="*/ 1 h 15"/>
                  <a:gd name="T8" fmla="*/ 7 w 64"/>
                  <a:gd name="T9" fmla="*/ 1 h 15"/>
                  <a:gd name="T10" fmla="*/ 0 w 64"/>
                  <a:gd name="T11" fmla="*/ 1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"/>
                  <a:gd name="T19" fmla="*/ 0 h 15"/>
                  <a:gd name="T20" fmla="*/ 64 w 64"/>
                  <a:gd name="T21" fmla="*/ 15 h 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" h="15">
                    <a:moveTo>
                      <a:pt x="0" y="10"/>
                    </a:moveTo>
                    <a:lnTo>
                      <a:pt x="45" y="0"/>
                    </a:lnTo>
                    <a:lnTo>
                      <a:pt x="64" y="0"/>
                    </a:lnTo>
                    <a:lnTo>
                      <a:pt x="64" y="15"/>
                    </a:lnTo>
                    <a:lnTo>
                      <a:pt x="45" y="5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87" name="Freeform 8">
                <a:extLst>
                  <a:ext uri="{FF2B5EF4-FFF2-40B4-BE49-F238E27FC236}">
                    <a16:creationId xmlns:a16="http://schemas.microsoft.com/office/drawing/2014/main" id="{3B6DA285-3BD6-4900-B1BA-5810B98D8F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" y="2292"/>
                <a:ext cx="51" cy="14"/>
              </a:xfrm>
              <a:custGeom>
                <a:avLst/>
                <a:gdLst>
                  <a:gd name="T0" fmla="*/ 0 w 64"/>
                  <a:gd name="T1" fmla="*/ 1 h 20"/>
                  <a:gd name="T2" fmla="*/ 7 w 64"/>
                  <a:gd name="T3" fmla="*/ 0 h 20"/>
                  <a:gd name="T4" fmla="*/ 11 w 64"/>
                  <a:gd name="T5" fmla="*/ 1 h 20"/>
                  <a:gd name="T6" fmla="*/ 11 w 64"/>
                  <a:gd name="T7" fmla="*/ 1 h 20"/>
                  <a:gd name="T8" fmla="*/ 7 w 64"/>
                  <a:gd name="T9" fmla="*/ 1 h 20"/>
                  <a:gd name="T10" fmla="*/ 0 w 64"/>
                  <a:gd name="T11" fmla="*/ 1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"/>
                  <a:gd name="T19" fmla="*/ 0 h 20"/>
                  <a:gd name="T20" fmla="*/ 64 w 64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" h="20">
                    <a:moveTo>
                      <a:pt x="0" y="5"/>
                    </a:moveTo>
                    <a:lnTo>
                      <a:pt x="45" y="0"/>
                    </a:lnTo>
                    <a:lnTo>
                      <a:pt x="64" y="5"/>
                    </a:lnTo>
                    <a:lnTo>
                      <a:pt x="64" y="20"/>
                    </a:lnTo>
                    <a:lnTo>
                      <a:pt x="45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88" name="Freeform 9">
                <a:extLst>
                  <a:ext uri="{FF2B5EF4-FFF2-40B4-BE49-F238E27FC236}">
                    <a16:creationId xmlns:a16="http://schemas.microsoft.com/office/drawing/2014/main" id="{37033625-1FBB-4849-AF18-B17F66C43C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" y="2219"/>
                <a:ext cx="79" cy="186"/>
              </a:xfrm>
              <a:custGeom>
                <a:avLst/>
                <a:gdLst>
                  <a:gd name="T0" fmla="*/ 0 w 99"/>
                  <a:gd name="T1" fmla="*/ 0 h 257"/>
                  <a:gd name="T2" fmla="*/ 3 w 99"/>
                  <a:gd name="T3" fmla="*/ 20 h 257"/>
                  <a:gd name="T4" fmla="*/ 17 w 99"/>
                  <a:gd name="T5" fmla="*/ 18 h 257"/>
                  <a:gd name="T6" fmla="*/ 15 w 99"/>
                  <a:gd name="T7" fmla="*/ 7 h 257"/>
                  <a:gd name="T8" fmla="*/ 14 w 99"/>
                  <a:gd name="T9" fmla="*/ 5 h 257"/>
                  <a:gd name="T10" fmla="*/ 14 w 99"/>
                  <a:gd name="T11" fmla="*/ 0 h 257"/>
                  <a:gd name="T12" fmla="*/ 2 w 99"/>
                  <a:gd name="T13" fmla="*/ 0 h 257"/>
                  <a:gd name="T14" fmla="*/ 0 w 99"/>
                  <a:gd name="T15" fmla="*/ 0 h 2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9"/>
                  <a:gd name="T25" fmla="*/ 0 h 257"/>
                  <a:gd name="T26" fmla="*/ 99 w 99"/>
                  <a:gd name="T27" fmla="*/ 257 h 25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9" h="257">
                    <a:moveTo>
                      <a:pt x="0" y="0"/>
                    </a:moveTo>
                    <a:lnTo>
                      <a:pt x="20" y="257"/>
                    </a:lnTo>
                    <a:lnTo>
                      <a:pt x="99" y="247"/>
                    </a:lnTo>
                    <a:lnTo>
                      <a:pt x="94" y="79"/>
                    </a:lnTo>
                    <a:lnTo>
                      <a:pt x="89" y="69"/>
                    </a:lnTo>
                    <a:lnTo>
                      <a:pt x="89" y="0"/>
                    </a:lnTo>
                    <a:lnTo>
                      <a:pt x="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D2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89" name="Freeform 10">
                <a:extLst>
                  <a:ext uri="{FF2B5EF4-FFF2-40B4-BE49-F238E27FC236}">
                    <a16:creationId xmlns:a16="http://schemas.microsoft.com/office/drawing/2014/main" id="{A3A0C1E1-AFAC-4CD3-AA77-B368924FFF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" y="2208"/>
                <a:ext cx="86" cy="197"/>
              </a:xfrm>
              <a:custGeom>
                <a:avLst/>
                <a:gdLst>
                  <a:gd name="T0" fmla="*/ 15 w 109"/>
                  <a:gd name="T1" fmla="*/ 0 h 272"/>
                  <a:gd name="T2" fmla="*/ 13 w 109"/>
                  <a:gd name="T3" fmla="*/ 7 h 272"/>
                  <a:gd name="T4" fmla="*/ 16 w 109"/>
                  <a:gd name="T5" fmla="*/ 7 h 272"/>
                  <a:gd name="T6" fmla="*/ 17 w 109"/>
                  <a:gd name="T7" fmla="*/ 20 h 272"/>
                  <a:gd name="T8" fmla="*/ 0 w 109"/>
                  <a:gd name="T9" fmla="*/ 20 h 272"/>
                  <a:gd name="T10" fmla="*/ 2 w 109"/>
                  <a:gd name="T11" fmla="*/ 3 h 272"/>
                  <a:gd name="T12" fmla="*/ 3 w 109"/>
                  <a:gd name="T13" fmla="*/ 20 h 272"/>
                  <a:gd name="T14" fmla="*/ 13 w 109"/>
                  <a:gd name="T15" fmla="*/ 20 h 272"/>
                  <a:gd name="T16" fmla="*/ 13 w 109"/>
                  <a:gd name="T17" fmla="*/ 7 h 272"/>
                  <a:gd name="T18" fmla="*/ 12 w 109"/>
                  <a:gd name="T19" fmla="*/ 7 h 272"/>
                  <a:gd name="T20" fmla="*/ 12 w 109"/>
                  <a:gd name="T21" fmla="*/ 1 h 272"/>
                  <a:gd name="T22" fmla="*/ 2 w 109"/>
                  <a:gd name="T23" fmla="*/ 1 h 272"/>
                  <a:gd name="T24" fmla="*/ 15 w 109"/>
                  <a:gd name="T25" fmla="*/ 0 h 2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9"/>
                  <a:gd name="T40" fmla="*/ 0 h 272"/>
                  <a:gd name="T41" fmla="*/ 109 w 109"/>
                  <a:gd name="T42" fmla="*/ 272 h 27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9" h="272">
                    <a:moveTo>
                      <a:pt x="99" y="0"/>
                    </a:moveTo>
                    <a:lnTo>
                      <a:pt x="89" y="79"/>
                    </a:lnTo>
                    <a:lnTo>
                      <a:pt x="104" y="94"/>
                    </a:lnTo>
                    <a:lnTo>
                      <a:pt x="109" y="272"/>
                    </a:lnTo>
                    <a:lnTo>
                      <a:pt x="0" y="272"/>
                    </a:lnTo>
                    <a:lnTo>
                      <a:pt x="5" y="40"/>
                    </a:lnTo>
                    <a:lnTo>
                      <a:pt x="20" y="262"/>
                    </a:lnTo>
                    <a:lnTo>
                      <a:pt x="94" y="257"/>
                    </a:lnTo>
                    <a:lnTo>
                      <a:pt x="94" y="94"/>
                    </a:lnTo>
                    <a:lnTo>
                      <a:pt x="79" y="89"/>
                    </a:lnTo>
                    <a:lnTo>
                      <a:pt x="79" y="20"/>
                    </a:lnTo>
                    <a:lnTo>
                      <a:pt x="10" y="15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0" name="Freeform 11">
                <a:extLst>
                  <a:ext uri="{FF2B5EF4-FFF2-40B4-BE49-F238E27FC236}">
                    <a16:creationId xmlns:a16="http://schemas.microsoft.com/office/drawing/2014/main" id="{13C566BA-9E54-4F53-A857-BF8D96F1A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" y="2229"/>
                <a:ext cx="12" cy="39"/>
              </a:xfrm>
              <a:custGeom>
                <a:avLst/>
                <a:gdLst>
                  <a:gd name="T0" fmla="*/ 0 w 15"/>
                  <a:gd name="T1" fmla="*/ 0 h 54"/>
                  <a:gd name="T2" fmla="*/ 2 w 15"/>
                  <a:gd name="T3" fmla="*/ 0 h 54"/>
                  <a:gd name="T4" fmla="*/ 2 w 15"/>
                  <a:gd name="T5" fmla="*/ 4 h 54"/>
                  <a:gd name="T6" fmla="*/ 0 w 15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4"/>
                  <a:gd name="T14" fmla="*/ 15 w 15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4">
                    <a:moveTo>
                      <a:pt x="0" y="0"/>
                    </a:moveTo>
                    <a:lnTo>
                      <a:pt x="15" y="0"/>
                    </a:lnTo>
                    <a:lnTo>
                      <a:pt x="10" y="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1" name="Freeform 12">
                <a:extLst>
                  <a:ext uri="{FF2B5EF4-FFF2-40B4-BE49-F238E27FC236}">
                    <a16:creationId xmlns:a16="http://schemas.microsoft.com/office/drawing/2014/main" id="{C0F469BB-BF28-4FCB-A0E0-76EE11E18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" y="2287"/>
                <a:ext cx="51" cy="10"/>
              </a:xfrm>
              <a:custGeom>
                <a:avLst/>
                <a:gdLst>
                  <a:gd name="T0" fmla="*/ 0 w 64"/>
                  <a:gd name="T1" fmla="*/ 1 h 15"/>
                  <a:gd name="T2" fmla="*/ 7 w 64"/>
                  <a:gd name="T3" fmla="*/ 0 h 15"/>
                  <a:gd name="T4" fmla="*/ 11 w 64"/>
                  <a:gd name="T5" fmla="*/ 0 h 15"/>
                  <a:gd name="T6" fmla="*/ 11 w 64"/>
                  <a:gd name="T7" fmla="*/ 1 h 15"/>
                  <a:gd name="T8" fmla="*/ 7 w 64"/>
                  <a:gd name="T9" fmla="*/ 1 h 15"/>
                  <a:gd name="T10" fmla="*/ 0 w 64"/>
                  <a:gd name="T11" fmla="*/ 1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"/>
                  <a:gd name="T19" fmla="*/ 0 h 15"/>
                  <a:gd name="T20" fmla="*/ 64 w 64"/>
                  <a:gd name="T21" fmla="*/ 15 h 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" h="15">
                    <a:moveTo>
                      <a:pt x="0" y="10"/>
                    </a:moveTo>
                    <a:lnTo>
                      <a:pt x="45" y="0"/>
                    </a:lnTo>
                    <a:lnTo>
                      <a:pt x="64" y="0"/>
                    </a:lnTo>
                    <a:lnTo>
                      <a:pt x="64" y="15"/>
                    </a:lnTo>
                    <a:lnTo>
                      <a:pt x="45" y="5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2" name="Freeform 13">
                <a:extLst>
                  <a:ext uri="{FF2B5EF4-FFF2-40B4-BE49-F238E27FC236}">
                    <a16:creationId xmlns:a16="http://schemas.microsoft.com/office/drawing/2014/main" id="{04EA4E52-9CB1-46F3-8FFF-3E8BA9546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" y="2297"/>
                <a:ext cx="51" cy="15"/>
              </a:xfrm>
              <a:custGeom>
                <a:avLst/>
                <a:gdLst>
                  <a:gd name="T0" fmla="*/ 0 w 64"/>
                  <a:gd name="T1" fmla="*/ 2 h 20"/>
                  <a:gd name="T2" fmla="*/ 7 w 64"/>
                  <a:gd name="T3" fmla="*/ 0 h 20"/>
                  <a:gd name="T4" fmla="*/ 11 w 64"/>
                  <a:gd name="T5" fmla="*/ 2 h 20"/>
                  <a:gd name="T6" fmla="*/ 11 w 64"/>
                  <a:gd name="T7" fmla="*/ 2 h 20"/>
                  <a:gd name="T8" fmla="*/ 7 w 64"/>
                  <a:gd name="T9" fmla="*/ 2 h 20"/>
                  <a:gd name="T10" fmla="*/ 0 w 64"/>
                  <a:gd name="T11" fmla="*/ 2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"/>
                  <a:gd name="T19" fmla="*/ 0 h 20"/>
                  <a:gd name="T20" fmla="*/ 64 w 64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" h="20">
                    <a:moveTo>
                      <a:pt x="0" y="5"/>
                    </a:moveTo>
                    <a:lnTo>
                      <a:pt x="45" y="0"/>
                    </a:lnTo>
                    <a:lnTo>
                      <a:pt x="64" y="5"/>
                    </a:lnTo>
                    <a:lnTo>
                      <a:pt x="64" y="20"/>
                    </a:lnTo>
                    <a:lnTo>
                      <a:pt x="45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3" name="Freeform 14">
                <a:extLst>
                  <a:ext uri="{FF2B5EF4-FFF2-40B4-BE49-F238E27FC236}">
                    <a16:creationId xmlns:a16="http://schemas.microsoft.com/office/drawing/2014/main" id="{B3CDD531-AC1A-44ED-A992-473F0487ED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" y="2209"/>
                <a:ext cx="79" cy="186"/>
              </a:xfrm>
              <a:custGeom>
                <a:avLst/>
                <a:gdLst>
                  <a:gd name="T0" fmla="*/ 0 w 99"/>
                  <a:gd name="T1" fmla="*/ 0 h 257"/>
                  <a:gd name="T2" fmla="*/ 3 w 99"/>
                  <a:gd name="T3" fmla="*/ 20 h 257"/>
                  <a:gd name="T4" fmla="*/ 17 w 99"/>
                  <a:gd name="T5" fmla="*/ 18 h 257"/>
                  <a:gd name="T6" fmla="*/ 15 w 99"/>
                  <a:gd name="T7" fmla="*/ 7 h 257"/>
                  <a:gd name="T8" fmla="*/ 14 w 99"/>
                  <a:gd name="T9" fmla="*/ 5 h 257"/>
                  <a:gd name="T10" fmla="*/ 14 w 99"/>
                  <a:gd name="T11" fmla="*/ 0 h 257"/>
                  <a:gd name="T12" fmla="*/ 2 w 99"/>
                  <a:gd name="T13" fmla="*/ 0 h 257"/>
                  <a:gd name="T14" fmla="*/ 0 w 99"/>
                  <a:gd name="T15" fmla="*/ 0 h 2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9"/>
                  <a:gd name="T25" fmla="*/ 0 h 257"/>
                  <a:gd name="T26" fmla="*/ 99 w 99"/>
                  <a:gd name="T27" fmla="*/ 257 h 25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9" h="257">
                    <a:moveTo>
                      <a:pt x="0" y="0"/>
                    </a:moveTo>
                    <a:lnTo>
                      <a:pt x="20" y="257"/>
                    </a:lnTo>
                    <a:lnTo>
                      <a:pt x="99" y="247"/>
                    </a:lnTo>
                    <a:lnTo>
                      <a:pt x="94" y="79"/>
                    </a:lnTo>
                    <a:lnTo>
                      <a:pt x="89" y="69"/>
                    </a:lnTo>
                    <a:lnTo>
                      <a:pt x="89" y="0"/>
                    </a:lnTo>
                    <a:lnTo>
                      <a:pt x="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D2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4" name="Freeform 15">
                <a:extLst>
                  <a:ext uri="{FF2B5EF4-FFF2-40B4-BE49-F238E27FC236}">
                    <a16:creationId xmlns:a16="http://schemas.microsoft.com/office/drawing/2014/main" id="{FE5AD53B-4888-412B-BA58-D30043944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" y="2198"/>
                <a:ext cx="86" cy="197"/>
              </a:xfrm>
              <a:custGeom>
                <a:avLst/>
                <a:gdLst>
                  <a:gd name="T0" fmla="*/ 15 w 109"/>
                  <a:gd name="T1" fmla="*/ 0 h 272"/>
                  <a:gd name="T2" fmla="*/ 13 w 109"/>
                  <a:gd name="T3" fmla="*/ 7 h 272"/>
                  <a:gd name="T4" fmla="*/ 16 w 109"/>
                  <a:gd name="T5" fmla="*/ 7 h 272"/>
                  <a:gd name="T6" fmla="*/ 17 w 109"/>
                  <a:gd name="T7" fmla="*/ 20 h 272"/>
                  <a:gd name="T8" fmla="*/ 0 w 109"/>
                  <a:gd name="T9" fmla="*/ 20 h 272"/>
                  <a:gd name="T10" fmla="*/ 2 w 109"/>
                  <a:gd name="T11" fmla="*/ 3 h 272"/>
                  <a:gd name="T12" fmla="*/ 3 w 109"/>
                  <a:gd name="T13" fmla="*/ 20 h 272"/>
                  <a:gd name="T14" fmla="*/ 13 w 109"/>
                  <a:gd name="T15" fmla="*/ 20 h 272"/>
                  <a:gd name="T16" fmla="*/ 13 w 109"/>
                  <a:gd name="T17" fmla="*/ 7 h 272"/>
                  <a:gd name="T18" fmla="*/ 12 w 109"/>
                  <a:gd name="T19" fmla="*/ 7 h 272"/>
                  <a:gd name="T20" fmla="*/ 12 w 109"/>
                  <a:gd name="T21" fmla="*/ 1 h 272"/>
                  <a:gd name="T22" fmla="*/ 2 w 109"/>
                  <a:gd name="T23" fmla="*/ 1 h 272"/>
                  <a:gd name="T24" fmla="*/ 15 w 109"/>
                  <a:gd name="T25" fmla="*/ 0 h 2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9"/>
                  <a:gd name="T40" fmla="*/ 0 h 272"/>
                  <a:gd name="T41" fmla="*/ 109 w 109"/>
                  <a:gd name="T42" fmla="*/ 272 h 27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9" h="272">
                    <a:moveTo>
                      <a:pt x="99" y="0"/>
                    </a:moveTo>
                    <a:lnTo>
                      <a:pt x="89" y="79"/>
                    </a:lnTo>
                    <a:lnTo>
                      <a:pt x="104" y="94"/>
                    </a:lnTo>
                    <a:lnTo>
                      <a:pt x="109" y="272"/>
                    </a:lnTo>
                    <a:lnTo>
                      <a:pt x="0" y="272"/>
                    </a:lnTo>
                    <a:lnTo>
                      <a:pt x="5" y="40"/>
                    </a:lnTo>
                    <a:lnTo>
                      <a:pt x="20" y="262"/>
                    </a:lnTo>
                    <a:lnTo>
                      <a:pt x="94" y="257"/>
                    </a:lnTo>
                    <a:lnTo>
                      <a:pt x="94" y="94"/>
                    </a:lnTo>
                    <a:lnTo>
                      <a:pt x="79" y="89"/>
                    </a:lnTo>
                    <a:lnTo>
                      <a:pt x="79" y="20"/>
                    </a:lnTo>
                    <a:lnTo>
                      <a:pt x="10" y="15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5" name="Freeform 16">
                <a:extLst>
                  <a:ext uri="{FF2B5EF4-FFF2-40B4-BE49-F238E27FC236}">
                    <a16:creationId xmlns:a16="http://schemas.microsoft.com/office/drawing/2014/main" id="{D4C9C21E-C849-4D33-9A4D-5C94783EB3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" y="2219"/>
                <a:ext cx="12" cy="40"/>
              </a:xfrm>
              <a:custGeom>
                <a:avLst/>
                <a:gdLst>
                  <a:gd name="T0" fmla="*/ 0 w 15"/>
                  <a:gd name="T1" fmla="*/ 0 h 54"/>
                  <a:gd name="T2" fmla="*/ 2 w 15"/>
                  <a:gd name="T3" fmla="*/ 0 h 54"/>
                  <a:gd name="T4" fmla="*/ 2 w 15"/>
                  <a:gd name="T5" fmla="*/ 5 h 54"/>
                  <a:gd name="T6" fmla="*/ 0 w 15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4"/>
                  <a:gd name="T14" fmla="*/ 15 w 15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4">
                    <a:moveTo>
                      <a:pt x="0" y="0"/>
                    </a:moveTo>
                    <a:lnTo>
                      <a:pt x="15" y="0"/>
                    </a:lnTo>
                    <a:lnTo>
                      <a:pt x="10" y="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6" name="Freeform 17">
                <a:extLst>
                  <a:ext uri="{FF2B5EF4-FFF2-40B4-BE49-F238E27FC236}">
                    <a16:creationId xmlns:a16="http://schemas.microsoft.com/office/drawing/2014/main" id="{2A500BB0-D707-4E57-8C9F-5B69C59C2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" y="2277"/>
                <a:ext cx="51" cy="11"/>
              </a:xfrm>
              <a:custGeom>
                <a:avLst/>
                <a:gdLst>
                  <a:gd name="T0" fmla="*/ 0 w 64"/>
                  <a:gd name="T1" fmla="*/ 1 h 15"/>
                  <a:gd name="T2" fmla="*/ 7 w 64"/>
                  <a:gd name="T3" fmla="*/ 0 h 15"/>
                  <a:gd name="T4" fmla="*/ 11 w 64"/>
                  <a:gd name="T5" fmla="*/ 0 h 15"/>
                  <a:gd name="T6" fmla="*/ 11 w 64"/>
                  <a:gd name="T7" fmla="*/ 1 h 15"/>
                  <a:gd name="T8" fmla="*/ 7 w 64"/>
                  <a:gd name="T9" fmla="*/ 1 h 15"/>
                  <a:gd name="T10" fmla="*/ 0 w 64"/>
                  <a:gd name="T11" fmla="*/ 1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"/>
                  <a:gd name="T19" fmla="*/ 0 h 15"/>
                  <a:gd name="T20" fmla="*/ 64 w 64"/>
                  <a:gd name="T21" fmla="*/ 15 h 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" h="15">
                    <a:moveTo>
                      <a:pt x="0" y="10"/>
                    </a:moveTo>
                    <a:lnTo>
                      <a:pt x="45" y="0"/>
                    </a:lnTo>
                    <a:lnTo>
                      <a:pt x="64" y="0"/>
                    </a:lnTo>
                    <a:lnTo>
                      <a:pt x="64" y="15"/>
                    </a:lnTo>
                    <a:lnTo>
                      <a:pt x="45" y="5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7" name="Freeform 18">
                <a:extLst>
                  <a:ext uri="{FF2B5EF4-FFF2-40B4-BE49-F238E27FC236}">
                    <a16:creationId xmlns:a16="http://schemas.microsoft.com/office/drawing/2014/main" id="{F0995504-8AF8-464B-8D6D-5ED4E28C8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" y="2288"/>
                <a:ext cx="51" cy="14"/>
              </a:xfrm>
              <a:custGeom>
                <a:avLst/>
                <a:gdLst>
                  <a:gd name="T0" fmla="*/ 0 w 64"/>
                  <a:gd name="T1" fmla="*/ 1 h 20"/>
                  <a:gd name="T2" fmla="*/ 7 w 64"/>
                  <a:gd name="T3" fmla="*/ 0 h 20"/>
                  <a:gd name="T4" fmla="*/ 11 w 64"/>
                  <a:gd name="T5" fmla="*/ 1 h 20"/>
                  <a:gd name="T6" fmla="*/ 11 w 64"/>
                  <a:gd name="T7" fmla="*/ 1 h 20"/>
                  <a:gd name="T8" fmla="*/ 7 w 64"/>
                  <a:gd name="T9" fmla="*/ 1 h 20"/>
                  <a:gd name="T10" fmla="*/ 0 w 64"/>
                  <a:gd name="T11" fmla="*/ 1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"/>
                  <a:gd name="T19" fmla="*/ 0 h 20"/>
                  <a:gd name="T20" fmla="*/ 64 w 64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" h="20">
                    <a:moveTo>
                      <a:pt x="0" y="5"/>
                    </a:moveTo>
                    <a:lnTo>
                      <a:pt x="45" y="0"/>
                    </a:lnTo>
                    <a:lnTo>
                      <a:pt x="64" y="5"/>
                    </a:lnTo>
                    <a:lnTo>
                      <a:pt x="64" y="20"/>
                    </a:lnTo>
                    <a:lnTo>
                      <a:pt x="45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sp>
          <p:nvSpPr>
            <p:cNvPr id="82" name="Text Box 19">
              <a:extLst>
                <a:ext uri="{FF2B5EF4-FFF2-40B4-BE49-F238E27FC236}">
                  <a16:creationId xmlns:a16="http://schemas.microsoft.com/office/drawing/2014/main" id="{CE930ADD-F110-47D5-A5A7-66A1AD68AB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" y="2429"/>
              <a:ext cx="694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600" b="1" dirty="0"/>
                <a:t>Walled Garden</a:t>
              </a:r>
            </a:p>
            <a:p>
              <a:endParaRPr lang="en-GB" sz="1600" dirty="0"/>
            </a:p>
          </p:txBody>
        </p:sp>
      </p:grpSp>
      <p:sp>
        <p:nvSpPr>
          <p:cNvPr id="98" name="Text Box 24">
            <a:extLst>
              <a:ext uri="{FF2B5EF4-FFF2-40B4-BE49-F238E27FC236}">
                <a16:creationId xmlns:a16="http://schemas.microsoft.com/office/drawing/2014/main" id="{7D28C266-F0F1-4765-8428-CEAEDBE17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4538663"/>
            <a:ext cx="71365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 b="1"/>
              <a:t>WWW</a:t>
            </a:r>
          </a:p>
        </p:txBody>
      </p:sp>
      <p:grpSp>
        <p:nvGrpSpPr>
          <p:cNvPr id="99" name="Group 25">
            <a:extLst>
              <a:ext uri="{FF2B5EF4-FFF2-40B4-BE49-F238E27FC236}">
                <a16:creationId xmlns:a16="http://schemas.microsoft.com/office/drawing/2014/main" id="{5D538033-27A4-404F-924C-8C259C8B3F15}"/>
              </a:ext>
            </a:extLst>
          </p:cNvPr>
          <p:cNvGrpSpPr>
            <a:grpSpLocks/>
          </p:cNvGrpSpPr>
          <p:nvPr/>
        </p:nvGrpSpPr>
        <p:grpSpPr bwMode="auto">
          <a:xfrm>
            <a:off x="0" y="442913"/>
            <a:ext cx="2755900" cy="2300287"/>
            <a:chOff x="0" y="279"/>
            <a:chExt cx="1736" cy="1449"/>
          </a:xfrm>
        </p:grpSpPr>
        <p:sp>
          <p:nvSpPr>
            <p:cNvPr id="100" name="Rectangle 26">
              <a:extLst>
                <a:ext uri="{FF2B5EF4-FFF2-40B4-BE49-F238E27FC236}">
                  <a16:creationId xmlns:a16="http://schemas.microsoft.com/office/drawing/2014/main" id="{B16404BC-6183-492E-959C-6653C58D4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" y="1010"/>
              <a:ext cx="466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 Box 27">
              <a:extLst>
                <a:ext uri="{FF2B5EF4-FFF2-40B4-BE49-F238E27FC236}">
                  <a16:creationId xmlns:a16="http://schemas.microsoft.com/office/drawing/2014/main" id="{EAF7C38F-A1A2-487A-B0DC-05A27499C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" y="658"/>
              <a:ext cx="74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400" b="1" dirty="0"/>
                <a:t>Middleware</a:t>
              </a:r>
              <a:endParaRPr lang="en-GB" sz="1400" dirty="0"/>
            </a:p>
          </p:txBody>
        </p:sp>
        <p:sp>
          <p:nvSpPr>
            <p:cNvPr id="102" name="Text Box 28">
              <a:extLst>
                <a:ext uri="{FF2B5EF4-FFF2-40B4-BE49-F238E27FC236}">
                  <a16:creationId xmlns:a16="http://schemas.microsoft.com/office/drawing/2014/main" id="{3A49761B-11E3-4FD3-BE26-0F1F639AF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" y="551"/>
              <a:ext cx="73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400" b="1" dirty="0"/>
                <a:t>VOD Server</a:t>
              </a:r>
              <a:endParaRPr lang="en-GB" sz="1400" dirty="0"/>
            </a:p>
          </p:txBody>
        </p:sp>
        <p:sp>
          <p:nvSpPr>
            <p:cNvPr id="103" name="Text Box 29">
              <a:extLst>
                <a:ext uri="{FF2B5EF4-FFF2-40B4-BE49-F238E27FC236}">
                  <a16:creationId xmlns:a16="http://schemas.microsoft.com/office/drawing/2014/main" id="{CF1051AF-2456-4698-9522-D8701CBB4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104"/>
              <a:ext cx="72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400" b="1" dirty="0"/>
                <a:t>Broadcast  </a:t>
              </a:r>
            </a:p>
            <a:p>
              <a:endParaRPr lang="en-GB" sz="1400" dirty="0"/>
            </a:p>
          </p:txBody>
        </p:sp>
        <p:sp>
          <p:nvSpPr>
            <p:cNvPr id="104" name="Arc 30">
              <a:extLst>
                <a:ext uri="{FF2B5EF4-FFF2-40B4-BE49-F238E27FC236}">
                  <a16:creationId xmlns:a16="http://schemas.microsoft.com/office/drawing/2014/main" id="{82D75BC9-491F-4E23-90A6-B0F2A0D121B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31" y="279"/>
              <a:ext cx="1605" cy="1449"/>
            </a:xfrm>
            <a:custGeom>
              <a:avLst/>
              <a:gdLst>
                <a:gd name="T0" fmla="*/ 0 w 21612"/>
                <a:gd name="T1" fmla="*/ 0 h 24524"/>
                <a:gd name="T2" fmla="*/ 0 w 21612"/>
                <a:gd name="T3" fmla="*/ 0 h 24524"/>
                <a:gd name="T4" fmla="*/ 0 w 21612"/>
                <a:gd name="T5" fmla="*/ 0 h 24524"/>
                <a:gd name="T6" fmla="*/ 0 60000 65536"/>
                <a:gd name="T7" fmla="*/ 0 60000 65536"/>
                <a:gd name="T8" fmla="*/ 0 60000 65536"/>
                <a:gd name="T9" fmla="*/ 0 w 21612"/>
                <a:gd name="T10" fmla="*/ 0 h 24524"/>
                <a:gd name="T11" fmla="*/ 21612 w 21612"/>
                <a:gd name="T12" fmla="*/ 24524 h 245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12" h="24524" fill="none" extrusionOk="0">
                  <a:moveTo>
                    <a:pt x="0" y="0"/>
                  </a:moveTo>
                  <a:cubicBezTo>
                    <a:pt x="4" y="0"/>
                    <a:pt x="8" y="-1"/>
                    <a:pt x="12" y="0"/>
                  </a:cubicBezTo>
                  <a:cubicBezTo>
                    <a:pt x="11941" y="0"/>
                    <a:pt x="21612" y="9670"/>
                    <a:pt x="21612" y="21600"/>
                  </a:cubicBezTo>
                  <a:cubicBezTo>
                    <a:pt x="21612" y="22578"/>
                    <a:pt x="21545" y="23554"/>
                    <a:pt x="21413" y="24524"/>
                  </a:cubicBezTo>
                </a:path>
                <a:path w="21612" h="24524" stroke="0" extrusionOk="0">
                  <a:moveTo>
                    <a:pt x="0" y="0"/>
                  </a:moveTo>
                  <a:cubicBezTo>
                    <a:pt x="4" y="0"/>
                    <a:pt x="8" y="-1"/>
                    <a:pt x="12" y="0"/>
                  </a:cubicBezTo>
                  <a:cubicBezTo>
                    <a:pt x="11941" y="0"/>
                    <a:pt x="21612" y="9670"/>
                    <a:pt x="21612" y="21600"/>
                  </a:cubicBezTo>
                  <a:cubicBezTo>
                    <a:pt x="21612" y="22578"/>
                    <a:pt x="21545" y="23554"/>
                    <a:pt x="21413" y="24524"/>
                  </a:cubicBezTo>
                  <a:lnTo>
                    <a:pt x="12" y="21600"/>
                  </a:lnTo>
                  <a:close/>
                </a:path>
              </a:pathLst>
            </a:custGeom>
            <a:noFill/>
            <a:ln w="19050">
              <a:solidFill>
                <a:srgbClr val="9FB0CF"/>
              </a:solidFill>
              <a:prstDash val="dash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105" name="Text Box 31">
              <a:extLst>
                <a:ext uri="{FF2B5EF4-FFF2-40B4-BE49-F238E27FC236}">
                  <a16:creationId xmlns:a16="http://schemas.microsoft.com/office/drawing/2014/main" id="{6EA49B4B-DE89-4CCD-8C78-BF7AB6227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18"/>
              <a:ext cx="114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b="1" dirty="0">
                  <a:solidFill>
                    <a:srgbClr val="3333CC"/>
                  </a:solidFill>
                </a:rPr>
                <a:t>Video Head-End</a:t>
              </a:r>
              <a:endParaRPr lang="en-GB" sz="1600" dirty="0">
                <a:solidFill>
                  <a:srgbClr val="3333CC"/>
                </a:solidFill>
              </a:endParaRPr>
            </a:p>
          </p:txBody>
        </p:sp>
        <p:sp>
          <p:nvSpPr>
            <p:cNvPr id="106" name="Rectangle 32">
              <a:extLst>
                <a:ext uri="{FF2B5EF4-FFF2-40B4-BE49-F238E27FC236}">
                  <a16:creationId xmlns:a16="http://schemas.microsoft.com/office/drawing/2014/main" id="{BB14E048-1083-4E09-821B-EED48C2C5E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1" y="231"/>
              <a:ext cx="181" cy="489"/>
            </a:xfrm>
            <a:prstGeom prst="rect">
              <a:avLst/>
            </a:prstGeom>
            <a:gradFill rotWithShape="0">
              <a:gsLst>
                <a:gs pos="0">
                  <a:srgbClr val="556271"/>
                </a:gs>
                <a:gs pos="50000">
                  <a:srgbClr val="B2B2B2"/>
                </a:gs>
                <a:gs pos="100000">
                  <a:srgbClr val="556271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556271"/>
              </a:extrusionClr>
            </a:sp3d>
          </p:spPr>
          <p:txBody>
            <a:bodyPr anchor="ctr">
              <a:spAutoFit/>
              <a:flatTx/>
            </a:bodyPr>
            <a:lstStyle/>
            <a:p>
              <a:endParaRPr lang="en-US"/>
            </a:p>
          </p:txBody>
        </p:sp>
        <p:sp>
          <p:nvSpPr>
            <p:cNvPr id="107" name="Rectangle 33">
              <a:extLst>
                <a:ext uri="{FF2B5EF4-FFF2-40B4-BE49-F238E27FC236}">
                  <a16:creationId xmlns:a16="http://schemas.microsoft.com/office/drawing/2014/main" id="{D2496E9B-ECC0-4D45-8247-64AD506803D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1" y="995"/>
              <a:ext cx="116" cy="359"/>
            </a:xfrm>
            <a:prstGeom prst="rect">
              <a:avLst/>
            </a:prstGeom>
            <a:gradFill rotWithShape="0">
              <a:gsLst>
                <a:gs pos="0">
                  <a:srgbClr val="556271"/>
                </a:gs>
                <a:gs pos="50000">
                  <a:srgbClr val="B2B2B2"/>
                </a:gs>
                <a:gs pos="100000">
                  <a:srgbClr val="556271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556271"/>
              </a:extrusionClr>
            </a:sp3d>
          </p:spPr>
          <p:txBody>
            <a:bodyPr anchor="ctr">
              <a:spAutoFit/>
              <a:flatTx/>
            </a:bodyPr>
            <a:lstStyle/>
            <a:p>
              <a:endParaRPr lang="en-US"/>
            </a:p>
          </p:txBody>
        </p:sp>
        <p:sp>
          <p:nvSpPr>
            <p:cNvPr id="108" name="Rectangle 34">
              <a:extLst>
                <a:ext uri="{FF2B5EF4-FFF2-40B4-BE49-F238E27FC236}">
                  <a16:creationId xmlns:a16="http://schemas.microsoft.com/office/drawing/2014/main" id="{75AF7FB3-554F-49A4-94FF-4907999D19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72" y="321"/>
              <a:ext cx="85" cy="615"/>
            </a:xfrm>
            <a:prstGeom prst="rect">
              <a:avLst/>
            </a:prstGeom>
            <a:gradFill rotWithShape="0">
              <a:gsLst>
                <a:gs pos="0">
                  <a:srgbClr val="556271"/>
                </a:gs>
                <a:gs pos="50000">
                  <a:srgbClr val="B2B2B2"/>
                </a:gs>
                <a:gs pos="100000">
                  <a:srgbClr val="556271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556271"/>
              </a:extrusionClr>
            </a:sp3d>
          </p:spPr>
          <p:txBody>
            <a:bodyPr anchor="ctr">
              <a:spAutoFit/>
              <a:flatTx/>
            </a:bodyPr>
            <a:lstStyle/>
            <a:p>
              <a:endParaRPr lang="en-US"/>
            </a:p>
          </p:txBody>
        </p:sp>
      </p:grpSp>
      <p:grpSp>
        <p:nvGrpSpPr>
          <p:cNvPr id="109" name="Group 35">
            <a:extLst>
              <a:ext uri="{FF2B5EF4-FFF2-40B4-BE49-F238E27FC236}">
                <a16:creationId xmlns:a16="http://schemas.microsoft.com/office/drawing/2014/main" id="{5EE69F14-7118-4FE9-B4AE-C4DD9332C511}"/>
              </a:ext>
            </a:extLst>
          </p:cNvPr>
          <p:cNvGrpSpPr>
            <a:grpSpLocks/>
          </p:cNvGrpSpPr>
          <p:nvPr/>
        </p:nvGrpSpPr>
        <p:grpSpPr bwMode="auto">
          <a:xfrm>
            <a:off x="339725" y="5334000"/>
            <a:ext cx="1887539" cy="825500"/>
            <a:chOff x="214" y="3360"/>
            <a:chExt cx="1189" cy="520"/>
          </a:xfrm>
        </p:grpSpPr>
        <p:pic>
          <p:nvPicPr>
            <p:cNvPr id="110" name="Picture 36">
              <a:extLst>
                <a:ext uri="{FF2B5EF4-FFF2-40B4-BE49-F238E27FC236}">
                  <a16:creationId xmlns:a16="http://schemas.microsoft.com/office/drawing/2014/main" id="{51999C53-0586-426E-9DCC-3C4BC07FAB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4" y="3360"/>
              <a:ext cx="271" cy="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1" name="Text Box 37">
              <a:extLst>
                <a:ext uri="{FF2B5EF4-FFF2-40B4-BE49-F238E27FC236}">
                  <a16:creationId xmlns:a16="http://schemas.microsoft.com/office/drawing/2014/main" id="{156D372E-414A-4E1E-A4D7-C4288388ED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" y="3589"/>
              <a:ext cx="88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b="1" dirty="0"/>
                <a:t>PSTN access</a:t>
              </a:r>
            </a:p>
          </p:txBody>
        </p:sp>
      </p:grpSp>
      <p:sp>
        <p:nvSpPr>
          <p:cNvPr id="112" name="Rectangle 68">
            <a:extLst>
              <a:ext uri="{FF2B5EF4-FFF2-40B4-BE49-F238E27FC236}">
                <a16:creationId xmlns:a16="http://schemas.microsoft.com/office/drawing/2014/main" id="{CF13F56D-BE5D-4CBA-AE34-5533E2B7B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538" y="2819401"/>
            <a:ext cx="84613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Box 69">
            <a:extLst>
              <a:ext uri="{FF2B5EF4-FFF2-40B4-BE49-F238E27FC236}">
                <a16:creationId xmlns:a16="http://schemas.microsoft.com/office/drawing/2014/main" id="{ACB49DB6-10F4-44FC-83CF-71EBA74E5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638" y="3171826"/>
            <a:ext cx="1082675" cy="3381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600" b="1" dirty="0"/>
              <a:t>IP Router</a:t>
            </a:r>
            <a:endParaRPr lang="en-GB" sz="1600" dirty="0"/>
          </a:p>
        </p:txBody>
      </p:sp>
      <p:pic>
        <p:nvPicPr>
          <p:cNvPr id="114" name="Picture 70">
            <a:extLst>
              <a:ext uri="{FF2B5EF4-FFF2-40B4-BE49-F238E27FC236}">
                <a16:creationId xmlns:a16="http://schemas.microsoft.com/office/drawing/2014/main" id="{1EE1601E-73DE-442C-BB72-40E831815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1" y="2971801"/>
            <a:ext cx="696913" cy="22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8" name="Rectangle 74">
            <a:extLst>
              <a:ext uri="{FF2B5EF4-FFF2-40B4-BE49-F238E27FC236}">
                <a16:creationId xmlns:a16="http://schemas.microsoft.com/office/drawing/2014/main" id="{887B7054-1279-4895-A61B-207FA5BBC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3188" y="4673601"/>
            <a:ext cx="7397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" name="Line 75">
            <a:extLst>
              <a:ext uri="{FF2B5EF4-FFF2-40B4-BE49-F238E27FC236}">
                <a16:creationId xmlns:a16="http://schemas.microsoft.com/office/drawing/2014/main" id="{5A9EC8AA-74CE-4FAE-92FD-F9A2742D0B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1" y="3124201"/>
            <a:ext cx="1219200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20" name="Line 87">
            <a:extLst>
              <a:ext uri="{FF2B5EF4-FFF2-40B4-BE49-F238E27FC236}">
                <a16:creationId xmlns:a16="http://schemas.microsoft.com/office/drawing/2014/main" id="{CECED739-3597-4F6A-936D-70DEC017D2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9401" y="5102226"/>
            <a:ext cx="4210050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21" name="Line 88">
            <a:extLst>
              <a:ext uri="{FF2B5EF4-FFF2-40B4-BE49-F238E27FC236}">
                <a16:creationId xmlns:a16="http://schemas.microsoft.com/office/drawing/2014/main" id="{B7D5A74F-0E79-49F5-99B4-E224013CF4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65263" y="4995863"/>
            <a:ext cx="57150" cy="85725"/>
          </a:xfrm>
          <a:prstGeom prst="line">
            <a:avLst/>
          </a:prstGeom>
          <a:noFill/>
          <a:ln w="12700">
            <a:solidFill>
              <a:srgbClr val="0066CC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122" name="Line 89">
            <a:extLst>
              <a:ext uri="{FF2B5EF4-FFF2-40B4-BE49-F238E27FC236}">
                <a16:creationId xmlns:a16="http://schemas.microsoft.com/office/drawing/2014/main" id="{89F31C19-C873-4F8E-B2DB-D83140772436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5794376" y="4984751"/>
            <a:ext cx="104775" cy="76200"/>
          </a:xfrm>
          <a:prstGeom prst="line">
            <a:avLst/>
          </a:prstGeom>
          <a:noFill/>
          <a:ln w="19050">
            <a:solidFill>
              <a:srgbClr val="0066CC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23" name="Text Box 90">
            <a:extLst>
              <a:ext uri="{FF2B5EF4-FFF2-40B4-BE49-F238E27FC236}">
                <a16:creationId xmlns:a16="http://schemas.microsoft.com/office/drawing/2014/main" id="{DA681128-FB92-44AD-AC69-ED9EC4101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6" y="5132388"/>
            <a:ext cx="31861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1800" b="1">
                <a:solidFill>
                  <a:srgbClr val="0066CC"/>
                </a:solidFill>
              </a:rPr>
              <a:t>Network</a:t>
            </a:r>
            <a:endParaRPr lang="en-GB" sz="700"/>
          </a:p>
        </p:txBody>
      </p:sp>
      <p:graphicFrame>
        <p:nvGraphicFramePr>
          <p:cNvPr id="124" name="Object 91">
            <a:extLst>
              <a:ext uri="{FF2B5EF4-FFF2-40B4-BE49-F238E27FC236}">
                <a16:creationId xmlns:a16="http://schemas.microsoft.com/office/drawing/2014/main" id="{318205BF-5E58-447A-BF6D-9B5DFD614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0193" y="2887662"/>
          <a:ext cx="34607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1952898" imgH="3057143" progId="">
                  <p:embed/>
                </p:oleObj>
              </mc:Choice>
              <mc:Fallback>
                <p:oleObj name="Photo Editor Photo" r:id="rId5" imgW="1952898" imgH="3057143" progId="">
                  <p:embed/>
                  <p:pic>
                    <p:nvPicPr>
                      <p:cNvPr id="124" name="Object 91">
                        <a:extLst>
                          <a:ext uri="{FF2B5EF4-FFF2-40B4-BE49-F238E27FC236}">
                            <a16:creationId xmlns:a16="http://schemas.microsoft.com/office/drawing/2014/main" id="{318205BF-5E58-447A-BF6D-9B5DFD6142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0193" y="2887662"/>
                        <a:ext cx="34607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" name="Text Box 92">
            <a:extLst>
              <a:ext uri="{FF2B5EF4-FFF2-40B4-BE49-F238E27FC236}">
                <a16:creationId xmlns:a16="http://schemas.microsoft.com/office/drawing/2014/main" id="{60619726-AE14-454B-88A4-70E0F9793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216" y="3408438"/>
            <a:ext cx="8763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/>
              <a:t>DSLAM</a:t>
            </a:r>
          </a:p>
        </p:txBody>
      </p:sp>
      <p:grpSp>
        <p:nvGrpSpPr>
          <p:cNvPr id="126" name="Group 93">
            <a:extLst>
              <a:ext uri="{FF2B5EF4-FFF2-40B4-BE49-F238E27FC236}">
                <a16:creationId xmlns:a16="http://schemas.microsoft.com/office/drawing/2014/main" id="{4FB51D31-84D0-40EF-ACAA-6204C7D35025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116013"/>
            <a:ext cx="2057400" cy="4202112"/>
            <a:chOff x="480" y="703"/>
            <a:chExt cx="1296" cy="2647"/>
          </a:xfrm>
        </p:grpSpPr>
        <p:sp>
          <p:nvSpPr>
            <p:cNvPr id="127" name="Line 94">
              <a:extLst>
                <a:ext uri="{FF2B5EF4-FFF2-40B4-BE49-F238E27FC236}">
                  <a16:creationId xmlns:a16="http://schemas.microsoft.com/office/drawing/2014/main" id="{4532A024-5FF8-4761-9E8B-42B00A74B4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4" y="703"/>
              <a:ext cx="1152" cy="112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128" name="Line 95">
              <a:extLst>
                <a:ext uri="{FF2B5EF4-FFF2-40B4-BE49-F238E27FC236}">
                  <a16:creationId xmlns:a16="http://schemas.microsoft.com/office/drawing/2014/main" id="{5C22BA61-A48C-4D81-82AC-06F0C9733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34" y="807"/>
              <a:ext cx="542" cy="1017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129" name="Line 96">
              <a:extLst>
                <a:ext uri="{FF2B5EF4-FFF2-40B4-BE49-F238E27FC236}">
                  <a16:creationId xmlns:a16="http://schemas.microsoft.com/office/drawing/2014/main" id="{874B2723-D036-462B-82AF-00E1A4D4C4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51" y="1373"/>
              <a:ext cx="1025" cy="4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130" name="Line 97">
              <a:extLst>
                <a:ext uri="{FF2B5EF4-FFF2-40B4-BE49-F238E27FC236}">
                  <a16:creationId xmlns:a16="http://schemas.microsoft.com/office/drawing/2014/main" id="{516D92DE-41A2-4BB8-B820-B12B647EF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3" y="2016"/>
              <a:ext cx="1077" cy="30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A0D3B4CD-7AC8-49AB-AE32-A73E980110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5" y="2057"/>
              <a:ext cx="1107" cy="772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56FACB44-55CB-4C5E-9CC8-49ADB2559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" y="2109"/>
              <a:ext cx="1259" cy="124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</p:grpSp>
      <p:sp>
        <p:nvSpPr>
          <p:cNvPr id="133" name="Rectangle 102">
            <a:extLst>
              <a:ext uri="{FF2B5EF4-FFF2-40B4-BE49-F238E27FC236}">
                <a16:creationId xmlns:a16="http://schemas.microsoft.com/office/drawing/2014/main" id="{9E976BBB-8804-4BBB-A8A3-85000991B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533400"/>
            <a:ext cx="2573338" cy="55451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4" name="Rectangle 103">
            <a:extLst>
              <a:ext uri="{FF2B5EF4-FFF2-40B4-BE49-F238E27FC236}">
                <a16:creationId xmlns:a16="http://schemas.microsoft.com/office/drawing/2014/main" id="{DC96247A-693C-4E30-AB89-BEE878B59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2663" y="2874963"/>
            <a:ext cx="8445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5" name="Rectangle 106">
            <a:extLst>
              <a:ext uri="{FF2B5EF4-FFF2-40B4-BE49-F238E27FC236}">
                <a16:creationId xmlns:a16="http://schemas.microsoft.com/office/drawing/2014/main" id="{511A67F4-048F-4443-848F-A80BF170E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025" y="2981325"/>
            <a:ext cx="134938" cy="1714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6" name="Line 107">
            <a:extLst>
              <a:ext uri="{FF2B5EF4-FFF2-40B4-BE49-F238E27FC236}">
                <a16:creationId xmlns:a16="http://schemas.microsoft.com/office/drawing/2014/main" id="{02AAF703-4468-40D8-966C-0B57C2D3C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7413" y="4897438"/>
            <a:ext cx="60325" cy="134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37" name="Freeform 108">
            <a:extLst>
              <a:ext uri="{FF2B5EF4-FFF2-40B4-BE49-F238E27FC236}">
                <a16:creationId xmlns:a16="http://schemas.microsoft.com/office/drawing/2014/main" id="{54BE75FC-EF67-4F5B-A6DC-645CAAF8E566}"/>
              </a:ext>
            </a:extLst>
          </p:cNvPr>
          <p:cNvSpPr>
            <a:spLocks/>
          </p:cNvSpPr>
          <p:nvPr/>
        </p:nvSpPr>
        <p:spPr bwMode="auto">
          <a:xfrm rot="15819552" flipH="1">
            <a:off x="6616700" y="2952751"/>
            <a:ext cx="92075" cy="215900"/>
          </a:xfrm>
          <a:custGeom>
            <a:avLst/>
            <a:gdLst>
              <a:gd name="T0" fmla="*/ 2147483647 w 314"/>
              <a:gd name="T1" fmla="*/ 0 h 3336"/>
              <a:gd name="T2" fmla="*/ 2147483647 w 314"/>
              <a:gd name="T3" fmla="*/ 0 h 3336"/>
              <a:gd name="T4" fmla="*/ 2147483647 w 314"/>
              <a:gd name="T5" fmla="*/ 0 h 3336"/>
              <a:gd name="T6" fmla="*/ 2147483647 w 314"/>
              <a:gd name="T7" fmla="*/ 2147483647 h 3336"/>
              <a:gd name="T8" fmla="*/ 2147483647 w 314"/>
              <a:gd name="T9" fmla="*/ 2147483647 h 3336"/>
              <a:gd name="T10" fmla="*/ 0 w 314"/>
              <a:gd name="T11" fmla="*/ 2147483647 h 3336"/>
              <a:gd name="T12" fmla="*/ 2147483647 w 314"/>
              <a:gd name="T13" fmla="*/ 2147483647 h 3336"/>
              <a:gd name="T14" fmla="*/ 2147483647 w 314"/>
              <a:gd name="T15" fmla="*/ 2147483647 h 3336"/>
              <a:gd name="T16" fmla="*/ 2147483647 w 314"/>
              <a:gd name="T17" fmla="*/ 2147483647 h 3336"/>
              <a:gd name="T18" fmla="*/ 2147483647 w 314"/>
              <a:gd name="T19" fmla="*/ 2147483647 h 3336"/>
              <a:gd name="T20" fmla="*/ 2147483647 w 314"/>
              <a:gd name="T21" fmla="*/ 2147483647 h 3336"/>
              <a:gd name="T22" fmla="*/ 2147483647 w 314"/>
              <a:gd name="T23" fmla="*/ 2147483647 h 3336"/>
              <a:gd name="T24" fmla="*/ 2147483647 w 314"/>
              <a:gd name="T25" fmla="*/ 2147483647 h 3336"/>
              <a:gd name="T26" fmla="*/ 2147483647 w 314"/>
              <a:gd name="T27" fmla="*/ 2147483647 h 3336"/>
              <a:gd name="T28" fmla="*/ 2147483647 w 314"/>
              <a:gd name="T29" fmla="*/ 2147483647 h 3336"/>
              <a:gd name="T30" fmla="*/ 2147483647 w 314"/>
              <a:gd name="T31" fmla="*/ 2147483647 h 33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14"/>
              <a:gd name="T49" fmla="*/ 0 h 3336"/>
              <a:gd name="T50" fmla="*/ 314 w 314"/>
              <a:gd name="T51" fmla="*/ 3336 h 33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14" h="3336">
                <a:moveTo>
                  <a:pt x="87" y="0"/>
                </a:moveTo>
                <a:cubicBezTo>
                  <a:pt x="54" y="47"/>
                  <a:pt x="21" y="95"/>
                  <a:pt x="25" y="140"/>
                </a:cubicBezTo>
                <a:cubicBezTo>
                  <a:pt x="29" y="185"/>
                  <a:pt x="106" y="221"/>
                  <a:pt x="111" y="273"/>
                </a:cubicBezTo>
                <a:cubicBezTo>
                  <a:pt x="116" y="325"/>
                  <a:pt x="50" y="375"/>
                  <a:pt x="56" y="452"/>
                </a:cubicBezTo>
                <a:cubicBezTo>
                  <a:pt x="62" y="529"/>
                  <a:pt x="159" y="655"/>
                  <a:pt x="150" y="733"/>
                </a:cubicBezTo>
                <a:cubicBezTo>
                  <a:pt x="141" y="811"/>
                  <a:pt x="2" y="838"/>
                  <a:pt x="1" y="920"/>
                </a:cubicBezTo>
                <a:cubicBezTo>
                  <a:pt x="0" y="1002"/>
                  <a:pt x="132" y="1131"/>
                  <a:pt x="142" y="1224"/>
                </a:cubicBezTo>
                <a:cubicBezTo>
                  <a:pt x="152" y="1317"/>
                  <a:pt x="56" y="1402"/>
                  <a:pt x="64" y="1481"/>
                </a:cubicBezTo>
                <a:cubicBezTo>
                  <a:pt x="72" y="1560"/>
                  <a:pt x="176" y="1617"/>
                  <a:pt x="188" y="1699"/>
                </a:cubicBezTo>
                <a:cubicBezTo>
                  <a:pt x="200" y="1781"/>
                  <a:pt x="128" y="1876"/>
                  <a:pt x="134" y="1972"/>
                </a:cubicBezTo>
                <a:cubicBezTo>
                  <a:pt x="140" y="2068"/>
                  <a:pt x="233" y="2199"/>
                  <a:pt x="227" y="2276"/>
                </a:cubicBezTo>
                <a:cubicBezTo>
                  <a:pt x="221" y="2353"/>
                  <a:pt x="94" y="2357"/>
                  <a:pt x="95" y="2432"/>
                </a:cubicBezTo>
                <a:cubicBezTo>
                  <a:pt x="96" y="2507"/>
                  <a:pt x="234" y="2646"/>
                  <a:pt x="235" y="2728"/>
                </a:cubicBezTo>
                <a:cubicBezTo>
                  <a:pt x="236" y="2810"/>
                  <a:pt x="90" y="2861"/>
                  <a:pt x="103" y="2923"/>
                </a:cubicBezTo>
                <a:cubicBezTo>
                  <a:pt x="116" y="2985"/>
                  <a:pt x="312" y="3033"/>
                  <a:pt x="313" y="3102"/>
                </a:cubicBezTo>
                <a:cubicBezTo>
                  <a:pt x="314" y="3171"/>
                  <a:pt x="149" y="3301"/>
                  <a:pt x="111" y="33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138" name="Freeform 109">
            <a:extLst>
              <a:ext uri="{FF2B5EF4-FFF2-40B4-BE49-F238E27FC236}">
                <a16:creationId xmlns:a16="http://schemas.microsoft.com/office/drawing/2014/main" id="{4ED962E0-9B9E-4B55-9EE9-19752316D241}"/>
              </a:ext>
            </a:extLst>
          </p:cNvPr>
          <p:cNvSpPr>
            <a:spLocks/>
          </p:cNvSpPr>
          <p:nvPr/>
        </p:nvSpPr>
        <p:spPr bwMode="auto">
          <a:xfrm rot="15819552" flipH="1">
            <a:off x="6619875" y="2951163"/>
            <a:ext cx="79375" cy="212725"/>
          </a:xfrm>
          <a:custGeom>
            <a:avLst/>
            <a:gdLst>
              <a:gd name="T0" fmla="*/ 2147483647 w 285"/>
              <a:gd name="T1" fmla="*/ 0 h 3289"/>
              <a:gd name="T2" fmla="*/ 2147483647 w 285"/>
              <a:gd name="T3" fmla="*/ 0 h 3289"/>
              <a:gd name="T4" fmla="*/ 0 w 285"/>
              <a:gd name="T5" fmla="*/ 0 h 3289"/>
              <a:gd name="T6" fmla="*/ 2147483647 w 285"/>
              <a:gd name="T7" fmla="*/ 2147483647 h 3289"/>
              <a:gd name="T8" fmla="*/ 2147483647 w 285"/>
              <a:gd name="T9" fmla="*/ 2147483647 h 3289"/>
              <a:gd name="T10" fmla="*/ 2147483647 w 285"/>
              <a:gd name="T11" fmla="*/ 2147483647 h 3289"/>
              <a:gd name="T12" fmla="*/ 0 w 285"/>
              <a:gd name="T13" fmla="*/ 2147483647 h 3289"/>
              <a:gd name="T14" fmla="*/ 2147483647 w 285"/>
              <a:gd name="T15" fmla="*/ 2147483647 h 3289"/>
              <a:gd name="T16" fmla="*/ 2147483647 w 285"/>
              <a:gd name="T17" fmla="*/ 2147483647 h 3289"/>
              <a:gd name="T18" fmla="*/ 2147483647 w 285"/>
              <a:gd name="T19" fmla="*/ 2147483647 h 3289"/>
              <a:gd name="T20" fmla="*/ 2147483647 w 285"/>
              <a:gd name="T21" fmla="*/ 2147483647 h 3289"/>
              <a:gd name="T22" fmla="*/ 2147483647 w 285"/>
              <a:gd name="T23" fmla="*/ 2147483647 h 3289"/>
              <a:gd name="T24" fmla="*/ 2147483647 w 285"/>
              <a:gd name="T25" fmla="*/ 2147483647 h 3289"/>
              <a:gd name="T26" fmla="*/ 2147483647 w 285"/>
              <a:gd name="T27" fmla="*/ 2147483647 h 3289"/>
              <a:gd name="T28" fmla="*/ 2147483647 w 285"/>
              <a:gd name="T29" fmla="*/ 2147483647 h 3289"/>
              <a:gd name="T30" fmla="*/ 2147483647 w 285"/>
              <a:gd name="T31" fmla="*/ 2147483647 h 328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85"/>
              <a:gd name="T49" fmla="*/ 0 h 3289"/>
              <a:gd name="T50" fmla="*/ 285 w 285"/>
              <a:gd name="T51" fmla="*/ 3289 h 328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85" h="3289">
                <a:moveTo>
                  <a:pt x="36" y="0"/>
                </a:moveTo>
                <a:cubicBezTo>
                  <a:pt x="80" y="26"/>
                  <a:pt x="125" y="52"/>
                  <a:pt x="121" y="93"/>
                </a:cubicBezTo>
                <a:cubicBezTo>
                  <a:pt x="117" y="134"/>
                  <a:pt x="11" y="183"/>
                  <a:pt x="12" y="249"/>
                </a:cubicBezTo>
                <a:cubicBezTo>
                  <a:pt x="13" y="315"/>
                  <a:pt x="120" y="401"/>
                  <a:pt x="129" y="491"/>
                </a:cubicBezTo>
                <a:cubicBezTo>
                  <a:pt x="138" y="581"/>
                  <a:pt x="68" y="710"/>
                  <a:pt x="67" y="787"/>
                </a:cubicBezTo>
                <a:cubicBezTo>
                  <a:pt x="66" y="864"/>
                  <a:pt x="130" y="899"/>
                  <a:pt x="121" y="951"/>
                </a:cubicBezTo>
                <a:cubicBezTo>
                  <a:pt x="112" y="1003"/>
                  <a:pt x="0" y="1025"/>
                  <a:pt x="12" y="1099"/>
                </a:cubicBezTo>
                <a:cubicBezTo>
                  <a:pt x="24" y="1173"/>
                  <a:pt x="179" y="1299"/>
                  <a:pt x="191" y="1395"/>
                </a:cubicBezTo>
                <a:cubicBezTo>
                  <a:pt x="203" y="1491"/>
                  <a:pt x="79" y="1585"/>
                  <a:pt x="82" y="1675"/>
                </a:cubicBezTo>
                <a:cubicBezTo>
                  <a:pt x="85" y="1765"/>
                  <a:pt x="199" y="1843"/>
                  <a:pt x="207" y="1933"/>
                </a:cubicBezTo>
                <a:cubicBezTo>
                  <a:pt x="215" y="2023"/>
                  <a:pt x="123" y="2124"/>
                  <a:pt x="129" y="2213"/>
                </a:cubicBezTo>
                <a:cubicBezTo>
                  <a:pt x="135" y="2302"/>
                  <a:pt x="245" y="2384"/>
                  <a:pt x="246" y="2470"/>
                </a:cubicBezTo>
                <a:cubicBezTo>
                  <a:pt x="247" y="2556"/>
                  <a:pt x="138" y="2654"/>
                  <a:pt x="137" y="2728"/>
                </a:cubicBezTo>
                <a:cubicBezTo>
                  <a:pt x="136" y="2802"/>
                  <a:pt x="237" y="2850"/>
                  <a:pt x="238" y="2915"/>
                </a:cubicBezTo>
                <a:cubicBezTo>
                  <a:pt x="239" y="2980"/>
                  <a:pt x="137" y="3055"/>
                  <a:pt x="145" y="3117"/>
                </a:cubicBezTo>
                <a:cubicBezTo>
                  <a:pt x="153" y="3179"/>
                  <a:pt x="275" y="3267"/>
                  <a:pt x="285" y="328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39" name="Rectangle 110">
            <a:extLst>
              <a:ext uri="{FF2B5EF4-FFF2-40B4-BE49-F238E27FC236}">
                <a16:creationId xmlns:a16="http://schemas.microsoft.com/office/drawing/2014/main" id="{C9F224D8-F2C3-4044-8CB2-8B1074697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490788"/>
            <a:ext cx="169863" cy="998537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graphicFrame>
        <p:nvGraphicFramePr>
          <p:cNvPr id="140" name="Object 111">
            <a:extLst>
              <a:ext uri="{FF2B5EF4-FFF2-40B4-BE49-F238E27FC236}">
                <a16:creationId xmlns:a16="http://schemas.microsoft.com/office/drawing/2014/main" id="{F9EDDCE4-98BF-4BF0-8743-FB2757DF63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4895850"/>
          <a:ext cx="124777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7" imgW="1714739" imgH="1714739" progId="">
                  <p:embed/>
                </p:oleObj>
              </mc:Choice>
              <mc:Fallback>
                <p:oleObj name="Photo Editor Photo" r:id="rId7" imgW="1714739" imgH="1714739" progId="">
                  <p:embed/>
                  <p:pic>
                    <p:nvPicPr>
                      <p:cNvPr id="140" name="Object 111">
                        <a:extLst>
                          <a:ext uri="{FF2B5EF4-FFF2-40B4-BE49-F238E27FC236}">
                            <a16:creationId xmlns:a16="http://schemas.microsoft.com/office/drawing/2014/main" id="{F9EDDCE4-98BF-4BF0-8743-FB2757DF63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4895850"/>
                        <a:ext cx="1247775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Rectangle 112">
            <a:extLst>
              <a:ext uri="{FF2B5EF4-FFF2-40B4-BE49-F238E27FC236}">
                <a16:creationId xmlns:a16="http://schemas.microsoft.com/office/drawing/2014/main" id="{9555AECF-9E05-496E-8C2A-FE17EF11BC9B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8105775" y="4370388"/>
            <a:ext cx="111125" cy="850900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B8ECF8-32BC-DC36-D40E-6AFC067EEB97}"/>
              </a:ext>
            </a:extLst>
          </p:cNvPr>
          <p:cNvGrpSpPr/>
          <p:nvPr/>
        </p:nvGrpSpPr>
        <p:grpSpPr>
          <a:xfrm>
            <a:off x="7224713" y="1981200"/>
            <a:ext cx="542925" cy="2009775"/>
            <a:chOff x="7224713" y="1981200"/>
            <a:chExt cx="542925" cy="2009775"/>
          </a:xfrm>
        </p:grpSpPr>
        <p:sp>
          <p:nvSpPr>
            <p:cNvPr id="143" name="Freeform 120">
              <a:extLst>
                <a:ext uri="{FF2B5EF4-FFF2-40B4-BE49-F238E27FC236}">
                  <a16:creationId xmlns:a16="http://schemas.microsoft.com/office/drawing/2014/main" id="{11D89279-EC71-4053-998D-7C2277F49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8213" y="2233613"/>
              <a:ext cx="261937" cy="1462087"/>
            </a:xfrm>
            <a:custGeom>
              <a:avLst/>
              <a:gdLst>
                <a:gd name="T0" fmla="*/ 2147483647 w 153"/>
                <a:gd name="T1" fmla="*/ 0 h 921"/>
                <a:gd name="T2" fmla="*/ 2147483647 w 153"/>
                <a:gd name="T3" fmla="*/ 2147483647 h 921"/>
                <a:gd name="T4" fmla="*/ 2147483647 w 153"/>
                <a:gd name="T5" fmla="*/ 2147483647 h 921"/>
                <a:gd name="T6" fmla="*/ 2147483647 w 153"/>
                <a:gd name="T7" fmla="*/ 2147483647 h 921"/>
                <a:gd name="T8" fmla="*/ 0 w 153"/>
                <a:gd name="T9" fmla="*/ 2147483647 h 9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"/>
                <a:gd name="T16" fmla="*/ 0 h 921"/>
                <a:gd name="T17" fmla="*/ 153 w 153"/>
                <a:gd name="T18" fmla="*/ 921 h 9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" h="921">
                  <a:moveTo>
                    <a:pt x="36" y="0"/>
                  </a:moveTo>
                  <a:cubicBezTo>
                    <a:pt x="78" y="108"/>
                    <a:pt x="121" y="217"/>
                    <a:pt x="137" y="320"/>
                  </a:cubicBezTo>
                  <a:cubicBezTo>
                    <a:pt x="153" y="423"/>
                    <a:pt x="140" y="543"/>
                    <a:pt x="131" y="618"/>
                  </a:cubicBezTo>
                  <a:cubicBezTo>
                    <a:pt x="122" y="693"/>
                    <a:pt x="105" y="722"/>
                    <a:pt x="83" y="772"/>
                  </a:cubicBezTo>
                  <a:cubicBezTo>
                    <a:pt x="61" y="822"/>
                    <a:pt x="16" y="891"/>
                    <a:pt x="0" y="921"/>
                  </a:cubicBezTo>
                </a:path>
              </a:pathLst>
            </a:custGeom>
            <a:noFill/>
            <a:ln w="9525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4" name="Freeform 121">
              <a:extLst>
                <a:ext uri="{FF2B5EF4-FFF2-40B4-BE49-F238E27FC236}">
                  <a16:creationId xmlns:a16="http://schemas.microsoft.com/office/drawing/2014/main" id="{CC059C8F-688A-4E7D-B25C-5CE6A6EBB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075" y="1981200"/>
              <a:ext cx="309563" cy="2009775"/>
            </a:xfrm>
            <a:custGeom>
              <a:avLst/>
              <a:gdLst>
                <a:gd name="T0" fmla="*/ 2147483647 w 153"/>
                <a:gd name="T1" fmla="*/ 0 h 921"/>
                <a:gd name="T2" fmla="*/ 2147483647 w 153"/>
                <a:gd name="T3" fmla="*/ 2147483647 h 921"/>
                <a:gd name="T4" fmla="*/ 2147483647 w 153"/>
                <a:gd name="T5" fmla="*/ 2147483647 h 921"/>
                <a:gd name="T6" fmla="*/ 2147483647 w 153"/>
                <a:gd name="T7" fmla="*/ 2147483647 h 921"/>
                <a:gd name="T8" fmla="*/ 0 w 153"/>
                <a:gd name="T9" fmla="*/ 2147483647 h 9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"/>
                <a:gd name="T16" fmla="*/ 0 h 921"/>
                <a:gd name="T17" fmla="*/ 153 w 153"/>
                <a:gd name="T18" fmla="*/ 921 h 9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" h="921">
                  <a:moveTo>
                    <a:pt x="36" y="0"/>
                  </a:moveTo>
                  <a:cubicBezTo>
                    <a:pt x="78" y="108"/>
                    <a:pt x="121" y="217"/>
                    <a:pt x="137" y="320"/>
                  </a:cubicBezTo>
                  <a:cubicBezTo>
                    <a:pt x="153" y="423"/>
                    <a:pt x="140" y="543"/>
                    <a:pt x="131" y="618"/>
                  </a:cubicBezTo>
                  <a:cubicBezTo>
                    <a:pt x="122" y="693"/>
                    <a:pt x="105" y="722"/>
                    <a:pt x="83" y="772"/>
                  </a:cubicBezTo>
                  <a:cubicBezTo>
                    <a:pt x="61" y="822"/>
                    <a:pt x="16" y="891"/>
                    <a:pt x="0" y="921"/>
                  </a:cubicBezTo>
                </a:path>
              </a:pathLst>
            </a:custGeom>
            <a:noFill/>
            <a:ln w="9525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" name="Freeform 122">
              <a:extLst>
                <a:ext uri="{FF2B5EF4-FFF2-40B4-BE49-F238E27FC236}">
                  <a16:creationId xmlns:a16="http://schemas.microsoft.com/office/drawing/2014/main" id="{A96C95DF-B0F6-4C27-9818-ED4BC4144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4713" y="2555875"/>
              <a:ext cx="111125" cy="792163"/>
            </a:xfrm>
            <a:custGeom>
              <a:avLst/>
              <a:gdLst>
                <a:gd name="T0" fmla="*/ 2147483647 w 153"/>
                <a:gd name="T1" fmla="*/ 0 h 921"/>
                <a:gd name="T2" fmla="*/ 2147483647 w 153"/>
                <a:gd name="T3" fmla="*/ 2147483647 h 921"/>
                <a:gd name="T4" fmla="*/ 2147483647 w 153"/>
                <a:gd name="T5" fmla="*/ 2147483647 h 921"/>
                <a:gd name="T6" fmla="*/ 2147483647 w 153"/>
                <a:gd name="T7" fmla="*/ 2147483647 h 921"/>
                <a:gd name="T8" fmla="*/ 0 w 153"/>
                <a:gd name="T9" fmla="*/ 2147483647 h 9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"/>
                <a:gd name="T16" fmla="*/ 0 h 921"/>
                <a:gd name="T17" fmla="*/ 153 w 153"/>
                <a:gd name="T18" fmla="*/ 921 h 9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" h="921">
                  <a:moveTo>
                    <a:pt x="36" y="0"/>
                  </a:moveTo>
                  <a:cubicBezTo>
                    <a:pt x="78" y="108"/>
                    <a:pt x="121" y="217"/>
                    <a:pt x="137" y="320"/>
                  </a:cubicBezTo>
                  <a:cubicBezTo>
                    <a:pt x="153" y="423"/>
                    <a:pt x="140" y="543"/>
                    <a:pt x="131" y="618"/>
                  </a:cubicBezTo>
                  <a:cubicBezTo>
                    <a:pt x="122" y="693"/>
                    <a:pt x="105" y="722"/>
                    <a:pt x="83" y="772"/>
                  </a:cubicBezTo>
                  <a:cubicBezTo>
                    <a:pt x="61" y="822"/>
                    <a:pt x="16" y="891"/>
                    <a:pt x="0" y="921"/>
                  </a:cubicBezTo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46" name="Group 124">
            <a:extLst>
              <a:ext uri="{FF2B5EF4-FFF2-40B4-BE49-F238E27FC236}">
                <a16:creationId xmlns:a16="http://schemas.microsoft.com/office/drawing/2014/main" id="{136D817E-39BE-4FDD-9D99-990BB8786134}"/>
              </a:ext>
            </a:extLst>
          </p:cNvPr>
          <p:cNvGrpSpPr>
            <a:grpSpLocks/>
          </p:cNvGrpSpPr>
          <p:nvPr/>
        </p:nvGrpSpPr>
        <p:grpSpPr bwMode="auto">
          <a:xfrm>
            <a:off x="2946400" y="3251201"/>
            <a:ext cx="2100263" cy="688975"/>
            <a:chOff x="1880" y="2036"/>
            <a:chExt cx="1323" cy="434"/>
          </a:xfrm>
        </p:grpSpPr>
        <p:sp>
          <p:nvSpPr>
            <p:cNvPr id="147" name="Text Box 125">
              <a:extLst>
                <a:ext uri="{FF2B5EF4-FFF2-40B4-BE49-F238E27FC236}">
                  <a16:creationId xmlns:a16="http://schemas.microsoft.com/office/drawing/2014/main" id="{34A4F8D7-EFB6-445C-B3A5-B9A03F3BCC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0" y="2036"/>
              <a:ext cx="11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en-US" sz="1600" b="1">
                <a:latin typeface="Tahoma" pitchFamily="34" charset="0"/>
              </a:endParaRPr>
            </a:p>
          </p:txBody>
        </p:sp>
        <p:sp>
          <p:nvSpPr>
            <p:cNvPr id="148" name="Text Box 127">
              <a:extLst>
                <a:ext uri="{FF2B5EF4-FFF2-40B4-BE49-F238E27FC236}">
                  <a16:creationId xmlns:a16="http://schemas.microsoft.com/office/drawing/2014/main" id="{ADCCD880-4DAB-464A-98F3-D28F5A755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7" y="2257"/>
              <a:ext cx="11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en-US" sz="1600" b="1">
                <a:latin typeface="Tahoma" pitchFamily="34" charset="0"/>
              </a:endParaRPr>
            </a:p>
          </p:txBody>
        </p:sp>
      </p:grpSp>
      <p:pic>
        <p:nvPicPr>
          <p:cNvPr id="149" name="Picture 70">
            <a:extLst>
              <a:ext uri="{FF2B5EF4-FFF2-40B4-BE49-F238E27FC236}">
                <a16:creationId xmlns:a16="http://schemas.microsoft.com/office/drawing/2014/main" id="{D437FA46-A227-47E8-8643-6325BD7FC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71800" y="3699030"/>
            <a:ext cx="696913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2" name="Text Box 29">
            <a:extLst>
              <a:ext uri="{FF2B5EF4-FFF2-40B4-BE49-F238E27FC236}">
                <a16:creationId xmlns:a16="http://schemas.microsoft.com/office/drawing/2014/main" id="{03DCBEFB-3921-4979-B636-90D919D77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190" y="5364215"/>
            <a:ext cx="132361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rgbClr val="336699"/>
                </a:solidFill>
              </a:rPr>
              <a:t>Customer Premises</a:t>
            </a:r>
            <a:endParaRPr lang="en-GB" sz="1600" b="1" dirty="0">
              <a:solidFill>
                <a:srgbClr val="336699"/>
              </a:solidFill>
              <a:latin typeface="Tahoma" pitchFamily="34" charset="0"/>
            </a:endParaRPr>
          </a:p>
        </p:txBody>
      </p:sp>
      <p:sp>
        <p:nvSpPr>
          <p:cNvPr id="153" name="Text Box 69">
            <a:extLst>
              <a:ext uri="{FF2B5EF4-FFF2-40B4-BE49-F238E27FC236}">
                <a16:creationId xmlns:a16="http://schemas.microsoft.com/office/drawing/2014/main" id="{6DC35C50-2E58-497D-92BF-20B405057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70" y="3900152"/>
            <a:ext cx="696024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600" b="1" dirty="0" err="1"/>
              <a:t>bRAS</a:t>
            </a:r>
            <a:endParaRPr lang="en-GB" sz="1600" dirty="0"/>
          </a:p>
        </p:txBody>
      </p:sp>
      <p:sp>
        <p:nvSpPr>
          <p:cNvPr id="154" name="Arc 153">
            <a:extLst>
              <a:ext uri="{FF2B5EF4-FFF2-40B4-BE49-F238E27FC236}">
                <a16:creationId xmlns:a16="http://schemas.microsoft.com/office/drawing/2014/main" id="{5080D9F7-0649-4C5C-8BB2-72E96DC3595A}"/>
              </a:ext>
            </a:extLst>
          </p:cNvPr>
          <p:cNvSpPr/>
          <p:nvPr/>
        </p:nvSpPr>
        <p:spPr>
          <a:xfrm>
            <a:off x="2017713" y="2661557"/>
            <a:ext cx="3278189" cy="861106"/>
          </a:xfrm>
          <a:prstGeom prst="arc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5" name="Arc 154">
            <a:extLst>
              <a:ext uri="{FF2B5EF4-FFF2-40B4-BE49-F238E27FC236}">
                <a16:creationId xmlns:a16="http://schemas.microsoft.com/office/drawing/2014/main" id="{4834BA67-D6A5-4066-B1D8-B7132E9DB57D}"/>
              </a:ext>
            </a:extLst>
          </p:cNvPr>
          <p:cNvSpPr/>
          <p:nvPr/>
        </p:nvSpPr>
        <p:spPr>
          <a:xfrm flipV="1">
            <a:off x="3387270" y="2301801"/>
            <a:ext cx="1879819" cy="1567012"/>
          </a:xfrm>
          <a:prstGeom prst="arc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1" name="Rectangle 110">
            <a:extLst>
              <a:ext uri="{FF2B5EF4-FFF2-40B4-BE49-F238E27FC236}">
                <a16:creationId xmlns:a16="http://schemas.microsoft.com/office/drawing/2014/main" id="{58822652-0CB8-443B-A78C-D022090FA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2765" y="2963991"/>
            <a:ext cx="119888" cy="289453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>
              <a:rot lat="20999999" lon="20999996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wrap="square" anchor="ctr">
            <a:spAutoFit/>
            <a:flatTx/>
          </a:bodyPr>
          <a:lstStyle/>
          <a:p>
            <a:endParaRPr lang="en-US"/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7233C56F-7645-44EF-B601-A3309ED3C059}"/>
              </a:ext>
            </a:extLst>
          </p:cNvPr>
          <p:cNvCxnSpPr>
            <a:cxnSpLocks/>
            <a:stCxn id="124" idx="3"/>
            <a:endCxn id="161" idx="1"/>
          </p:cNvCxnSpPr>
          <p:nvPr/>
        </p:nvCxnSpPr>
        <p:spPr>
          <a:xfrm flipV="1">
            <a:off x="5066268" y="3108718"/>
            <a:ext cx="516497" cy="4961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20C4C9F0-0BF0-4377-8739-5449141A1947}"/>
              </a:ext>
            </a:extLst>
          </p:cNvPr>
          <p:cNvSpPr txBox="1"/>
          <p:nvPr/>
        </p:nvSpPr>
        <p:spPr>
          <a:xfrm>
            <a:off x="4900501" y="2678895"/>
            <a:ext cx="811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>
                <a:latin typeface="Lucida Sans Unicode" pitchFamily="34" charset="0"/>
              </a:rPr>
              <a:t>Ethernet</a:t>
            </a:r>
          </a:p>
          <a:p>
            <a:pPr algn="ctr"/>
            <a:r>
              <a:rPr lang="en-GB" sz="1200" b="1">
                <a:latin typeface="Lucida Sans Unicode" pitchFamily="34" charset="0"/>
              </a:rPr>
              <a:t>Fibre</a:t>
            </a:r>
            <a:endParaRPr lang="en-GB" sz="1200" b="1" dirty="0">
              <a:latin typeface="Lucida Sans Unicode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8235F88-1969-43BA-B321-B69518875887}"/>
              </a:ext>
            </a:extLst>
          </p:cNvPr>
          <p:cNvSpPr txBox="1"/>
          <p:nvPr/>
        </p:nvSpPr>
        <p:spPr>
          <a:xfrm>
            <a:off x="5224335" y="3220404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>
                <a:latin typeface="Lucida Sans Unicode" pitchFamily="34" charset="0"/>
              </a:rPr>
              <a:t>Street </a:t>
            </a:r>
          </a:p>
          <a:p>
            <a:pPr algn="ctr"/>
            <a:r>
              <a:rPr lang="en-GB" sz="1200" b="1">
                <a:latin typeface="Lucida Sans Unicode" pitchFamily="34" charset="0"/>
              </a:rPr>
              <a:t>Cabinet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1FFB4ED-F40C-2C67-9DD5-DE37397A0A86}"/>
              </a:ext>
            </a:extLst>
          </p:cNvPr>
          <p:cNvCxnSpPr>
            <a:cxnSpLocks/>
          </p:cNvCxnSpPr>
          <p:nvPr/>
        </p:nvCxnSpPr>
        <p:spPr>
          <a:xfrm>
            <a:off x="5797492" y="3091856"/>
            <a:ext cx="5829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33BF968-9C77-4FE3-33D1-184AD291522D}"/>
              </a:ext>
            </a:extLst>
          </p:cNvPr>
          <p:cNvSpPr txBox="1"/>
          <p:nvPr/>
        </p:nvSpPr>
        <p:spPr>
          <a:xfrm>
            <a:off x="6343650" y="3512028"/>
            <a:ext cx="16211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Router (+WiFi)</a:t>
            </a:r>
            <a:endParaRPr lang="en-GB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B6E747-2CE4-D26F-9B72-5B4F90A20D2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239" y="1479441"/>
            <a:ext cx="1086546" cy="10865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B07B6E-D43B-1B10-070D-73735D4762A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493" y="855735"/>
            <a:ext cx="1133492" cy="90646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091939A-0722-6A22-C6F8-922D6C76A949}"/>
              </a:ext>
            </a:extLst>
          </p:cNvPr>
          <p:cNvGrpSpPr/>
          <p:nvPr/>
        </p:nvGrpSpPr>
        <p:grpSpPr>
          <a:xfrm rot="5197218">
            <a:off x="6647132" y="1430942"/>
            <a:ext cx="318849" cy="826502"/>
            <a:chOff x="7224713" y="1981200"/>
            <a:chExt cx="542925" cy="2009775"/>
          </a:xfrm>
        </p:grpSpPr>
        <p:sp>
          <p:nvSpPr>
            <p:cNvPr id="12" name="Freeform 120">
              <a:extLst>
                <a:ext uri="{FF2B5EF4-FFF2-40B4-BE49-F238E27FC236}">
                  <a16:creationId xmlns:a16="http://schemas.microsoft.com/office/drawing/2014/main" id="{6B0C616C-B78F-495A-C8AD-E40165848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8213" y="2233613"/>
              <a:ext cx="261937" cy="1462087"/>
            </a:xfrm>
            <a:custGeom>
              <a:avLst/>
              <a:gdLst>
                <a:gd name="T0" fmla="*/ 2147483647 w 153"/>
                <a:gd name="T1" fmla="*/ 0 h 921"/>
                <a:gd name="T2" fmla="*/ 2147483647 w 153"/>
                <a:gd name="T3" fmla="*/ 2147483647 h 921"/>
                <a:gd name="T4" fmla="*/ 2147483647 w 153"/>
                <a:gd name="T5" fmla="*/ 2147483647 h 921"/>
                <a:gd name="T6" fmla="*/ 2147483647 w 153"/>
                <a:gd name="T7" fmla="*/ 2147483647 h 921"/>
                <a:gd name="T8" fmla="*/ 0 w 153"/>
                <a:gd name="T9" fmla="*/ 2147483647 h 9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"/>
                <a:gd name="T16" fmla="*/ 0 h 921"/>
                <a:gd name="T17" fmla="*/ 153 w 153"/>
                <a:gd name="T18" fmla="*/ 921 h 9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" h="921">
                  <a:moveTo>
                    <a:pt x="36" y="0"/>
                  </a:moveTo>
                  <a:cubicBezTo>
                    <a:pt x="78" y="108"/>
                    <a:pt x="121" y="217"/>
                    <a:pt x="137" y="320"/>
                  </a:cubicBezTo>
                  <a:cubicBezTo>
                    <a:pt x="153" y="423"/>
                    <a:pt x="140" y="543"/>
                    <a:pt x="131" y="618"/>
                  </a:cubicBezTo>
                  <a:cubicBezTo>
                    <a:pt x="122" y="693"/>
                    <a:pt x="105" y="722"/>
                    <a:pt x="83" y="772"/>
                  </a:cubicBezTo>
                  <a:cubicBezTo>
                    <a:pt x="61" y="822"/>
                    <a:pt x="16" y="891"/>
                    <a:pt x="0" y="921"/>
                  </a:cubicBezTo>
                </a:path>
              </a:pathLst>
            </a:custGeom>
            <a:noFill/>
            <a:ln w="9525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" name="Freeform 121">
              <a:extLst>
                <a:ext uri="{FF2B5EF4-FFF2-40B4-BE49-F238E27FC236}">
                  <a16:creationId xmlns:a16="http://schemas.microsoft.com/office/drawing/2014/main" id="{ACA81652-15B3-FB3E-EA75-61C4EC32A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075" y="1981200"/>
              <a:ext cx="309563" cy="2009775"/>
            </a:xfrm>
            <a:custGeom>
              <a:avLst/>
              <a:gdLst>
                <a:gd name="T0" fmla="*/ 2147483647 w 153"/>
                <a:gd name="T1" fmla="*/ 0 h 921"/>
                <a:gd name="T2" fmla="*/ 2147483647 w 153"/>
                <a:gd name="T3" fmla="*/ 2147483647 h 921"/>
                <a:gd name="T4" fmla="*/ 2147483647 w 153"/>
                <a:gd name="T5" fmla="*/ 2147483647 h 921"/>
                <a:gd name="T6" fmla="*/ 2147483647 w 153"/>
                <a:gd name="T7" fmla="*/ 2147483647 h 921"/>
                <a:gd name="T8" fmla="*/ 0 w 153"/>
                <a:gd name="T9" fmla="*/ 2147483647 h 9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"/>
                <a:gd name="T16" fmla="*/ 0 h 921"/>
                <a:gd name="T17" fmla="*/ 153 w 153"/>
                <a:gd name="T18" fmla="*/ 921 h 9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" h="921">
                  <a:moveTo>
                    <a:pt x="36" y="0"/>
                  </a:moveTo>
                  <a:cubicBezTo>
                    <a:pt x="78" y="108"/>
                    <a:pt x="121" y="217"/>
                    <a:pt x="137" y="320"/>
                  </a:cubicBezTo>
                  <a:cubicBezTo>
                    <a:pt x="153" y="423"/>
                    <a:pt x="140" y="543"/>
                    <a:pt x="131" y="618"/>
                  </a:cubicBezTo>
                  <a:cubicBezTo>
                    <a:pt x="122" y="693"/>
                    <a:pt x="105" y="722"/>
                    <a:pt x="83" y="772"/>
                  </a:cubicBezTo>
                  <a:cubicBezTo>
                    <a:pt x="61" y="822"/>
                    <a:pt x="16" y="891"/>
                    <a:pt x="0" y="921"/>
                  </a:cubicBezTo>
                </a:path>
              </a:pathLst>
            </a:custGeom>
            <a:noFill/>
            <a:ln w="9525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" name="Freeform 122">
              <a:extLst>
                <a:ext uri="{FF2B5EF4-FFF2-40B4-BE49-F238E27FC236}">
                  <a16:creationId xmlns:a16="http://schemas.microsoft.com/office/drawing/2014/main" id="{63ED8DE9-73DB-7027-0EA2-E391E3D9B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4713" y="2555875"/>
              <a:ext cx="111125" cy="792163"/>
            </a:xfrm>
            <a:custGeom>
              <a:avLst/>
              <a:gdLst>
                <a:gd name="T0" fmla="*/ 2147483647 w 153"/>
                <a:gd name="T1" fmla="*/ 0 h 921"/>
                <a:gd name="T2" fmla="*/ 2147483647 w 153"/>
                <a:gd name="T3" fmla="*/ 2147483647 h 921"/>
                <a:gd name="T4" fmla="*/ 2147483647 w 153"/>
                <a:gd name="T5" fmla="*/ 2147483647 h 921"/>
                <a:gd name="T6" fmla="*/ 2147483647 w 153"/>
                <a:gd name="T7" fmla="*/ 2147483647 h 921"/>
                <a:gd name="T8" fmla="*/ 0 w 153"/>
                <a:gd name="T9" fmla="*/ 2147483647 h 9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"/>
                <a:gd name="T16" fmla="*/ 0 h 921"/>
                <a:gd name="T17" fmla="*/ 153 w 153"/>
                <a:gd name="T18" fmla="*/ 921 h 9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" h="921">
                  <a:moveTo>
                    <a:pt x="36" y="0"/>
                  </a:moveTo>
                  <a:cubicBezTo>
                    <a:pt x="78" y="108"/>
                    <a:pt x="121" y="217"/>
                    <a:pt x="137" y="320"/>
                  </a:cubicBezTo>
                  <a:cubicBezTo>
                    <a:pt x="153" y="423"/>
                    <a:pt x="140" y="543"/>
                    <a:pt x="131" y="618"/>
                  </a:cubicBezTo>
                  <a:cubicBezTo>
                    <a:pt x="122" y="693"/>
                    <a:pt x="105" y="722"/>
                    <a:pt x="83" y="772"/>
                  </a:cubicBezTo>
                  <a:cubicBezTo>
                    <a:pt x="61" y="822"/>
                    <a:pt x="16" y="891"/>
                    <a:pt x="0" y="921"/>
                  </a:cubicBezTo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6258BA52-97A5-A79E-9DD8-F042B42C705B}"/>
              </a:ext>
            </a:extLst>
          </p:cNvPr>
          <p:cNvSpPr/>
          <p:nvPr/>
        </p:nvSpPr>
        <p:spPr bwMode="auto">
          <a:xfrm rot="8410813">
            <a:off x="6255604" y="595190"/>
            <a:ext cx="325416" cy="707007"/>
          </a:xfrm>
          <a:prstGeom prst="lightningBolt">
            <a:avLst/>
          </a:prstGeom>
          <a:solidFill>
            <a:srgbClr val="FFC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E491AE-DDFB-2C44-A1EC-F554DB26385C}"/>
              </a:ext>
            </a:extLst>
          </p:cNvPr>
          <p:cNvSpPr txBox="1"/>
          <p:nvPr/>
        </p:nvSpPr>
        <p:spPr>
          <a:xfrm>
            <a:off x="5330468" y="605628"/>
            <a:ext cx="16211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Mobile N/W</a:t>
            </a:r>
            <a:endParaRPr lang="en-GB" sz="10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83079-6FC0-F7B4-4EDE-1B9C9453C317}"/>
              </a:ext>
            </a:extLst>
          </p:cNvPr>
          <p:cNvSpPr txBox="1"/>
          <p:nvPr/>
        </p:nvSpPr>
        <p:spPr>
          <a:xfrm>
            <a:off x="5769566" y="2700794"/>
            <a:ext cx="764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/>
              <a:t>FTTH</a:t>
            </a:r>
          </a:p>
          <a:p>
            <a:r>
              <a:rPr lang="en-GB" sz="1100"/>
              <a:t>FTTP</a:t>
            </a:r>
          </a:p>
        </p:txBody>
      </p:sp>
    </p:spTree>
    <p:extLst>
      <p:ext uri="{BB962C8B-B14F-4D97-AF65-F5344CB8AC3E}">
        <p14:creationId xmlns:p14="http://schemas.microsoft.com/office/powerpoint/2010/main" val="295098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908720"/>
            <a:ext cx="837882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>
                <a:latin typeface="Lucida Sans Unicode" pitchFamily="34" charset="0"/>
                <a:cs typeface="Lucida Sans Unicode" pitchFamily="34" charset="0"/>
              </a:rPr>
              <a:t>Streaming</a:t>
            </a:r>
          </a:p>
          <a:p>
            <a:pPr marL="541338" indent="-541338">
              <a:buFont typeface="Arial" pitchFamily="34" charset="0"/>
              <a:buChar char="•"/>
            </a:pPr>
            <a:r>
              <a:rPr lang="en-GB" sz="6000" dirty="0">
                <a:latin typeface="Lucida Sans Unicode" pitchFamily="34" charset="0"/>
                <a:cs typeface="Lucida Sans Unicode" pitchFamily="34" charset="0"/>
              </a:rPr>
              <a:t>HTTP, HLS</a:t>
            </a:r>
          </a:p>
          <a:p>
            <a:pPr marL="998538" lvl="1" indent="-541338">
              <a:buFont typeface="Arial" pitchFamily="34" charset="0"/>
              <a:buChar char="•"/>
            </a:pPr>
            <a:r>
              <a:rPr lang="en-GB" sz="6000" dirty="0">
                <a:latin typeface="Lucida Sans Unicode" pitchFamily="34" charset="0"/>
                <a:cs typeface="Lucida Sans Unicode" pitchFamily="34" charset="0"/>
              </a:rPr>
              <a:t>MPEG-DASH</a:t>
            </a:r>
          </a:p>
          <a:p>
            <a:pPr marL="541338" indent="-541338">
              <a:buFont typeface="Arial" pitchFamily="34" charset="0"/>
              <a:buChar char="•"/>
            </a:pPr>
            <a:r>
              <a:rPr lang="en-GB" sz="6000" dirty="0">
                <a:latin typeface="Lucida Sans Unicode" pitchFamily="34" charset="0"/>
                <a:cs typeface="Lucida Sans Unicode" pitchFamily="34" charset="0"/>
              </a:rPr>
              <a:t>RTP/RTSP</a:t>
            </a:r>
          </a:p>
        </p:txBody>
      </p:sp>
    </p:spTree>
    <p:extLst>
      <p:ext uri="{BB962C8B-B14F-4D97-AF65-F5344CB8AC3E}">
        <p14:creationId xmlns:p14="http://schemas.microsoft.com/office/powerpoint/2010/main" val="13107969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3134772"/>
            <a:ext cx="8114196" cy="243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ts val="2300"/>
              </a:lnSpc>
            </a:pPr>
            <a:r>
              <a:rPr lang="en-GB" sz="1600" b="1"/>
              <a:t>HTTP overtaken </a:t>
            </a:r>
            <a:r>
              <a:rPr lang="en-GB" sz="1600" b="1" dirty="0"/>
              <a:t>by RTP/</a:t>
            </a:r>
            <a:r>
              <a:rPr lang="en-GB" sz="1600" b="1"/>
              <a:t>RTSP systems </a:t>
            </a:r>
            <a:r>
              <a:rPr lang="en-GB" sz="1600"/>
              <a:t>for </a:t>
            </a:r>
            <a:r>
              <a:rPr lang="en-GB" sz="1600" dirty="0"/>
              <a:t>large </a:t>
            </a:r>
            <a:r>
              <a:rPr lang="en-GB" sz="1600" b="1"/>
              <a:t>IPTV </a:t>
            </a:r>
            <a:r>
              <a:rPr lang="en-GB" sz="1600"/>
              <a:t>deployments</a:t>
            </a:r>
          </a:p>
          <a:p>
            <a:pPr marL="7429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i="1"/>
              <a:t>Real Time Protocol  </a:t>
            </a:r>
          </a:p>
          <a:p>
            <a:pPr marL="1200150" lvl="2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using  </a:t>
            </a:r>
            <a:r>
              <a:rPr lang="en-GB" i="1"/>
              <a:t>Real Time Streaming Protocol </a:t>
            </a:r>
            <a:r>
              <a:rPr lang="en-GB"/>
              <a:t>requests</a:t>
            </a:r>
          </a:p>
          <a:p>
            <a:pPr marL="7429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/>
              <a:t>this needs a fairly well engineered architecture including firewalls which pass RTP traffic</a:t>
            </a:r>
          </a:p>
          <a:p>
            <a:pPr lvl="1">
              <a:lnSpc>
                <a:spcPts val="2300"/>
              </a:lnSpc>
            </a:pPr>
            <a:endParaRPr lang="en-GB" sz="1600"/>
          </a:p>
          <a:p>
            <a:pPr marL="0" lvl="1">
              <a:lnSpc>
                <a:spcPts val="2300"/>
              </a:lnSpc>
            </a:pPr>
            <a:r>
              <a:rPr lang="en-GB" sz="1600"/>
              <a:t>HTTP more </a:t>
            </a:r>
            <a:r>
              <a:rPr lang="en-GB" sz="1600" dirty="0"/>
              <a:t>recently back in favour</a:t>
            </a:r>
          </a:p>
          <a:p>
            <a:pPr marL="177800" indent="-177800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/>
              <a:t>uses </a:t>
            </a:r>
            <a:r>
              <a:rPr lang="en-GB" sz="1600" dirty="0"/>
              <a:t>generic HTTP servers (often based on Apache or Windows Server)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369888"/>
            <a:ext cx="7389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/>
            <a:r>
              <a:rPr lang="en-GB" sz="2400" b="1" dirty="0"/>
              <a:t>HTTP Streaming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288" y="1039180"/>
            <a:ext cx="8002137" cy="1849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lnSpc>
                <a:spcPts val="2300"/>
              </a:lnSpc>
            </a:pPr>
            <a:r>
              <a:rPr lang="en-GB" sz="1600" b="1" dirty="0"/>
              <a:t>Early </a:t>
            </a:r>
            <a:r>
              <a:rPr lang="en-GB" sz="1600" b="1"/>
              <a:t>days of HTTP media distribution</a:t>
            </a:r>
            <a:endParaRPr lang="en-GB" sz="1600" b="1" dirty="0"/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Limited bandwidth available </a:t>
            </a:r>
          </a:p>
          <a:p>
            <a:pPr marL="638175" lvl="2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“Download and play”  </a:t>
            </a:r>
          </a:p>
          <a:p>
            <a:pPr marL="1273175" lvl="4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no </a:t>
            </a:r>
            <a:r>
              <a:rPr lang="en-GB" sz="1600" i="1" dirty="0" err="1"/>
              <a:t>lookahead</a:t>
            </a:r>
            <a:r>
              <a:rPr lang="en-GB" sz="1600" i="1" dirty="0"/>
              <a:t> seeking  </a:t>
            </a:r>
            <a:r>
              <a:rPr lang="en-GB" sz="1600" dirty="0"/>
              <a:t>or random access</a:t>
            </a:r>
          </a:p>
          <a:p>
            <a:pPr marL="914400" lvl="3" indent="-27781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Multiple viewers – server bandwidth issues</a:t>
            </a:r>
          </a:p>
          <a:p>
            <a:pPr marL="180975" indent="-179388">
              <a:lnSpc>
                <a:spcPts val="2300"/>
              </a:lnSpc>
              <a:buFont typeface="Arial" pitchFamily="34" charset="0"/>
              <a:buChar char="•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7492284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3700" y="331788"/>
            <a:ext cx="80794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Streaming Media Protocols </a:t>
            </a:r>
            <a:r>
              <a:rPr lang="en-GB" sz="2000" b="1" dirty="0"/>
              <a:t>– HTTP addresses RTMP Issues</a:t>
            </a:r>
            <a:endParaRPr lang="en-GB" sz="2000" dirty="0"/>
          </a:p>
        </p:txBody>
      </p:sp>
      <p:sp>
        <p:nvSpPr>
          <p:cNvPr id="4" name="Rectangle 3"/>
          <p:cNvSpPr/>
          <p:nvPr/>
        </p:nvSpPr>
        <p:spPr>
          <a:xfrm>
            <a:off x="395288" y="1266515"/>
            <a:ext cx="8465581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600" b="1" dirty="0"/>
              <a:t>RTMP/RTSP/</a:t>
            </a:r>
            <a:r>
              <a:rPr lang="en-GB" sz="1600" b="1"/>
              <a:t>HTTP </a:t>
            </a:r>
            <a:r>
              <a:rPr lang="en-GB" sz="1600" b="1" u="sng"/>
              <a:t>for distribution to viewers</a:t>
            </a:r>
            <a:r>
              <a:rPr lang="en-GB" sz="1600" b="1"/>
              <a:t> - state </a:t>
            </a:r>
            <a:r>
              <a:rPr lang="en-GB" sz="1600" b="1" dirty="0"/>
              <a:t>of the market</a:t>
            </a:r>
          </a:p>
          <a:p>
            <a:pPr marL="182563" indent="-182563">
              <a:lnSpc>
                <a:spcPct val="200000"/>
              </a:lnSpc>
              <a:buFont typeface="Arial" pitchFamily="34" charset="0"/>
              <a:buChar char="•"/>
            </a:pPr>
            <a:r>
              <a:rPr lang="en-GB" sz="1600" dirty="0"/>
              <a:t>little impetus for RTMP/RTSP sites to change –still widely used</a:t>
            </a:r>
          </a:p>
          <a:p>
            <a:pPr marL="179388" indent="-179388">
              <a:lnSpc>
                <a:spcPct val="200000"/>
              </a:lnSpc>
              <a:buFont typeface="Arial" pitchFamily="34" charset="0"/>
              <a:buChar char="•"/>
            </a:pPr>
            <a:r>
              <a:rPr lang="en-GB"/>
              <a:t>widely used in IP production workflows</a:t>
            </a:r>
          </a:p>
          <a:p>
            <a:pPr marL="179388" indent="-179388">
              <a:lnSpc>
                <a:spcPct val="200000"/>
              </a:lnSpc>
              <a:buFont typeface="Arial" pitchFamily="34" charset="0"/>
              <a:buChar char="•"/>
            </a:pPr>
            <a:r>
              <a:rPr lang="en-GB"/>
              <a:t>But … for distribution to end users - overwhelming view – HTTP</a:t>
            </a:r>
          </a:p>
          <a:p>
            <a:pPr marL="636588" lvl="1" indent="-179388">
              <a:lnSpc>
                <a:spcPct val="200000"/>
              </a:lnSpc>
              <a:buFont typeface="Arial" pitchFamily="34" charset="0"/>
              <a:buChar char="•"/>
            </a:pPr>
            <a:r>
              <a:rPr lang="en-GB" sz="1200"/>
              <a:t>(in </a:t>
            </a:r>
            <a:r>
              <a:rPr lang="en-GB" sz="1200" dirty="0"/>
              <a:t>fact most </a:t>
            </a:r>
            <a:r>
              <a:rPr lang="en-GB" sz="1200" i="1" dirty="0"/>
              <a:t>video content</a:t>
            </a:r>
            <a:r>
              <a:rPr lang="en-GB" sz="1200" dirty="0"/>
              <a:t> is delivered via plain old HTTP </a:t>
            </a:r>
            <a:r>
              <a:rPr lang="en-GB" sz="1200" i="1"/>
              <a:t>progressive download)</a:t>
            </a:r>
            <a:endParaRPr lang="en-GB" sz="1200" i="1" dirty="0"/>
          </a:p>
        </p:txBody>
      </p:sp>
    </p:spTree>
    <p:extLst>
      <p:ext uri="{BB962C8B-B14F-4D97-AF65-F5344CB8AC3E}">
        <p14:creationId xmlns:p14="http://schemas.microsoft.com/office/powerpoint/2010/main" val="4897795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6D9570-F463-2894-6B4B-4CE9FD9E7978}"/>
              </a:ext>
            </a:extLst>
          </p:cNvPr>
          <p:cNvSpPr/>
          <p:nvPr/>
        </p:nvSpPr>
        <p:spPr>
          <a:xfrm>
            <a:off x="395288" y="1639928"/>
            <a:ext cx="8090342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lnSpc>
                <a:spcPct val="150000"/>
              </a:lnSpc>
            </a:pPr>
            <a:r>
              <a:rPr lang="en-GB" sz="1600" b="1" dirty="0"/>
              <a:t>HTTP server/client </a:t>
            </a:r>
            <a:r>
              <a:rPr lang="en-GB" sz="1600" b="1"/>
              <a:t>– </a:t>
            </a:r>
            <a:r>
              <a:rPr lang="en-GB" sz="1600" b="1" i="1"/>
              <a:t>stateless</a:t>
            </a:r>
          </a:p>
          <a:p>
            <a:pPr marL="179388" indent="-179388">
              <a:lnSpc>
                <a:spcPct val="150000"/>
              </a:lnSpc>
            </a:pPr>
            <a:endParaRPr lang="en-GB" sz="1600" b="1" i="1"/>
          </a:p>
          <a:p>
            <a:pPr marL="182563" lvl="1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/>
              <a:t>HTTP-ABR streaming</a:t>
            </a:r>
            <a:r>
              <a:rPr lang="en-GB" sz="1600" dirty="0"/>
              <a:t>: retrieves consecutive short chunks on as-needed basis</a:t>
            </a:r>
          </a:p>
          <a:p>
            <a:pPr marL="895350" lvl="3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/>
              <a:t>little </a:t>
            </a:r>
            <a:r>
              <a:rPr lang="en-GB" sz="1600" dirty="0"/>
              <a:t>waste (the video is delivered as it is watched) </a:t>
            </a:r>
          </a:p>
          <a:p>
            <a:pPr marL="895350" lvl="5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server efficiently serves more streams</a:t>
            </a:r>
          </a:p>
          <a:p>
            <a:pPr marL="895350" lvl="3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Random seeking</a:t>
            </a:r>
          </a:p>
          <a:p>
            <a:pPr marL="1169987" lvl="4">
              <a:lnSpc>
                <a:spcPct val="150000"/>
              </a:lnSpc>
            </a:pPr>
            <a:r>
              <a:rPr lang="en-GB" sz="1600" dirty="0"/>
              <a:t>(viewer selects – player retrieves the appropriate chunks)</a:t>
            </a:r>
          </a:p>
          <a:p>
            <a:pPr marL="895350" lvl="2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firewall friendly </a:t>
            </a:r>
          </a:p>
          <a:p>
            <a:pPr marL="895350" lvl="2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can utilise HTTP caching mechanisms</a:t>
            </a:r>
          </a:p>
          <a:p>
            <a:pPr marL="895350" lvl="2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less expensive to implement (no streaming server required)</a:t>
            </a:r>
          </a:p>
          <a:p>
            <a:pPr marL="895350" lvl="3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scale more cheaply and effectively to serve available users</a:t>
            </a:r>
            <a:endParaRPr lang="en-GB" sz="1600" b="1" dirty="0">
              <a:latin typeface="Lucida Sans Unicode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1FF2FB-0D78-9776-B031-0B770CD586F6}"/>
              </a:ext>
            </a:extLst>
          </p:cNvPr>
          <p:cNvSpPr/>
          <p:nvPr/>
        </p:nvSpPr>
        <p:spPr>
          <a:xfrm>
            <a:off x="324633" y="368300"/>
            <a:ext cx="65079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en-GB" sz="2400" b="1"/>
              <a:t>How can we use HTTP for streaming? … Adaptive Bit Rate (ABR)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1570593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4283" y="1043735"/>
            <a:ext cx="1027368" cy="7200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endParaRPr lang="en-GB" sz="1600">
              <a:latin typeface="Lucida Sans Unicode" pitchFamily="34" charset="0"/>
            </a:endParaRPr>
          </a:p>
          <a:p>
            <a:pPr algn="ctr"/>
            <a:r>
              <a:rPr lang="en-GB" sz="1600">
                <a:latin typeface="Lucida Sans Unicode" pitchFamily="34" charset="0"/>
              </a:rPr>
              <a:t>Client</a:t>
            </a:r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58316" y="1043735"/>
            <a:ext cx="1027368" cy="7200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endParaRPr lang="en-GB" sz="1600">
              <a:latin typeface="Lucida Sans Unicode" pitchFamily="34" charset="0"/>
            </a:endParaRPr>
          </a:p>
          <a:p>
            <a:pPr algn="ctr"/>
            <a:r>
              <a:rPr lang="en-GB" sz="1600">
                <a:latin typeface="Lucida Sans Unicode" pitchFamily="34" charset="0"/>
              </a:rPr>
              <a:t>Server</a:t>
            </a:r>
            <a:endParaRPr lang="en-GB" sz="1600" dirty="0">
              <a:latin typeface="Lucida Sans Unicode" pitchFamily="34" charset="0"/>
            </a:endParaRP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881590" y="2348880"/>
            <a:ext cx="36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4223" y="2036747"/>
            <a:ext cx="1305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Lucida Sans Unicode" pitchFamily="34" charset="0"/>
              </a:rPr>
              <a:t>http GET</a:t>
            </a:r>
            <a:endParaRPr lang="en-GB" sz="1600" dirty="0">
              <a:latin typeface="Lucida Sans Unicode" pitchFamily="34" charset="0"/>
            </a:endParaRP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H="1">
            <a:off x="883824" y="2962237"/>
            <a:ext cx="36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883824" y="4104401"/>
            <a:ext cx="36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79976" y="3206013"/>
            <a:ext cx="1305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Lucida Sans Unicode" pitchFamily="34" charset="0"/>
              </a:rPr>
              <a:t>http GET</a:t>
            </a:r>
            <a:endParaRPr lang="en-GB" sz="1600" dirty="0">
              <a:latin typeface="Lucida Sans Unicode" pitchFamily="34" charset="0"/>
            </a:endParaRP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883824" y="3522071"/>
            <a:ext cx="36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77018" y="1043735"/>
            <a:ext cx="35704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/>
              <a:t>Segment timing: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400"/>
              <a:t>10 seconds = reasonable balance for most broadcast content</a:t>
            </a:r>
            <a:endParaRPr lang="en-GB" sz="1100">
              <a:latin typeface="Lucida Sans Unicode" pitchFamily="3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400"/>
              <a:t>Shorter segments </a:t>
            </a:r>
          </a:p>
          <a:p>
            <a:pPr marL="180975"/>
            <a:r>
              <a:rPr lang="en-GB" sz="1400"/>
              <a:t>= more frequent refreshes of the 	index file</a:t>
            </a:r>
          </a:p>
          <a:p>
            <a:pPr marL="180975"/>
            <a:r>
              <a:rPr lang="en-GB" sz="1400"/>
              <a:t>.. unnecessary network overhead for the client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400"/>
              <a:t>Longer segments </a:t>
            </a:r>
          </a:p>
          <a:p>
            <a:pPr marL="180975"/>
            <a:r>
              <a:rPr lang="en-GB" sz="1400"/>
              <a:t>= latency and initial startup time</a:t>
            </a:r>
          </a:p>
          <a:p>
            <a:pPr marL="180975"/>
            <a:endParaRPr lang="en-GB" sz="1400"/>
          </a:p>
          <a:p>
            <a:pPr marL="180975"/>
            <a:endParaRPr lang="en-GB" sz="1400"/>
          </a:p>
          <a:p>
            <a:r>
              <a:rPr lang="en-GB" sz="1400" b="1"/>
              <a:t>Media Formats</a:t>
            </a:r>
          </a:p>
          <a:p>
            <a:pPr marL="180975"/>
            <a:r>
              <a:rPr lang="en-GB" sz="1400"/>
              <a:t>e.g. video: H.264/5 </a:t>
            </a:r>
          </a:p>
          <a:p>
            <a:pPr lvl="1"/>
            <a:r>
              <a:rPr lang="en-GB" sz="1400"/>
              <a:t>audio: .aac / Opus, etc</a:t>
            </a:r>
          </a:p>
          <a:p>
            <a:pPr marL="180975" lvl="1" indent="-180975">
              <a:buFont typeface="Arial" panose="020B0604020202020204" pitchFamily="34" charset="0"/>
              <a:buChar char="•"/>
            </a:pPr>
            <a:r>
              <a:rPr lang="en-GB" sz="1400"/>
              <a:t>video + audio file segments unwrapped</a:t>
            </a:r>
          </a:p>
          <a:p>
            <a:pPr marL="180975" lvl="1"/>
            <a:r>
              <a:rPr lang="en-GB" sz="1400"/>
              <a:t>… but certain applications – </a:t>
            </a:r>
          </a:p>
          <a:p>
            <a:pPr marL="180975" lvl="1"/>
            <a:r>
              <a:rPr lang="en-GB" sz="1400"/>
              <a:t>can be wrapped in MPEG-TS (DVB)</a:t>
            </a:r>
          </a:p>
        </p:txBody>
      </p:sp>
      <p:cxnSp>
        <p:nvCxnSpPr>
          <p:cNvPr id="17" name="Straight Connector 16"/>
          <p:cNvCxnSpPr>
            <a:cxnSpLocks/>
          </p:cNvCxnSpPr>
          <p:nvPr/>
        </p:nvCxnSpPr>
        <p:spPr>
          <a:xfrm>
            <a:off x="881590" y="1748846"/>
            <a:ext cx="0" cy="3088632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4572000" y="1763815"/>
            <a:ext cx="0" cy="3088632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1279522" y="2404592"/>
            <a:ext cx="2410799" cy="686000"/>
            <a:chOff x="1534796" y="2764632"/>
            <a:chExt cx="2410799" cy="686000"/>
          </a:xfrm>
        </p:grpSpPr>
        <p:sp>
          <p:nvSpPr>
            <p:cNvPr id="9" name="TextBox 8"/>
            <p:cNvSpPr txBox="1"/>
            <p:nvPr/>
          </p:nvSpPr>
          <p:spPr>
            <a:xfrm>
              <a:off x="2023010" y="2933945"/>
              <a:ext cx="1922585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Lucida Sans Unicode" pitchFamily="34" charset="0"/>
                </a:rPr>
                <a:t>Audio segment</a:t>
              </a:r>
              <a:endParaRPr lang="en-GB" sz="1600" dirty="0">
                <a:latin typeface="Lucida Sans Unicode" pitchFamily="34" charset="0"/>
              </a:endParaRPr>
            </a:p>
          </p:txBody>
        </p:sp>
        <p:sp>
          <p:nvSpPr>
            <p:cNvPr id="20" name="Arrow: Right 19"/>
            <p:cNvSpPr/>
            <p:nvPr/>
          </p:nvSpPr>
          <p:spPr>
            <a:xfrm flipH="1">
              <a:off x="1534796" y="2764632"/>
              <a:ext cx="495055" cy="686000"/>
            </a:xfrm>
            <a:prstGeom prst="rightArrow">
              <a:avLst>
                <a:gd name="adj1" fmla="val 50000"/>
                <a:gd name="adj2" fmla="val 7902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b="1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279522" y="3528274"/>
            <a:ext cx="2417640" cy="686000"/>
            <a:chOff x="1534796" y="3888314"/>
            <a:chExt cx="2417640" cy="686000"/>
          </a:xfrm>
        </p:grpSpPr>
        <p:sp>
          <p:nvSpPr>
            <p:cNvPr id="13" name="TextBox 12"/>
            <p:cNvSpPr txBox="1"/>
            <p:nvPr/>
          </p:nvSpPr>
          <p:spPr>
            <a:xfrm>
              <a:off x="2029851" y="4059070"/>
              <a:ext cx="1922585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Lucida Sans Unicode" pitchFamily="34" charset="0"/>
                </a:rPr>
                <a:t>Video segment</a:t>
              </a:r>
              <a:endParaRPr lang="en-GB" sz="1600" dirty="0">
                <a:latin typeface="Lucida Sans Unicode" pitchFamily="34" charset="0"/>
              </a:endParaRPr>
            </a:p>
          </p:txBody>
        </p:sp>
        <p:sp>
          <p:nvSpPr>
            <p:cNvPr id="21" name="Arrow: Right 20"/>
            <p:cNvSpPr/>
            <p:nvPr/>
          </p:nvSpPr>
          <p:spPr>
            <a:xfrm flipH="1">
              <a:off x="1534796" y="3888314"/>
              <a:ext cx="495055" cy="686000"/>
            </a:xfrm>
            <a:prstGeom prst="rightArrow">
              <a:avLst>
                <a:gd name="adj1" fmla="val 50000"/>
                <a:gd name="adj2" fmla="val 7902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b="1" dirty="0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2014721" y="4316232"/>
            <a:ext cx="1305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Lucida Sans Unicode" pitchFamily="34" charset="0"/>
              </a:rPr>
              <a:t>etc</a:t>
            </a:r>
            <a:endParaRPr lang="en-GB" sz="1600" dirty="0">
              <a:latin typeface="Lucida Sans Unicode" pitchFamily="34" charset="0"/>
            </a:endParaRPr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2660236" y="4732867"/>
            <a:ext cx="14114" cy="1081398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94283" y="357046"/>
            <a:ext cx="70952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HTTP Streaming – now Adaptive bit-rate (ABR)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DFBBDA-07FD-EE14-81E7-10989915FF4C}"/>
              </a:ext>
            </a:extLst>
          </p:cNvPr>
          <p:cNvSpPr txBox="1"/>
          <p:nvPr/>
        </p:nvSpPr>
        <p:spPr>
          <a:xfrm>
            <a:off x="1487160" y="1543916"/>
            <a:ext cx="552220" cy="369332"/>
          </a:xfrm>
          <a:prstGeom prst="rect">
            <a:avLst/>
          </a:prstGeom>
          <a:solidFill>
            <a:srgbClr val="EEFCAA"/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900"/>
              <a:t>index file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104BC8-32BD-0118-2684-3FF14264EAB1}"/>
              </a:ext>
            </a:extLst>
          </p:cNvPr>
          <p:cNvCxnSpPr>
            <a:cxnSpLocks/>
          </p:cNvCxnSpPr>
          <p:nvPr/>
        </p:nvCxnSpPr>
        <p:spPr>
          <a:xfrm flipH="1">
            <a:off x="2093522" y="1679648"/>
            <a:ext cx="1869127" cy="1121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6741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ticle4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755" y="1133745"/>
            <a:ext cx="6695327" cy="532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93700" y="331788"/>
            <a:ext cx="67794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HTTP Live Streaming </a:t>
            </a:r>
            <a:r>
              <a:rPr lang="en-GB" sz="2400" b="1"/>
              <a:t>- HLS (DASH is similar)</a:t>
            </a:r>
            <a:endParaRPr lang="en-GB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95288" y="834535"/>
            <a:ext cx="29959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/>
            <a:r>
              <a:rPr lang="en-GB" dirty="0"/>
              <a:t>Apple (part of QuickTime and </a:t>
            </a:r>
            <a:r>
              <a:rPr lang="en-GB"/>
              <a:t>iOS)</a:t>
            </a:r>
          </a:p>
          <a:p>
            <a:pPr marL="182563" indent="-182563"/>
            <a:r>
              <a:rPr lang="en-GB"/>
              <a:t>HLS current version is 7.0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94114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288" y="33178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MPEG-DASH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288" y="773705"/>
            <a:ext cx="46313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Lucida Sans Unicode" pitchFamily="34" charset="0"/>
              </a:rPr>
              <a:t>Dynamic Adaptive Streaming over </a:t>
            </a:r>
            <a:r>
              <a:rPr lang="en-GB" b="1" dirty="0">
                <a:latin typeface="Lucida Sans Unicode" pitchFamily="34" charset="0"/>
              </a:rPr>
              <a:t>HTTP</a:t>
            </a:r>
          </a:p>
        </p:txBody>
      </p:sp>
      <p:sp>
        <p:nvSpPr>
          <p:cNvPr id="5" name="Rectangle 4"/>
          <p:cNvSpPr/>
          <p:nvPr/>
        </p:nvSpPr>
        <p:spPr>
          <a:xfrm>
            <a:off x="-8545" y="6039290"/>
            <a:ext cx="2513115" cy="369332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chemeClr val="accent6"/>
                </a:solidFill>
                <a:latin typeface="Lucida Sans Unicode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http://www.streamingmedia.com/Articles/ReadArticle.aspx?ArticleID=79041</a:t>
            </a:r>
            <a:r>
              <a:rPr lang="en-GB" sz="900" dirty="0">
                <a:solidFill>
                  <a:schemeClr val="accent6"/>
                </a:solidFill>
                <a:latin typeface="Lucida Sans Unicode" pitchFamily="34" charset="0"/>
              </a:rPr>
              <a:t>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0275" y="331788"/>
            <a:ext cx="313372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95287" y="1403775"/>
            <a:ext cx="8542197" cy="346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ts val="2400"/>
              </a:lnSpc>
            </a:pPr>
            <a:r>
              <a:rPr lang="en-GB" sz="1600" b="1" dirty="0"/>
              <a:t>Background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/>
              <a:t>HTTP streaming is OK - </a:t>
            </a:r>
            <a:r>
              <a:rPr lang="en-GB" sz="1600" dirty="0"/>
              <a:t>provided that the increased latency is acceptable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endParaRPr lang="en-GB" sz="1600" dirty="0"/>
          </a:p>
          <a:p>
            <a:pPr marL="180975" indent="-180975">
              <a:lnSpc>
                <a:spcPts val="2400"/>
              </a:lnSpc>
            </a:pPr>
            <a:r>
              <a:rPr lang="en-GB" sz="1600" b="1" dirty="0"/>
              <a:t>Benefits: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b="1" dirty="0"/>
              <a:t>Firewall and NAT </a:t>
            </a:r>
            <a:r>
              <a:rPr lang="en-GB" sz="1600" b="1"/>
              <a:t>traversal </a:t>
            </a:r>
          </a:p>
          <a:p>
            <a:pPr marL="638175" lvl="1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/>
              <a:t>(</a:t>
            </a:r>
            <a:r>
              <a:rPr lang="en-GB" dirty="0"/>
              <a:t>c.f. services based on RTP/UDP)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Widely deployed </a:t>
            </a:r>
            <a:r>
              <a:rPr lang="en-GB" sz="1600" b="1" dirty="0"/>
              <a:t>network caches (CDNs)</a:t>
            </a:r>
            <a:endParaRPr lang="en-GB" sz="1600" dirty="0"/>
          </a:p>
          <a:p>
            <a:pPr marL="638175" lvl="1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Deployment of CDN caches can be kept simple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Complexity (adaptation) </a:t>
            </a:r>
            <a:r>
              <a:rPr lang="en-GB" sz="1600" b="1" dirty="0"/>
              <a:t>moved to client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Servers are </a:t>
            </a:r>
            <a:r>
              <a:rPr lang="en-GB" sz="1600" b="1" dirty="0"/>
              <a:t>agnostic </a:t>
            </a:r>
            <a:r>
              <a:rPr lang="en-GB" sz="1600" dirty="0"/>
              <a:t>to delivered content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network resources / configuration may </a:t>
            </a:r>
            <a:r>
              <a:rPr lang="en-GB" sz="1600" b="1" dirty="0"/>
              <a:t>vary over time</a:t>
            </a:r>
          </a:p>
        </p:txBody>
      </p:sp>
    </p:spTree>
    <p:extLst>
      <p:ext uri="{BB962C8B-B14F-4D97-AF65-F5344CB8AC3E}">
        <p14:creationId xmlns:p14="http://schemas.microsoft.com/office/powerpoint/2010/main" val="7165049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CFA381-6791-CF31-8F5E-C35385A73DEF}"/>
              </a:ext>
            </a:extLst>
          </p:cNvPr>
          <p:cNvSpPr/>
          <p:nvPr/>
        </p:nvSpPr>
        <p:spPr bwMode="auto">
          <a:xfrm>
            <a:off x="4662011" y="4828661"/>
            <a:ext cx="3637440" cy="1241588"/>
          </a:xfrm>
          <a:prstGeom prst="roundRect">
            <a:avLst/>
          </a:prstGeom>
          <a:solidFill>
            <a:srgbClr val="EEFCAA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BD79D7-6F07-301B-5EF2-4D0349DEC31A}"/>
              </a:ext>
            </a:extLst>
          </p:cNvPr>
          <p:cNvSpPr/>
          <p:nvPr/>
        </p:nvSpPr>
        <p:spPr bwMode="auto">
          <a:xfrm>
            <a:off x="361519" y="4824155"/>
            <a:ext cx="3937431" cy="1241589"/>
          </a:xfrm>
          <a:prstGeom prst="roundRect">
            <a:avLst/>
          </a:prstGeom>
          <a:solidFill>
            <a:srgbClr val="EEFCAA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5288" y="33178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MPEG-DASH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1519" y="4280640"/>
            <a:ext cx="4763364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>
              <a:lnSpc>
                <a:spcPts val="2200"/>
              </a:lnSpc>
            </a:pPr>
            <a:r>
              <a:rPr lang="en-GB" sz="1600" b="1" dirty="0">
                <a:latin typeface="Lucida Sans Unicode" pitchFamily="34" charset="0"/>
              </a:rPr>
              <a:t>Content exists on the server in two parts: </a:t>
            </a:r>
          </a:p>
          <a:p>
            <a:pPr marL="176213" indent="-176213">
              <a:lnSpc>
                <a:spcPts val="2200"/>
              </a:lnSpc>
            </a:pPr>
            <a:endParaRPr lang="en-GB" sz="1600" b="1" dirty="0">
              <a:latin typeface="Lucida Sans Unicode" pitchFamily="34" charset="0"/>
            </a:endParaRPr>
          </a:p>
          <a:p>
            <a:pPr>
              <a:lnSpc>
                <a:spcPts val="2200"/>
              </a:lnSpc>
            </a:pPr>
            <a:r>
              <a:rPr lang="en-GB" sz="1600" b="1">
                <a:latin typeface="Lucida Sans Unicode" pitchFamily="34" charset="0"/>
              </a:rPr>
              <a:t>Media </a:t>
            </a:r>
            <a:r>
              <a:rPr lang="en-GB" sz="1600" b="1" dirty="0">
                <a:latin typeface="Lucida Sans Unicode" pitchFamily="34" charset="0"/>
              </a:rPr>
              <a:t>Presentation Description (MPD)</a:t>
            </a:r>
          </a:p>
          <a:p>
            <a:pPr marL="457200" lvl="2" indent="-279400">
              <a:lnSpc>
                <a:spcPts val="22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content presentation types</a:t>
            </a:r>
          </a:p>
          <a:p>
            <a:pPr marL="457200" lvl="2" indent="-279400">
              <a:lnSpc>
                <a:spcPts val="22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various alternatives</a:t>
            </a:r>
          </a:p>
          <a:p>
            <a:pPr marL="457200" lvl="2" indent="-279400">
              <a:lnSpc>
                <a:spcPts val="22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URL addresses, </a:t>
            </a:r>
            <a:r>
              <a:rPr lang="en-GB" sz="1400" dirty="0" err="1">
                <a:latin typeface="Lucida Sans Unicode" pitchFamily="34" charset="0"/>
              </a:rPr>
              <a:t>etc</a:t>
            </a:r>
            <a:endParaRPr lang="en-GB" sz="1400" dirty="0">
              <a:latin typeface="Lucida Sans Unicode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3701" y="1113408"/>
            <a:ext cx="23495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latin typeface="Lucida Sans Unicode" pitchFamily="34" charset="0"/>
              </a:rPr>
              <a:t>Streaming content</a:t>
            </a:r>
          </a:p>
          <a:p>
            <a:r>
              <a:rPr lang="en-GB" sz="1600" b="1" dirty="0">
                <a:latin typeface="Lucida Sans Unicode" pitchFamily="34" charset="0"/>
              </a:rPr>
              <a:t>from HTTP server </a:t>
            </a:r>
          </a:p>
          <a:p>
            <a:r>
              <a:rPr lang="en-GB" sz="1600" b="1" dirty="0">
                <a:latin typeface="Lucida Sans Unicode" pitchFamily="34" charset="0"/>
              </a:rPr>
              <a:t>to a DASH client</a:t>
            </a:r>
          </a:p>
          <a:p>
            <a:pPr marL="176213" indent="-176213"/>
            <a:endParaRPr lang="en-GB" sz="1600" b="1" dirty="0">
              <a:latin typeface="Lucida Sans Unicode" pitchFamily="34" charset="0"/>
            </a:endParaRPr>
          </a:p>
          <a:p>
            <a:pPr marL="176213" indent="-176213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content stored on HTTP server; delivered using HTTP</a:t>
            </a:r>
          </a:p>
        </p:txBody>
      </p:sp>
      <p:pic>
        <p:nvPicPr>
          <p:cNvPr id="12" name="Picture 2" descr="http://s3.amazonaws.com/crunchbase_prod_assets/assets/images/original/0024/1004/241004v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6223" y="1007648"/>
            <a:ext cx="6307234" cy="2974995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4662010" y="4824155"/>
            <a:ext cx="4005445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GB" sz="1600" b="1">
                <a:latin typeface="Lucida Sans Unicode" pitchFamily="34" charset="0"/>
              </a:rPr>
              <a:t>Media Segments </a:t>
            </a:r>
            <a:endParaRPr lang="en-GB" sz="1600" dirty="0">
              <a:latin typeface="Lucida Sans Unicode" pitchFamily="34" charset="0"/>
            </a:endParaRPr>
          </a:p>
          <a:p>
            <a:pPr marL="538163" lvl="1" indent="-176213">
              <a:lnSpc>
                <a:spcPts val="22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contain the content </a:t>
            </a:r>
            <a:r>
              <a:rPr lang="en-GB" sz="1400" dirty="0" err="1">
                <a:latin typeface="Lucida Sans Unicode" pitchFamily="34" charset="0"/>
              </a:rPr>
              <a:t>bitstreams</a:t>
            </a:r>
            <a:r>
              <a:rPr lang="en-GB" sz="1400" dirty="0">
                <a:latin typeface="Lucida Sans Unicode" pitchFamily="34" charset="0"/>
              </a:rPr>
              <a:t> </a:t>
            </a:r>
          </a:p>
          <a:p>
            <a:pPr marL="538163" lvl="1" indent="-176213">
              <a:lnSpc>
                <a:spcPts val="22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chunks, single or multiple files</a:t>
            </a:r>
          </a:p>
        </p:txBody>
      </p:sp>
    </p:spTree>
    <p:extLst>
      <p:ext uri="{BB962C8B-B14F-4D97-AF65-F5344CB8AC3E}">
        <p14:creationId xmlns:p14="http://schemas.microsoft.com/office/powerpoint/2010/main" val="10625567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288" y="33178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MPEG-DASH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27262" y="1213445"/>
            <a:ext cx="2112738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GB" sz="1400" dirty="0"/>
              <a:t>DASH client obtains the MPD </a:t>
            </a:r>
            <a:r>
              <a:rPr lang="en-GB" sz="1400"/>
              <a:t>… </a:t>
            </a:r>
            <a:endParaRPr lang="en-GB" sz="1400" b="1" dirty="0"/>
          </a:p>
          <a:p>
            <a:pPr marL="177800">
              <a:lnSpc>
                <a:spcPts val="2000"/>
              </a:lnSpc>
            </a:pPr>
            <a:r>
              <a:rPr lang="en-GB" sz="1400"/>
              <a:t>Media </a:t>
            </a:r>
          </a:p>
          <a:p>
            <a:pPr marL="177800">
              <a:lnSpc>
                <a:spcPts val="2000"/>
              </a:lnSpc>
            </a:pPr>
            <a:r>
              <a:rPr lang="en-GB" sz="1400"/>
              <a:t>Presentation </a:t>
            </a:r>
          </a:p>
          <a:p>
            <a:pPr marL="177800">
              <a:lnSpc>
                <a:spcPts val="2000"/>
              </a:lnSpc>
            </a:pPr>
            <a:r>
              <a:rPr lang="en-GB" sz="1400"/>
              <a:t>Description</a:t>
            </a:r>
            <a:endParaRPr lang="en-GB" sz="1400" dirty="0"/>
          </a:p>
          <a:p>
            <a:pPr>
              <a:lnSpc>
                <a:spcPts val="2000"/>
              </a:lnSpc>
            </a:pPr>
            <a:endParaRPr lang="en-GB" sz="1100"/>
          </a:p>
          <a:p>
            <a:pPr>
              <a:lnSpc>
                <a:spcPts val="2000"/>
              </a:lnSpc>
            </a:pPr>
            <a:r>
              <a:rPr lang="en-GB" sz="1100"/>
              <a:t>… an </a:t>
            </a:r>
            <a:r>
              <a:rPr lang="en-GB" sz="1400" b="1"/>
              <a:t>XML document </a:t>
            </a:r>
          </a:p>
        </p:txBody>
      </p:sp>
      <p:pic>
        <p:nvPicPr>
          <p:cNvPr id="6" name="Picture 2" descr="http://dashif.org/w/2011/11/MPEG-DASHScop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31575" y="546985"/>
            <a:ext cx="6154585" cy="3547938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386769" y="3846274"/>
            <a:ext cx="8370462" cy="2328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2" lvl="1">
              <a:lnSpc>
                <a:spcPts val="2000"/>
              </a:lnSpc>
            </a:pPr>
            <a:r>
              <a:rPr lang="en-GB" sz="1400" b="1"/>
              <a:t>The MPD: </a:t>
            </a:r>
          </a:p>
          <a:p>
            <a:pPr marL="180975" lvl="1" indent="-176213">
              <a:lnSpc>
                <a:spcPts val="2000"/>
              </a:lnSpc>
              <a:buFont typeface="Arial" pitchFamily="34" charset="0"/>
              <a:buChar char="•"/>
            </a:pPr>
            <a:r>
              <a:rPr lang="en-GB" sz="1400"/>
              <a:t>delivered using HTTP </a:t>
            </a:r>
            <a:r>
              <a:rPr lang="en-GB" sz="1200"/>
              <a:t>or other transport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/>
              <a:t>describes media data available at the servers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/>
              <a:t>allows clients to select the data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/>
              <a:t>defines </a:t>
            </a:r>
            <a:r>
              <a:rPr lang="en-GB" sz="1400" dirty="0"/>
              <a:t>segments available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/>
              <a:t>can either be 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400" i="1" dirty="0"/>
              <a:t>initialization segments</a:t>
            </a:r>
            <a:r>
              <a:rPr lang="en-GB" sz="1400" dirty="0"/>
              <a:t> - initialization data for decoding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400" i="1"/>
              <a:t>the actual media segments</a:t>
            </a:r>
            <a:endParaRPr lang="en-GB" sz="1400"/>
          </a:p>
          <a:p>
            <a:pPr marL="177800" lvl="1" indent="-177800">
              <a:buFont typeface="Arial" panose="020B0604020202020204" pitchFamily="34" charset="0"/>
              <a:buChar char="•"/>
            </a:pPr>
            <a:r>
              <a:rPr lang="en-GB" sz="1400"/>
              <a:t>Uses ISO base Media File Format (ISOBMFF - general structure for time-based media</a:t>
            </a:r>
          </a:p>
          <a:p>
            <a:pPr marL="1095375" lvl="2" indent="-180975">
              <a:buFont typeface="Arial" pitchFamily="34" charset="0"/>
              <a:buChar char="•"/>
            </a:pPr>
            <a:r>
              <a:rPr lang="en-GB" sz="1400"/>
              <a:t>however</a:t>
            </a:r>
            <a:r>
              <a:rPr lang="en-GB" sz="1400" dirty="0"/>
              <a:t>, segments based on other formats can </a:t>
            </a:r>
            <a:r>
              <a:rPr lang="en-GB" sz="1400"/>
              <a:t>be specified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4492050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33178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MPEG-DASH</a:t>
            </a:r>
          </a:p>
        </p:txBody>
      </p:sp>
      <p:pic>
        <p:nvPicPr>
          <p:cNvPr id="3" name="Picture 2" descr="http://dashif.org/w/2011/11/MPEG-DASHScop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31575" y="546985"/>
            <a:ext cx="6154585" cy="3547938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508266" y="5384236"/>
            <a:ext cx="7575283" cy="662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GB" sz="1400" dirty="0">
                <a:latin typeface="Lucida Sans Unicode" pitchFamily="34" charset="0"/>
              </a:rPr>
              <a:t>Then </a:t>
            </a:r>
            <a:r>
              <a:rPr lang="en-GB" sz="1400" b="1" dirty="0">
                <a:latin typeface="Lucida Sans Unicode" pitchFamily="34" charset="0"/>
              </a:rPr>
              <a:t>DASH client selects the appropriate encoded </a:t>
            </a:r>
          </a:p>
          <a:p>
            <a:pPr>
              <a:lnSpc>
                <a:spcPts val="2300"/>
              </a:lnSpc>
            </a:pPr>
            <a:r>
              <a:rPr lang="en-GB" sz="1400" b="1" dirty="0">
                <a:latin typeface="Lucida Sans Unicode" pitchFamily="34" charset="0"/>
              </a:rPr>
              <a:t>… </a:t>
            </a:r>
            <a:r>
              <a:rPr lang="en-GB" sz="1400" dirty="0">
                <a:latin typeface="Lucida Sans Unicode" pitchFamily="34" charset="0"/>
              </a:rPr>
              <a:t>starts streaming content using 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 GET </a:t>
            </a:r>
            <a:r>
              <a:rPr lang="en-GB" sz="1400" dirty="0">
                <a:latin typeface="Lucida Sans Unicode" pitchFamily="34" charset="0"/>
              </a:rPr>
              <a:t>requests to fetch segments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7435" y="4556588"/>
            <a:ext cx="5490610" cy="60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013" lvl="1" indent="-176213">
              <a:lnSpc>
                <a:spcPts val="20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media-component locations on the network</a:t>
            </a:r>
          </a:p>
          <a:p>
            <a:pPr marL="354013" lvl="1" indent="-176213">
              <a:lnSpc>
                <a:spcPts val="20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other content characteristics</a:t>
            </a:r>
            <a:endParaRPr lang="en-GB" sz="1400" dirty="0"/>
          </a:p>
        </p:txBody>
      </p:sp>
      <p:sp>
        <p:nvSpPr>
          <p:cNvPr id="6" name="Rectangle 5"/>
          <p:cNvSpPr/>
          <p:nvPr/>
        </p:nvSpPr>
        <p:spPr>
          <a:xfrm>
            <a:off x="408470" y="793453"/>
            <a:ext cx="2498345" cy="4735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>
              <a:lnSpc>
                <a:spcPts val="2000"/>
              </a:lnSpc>
            </a:pPr>
            <a:r>
              <a:rPr lang="en-GB" sz="1400" b="1" dirty="0"/>
              <a:t>DASH client learns about - </a:t>
            </a:r>
          </a:p>
          <a:p>
            <a:pPr marL="180975" lvl="1" indent="-176213">
              <a:lnSpc>
                <a:spcPts val="2000"/>
              </a:lnSpc>
              <a:buFont typeface="Arial" pitchFamily="34" charset="0"/>
              <a:buChar char="•"/>
            </a:pPr>
            <a:r>
              <a:rPr lang="en-GB" sz="1400" dirty="0"/>
              <a:t>program timing</a:t>
            </a:r>
          </a:p>
          <a:p>
            <a:pPr marL="180975" lvl="1" indent="-176213">
              <a:lnSpc>
                <a:spcPts val="2000"/>
              </a:lnSpc>
              <a:buFont typeface="Arial" pitchFamily="34" charset="0"/>
              <a:buChar char="•"/>
            </a:pPr>
            <a:r>
              <a:rPr lang="en-GB" sz="1400" dirty="0"/>
              <a:t>media-content availability</a:t>
            </a:r>
          </a:p>
          <a:p>
            <a:pPr marL="180975" lvl="1" indent="-176213">
              <a:lnSpc>
                <a:spcPts val="2000"/>
              </a:lnSpc>
              <a:buFont typeface="Arial" pitchFamily="34" charset="0"/>
              <a:buChar char="•"/>
            </a:pPr>
            <a:r>
              <a:rPr lang="en-GB" sz="1400" dirty="0"/>
              <a:t>media types</a:t>
            </a:r>
          </a:p>
          <a:p>
            <a:pPr marL="180975" lvl="1" indent="-176213">
              <a:lnSpc>
                <a:spcPts val="2000"/>
              </a:lnSpc>
              <a:buFont typeface="Arial" pitchFamily="34" charset="0"/>
              <a:buChar char="•"/>
            </a:pPr>
            <a:r>
              <a:rPr lang="en-GB" sz="1400" dirty="0"/>
              <a:t>Resolutions</a:t>
            </a:r>
          </a:p>
          <a:p>
            <a:pPr marL="180975" lvl="1" indent="-176213">
              <a:lnSpc>
                <a:spcPts val="20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minimum and maximum bandwidths</a:t>
            </a:r>
          </a:p>
          <a:p>
            <a:pPr marL="180975" lvl="1" indent="-176213">
              <a:lnSpc>
                <a:spcPts val="20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the existence of various encoded alternatives of multimedia components</a:t>
            </a:r>
          </a:p>
          <a:p>
            <a:pPr marL="180975" lvl="1" indent="-176213">
              <a:lnSpc>
                <a:spcPts val="20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accessibility features and required digital rights management (DRM)</a:t>
            </a:r>
          </a:p>
          <a:p>
            <a:pPr marL="180975" lvl="1" indent="-176213">
              <a:lnSpc>
                <a:spcPts val="2000"/>
              </a:lnSpc>
              <a:buFont typeface="Arial" pitchFamily="34" charset="0"/>
              <a:buChar char="•"/>
            </a:pPr>
            <a:endParaRPr lang="en-GB" sz="1600" dirty="0"/>
          </a:p>
          <a:p>
            <a:pPr marL="180975" lvl="1" indent="-176213">
              <a:lnSpc>
                <a:spcPts val="20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</a:endParaRPr>
          </a:p>
          <a:p>
            <a:pPr marL="354013" lvl="1" indent="-176213">
              <a:lnSpc>
                <a:spcPts val="23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288" y="33178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MPEG-DASH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700" y="786751"/>
            <a:ext cx="3344705" cy="3611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GB" sz="1400" dirty="0">
                <a:latin typeface="Lucida Sans Unicode" pitchFamily="34" charset="0"/>
              </a:rPr>
              <a:t>Media transfer continues: </a:t>
            </a:r>
          </a:p>
          <a:p>
            <a:pPr marL="176213" indent="-176213">
              <a:lnSpc>
                <a:spcPts val="23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Buffering to allow for network throughput variations</a:t>
            </a:r>
          </a:p>
          <a:p>
            <a:pPr marL="176213" indent="-176213">
              <a:lnSpc>
                <a:spcPts val="2300"/>
              </a:lnSpc>
              <a:buFont typeface="Arial" pitchFamily="34" charset="0"/>
              <a:buChar char="•"/>
            </a:pPr>
            <a:endParaRPr lang="en-GB" sz="1400" dirty="0">
              <a:latin typeface="Lucida Sans Unicode" pitchFamily="34" charset="0"/>
            </a:endParaRPr>
          </a:p>
          <a:p>
            <a:pPr marL="176213" indent="-176213">
              <a:lnSpc>
                <a:spcPts val="2300"/>
              </a:lnSpc>
              <a:buFont typeface="Arial" pitchFamily="34" charset="0"/>
              <a:buChar char="•"/>
            </a:pPr>
            <a:r>
              <a:rPr lang="en-GB" sz="1400" b="1" dirty="0">
                <a:latin typeface="Lucida Sans Unicode" pitchFamily="34" charset="0"/>
              </a:rPr>
              <a:t>Client</a:t>
            </a:r>
            <a:r>
              <a:rPr lang="en-GB" sz="1400" dirty="0">
                <a:latin typeface="Lucida Sans Unicode" pitchFamily="34" charset="0"/>
              </a:rPr>
              <a:t> continues fetching subsequent segments </a:t>
            </a:r>
          </a:p>
          <a:p>
            <a:pPr marL="354013" lvl="1" indent="-176213">
              <a:lnSpc>
                <a:spcPts val="2300"/>
              </a:lnSpc>
              <a:buFont typeface="Arial" pitchFamily="34" charset="0"/>
              <a:buChar char="•"/>
            </a:pPr>
            <a:r>
              <a:rPr lang="en-GB" sz="1400" b="1">
                <a:latin typeface="Lucida Sans Unicode" pitchFamily="34" charset="0"/>
              </a:rPr>
              <a:t>monitors</a:t>
            </a:r>
            <a:r>
              <a:rPr lang="en-GB" sz="1400">
                <a:latin typeface="Lucida Sans Unicode" pitchFamily="34" charset="0"/>
              </a:rPr>
              <a:t> </a:t>
            </a:r>
            <a:r>
              <a:rPr lang="en-GB" sz="1400" dirty="0">
                <a:latin typeface="Lucida Sans Unicode" pitchFamily="34" charset="0"/>
              </a:rPr>
              <a:t>network bandwidth fluctuations</a:t>
            </a:r>
          </a:p>
          <a:p>
            <a:pPr marL="354013" lvl="1" indent="-176213">
              <a:lnSpc>
                <a:spcPts val="2300"/>
              </a:lnSpc>
              <a:buFont typeface="Arial" pitchFamily="34" charset="0"/>
              <a:buChar char="•"/>
            </a:pPr>
            <a:r>
              <a:rPr lang="en-GB" sz="1400" b="1">
                <a:latin typeface="Lucida Sans Unicode" pitchFamily="34" charset="0"/>
              </a:rPr>
              <a:t>adapts</a:t>
            </a:r>
            <a:r>
              <a:rPr lang="en-GB" sz="1400">
                <a:latin typeface="Lucida Sans Unicode" pitchFamily="34" charset="0"/>
              </a:rPr>
              <a:t> </a:t>
            </a:r>
            <a:r>
              <a:rPr lang="en-GB" sz="1400" dirty="0">
                <a:latin typeface="Lucida Sans Unicode" pitchFamily="34" charset="0"/>
              </a:rPr>
              <a:t>to available bandwidth by fetching segments of appropriate bitrate to maintain an adequate buffer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895307" y="3825222"/>
            <a:ext cx="4933950" cy="2614818"/>
          </a:xfrm>
          <a:prstGeom prst="rect">
            <a:avLst/>
          </a:prstGeom>
          <a:solidFill>
            <a:srgbClr val="EEFCAA"/>
          </a:solidFill>
        </p:spPr>
        <p:txBody>
          <a:bodyPr wrap="square">
            <a:spAutoFit/>
          </a:bodyPr>
          <a:lstStyle/>
          <a:p>
            <a:pPr marL="176213" indent="-176213">
              <a:lnSpc>
                <a:spcPts val="2200"/>
              </a:lnSpc>
            </a:pPr>
            <a:r>
              <a:rPr lang="en-GB" sz="1400" b="1" dirty="0">
                <a:latin typeface="Lucida Sans Unicode" pitchFamily="34" charset="0"/>
              </a:rPr>
              <a:t>MPEG-DASH specification only defines </a:t>
            </a:r>
          </a:p>
          <a:p>
            <a:pPr marL="179388" lvl="1" indent="-176213">
              <a:lnSpc>
                <a:spcPts val="22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MPD </a:t>
            </a:r>
          </a:p>
          <a:p>
            <a:pPr marL="179388" lvl="1" indent="-176213">
              <a:lnSpc>
                <a:spcPts val="22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segment formats</a:t>
            </a:r>
          </a:p>
          <a:p>
            <a:pPr marL="179388" lvl="1" indent="-176213">
              <a:lnSpc>
                <a:spcPts val="2200"/>
              </a:lnSpc>
              <a:buFont typeface="Arial" pitchFamily="34" charset="0"/>
              <a:buChar char="•"/>
            </a:pPr>
            <a:endParaRPr lang="en-GB" sz="1400" dirty="0">
              <a:latin typeface="Lucida Sans Unicode" pitchFamily="34" charset="0"/>
            </a:endParaRPr>
          </a:p>
          <a:p>
            <a:pPr marL="176213" indent="-176213">
              <a:lnSpc>
                <a:spcPts val="2200"/>
              </a:lnSpc>
            </a:pPr>
            <a:r>
              <a:rPr lang="en-GB" sz="1400" b="1" dirty="0">
                <a:latin typeface="Lucida Sans Unicode" pitchFamily="34" charset="0"/>
              </a:rPr>
              <a:t>Outside of MPEG-DASH’s scope: </a:t>
            </a:r>
          </a:p>
          <a:p>
            <a:pPr marL="179388" lvl="1" indent="-176213">
              <a:lnSpc>
                <a:spcPts val="22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how MPD is delivered</a:t>
            </a:r>
          </a:p>
          <a:p>
            <a:pPr marL="179388" lvl="1" indent="-176213">
              <a:lnSpc>
                <a:spcPts val="22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media-encoding formats containing the segments</a:t>
            </a:r>
          </a:p>
          <a:p>
            <a:pPr marL="179388" lvl="1" indent="-176213">
              <a:lnSpc>
                <a:spcPts val="2200"/>
              </a:lnSpc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client behaviour for fetching, adaptation heuristics, and playing content</a:t>
            </a:r>
          </a:p>
        </p:txBody>
      </p:sp>
      <p:pic>
        <p:nvPicPr>
          <p:cNvPr id="6" name="Picture 2" descr="http://dashif.org/w/2011/11/MPEG-DASHScop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334" y="546985"/>
            <a:ext cx="5271826" cy="30390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826130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14" y="1567128"/>
            <a:ext cx="4275475" cy="29832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990" y="1665122"/>
            <a:ext cx="4342295" cy="28890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31640" y="4684471"/>
            <a:ext cx="27453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/>
              <a:t>On-demand streaming (stored video)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157065" y="4694252"/>
            <a:ext cx="1821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/>
              <a:t>Live streaming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87" y="346205"/>
            <a:ext cx="47820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On-Demand Vs Live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605" y="2303875"/>
            <a:ext cx="1237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>
                <a:latin typeface="Lucida Sans Unicode" pitchFamily="34" charset="0"/>
              </a:rPr>
              <a:t>(already compressed)</a:t>
            </a:r>
            <a:endParaRPr lang="en-GB" sz="1200" dirty="0">
              <a:latin typeface="Lucida Sans Unicode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1640" y="1313784"/>
            <a:ext cx="1102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>
                <a:latin typeface="Lucida Sans Unicode" pitchFamily="34" charset="0"/>
              </a:rPr>
              <a:t>result of n/w jitter</a:t>
            </a:r>
            <a:endParaRPr lang="en-GB" sz="1200" dirty="0">
              <a:latin typeface="Lucida Sans Unicode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051720" y="1808820"/>
            <a:ext cx="540060" cy="1090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89557" y="1703710"/>
            <a:ext cx="1237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>
                <a:latin typeface="Lucida Sans Unicode" pitchFamily="34" charset="0"/>
              </a:rPr>
              <a:t>Live media needs live compression stage</a:t>
            </a:r>
            <a:endParaRPr lang="en-GB" sz="1200" dirty="0">
              <a:latin typeface="Lucida Sans Unicode" pitchFamily="34" charset="0"/>
            </a:endParaRPr>
          </a:p>
        </p:txBody>
      </p:sp>
      <p:cxnSp>
        <p:nvCxnSpPr>
          <p:cNvPr id="12" name="Straight Arrow Connector 11"/>
          <p:cNvCxnSpPr>
            <a:cxnSpLocks/>
            <a:stCxn id="11" idx="2"/>
          </p:cNvCxnSpPr>
          <p:nvPr/>
        </p:nvCxnSpPr>
        <p:spPr>
          <a:xfrm>
            <a:off x="5708376" y="2534707"/>
            <a:ext cx="22158" cy="36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401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8FF177-16CE-49DD-9F0D-2100A7051AFC}"/>
              </a:ext>
            </a:extLst>
          </p:cNvPr>
          <p:cNvSpPr txBox="1"/>
          <p:nvPr/>
        </p:nvSpPr>
        <p:spPr>
          <a:xfrm>
            <a:off x="415103" y="953725"/>
            <a:ext cx="857382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/>
              <a:t>Container Format - a meta file format specification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how different multimedia data elements (streams) and metadata coexist in files</a:t>
            </a:r>
          </a:p>
          <a:p>
            <a:endParaRPr lang="en-GB" sz="1600"/>
          </a:p>
          <a:p>
            <a:r>
              <a:rPr lang="en-GB" sz="1600"/>
              <a:t>A container format provides the following:</a:t>
            </a:r>
          </a:p>
          <a:p>
            <a:endParaRPr lang="en-GB" sz="1600"/>
          </a:p>
          <a:p>
            <a:r>
              <a:rPr lang="en-GB" sz="1600" b="1"/>
              <a:t>Stream Encapsulation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One or more media streams can exist in one single file.</a:t>
            </a:r>
          </a:p>
          <a:p>
            <a:endParaRPr lang="en-GB" sz="1600"/>
          </a:p>
          <a:p>
            <a:r>
              <a:rPr lang="en-GB" sz="1600" b="1"/>
              <a:t>Timing/Synchronization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The container adds data on how the different streams in the file can be used together. E.g. The correct timestamps for synchronizing lip-movement in a video stream with speech found in the audio stream.</a:t>
            </a:r>
          </a:p>
          <a:p>
            <a:endParaRPr lang="en-GB" sz="1600"/>
          </a:p>
          <a:p>
            <a:r>
              <a:rPr lang="en-GB" sz="1600" b="1"/>
              <a:t>Seeking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The container provides information to which point in time a movie can be jumped to. E.g. The viewer wants to watch only a part of a whole movie.</a:t>
            </a:r>
          </a:p>
          <a:p>
            <a:endParaRPr lang="en-GB" sz="1600"/>
          </a:p>
          <a:p>
            <a:r>
              <a:rPr lang="en-GB" sz="1600" b="1"/>
              <a:t>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There are many flavours of metadata. It is possible to add them to a movie using a container format. E.g. the language of an audio stream.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(also subtitles considered as metadata)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2D893-2DB7-4046-9FF8-9FD336F36BE4}"/>
              </a:ext>
            </a:extLst>
          </p:cNvPr>
          <p:cNvSpPr txBox="1"/>
          <p:nvPr/>
        </p:nvSpPr>
        <p:spPr>
          <a:xfrm>
            <a:off x="395288" y="331788"/>
            <a:ext cx="45855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/>
              <a:t>Media Containers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17A5AF-17AA-499B-9216-2F0C089DE73A}"/>
              </a:ext>
            </a:extLst>
          </p:cNvPr>
          <p:cNvSpPr txBox="1"/>
          <p:nvPr/>
        </p:nvSpPr>
        <p:spPr>
          <a:xfrm>
            <a:off x="7163780" y="6016649"/>
            <a:ext cx="198022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0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https://bitmovin.com/container-formats-fun-1/</a:t>
            </a:r>
            <a:r>
              <a:rPr lang="en-GB" sz="1000">
                <a:solidFill>
                  <a:schemeClr val="accent6"/>
                </a:solidFill>
              </a:rPr>
              <a:t> </a:t>
            </a:r>
            <a:endParaRPr lang="en-GB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3419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331788"/>
            <a:ext cx="6808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Common Media Application Format - CMAF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288" y="856545"/>
            <a:ext cx="8603607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/>
              <a:t>(See previous notes on HTTP Live </a:t>
            </a:r>
            <a:r>
              <a:rPr lang="en-GB" sz="1600"/>
              <a:t>Streaming …)</a:t>
            </a:r>
          </a:p>
          <a:p>
            <a:pPr marL="179388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b="1"/>
              <a:t>A Transport Stream (TS) is </a:t>
            </a:r>
            <a:r>
              <a:rPr lang="en-GB" sz="1600" b="1" dirty="0"/>
              <a:t>ill-suited to segmented media delivery and switching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HLS </a:t>
            </a:r>
            <a:r>
              <a:rPr lang="en-GB" sz="1600"/>
              <a:t>uses TS 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/>
              <a:t>DASH </a:t>
            </a:r>
            <a:r>
              <a:rPr lang="en-GB" sz="1600" dirty="0"/>
              <a:t>- </a:t>
            </a:r>
            <a:r>
              <a:rPr lang="en-GB" sz="1600"/>
              <a:t>allows TS but </a:t>
            </a:r>
            <a:r>
              <a:rPr lang="en-GB" sz="1600" dirty="0"/>
              <a:t>mostly ISO Base Media File Format (ISOBMFF) 		</a:t>
            </a:r>
            <a:r>
              <a:rPr lang="en-GB" sz="1600"/>
              <a:t>	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/>
              <a:t>First – some background on </a:t>
            </a:r>
            <a:r>
              <a:rPr lang="en-GB" sz="1600" i="1"/>
              <a:t>container formats</a:t>
            </a:r>
            <a:r>
              <a:rPr lang="en-GB" sz="1600"/>
              <a:t> </a:t>
            </a:r>
            <a:r>
              <a:rPr lang="en-GB" sz="1600">
                <a:latin typeface="Lucida Sans Unicode" panose="020B0602030504020204" pitchFamily="34" charset="0"/>
                <a:cs typeface="Lucida Sans Unicode" panose="020B0602030504020204" pitchFamily="34" charset="0"/>
              </a:rPr>
              <a:t>⇨⇨⇨</a:t>
            </a:r>
            <a:endParaRPr lang="en-GB" sz="1600" dirty="0"/>
          </a:p>
        </p:txBody>
      </p:sp>
      <p:sp>
        <p:nvSpPr>
          <p:cNvPr id="4" name="Rectangle 3"/>
          <p:cNvSpPr/>
          <p:nvPr/>
        </p:nvSpPr>
        <p:spPr>
          <a:xfrm>
            <a:off x="7677345" y="4427106"/>
            <a:ext cx="1466655" cy="461665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GB" sz="800">
                <a:solidFill>
                  <a:schemeClr val="accent2"/>
                </a:solidFill>
              </a:rPr>
              <a:t>https://agama.tv/what-is-cmaf-and-why-does-it-matter/</a:t>
            </a:r>
            <a:endParaRPr lang="en-GB" sz="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3806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8FF177-16CE-49DD-9F0D-2100A7051AFC}"/>
              </a:ext>
            </a:extLst>
          </p:cNvPr>
          <p:cNvSpPr txBox="1"/>
          <p:nvPr/>
        </p:nvSpPr>
        <p:spPr>
          <a:xfrm>
            <a:off x="415103" y="953725"/>
            <a:ext cx="857382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/>
              <a:t>Container Format - a meta file format specification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how different multimedia data elements (streams) and metadata coexist in files</a:t>
            </a:r>
          </a:p>
          <a:p>
            <a:endParaRPr lang="en-GB" sz="1400"/>
          </a:p>
          <a:p>
            <a:r>
              <a:rPr lang="en-GB" sz="1400"/>
              <a:t>A container format provides the following:</a:t>
            </a:r>
          </a:p>
          <a:p>
            <a:endParaRPr lang="en-GB" sz="1400"/>
          </a:p>
          <a:p>
            <a:r>
              <a:rPr lang="en-GB" sz="1400" b="1"/>
              <a:t>Stream Encapsulation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One or more media streams can exist in one single file.</a:t>
            </a:r>
          </a:p>
          <a:p>
            <a:endParaRPr lang="en-GB" sz="1400"/>
          </a:p>
          <a:p>
            <a:r>
              <a:rPr lang="en-GB" sz="1400" b="1"/>
              <a:t>Timing/Synchronization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The container adds data on how the different streams in the file can be used together.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E.g. timestamps for synchronization</a:t>
            </a:r>
          </a:p>
          <a:p>
            <a:endParaRPr lang="en-GB" sz="1400"/>
          </a:p>
          <a:p>
            <a:r>
              <a:rPr lang="en-GB" sz="1400" b="1"/>
              <a:t>Seeking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The container provides information to a specific point in a video</a:t>
            </a:r>
          </a:p>
          <a:p>
            <a:endParaRPr lang="en-GB" sz="1400"/>
          </a:p>
          <a:p>
            <a:r>
              <a:rPr lang="en-GB" sz="1400" b="1"/>
              <a:t>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There are many flavours of metadata. It is possible to add them to a movie using a container format.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/>
              <a:t>E.g. the language of an audio stream.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/>
              <a:t>subtitles also considered as metadata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/>
          </a:p>
          <a:p>
            <a:pPr lvl="1"/>
            <a:r>
              <a:rPr lang="en-GB" sz="1400"/>
              <a:t>						</a:t>
            </a:r>
            <a:r>
              <a:rPr lang="en-GB" i="1"/>
              <a:t>… now back to CMAF </a:t>
            </a:r>
            <a:r>
              <a:rPr lang="en-GB" i="1">
                <a:cs typeface="Lucida Sans Unicode" panose="020B0602030504020204" pitchFamily="34" charset="0"/>
              </a:rPr>
              <a:t>⇨⇨⇨</a:t>
            </a:r>
            <a:endParaRPr lang="en-GB" sz="1400" i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2D893-2DB7-4046-9FF8-9FD336F36BE4}"/>
              </a:ext>
            </a:extLst>
          </p:cNvPr>
          <p:cNvSpPr txBox="1"/>
          <p:nvPr/>
        </p:nvSpPr>
        <p:spPr>
          <a:xfrm>
            <a:off x="395288" y="331788"/>
            <a:ext cx="45855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/>
              <a:t>Media Containers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17A5AF-17AA-499B-9216-2F0C089DE73A}"/>
              </a:ext>
            </a:extLst>
          </p:cNvPr>
          <p:cNvSpPr txBox="1"/>
          <p:nvPr/>
        </p:nvSpPr>
        <p:spPr>
          <a:xfrm>
            <a:off x="7372350" y="1896243"/>
            <a:ext cx="177165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0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https://bitmovin.com/container-formats-fun-1/</a:t>
            </a:r>
            <a:r>
              <a:rPr lang="en-GB" sz="1000">
                <a:solidFill>
                  <a:schemeClr val="accent6"/>
                </a:solidFill>
              </a:rPr>
              <a:t> </a:t>
            </a:r>
            <a:endParaRPr lang="en-GB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1422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0B70BC-87E7-48BB-A64B-9323DF5529B6}"/>
              </a:ext>
            </a:extLst>
          </p:cNvPr>
          <p:cNvSpPr/>
          <p:nvPr/>
        </p:nvSpPr>
        <p:spPr>
          <a:xfrm>
            <a:off x="395288" y="5184195"/>
            <a:ext cx="7147042" cy="1131226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GB" sz="16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B1CF4F-D01A-4A97-85B2-BB0E158188D2}"/>
              </a:ext>
            </a:extLst>
          </p:cNvPr>
          <p:cNvSpPr/>
          <p:nvPr/>
        </p:nvSpPr>
        <p:spPr>
          <a:xfrm>
            <a:off x="395288" y="331788"/>
            <a:ext cx="6808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Common Media Application Format - CMAF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3E3A81-D8FB-4173-97E3-5DA70735912B}"/>
              </a:ext>
            </a:extLst>
          </p:cNvPr>
          <p:cNvSpPr/>
          <p:nvPr/>
        </p:nvSpPr>
        <p:spPr>
          <a:xfrm>
            <a:off x="409037" y="953725"/>
            <a:ext cx="8325925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/>
              <a:t>2016: </a:t>
            </a:r>
            <a:r>
              <a:rPr lang="en-GB" sz="1600" dirty="0"/>
              <a:t>MPEG  cross industry proposal: </a:t>
            </a:r>
          </a:p>
          <a:p>
            <a:pPr lvl="1"/>
            <a:r>
              <a:rPr lang="en-GB" sz="2000" b="1" dirty="0"/>
              <a:t>“Common Media Format for Segmented Media” </a:t>
            </a:r>
          </a:p>
          <a:p>
            <a:r>
              <a:rPr lang="en-GB" sz="1600" dirty="0"/>
              <a:t>	 </a:t>
            </a:r>
            <a:r>
              <a:rPr lang="en-GB" sz="2000" dirty="0"/>
              <a:t>⇒ </a:t>
            </a:r>
            <a:r>
              <a:rPr lang="en-GB" sz="1600" dirty="0"/>
              <a:t>Media Application Format (MAF) 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176213" indent="-176213">
              <a:buFont typeface="Arial" panose="020B0604020202020204" pitchFamily="34" charset="0"/>
              <a:buChar char="•"/>
            </a:pPr>
            <a:endParaRPr lang="en-GB" sz="1600" dirty="0"/>
          </a:p>
          <a:p>
            <a:r>
              <a:rPr lang="en-GB" sz="1600" b="1" dirty="0"/>
              <a:t>MAF </a:t>
            </a:r>
            <a:r>
              <a:rPr lang="en-GB" sz="1600" dirty="0"/>
              <a:t>- “selecting tested and verified tools from MPEG standards</a:t>
            </a:r>
          </a:p>
          <a:p>
            <a:r>
              <a:rPr lang="en-GB" sz="1600" dirty="0"/>
              <a:t>	... appropriate selection for the envisioned application.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 dirty="0"/>
              <a:t>based on ISO Base Media File Format (ISOBMFF) + other MPEG standards 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endParaRPr lang="en-GB" sz="1600"/>
          </a:p>
          <a:p>
            <a:pPr marL="176213" indent="-176213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176213" indent="-176213">
              <a:buFont typeface="Arial" panose="020B0604020202020204" pitchFamily="34" charset="0"/>
              <a:buChar char="•"/>
            </a:pPr>
            <a:endParaRPr lang="en-GB" sz="1600" dirty="0"/>
          </a:p>
          <a:p>
            <a:r>
              <a:rPr lang="en-GB" sz="1600" dirty="0"/>
              <a:t>Became </a:t>
            </a:r>
            <a:r>
              <a:rPr lang="en-GB" sz="2000" dirty="0"/>
              <a:t> </a:t>
            </a:r>
            <a:r>
              <a:rPr lang="en-GB" sz="2000" b="1" dirty="0"/>
              <a:t>Common Media Application Format </a:t>
            </a:r>
            <a:endParaRPr lang="en-GB" sz="1600" b="1" dirty="0"/>
          </a:p>
          <a:p>
            <a:pPr lvl="1"/>
            <a:r>
              <a:rPr lang="en-GB" sz="1600" dirty="0"/>
              <a:t>CMAF - MPEG-A Part 19 or ISO/IEC 23000-19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endParaRPr lang="en-GB" sz="1600"/>
          </a:p>
          <a:p>
            <a:pPr marL="176213" indent="-176213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176213" indent="-176213">
              <a:buFont typeface="Arial" panose="020B0604020202020204" pitchFamily="34" charset="0"/>
              <a:buChar char="•"/>
            </a:pPr>
            <a:endParaRPr lang="en-GB" sz="1600" dirty="0"/>
          </a:p>
          <a:p>
            <a:r>
              <a:rPr lang="en-GB" b="1"/>
              <a:t>CMAF Aim:</a:t>
            </a:r>
            <a:endParaRPr lang="en-GB"/>
          </a:p>
          <a:p>
            <a:r>
              <a:rPr lang="en-GB"/>
              <a:t>	To allow </a:t>
            </a:r>
            <a:r>
              <a:rPr lang="en-GB" dirty="0"/>
              <a:t>a single media encoding format to be </a:t>
            </a:r>
            <a:r>
              <a:rPr lang="en-GB"/>
              <a:t>used </a:t>
            </a:r>
          </a:p>
          <a:p>
            <a:r>
              <a:rPr lang="en-GB"/>
              <a:t>		across </a:t>
            </a:r>
            <a:r>
              <a:rPr lang="en-GB" dirty="0"/>
              <a:t>many applications and devices</a:t>
            </a:r>
          </a:p>
        </p:txBody>
      </p:sp>
    </p:spTree>
    <p:extLst>
      <p:ext uri="{BB962C8B-B14F-4D97-AF65-F5344CB8AC3E}">
        <p14:creationId xmlns:p14="http://schemas.microsoft.com/office/powerpoint/2010/main" val="40330331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107EFD-4F06-45AD-A878-551339C6BB34}"/>
              </a:ext>
            </a:extLst>
          </p:cNvPr>
          <p:cNvSpPr/>
          <p:nvPr/>
        </p:nvSpPr>
        <p:spPr>
          <a:xfrm>
            <a:off x="395288" y="331788"/>
            <a:ext cx="6808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Common Media Application Format - CMAF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BFD2AF-54CB-4969-A61E-91AA9EDDF40A}"/>
              </a:ext>
            </a:extLst>
          </p:cNvPr>
          <p:cNvSpPr/>
          <p:nvPr/>
        </p:nvSpPr>
        <p:spPr>
          <a:xfrm>
            <a:off x="395287" y="893901"/>
            <a:ext cx="8362177" cy="5389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b="1" dirty="0"/>
              <a:t>CMAF defines </a:t>
            </a:r>
          </a:p>
          <a:p>
            <a:pPr marL="176213" lvl="1" indent="-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encoding </a:t>
            </a:r>
          </a:p>
          <a:p>
            <a:pPr marL="176213" lvl="1" indent="-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storage</a:t>
            </a:r>
          </a:p>
          <a:p>
            <a:pPr marL="176213" lvl="1" indent="-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identification</a:t>
            </a:r>
          </a:p>
          <a:p>
            <a:pPr marL="176213" lvl="1" indent="-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subtitles/captions </a:t>
            </a:r>
          </a:p>
          <a:p>
            <a:pPr marL="176213" lvl="1" indent="-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packaging of segmented media objects </a:t>
            </a:r>
          </a:p>
          <a:p>
            <a:pPr marL="176213" lvl="1" indent="-176213">
              <a:lnSpc>
                <a:spcPts val="2300"/>
              </a:lnSpc>
            </a:pPr>
            <a:r>
              <a:rPr lang="en-GB" sz="1600" dirty="0"/>
              <a:t>		for delivery and decoding on end user devices in adaptive multimedia 	presentations</a:t>
            </a:r>
          </a:p>
          <a:p>
            <a:pPr marL="633413" lvl="2" indent="-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segment format based </a:t>
            </a:r>
            <a:r>
              <a:rPr lang="en-GB" sz="1600"/>
              <a:t>on ISOBMFF</a:t>
            </a:r>
          </a:p>
          <a:p>
            <a:pPr marL="633413" lvl="2" indent="-176213">
              <a:lnSpc>
                <a:spcPts val="23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176213" indent="-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b="1" i="1" dirty="0"/>
              <a:t>not the manifest</a:t>
            </a:r>
          </a:p>
          <a:p>
            <a:pPr>
              <a:lnSpc>
                <a:spcPts val="2300"/>
              </a:lnSpc>
            </a:pPr>
            <a:endParaRPr lang="en-GB" sz="1600" dirty="0"/>
          </a:p>
          <a:p>
            <a:pPr>
              <a:lnSpc>
                <a:spcPts val="2300"/>
              </a:lnSpc>
            </a:pPr>
            <a:r>
              <a:rPr lang="en-GB" sz="1600" dirty="0"/>
              <a:t>c.f. MPEG-DASH </a:t>
            </a:r>
            <a:r>
              <a:rPr lang="en-GB" sz="1600"/>
              <a:t>Interoperability Guidelines mainly </a:t>
            </a:r>
            <a:r>
              <a:rPr lang="en-GB" sz="1600" dirty="0"/>
              <a:t>aligned with Apple aim to support fragmented MP4 (fMP4) </a:t>
            </a:r>
          </a:p>
          <a:p>
            <a:pPr>
              <a:lnSpc>
                <a:spcPts val="2300"/>
              </a:lnSpc>
            </a:pPr>
            <a:endParaRPr lang="en-GB" sz="1600" dirty="0"/>
          </a:p>
          <a:p>
            <a:pPr>
              <a:lnSpc>
                <a:spcPts val="2300"/>
              </a:lnSpc>
            </a:pPr>
            <a:r>
              <a:rPr lang="en-GB" sz="1600"/>
              <a:t>Ultimate aim:  </a:t>
            </a:r>
            <a:r>
              <a:rPr lang="en-GB" sz="1600" dirty="0"/>
              <a:t>a single segment format </a:t>
            </a:r>
            <a:r>
              <a:rPr lang="en-GB" sz="1600"/>
              <a:t>for OTT - Currently the two formats are: </a:t>
            </a:r>
          </a:p>
          <a:p>
            <a:pPr marL="1200150" lvl="2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/>
              <a:t>Transport </a:t>
            </a:r>
            <a:r>
              <a:rPr lang="en-GB" sz="1600" dirty="0"/>
              <a:t>Stream (TS</a:t>
            </a:r>
            <a:r>
              <a:rPr lang="en-GB" sz="1600"/>
              <a:t>) </a:t>
            </a:r>
          </a:p>
          <a:p>
            <a:pPr marL="1200150" lvl="2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/>
              <a:t>ISOBMFF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3058146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maf-figure-3">
            <a:extLst>
              <a:ext uri="{FF2B5EF4-FFF2-40B4-BE49-F238E27FC236}">
                <a16:creationId xmlns:a16="http://schemas.microsoft.com/office/drawing/2014/main" id="{C2BA0906-9879-4E2F-913B-25E16147E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784" y="1195547"/>
            <a:ext cx="6453347" cy="2368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cmaf-figure-4">
            <a:extLst>
              <a:ext uri="{FF2B5EF4-FFF2-40B4-BE49-F238E27FC236}">
                <a16:creationId xmlns:a16="http://schemas.microsoft.com/office/drawing/2014/main" id="{8E5A1E3C-CAC2-453D-9B8C-3D5A9478C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109" y="3767205"/>
            <a:ext cx="6429017" cy="2368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31DC320-8ADD-4833-AD4B-658ECB5984D8}"/>
              </a:ext>
            </a:extLst>
          </p:cNvPr>
          <p:cNvSpPr/>
          <p:nvPr/>
        </p:nvSpPr>
        <p:spPr>
          <a:xfrm>
            <a:off x="2843298" y="809578"/>
            <a:ext cx="61921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/>
              <a:t>DASH Manifest vs CMAP media object model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A5813-9A8B-4C91-9BA7-C446CC703893}"/>
              </a:ext>
            </a:extLst>
          </p:cNvPr>
          <p:cNvSpPr/>
          <p:nvPr/>
        </p:nvSpPr>
        <p:spPr>
          <a:xfrm>
            <a:off x="395288" y="998730"/>
            <a:ext cx="2132317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/>
              <a:t>MPD periods, contain multiple adaptation sets / representations</a:t>
            </a:r>
          </a:p>
          <a:p>
            <a:r>
              <a:rPr lang="en-GB" sz="1600"/>
              <a:t> 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/>
              <a:t>CMAF does not define a manifest</a:t>
            </a:r>
          </a:p>
          <a:p>
            <a:pPr marL="176213"/>
            <a:r>
              <a:rPr lang="en-GB" sz="1600"/>
              <a:t>… but any manifest can be used to instantiate the CMAF media object model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endParaRPr lang="en-GB" sz="1600"/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/>
              <a:t>Periods in DASH are presentations in CMAF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9C6876-AFE6-408D-BFC7-69BCD3AD8E09}"/>
              </a:ext>
            </a:extLst>
          </p:cNvPr>
          <p:cNvSpPr/>
          <p:nvPr/>
        </p:nvSpPr>
        <p:spPr>
          <a:xfrm>
            <a:off x="395288" y="331788"/>
            <a:ext cx="6808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/>
              <a:t>DASH / CMAF</a:t>
            </a:r>
            <a:endParaRPr lang="en-GB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BAFFFE-CAB0-4F52-BDC2-F5CEAC0D71B7}"/>
              </a:ext>
            </a:extLst>
          </p:cNvPr>
          <p:cNvSpPr/>
          <p:nvPr/>
        </p:nvSpPr>
        <p:spPr>
          <a:xfrm>
            <a:off x="380623" y="6142874"/>
            <a:ext cx="1716102" cy="246221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GB" sz="1000">
                <a:hlinkClick r:id="rId4"/>
              </a:rPr>
              <a:t>More information here</a:t>
            </a:r>
          </a:p>
        </p:txBody>
      </p:sp>
    </p:spTree>
    <p:extLst>
      <p:ext uri="{BB962C8B-B14F-4D97-AF65-F5344CB8AC3E}">
        <p14:creationId xmlns:p14="http://schemas.microsoft.com/office/powerpoint/2010/main" val="23509114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819FE8-6438-4E86-9E3C-C91201A33567}"/>
              </a:ext>
            </a:extLst>
          </p:cNvPr>
          <p:cNvSpPr txBox="1"/>
          <p:nvPr/>
        </p:nvSpPr>
        <p:spPr>
          <a:xfrm>
            <a:off x="395288" y="324796"/>
            <a:ext cx="6471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latin typeface="Lucida Sans Unicode" pitchFamily="34" charset="0"/>
              </a:rPr>
              <a:t>ISO BMFF – ISO Base Media File Format</a:t>
            </a:r>
            <a:endParaRPr lang="en-GB" sz="2400" b="1" dirty="0">
              <a:latin typeface="Lucida Sans Unicode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C66EA-DB16-4217-BC5E-63E773D706FE}"/>
              </a:ext>
            </a:extLst>
          </p:cNvPr>
          <p:cNvSpPr txBox="1"/>
          <p:nvPr/>
        </p:nvSpPr>
        <p:spPr>
          <a:xfrm>
            <a:off x="389248" y="908720"/>
            <a:ext cx="83232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>
                <a:latin typeface="Lucida Sans Unicode" pitchFamily="34" charset="0"/>
              </a:rPr>
              <a:t>ISO base media file format ISO/IEC 14496-12 – MPEG-4 Part 12 </a:t>
            </a:r>
          </a:p>
          <a:p>
            <a:endParaRPr lang="en-GB" sz="1600"/>
          </a:p>
          <a:p>
            <a:r>
              <a:rPr lang="en-GB" sz="1600"/>
              <a:t>Defines time-based multimedia files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1600"/>
              <a:t>It is the basis for other media file formats, e.g. container formats MP4 and 3GP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/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1600"/>
              <a:t>a general structure for time-based video and audio files 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en-GB" sz="1600"/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1600"/>
              <a:t>flexible, extensible; facilitates interchange, management, editing and presentation of the media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/>
          </a:p>
          <a:p>
            <a:r>
              <a:rPr lang="en-GB" sz="1600"/>
              <a:t>Base components of ISOBMFF are boxes - also called atoms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boxes - classes and an object oriented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The base class: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/>
              <a:t>Example FileTypeBox: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/>
              <a:t>to identify the purpose and usage of an ISOBMFF file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/>
              <a:t>often at the beginning of a file.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/>
              <a:t>box can also have children and form a tree of boxes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GB" sz="1600"/>
              <a:t>e.g. MovieBox (moov) can have multiple TrackBoxes (trak)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GB" sz="1600"/>
              <a:t>track is a single media stream</a:t>
            </a:r>
          </a:p>
        </p:txBody>
      </p:sp>
    </p:spTree>
    <p:extLst>
      <p:ext uri="{BB962C8B-B14F-4D97-AF65-F5344CB8AC3E}">
        <p14:creationId xmlns:p14="http://schemas.microsoft.com/office/powerpoint/2010/main" val="8352715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464B5E-18C8-4560-9C03-B9969FF3F47A}"/>
              </a:ext>
            </a:extLst>
          </p:cNvPr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251C2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08BBA4-A0B3-14F9-394A-737A7F391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00"/>
            <a:ext cx="9140865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89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20DED-5739-C046-7BFE-947D3A404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68.media.tumblr.com/3a08f3947b016dbac889a97c1eae06c7/tumblr_noe42t9Xdv1uvcudho1_1280.jpg">
            <a:extLst>
              <a:ext uri="{FF2B5EF4-FFF2-40B4-BE49-F238E27FC236}">
                <a16:creationId xmlns:a16="http://schemas.microsoft.com/office/drawing/2014/main" id="{03B71732-BC83-A492-A1DE-DE503954D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EEC277-1D97-9800-3448-7B69715C2C1C}"/>
              </a:ext>
            </a:extLst>
          </p:cNvPr>
          <p:cNvSpPr txBox="1"/>
          <p:nvPr/>
        </p:nvSpPr>
        <p:spPr>
          <a:xfrm>
            <a:off x="330200" y="2578100"/>
            <a:ext cx="8167621" cy="1015663"/>
          </a:xfrm>
          <a:prstGeom prst="rect">
            <a:avLst/>
          </a:prstGeom>
          <a:solidFill>
            <a:srgbClr val="000000">
              <a:alpha val="60000"/>
            </a:srgbClr>
          </a:solidFill>
        </p:spPr>
        <p:txBody>
          <a:bodyPr wrap="none" rtlCol="0">
            <a:spAutoFit/>
          </a:bodyPr>
          <a:lstStyle/>
          <a:p>
            <a:r>
              <a:rPr lang="en-GB" sz="6000">
                <a:solidFill>
                  <a:srgbClr val="FFFF00"/>
                </a:solidFill>
              </a:rPr>
              <a:t>Chroma Subsampling</a:t>
            </a:r>
          </a:p>
        </p:txBody>
      </p:sp>
    </p:spTree>
    <p:extLst>
      <p:ext uri="{BB962C8B-B14F-4D97-AF65-F5344CB8AC3E}">
        <p14:creationId xmlns:p14="http://schemas.microsoft.com/office/powerpoint/2010/main" val="1992690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 bwMode="auto">
          <a:xfrm>
            <a:off x="5093836" y="21914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641845" y="21914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189856" y="21914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4960407" y="20700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5508417" y="20700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6056427" y="20700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4826978" y="19000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5374988" y="19000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5922999" y="19000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6761846" y="21914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7309855" y="21914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7857866" y="21914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6628417" y="20700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7176427" y="20700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7724437" y="20700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6494989" y="19000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7042998" y="19000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0" name="Rectangle 69"/>
          <p:cNvSpPr/>
          <p:nvPr/>
        </p:nvSpPr>
        <p:spPr bwMode="auto">
          <a:xfrm>
            <a:off x="7591009" y="19000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5093836" y="27706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5641845" y="27706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5" name="Rectangle 104"/>
          <p:cNvSpPr/>
          <p:nvPr/>
        </p:nvSpPr>
        <p:spPr bwMode="auto">
          <a:xfrm>
            <a:off x="6189856" y="27706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6" name="Rectangle 105"/>
          <p:cNvSpPr/>
          <p:nvPr/>
        </p:nvSpPr>
        <p:spPr bwMode="auto">
          <a:xfrm>
            <a:off x="4960407" y="26492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7" name="Rectangle 106"/>
          <p:cNvSpPr/>
          <p:nvPr/>
        </p:nvSpPr>
        <p:spPr bwMode="auto">
          <a:xfrm>
            <a:off x="5508417" y="26492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8" name="Rectangle 107"/>
          <p:cNvSpPr/>
          <p:nvPr/>
        </p:nvSpPr>
        <p:spPr bwMode="auto">
          <a:xfrm>
            <a:off x="6056427" y="26492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9" name="Rectangle 108"/>
          <p:cNvSpPr/>
          <p:nvPr/>
        </p:nvSpPr>
        <p:spPr bwMode="auto">
          <a:xfrm>
            <a:off x="4826978" y="24792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5374988" y="24792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5922999" y="24792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6761846" y="27706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3" name="Rectangle 112"/>
          <p:cNvSpPr/>
          <p:nvPr/>
        </p:nvSpPr>
        <p:spPr bwMode="auto">
          <a:xfrm>
            <a:off x="7309855" y="27706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7857866" y="27706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6628417" y="26492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7176427" y="26492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7724437" y="26492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6494989" y="24792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9" name="Rectangle 118"/>
          <p:cNvSpPr/>
          <p:nvPr/>
        </p:nvSpPr>
        <p:spPr bwMode="auto">
          <a:xfrm>
            <a:off x="7042998" y="24792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7591009" y="24792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2" name="Rectangle 121"/>
          <p:cNvSpPr/>
          <p:nvPr/>
        </p:nvSpPr>
        <p:spPr bwMode="auto">
          <a:xfrm>
            <a:off x="5087594" y="33596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3" name="Rectangle 122"/>
          <p:cNvSpPr/>
          <p:nvPr/>
        </p:nvSpPr>
        <p:spPr bwMode="auto">
          <a:xfrm>
            <a:off x="5635604" y="33596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4" name="Rectangle 123"/>
          <p:cNvSpPr/>
          <p:nvPr/>
        </p:nvSpPr>
        <p:spPr bwMode="auto">
          <a:xfrm>
            <a:off x="6183614" y="33596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5" name="Rectangle 124"/>
          <p:cNvSpPr/>
          <p:nvPr/>
        </p:nvSpPr>
        <p:spPr bwMode="auto">
          <a:xfrm>
            <a:off x="4954166" y="32382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5502175" y="32382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7" name="Rectangle 126"/>
          <p:cNvSpPr/>
          <p:nvPr/>
        </p:nvSpPr>
        <p:spPr bwMode="auto">
          <a:xfrm>
            <a:off x="6050186" y="32382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8" name="Rectangle 127"/>
          <p:cNvSpPr/>
          <p:nvPr/>
        </p:nvSpPr>
        <p:spPr bwMode="auto">
          <a:xfrm>
            <a:off x="4820737" y="30682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9" name="Rectangle 128"/>
          <p:cNvSpPr/>
          <p:nvPr/>
        </p:nvSpPr>
        <p:spPr bwMode="auto">
          <a:xfrm>
            <a:off x="5368747" y="30682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0" name="Rectangle 129"/>
          <p:cNvSpPr/>
          <p:nvPr/>
        </p:nvSpPr>
        <p:spPr bwMode="auto">
          <a:xfrm>
            <a:off x="5916757" y="30682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1" name="Rectangle 130"/>
          <p:cNvSpPr/>
          <p:nvPr/>
        </p:nvSpPr>
        <p:spPr bwMode="auto">
          <a:xfrm>
            <a:off x="6755604" y="33596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2" name="Rectangle 131"/>
          <p:cNvSpPr/>
          <p:nvPr/>
        </p:nvSpPr>
        <p:spPr bwMode="auto">
          <a:xfrm>
            <a:off x="7303614" y="33596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7851625" y="33596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4" name="Rectangle 133"/>
          <p:cNvSpPr/>
          <p:nvPr/>
        </p:nvSpPr>
        <p:spPr bwMode="auto">
          <a:xfrm>
            <a:off x="6622176" y="32382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5" name="Rectangle 134"/>
          <p:cNvSpPr/>
          <p:nvPr/>
        </p:nvSpPr>
        <p:spPr bwMode="auto">
          <a:xfrm>
            <a:off x="7170186" y="32382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6" name="Rectangle 135"/>
          <p:cNvSpPr/>
          <p:nvPr/>
        </p:nvSpPr>
        <p:spPr bwMode="auto">
          <a:xfrm>
            <a:off x="7718196" y="32382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7" name="Rectangle 136"/>
          <p:cNvSpPr/>
          <p:nvPr/>
        </p:nvSpPr>
        <p:spPr bwMode="auto">
          <a:xfrm>
            <a:off x="6488747" y="30682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8" name="Rectangle 137"/>
          <p:cNvSpPr/>
          <p:nvPr/>
        </p:nvSpPr>
        <p:spPr bwMode="auto">
          <a:xfrm>
            <a:off x="7036757" y="30682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7584767" y="30682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5093836" y="39505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5641845" y="39505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6189856" y="39505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4960407" y="38291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5508417" y="38291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6" name="Rectangle 145"/>
          <p:cNvSpPr/>
          <p:nvPr/>
        </p:nvSpPr>
        <p:spPr bwMode="auto">
          <a:xfrm>
            <a:off x="6056427" y="38291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7" name="Rectangle 146"/>
          <p:cNvSpPr/>
          <p:nvPr/>
        </p:nvSpPr>
        <p:spPr bwMode="auto">
          <a:xfrm>
            <a:off x="4826978" y="36591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5374988" y="36591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5922999" y="36591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6761846" y="39505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7309855" y="39505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7857866" y="39505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6628417" y="38291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7176427" y="38291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5" name="Rectangle 154"/>
          <p:cNvSpPr/>
          <p:nvPr/>
        </p:nvSpPr>
        <p:spPr bwMode="auto">
          <a:xfrm>
            <a:off x="7724437" y="38291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6" name="Rectangle 155"/>
          <p:cNvSpPr/>
          <p:nvPr/>
        </p:nvSpPr>
        <p:spPr bwMode="auto">
          <a:xfrm>
            <a:off x="6494989" y="36591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7042998" y="36591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7591009" y="36591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205" name="Straight Arrow Connector 204"/>
          <p:cNvCxnSpPr/>
          <p:nvPr/>
        </p:nvCxnSpPr>
        <p:spPr bwMode="auto">
          <a:xfrm flipH="1" flipV="1">
            <a:off x="7628283" y="4381440"/>
            <a:ext cx="528321" cy="863600"/>
          </a:xfrm>
          <a:prstGeom prst="straightConnector1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TextBox 1"/>
          <p:cNvSpPr txBox="1"/>
          <p:nvPr/>
        </p:nvSpPr>
        <p:spPr>
          <a:xfrm>
            <a:off x="381000" y="381000"/>
            <a:ext cx="2611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RGB  to  </a:t>
            </a:r>
            <a:r>
              <a:rPr lang="en-GB" sz="2400" b="1" dirty="0" err="1"/>
              <a:t>Y,Cb,Cr</a:t>
            </a:r>
            <a:endParaRPr lang="en-GB" sz="2400" b="1" dirty="0"/>
          </a:p>
        </p:txBody>
      </p:sp>
      <p:sp>
        <p:nvSpPr>
          <p:cNvPr id="161" name="TextBox 160"/>
          <p:cNvSpPr txBox="1"/>
          <p:nvPr/>
        </p:nvSpPr>
        <p:spPr>
          <a:xfrm>
            <a:off x="381000" y="4605566"/>
            <a:ext cx="72037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RGB</a:t>
            </a:r>
            <a:r>
              <a:rPr lang="en-GB" sz="1600" dirty="0"/>
              <a:t> pixel format … … …  is converted to … … … </a:t>
            </a:r>
            <a:r>
              <a:rPr lang="en-GB" sz="2000" b="1" dirty="0" err="1"/>
              <a:t>Y,Cb,Cr</a:t>
            </a:r>
            <a:endParaRPr lang="en-GB" sz="2000" b="1" dirty="0"/>
          </a:p>
          <a:p>
            <a:endParaRPr lang="en-GB" sz="1600" dirty="0"/>
          </a:p>
          <a:p>
            <a:r>
              <a:rPr lang="en-GB" sz="1600" dirty="0"/>
              <a:t>where </a:t>
            </a:r>
          </a:p>
          <a:p>
            <a:r>
              <a:rPr lang="en-GB" dirty="0"/>
              <a:t>Y = luminance (light intensity)</a:t>
            </a:r>
          </a:p>
          <a:p>
            <a:r>
              <a:rPr lang="en-GB" dirty="0" err="1"/>
              <a:t>Cb</a:t>
            </a:r>
            <a:r>
              <a:rPr lang="en-GB" dirty="0"/>
              <a:t>, Cr = colour information </a:t>
            </a:r>
          </a:p>
        </p:txBody>
      </p:sp>
      <p:grpSp>
        <p:nvGrpSpPr>
          <p:cNvPr id="258" name="Group 257"/>
          <p:cNvGrpSpPr/>
          <p:nvPr/>
        </p:nvGrpSpPr>
        <p:grpSpPr>
          <a:xfrm>
            <a:off x="417004" y="1910396"/>
            <a:ext cx="3754946" cy="2518728"/>
            <a:chOff x="417004" y="1910396"/>
            <a:chExt cx="3754946" cy="2518728"/>
          </a:xfrm>
        </p:grpSpPr>
        <p:sp>
          <p:nvSpPr>
            <p:cNvPr id="162" name="Rectangle 161"/>
            <p:cNvSpPr/>
            <p:nvPr/>
          </p:nvSpPr>
          <p:spPr bwMode="auto">
            <a:xfrm>
              <a:off x="802275" y="2307032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3" name="Rectangle 162"/>
            <p:cNvSpPr/>
            <p:nvPr/>
          </p:nvSpPr>
          <p:spPr bwMode="auto">
            <a:xfrm>
              <a:off x="1395407" y="2307032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4" name="Rectangle 163"/>
            <p:cNvSpPr/>
            <p:nvPr/>
          </p:nvSpPr>
          <p:spPr bwMode="auto">
            <a:xfrm>
              <a:off x="1988539" y="2307032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5" name="Rectangle 164"/>
            <p:cNvSpPr/>
            <p:nvPr/>
          </p:nvSpPr>
          <p:spPr bwMode="auto">
            <a:xfrm>
              <a:off x="802275" y="2881988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6" name="Rectangle 165"/>
            <p:cNvSpPr/>
            <p:nvPr/>
          </p:nvSpPr>
          <p:spPr bwMode="auto">
            <a:xfrm>
              <a:off x="1395407" y="2881988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7" name="Rectangle 166"/>
            <p:cNvSpPr/>
            <p:nvPr/>
          </p:nvSpPr>
          <p:spPr bwMode="auto">
            <a:xfrm>
              <a:off x="1988539" y="2881988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1" name="Rectangle 170"/>
            <p:cNvSpPr/>
            <p:nvPr/>
          </p:nvSpPr>
          <p:spPr bwMode="auto">
            <a:xfrm>
              <a:off x="705833" y="2190375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2" name="Rectangle 171"/>
            <p:cNvSpPr/>
            <p:nvPr/>
          </p:nvSpPr>
          <p:spPr bwMode="auto">
            <a:xfrm>
              <a:off x="1298964" y="2190375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3" name="Rectangle 172"/>
            <p:cNvSpPr/>
            <p:nvPr/>
          </p:nvSpPr>
          <p:spPr bwMode="auto">
            <a:xfrm>
              <a:off x="1892096" y="2190375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4" name="Rectangle 173"/>
            <p:cNvSpPr/>
            <p:nvPr/>
          </p:nvSpPr>
          <p:spPr bwMode="auto">
            <a:xfrm>
              <a:off x="705833" y="2765331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5" name="Rectangle 174"/>
            <p:cNvSpPr/>
            <p:nvPr/>
          </p:nvSpPr>
          <p:spPr bwMode="auto">
            <a:xfrm>
              <a:off x="1298964" y="2765331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6" name="Rectangle 175"/>
            <p:cNvSpPr/>
            <p:nvPr/>
          </p:nvSpPr>
          <p:spPr bwMode="auto">
            <a:xfrm>
              <a:off x="1892096" y="2765331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7" name="Rectangle 176"/>
            <p:cNvSpPr/>
            <p:nvPr/>
          </p:nvSpPr>
          <p:spPr bwMode="auto">
            <a:xfrm>
              <a:off x="705833" y="3340287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8" name="Rectangle 177"/>
            <p:cNvSpPr/>
            <p:nvPr/>
          </p:nvSpPr>
          <p:spPr bwMode="auto">
            <a:xfrm>
              <a:off x="1298964" y="3340287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9" name="Rectangle 178"/>
            <p:cNvSpPr/>
            <p:nvPr/>
          </p:nvSpPr>
          <p:spPr bwMode="auto">
            <a:xfrm>
              <a:off x="1892096" y="3340287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0" name="Rectangle 179"/>
            <p:cNvSpPr/>
            <p:nvPr/>
          </p:nvSpPr>
          <p:spPr bwMode="auto">
            <a:xfrm>
              <a:off x="561419" y="2073717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1" name="Rectangle 180"/>
            <p:cNvSpPr/>
            <p:nvPr/>
          </p:nvSpPr>
          <p:spPr bwMode="auto">
            <a:xfrm>
              <a:off x="1154550" y="2073717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2" name="Rectangle 181"/>
            <p:cNvSpPr/>
            <p:nvPr/>
          </p:nvSpPr>
          <p:spPr bwMode="auto">
            <a:xfrm>
              <a:off x="1747682" y="2073717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3" name="Rectangle 182"/>
            <p:cNvSpPr/>
            <p:nvPr/>
          </p:nvSpPr>
          <p:spPr bwMode="auto">
            <a:xfrm>
              <a:off x="561419" y="2648673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4" name="Rectangle 183"/>
            <p:cNvSpPr/>
            <p:nvPr/>
          </p:nvSpPr>
          <p:spPr bwMode="auto">
            <a:xfrm>
              <a:off x="1154550" y="2648673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5" name="Rectangle 184"/>
            <p:cNvSpPr/>
            <p:nvPr/>
          </p:nvSpPr>
          <p:spPr bwMode="auto">
            <a:xfrm>
              <a:off x="1747682" y="2648673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6" name="Rectangle 185"/>
            <p:cNvSpPr/>
            <p:nvPr/>
          </p:nvSpPr>
          <p:spPr bwMode="auto">
            <a:xfrm>
              <a:off x="561419" y="3223629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7" name="Rectangle 186"/>
            <p:cNvSpPr/>
            <p:nvPr/>
          </p:nvSpPr>
          <p:spPr bwMode="auto">
            <a:xfrm>
              <a:off x="1154550" y="3223629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8" name="Rectangle 187"/>
            <p:cNvSpPr/>
            <p:nvPr/>
          </p:nvSpPr>
          <p:spPr bwMode="auto">
            <a:xfrm>
              <a:off x="1747682" y="3223629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9" name="Rectangle 188"/>
            <p:cNvSpPr/>
            <p:nvPr/>
          </p:nvSpPr>
          <p:spPr bwMode="auto">
            <a:xfrm>
              <a:off x="417004" y="1910396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0" name="Rectangle 189"/>
            <p:cNvSpPr/>
            <p:nvPr/>
          </p:nvSpPr>
          <p:spPr bwMode="auto">
            <a:xfrm>
              <a:off x="1010135" y="1910396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1" name="Rectangle 190"/>
            <p:cNvSpPr/>
            <p:nvPr/>
          </p:nvSpPr>
          <p:spPr bwMode="auto">
            <a:xfrm>
              <a:off x="1603267" y="1910396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2" name="Rectangle 191"/>
            <p:cNvSpPr/>
            <p:nvPr/>
          </p:nvSpPr>
          <p:spPr bwMode="auto">
            <a:xfrm>
              <a:off x="417004" y="2485352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3" name="Rectangle 192"/>
            <p:cNvSpPr/>
            <p:nvPr/>
          </p:nvSpPr>
          <p:spPr bwMode="auto">
            <a:xfrm>
              <a:off x="1010135" y="2485352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4" name="Rectangle 193"/>
            <p:cNvSpPr/>
            <p:nvPr/>
          </p:nvSpPr>
          <p:spPr bwMode="auto">
            <a:xfrm>
              <a:off x="1603267" y="2485352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5" name="Rectangle 194"/>
            <p:cNvSpPr/>
            <p:nvPr/>
          </p:nvSpPr>
          <p:spPr bwMode="auto">
            <a:xfrm>
              <a:off x="417004" y="3060309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6" name="Rectangle 195"/>
            <p:cNvSpPr/>
            <p:nvPr/>
          </p:nvSpPr>
          <p:spPr bwMode="auto">
            <a:xfrm>
              <a:off x="1010135" y="3060309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7" name="Rectangle 196"/>
            <p:cNvSpPr/>
            <p:nvPr/>
          </p:nvSpPr>
          <p:spPr bwMode="auto">
            <a:xfrm>
              <a:off x="1603267" y="3060309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8" name="Rectangle 197"/>
            <p:cNvSpPr/>
            <p:nvPr/>
          </p:nvSpPr>
          <p:spPr bwMode="auto">
            <a:xfrm>
              <a:off x="2607624" y="2307032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9" name="Rectangle 198"/>
            <p:cNvSpPr/>
            <p:nvPr/>
          </p:nvSpPr>
          <p:spPr bwMode="auto">
            <a:xfrm>
              <a:off x="3200755" y="2307032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01" name="Rectangle 200"/>
            <p:cNvSpPr/>
            <p:nvPr/>
          </p:nvSpPr>
          <p:spPr bwMode="auto">
            <a:xfrm>
              <a:off x="2607624" y="2881988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02" name="Rectangle 201"/>
            <p:cNvSpPr/>
            <p:nvPr/>
          </p:nvSpPr>
          <p:spPr bwMode="auto">
            <a:xfrm>
              <a:off x="3200755" y="2881988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07" name="Rectangle 206"/>
            <p:cNvSpPr/>
            <p:nvPr/>
          </p:nvSpPr>
          <p:spPr bwMode="auto">
            <a:xfrm>
              <a:off x="2511182" y="2190375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08" name="Rectangle 207"/>
            <p:cNvSpPr/>
            <p:nvPr/>
          </p:nvSpPr>
          <p:spPr bwMode="auto">
            <a:xfrm>
              <a:off x="3104313" y="2190375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09" name="Rectangle 208"/>
            <p:cNvSpPr/>
            <p:nvPr/>
          </p:nvSpPr>
          <p:spPr bwMode="auto">
            <a:xfrm>
              <a:off x="3697445" y="2190375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0" name="Rectangle 209"/>
            <p:cNvSpPr/>
            <p:nvPr/>
          </p:nvSpPr>
          <p:spPr bwMode="auto">
            <a:xfrm>
              <a:off x="2511182" y="2765331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1" name="Rectangle 210"/>
            <p:cNvSpPr/>
            <p:nvPr/>
          </p:nvSpPr>
          <p:spPr bwMode="auto">
            <a:xfrm>
              <a:off x="3104313" y="2765331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2" name="Rectangle 211"/>
            <p:cNvSpPr/>
            <p:nvPr/>
          </p:nvSpPr>
          <p:spPr bwMode="auto">
            <a:xfrm>
              <a:off x="3697445" y="2765331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3" name="Rectangle 212"/>
            <p:cNvSpPr/>
            <p:nvPr/>
          </p:nvSpPr>
          <p:spPr bwMode="auto">
            <a:xfrm>
              <a:off x="2511182" y="3340287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4" name="Rectangle 213"/>
            <p:cNvSpPr/>
            <p:nvPr/>
          </p:nvSpPr>
          <p:spPr bwMode="auto">
            <a:xfrm>
              <a:off x="3104313" y="3340287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5" name="Rectangle 214"/>
            <p:cNvSpPr/>
            <p:nvPr/>
          </p:nvSpPr>
          <p:spPr bwMode="auto">
            <a:xfrm>
              <a:off x="3697445" y="3340287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6" name="Rectangle 215"/>
            <p:cNvSpPr/>
            <p:nvPr/>
          </p:nvSpPr>
          <p:spPr bwMode="auto">
            <a:xfrm>
              <a:off x="2366767" y="2073717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7" name="Rectangle 216"/>
            <p:cNvSpPr/>
            <p:nvPr/>
          </p:nvSpPr>
          <p:spPr bwMode="auto">
            <a:xfrm>
              <a:off x="2959898" y="2073717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8" name="Rectangle 217"/>
            <p:cNvSpPr/>
            <p:nvPr/>
          </p:nvSpPr>
          <p:spPr bwMode="auto">
            <a:xfrm>
              <a:off x="3553030" y="2073717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9" name="Rectangle 218"/>
            <p:cNvSpPr/>
            <p:nvPr/>
          </p:nvSpPr>
          <p:spPr bwMode="auto">
            <a:xfrm>
              <a:off x="2366767" y="2648673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0" name="Rectangle 219"/>
            <p:cNvSpPr/>
            <p:nvPr/>
          </p:nvSpPr>
          <p:spPr bwMode="auto">
            <a:xfrm>
              <a:off x="2959898" y="2648673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1" name="Rectangle 220"/>
            <p:cNvSpPr/>
            <p:nvPr/>
          </p:nvSpPr>
          <p:spPr bwMode="auto">
            <a:xfrm>
              <a:off x="3553030" y="2648673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2" name="Rectangle 221"/>
            <p:cNvSpPr/>
            <p:nvPr/>
          </p:nvSpPr>
          <p:spPr bwMode="auto">
            <a:xfrm>
              <a:off x="2366767" y="3223629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3" name="Rectangle 222"/>
            <p:cNvSpPr/>
            <p:nvPr/>
          </p:nvSpPr>
          <p:spPr bwMode="auto">
            <a:xfrm>
              <a:off x="2959898" y="3223629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4" name="Rectangle 223"/>
            <p:cNvSpPr/>
            <p:nvPr/>
          </p:nvSpPr>
          <p:spPr bwMode="auto">
            <a:xfrm>
              <a:off x="3553030" y="3223629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5" name="Rectangle 224"/>
            <p:cNvSpPr/>
            <p:nvPr/>
          </p:nvSpPr>
          <p:spPr bwMode="auto">
            <a:xfrm>
              <a:off x="2222353" y="1910396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6" name="Rectangle 225"/>
            <p:cNvSpPr/>
            <p:nvPr/>
          </p:nvSpPr>
          <p:spPr bwMode="auto">
            <a:xfrm>
              <a:off x="2815484" y="1910396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7" name="Rectangle 226"/>
            <p:cNvSpPr/>
            <p:nvPr/>
          </p:nvSpPr>
          <p:spPr bwMode="auto">
            <a:xfrm>
              <a:off x="3408616" y="1910396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8" name="Rectangle 227"/>
            <p:cNvSpPr/>
            <p:nvPr/>
          </p:nvSpPr>
          <p:spPr bwMode="auto">
            <a:xfrm>
              <a:off x="2222353" y="2485352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9" name="Rectangle 228"/>
            <p:cNvSpPr/>
            <p:nvPr/>
          </p:nvSpPr>
          <p:spPr bwMode="auto">
            <a:xfrm>
              <a:off x="2815484" y="2485352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0" name="Rectangle 229"/>
            <p:cNvSpPr/>
            <p:nvPr/>
          </p:nvSpPr>
          <p:spPr bwMode="auto">
            <a:xfrm>
              <a:off x="3408616" y="2485352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1" name="Rectangle 230"/>
            <p:cNvSpPr/>
            <p:nvPr/>
          </p:nvSpPr>
          <p:spPr bwMode="auto">
            <a:xfrm>
              <a:off x="2222353" y="3060309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2" name="Rectangle 231"/>
            <p:cNvSpPr/>
            <p:nvPr/>
          </p:nvSpPr>
          <p:spPr bwMode="auto">
            <a:xfrm>
              <a:off x="2815484" y="3060309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3" name="Rectangle 232"/>
            <p:cNvSpPr/>
            <p:nvPr/>
          </p:nvSpPr>
          <p:spPr bwMode="auto">
            <a:xfrm>
              <a:off x="3408616" y="3060309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7" name="Rectangle 236"/>
            <p:cNvSpPr/>
            <p:nvPr/>
          </p:nvSpPr>
          <p:spPr bwMode="auto">
            <a:xfrm>
              <a:off x="705833" y="3969159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8" name="Rectangle 237"/>
            <p:cNvSpPr/>
            <p:nvPr/>
          </p:nvSpPr>
          <p:spPr bwMode="auto">
            <a:xfrm>
              <a:off x="1298964" y="3969159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9" name="Rectangle 238"/>
            <p:cNvSpPr/>
            <p:nvPr/>
          </p:nvSpPr>
          <p:spPr bwMode="auto">
            <a:xfrm>
              <a:off x="1892096" y="3969159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0" name="Rectangle 239"/>
            <p:cNvSpPr/>
            <p:nvPr/>
          </p:nvSpPr>
          <p:spPr bwMode="auto">
            <a:xfrm>
              <a:off x="561419" y="3852501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1" name="Rectangle 240"/>
            <p:cNvSpPr/>
            <p:nvPr/>
          </p:nvSpPr>
          <p:spPr bwMode="auto">
            <a:xfrm>
              <a:off x="1154550" y="3852501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2" name="Rectangle 241"/>
            <p:cNvSpPr/>
            <p:nvPr/>
          </p:nvSpPr>
          <p:spPr bwMode="auto">
            <a:xfrm>
              <a:off x="1747682" y="3852501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3" name="Rectangle 242"/>
            <p:cNvSpPr/>
            <p:nvPr/>
          </p:nvSpPr>
          <p:spPr bwMode="auto">
            <a:xfrm>
              <a:off x="417004" y="3689180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4" name="Rectangle 243"/>
            <p:cNvSpPr/>
            <p:nvPr/>
          </p:nvSpPr>
          <p:spPr bwMode="auto">
            <a:xfrm>
              <a:off x="1010135" y="3689180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5" name="Rectangle 244"/>
            <p:cNvSpPr/>
            <p:nvPr/>
          </p:nvSpPr>
          <p:spPr bwMode="auto">
            <a:xfrm>
              <a:off x="1603267" y="3689180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9" name="Rectangle 248"/>
            <p:cNvSpPr/>
            <p:nvPr/>
          </p:nvSpPr>
          <p:spPr bwMode="auto">
            <a:xfrm>
              <a:off x="2511182" y="3969159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0" name="Rectangle 249"/>
            <p:cNvSpPr/>
            <p:nvPr/>
          </p:nvSpPr>
          <p:spPr bwMode="auto">
            <a:xfrm>
              <a:off x="3104313" y="3969159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1" name="Rectangle 250"/>
            <p:cNvSpPr/>
            <p:nvPr/>
          </p:nvSpPr>
          <p:spPr bwMode="auto">
            <a:xfrm>
              <a:off x="3697445" y="3969159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2" name="Rectangle 251"/>
            <p:cNvSpPr/>
            <p:nvPr/>
          </p:nvSpPr>
          <p:spPr bwMode="auto">
            <a:xfrm>
              <a:off x="2366767" y="3852501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3" name="Rectangle 252"/>
            <p:cNvSpPr/>
            <p:nvPr/>
          </p:nvSpPr>
          <p:spPr bwMode="auto">
            <a:xfrm>
              <a:off x="2959898" y="3852501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4" name="Rectangle 253"/>
            <p:cNvSpPr/>
            <p:nvPr/>
          </p:nvSpPr>
          <p:spPr bwMode="auto">
            <a:xfrm>
              <a:off x="3553030" y="3852501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5" name="Rectangle 254"/>
            <p:cNvSpPr/>
            <p:nvPr/>
          </p:nvSpPr>
          <p:spPr bwMode="auto">
            <a:xfrm>
              <a:off x="2222353" y="3689180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6" name="Rectangle 255"/>
            <p:cNvSpPr/>
            <p:nvPr/>
          </p:nvSpPr>
          <p:spPr bwMode="auto">
            <a:xfrm>
              <a:off x="2815484" y="3689180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7" name="Rectangle 256"/>
            <p:cNvSpPr/>
            <p:nvPr/>
          </p:nvSpPr>
          <p:spPr bwMode="auto">
            <a:xfrm>
              <a:off x="3408616" y="3689180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sp>
        <p:nvSpPr>
          <p:cNvPr id="260" name="Right Arrow 259"/>
          <p:cNvSpPr/>
          <p:nvPr/>
        </p:nvSpPr>
        <p:spPr bwMode="auto">
          <a:xfrm>
            <a:off x="4276725" y="2995313"/>
            <a:ext cx="529216" cy="458298"/>
          </a:xfrm>
          <a:prstGeom prst="rightArrow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2" name="TextBox 261"/>
          <p:cNvSpPr txBox="1"/>
          <p:nvPr/>
        </p:nvSpPr>
        <p:spPr>
          <a:xfrm>
            <a:off x="5222845" y="5723687"/>
            <a:ext cx="3917962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GB" sz="1050" dirty="0"/>
          </a:p>
          <a:p>
            <a:r>
              <a:rPr lang="en-GB" sz="1050" dirty="0"/>
              <a:t>Weighted RGB converted to Y </a:t>
            </a:r>
            <a:r>
              <a:rPr lang="en-GB" sz="1050" dirty="0" err="1"/>
              <a:t>Cb</a:t>
            </a:r>
            <a:r>
              <a:rPr lang="en-GB" sz="1050" dirty="0"/>
              <a:t>, Cr</a:t>
            </a:r>
          </a:p>
          <a:p>
            <a:r>
              <a:rPr lang="pt-BR" sz="1050" dirty="0"/>
              <a:t>0.2989*R + 0.5870*G + 0.1140*B </a:t>
            </a:r>
          </a:p>
          <a:p>
            <a:endParaRPr lang="en-GB" sz="1050" dirty="0"/>
          </a:p>
        </p:txBody>
      </p:sp>
      <p:sp>
        <p:nvSpPr>
          <p:cNvPr id="200" name="TextBox 199"/>
          <p:cNvSpPr txBox="1"/>
          <p:nvPr/>
        </p:nvSpPr>
        <p:spPr>
          <a:xfrm>
            <a:off x="8256298" y="5208845"/>
            <a:ext cx="4106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Cr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724650" y="1143000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Cb</a:t>
            </a:r>
            <a:endParaRPr lang="en-GB" dirty="0"/>
          </a:p>
        </p:txBody>
      </p:sp>
      <p:sp>
        <p:nvSpPr>
          <p:cNvPr id="204" name="TextBox 203"/>
          <p:cNvSpPr txBox="1"/>
          <p:nvPr/>
        </p:nvSpPr>
        <p:spPr>
          <a:xfrm>
            <a:off x="8162925" y="800100"/>
            <a:ext cx="361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</a:t>
            </a:r>
          </a:p>
        </p:txBody>
      </p:sp>
      <p:cxnSp>
        <p:nvCxnSpPr>
          <p:cNvPr id="206" name="Straight Arrow Connector 205"/>
          <p:cNvCxnSpPr/>
          <p:nvPr/>
        </p:nvCxnSpPr>
        <p:spPr bwMode="auto">
          <a:xfrm flipH="1">
            <a:off x="8286750" y="1181100"/>
            <a:ext cx="85725" cy="100012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6" name="Straight Arrow Connector 235"/>
          <p:cNvCxnSpPr/>
          <p:nvPr/>
        </p:nvCxnSpPr>
        <p:spPr bwMode="auto">
          <a:xfrm flipH="1" flipV="1">
            <a:off x="7628283" y="4361120"/>
            <a:ext cx="528321" cy="863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7" name="Straight Arrow Connector 246"/>
          <p:cNvCxnSpPr/>
          <p:nvPr/>
        </p:nvCxnSpPr>
        <p:spPr bwMode="auto">
          <a:xfrm flipH="1">
            <a:off x="6762750" y="1495425"/>
            <a:ext cx="114301" cy="609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9" name="TextBox 168"/>
          <p:cNvSpPr txBox="1"/>
          <p:nvPr/>
        </p:nvSpPr>
        <p:spPr>
          <a:xfrm>
            <a:off x="369211" y="1134418"/>
            <a:ext cx="3811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During the </a:t>
            </a:r>
            <a:r>
              <a:rPr lang="en-GB" sz="1600" b="1" i="1" dirty="0"/>
              <a:t>encoding</a:t>
            </a:r>
            <a:r>
              <a:rPr lang="en-GB" sz="1600" dirty="0"/>
              <a:t> stage ... </a:t>
            </a:r>
          </a:p>
        </p:txBody>
      </p:sp>
    </p:spTree>
    <p:extLst>
      <p:ext uri="{BB962C8B-B14F-4D97-AF65-F5344CB8AC3E}">
        <p14:creationId xmlns:p14="http://schemas.microsoft.com/office/powerpoint/2010/main" val="42616768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92"/>
          <p:cNvSpPr/>
          <p:nvPr/>
        </p:nvSpPr>
        <p:spPr bwMode="auto">
          <a:xfrm>
            <a:off x="854764" y="4164496"/>
            <a:ext cx="4651513" cy="23655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1000" y="381000"/>
            <a:ext cx="4482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RGB  to  </a:t>
            </a:r>
            <a:r>
              <a:rPr lang="en-GB" sz="2400" b="1" dirty="0" err="1"/>
              <a:t>Y,Cb,Cr</a:t>
            </a:r>
            <a:r>
              <a:rPr lang="en-GB" sz="2400" b="1" dirty="0"/>
              <a:t> – each pixel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40936" y="5931902"/>
            <a:ext cx="391796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Weighted RGB luminance: </a:t>
            </a:r>
          </a:p>
          <a:p>
            <a:r>
              <a:rPr lang="pt-BR" sz="1400" dirty="0"/>
              <a:t>approx  29% Red + 59% Green + 11% Blue </a:t>
            </a:r>
            <a:endParaRPr lang="en-GB" sz="1400" dirty="0"/>
          </a:p>
        </p:txBody>
      </p:sp>
      <p:sp>
        <p:nvSpPr>
          <p:cNvPr id="171" name="Rectangle 170"/>
          <p:cNvSpPr/>
          <p:nvPr/>
        </p:nvSpPr>
        <p:spPr bwMode="auto">
          <a:xfrm>
            <a:off x="1059020" y="2076075"/>
            <a:ext cx="1560355" cy="149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2" name="Rectangle 171"/>
          <p:cNvSpPr/>
          <p:nvPr/>
        </p:nvSpPr>
        <p:spPr bwMode="auto">
          <a:xfrm>
            <a:off x="914605" y="1959417"/>
            <a:ext cx="1560355" cy="1495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3" name="Rectangle 172"/>
          <p:cNvSpPr/>
          <p:nvPr/>
        </p:nvSpPr>
        <p:spPr bwMode="auto">
          <a:xfrm>
            <a:off x="770191" y="1796096"/>
            <a:ext cx="1560355" cy="1495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0" name="Right Brace 179"/>
          <p:cNvSpPr/>
          <p:nvPr/>
        </p:nvSpPr>
        <p:spPr bwMode="auto">
          <a:xfrm rot="5400000">
            <a:off x="1600199" y="3067052"/>
            <a:ext cx="295275" cy="1819275"/>
          </a:xfrm>
          <a:prstGeom prst="rightBrace">
            <a:avLst>
              <a:gd name="adj1" fmla="val 31589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 181"/>
          <p:cNvSpPr/>
          <p:nvPr/>
        </p:nvSpPr>
        <p:spPr bwMode="auto">
          <a:xfrm>
            <a:off x="978912" y="4269283"/>
            <a:ext cx="1560355" cy="14958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2601111" y="4561877"/>
            <a:ext cx="29250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Overall luminance </a:t>
            </a:r>
          </a:p>
          <a:p>
            <a:r>
              <a:rPr lang="en-GB" sz="1600" dirty="0"/>
              <a:t>i.e. greyscale, monochrome </a:t>
            </a:r>
          </a:p>
          <a:p>
            <a:r>
              <a:rPr lang="en-GB" sz="1600" dirty="0"/>
              <a:t>of this pixel </a:t>
            </a:r>
          </a:p>
          <a:p>
            <a:r>
              <a:rPr lang="en-GB" sz="1600" dirty="0"/>
              <a:t>= Y,  ...  i.e. the </a:t>
            </a:r>
            <a:r>
              <a:rPr lang="en-GB" sz="1600" b="1" i="1" dirty="0" err="1"/>
              <a:t>luma</a:t>
            </a:r>
            <a:endParaRPr lang="en-GB" sz="1600" b="1" i="1" dirty="0"/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5079" y="863600"/>
            <a:ext cx="2037081" cy="3074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92496" y="3155959"/>
            <a:ext cx="2260376" cy="341188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</p:spPr>
      </p:pic>
      <p:sp>
        <p:nvSpPr>
          <p:cNvPr id="3" name="Right Brace 2"/>
          <p:cNvSpPr/>
          <p:nvPr/>
        </p:nvSpPr>
        <p:spPr bwMode="auto">
          <a:xfrm flipH="1">
            <a:off x="3027680" y="914400"/>
            <a:ext cx="447040" cy="2976880"/>
          </a:xfrm>
          <a:prstGeom prst="rightBrace">
            <a:avLst>
              <a:gd name="adj1" fmla="val 39912"/>
              <a:gd name="adj2" fmla="val 5682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ight Brace 30"/>
          <p:cNvSpPr/>
          <p:nvPr/>
        </p:nvSpPr>
        <p:spPr bwMode="auto">
          <a:xfrm flipH="1">
            <a:off x="5842000" y="3159760"/>
            <a:ext cx="447040" cy="3332480"/>
          </a:xfrm>
          <a:prstGeom prst="rightBrace">
            <a:avLst>
              <a:gd name="adj1" fmla="val 39912"/>
              <a:gd name="adj2" fmla="val 631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1411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854764" y="4164496"/>
            <a:ext cx="4651513" cy="23655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5913781" y="4025348"/>
            <a:ext cx="3011557" cy="1540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5893683" y="525448"/>
            <a:ext cx="3001618" cy="29695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solidFill>
              <a:srgbClr val="9966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" y="381000"/>
            <a:ext cx="4482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RGB  to  </a:t>
            </a:r>
            <a:r>
              <a:rPr lang="en-GB" sz="2400" b="1" dirty="0" err="1"/>
              <a:t>Y,Cb,Cr</a:t>
            </a:r>
            <a:r>
              <a:rPr lang="en-GB" sz="2400" b="1" dirty="0"/>
              <a:t> – each pixel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979410" y="2134262"/>
            <a:ext cx="1506989" cy="1504288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845981" y="2012874"/>
            <a:ext cx="1506989" cy="1504288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712552" y="1842931"/>
            <a:ext cx="1506989" cy="1504288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0936" y="5931902"/>
            <a:ext cx="391796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Weighted RGB luminance: </a:t>
            </a:r>
          </a:p>
          <a:p>
            <a:r>
              <a:rPr lang="pt-BR" sz="1400" dirty="0"/>
              <a:t>approx  29% Red + 59% Green + 11% Blue </a:t>
            </a:r>
            <a:endParaRPr lang="en-GB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6028083" y="4140062"/>
            <a:ext cx="178125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similarly, </a:t>
            </a:r>
          </a:p>
          <a:p>
            <a:r>
              <a:rPr lang="en-GB" b="1" dirty="0"/>
              <a:t>Cr = R – Y</a:t>
            </a:r>
          </a:p>
          <a:p>
            <a:endParaRPr lang="en-GB" b="1" dirty="0"/>
          </a:p>
          <a:p>
            <a:r>
              <a:rPr lang="en-GB" b="1" dirty="0"/>
              <a:t>          =         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0590" y="672465"/>
            <a:ext cx="2746586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Cb</a:t>
            </a:r>
            <a:r>
              <a:rPr lang="en-GB" b="1" dirty="0"/>
              <a:t> = B – Y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dirty="0"/>
              <a:t>i.e. 8 bits of </a:t>
            </a:r>
            <a:r>
              <a:rPr lang="en-GB" dirty="0" err="1"/>
              <a:t>Cb</a:t>
            </a:r>
            <a:r>
              <a:rPr lang="en-GB" dirty="0"/>
              <a:t> (0-255)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dirty="0"/>
              <a:t>value of </a:t>
            </a:r>
            <a:r>
              <a:rPr lang="en-GB" dirty="0" err="1"/>
              <a:t>Cb</a:t>
            </a:r>
            <a:r>
              <a:rPr lang="en-GB" dirty="0"/>
              <a:t>:</a:t>
            </a:r>
          </a:p>
          <a:p>
            <a:pPr marL="179388" indent="-179388">
              <a:tabLst>
                <a:tab pos="357188" algn="l"/>
              </a:tabLst>
            </a:pPr>
            <a:r>
              <a:rPr lang="en-GB" dirty="0"/>
              <a:t>		value of original Blue </a:t>
            </a:r>
          </a:p>
          <a:p>
            <a:pPr marL="179388" indent="-179388"/>
            <a:r>
              <a:rPr lang="en-GB" dirty="0"/>
              <a:t>		minus</a:t>
            </a:r>
          </a:p>
          <a:p>
            <a:pPr marL="179388" indent="-179388">
              <a:tabLst>
                <a:tab pos="357188" algn="l"/>
              </a:tabLst>
            </a:pPr>
            <a:r>
              <a:rPr lang="en-GB" dirty="0"/>
              <a:t>		value of </a:t>
            </a:r>
            <a:r>
              <a:rPr lang="en-GB" dirty="0" err="1"/>
              <a:t>luma</a:t>
            </a:r>
            <a:endParaRPr lang="en-GB" dirty="0"/>
          </a:p>
          <a:p>
            <a:pPr marL="179388" indent="-179388">
              <a:tabLst>
                <a:tab pos="357188" algn="l"/>
              </a:tabLst>
            </a:pPr>
            <a:endParaRPr lang="en-GB" dirty="0"/>
          </a:p>
          <a:p>
            <a:pPr marL="179388" indent="-179388">
              <a:tabLst>
                <a:tab pos="357188" algn="l"/>
              </a:tabLst>
            </a:pPr>
            <a:r>
              <a:rPr lang="en-GB" dirty="0"/>
              <a:t>         =           -  </a:t>
            </a:r>
          </a:p>
          <a:p>
            <a:pPr marL="179388" indent="-179388">
              <a:tabLst>
                <a:tab pos="357188" algn="l"/>
              </a:tabLst>
            </a:pPr>
            <a:endParaRPr lang="en-GB" dirty="0"/>
          </a:p>
          <a:p>
            <a:pPr marL="179388" indent="-179388">
              <a:tabLst>
                <a:tab pos="357188" algn="l"/>
              </a:tabLst>
            </a:pPr>
            <a:r>
              <a:rPr lang="en-GB" dirty="0"/>
              <a:t>e.g.</a:t>
            </a:r>
          </a:p>
          <a:p>
            <a:pPr marL="342900" indent="-342900">
              <a:buAutoNum type="arabicPlain" startAt="120"/>
              <a:tabLst>
                <a:tab pos="357188" algn="l"/>
              </a:tabLst>
            </a:pPr>
            <a:r>
              <a:rPr lang="en-GB" dirty="0"/>
              <a:t>=   210  -   90</a:t>
            </a:r>
          </a:p>
          <a:p>
            <a:pPr>
              <a:tabLst>
                <a:tab pos="357188" algn="l"/>
              </a:tabLst>
            </a:pPr>
            <a:endParaRPr lang="en-GB" dirty="0"/>
          </a:p>
          <a:p>
            <a:pPr>
              <a:tabLst>
                <a:tab pos="357188" algn="l"/>
              </a:tabLst>
            </a:pPr>
            <a:r>
              <a:rPr lang="en-GB" dirty="0"/>
              <a:t> </a:t>
            </a:r>
          </a:p>
        </p:txBody>
      </p:sp>
      <p:cxnSp>
        <p:nvCxnSpPr>
          <p:cNvPr id="12" name="Straight Arrow Connector 11"/>
          <p:cNvCxnSpPr/>
          <p:nvPr/>
        </p:nvCxnSpPr>
        <p:spPr bwMode="auto">
          <a:xfrm flipH="1">
            <a:off x="5010150" y="1466850"/>
            <a:ext cx="971550" cy="4953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 flipH="1" flipV="1">
            <a:off x="5224256" y="3429829"/>
            <a:ext cx="808796" cy="71478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Rectangle 13"/>
          <p:cNvSpPr/>
          <p:nvPr/>
        </p:nvSpPr>
        <p:spPr bwMode="auto">
          <a:xfrm>
            <a:off x="1059020" y="2076075"/>
            <a:ext cx="1560355" cy="149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914605" y="1959417"/>
            <a:ext cx="1560355" cy="1495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770191" y="1796096"/>
            <a:ext cx="1560355" cy="1495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" name="Right Arrow 16"/>
          <p:cNvSpPr/>
          <p:nvPr/>
        </p:nvSpPr>
        <p:spPr bwMode="auto">
          <a:xfrm>
            <a:off x="2990850" y="2433338"/>
            <a:ext cx="529216" cy="458298"/>
          </a:xfrm>
          <a:prstGeom prst="rightArrow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" name="Right Brace 17"/>
          <p:cNvSpPr/>
          <p:nvPr/>
        </p:nvSpPr>
        <p:spPr bwMode="auto">
          <a:xfrm rot="5400000">
            <a:off x="1600199" y="3067052"/>
            <a:ext cx="295275" cy="1819275"/>
          </a:xfrm>
          <a:prstGeom prst="rightBrace">
            <a:avLst>
              <a:gd name="adj1" fmla="val 31589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 bwMode="auto">
          <a:xfrm>
            <a:off x="978912" y="4269283"/>
            <a:ext cx="1560355" cy="14958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01111" y="4561877"/>
            <a:ext cx="29250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Overall luminance </a:t>
            </a:r>
          </a:p>
          <a:p>
            <a:r>
              <a:rPr lang="en-GB" sz="1600" dirty="0"/>
              <a:t>i.e. greyscale, monochrome </a:t>
            </a:r>
          </a:p>
          <a:p>
            <a:r>
              <a:rPr lang="en-GB" sz="1600" dirty="0"/>
              <a:t>of this pixel </a:t>
            </a:r>
          </a:p>
          <a:p>
            <a:r>
              <a:rPr lang="en-GB" sz="1600" dirty="0"/>
              <a:t>= Y,  ...  i.e. the </a:t>
            </a:r>
            <a:r>
              <a:rPr lang="en-GB" sz="1600" b="1" i="1" dirty="0" err="1"/>
              <a:t>luma</a:t>
            </a:r>
            <a:endParaRPr lang="en-GB" sz="1600" b="1" i="1" dirty="0"/>
          </a:p>
        </p:txBody>
      </p:sp>
      <p:sp>
        <p:nvSpPr>
          <p:cNvPr id="21" name="Rectangle 20"/>
          <p:cNvSpPr/>
          <p:nvPr/>
        </p:nvSpPr>
        <p:spPr bwMode="auto">
          <a:xfrm>
            <a:off x="6057968" y="2338562"/>
            <a:ext cx="491699" cy="472887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6937498" y="2346959"/>
            <a:ext cx="499621" cy="464489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7737302" y="2336800"/>
            <a:ext cx="511956" cy="48458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6131982" y="4815708"/>
            <a:ext cx="537176" cy="452030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7002025" y="4817592"/>
            <a:ext cx="521897" cy="44020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7836913" y="4805996"/>
            <a:ext cx="531836" cy="47168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 bwMode="auto">
          <a:xfrm flipH="1" flipV="1">
            <a:off x="5234416" y="3460309"/>
            <a:ext cx="808796" cy="714788"/>
          </a:xfrm>
          <a:prstGeom prst="straightConnector1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3689935" y="1837323"/>
            <a:ext cx="8691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1111000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7734" y="3259723"/>
            <a:ext cx="9669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>
                <a:solidFill>
                  <a:srgbClr val="FFFF00"/>
                </a:solidFill>
              </a:rPr>
              <a:t>11010010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055" y="4285883"/>
            <a:ext cx="9669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01011010</a:t>
            </a:r>
          </a:p>
        </p:txBody>
      </p:sp>
    </p:spTree>
    <p:extLst>
      <p:ext uri="{BB962C8B-B14F-4D97-AF65-F5344CB8AC3E}">
        <p14:creationId xmlns:p14="http://schemas.microsoft.com/office/powerpoint/2010/main" val="18261315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121716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765170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31318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08373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63174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17975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950303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498313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046324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88517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3433180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398119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75174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29975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84776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618314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3166323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714334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21716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1765170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231318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108373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163174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217975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950303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1498313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2046324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288517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3433180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398119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275174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329975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384776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2618314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3166323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3714334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21091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175892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30693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107749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1625500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217351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94406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149207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04008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287892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342693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3974950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274550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329351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384152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261207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316008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370809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7" name="Rectangle 56"/>
          <p:cNvSpPr/>
          <p:nvPr/>
        </p:nvSpPr>
        <p:spPr bwMode="auto">
          <a:xfrm>
            <a:off x="121716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1765170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231318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108373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163174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217975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950303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1498313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2046324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288517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3433180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398119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275174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0" name="Rectangle 69"/>
          <p:cNvSpPr/>
          <p:nvPr/>
        </p:nvSpPr>
        <p:spPr bwMode="auto">
          <a:xfrm>
            <a:off x="329975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384776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2618314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3166323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3714334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452233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5070345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7" name="Rectangle 76"/>
          <p:cNvSpPr/>
          <p:nvPr/>
        </p:nvSpPr>
        <p:spPr bwMode="auto">
          <a:xfrm>
            <a:off x="561835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438890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9" name="Rectangle 78"/>
          <p:cNvSpPr/>
          <p:nvPr/>
        </p:nvSpPr>
        <p:spPr bwMode="auto">
          <a:xfrm>
            <a:off x="493691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0" name="Rectangle 79"/>
          <p:cNvSpPr/>
          <p:nvPr/>
        </p:nvSpPr>
        <p:spPr bwMode="auto">
          <a:xfrm>
            <a:off x="548492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1" name="Rectangle 80"/>
          <p:cNvSpPr/>
          <p:nvPr/>
        </p:nvSpPr>
        <p:spPr bwMode="auto">
          <a:xfrm>
            <a:off x="4255478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2" name="Rectangle 81"/>
          <p:cNvSpPr/>
          <p:nvPr/>
        </p:nvSpPr>
        <p:spPr bwMode="auto">
          <a:xfrm>
            <a:off x="4803488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5351499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619034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6738355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728636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7" name="Rectangle 86"/>
          <p:cNvSpPr/>
          <p:nvPr/>
        </p:nvSpPr>
        <p:spPr bwMode="auto">
          <a:xfrm>
            <a:off x="605691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8" name="Rectangle 87"/>
          <p:cNvSpPr/>
          <p:nvPr/>
        </p:nvSpPr>
        <p:spPr bwMode="auto">
          <a:xfrm>
            <a:off x="660492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715293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5923489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1" name="Rectangle 90"/>
          <p:cNvSpPr/>
          <p:nvPr/>
        </p:nvSpPr>
        <p:spPr bwMode="auto">
          <a:xfrm>
            <a:off x="6471498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2" name="Rectangle 91"/>
          <p:cNvSpPr/>
          <p:nvPr/>
        </p:nvSpPr>
        <p:spPr bwMode="auto">
          <a:xfrm>
            <a:off x="7019509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3" name="Rectangle 92"/>
          <p:cNvSpPr/>
          <p:nvPr/>
        </p:nvSpPr>
        <p:spPr bwMode="auto">
          <a:xfrm>
            <a:off x="452233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4" name="Rectangle 93"/>
          <p:cNvSpPr/>
          <p:nvPr/>
        </p:nvSpPr>
        <p:spPr bwMode="auto">
          <a:xfrm>
            <a:off x="5070345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5" name="Rectangle 94"/>
          <p:cNvSpPr/>
          <p:nvPr/>
        </p:nvSpPr>
        <p:spPr bwMode="auto">
          <a:xfrm>
            <a:off x="561835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6" name="Rectangle 95"/>
          <p:cNvSpPr/>
          <p:nvPr/>
        </p:nvSpPr>
        <p:spPr bwMode="auto">
          <a:xfrm>
            <a:off x="438890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493691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548492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9" name="Rectangle 98"/>
          <p:cNvSpPr/>
          <p:nvPr/>
        </p:nvSpPr>
        <p:spPr bwMode="auto">
          <a:xfrm>
            <a:off x="4255478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0" name="Rectangle 99"/>
          <p:cNvSpPr/>
          <p:nvPr/>
        </p:nvSpPr>
        <p:spPr bwMode="auto">
          <a:xfrm>
            <a:off x="4803488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5351499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2" name="Rectangle 101"/>
          <p:cNvSpPr/>
          <p:nvPr/>
        </p:nvSpPr>
        <p:spPr bwMode="auto">
          <a:xfrm>
            <a:off x="619034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6738355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728636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5" name="Rectangle 104"/>
          <p:cNvSpPr/>
          <p:nvPr/>
        </p:nvSpPr>
        <p:spPr bwMode="auto">
          <a:xfrm>
            <a:off x="605691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6" name="Rectangle 105"/>
          <p:cNvSpPr/>
          <p:nvPr/>
        </p:nvSpPr>
        <p:spPr bwMode="auto">
          <a:xfrm>
            <a:off x="660492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7" name="Rectangle 106"/>
          <p:cNvSpPr/>
          <p:nvPr/>
        </p:nvSpPr>
        <p:spPr bwMode="auto">
          <a:xfrm>
            <a:off x="715293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8" name="Rectangle 107"/>
          <p:cNvSpPr/>
          <p:nvPr/>
        </p:nvSpPr>
        <p:spPr bwMode="auto">
          <a:xfrm>
            <a:off x="5923489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9" name="Rectangle 108"/>
          <p:cNvSpPr/>
          <p:nvPr/>
        </p:nvSpPr>
        <p:spPr bwMode="auto">
          <a:xfrm>
            <a:off x="6471498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7019509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451609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506410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3" name="Rectangle 112"/>
          <p:cNvSpPr/>
          <p:nvPr/>
        </p:nvSpPr>
        <p:spPr bwMode="auto">
          <a:xfrm>
            <a:off x="561211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4382666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4930675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5478686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424923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479724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618410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1" name="Rectangle 120"/>
          <p:cNvSpPr/>
          <p:nvPr/>
        </p:nvSpPr>
        <p:spPr bwMode="auto">
          <a:xfrm>
            <a:off x="673211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2" name="Rectangle 121"/>
          <p:cNvSpPr/>
          <p:nvPr/>
        </p:nvSpPr>
        <p:spPr bwMode="auto">
          <a:xfrm>
            <a:off x="7280125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3" name="Rectangle 122"/>
          <p:cNvSpPr/>
          <p:nvPr/>
        </p:nvSpPr>
        <p:spPr bwMode="auto">
          <a:xfrm>
            <a:off x="6050676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4" name="Rectangle 123"/>
          <p:cNvSpPr/>
          <p:nvPr/>
        </p:nvSpPr>
        <p:spPr bwMode="auto">
          <a:xfrm>
            <a:off x="6598686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5" name="Rectangle 124"/>
          <p:cNvSpPr/>
          <p:nvPr/>
        </p:nvSpPr>
        <p:spPr bwMode="auto">
          <a:xfrm>
            <a:off x="7146696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591724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7" name="Rectangle 126"/>
          <p:cNvSpPr/>
          <p:nvPr/>
        </p:nvSpPr>
        <p:spPr bwMode="auto">
          <a:xfrm>
            <a:off x="646525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8" name="Rectangle 127"/>
          <p:cNvSpPr/>
          <p:nvPr/>
        </p:nvSpPr>
        <p:spPr bwMode="auto">
          <a:xfrm>
            <a:off x="701326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9" name="Rectangle 128"/>
          <p:cNvSpPr/>
          <p:nvPr/>
        </p:nvSpPr>
        <p:spPr bwMode="auto">
          <a:xfrm>
            <a:off x="452233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0" name="Rectangle 129"/>
          <p:cNvSpPr/>
          <p:nvPr/>
        </p:nvSpPr>
        <p:spPr bwMode="auto">
          <a:xfrm>
            <a:off x="5070345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1" name="Rectangle 130"/>
          <p:cNvSpPr/>
          <p:nvPr/>
        </p:nvSpPr>
        <p:spPr bwMode="auto">
          <a:xfrm>
            <a:off x="561835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2" name="Rectangle 131"/>
          <p:cNvSpPr/>
          <p:nvPr/>
        </p:nvSpPr>
        <p:spPr bwMode="auto">
          <a:xfrm>
            <a:off x="438890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493691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4" name="Rectangle 133"/>
          <p:cNvSpPr/>
          <p:nvPr/>
        </p:nvSpPr>
        <p:spPr bwMode="auto">
          <a:xfrm>
            <a:off x="548492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5" name="Rectangle 134"/>
          <p:cNvSpPr/>
          <p:nvPr/>
        </p:nvSpPr>
        <p:spPr bwMode="auto">
          <a:xfrm>
            <a:off x="4255478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6" name="Rectangle 135"/>
          <p:cNvSpPr/>
          <p:nvPr/>
        </p:nvSpPr>
        <p:spPr bwMode="auto">
          <a:xfrm>
            <a:off x="4803488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7" name="Rectangle 136"/>
          <p:cNvSpPr/>
          <p:nvPr/>
        </p:nvSpPr>
        <p:spPr bwMode="auto">
          <a:xfrm>
            <a:off x="5351499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8" name="Rectangle 137"/>
          <p:cNvSpPr/>
          <p:nvPr/>
        </p:nvSpPr>
        <p:spPr bwMode="auto">
          <a:xfrm>
            <a:off x="619034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6738355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728636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605691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660492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715293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5923489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6471498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6" name="Rectangle 145"/>
          <p:cNvSpPr/>
          <p:nvPr/>
        </p:nvSpPr>
        <p:spPr bwMode="auto">
          <a:xfrm>
            <a:off x="7019509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7" name="Rectangle 146"/>
          <p:cNvSpPr/>
          <p:nvPr/>
        </p:nvSpPr>
        <p:spPr bwMode="auto">
          <a:xfrm>
            <a:off x="120763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1755645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230365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107420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162221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217022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940778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1488788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5" name="Rectangle 154"/>
          <p:cNvSpPr/>
          <p:nvPr/>
        </p:nvSpPr>
        <p:spPr bwMode="auto">
          <a:xfrm>
            <a:off x="2036799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6" name="Rectangle 155"/>
          <p:cNvSpPr/>
          <p:nvPr/>
        </p:nvSpPr>
        <p:spPr bwMode="auto">
          <a:xfrm>
            <a:off x="287564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3423655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397166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274221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329022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1" name="Rectangle 160"/>
          <p:cNvSpPr/>
          <p:nvPr/>
        </p:nvSpPr>
        <p:spPr bwMode="auto">
          <a:xfrm>
            <a:off x="383823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2608789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3" name="Rectangle 162"/>
          <p:cNvSpPr/>
          <p:nvPr/>
        </p:nvSpPr>
        <p:spPr bwMode="auto">
          <a:xfrm>
            <a:off x="3156798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4" name="Rectangle 163"/>
          <p:cNvSpPr/>
          <p:nvPr/>
        </p:nvSpPr>
        <p:spPr bwMode="auto">
          <a:xfrm>
            <a:off x="3704809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5" name="Rectangle 164"/>
          <p:cNvSpPr/>
          <p:nvPr/>
        </p:nvSpPr>
        <p:spPr bwMode="auto">
          <a:xfrm>
            <a:off x="120763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6" name="Rectangle 165"/>
          <p:cNvSpPr/>
          <p:nvPr/>
        </p:nvSpPr>
        <p:spPr bwMode="auto">
          <a:xfrm>
            <a:off x="1755645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7" name="Rectangle 166"/>
          <p:cNvSpPr/>
          <p:nvPr/>
        </p:nvSpPr>
        <p:spPr bwMode="auto">
          <a:xfrm>
            <a:off x="230365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8" name="Rectangle 167"/>
          <p:cNvSpPr/>
          <p:nvPr/>
        </p:nvSpPr>
        <p:spPr bwMode="auto">
          <a:xfrm>
            <a:off x="107420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9" name="Rectangle 168"/>
          <p:cNvSpPr/>
          <p:nvPr/>
        </p:nvSpPr>
        <p:spPr bwMode="auto">
          <a:xfrm>
            <a:off x="162221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0" name="Rectangle 169"/>
          <p:cNvSpPr/>
          <p:nvPr/>
        </p:nvSpPr>
        <p:spPr bwMode="auto">
          <a:xfrm>
            <a:off x="217022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1" name="Rectangle 170"/>
          <p:cNvSpPr/>
          <p:nvPr/>
        </p:nvSpPr>
        <p:spPr bwMode="auto">
          <a:xfrm>
            <a:off x="940778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2" name="Rectangle 171"/>
          <p:cNvSpPr/>
          <p:nvPr/>
        </p:nvSpPr>
        <p:spPr bwMode="auto">
          <a:xfrm>
            <a:off x="1488788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3" name="Rectangle 172"/>
          <p:cNvSpPr/>
          <p:nvPr/>
        </p:nvSpPr>
        <p:spPr bwMode="auto">
          <a:xfrm>
            <a:off x="2036799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4" name="Rectangle 173"/>
          <p:cNvSpPr/>
          <p:nvPr/>
        </p:nvSpPr>
        <p:spPr bwMode="auto">
          <a:xfrm>
            <a:off x="287564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5" name="Rectangle 174"/>
          <p:cNvSpPr/>
          <p:nvPr/>
        </p:nvSpPr>
        <p:spPr bwMode="auto">
          <a:xfrm>
            <a:off x="3423655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6" name="Rectangle 175"/>
          <p:cNvSpPr/>
          <p:nvPr/>
        </p:nvSpPr>
        <p:spPr bwMode="auto">
          <a:xfrm>
            <a:off x="397166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7" name="Rectangle 176"/>
          <p:cNvSpPr/>
          <p:nvPr/>
        </p:nvSpPr>
        <p:spPr bwMode="auto">
          <a:xfrm>
            <a:off x="274221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8" name="Rectangle 177"/>
          <p:cNvSpPr/>
          <p:nvPr/>
        </p:nvSpPr>
        <p:spPr bwMode="auto">
          <a:xfrm>
            <a:off x="329022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9" name="Rectangle 178"/>
          <p:cNvSpPr/>
          <p:nvPr/>
        </p:nvSpPr>
        <p:spPr bwMode="auto">
          <a:xfrm>
            <a:off x="383823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0" name="Rectangle 179"/>
          <p:cNvSpPr/>
          <p:nvPr/>
        </p:nvSpPr>
        <p:spPr bwMode="auto">
          <a:xfrm>
            <a:off x="2608789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1" name="Rectangle 180"/>
          <p:cNvSpPr/>
          <p:nvPr/>
        </p:nvSpPr>
        <p:spPr bwMode="auto">
          <a:xfrm>
            <a:off x="3156798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2" name="Rectangle 181"/>
          <p:cNvSpPr/>
          <p:nvPr/>
        </p:nvSpPr>
        <p:spPr bwMode="auto">
          <a:xfrm>
            <a:off x="3704809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3" name="Rectangle 182"/>
          <p:cNvSpPr/>
          <p:nvPr/>
        </p:nvSpPr>
        <p:spPr bwMode="auto">
          <a:xfrm>
            <a:off x="120139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4" name="Rectangle 183"/>
          <p:cNvSpPr/>
          <p:nvPr/>
        </p:nvSpPr>
        <p:spPr bwMode="auto">
          <a:xfrm>
            <a:off x="174940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5" name="Rectangle 184"/>
          <p:cNvSpPr/>
          <p:nvPr/>
        </p:nvSpPr>
        <p:spPr bwMode="auto">
          <a:xfrm>
            <a:off x="229741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6" name="Rectangle 185"/>
          <p:cNvSpPr/>
          <p:nvPr/>
        </p:nvSpPr>
        <p:spPr bwMode="auto">
          <a:xfrm>
            <a:off x="106796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7" name="Rectangle 186"/>
          <p:cNvSpPr/>
          <p:nvPr/>
        </p:nvSpPr>
        <p:spPr bwMode="auto">
          <a:xfrm>
            <a:off x="1615975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8" name="Rectangle 187"/>
          <p:cNvSpPr/>
          <p:nvPr/>
        </p:nvSpPr>
        <p:spPr bwMode="auto">
          <a:xfrm>
            <a:off x="216398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9" name="Rectangle 188"/>
          <p:cNvSpPr/>
          <p:nvPr/>
        </p:nvSpPr>
        <p:spPr bwMode="auto">
          <a:xfrm>
            <a:off x="93453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0" name="Rectangle 189"/>
          <p:cNvSpPr/>
          <p:nvPr/>
        </p:nvSpPr>
        <p:spPr bwMode="auto">
          <a:xfrm>
            <a:off x="148254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1" name="Rectangle 190"/>
          <p:cNvSpPr/>
          <p:nvPr/>
        </p:nvSpPr>
        <p:spPr bwMode="auto">
          <a:xfrm>
            <a:off x="203055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2" name="Rectangle 191"/>
          <p:cNvSpPr/>
          <p:nvPr/>
        </p:nvSpPr>
        <p:spPr bwMode="auto">
          <a:xfrm>
            <a:off x="286940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3" name="Rectangle 192"/>
          <p:cNvSpPr/>
          <p:nvPr/>
        </p:nvSpPr>
        <p:spPr bwMode="auto">
          <a:xfrm>
            <a:off x="341741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4" name="Rectangle 193"/>
          <p:cNvSpPr/>
          <p:nvPr/>
        </p:nvSpPr>
        <p:spPr bwMode="auto">
          <a:xfrm>
            <a:off x="3965425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5" name="Rectangle 194"/>
          <p:cNvSpPr/>
          <p:nvPr/>
        </p:nvSpPr>
        <p:spPr bwMode="auto">
          <a:xfrm>
            <a:off x="273597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6" name="Rectangle 195"/>
          <p:cNvSpPr/>
          <p:nvPr/>
        </p:nvSpPr>
        <p:spPr bwMode="auto">
          <a:xfrm>
            <a:off x="328398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7" name="Rectangle 196"/>
          <p:cNvSpPr/>
          <p:nvPr/>
        </p:nvSpPr>
        <p:spPr bwMode="auto">
          <a:xfrm>
            <a:off x="383199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8" name="Rectangle 197"/>
          <p:cNvSpPr/>
          <p:nvPr/>
        </p:nvSpPr>
        <p:spPr bwMode="auto">
          <a:xfrm>
            <a:off x="260254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9" name="Rectangle 198"/>
          <p:cNvSpPr/>
          <p:nvPr/>
        </p:nvSpPr>
        <p:spPr bwMode="auto">
          <a:xfrm>
            <a:off x="315055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0" name="Rectangle 199"/>
          <p:cNvSpPr/>
          <p:nvPr/>
        </p:nvSpPr>
        <p:spPr bwMode="auto">
          <a:xfrm>
            <a:off x="369856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1" name="Rectangle 200"/>
          <p:cNvSpPr/>
          <p:nvPr/>
        </p:nvSpPr>
        <p:spPr bwMode="auto">
          <a:xfrm>
            <a:off x="120763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2" name="Rectangle 201"/>
          <p:cNvSpPr/>
          <p:nvPr/>
        </p:nvSpPr>
        <p:spPr bwMode="auto">
          <a:xfrm>
            <a:off x="1755645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3" name="Rectangle 202"/>
          <p:cNvSpPr/>
          <p:nvPr/>
        </p:nvSpPr>
        <p:spPr bwMode="auto">
          <a:xfrm>
            <a:off x="230365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4" name="Rectangle 203"/>
          <p:cNvSpPr/>
          <p:nvPr/>
        </p:nvSpPr>
        <p:spPr bwMode="auto">
          <a:xfrm>
            <a:off x="107420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5" name="Rectangle 204"/>
          <p:cNvSpPr/>
          <p:nvPr/>
        </p:nvSpPr>
        <p:spPr bwMode="auto">
          <a:xfrm>
            <a:off x="162221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6" name="Rectangle 205"/>
          <p:cNvSpPr/>
          <p:nvPr/>
        </p:nvSpPr>
        <p:spPr bwMode="auto">
          <a:xfrm>
            <a:off x="217022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7" name="Rectangle 206"/>
          <p:cNvSpPr/>
          <p:nvPr/>
        </p:nvSpPr>
        <p:spPr bwMode="auto">
          <a:xfrm>
            <a:off x="940778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8" name="Rectangle 207"/>
          <p:cNvSpPr/>
          <p:nvPr/>
        </p:nvSpPr>
        <p:spPr bwMode="auto">
          <a:xfrm>
            <a:off x="1488788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9" name="Rectangle 208"/>
          <p:cNvSpPr/>
          <p:nvPr/>
        </p:nvSpPr>
        <p:spPr bwMode="auto">
          <a:xfrm>
            <a:off x="2036799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0" name="Rectangle 209"/>
          <p:cNvSpPr/>
          <p:nvPr/>
        </p:nvSpPr>
        <p:spPr bwMode="auto">
          <a:xfrm>
            <a:off x="287564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1" name="Rectangle 210"/>
          <p:cNvSpPr/>
          <p:nvPr/>
        </p:nvSpPr>
        <p:spPr bwMode="auto">
          <a:xfrm>
            <a:off x="3423655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2" name="Rectangle 211"/>
          <p:cNvSpPr/>
          <p:nvPr/>
        </p:nvSpPr>
        <p:spPr bwMode="auto">
          <a:xfrm>
            <a:off x="397166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3" name="Rectangle 212"/>
          <p:cNvSpPr/>
          <p:nvPr/>
        </p:nvSpPr>
        <p:spPr bwMode="auto">
          <a:xfrm>
            <a:off x="274221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4" name="Rectangle 213"/>
          <p:cNvSpPr/>
          <p:nvPr/>
        </p:nvSpPr>
        <p:spPr bwMode="auto">
          <a:xfrm>
            <a:off x="329022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5" name="Rectangle 214"/>
          <p:cNvSpPr/>
          <p:nvPr/>
        </p:nvSpPr>
        <p:spPr bwMode="auto">
          <a:xfrm>
            <a:off x="383823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6" name="Rectangle 215"/>
          <p:cNvSpPr/>
          <p:nvPr/>
        </p:nvSpPr>
        <p:spPr bwMode="auto">
          <a:xfrm>
            <a:off x="2608789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7" name="Rectangle 216"/>
          <p:cNvSpPr/>
          <p:nvPr/>
        </p:nvSpPr>
        <p:spPr bwMode="auto">
          <a:xfrm>
            <a:off x="3156798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8" name="Rectangle 217"/>
          <p:cNvSpPr/>
          <p:nvPr/>
        </p:nvSpPr>
        <p:spPr bwMode="auto">
          <a:xfrm>
            <a:off x="3704809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9" name="Rectangle 218"/>
          <p:cNvSpPr/>
          <p:nvPr/>
        </p:nvSpPr>
        <p:spPr bwMode="auto">
          <a:xfrm>
            <a:off x="451281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0" name="Rectangle 219"/>
          <p:cNvSpPr/>
          <p:nvPr/>
        </p:nvSpPr>
        <p:spPr bwMode="auto">
          <a:xfrm>
            <a:off x="5060820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1" name="Rectangle 220"/>
          <p:cNvSpPr/>
          <p:nvPr/>
        </p:nvSpPr>
        <p:spPr bwMode="auto">
          <a:xfrm>
            <a:off x="560883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2" name="Rectangle 221"/>
          <p:cNvSpPr/>
          <p:nvPr/>
        </p:nvSpPr>
        <p:spPr bwMode="auto">
          <a:xfrm>
            <a:off x="437938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3" name="Rectangle 222"/>
          <p:cNvSpPr/>
          <p:nvPr/>
        </p:nvSpPr>
        <p:spPr bwMode="auto">
          <a:xfrm>
            <a:off x="492739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4" name="Rectangle 223"/>
          <p:cNvSpPr/>
          <p:nvPr/>
        </p:nvSpPr>
        <p:spPr bwMode="auto">
          <a:xfrm>
            <a:off x="547540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5" name="Rectangle 224"/>
          <p:cNvSpPr/>
          <p:nvPr/>
        </p:nvSpPr>
        <p:spPr bwMode="auto">
          <a:xfrm>
            <a:off x="4245953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6" name="Rectangle 225"/>
          <p:cNvSpPr/>
          <p:nvPr/>
        </p:nvSpPr>
        <p:spPr bwMode="auto">
          <a:xfrm>
            <a:off x="4793963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7" name="Rectangle 226"/>
          <p:cNvSpPr/>
          <p:nvPr/>
        </p:nvSpPr>
        <p:spPr bwMode="auto">
          <a:xfrm>
            <a:off x="5341974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8" name="Rectangle 227"/>
          <p:cNvSpPr/>
          <p:nvPr/>
        </p:nvSpPr>
        <p:spPr bwMode="auto">
          <a:xfrm>
            <a:off x="618082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9" name="Rectangle 228"/>
          <p:cNvSpPr/>
          <p:nvPr/>
        </p:nvSpPr>
        <p:spPr bwMode="auto">
          <a:xfrm>
            <a:off x="6728830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0" name="Rectangle 229"/>
          <p:cNvSpPr/>
          <p:nvPr/>
        </p:nvSpPr>
        <p:spPr bwMode="auto">
          <a:xfrm>
            <a:off x="727684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1" name="Rectangle 230"/>
          <p:cNvSpPr/>
          <p:nvPr/>
        </p:nvSpPr>
        <p:spPr bwMode="auto">
          <a:xfrm>
            <a:off x="604739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2" name="Rectangle 231"/>
          <p:cNvSpPr/>
          <p:nvPr/>
        </p:nvSpPr>
        <p:spPr bwMode="auto">
          <a:xfrm>
            <a:off x="659540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3" name="Rectangle 232"/>
          <p:cNvSpPr/>
          <p:nvPr/>
        </p:nvSpPr>
        <p:spPr bwMode="auto">
          <a:xfrm>
            <a:off x="714341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4" name="Rectangle 233"/>
          <p:cNvSpPr/>
          <p:nvPr/>
        </p:nvSpPr>
        <p:spPr bwMode="auto">
          <a:xfrm>
            <a:off x="5913964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5" name="Rectangle 234"/>
          <p:cNvSpPr/>
          <p:nvPr/>
        </p:nvSpPr>
        <p:spPr bwMode="auto">
          <a:xfrm>
            <a:off x="6461973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6" name="Rectangle 235"/>
          <p:cNvSpPr/>
          <p:nvPr/>
        </p:nvSpPr>
        <p:spPr bwMode="auto">
          <a:xfrm>
            <a:off x="7009984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7" name="Rectangle 236"/>
          <p:cNvSpPr/>
          <p:nvPr/>
        </p:nvSpPr>
        <p:spPr bwMode="auto">
          <a:xfrm>
            <a:off x="451281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8" name="Rectangle 237"/>
          <p:cNvSpPr/>
          <p:nvPr/>
        </p:nvSpPr>
        <p:spPr bwMode="auto">
          <a:xfrm>
            <a:off x="5060820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9" name="Rectangle 238"/>
          <p:cNvSpPr/>
          <p:nvPr/>
        </p:nvSpPr>
        <p:spPr bwMode="auto">
          <a:xfrm>
            <a:off x="560883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0" name="Rectangle 239"/>
          <p:cNvSpPr/>
          <p:nvPr/>
        </p:nvSpPr>
        <p:spPr bwMode="auto">
          <a:xfrm>
            <a:off x="437938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1" name="Rectangle 240"/>
          <p:cNvSpPr/>
          <p:nvPr/>
        </p:nvSpPr>
        <p:spPr bwMode="auto">
          <a:xfrm>
            <a:off x="492739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2" name="Rectangle 241"/>
          <p:cNvSpPr/>
          <p:nvPr/>
        </p:nvSpPr>
        <p:spPr bwMode="auto">
          <a:xfrm>
            <a:off x="547540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3" name="Rectangle 242"/>
          <p:cNvSpPr/>
          <p:nvPr/>
        </p:nvSpPr>
        <p:spPr bwMode="auto">
          <a:xfrm>
            <a:off x="4245953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4" name="Rectangle 243"/>
          <p:cNvSpPr/>
          <p:nvPr/>
        </p:nvSpPr>
        <p:spPr bwMode="auto">
          <a:xfrm>
            <a:off x="4793963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5" name="Rectangle 244"/>
          <p:cNvSpPr/>
          <p:nvPr/>
        </p:nvSpPr>
        <p:spPr bwMode="auto">
          <a:xfrm>
            <a:off x="5341974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6" name="Rectangle 245"/>
          <p:cNvSpPr/>
          <p:nvPr/>
        </p:nvSpPr>
        <p:spPr bwMode="auto">
          <a:xfrm>
            <a:off x="618082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7" name="Rectangle 246"/>
          <p:cNvSpPr/>
          <p:nvPr/>
        </p:nvSpPr>
        <p:spPr bwMode="auto">
          <a:xfrm>
            <a:off x="6728830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8" name="Rectangle 247"/>
          <p:cNvSpPr/>
          <p:nvPr/>
        </p:nvSpPr>
        <p:spPr bwMode="auto">
          <a:xfrm>
            <a:off x="727684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9" name="Rectangle 248"/>
          <p:cNvSpPr/>
          <p:nvPr/>
        </p:nvSpPr>
        <p:spPr bwMode="auto">
          <a:xfrm>
            <a:off x="604739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0" name="Rectangle 249"/>
          <p:cNvSpPr/>
          <p:nvPr/>
        </p:nvSpPr>
        <p:spPr bwMode="auto">
          <a:xfrm>
            <a:off x="659540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1" name="Rectangle 250"/>
          <p:cNvSpPr/>
          <p:nvPr/>
        </p:nvSpPr>
        <p:spPr bwMode="auto">
          <a:xfrm>
            <a:off x="714341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2" name="Rectangle 251"/>
          <p:cNvSpPr/>
          <p:nvPr/>
        </p:nvSpPr>
        <p:spPr bwMode="auto">
          <a:xfrm>
            <a:off x="5913964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3" name="Rectangle 252"/>
          <p:cNvSpPr/>
          <p:nvPr/>
        </p:nvSpPr>
        <p:spPr bwMode="auto">
          <a:xfrm>
            <a:off x="6461973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4" name="Rectangle 253"/>
          <p:cNvSpPr/>
          <p:nvPr/>
        </p:nvSpPr>
        <p:spPr bwMode="auto">
          <a:xfrm>
            <a:off x="7009984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5" name="Rectangle 254"/>
          <p:cNvSpPr/>
          <p:nvPr/>
        </p:nvSpPr>
        <p:spPr bwMode="auto">
          <a:xfrm>
            <a:off x="450656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6" name="Rectangle 255"/>
          <p:cNvSpPr/>
          <p:nvPr/>
        </p:nvSpPr>
        <p:spPr bwMode="auto">
          <a:xfrm>
            <a:off x="505457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7" name="Rectangle 256"/>
          <p:cNvSpPr/>
          <p:nvPr/>
        </p:nvSpPr>
        <p:spPr bwMode="auto">
          <a:xfrm>
            <a:off x="560258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8" name="Rectangle 257"/>
          <p:cNvSpPr/>
          <p:nvPr/>
        </p:nvSpPr>
        <p:spPr bwMode="auto">
          <a:xfrm>
            <a:off x="4373141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9" name="Rectangle 258"/>
          <p:cNvSpPr/>
          <p:nvPr/>
        </p:nvSpPr>
        <p:spPr bwMode="auto">
          <a:xfrm>
            <a:off x="4921150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0" name="Rectangle 259"/>
          <p:cNvSpPr/>
          <p:nvPr/>
        </p:nvSpPr>
        <p:spPr bwMode="auto">
          <a:xfrm>
            <a:off x="5469161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1" name="Rectangle 260"/>
          <p:cNvSpPr/>
          <p:nvPr/>
        </p:nvSpPr>
        <p:spPr bwMode="auto">
          <a:xfrm>
            <a:off x="423971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2" name="Rectangle 261"/>
          <p:cNvSpPr/>
          <p:nvPr/>
        </p:nvSpPr>
        <p:spPr bwMode="auto">
          <a:xfrm>
            <a:off x="478772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3" name="Rectangle 262"/>
          <p:cNvSpPr/>
          <p:nvPr/>
        </p:nvSpPr>
        <p:spPr bwMode="auto">
          <a:xfrm>
            <a:off x="533573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4" name="Rectangle 263"/>
          <p:cNvSpPr/>
          <p:nvPr/>
        </p:nvSpPr>
        <p:spPr bwMode="auto">
          <a:xfrm>
            <a:off x="617457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5" name="Rectangle 264"/>
          <p:cNvSpPr/>
          <p:nvPr/>
        </p:nvSpPr>
        <p:spPr bwMode="auto">
          <a:xfrm>
            <a:off x="672258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6" name="Rectangle 265"/>
          <p:cNvSpPr/>
          <p:nvPr/>
        </p:nvSpPr>
        <p:spPr bwMode="auto">
          <a:xfrm>
            <a:off x="7270600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7" name="Rectangle 266"/>
          <p:cNvSpPr/>
          <p:nvPr/>
        </p:nvSpPr>
        <p:spPr bwMode="auto">
          <a:xfrm>
            <a:off x="6041151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8" name="Rectangle 267"/>
          <p:cNvSpPr/>
          <p:nvPr/>
        </p:nvSpPr>
        <p:spPr bwMode="auto">
          <a:xfrm>
            <a:off x="6589161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9" name="Rectangle 268"/>
          <p:cNvSpPr/>
          <p:nvPr/>
        </p:nvSpPr>
        <p:spPr bwMode="auto">
          <a:xfrm>
            <a:off x="7137171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0" name="Rectangle 269"/>
          <p:cNvSpPr/>
          <p:nvPr/>
        </p:nvSpPr>
        <p:spPr bwMode="auto">
          <a:xfrm>
            <a:off x="590772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1" name="Rectangle 270"/>
          <p:cNvSpPr/>
          <p:nvPr/>
        </p:nvSpPr>
        <p:spPr bwMode="auto">
          <a:xfrm>
            <a:off x="645573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2" name="Rectangle 271"/>
          <p:cNvSpPr/>
          <p:nvPr/>
        </p:nvSpPr>
        <p:spPr bwMode="auto">
          <a:xfrm>
            <a:off x="700374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3" name="Rectangle 272"/>
          <p:cNvSpPr/>
          <p:nvPr/>
        </p:nvSpPr>
        <p:spPr bwMode="auto">
          <a:xfrm>
            <a:off x="451281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4" name="Rectangle 273"/>
          <p:cNvSpPr/>
          <p:nvPr/>
        </p:nvSpPr>
        <p:spPr bwMode="auto">
          <a:xfrm>
            <a:off x="5060820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5" name="Rectangle 274"/>
          <p:cNvSpPr/>
          <p:nvPr/>
        </p:nvSpPr>
        <p:spPr bwMode="auto">
          <a:xfrm>
            <a:off x="560883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6" name="Rectangle 275"/>
          <p:cNvSpPr/>
          <p:nvPr/>
        </p:nvSpPr>
        <p:spPr bwMode="auto">
          <a:xfrm>
            <a:off x="437938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7" name="Rectangle 276"/>
          <p:cNvSpPr/>
          <p:nvPr/>
        </p:nvSpPr>
        <p:spPr bwMode="auto">
          <a:xfrm>
            <a:off x="492739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8" name="Rectangle 277"/>
          <p:cNvSpPr/>
          <p:nvPr/>
        </p:nvSpPr>
        <p:spPr bwMode="auto">
          <a:xfrm>
            <a:off x="547540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9" name="Rectangle 278"/>
          <p:cNvSpPr/>
          <p:nvPr/>
        </p:nvSpPr>
        <p:spPr bwMode="auto">
          <a:xfrm>
            <a:off x="4245953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0" name="Rectangle 279"/>
          <p:cNvSpPr/>
          <p:nvPr/>
        </p:nvSpPr>
        <p:spPr bwMode="auto">
          <a:xfrm>
            <a:off x="4793963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1" name="Rectangle 280"/>
          <p:cNvSpPr/>
          <p:nvPr/>
        </p:nvSpPr>
        <p:spPr bwMode="auto">
          <a:xfrm>
            <a:off x="5341974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2" name="Rectangle 281"/>
          <p:cNvSpPr/>
          <p:nvPr/>
        </p:nvSpPr>
        <p:spPr bwMode="auto">
          <a:xfrm>
            <a:off x="618082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3" name="Rectangle 282"/>
          <p:cNvSpPr/>
          <p:nvPr/>
        </p:nvSpPr>
        <p:spPr bwMode="auto">
          <a:xfrm>
            <a:off x="6728830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4" name="Rectangle 283"/>
          <p:cNvSpPr/>
          <p:nvPr/>
        </p:nvSpPr>
        <p:spPr bwMode="auto">
          <a:xfrm>
            <a:off x="727684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5" name="Rectangle 284"/>
          <p:cNvSpPr/>
          <p:nvPr/>
        </p:nvSpPr>
        <p:spPr bwMode="auto">
          <a:xfrm>
            <a:off x="604739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6" name="Rectangle 285"/>
          <p:cNvSpPr/>
          <p:nvPr/>
        </p:nvSpPr>
        <p:spPr bwMode="auto">
          <a:xfrm>
            <a:off x="659540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7" name="Rectangle 286"/>
          <p:cNvSpPr/>
          <p:nvPr/>
        </p:nvSpPr>
        <p:spPr bwMode="auto">
          <a:xfrm>
            <a:off x="714341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8" name="Rectangle 287"/>
          <p:cNvSpPr/>
          <p:nvPr/>
        </p:nvSpPr>
        <p:spPr bwMode="auto">
          <a:xfrm>
            <a:off x="5913964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9" name="Rectangle 288"/>
          <p:cNvSpPr/>
          <p:nvPr/>
        </p:nvSpPr>
        <p:spPr bwMode="auto">
          <a:xfrm>
            <a:off x="6461973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0" name="Rectangle 289"/>
          <p:cNvSpPr/>
          <p:nvPr/>
        </p:nvSpPr>
        <p:spPr bwMode="auto">
          <a:xfrm>
            <a:off x="7009984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381000" y="381000"/>
            <a:ext cx="6697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/>
              <a:t>Y,Cb,Cr</a:t>
            </a:r>
            <a:r>
              <a:rPr lang="en-GB" sz="2400" b="1" dirty="0"/>
              <a:t> – for image of </a:t>
            </a:r>
            <a:r>
              <a:rPr lang="en-GB" sz="2400" b="1" i="1" dirty="0"/>
              <a:t>x</a:t>
            </a:r>
            <a:r>
              <a:rPr lang="en-GB" sz="2400" b="1" dirty="0"/>
              <a:t> </a:t>
            </a:r>
            <a:r>
              <a:rPr lang="en-GB" sz="1400" b="1" dirty="0"/>
              <a:t>x </a:t>
            </a:r>
            <a:r>
              <a:rPr lang="en-GB" sz="2400" b="1" i="1" dirty="0"/>
              <a:t>y</a:t>
            </a:r>
            <a:r>
              <a:rPr lang="en-GB" sz="2400" b="1" dirty="0"/>
              <a:t> pixels in “4:4:4”</a:t>
            </a:r>
          </a:p>
        </p:txBody>
      </p:sp>
      <p:cxnSp>
        <p:nvCxnSpPr>
          <p:cNvPr id="293" name="Straight Arrow Connector 292"/>
          <p:cNvCxnSpPr/>
          <p:nvPr/>
        </p:nvCxnSpPr>
        <p:spPr bwMode="auto">
          <a:xfrm>
            <a:off x="1003852" y="6092687"/>
            <a:ext cx="6738731" cy="993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4" name="Straight Arrow Connector 293"/>
          <p:cNvCxnSpPr/>
          <p:nvPr/>
        </p:nvCxnSpPr>
        <p:spPr bwMode="auto">
          <a:xfrm flipH="1" flipV="1">
            <a:off x="7861853" y="1023730"/>
            <a:ext cx="29817" cy="504907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6" name="TextBox 295"/>
          <p:cNvSpPr txBox="1"/>
          <p:nvPr/>
        </p:nvSpPr>
        <p:spPr>
          <a:xfrm>
            <a:off x="3916017" y="6132443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x pixels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7955202" y="319046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y pixels</a:t>
            </a:r>
          </a:p>
        </p:txBody>
      </p:sp>
      <p:sp>
        <p:nvSpPr>
          <p:cNvPr id="295" name="Rectangle 294"/>
          <p:cNvSpPr/>
          <p:nvPr/>
        </p:nvSpPr>
        <p:spPr bwMode="auto">
          <a:xfrm>
            <a:off x="535604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9889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21716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1765170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231318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08373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50303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88517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433180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398119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329975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166323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21716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765170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31318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08373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950303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288517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3433180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398119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329975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3166323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21091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75892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30693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749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94406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87892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42693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3974950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329351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316008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121716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7" name="Rectangle 56"/>
          <p:cNvSpPr/>
          <p:nvPr/>
        </p:nvSpPr>
        <p:spPr bwMode="auto">
          <a:xfrm>
            <a:off x="1765170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231318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108373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950303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288517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3433180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398119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329975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3166323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452233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5070345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561835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9" name="Rectangle 78"/>
          <p:cNvSpPr/>
          <p:nvPr/>
        </p:nvSpPr>
        <p:spPr bwMode="auto">
          <a:xfrm>
            <a:off x="548492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2" name="Rectangle 81"/>
          <p:cNvSpPr/>
          <p:nvPr/>
        </p:nvSpPr>
        <p:spPr bwMode="auto">
          <a:xfrm>
            <a:off x="5351499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619034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6738355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728636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2" name="Rectangle 91"/>
          <p:cNvSpPr/>
          <p:nvPr/>
        </p:nvSpPr>
        <p:spPr bwMode="auto">
          <a:xfrm>
            <a:off x="452233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3" name="Rectangle 92"/>
          <p:cNvSpPr/>
          <p:nvPr/>
        </p:nvSpPr>
        <p:spPr bwMode="auto">
          <a:xfrm>
            <a:off x="5070345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4" name="Rectangle 93"/>
          <p:cNvSpPr/>
          <p:nvPr/>
        </p:nvSpPr>
        <p:spPr bwMode="auto">
          <a:xfrm>
            <a:off x="561835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548492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0" name="Rectangle 99"/>
          <p:cNvSpPr/>
          <p:nvPr/>
        </p:nvSpPr>
        <p:spPr bwMode="auto">
          <a:xfrm>
            <a:off x="5351499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619034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2" name="Rectangle 101"/>
          <p:cNvSpPr/>
          <p:nvPr/>
        </p:nvSpPr>
        <p:spPr bwMode="auto">
          <a:xfrm>
            <a:off x="6738355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728636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451609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506410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561211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5478686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534525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9" name="Rectangle 118"/>
          <p:cNvSpPr/>
          <p:nvPr/>
        </p:nvSpPr>
        <p:spPr bwMode="auto">
          <a:xfrm>
            <a:off x="618410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673211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1" name="Rectangle 120"/>
          <p:cNvSpPr/>
          <p:nvPr/>
        </p:nvSpPr>
        <p:spPr bwMode="auto">
          <a:xfrm>
            <a:off x="7280125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8" name="Rectangle 127"/>
          <p:cNvSpPr/>
          <p:nvPr/>
        </p:nvSpPr>
        <p:spPr bwMode="auto">
          <a:xfrm>
            <a:off x="452233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9" name="Rectangle 128"/>
          <p:cNvSpPr/>
          <p:nvPr/>
        </p:nvSpPr>
        <p:spPr bwMode="auto">
          <a:xfrm>
            <a:off x="5070345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0" name="Rectangle 129"/>
          <p:cNvSpPr/>
          <p:nvPr/>
        </p:nvSpPr>
        <p:spPr bwMode="auto">
          <a:xfrm>
            <a:off x="561835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548492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6" name="Rectangle 135"/>
          <p:cNvSpPr/>
          <p:nvPr/>
        </p:nvSpPr>
        <p:spPr bwMode="auto">
          <a:xfrm>
            <a:off x="5351499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7" name="Rectangle 136"/>
          <p:cNvSpPr/>
          <p:nvPr/>
        </p:nvSpPr>
        <p:spPr bwMode="auto">
          <a:xfrm>
            <a:off x="619034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8" name="Rectangle 137"/>
          <p:cNvSpPr/>
          <p:nvPr/>
        </p:nvSpPr>
        <p:spPr bwMode="auto">
          <a:xfrm>
            <a:off x="6738355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728636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6" name="Rectangle 145"/>
          <p:cNvSpPr/>
          <p:nvPr/>
        </p:nvSpPr>
        <p:spPr bwMode="auto">
          <a:xfrm>
            <a:off x="120763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7" name="Rectangle 146"/>
          <p:cNvSpPr/>
          <p:nvPr/>
        </p:nvSpPr>
        <p:spPr bwMode="auto">
          <a:xfrm>
            <a:off x="1755645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230365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107420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940778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5" name="Rectangle 154"/>
          <p:cNvSpPr/>
          <p:nvPr/>
        </p:nvSpPr>
        <p:spPr bwMode="auto">
          <a:xfrm>
            <a:off x="287564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6" name="Rectangle 155"/>
          <p:cNvSpPr/>
          <p:nvPr/>
        </p:nvSpPr>
        <p:spPr bwMode="auto">
          <a:xfrm>
            <a:off x="3423655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397166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329022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3156798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4" name="Rectangle 163"/>
          <p:cNvSpPr/>
          <p:nvPr/>
        </p:nvSpPr>
        <p:spPr bwMode="auto">
          <a:xfrm>
            <a:off x="120763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5" name="Rectangle 164"/>
          <p:cNvSpPr/>
          <p:nvPr/>
        </p:nvSpPr>
        <p:spPr bwMode="auto">
          <a:xfrm>
            <a:off x="1755645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6" name="Rectangle 165"/>
          <p:cNvSpPr/>
          <p:nvPr/>
        </p:nvSpPr>
        <p:spPr bwMode="auto">
          <a:xfrm>
            <a:off x="230365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7" name="Rectangle 166"/>
          <p:cNvSpPr/>
          <p:nvPr/>
        </p:nvSpPr>
        <p:spPr bwMode="auto">
          <a:xfrm>
            <a:off x="107420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0" name="Rectangle 169"/>
          <p:cNvSpPr/>
          <p:nvPr/>
        </p:nvSpPr>
        <p:spPr bwMode="auto">
          <a:xfrm>
            <a:off x="940778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3" name="Rectangle 172"/>
          <p:cNvSpPr/>
          <p:nvPr/>
        </p:nvSpPr>
        <p:spPr bwMode="auto">
          <a:xfrm>
            <a:off x="287564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4" name="Rectangle 173"/>
          <p:cNvSpPr/>
          <p:nvPr/>
        </p:nvSpPr>
        <p:spPr bwMode="auto">
          <a:xfrm>
            <a:off x="3423655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5" name="Rectangle 174"/>
          <p:cNvSpPr/>
          <p:nvPr/>
        </p:nvSpPr>
        <p:spPr bwMode="auto">
          <a:xfrm>
            <a:off x="397166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7" name="Rectangle 176"/>
          <p:cNvSpPr/>
          <p:nvPr/>
        </p:nvSpPr>
        <p:spPr bwMode="auto">
          <a:xfrm>
            <a:off x="329022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0" name="Rectangle 179"/>
          <p:cNvSpPr/>
          <p:nvPr/>
        </p:nvSpPr>
        <p:spPr bwMode="auto">
          <a:xfrm>
            <a:off x="3156798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2" name="Rectangle 181"/>
          <p:cNvSpPr/>
          <p:nvPr/>
        </p:nvSpPr>
        <p:spPr bwMode="auto">
          <a:xfrm>
            <a:off x="120139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3" name="Rectangle 182"/>
          <p:cNvSpPr/>
          <p:nvPr/>
        </p:nvSpPr>
        <p:spPr bwMode="auto">
          <a:xfrm>
            <a:off x="174940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4" name="Rectangle 183"/>
          <p:cNvSpPr/>
          <p:nvPr/>
        </p:nvSpPr>
        <p:spPr bwMode="auto">
          <a:xfrm>
            <a:off x="229741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5" name="Rectangle 184"/>
          <p:cNvSpPr/>
          <p:nvPr/>
        </p:nvSpPr>
        <p:spPr bwMode="auto">
          <a:xfrm>
            <a:off x="106796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8" name="Rectangle 187"/>
          <p:cNvSpPr/>
          <p:nvPr/>
        </p:nvSpPr>
        <p:spPr bwMode="auto">
          <a:xfrm>
            <a:off x="93453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1" name="Rectangle 190"/>
          <p:cNvSpPr/>
          <p:nvPr/>
        </p:nvSpPr>
        <p:spPr bwMode="auto">
          <a:xfrm>
            <a:off x="286940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2" name="Rectangle 191"/>
          <p:cNvSpPr/>
          <p:nvPr/>
        </p:nvSpPr>
        <p:spPr bwMode="auto">
          <a:xfrm>
            <a:off x="341741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3" name="Rectangle 192"/>
          <p:cNvSpPr/>
          <p:nvPr/>
        </p:nvSpPr>
        <p:spPr bwMode="auto">
          <a:xfrm>
            <a:off x="3965425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5" name="Rectangle 194"/>
          <p:cNvSpPr/>
          <p:nvPr/>
        </p:nvSpPr>
        <p:spPr bwMode="auto">
          <a:xfrm>
            <a:off x="328398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8" name="Rectangle 197"/>
          <p:cNvSpPr/>
          <p:nvPr/>
        </p:nvSpPr>
        <p:spPr bwMode="auto">
          <a:xfrm>
            <a:off x="315055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0" name="Rectangle 199"/>
          <p:cNvSpPr/>
          <p:nvPr/>
        </p:nvSpPr>
        <p:spPr bwMode="auto">
          <a:xfrm>
            <a:off x="120763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1" name="Rectangle 200"/>
          <p:cNvSpPr/>
          <p:nvPr/>
        </p:nvSpPr>
        <p:spPr bwMode="auto">
          <a:xfrm>
            <a:off x="1755645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2" name="Rectangle 201"/>
          <p:cNvSpPr/>
          <p:nvPr/>
        </p:nvSpPr>
        <p:spPr bwMode="auto">
          <a:xfrm>
            <a:off x="230365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3" name="Rectangle 202"/>
          <p:cNvSpPr/>
          <p:nvPr/>
        </p:nvSpPr>
        <p:spPr bwMode="auto">
          <a:xfrm>
            <a:off x="107420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6" name="Rectangle 205"/>
          <p:cNvSpPr/>
          <p:nvPr/>
        </p:nvSpPr>
        <p:spPr bwMode="auto">
          <a:xfrm>
            <a:off x="940778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9" name="Rectangle 208"/>
          <p:cNvSpPr/>
          <p:nvPr/>
        </p:nvSpPr>
        <p:spPr bwMode="auto">
          <a:xfrm>
            <a:off x="287564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0" name="Rectangle 209"/>
          <p:cNvSpPr/>
          <p:nvPr/>
        </p:nvSpPr>
        <p:spPr bwMode="auto">
          <a:xfrm>
            <a:off x="3423655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1" name="Rectangle 210"/>
          <p:cNvSpPr/>
          <p:nvPr/>
        </p:nvSpPr>
        <p:spPr bwMode="auto">
          <a:xfrm>
            <a:off x="397166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3" name="Rectangle 212"/>
          <p:cNvSpPr/>
          <p:nvPr/>
        </p:nvSpPr>
        <p:spPr bwMode="auto">
          <a:xfrm>
            <a:off x="329022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6" name="Rectangle 215"/>
          <p:cNvSpPr/>
          <p:nvPr/>
        </p:nvSpPr>
        <p:spPr bwMode="auto">
          <a:xfrm>
            <a:off x="3156798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8" name="Rectangle 217"/>
          <p:cNvSpPr/>
          <p:nvPr/>
        </p:nvSpPr>
        <p:spPr bwMode="auto">
          <a:xfrm>
            <a:off x="451281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9" name="Rectangle 218"/>
          <p:cNvSpPr/>
          <p:nvPr/>
        </p:nvSpPr>
        <p:spPr bwMode="auto">
          <a:xfrm>
            <a:off x="5060820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0" name="Rectangle 219"/>
          <p:cNvSpPr/>
          <p:nvPr/>
        </p:nvSpPr>
        <p:spPr bwMode="auto">
          <a:xfrm>
            <a:off x="560883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3" name="Rectangle 222"/>
          <p:cNvSpPr/>
          <p:nvPr/>
        </p:nvSpPr>
        <p:spPr bwMode="auto">
          <a:xfrm>
            <a:off x="547540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6" name="Rectangle 225"/>
          <p:cNvSpPr/>
          <p:nvPr/>
        </p:nvSpPr>
        <p:spPr bwMode="auto">
          <a:xfrm>
            <a:off x="5341974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7" name="Rectangle 226"/>
          <p:cNvSpPr/>
          <p:nvPr/>
        </p:nvSpPr>
        <p:spPr bwMode="auto">
          <a:xfrm>
            <a:off x="618082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8" name="Rectangle 227"/>
          <p:cNvSpPr/>
          <p:nvPr/>
        </p:nvSpPr>
        <p:spPr bwMode="auto">
          <a:xfrm>
            <a:off x="6728830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9" name="Rectangle 228"/>
          <p:cNvSpPr/>
          <p:nvPr/>
        </p:nvSpPr>
        <p:spPr bwMode="auto">
          <a:xfrm>
            <a:off x="727684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6" name="Rectangle 235"/>
          <p:cNvSpPr/>
          <p:nvPr/>
        </p:nvSpPr>
        <p:spPr bwMode="auto">
          <a:xfrm>
            <a:off x="451281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7" name="Rectangle 236"/>
          <p:cNvSpPr/>
          <p:nvPr/>
        </p:nvSpPr>
        <p:spPr bwMode="auto">
          <a:xfrm>
            <a:off x="5060820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8" name="Rectangle 237"/>
          <p:cNvSpPr/>
          <p:nvPr/>
        </p:nvSpPr>
        <p:spPr bwMode="auto">
          <a:xfrm>
            <a:off x="560883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1" name="Rectangle 240"/>
          <p:cNvSpPr/>
          <p:nvPr/>
        </p:nvSpPr>
        <p:spPr bwMode="auto">
          <a:xfrm>
            <a:off x="547540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4" name="Rectangle 243"/>
          <p:cNvSpPr/>
          <p:nvPr/>
        </p:nvSpPr>
        <p:spPr bwMode="auto">
          <a:xfrm>
            <a:off x="5341974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5" name="Rectangle 244"/>
          <p:cNvSpPr/>
          <p:nvPr/>
        </p:nvSpPr>
        <p:spPr bwMode="auto">
          <a:xfrm>
            <a:off x="618082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6" name="Rectangle 245"/>
          <p:cNvSpPr/>
          <p:nvPr/>
        </p:nvSpPr>
        <p:spPr bwMode="auto">
          <a:xfrm>
            <a:off x="6728830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7" name="Rectangle 246"/>
          <p:cNvSpPr/>
          <p:nvPr/>
        </p:nvSpPr>
        <p:spPr bwMode="auto">
          <a:xfrm>
            <a:off x="727684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4" name="Rectangle 253"/>
          <p:cNvSpPr/>
          <p:nvPr/>
        </p:nvSpPr>
        <p:spPr bwMode="auto">
          <a:xfrm>
            <a:off x="450656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5" name="Rectangle 254"/>
          <p:cNvSpPr/>
          <p:nvPr/>
        </p:nvSpPr>
        <p:spPr bwMode="auto">
          <a:xfrm>
            <a:off x="505457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6" name="Rectangle 255"/>
          <p:cNvSpPr/>
          <p:nvPr/>
        </p:nvSpPr>
        <p:spPr bwMode="auto">
          <a:xfrm>
            <a:off x="560258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9" name="Rectangle 258"/>
          <p:cNvSpPr/>
          <p:nvPr/>
        </p:nvSpPr>
        <p:spPr bwMode="auto">
          <a:xfrm>
            <a:off x="5469161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2" name="Rectangle 261"/>
          <p:cNvSpPr/>
          <p:nvPr/>
        </p:nvSpPr>
        <p:spPr bwMode="auto">
          <a:xfrm>
            <a:off x="533573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3" name="Rectangle 262"/>
          <p:cNvSpPr/>
          <p:nvPr/>
        </p:nvSpPr>
        <p:spPr bwMode="auto">
          <a:xfrm>
            <a:off x="617457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4" name="Rectangle 263"/>
          <p:cNvSpPr/>
          <p:nvPr/>
        </p:nvSpPr>
        <p:spPr bwMode="auto">
          <a:xfrm>
            <a:off x="672258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5" name="Rectangle 264"/>
          <p:cNvSpPr/>
          <p:nvPr/>
        </p:nvSpPr>
        <p:spPr bwMode="auto">
          <a:xfrm>
            <a:off x="7270600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2" name="Rectangle 271"/>
          <p:cNvSpPr/>
          <p:nvPr/>
        </p:nvSpPr>
        <p:spPr bwMode="auto">
          <a:xfrm>
            <a:off x="451281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3" name="Rectangle 272"/>
          <p:cNvSpPr/>
          <p:nvPr/>
        </p:nvSpPr>
        <p:spPr bwMode="auto">
          <a:xfrm>
            <a:off x="5060820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4" name="Rectangle 273"/>
          <p:cNvSpPr/>
          <p:nvPr/>
        </p:nvSpPr>
        <p:spPr bwMode="auto">
          <a:xfrm>
            <a:off x="560883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7" name="Rectangle 276"/>
          <p:cNvSpPr/>
          <p:nvPr/>
        </p:nvSpPr>
        <p:spPr bwMode="auto">
          <a:xfrm>
            <a:off x="547540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0" name="Rectangle 279"/>
          <p:cNvSpPr/>
          <p:nvPr/>
        </p:nvSpPr>
        <p:spPr bwMode="auto">
          <a:xfrm>
            <a:off x="5341974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1" name="Rectangle 280"/>
          <p:cNvSpPr/>
          <p:nvPr/>
        </p:nvSpPr>
        <p:spPr bwMode="auto">
          <a:xfrm>
            <a:off x="618082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2" name="Rectangle 281"/>
          <p:cNvSpPr/>
          <p:nvPr/>
        </p:nvSpPr>
        <p:spPr bwMode="auto">
          <a:xfrm>
            <a:off x="6728830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3" name="Rectangle 282"/>
          <p:cNvSpPr/>
          <p:nvPr/>
        </p:nvSpPr>
        <p:spPr bwMode="auto">
          <a:xfrm>
            <a:off x="727684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0" name="TextBox 289"/>
          <p:cNvSpPr txBox="1"/>
          <p:nvPr/>
        </p:nvSpPr>
        <p:spPr>
          <a:xfrm>
            <a:off x="381000" y="381000"/>
            <a:ext cx="6546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/>
              <a:t>Y,Cb,Cr</a:t>
            </a:r>
            <a:r>
              <a:rPr lang="en-GB" sz="2400" b="1" dirty="0"/>
              <a:t> – Chroma Sub-sampled to “4:1:1” </a:t>
            </a:r>
          </a:p>
        </p:txBody>
      </p:sp>
      <p:cxnSp>
        <p:nvCxnSpPr>
          <p:cNvPr id="291" name="Straight Arrow Connector 290"/>
          <p:cNvCxnSpPr/>
          <p:nvPr/>
        </p:nvCxnSpPr>
        <p:spPr bwMode="auto">
          <a:xfrm>
            <a:off x="1003852" y="6092687"/>
            <a:ext cx="6738731" cy="993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2" name="Straight Arrow Connector 291"/>
          <p:cNvCxnSpPr/>
          <p:nvPr/>
        </p:nvCxnSpPr>
        <p:spPr bwMode="auto">
          <a:xfrm flipH="1" flipV="1">
            <a:off x="7861853" y="1023730"/>
            <a:ext cx="29817" cy="504907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3" name="TextBox 292"/>
          <p:cNvSpPr txBox="1"/>
          <p:nvPr/>
        </p:nvSpPr>
        <p:spPr>
          <a:xfrm>
            <a:off x="3916017" y="6132443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x pixels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955202" y="319046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y pixels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6372750" y="3929932"/>
            <a:ext cx="2507090" cy="1384995"/>
          </a:xfrm>
          <a:prstGeom prst="rect">
            <a:avLst/>
          </a:prstGeom>
          <a:solidFill>
            <a:schemeClr val="bg1">
              <a:alpha val="83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Reason: To greatly reduce the amount of data</a:t>
            </a:r>
          </a:p>
          <a:p>
            <a:endParaRPr lang="en-GB" sz="1400" dirty="0"/>
          </a:p>
          <a:p>
            <a:r>
              <a:rPr lang="en-GB" sz="1400" dirty="0"/>
              <a:t>Rationale: The eye’s resolution of luminance is greater than for colour</a:t>
            </a:r>
          </a:p>
        </p:txBody>
      </p:sp>
    </p:spTree>
    <p:extLst>
      <p:ext uri="{BB962C8B-B14F-4D97-AF65-F5344CB8AC3E}">
        <p14:creationId xmlns:p14="http://schemas.microsoft.com/office/powerpoint/2010/main" val="40106573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450091" y="1728650"/>
            <a:ext cx="5265737" cy="381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7325" indent="-187325">
              <a:lnSpc>
                <a:spcPct val="120000"/>
              </a:lnSpc>
            </a:pPr>
            <a:r>
              <a:rPr lang="en-GB" sz="1600" b="1" dirty="0" err="1"/>
              <a:t>YCbCr</a:t>
            </a:r>
            <a:r>
              <a:rPr lang="en-GB" sz="1600" dirty="0"/>
              <a:t> </a:t>
            </a:r>
          </a:p>
          <a:p>
            <a:pPr marL="187325" indent="-187325">
              <a:lnSpc>
                <a:spcPct val="120000"/>
              </a:lnSpc>
            </a:pPr>
            <a:endParaRPr lang="en-GB" sz="1600" dirty="0"/>
          </a:p>
          <a:p>
            <a:pPr marL="187325" indent="-187325">
              <a:lnSpc>
                <a:spcPct val="120000"/>
              </a:lnSpc>
              <a:buFontTx/>
              <a:buChar char="•"/>
            </a:pPr>
            <a:r>
              <a:rPr lang="en-GB" sz="1600" dirty="0"/>
              <a:t>Colour Space: Y = </a:t>
            </a:r>
            <a:r>
              <a:rPr lang="en-GB" sz="1600" dirty="0" err="1"/>
              <a:t>Luminence</a:t>
            </a:r>
            <a:r>
              <a:rPr lang="en-GB" sz="1600" dirty="0"/>
              <a:t> Information; Cr, </a:t>
            </a:r>
            <a:r>
              <a:rPr lang="en-GB" sz="1600" dirty="0" err="1"/>
              <a:t>Cb</a:t>
            </a:r>
            <a:r>
              <a:rPr lang="en-GB" sz="1600" dirty="0"/>
              <a:t> = Chrominance Information</a:t>
            </a:r>
          </a:p>
          <a:p>
            <a:pPr marL="187325" indent="-187325">
              <a:lnSpc>
                <a:spcPct val="120000"/>
              </a:lnSpc>
              <a:buFontTx/>
              <a:buChar char="•"/>
            </a:pPr>
            <a:endParaRPr lang="en-GB" sz="1600" dirty="0"/>
          </a:p>
          <a:p>
            <a:pPr marL="187325" indent="-187325">
              <a:lnSpc>
                <a:spcPct val="120000"/>
              </a:lnSpc>
              <a:buFontTx/>
              <a:buChar char="•"/>
            </a:pPr>
            <a:r>
              <a:rPr lang="en-GB" sz="1600" dirty="0"/>
              <a:t>Derived from RGB (gamma corrected)</a:t>
            </a:r>
          </a:p>
          <a:p>
            <a:pPr marL="187325" indent="-187325">
              <a:lnSpc>
                <a:spcPct val="120000"/>
              </a:lnSpc>
              <a:buFontTx/>
              <a:buChar char="•"/>
            </a:pPr>
            <a:endParaRPr lang="en-GB" sz="1600" dirty="0"/>
          </a:p>
          <a:p>
            <a:pPr marL="187325" indent="-187325">
              <a:lnSpc>
                <a:spcPct val="120000"/>
              </a:lnSpc>
              <a:buFontTx/>
              <a:buChar char="•"/>
            </a:pPr>
            <a:r>
              <a:rPr lang="en-GB" sz="1600" dirty="0"/>
              <a:t>Y is dominant information; RGB colour info derived from Y, Cr, </a:t>
            </a:r>
            <a:r>
              <a:rPr lang="en-GB" sz="1600" dirty="0" err="1"/>
              <a:t>Cb</a:t>
            </a:r>
            <a:r>
              <a:rPr lang="en-GB" sz="1600" dirty="0"/>
              <a:t> relationships</a:t>
            </a:r>
          </a:p>
          <a:p>
            <a:pPr marL="187325" indent="-187325">
              <a:lnSpc>
                <a:spcPct val="120000"/>
              </a:lnSpc>
              <a:buFontTx/>
              <a:buChar char="•"/>
            </a:pPr>
            <a:endParaRPr lang="en-GB" sz="1600" dirty="0"/>
          </a:p>
          <a:p>
            <a:pPr marL="582613" lvl="1" indent="-204788">
              <a:lnSpc>
                <a:spcPct val="120000"/>
              </a:lnSpc>
              <a:buFontTx/>
              <a:buChar char="•"/>
            </a:pPr>
            <a:r>
              <a:rPr lang="en-GB" sz="1600" dirty="0"/>
              <a:t>(simplified</a:t>
            </a:r>
            <a:r>
              <a:rPr lang="en-GB" sz="1600" dirty="0">
                <a:sym typeface="Wingdings" pitchFamily="2" charset="2"/>
              </a:rPr>
              <a:t>):   </a:t>
            </a:r>
            <a:r>
              <a:rPr lang="en-GB" sz="1600" dirty="0" err="1"/>
              <a:t>Cb</a:t>
            </a:r>
            <a:r>
              <a:rPr lang="en-GB" sz="1600" dirty="0"/>
              <a:t> = B-Y ;  Cr = R-Y</a:t>
            </a:r>
          </a:p>
          <a:p>
            <a:pPr marL="187325" indent="-187325"/>
            <a:endParaRPr lang="en-GB" sz="1600" dirty="0"/>
          </a:p>
          <a:p>
            <a:pPr marL="187325" indent="-187325"/>
            <a:endParaRPr lang="en-GB" sz="1600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6200" y="527050"/>
            <a:ext cx="1905000" cy="5695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221" name="Rectangle 6"/>
          <p:cNvSpPr>
            <a:spLocks noChangeArrowheads="1"/>
          </p:cNvSpPr>
          <p:nvPr/>
        </p:nvSpPr>
        <p:spPr bwMode="auto">
          <a:xfrm>
            <a:off x="8366125" y="5849938"/>
            <a:ext cx="41069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Cr</a:t>
            </a:r>
            <a:endParaRPr lang="en-US" sz="1600"/>
          </a:p>
        </p:txBody>
      </p:sp>
      <p:sp>
        <p:nvSpPr>
          <p:cNvPr id="9222" name="Rectangle 7"/>
          <p:cNvSpPr>
            <a:spLocks noChangeArrowheads="1"/>
          </p:cNvSpPr>
          <p:nvPr/>
        </p:nvSpPr>
        <p:spPr bwMode="auto">
          <a:xfrm>
            <a:off x="8347075" y="4452938"/>
            <a:ext cx="45717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Cb</a:t>
            </a:r>
            <a:endParaRPr lang="en-US" sz="1600"/>
          </a:p>
        </p:txBody>
      </p:sp>
      <p:sp>
        <p:nvSpPr>
          <p:cNvPr id="9223" name="Rectangle 8"/>
          <p:cNvSpPr>
            <a:spLocks noChangeArrowheads="1"/>
          </p:cNvSpPr>
          <p:nvPr/>
        </p:nvSpPr>
        <p:spPr bwMode="auto">
          <a:xfrm>
            <a:off x="8339138" y="3022600"/>
            <a:ext cx="3129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Y</a:t>
            </a:r>
            <a:endParaRPr lang="en-US" sz="1600"/>
          </a:p>
        </p:txBody>
      </p:sp>
      <p:sp>
        <p:nvSpPr>
          <p:cNvPr id="9224" name="Rectangle 9"/>
          <p:cNvSpPr>
            <a:spLocks noChangeArrowheads="1"/>
          </p:cNvSpPr>
          <p:nvPr/>
        </p:nvSpPr>
        <p:spPr bwMode="auto">
          <a:xfrm>
            <a:off x="4603750" y="1541463"/>
            <a:ext cx="164660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Original image</a:t>
            </a:r>
            <a:endParaRPr lang="en-US" sz="1600"/>
          </a:p>
        </p:txBody>
      </p:sp>
      <p:sp>
        <p:nvSpPr>
          <p:cNvPr id="9" name="TextBox 8"/>
          <p:cNvSpPr txBox="1"/>
          <p:nvPr/>
        </p:nvSpPr>
        <p:spPr>
          <a:xfrm>
            <a:off x="381000" y="381000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/>
              <a:t>Y,Cb,Cr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77713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6200" y="527050"/>
            <a:ext cx="1905000" cy="5695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25" y="2995613"/>
            <a:ext cx="1905000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4791075"/>
            <a:ext cx="1885950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195388"/>
            <a:ext cx="190500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8366125" y="5849938"/>
            <a:ext cx="436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Cr</a:t>
            </a:r>
            <a:endParaRPr 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8347075" y="4452938"/>
            <a:ext cx="487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Cb</a:t>
            </a:r>
            <a:endParaRPr 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8339138" y="3022600"/>
            <a:ext cx="3270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Y</a:t>
            </a:r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137150" y="5935663"/>
            <a:ext cx="436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/>
              <a:t>Cr</a:t>
            </a:r>
            <a:endParaRPr lang="en-US" dirty="0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241925" y="4024313"/>
            <a:ext cx="487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 err="1"/>
              <a:t>Cb</a:t>
            </a:r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214938" y="2355850"/>
            <a:ext cx="3270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/>
              <a:t>Y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" y="381000"/>
            <a:ext cx="2611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RGB  to  </a:t>
            </a:r>
            <a:r>
              <a:rPr lang="en-GB" sz="2400" b="1" dirty="0" err="1"/>
              <a:t>Y,Cr,Cb</a:t>
            </a:r>
            <a:endParaRPr lang="en-GB" sz="2400" b="1" dirty="0"/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 flipV="1">
            <a:off x="5248275" y="1952625"/>
            <a:ext cx="1076325" cy="24765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H="1" flipV="1">
            <a:off x="5257800" y="3752850"/>
            <a:ext cx="1095376" cy="16192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H="1" flipV="1">
            <a:off x="5305425" y="5381625"/>
            <a:ext cx="1104901" cy="5715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 flipH="1">
            <a:off x="381000" y="1152525"/>
            <a:ext cx="216217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i.e. there are now three mappings of the original RGB image: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Y: Luminance intensity</a:t>
            </a:r>
          </a:p>
          <a:p>
            <a:endParaRPr lang="en-GB" dirty="0"/>
          </a:p>
          <a:p>
            <a:r>
              <a:rPr lang="en-GB" dirty="0" err="1"/>
              <a:t>Cb</a:t>
            </a:r>
            <a:r>
              <a:rPr lang="en-GB" dirty="0"/>
              <a:t>: Intensity of the values of </a:t>
            </a:r>
          </a:p>
          <a:p>
            <a:r>
              <a:rPr lang="en-GB" dirty="0"/>
              <a:t>[B minus Y]</a:t>
            </a:r>
          </a:p>
          <a:p>
            <a:endParaRPr lang="en-GB" dirty="0"/>
          </a:p>
          <a:p>
            <a:r>
              <a:rPr lang="en-GB" dirty="0"/>
              <a:t>Cr: Intensity of the values of </a:t>
            </a:r>
          </a:p>
          <a:p>
            <a:r>
              <a:rPr lang="en-GB" dirty="0"/>
              <a:t>[R minus Y]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20" name="Straight Arrow Connector 19"/>
          <p:cNvCxnSpPr/>
          <p:nvPr/>
        </p:nvCxnSpPr>
        <p:spPr bwMode="auto">
          <a:xfrm flipV="1">
            <a:off x="1876425" y="2000250"/>
            <a:ext cx="1190626" cy="77152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 flipV="1">
            <a:off x="1733550" y="3667125"/>
            <a:ext cx="1381126" cy="152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>
            <a:off x="1666875" y="4914900"/>
            <a:ext cx="1457326" cy="51435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900" y="3371850"/>
            <a:ext cx="188595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45983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3802" y="1379902"/>
            <a:ext cx="2930448" cy="2098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33810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 err="1">
                <a:solidFill>
                  <a:srgbClr val="000000"/>
                </a:solidFill>
              </a:rPr>
              <a:t>Chroma</a:t>
            </a:r>
            <a:r>
              <a:rPr lang="en-GB" sz="2400" b="1" dirty="0">
                <a:solidFill>
                  <a:srgbClr val="000000"/>
                </a:solidFill>
              </a:rPr>
              <a:t> </a:t>
            </a:r>
            <a:r>
              <a:rPr lang="en-GB" sz="2400" b="1" dirty="0" err="1">
                <a:solidFill>
                  <a:srgbClr val="000000"/>
                </a:solidFill>
              </a:rPr>
              <a:t>Subsampling</a:t>
            </a:r>
            <a:endParaRPr lang="en-GB" sz="2400" b="1" dirty="0">
              <a:solidFill>
                <a:srgbClr val="000000"/>
              </a:solidFill>
            </a:endParaRPr>
          </a:p>
        </p:txBody>
      </p:sp>
      <p:sp>
        <p:nvSpPr>
          <p:cNvPr id="338" name="TextBox 337"/>
          <p:cNvSpPr txBox="1"/>
          <p:nvPr/>
        </p:nvSpPr>
        <p:spPr>
          <a:xfrm>
            <a:off x="3709778" y="795129"/>
            <a:ext cx="51584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Left – </a:t>
            </a:r>
            <a:r>
              <a:rPr lang="en-GB" b="1" u="sng" dirty="0"/>
              <a:t>original RGB</a:t>
            </a:r>
            <a:r>
              <a:rPr lang="en-GB" dirty="0"/>
              <a:t> image: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dirty="0"/>
              <a:t>12 x 8 pixels = 96 pixels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dirty="0"/>
              <a:t>bits for each pixel = 8 red + 8 green + 8 blue</a:t>
            </a:r>
          </a:p>
          <a:p>
            <a:pPr marL="179388" indent="-179388"/>
            <a:r>
              <a:rPr lang="en-GB" dirty="0"/>
              <a:t>∴ 24b each pixel, total bits = 24 x 96 b </a:t>
            </a:r>
          </a:p>
          <a:p>
            <a:pPr marL="179388" indent="-179388"/>
            <a:r>
              <a:rPr lang="en-GB" dirty="0"/>
              <a:t>	= </a:t>
            </a:r>
            <a:r>
              <a:rPr lang="en-GB" b="1" u="sng" dirty="0"/>
              <a:t>2304b</a:t>
            </a:r>
            <a:r>
              <a:rPr lang="en-GB" u="sng" dirty="0"/>
              <a:t> </a:t>
            </a:r>
            <a:r>
              <a:rPr lang="en-GB" dirty="0"/>
              <a:t> (= 288 Bytes)</a:t>
            </a:r>
          </a:p>
          <a:p>
            <a:endParaRPr lang="en-GB" dirty="0"/>
          </a:p>
          <a:p>
            <a:r>
              <a:rPr lang="en-GB" dirty="0"/>
              <a:t>Bottom left, </a:t>
            </a:r>
            <a:r>
              <a:rPr lang="en-GB" b="1" u="sng" dirty="0" err="1"/>
              <a:t>YCbCr</a:t>
            </a:r>
            <a:r>
              <a:rPr lang="en-GB" b="1" u="sng" dirty="0"/>
              <a:t>, 4:4:4</a:t>
            </a:r>
            <a:r>
              <a:rPr lang="en-GB" dirty="0"/>
              <a:t> : (is also </a:t>
            </a:r>
            <a:r>
              <a:rPr lang="en-GB" b="1" u="sng" dirty="0"/>
              <a:t>2304b</a:t>
            </a:r>
            <a:r>
              <a:rPr lang="en-GB" b="1" dirty="0"/>
              <a:t>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Below, </a:t>
            </a:r>
            <a:r>
              <a:rPr lang="en-GB" b="1" dirty="0" err="1"/>
              <a:t>C</a:t>
            </a:r>
            <a:r>
              <a:rPr lang="en-GB" b="1" u="sng" dirty="0" err="1"/>
              <a:t>hroma</a:t>
            </a:r>
            <a:r>
              <a:rPr lang="en-GB" b="1" u="sng" dirty="0"/>
              <a:t> sub-sampled, 4:1:1</a:t>
            </a:r>
            <a:r>
              <a:rPr lang="en-GB" dirty="0"/>
              <a:t>: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dirty="0" err="1"/>
              <a:t>Luma</a:t>
            </a:r>
            <a:r>
              <a:rPr lang="en-GB" dirty="0"/>
              <a:t> = 96 x 8 = 768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dirty="0" err="1"/>
              <a:t>Chroma</a:t>
            </a:r>
            <a:r>
              <a:rPr lang="en-GB" dirty="0"/>
              <a:t> = 3 columns of Cr and </a:t>
            </a:r>
            <a:r>
              <a:rPr lang="en-GB" dirty="0" err="1"/>
              <a:t>Cb</a:t>
            </a:r>
            <a:r>
              <a:rPr lang="en-GB" dirty="0"/>
              <a:t>, </a:t>
            </a:r>
          </a:p>
          <a:p>
            <a:pPr marL="636588" lvl="1" indent="-179388"/>
            <a:r>
              <a:rPr lang="en-GB" dirty="0"/>
              <a:t>2 x 8b each C = 8 x 2 x 3 x 8 =  384 b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dirty="0"/>
              <a:t>Total = 768+384 = </a:t>
            </a:r>
            <a:r>
              <a:rPr lang="en-GB" b="1" u="sng" dirty="0"/>
              <a:t>1152b</a:t>
            </a:r>
            <a:r>
              <a:rPr lang="en-GB" dirty="0"/>
              <a:t> (=144 B)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7017469" y="5125720"/>
            <a:ext cx="1715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i.e. 50% saving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939277"/>
            <a:ext cx="3022600" cy="2161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855" y="4338321"/>
            <a:ext cx="2921455" cy="2103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Arrow Connector 2"/>
          <p:cNvCxnSpPr/>
          <p:nvPr/>
        </p:nvCxnSpPr>
        <p:spPr bwMode="auto">
          <a:xfrm flipH="1">
            <a:off x="3291840" y="987552"/>
            <a:ext cx="470214" cy="39235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flipH="1">
            <a:off x="3364250" y="2564844"/>
            <a:ext cx="427546" cy="137067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7017469" y="4316011"/>
            <a:ext cx="213773" cy="432677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3150885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3432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</a:rPr>
              <a:t>Reception / Decoding</a:t>
            </a:r>
          </a:p>
        </p:txBody>
      </p:sp>
      <p:sp>
        <p:nvSpPr>
          <p:cNvPr id="7" name="Right Arrow 6"/>
          <p:cNvSpPr/>
          <p:nvPr/>
        </p:nvSpPr>
        <p:spPr bwMode="auto">
          <a:xfrm rot="5400000">
            <a:off x="6241773" y="3339546"/>
            <a:ext cx="983975" cy="672525"/>
          </a:xfrm>
          <a:prstGeom prst="rightArrow">
            <a:avLst>
              <a:gd name="adj1" fmla="val 50000"/>
              <a:gd name="adj2" fmla="val 77027"/>
            </a:avLst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1155" y="3525033"/>
            <a:ext cx="496536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/>
            <a:r>
              <a:rPr lang="en-GB" dirty="0"/>
              <a:t>Decoding, reverse process ... </a:t>
            </a:r>
          </a:p>
          <a:p>
            <a:pPr marL="636588" lvl="1" indent="-179388"/>
            <a:r>
              <a:rPr lang="en-GB" dirty="0"/>
              <a:t>from </a:t>
            </a:r>
            <a:r>
              <a:rPr lang="en-GB" dirty="0" err="1"/>
              <a:t>Chroma</a:t>
            </a:r>
            <a:r>
              <a:rPr lang="en-GB" dirty="0"/>
              <a:t> sub-sampled to full RGB</a:t>
            </a:r>
          </a:p>
          <a:p>
            <a:pPr marL="636588" lvl="1" indent="-179388"/>
            <a:endParaRPr lang="en-GB" dirty="0"/>
          </a:p>
          <a:p>
            <a:pPr marL="179388" indent="-179388">
              <a:buFont typeface="Arial" pitchFamily="34" charset="0"/>
              <a:buChar char="•"/>
            </a:pPr>
            <a:r>
              <a:rPr lang="en-GB" dirty="0"/>
              <a:t>note – interpolating lost information</a:t>
            </a:r>
          </a:p>
          <a:p>
            <a:pPr marL="179388" indent="-179388"/>
            <a:r>
              <a:rPr lang="en-GB" dirty="0"/>
              <a:t>		∴ detail is lost in the process</a:t>
            </a:r>
          </a:p>
          <a:p>
            <a:pPr marL="179388" indent="-179388">
              <a:buFont typeface="Arial" pitchFamily="34" charset="0"/>
              <a:buChar char="•"/>
            </a:pPr>
            <a:endParaRPr lang="en-GB" dirty="0"/>
          </a:p>
          <a:p>
            <a:pPr marL="179388" indent="-179388">
              <a:buFont typeface="Arial" pitchFamily="34" charset="0"/>
              <a:buChar char="•"/>
            </a:pPr>
            <a:r>
              <a:rPr lang="en-GB" dirty="0"/>
              <a:t>Perceptual (e.g. MPEG, etc ) encoding + decoding is also part of this process and loses a lot more detail </a:t>
            </a:r>
          </a:p>
          <a:p>
            <a:pPr marL="179388" indent="-179388"/>
            <a:endParaRPr lang="en-GB" i="1" dirty="0"/>
          </a:p>
          <a:p>
            <a:pPr marL="179388" indent="-179388"/>
            <a:r>
              <a:rPr lang="en-GB" i="1" dirty="0"/>
              <a:t>... more later in the module</a:t>
            </a:r>
            <a:endParaRPr lang="en-GB" dirty="0"/>
          </a:p>
        </p:txBody>
      </p:sp>
      <p:grpSp>
        <p:nvGrpSpPr>
          <p:cNvPr id="11" name="Group 10"/>
          <p:cNvGrpSpPr/>
          <p:nvPr/>
        </p:nvGrpSpPr>
        <p:grpSpPr>
          <a:xfrm>
            <a:off x="5575852" y="4343401"/>
            <a:ext cx="2991679" cy="2126974"/>
            <a:chOff x="5377069" y="4065106"/>
            <a:chExt cx="2991679" cy="2126974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403367" y="4083345"/>
              <a:ext cx="2965381" cy="20987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Rectangle 9"/>
            <p:cNvSpPr/>
            <p:nvPr/>
          </p:nvSpPr>
          <p:spPr bwMode="auto">
            <a:xfrm>
              <a:off x="5377069" y="4065106"/>
              <a:ext cx="2991679" cy="2126974"/>
            </a:xfrm>
            <a:prstGeom prst="rect">
              <a:avLst/>
            </a:prstGeom>
            <a:blipFill dpi="0" rotWithShape="1">
              <a:blip r:embed="rId3" cstate="print">
                <a:alphaModFix amt="46000"/>
              </a:blip>
              <a:srcRect/>
              <a:tile tx="0" ty="0" sx="100000" sy="100000" flip="none" algn="tl"/>
            </a:blip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sp>
        <p:nvSpPr>
          <p:cNvPr id="12" name="Right Arrow 11"/>
          <p:cNvSpPr/>
          <p:nvPr/>
        </p:nvSpPr>
        <p:spPr bwMode="auto">
          <a:xfrm>
            <a:off x="3916016" y="1202634"/>
            <a:ext cx="983975" cy="672525"/>
          </a:xfrm>
          <a:prstGeom prst="rightArrow">
            <a:avLst>
              <a:gd name="adj1" fmla="val 50000"/>
              <a:gd name="adj2" fmla="val 77027"/>
            </a:avLst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3497" y="932640"/>
            <a:ext cx="2965381" cy="2098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3532592" y="1924832"/>
            <a:ext cx="162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encoding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0375" y="3316312"/>
            <a:ext cx="1307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decoding process</a:t>
            </a: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335" y="924561"/>
            <a:ext cx="2921455" cy="2103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429658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33810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 err="1"/>
              <a:t>Chroma</a:t>
            </a:r>
            <a:r>
              <a:rPr lang="en-GB" sz="2400" b="1" dirty="0"/>
              <a:t> </a:t>
            </a:r>
            <a:r>
              <a:rPr lang="en-GB" sz="2400" b="1" dirty="0" err="1"/>
              <a:t>Subsampling</a:t>
            </a:r>
            <a:endParaRPr lang="en-GB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904874"/>
            <a:ext cx="8467725" cy="291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ts val="2200"/>
              </a:lnSpc>
            </a:pPr>
            <a:r>
              <a:rPr lang="en-GB" b="1" dirty="0" err="1"/>
              <a:t>Luma</a:t>
            </a:r>
            <a:r>
              <a:rPr lang="en-GB" b="1" dirty="0"/>
              <a:t> and </a:t>
            </a:r>
            <a:r>
              <a:rPr lang="en-GB" b="1" dirty="0" err="1"/>
              <a:t>chroma</a:t>
            </a:r>
            <a:r>
              <a:rPr lang="en-GB" b="1" dirty="0"/>
              <a:t> components 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Weighted sum of </a:t>
            </a:r>
            <a:r>
              <a:rPr lang="en-GB" i="1" dirty="0"/>
              <a:t>gamma-corrected</a:t>
            </a:r>
            <a:r>
              <a:rPr lang="en-GB" dirty="0"/>
              <a:t> R'G'B‘ </a:t>
            </a:r>
            <a:r>
              <a:rPr lang="en-GB" dirty="0" err="1"/>
              <a:t>tristimulus</a:t>
            </a:r>
            <a:r>
              <a:rPr lang="en-GB" dirty="0"/>
              <a:t> components </a:t>
            </a:r>
          </a:p>
          <a:p>
            <a:pPr marL="542925" lvl="1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instead of </a:t>
            </a:r>
            <a:r>
              <a:rPr lang="en-GB" i="1" dirty="0"/>
              <a:t>linear</a:t>
            </a:r>
            <a:r>
              <a:rPr lang="en-GB" dirty="0"/>
              <a:t> (</a:t>
            </a:r>
            <a:r>
              <a:rPr lang="en-GB" dirty="0" err="1"/>
              <a:t>tristimulus</a:t>
            </a:r>
            <a:r>
              <a:rPr lang="en-GB" dirty="0"/>
              <a:t>) RGB components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Luminance and colour detail are not completely independent of each another</a:t>
            </a:r>
          </a:p>
          <a:p>
            <a:pPr marL="542925" lvl="1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"bleeding" of luminance and colour information between the </a:t>
            </a:r>
            <a:r>
              <a:rPr lang="en-GB" dirty="0" err="1"/>
              <a:t>luma</a:t>
            </a:r>
            <a:r>
              <a:rPr lang="en-GB" dirty="0"/>
              <a:t> and </a:t>
            </a:r>
            <a:r>
              <a:rPr lang="en-GB" dirty="0" err="1"/>
              <a:t>chroma</a:t>
            </a:r>
            <a:r>
              <a:rPr lang="en-GB" dirty="0"/>
              <a:t> components </a:t>
            </a:r>
          </a:p>
          <a:p>
            <a:pPr marL="895350" lvl="2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i.e. because of the colour not represented in each pixel, and is interpolated for the final viewed image </a:t>
            </a:r>
          </a:p>
          <a:p>
            <a:pPr marL="895350" lvl="2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greatest for highly-saturated colours</a:t>
            </a:r>
          </a:p>
          <a:p>
            <a:pPr marL="895350" lvl="2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noticeable in between the magenta and green (when </a:t>
            </a:r>
            <a:r>
              <a:rPr lang="en-GB" dirty="0" err="1"/>
              <a:t>chroma</a:t>
            </a:r>
            <a:r>
              <a:rPr lang="en-GB" dirty="0"/>
              <a:t> subsampled)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957638"/>
            <a:ext cx="790037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5272088"/>
            <a:ext cx="790037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81000" y="4238625"/>
            <a:ext cx="2970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without colour </a:t>
            </a:r>
            <a:r>
              <a:rPr lang="en-GB" dirty="0" err="1"/>
              <a:t>subsampling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381000" y="5438775"/>
            <a:ext cx="2640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with colour </a:t>
            </a:r>
            <a:r>
              <a:rPr lang="en-GB" dirty="0" err="1"/>
              <a:t>subsampling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04797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33810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 err="1"/>
              <a:t>Chroma</a:t>
            </a:r>
            <a:r>
              <a:rPr lang="en-GB" sz="2400" b="1" dirty="0"/>
              <a:t> </a:t>
            </a:r>
            <a:r>
              <a:rPr lang="en-GB" sz="2400" b="1" dirty="0" err="1"/>
              <a:t>Subsampling</a:t>
            </a:r>
            <a:endParaRPr lang="en-GB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942975"/>
            <a:ext cx="811530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commonly expressed as a three part ratio </a:t>
            </a:r>
            <a:r>
              <a:rPr lang="en-GB" i="1" dirty="0"/>
              <a:t>J</a:t>
            </a:r>
            <a:r>
              <a:rPr lang="en-GB" dirty="0"/>
              <a:t>:</a:t>
            </a:r>
            <a:r>
              <a:rPr lang="en-GB" i="1" dirty="0"/>
              <a:t>a</a:t>
            </a:r>
            <a:r>
              <a:rPr lang="en-GB" dirty="0"/>
              <a:t>:</a:t>
            </a:r>
            <a:r>
              <a:rPr lang="en-GB" i="1" dirty="0"/>
              <a:t>b</a:t>
            </a:r>
            <a:r>
              <a:rPr lang="en-GB" dirty="0"/>
              <a:t> (e.g. 4:2:2)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number of luminance and chrominance samples in a conceptual region </a:t>
            </a:r>
          </a:p>
          <a:p>
            <a:pPr marL="638175" lvl="1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i="1" dirty="0"/>
              <a:t>J</a:t>
            </a:r>
            <a:r>
              <a:rPr lang="en-GB" dirty="0"/>
              <a:t> pixels wide</a:t>
            </a:r>
          </a:p>
          <a:p>
            <a:pPr marL="638175" lvl="1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2 pixels high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endParaRPr lang="en-GB" dirty="0"/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endParaRPr lang="en-GB" dirty="0"/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endParaRPr lang="en-GB" dirty="0"/>
          </a:p>
          <a:p>
            <a:pPr marL="180975" indent="-180975">
              <a:lnSpc>
                <a:spcPts val="2200"/>
              </a:lnSpc>
            </a:pPr>
            <a:r>
              <a:rPr lang="en-GB" dirty="0"/>
              <a:t>Parts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i="1" dirty="0"/>
              <a:t>J = </a:t>
            </a:r>
            <a:r>
              <a:rPr lang="en-GB" dirty="0"/>
              <a:t>horizontal sampling reference (width of the conceptual region)</a:t>
            </a:r>
          </a:p>
          <a:p>
            <a:pPr marL="638175" lvl="1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usually = 4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i="1" dirty="0"/>
              <a:t>a = </a:t>
            </a:r>
            <a:r>
              <a:rPr lang="en-GB" dirty="0"/>
              <a:t>number of chrominance samples (Cr, </a:t>
            </a:r>
            <a:r>
              <a:rPr lang="en-GB" dirty="0" err="1"/>
              <a:t>Cb</a:t>
            </a:r>
            <a:r>
              <a:rPr lang="en-GB" dirty="0"/>
              <a:t>) in the first row of </a:t>
            </a:r>
            <a:r>
              <a:rPr lang="en-GB" i="1" dirty="0"/>
              <a:t>J</a:t>
            </a:r>
            <a:r>
              <a:rPr lang="en-GB" dirty="0"/>
              <a:t> pixels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i="1" dirty="0"/>
              <a:t>b = </a:t>
            </a:r>
            <a:r>
              <a:rPr lang="en-GB" dirty="0"/>
              <a:t>number of changes of chrominance samples (Cr, </a:t>
            </a:r>
            <a:r>
              <a:rPr lang="en-GB" dirty="0" err="1"/>
              <a:t>Cb</a:t>
            </a:r>
            <a:r>
              <a:rPr lang="en-GB" dirty="0"/>
              <a:t>) between first and second row of </a:t>
            </a:r>
            <a:r>
              <a:rPr lang="en-GB" i="1" dirty="0"/>
              <a:t>J</a:t>
            </a:r>
            <a:r>
              <a:rPr lang="en-GB" dirty="0"/>
              <a:t> pixels 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endParaRPr lang="en-GB" dirty="0"/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endParaRPr lang="en-GB" dirty="0"/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Alpha - horizontal factor (relative to first digit)</a:t>
            </a:r>
          </a:p>
          <a:p>
            <a:pPr marL="638175" lvl="1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omitted if alpha component is not present</a:t>
            </a:r>
          </a:p>
          <a:p>
            <a:pPr marL="638175" lvl="1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equal to </a:t>
            </a:r>
            <a:r>
              <a:rPr lang="en-GB" i="1" dirty="0"/>
              <a:t>J</a:t>
            </a:r>
            <a:r>
              <a:rPr lang="en-GB" dirty="0"/>
              <a:t> when present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286338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33810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 err="1"/>
              <a:t>Chroma</a:t>
            </a:r>
            <a:r>
              <a:rPr lang="en-GB" sz="2400" b="1" dirty="0"/>
              <a:t> </a:t>
            </a:r>
            <a:r>
              <a:rPr lang="en-GB" sz="2400" b="1" dirty="0" err="1"/>
              <a:t>Subsampling</a:t>
            </a:r>
            <a:endParaRPr lang="en-GB" sz="2400" b="1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81000" y="990600"/>
            <a:ext cx="4810125" cy="825500"/>
            <a:chOff x="384" y="624"/>
            <a:chExt cx="3030" cy="520"/>
          </a:xfrm>
        </p:grpSpPr>
        <p:sp>
          <p:nvSpPr>
            <p:cNvPr id="10523" name="Text Box 4"/>
            <p:cNvSpPr txBox="1">
              <a:spLocks noChangeArrowheads="1"/>
            </p:cNvSpPr>
            <p:nvPr/>
          </p:nvSpPr>
          <p:spPr bwMode="auto">
            <a:xfrm>
              <a:off x="480" y="624"/>
              <a:ext cx="2934" cy="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tabLst>
                  <a:tab pos="190500" algn="l"/>
                  <a:tab pos="2667000" algn="l"/>
                  <a:tab pos="3048000" algn="l"/>
                </a:tabLst>
              </a:pPr>
              <a:r>
                <a:rPr lang="en-GB"/>
                <a:t>Y = Luminance	Cb	= Blue - Luma</a:t>
              </a:r>
            </a:p>
            <a:p>
              <a:pPr>
                <a:tabLst>
                  <a:tab pos="190500" algn="l"/>
                  <a:tab pos="2667000" algn="l"/>
                  <a:tab pos="3048000" algn="l"/>
                </a:tabLst>
              </a:pPr>
              <a:r>
                <a:rPr lang="en-GB"/>
                <a:t>		Cr 	= Red - Luma</a:t>
              </a:r>
            </a:p>
            <a:p>
              <a:pPr>
                <a:tabLst>
                  <a:tab pos="190500" algn="l"/>
                  <a:tab pos="2667000" algn="l"/>
                  <a:tab pos="3048000" algn="l"/>
                </a:tabLst>
              </a:pPr>
              <a:endParaRPr lang="en-GB"/>
            </a:p>
          </p:txBody>
        </p:sp>
        <p:sp>
          <p:nvSpPr>
            <p:cNvPr id="10524" name="Oval 5"/>
            <p:cNvSpPr>
              <a:spLocks noChangeArrowheads="1"/>
            </p:cNvSpPr>
            <p:nvPr/>
          </p:nvSpPr>
          <p:spPr bwMode="auto">
            <a:xfrm>
              <a:off x="2064" y="816"/>
              <a:ext cx="96" cy="96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25" name="Oval 6"/>
            <p:cNvSpPr>
              <a:spLocks noChangeArrowheads="1"/>
            </p:cNvSpPr>
            <p:nvPr/>
          </p:nvSpPr>
          <p:spPr bwMode="auto">
            <a:xfrm>
              <a:off x="2064" y="672"/>
              <a:ext cx="96" cy="96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26" name="Oval 7"/>
            <p:cNvSpPr>
              <a:spLocks noChangeArrowheads="1"/>
            </p:cNvSpPr>
            <p:nvPr/>
          </p:nvSpPr>
          <p:spPr bwMode="auto">
            <a:xfrm>
              <a:off x="384" y="672"/>
              <a:ext cx="96" cy="96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81000" y="1905000"/>
            <a:ext cx="8407400" cy="4343400"/>
            <a:chOff x="381000" y="1905000"/>
            <a:chExt cx="8407400" cy="4343400"/>
          </a:xfrm>
        </p:grpSpPr>
        <p:sp>
          <p:nvSpPr>
            <p:cNvPr id="10475" name="Oval 10"/>
            <p:cNvSpPr>
              <a:spLocks noChangeArrowheads="1"/>
            </p:cNvSpPr>
            <p:nvPr/>
          </p:nvSpPr>
          <p:spPr bwMode="auto">
            <a:xfrm>
              <a:off x="51054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76" name="Oval 11"/>
            <p:cNvSpPr>
              <a:spLocks noChangeArrowheads="1"/>
            </p:cNvSpPr>
            <p:nvPr/>
          </p:nvSpPr>
          <p:spPr bwMode="auto">
            <a:xfrm>
              <a:off x="55626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77" name="Oval 12"/>
            <p:cNvSpPr>
              <a:spLocks noChangeArrowheads="1"/>
            </p:cNvSpPr>
            <p:nvPr/>
          </p:nvSpPr>
          <p:spPr bwMode="auto">
            <a:xfrm>
              <a:off x="60198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78" name="Oval 13"/>
            <p:cNvSpPr>
              <a:spLocks noChangeArrowheads="1"/>
            </p:cNvSpPr>
            <p:nvPr/>
          </p:nvSpPr>
          <p:spPr bwMode="auto">
            <a:xfrm>
              <a:off x="64770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79" name="Oval 14"/>
            <p:cNvSpPr>
              <a:spLocks noChangeArrowheads="1"/>
            </p:cNvSpPr>
            <p:nvPr/>
          </p:nvSpPr>
          <p:spPr bwMode="auto">
            <a:xfrm>
              <a:off x="69342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80" name="Oval 15"/>
            <p:cNvSpPr>
              <a:spLocks noChangeArrowheads="1"/>
            </p:cNvSpPr>
            <p:nvPr/>
          </p:nvSpPr>
          <p:spPr bwMode="auto">
            <a:xfrm>
              <a:off x="73914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81" name="Oval 16"/>
            <p:cNvSpPr>
              <a:spLocks noChangeArrowheads="1"/>
            </p:cNvSpPr>
            <p:nvPr/>
          </p:nvSpPr>
          <p:spPr bwMode="auto">
            <a:xfrm>
              <a:off x="78486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82" name="Oval 17"/>
            <p:cNvSpPr>
              <a:spLocks noChangeArrowheads="1"/>
            </p:cNvSpPr>
            <p:nvPr/>
          </p:nvSpPr>
          <p:spPr bwMode="auto">
            <a:xfrm>
              <a:off x="83058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83" name="Oval 18"/>
            <p:cNvSpPr>
              <a:spLocks noChangeArrowheads="1"/>
            </p:cNvSpPr>
            <p:nvPr/>
          </p:nvSpPr>
          <p:spPr bwMode="auto">
            <a:xfrm>
              <a:off x="51054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84" name="Oval 19"/>
            <p:cNvSpPr>
              <a:spLocks noChangeArrowheads="1"/>
            </p:cNvSpPr>
            <p:nvPr/>
          </p:nvSpPr>
          <p:spPr bwMode="auto">
            <a:xfrm>
              <a:off x="55626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85" name="Oval 20"/>
            <p:cNvSpPr>
              <a:spLocks noChangeArrowheads="1"/>
            </p:cNvSpPr>
            <p:nvPr/>
          </p:nvSpPr>
          <p:spPr bwMode="auto">
            <a:xfrm>
              <a:off x="60198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86" name="Oval 21"/>
            <p:cNvSpPr>
              <a:spLocks noChangeArrowheads="1"/>
            </p:cNvSpPr>
            <p:nvPr/>
          </p:nvSpPr>
          <p:spPr bwMode="auto">
            <a:xfrm>
              <a:off x="64770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87" name="Oval 22"/>
            <p:cNvSpPr>
              <a:spLocks noChangeArrowheads="1"/>
            </p:cNvSpPr>
            <p:nvPr/>
          </p:nvSpPr>
          <p:spPr bwMode="auto">
            <a:xfrm>
              <a:off x="69342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88" name="Oval 23"/>
            <p:cNvSpPr>
              <a:spLocks noChangeArrowheads="1"/>
            </p:cNvSpPr>
            <p:nvPr/>
          </p:nvSpPr>
          <p:spPr bwMode="auto">
            <a:xfrm>
              <a:off x="73914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89" name="Oval 24"/>
            <p:cNvSpPr>
              <a:spLocks noChangeArrowheads="1"/>
            </p:cNvSpPr>
            <p:nvPr/>
          </p:nvSpPr>
          <p:spPr bwMode="auto">
            <a:xfrm>
              <a:off x="78486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90" name="Oval 25"/>
            <p:cNvSpPr>
              <a:spLocks noChangeArrowheads="1"/>
            </p:cNvSpPr>
            <p:nvPr/>
          </p:nvSpPr>
          <p:spPr bwMode="auto">
            <a:xfrm>
              <a:off x="83058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91" name="Oval 26"/>
            <p:cNvSpPr>
              <a:spLocks noChangeArrowheads="1"/>
            </p:cNvSpPr>
            <p:nvPr/>
          </p:nvSpPr>
          <p:spPr bwMode="auto">
            <a:xfrm>
              <a:off x="51054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92" name="Oval 27"/>
            <p:cNvSpPr>
              <a:spLocks noChangeArrowheads="1"/>
            </p:cNvSpPr>
            <p:nvPr/>
          </p:nvSpPr>
          <p:spPr bwMode="auto">
            <a:xfrm>
              <a:off x="55626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93" name="Oval 28"/>
            <p:cNvSpPr>
              <a:spLocks noChangeArrowheads="1"/>
            </p:cNvSpPr>
            <p:nvPr/>
          </p:nvSpPr>
          <p:spPr bwMode="auto">
            <a:xfrm>
              <a:off x="60198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94" name="Oval 29"/>
            <p:cNvSpPr>
              <a:spLocks noChangeArrowheads="1"/>
            </p:cNvSpPr>
            <p:nvPr/>
          </p:nvSpPr>
          <p:spPr bwMode="auto">
            <a:xfrm>
              <a:off x="64770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95" name="Oval 30"/>
            <p:cNvSpPr>
              <a:spLocks noChangeArrowheads="1"/>
            </p:cNvSpPr>
            <p:nvPr/>
          </p:nvSpPr>
          <p:spPr bwMode="auto">
            <a:xfrm>
              <a:off x="69342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96" name="Oval 31"/>
            <p:cNvSpPr>
              <a:spLocks noChangeArrowheads="1"/>
            </p:cNvSpPr>
            <p:nvPr/>
          </p:nvSpPr>
          <p:spPr bwMode="auto">
            <a:xfrm>
              <a:off x="73914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97" name="Oval 32"/>
            <p:cNvSpPr>
              <a:spLocks noChangeArrowheads="1"/>
            </p:cNvSpPr>
            <p:nvPr/>
          </p:nvSpPr>
          <p:spPr bwMode="auto">
            <a:xfrm>
              <a:off x="78486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98" name="Oval 33"/>
            <p:cNvSpPr>
              <a:spLocks noChangeArrowheads="1"/>
            </p:cNvSpPr>
            <p:nvPr/>
          </p:nvSpPr>
          <p:spPr bwMode="auto">
            <a:xfrm>
              <a:off x="83058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99" name="Oval 34"/>
            <p:cNvSpPr>
              <a:spLocks noChangeArrowheads="1"/>
            </p:cNvSpPr>
            <p:nvPr/>
          </p:nvSpPr>
          <p:spPr bwMode="auto">
            <a:xfrm>
              <a:off x="51054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00" name="Oval 35"/>
            <p:cNvSpPr>
              <a:spLocks noChangeArrowheads="1"/>
            </p:cNvSpPr>
            <p:nvPr/>
          </p:nvSpPr>
          <p:spPr bwMode="auto">
            <a:xfrm>
              <a:off x="55626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01" name="Oval 36"/>
            <p:cNvSpPr>
              <a:spLocks noChangeArrowheads="1"/>
            </p:cNvSpPr>
            <p:nvPr/>
          </p:nvSpPr>
          <p:spPr bwMode="auto">
            <a:xfrm>
              <a:off x="60198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02" name="Oval 37"/>
            <p:cNvSpPr>
              <a:spLocks noChangeArrowheads="1"/>
            </p:cNvSpPr>
            <p:nvPr/>
          </p:nvSpPr>
          <p:spPr bwMode="auto">
            <a:xfrm>
              <a:off x="64770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03" name="Oval 38"/>
            <p:cNvSpPr>
              <a:spLocks noChangeArrowheads="1"/>
            </p:cNvSpPr>
            <p:nvPr/>
          </p:nvSpPr>
          <p:spPr bwMode="auto">
            <a:xfrm>
              <a:off x="69342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04" name="Oval 39"/>
            <p:cNvSpPr>
              <a:spLocks noChangeArrowheads="1"/>
            </p:cNvSpPr>
            <p:nvPr/>
          </p:nvSpPr>
          <p:spPr bwMode="auto">
            <a:xfrm>
              <a:off x="73914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05" name="Oval 40"/>
            <p:cNvSpPr>
              <a:spLocks noChangeArrowheads="1"/>
            </p:cNvSpPr>
            <p:nvPr/>
          </p:nvSpPr>
          <p:spPr bwMode="auto">
            <a:xfrm>
              <a:off x="78486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06" name="Oval 41"/>
            <p:cNvSpPr>
              <a:spLocks noChangeArrowheads="1"/>
            </p:cNvSpPr>
            <p:nvPr/>
          </p:nvSpPr>
          <p:spPr bwMode="auto">
            <a:xfrm>
              <a:off x="83058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07" name="Oval 42"/>
            <p:cNvSpPr>
              <a:spLocks noChangeArrowheads="1"/>
            </p:cNvSpPr>
            <p:nvPr/>
          </p:nvSpPr>
          <p:spPr bwMode="auto">
            <a:xfrm>
              <a:off x="5029200" y="2514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08" name="Oval 43"/>
            <p:cNvSpPr>
              <a:spLocks noChangeArrowheads="1"/>
            </p:cNvSpPr>
            <p:nvPr/>
          </p:nvSpPr>
          <p:spPr bwMode="auto">
            <a:xfrm>
              <a:off x="5181600" y="2514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09" name="Oval 44"/>
            <p:cNvSpPr>
              <a:spLocks noChangeArrowheads="1"/>
            </p:cNvSpPr>
            <p:nvPr/>
          </p:nvSpPr>
          <p:spPr bwMode="auto">
            <a:xfrm>
              <a:off x="6858000" y="2514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10" name="Oval 45"/>
            <p:cNvSpPr>
              <a:spLocks noChangeArrowheads="1"/>
            </p:cNvSpPr>
            <p:nvPr/>
          </p:nvSpPr>
          <p:spPr bwMode="auto">
            <a:xfrm>
              <a:off x="7010400" y="2514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11" name="Oval 46"/>
            <p:cNvSpPr>
              <a:spLocks noChangeArrowheads="1"/>
            </p:cNvSpPr>
            <p:nvPr/>
          </p:nvSpPr>
          <p:spPr bwMode="auto">
            <a:xfrm>
              <a:off x="5029200" y="2895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12" name="Oval 47"/>
            <p:cNvSpPr>
              <a:spLocks noChangeArrowheads="1"/>
            </p:cNvSpPr>
            <p:nvPr/>
          </p:nvSpPr>
          <p:spPr bwMode="auto">
            <a:xfrm>
              <a:off x="5181600" y="2895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13" name="Oval 48"/>
            <p:cNvSpPr>
              <a:spLocks noChangeArrowheads="1"/>
            </p:cNvSpPr>
            <p:nvPr/>
          </p:nvSpPr>
          <p:spPr bwMode="auto">
            <a:xfrm>
              <a:off x="6858000" y="2895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14" name="Oval 49"/>
            <p:cNvSpPr>
              <a:spLocks noChangeArrowheads="1"/>
            </p:cNvSpPr>
            <p:nvPr/>
          </p:nvSpPr>
          <p:spPr bwMode="auto">
            <a:xfrm>
              <a:off x="7010400" y="2895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15" name="Oval 50"/>
            <p:cNvSpPr>
              <a:spLocks noChangeArrowheads="1"/>
            </p:cNvSpPr>
            <p:nvPr/>
          </p:nvSpPr>
          <p:spPr bwMode="auto">
            <a:xfrm>
              <a:off x="5029200" y="3276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16" name="Oval 51"/>
            <p:cNvSpPr>
              <a:spLocks noChangeArrowheads="1"/>
            </p:cNvSpPr>
            <p:nvPr/>
          </p:nvSpPr>
          <p:spPr bwMode="auto">
            <a:xfrm>
              <a:off x="5181600" y="3276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17" name="Oval 52"/>
            <p:cNvSpPr>
              <a:spLocks noChangeArrowheads="1"/>
            </p:cNvSpPr>
            <p:nvPr/>
          </p:nvSpPr>
          <p:spPr bwMode="auto">
            <a:xfrm>
              <a:off x="6858000" y="3276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18" name="Oval 53"/>
            <p:cNvSpPr>
              <a:spLocks noChangeArrowheads="1"/>
            </p:cNvSpPr>
            <p:nvPr/>
          </p:nvSpPr>
          <p:spPr bwMode="auto">
            <a:xfrm>
              <a:off x="7010400" y="3276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19" name="Oval 54"/>
            <p:cNvSpPr>
              <a:spLocks noChangeArrowheads="1"/>
            </p:cNvSpPr>
            <p:nvPr/>
          </p:nvSpPr>
          <p:spPr bwMode="auto">
            <a:xfrm>
              <a:off x="5029200" y="3657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20" name="Oval 55"/>
            <p:cNvSpPr>
              <a:spLocks noChangeArrowheads="1"/>
            </p:cNvSpPr>
            <p:nvPr/>
          </p:nvSpPr>
          <p:spPr bwMode="auto">
            <a:xfrm>
              <a:off x="5181600" y="3657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21" name="Oval 56"/>
            <p:cNvSpPr>
              <a:spLocks noChangeArrowheads="1"/>
            </p:cNvSpPr>
            <p:nvPr/>
          </p:nvSpPr>
          <p:spPr bwMode="auto">
            <a:xfrm>
              <a:off x="6858000" y="3657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22" name="Oval 57"/>
            <p:cNvSpPr>
              <a:spLocks noChangeArrowheads="1"/>
            </p:cNvSpPr>
            <p:nvPr/>
          </p:nvSpPr>
          <p:spPr bwMode="auto">
            <a:xfrm>
              <a:off x="7010400" y="3657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74" name="Text Box 58"/>
            <p:cNvSpPr txBox="1">
              <a:spLocks noChangeArrowheads="1"/>
            </p:cNvSpPr>
            <p:nvPr/>
          </p:nvSpPr>
          <p:spPr bwMode="auto">
            <a:xfrm>
              <a:off x="4876800" y="1905000"/>
              <a:ext cx="39116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b="1"/>
                <a:t>4:1:1 </a:t>
              </a:r>
              <a:r>
                <a:rPr lang="en-GB"/>
                <a:t>- Widely used in JPEG and MPEG</a:t>
              </a:r>
            </a:p>
          </p:txBody>
        </p:sp>
        <p:sp>
          <p:nvSpPr>
            <p:cNvPr id="10425" name="Oval 61"/>
            <p:cNvSpPr>
              <a:spLocks noChangeArrowheads="1"/>
            </p:cNvSpPr>
            <p:nvPr/>
          </p:nvSpPr>
          <p:spPr bwMode="auto">
            <a:xfrm>
              <a:off x="50292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26" name="Oval 62"/>
            <p:cNvSpPr>
              <a:spLocks noChangeArrowheads="1"/>
            </p:cNvSpPr>
            <p:nvPr/>
          </p:nvSpPr>
          <p:spPr bwMode="auto">
            <a:xfrm>
              <a:off x="54864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27" name="Oval 63"/>
            <p:cNvSpPr>
              <a:spLocks noChangeArrowheads="1"/>
            </p:cNvSpPr>
            <p:nvPr/>
          </p:nvSpPr>
          <p:spPr bwMode="auto">
            <a:xfrm>
              <a:off x="64008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28" name="Oval 64"/>
            <p:cNvSpPr>
              <a:spLocks noChangeArrowheads="1"/>
            </p:cNvSpPr>
            <p:nvPr/>
          </p:nvSpPr>
          <p:spPr bwMode="auto">
            <a:xfrm>
              <a:off x="68580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29" name="Oval 65"/>
            <p:cNvSpPr>
              <a:spLocks noChangeArrowheads="1"/>
            </p:cNvSpPr>
            <p:nvPr/>
          </p:nvSpPr>
          <p:spPr bwMode="auto">
            <a:xfrm>
              <a:off x="73152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30" name="Oval 66"/>
            <p:cNvSpPr>
              <a:spLocks noChangeArrowheads="1"/>
            </p:cNvSpPr>
            <p:nvPr/>
          </p:nvSpPr>
          <p:spPr bwMode="auto">
            <a:xfrm>
              <a:off x="82296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31" name="Oval 67"/>
            <p:cNvSpPr>
              <a:spLocks noChangeArrowheads="1"/>
            </p:cNvSpPr>
            <p:nvPr/>
          </p:nvSpPr>
          <p:spPr bwMode="auto">
            <a:xfrm>
              <a:off x="50292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32" name="Oval 68"/>
            <p:cNvSpPr>
              <a:spLocks noChangeArrowheads="1"/>
            </p:cNvSpPr>
            <p:nvPr/>
          </p:nvSpPr>
          <p:spPr bwMode="auto">
            <a:xfrm>
              <a:off x="54864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33" name="Oval 69"/>
            <p:cNvSpPr>
              <a:spLocks noChangeArrowheads="1"/>
            </p:cNvSpPr>
            <p:nvPr/>
          </p:nvSpPr>
          <p:spPr bwMode="auto">
            <a:xfrm>
              <a:off x="64008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34" name="Oval 70"/>
            <p:cNvSpPr>
              <a:spLocks noChangeArrowheads="1"/>
            </p:cNvSpPr>
            <p:nvPr/>
          </p:nvSpPr>
          <p:spPr bwMode="auto">
            <a:xfrm>
              <a:off x="68580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35" name="Oval 71"/>
            <p:cNvSpPr>
              <a:spLocks noChangeArrowheads="1"/>
            </p:cNvSpPr>
            <p:nvPr/>
          </p:nvSpPr>
          <p:spPr bwMode="auto">
            <a:xfrm>
              <a:off x="73152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36" name="Oval 72"/>
            <p:cNvSpPr>
              <a:spLocks noChangeArrowheads="1"/>
            </p:cNvSpPr>
            <p:nvPr/>
          </p:nvSpPr>
          <p:spPr bwMode="auto">
            <a:xfrm>
              <a:off x="82296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37" name="Oval 73"/>
            <p:cNvSpPr>
              <a:spLocks noChangeArrowheads="1"/>
            </p:cNvSpPr>
            <p:nvPr/>
          </p:nvSpPr>
          <p:spPr bwMode="auto">
            <a:xfrm>
              <a:off x="50292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38" name="Oval 74"/>
            <p:cNvSpPr>
              <a:spLocks noChangeArrowheads="1"/>
            </p:cNvSpPr>
            <p:nvPr/>
          </p:nvSpPr>
          <p:spPr bwMode="auto">
            <a:xfrm>
              <a:off x="54864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39" name="Oval 75"/>
            <p:cNvSpPr>
              <a:spLocks noChangeArrowheads="1"/>
            </p:cNvSpPr>
            <p:nvPr/>
          </p:nvSpPr>
          <p:spPr bwMode="auto">
            <a:xfrm>
              <a:off x="64008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40" name="Oval 76"/>
            <p:cNvSpPr>
              <a:spLocks noChangeArrowheads="1"/>
            </p:cNvSpPr>
            <p:nvPr/>
          </p:nvSpPr>
          <p:spPr bwMode="auto">
            <a:xfrm>
              <a:off x="68580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41" name="Oval 77"/>
            <p:cNvSpPr>
              <a:spLocks noChangeArrowheads="1"/>
            </p:cNvSpPr>
            <p:nvPr/>
          </p:nvSpPr>
          <p:spPr bwMode="auto">
            <a:xfrm>
              <a:off x="73152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42" name="Oval 78"/>
            <p:cNvSpPr>
              <a:spLocks noChangeArrowheads="1"/>
            </p:cNvSpPr>
            <p:nvPr/>
          </p:nvSpPr>
          <p:spPr bwMode="auto">
            <a:xfrm>
              <a:off x="82296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43" name="Oval 79"/>
            <p:cNvSpPr>
              <a:spLocks noChangeArrowheads="1"/>
            </p:cNvSpPr>
            <p:nvPr/>
          </p:nvSpPr>
          <p:spPr bwMode="auto">
            <a:xfrm>
              <a:off x="50292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44" name="Oval 80"/>
            <p:cNvSpPr>
              <a:spLocks noChangeArrowheads="1"/>
            </p:cNvSpPr>
            <p:nvPr/>
          </p:nvSpPr>
          <p:spPr bwMode="auto">
            <a:xfrm>
              <a:off x="54864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45" name="Oval 81"/>
            <p:cNvSpPr>
              <a:spLocks noChangeArrowheads="1"/>
            </p:cNvSpPr>
            <p:nvPr/>
          </p:nvSpPr>
          <p:spPr bwMode="auto">
            <a:xfrm>
              <a:off x="64008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46" name="Oval 82"/>
            <p:cNvSpPr>
              <a:spLocks noChangeArrowheads="1"/>
            </p:cNvSpPr>
            <p:nvPr/>
          </p:nvSpPr>
          <p:spPr bwMode="auto">
            <a:xfrm>
              <a:off x="68580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47" name="Oval 83"/>
            <p:cNvSpPr>
              <a:spLocks noChangeArrowheads="1"/>
            </p:cNvSpPr>
            <p:nvPr/>
          </p:nvSpPr>
          <p:spPr bwMode="auto">
            <a:xfrm>
              <a:off x="73152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48" name="Oval 84"/>
            <p:cNvSpPr>
              <a:spLocks noChangeArrowheads="1"/>
            </p:cNvSpPr>
            <p:nvPr/>
          </p:nvSpPr>
          <p:spPr bwMode="auto">
            <a:xfrm>
              <a:off x="82296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49" name="Oval 85"/>
            <p:cNvSpPr>
              <a:spLocks noChangeArrowheads="1"/>
            </p:cNvSpPr>
            <p:nvPr/>
          </p:nvSpPr>
          <p:spPr bwMode="auto">
            <a:xfrm>
              <a:off x="4953000" y="4953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50" name="Oval 86"/>
            <p:cNvSpPr>
              <a:spLocks noChangeArrowheads="1"/>
            </p:cNvSpPr>
            <p:nvPr/>
          </p:nvSpPr>
          <p:spPr bwMode="auto">
            <a:xfrm>
              <a:off x="6781800" y="4953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51" name="Oval 87"/>
            <p:cNvSpPr>
              <a:spLocks noChangeArrowheads="1"/>
            </p:cNvSpPr>
            <p:nvPr/>
          </p:nvSpPr>
          <p:spPr bwMode="auto">
            <a:xfrm>
              <a:off x="5105400" y="5334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52" name="Oval 88"/>
            <p:cNvSpPr>
              <a:spLocks noChangeArrowheads="1"/>
            </p:cNvSpPr>
            <p:nvPr/>
          </p:nvSpPr>
          <p:spPr bwMode="auto">
            <a:xfrm>
              <a:off x="6934200" y="5334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53" name="Oval 89"/>
            <p:cNvSpPr>
              <a:spLocks noChangeArrowheads="1"/>
            </p:cNvSpPr>
            <p:nvPr/>
          </p:nvSpPr>
          <p:spPr bwMode="auto">
            <a:xfrm>
              <a:off x="4953000" y="5715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54" name="Oval 90"/>
            <p:cNvSpPr>
              <a:spLocks noChangeArrowheads="1"/>
            </p:cNvSpPr>
            <p:nvPr/>
          </p:nvSpPr>
          <p:spPr bwMode="auto">
            <a:xfrm>
              <a:off x="6781800" y="5715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55" name="Oval 91"/>
            <p:cNvSpPr>
              <a:spLocks noChangeArrowheads="1"/>
            </p:cNvSpPr>
            <p:nvPr/>
          </p:nvSpPr>
          <p:spPr bwMode="auto">
            <a:xfrm>
              <a:off x="5105400" y="6096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56" name="Oval 92"/>
            <p:cNvSpPr>
              <a:spLocks noChangeArrowheads="1"/>
            </p:cNvSpPr>
            <p:nvPr/>
          </p:nvSpPr>
          <p:spPr bwMode="auto">
            <a:xfrm>
              <a:off x="6934200" y="6096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57" name="Oval 93"/>
            <p:cNvSpPr>
              <a:spLocks noChangeArrowheads="1"/>
            </p:cNvSpPr>
            <p:nvPr/>
          </p:nvSpPr>
          <p:spPr bwMode="auto">
            <a:xfrm>
              <a:off x="59436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58" name="Oval 94"/>
            <p:cNvSpPr>
              <a:spLocks noChangeArrowheads="1"/>
            </p:cNvSpPr>
            <p:nvPr/>
          </p:nvSpPr>
          <p:spPr bwMode="auto">
            <a:xfrm>
              <a:off x="59436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59" name="Oval 95"/>
            <p:cNvSpPr>
              <a:spLocks noChangeArrowheads="1"/>
            </p:cNvSpPr>
            <p:nvPr/>
          </p:nvSpPr>
          <p:spPr bwMode="auto">
            <a:xfrm>
              <a:off x="59436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60" name="Oval 96"/>
            <p:cNvSpPr>
              <a:spLocks noChangeArrowheads="1"/>
            </p:cNvSpPr>
            <p:nvPr/>
          </p:nvSpPr>
          <p:spPr bwMode="auto">
            <a:xfrm>
              <a:off x="59436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61" name="Oval 97"/>
            <p:cNvSpPr>
              <a:spLocks noChangeArrowheads="1"/>
            </p:cNvSpPr>
            <p:nvPr/>
          </p:nvSpPr>
          <p:spPr bwMode="auto">
            <a:xfrm>
              <a:off x="5867400" y="4953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62" name="Oval 98"/>
            <p:cNvSpPr>
              <a:spLocks noChangeArrowheads="1"/>
            </p:cNvSpPr>
            <p:nvPr/>
          </p:nvSpPr>
          <p:spPr bwMode="auto">
            <a:xfrm>
              <a:off x="6019800" y="5334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63" name="Oval 99"/>
            <p:cNvSpPr>
              <a:spLocks noChangeArrowheads="1"/>
            </p:cNvSpPr>
            <p:nvPr/>
          </p:nvSpPr>
          <p:spPr bwMode="auto">
            <a:xfrm>
              <a:off x="5867400" y="5715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64" name="Oval 100"/>
            <p:cNvSpPr>
              <a:spLocks noChangeArrowheads="1"/>
            </p:cNvSpPr>
            <p:nvPr/>
          </p:nvSpPr>
          <p:spPr bwMode="auto">
            <a:xfrm>
              <a:off x="6019800" y="6096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65" name="Oval 101"/>
            <p:cNvSpPr>
              <a:spLocks noChangeArrowheads="1"/>
            </p:cNvSpPr>
            <p:nvPr/>
          </p:nvSpPr>
          <p:spPr bwMode="auto">
            <a:xfrm>
              <a:off x="77724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66" name="Oval 102"/>
            <p:cNvSpPr>
              <a:spLocks noChangeArrowheads="1"/>
            </p:cNvSpPr>
            <p:nvPr/>
          </p:nvSpPr>
          <p:spPr bwMode="auto">
            <a:xfrm>
              <a:off x="77724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67" name="Oval 103"/>
            <p:cNvSpPr>
              <a:spLocks noChangeArrowheads="1"/>
            </p:cNvSpPr>
            <p:nvPr/>
          </p:nvSpPr>
          <p:spPr bwMode="auto">
            <a:xfrm>
              <a:off x="77724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68" name="Oval 104"/>
            <p:cNvSpPr>
              <a:spLocks noChangeArrowheads="1"/>
            </p:cNvSpPr>
            <p:nvPr/>
          </p:nvSpPr>
          <p:spPr bwMode="auto">
            <a:xfrm>
              <a:off x="77724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69" name="Oval 105"/>
            <p:cNvSpPr>
              <a:spLocks noChangeArrowheads="1"/>
            </p:cNvSpPr>
            <p:nvPr/>
          </p:nvSpPr>
          <p:spPr bwMode="auto">
            <a:xfrm>
              <a:off x="7696200" y="4953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70" name="Oval 106"/>
            <p:cNvSpPr>
              <a:spLocks noChangeArrowheads="1"/>
            </p:cNvSpPr>
            <p:nvPr/>
          </p:nvSpPr>
          <p:spPr bwMode="auto">
            <a:xfrm>
              <a:off x="7848600" y="5334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71" name="Oval 107"/>
            <p:cNvSpPr>
              <a:spLocks noChangeArrowheads="1"/>
            </p:cNvSpPr>
            <p:nvPr/>
          </p:nvSpPr>
          <p:spPr bwMode="auto">
            <a:xfrm>
              <a:off x="7696200" y="5715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72" name="Oval 108"/>
            <p:cNvSpPr>
              <a:spLocks noChangeArrowheads="1"/>
            </p:cNvSpPr>
            <p:nvPr/>
          </p:nvSpPr>
          <p:spPr bwMode="auto">
            <a:xfrm>
              <a:off x="7848600" y="6096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24" name="Text Box 109"/>
            <p:cNvSpPr txBox="1">
              <a:spLocks noChangeArrowheads="1"/>
            </p:cNvSpPr>
            <p:nvPr/>
          </p:nvSpPr>
          <p:spPr bwMode="auto">
            <a:xfrm>
              <a:off x="4876800" y="4343400"/>
              <a:ext cx="3424238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b="1"/>
                <a:t>4:2:0 - </a:t>
              </a:r>
              <a:r>
                <a:rPr lang="en-GB"/>
                <a:t>Used in DVD, JPEG, MPEG</a:t>
              </a:r>
            </a:p>
          </p:txBody>
        </p:sp>
        <p:sp>
          <p:nvSpPr>
            <p:cNvPr id="10358" name="Oval 111"/>
            <p:cNvSpPr>
              <a:spLocks noChangeArrowheads="1"/>
            </p:cNvSpPr>
            <p:nvPr/>
          </p:nvSpPr>
          <p:spPr bwMode="auto">
            <a:xfrm>
              <a:off x="4572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59" name="Oval 112"/>
            <p:cNvSpPr>
              <a:spLocks noChangeArrowheads="1"/>
            </p:cNvSpPr>
            <p:nvPr/>
          </p:nvSpPr>
          <p:spPr bwMode="auto">
            <a:xfrm>
              <a:off x="9144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60" name="Oval 113"/>
            <p:cNvSpPr>
              <a:spLocks noChangeArrowheads="1"/>
            </p:cNvSpPr>
            <p:nvPr/>
          </p:nvSpPr>
          <p:spPr bwMode="auto">
            <a:xfrm>
              <a:off x="13716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61" name="Oval 114"/>
            <p:cNvSpPr>
              <a:spLocks noChangeArrowheads="1"/>
            </p:cNvSpPr>
            <p:nvPr/>
          </p:nvSpPr>
          <p:spPr bwMode="auto">
            <a:xfrm>
              <a:off x="18288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62" name="Oval 115"/>
            <p:cNvSpPr>
              <a:spLocks noChangeArrowheads="1"/>
            </p:cNvSpPr>
            <p:nvPr/>
          </p:nvSpPr>
          <p:spPr bwMode="auto">
            <a:xfrm>
              <a:off x="22860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63" name="Oval 116"/>
            <p:cNvSpPr>
              <a:spLocks noChangeArrowheads="1"/>
            </p:cNvSpPr>
            <p:nvPr/>
          </p:nvSpPr>
          <p:spPr bwMode="auto">
            <a:xfrm>
              <a:off x="27432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64" name="Oval 117"/>
            <p:cNvSpPr>
              <a:spLocks noChangeArrowheads="1"/>
            </p:cNvSpPr>
            <p:nvPr/>
          </p:nvSpPr>
          <p:spPr bwMode="auto">
            <a:xfrm>
              <a:off x="32004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65" name="Oval 118"/>
            <p:cNvSpPr>
              <a:spLocks noChangeArrowheads="1"/>
            </p:cNvSpPr>
            <p:nvPr/>
          </p:nvSpPr>
          <p:spPr bwMode="auto">
            <a:xfrm>
              <a:off x="3657600" y="4800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66" name="Oval 119"/>
            <p:cNvSpPr>
              <a:spLocks noChangeArrowheads="1"/>
            </p:cNvSpPr>
            <p:nvPr/>
          </p:nvSpPr>
          <p:spPr bwMode="auto">
            <a:xfrm>
              <a:off x="4572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67" name="Oval 120"/>
            <p:cNvSpPr>
              <a:spLocks noChangeArrowheads="1"/>
            </p:cNvSpPr>
            <p:nvPr/>
          </p:nvSpPr>
          <p:spPr bwMode="auto">
            <a:xfrm>
              <a:off x="9144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68" name="Oval 121"/>
            <p:cNvSpPr>
              <a:spLocks noChangeArrowheads="1"/>
            </p:cNvSpPr>
            <p:nvPr/>
          </p:nvSpPr>
          <p:spPr bwMode="auto">
            <a:xfrm>
              <a:off x="13716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69" name="Oval 122"/>
            <p:cNvSpPr>
              <a:spLocks noChangeArrowheads="1"/>
            </p:cNvSpPr>
            <p:nvPr/>
          </p:nvSpPr>
          <p:spPr bwMode="auto">
            <a:xfrm>
              <a:off x="18288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70" name="Oval 123"/>
            <p:cNvSpPr>
              <a:spLocks noChangeArrowheads="1"/>
            </p:cNvSpPr>
            <p:nvPr/>
          </p:nvSpPr>
          <p:spPr bwMode="auto">
            <a:xfrm>
              <a:off x="22860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71" name="Oval 124"/>
            <p:cNvSpPr>
              <a:spLocks noChangeArrowheads="1"/>
            </p:cNvSpPr>
            <p:nvPr/>
          </p:nvSpPr>
          <p:spPr bwMode="auto">
            <a:xfrm>
              <a:off x="27432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72" name="Oval 125"/>
            <p:cNvSpPr>
              <a:spLocks noChangeArrowheads="1"/>
            </p:cNvSpPr>
            <p:nvPr/>
          </p:nvSpPr>
          <p:spPr bwMode="auto">
            <a:xfrm>
              <a:off x="32004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73" name="Oval 126"/>
            <p:cNvSpPr>
              <a:spLocks noChangeArrowheads="1"/>
            </p:cNvSpPr>
            <p:nvPr/>
          </p:nvSpPr>
          <p:spPr bwMode="auto">
            <a:xfrm>
              <a:off x="3657600" y="5181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74" name="Oval 127"/>
            <p:cNvSpPr>
              <a:spLocks noChangeArrowheads="1"/>
            </p:cNvSpPr>
            <p:nvPr/>
          </p:nvSpPr>
          <p:spPr bwMode="auto">
            <a:xfrm>
              <a:off x="4572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75" name="Oval 128"/>
            <p:cNvSpPr>
              <a:spLocks noChangeArrowheads="1"/>
            </p:cNvSpPr>
            <p:nvPr/>
          </p:nvSpPr>
          <p:spPr bwMode="auto">
            <a:xfrm>
              <a:off x="9144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76" name="Oval 129"/>
            <p:cNvSpPr>
              <a:spLocks noChangeArrowheads="1"/>
            </p:cNvSpPr>
            <p:nvPr/>
          </p:nvSpPr>
          <p:spPr bwMode="auto">
            <a:xfrm>
              <a:off x="13716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77" name="Oval 130"/>
            <p:cNvSpPr>
              <a:spLocks noChangeArrowheads="1"/>
            </p:cNvSpPr>
            <p:nvPr/>
          </p:nvSpPr>
          <p:spPr bwMode="auto">
            <a:xfrm>
              <a:off x="18288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78" name="Oval 131"/>
            <p:cNvSpPr>
              <a:spLocks noChangeArrowheads="1"/>
            </p:cNvSpPr>
            <p:nvPr/>
          </p:nvSpPr>
          <p:spPr bwMode="auto">
            <a:xfrm>
              <a:off x="22860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79" name="Oval 132"/>
            <p:cNvSpPr>
              <a:spLocks noChangeArrowheads="1"/>
            </p:cNvSpPr>
            <p:nvPr/>
          </p:nvSpPr>
          <p:spPr bwMode="auto">
            <a:xfrm>
              <a:off x="27432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80" name="Oval 133"/>
            <p:cNvSpPr>
              <a:spLocks noChangeArrowheads="1"/>
            </p:cNvSpPr>
            <p:nvPr/>
          </p:nvSpPr>
          <p:spPr bwMode="auto">
            <a:xfrm>
              <a:off x="32004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81" name="Oval 134"/>
            <p:cNvSpPr>
              <a:spLocks noChangeArrowheads="1"/>
            </p:cNvSpPr>
            <p:nvPr/>
          </p:nvSpPr>
          <p:spPr bwMode="auto">
            <a:xfrm>
              <a:off x="3657600" y="5562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82" name="Oval 135"/>
            <p:cNvSpPr>
              <a:spLocks noChangeArrowheads="1"/>
            </p:cNvSpPr>
            <p:nvPr/>
          </p:nvSpPr>
          <p:spPr bwMode="auto">
            <a:xfrm>
              <a:off x="4572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83" name="Oval 136"/>
            <p:cNvSpPr>
              <a:spLocks noChangeArrowheads="1"/>
            </p:cNvSpPr>
            <p:nvPr/>
          </p:nvSpPr>
          <p:spPr bwMode="auto">
            <a:xfrm>
              <a:off x="9144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84" name="Oval 137"/>
            <p:cNvSpPr>
              <a:spLocks noChangeArrowheads="1"/>
            </p:cNvSpPr>
            <p:nvPr/>
          </p:nvSpPr>
          <p:spPr bwMode="auto">
            <a:xfrm>
              <a:off x="13716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85" name="Oval 138"/>
            <p:cNvSpPr>
              <a:spLocks noChangeArrowheads="1"/>
            </p:cNvSpPr>
            <p:nvPr/>
          </p:nvSpPr>
          <p:spPr bwMode="auto">
            <a:xfrm>
              <a:off x="18288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86" name="Oval 139"/>
            <p:cNvSpPr>
              <a:spLocks noChangeArrowheads="1"/>
            </p:cNvSpPr>
            <p:nvPr/>
          </p:nvSpPr>
          <p:spPr bwMode="auto">
            <a:xfrm>
              <a:off x="22860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87" name="Oval 140"/>
            <p:cNvSpPr>
              <a:spLocks noChangeArrowheads="1"/>
            </p:cNvSpPr>
            <p:nvPr/>
          </p:nvSpPr>
          <p:spPr bwMode="auto">
            <a:xfrm>
              <a:off x="27432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88" name="Oval 141"/>
            <p:cNvSpPr>
              <a:spLocks noChangeArrowheads="1"/>
            </p:cNvSpPr>
            <p:nvPr/>
          </p:nvSpPr>
          <p:spPr bwMode="auto">
            <a:xfrm>
              <a:off x="32004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89" name="Oval 142"/>
            <p:cNvSpPr>
              <a:spLocks noChangeArrowheads="1"/>
            </p:cNvSpPr>
            <p:nvPr/>
          </p:nvSpPr>
          <p:spPr bwMode="auto">
            <a:xfrm>
              <a:off x="3657600" y="59436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90" name="Oval 143"/>
            <p:cNvSpPr>
              <a:spLocks noChangeArrowheads="1"/>
            </p:cNvSpPr>
            <p:nvPr/>
          </p:nvSpPr>
          <p:spPr bwMode="auto">
            <a:xfrm>
              <a:off x="381000" y="4953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91" name="Oval 144"/>
            <p:cNvSpPr>
              <a:spLocks noChangeArrowheads="1"/>
            </p:cNvSpPr>
            <p:nvPr/>
          </p:nvSpPr>
          <p:spPr bwMode="auto">
            <a:xfrm>
              <a:off x="533400" y="4953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92" name="Oval 145"/>
            <p:cNvSpPr>
              <a:spLocks noChangeArrowheads="1"/>
            </p:cNvSpPr>
            <p:nvPr/>
          </p:nvSpPr>
          <p:spPr bwMode="auto">
            <a:xfrm>
              <a:off x="1295400" y="4953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93" name="Oval 146"/>
            <p:cNvSpPr>
              <a:spLocks noChangeArrowheads="1"/>
            </p:cNvSpPr>
            <p:nvPr/>
          </p:nvSpPr>
          <p:spPr bwMode="auto">
            <a:xfrm>
              <a:off x="1447800" y="4953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94" name="Oval 147"/>
            <p:cNvSpPr>
              <a:spLocks noChangeArrowheads="1"/>
            </p:cNvSpPr>
            <p:nvPr/>
          </p:nvSpPr>
          <p:spPr bwMode="auto">
            <a:xfrm>
              <a:off x="2209800" y="4953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95" name="Oval 148"/>
            <p:cNvSpPr>
              <a:spLocks noChangeArrowheads="1"/>
            </p:cNvSpPr>
            <p:nvPr/>
          </p:nvSpPr>
          <p:spPr bwMode="auto">
            <a:xfrm>
              <a:off x="2362200" y="4953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96" name="Oval 149"/>
            <p:cNvSpPr>
              <a:spLocks noChangeArrowheads="1"/>
            </p:cNvSpPr>
            <p:nvPr/>
          </p:nvSpPr>
          <p:spPr bwMode="auto">
            <a:xfrm>
              <a:off x="3124200" y="4953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97" name="Oval 150"/>
            <p:cNvSpPr>
              <a:spLocks noChangeArrowheads="1"/>
            </p:cNvSpPr>
            <p:nvPr/>
          </p:nvSpPr>
          <p:spPr bwMode="auto">
            <a:xfrm>
              <a:off x="3276600" y="4953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98" name="Oval 151"/>
            <p:cNvSpPr>
              <a:spLocks noChangeArrowheads="1"/>
            </p:cNvSpPr>
            <p:nvPr/>
          </p:nvSpPr>
          <p:spPr bwMode="auto">
            <a:xfrm>
              <a:off x="381000" y="5334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99" name="Oval 152"/>
            <p:cNvSpPr>
              <a:spLocks noChangeArrowheads="1"/>
            </p:cNvSpPr>
            <p:nvPr/>
          </p:nvSpPr>
          <p:spPr bwMode="auto">
            <a:xfrm>
              <a:off x="533400" y="5334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00" name="Oval 153"/>
            <p:cNvSpPr>
              <a:spLocks noChangeArrowheads="1"/>
            </p:cNvSpPr>
            <p:nvPr/>
          </p:nvSpPr>
          <p:spPr bwMode="auto">
            <a:xfrm>
              <a:off x="1295400" y="5334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01" name="Oval 154"/>
            <p:cNvSpPr>
              <a:spLocks noChangeArrowheads="1"/>
            </p:cNvSpPr>
            <p:nvPr/>
          </p:nvSpPr>
          <p:spPr bwMode="auto">
            <a:xfrm>
              <a:off x="1447800" y="5334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02" name="Oval 155"/>
            <p:cNvSpPr>
              <a:spLocks noChangeArrowheads="1"/>
            </p:cNvSpPr>
            <p:nvPr/>
          </p:nvSpPr>
          <p:spPr bwMode="auto">
            <a:xfrm>
              <a:off x="2209800" y="5334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03" name="Oval 156"/>
            <p:cNvSpPr>
              <a:spLocks noChangeArrowheads="1"/>
            </p:cNvSpPr>
            <p:nvPr/>
          </p:nvSpPr>
          <p:spPr bwMode="auto">
            <a:xfrm>
              <a:off x="2362200" y="5334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04" name="Oval 157"/>
            <p:cNvSpPr>
              <a:spLocks noChangeArrowheads="1"/>
            </p:cNvSpPr>
            <p:nvPr/>
          </p:nvSpPr>
          <p:spPr bwMode="auto">
            <a:xfrm>
              <a:off x="3124200" y="5334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05" name="Oval 158"/>
            <p:cNvSpPr>
              <a:spLocks noChangeArrowheads="1"/>
            </p:cNvSpPr>
            <p:nvPr/>
          </p:nvSpPr>
          <p:spPr bwMode="auto">
            <a:xfrm>
              <a:off x="3276600" y="5334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06" name="Oval 159"/>
            <p:cNvSpPr>
              <a:spLocks noChangeArrowheads="1"/>
            </p:cNvSpPr>
            <p:nvPr/>
          </p:nvSpPr>
          <p:spPr bwMode="auto">
            <a:xfrm>
              <a:off x="381000" y="5715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07" name="Oval 160"/>
            <p:cNvSpPr>
              <a:spLocks noChangeArrowheads="1"/>
            </p:cNvSpPr>
            <p:nvPr/>
          </p:nvSpPr>
          <p:spPr bwMode="auto">
            <a:xfrm>
              <a:off x="533400" y="5715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08" name="Oval 161"/>
            <p:cNvSpPr>
              <a:spLocks noChangeArrowheads="1"/>
            </p:cNvSpPr>
            <p:nvPr/>
          </p:nvSpPr>
          <p:spPr bwMode="auto">
            <a:xfrm>
              <a:off x="1295400" y="5715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09" name="Oval 162"/>
            <p:cNvSpPr>
              <a:spLocks noChangeArrowheads="1"/>
            </p:cNvSpPr>
            <p:nvPr/>
          </p:nvSpPr>
          <p:spPr bwMode="auto">
            <a:xfrm>
              <a:off x="1447800" y="5715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10" name="Oval 163"/>
            <p:cNvSpPr>
              <a:spLocks noChangeArrowheads="1"/>
            </p:cNvSpPr>
            <p:nvPr/>
          </p:nvSpPr>
          <p:spPr bwMode="auto">
            <a:xfrm>
              <a:off x="2209800" y="5715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11" name="Oval 164"/>
            <p:cNvSpPr>
              <a:spLocks noChangeArrowheads="1"/>
            </p:cNvSpPr>
            <p:nvPr/>
          </p:nvSpPr>
          <p:spPr bwMode="auto">
            <a:xfrm>
              <a:off x="2362200" y="5715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12" name="Oval 165"/>
            <p:cNvSpPr>
              <a:spLocks noChangeArrowheads="1"/>
            </p:cNvSpPr>
            <p:nvPr/>
          </p:nvSpPr>
          <p:spPr bwMode="auto">
            <a:xfrm>
              <a:off x="3124200" y="5715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13" name="Oval 166"/>
            <p:cNvSpPr>
              <a:spLocks noChangeArrowheads="1"/>
            </p:cNvSpPr>
            <p:nvPr/>
          </p:nvSpPr>
          <p:spPr bwMode="auto">
            <a:xfrm>
              <a:off x="3276600" y="5715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14" name="Oval 167"/>
            <p:cNvSpPr>
              <a:spLocks noChangeArrowheads="1"/>
            </p:cNvSpPr>
            <p:nvPr/>
          </p:nvSpPr>
          <p:spPr bwMode="auto">
            <a:xfrm>
              <a:off x="381000" y="6096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15" name="Oval 168"/>
            <p:cNvSpPr>
              <a:spLocks noChangeArrowheads="1"/>
            </p:cNvSpPr>
            <p:nvPr/>
          </p:nvSpPr>
          <p:spPr bwMode="auto">
            <a:xfrm>
              <a:off x="533400" y="6096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16" name="Oval 169"/>
            <p:cNvSpPr>
              <a:spLocks noChangeArrowheads="1"/>
            </p:cNvSpPr>
            <p:nvPr/>
          </p:nvSpPr>
          <p:spPr bwMode="auto">
            <a:xfrm>
              <a:off x="1295400" y="6096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17" name="Oval 170"/>
            <p:cNvSpPr>
              <a:spLocks noChangeArrowheads="1"/>
            </p:cNvSpPr>
            <p:nvPr/>
          </p:nvSpPr>
          <p:spPr bwMode="auto">
            <a:xfrm>
              <a:off x="1447800" y="6096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18" name="Oval 171"/>
            <p:cNvSpPr>
              <a:spLocks noChangeArrowheads="1"/>
            </p:cNvSpPr>
            <p:nvPr/>
          </p:nvSpPr>
          <p:spPr bwMode="auto">
            <a:xfrm>
              <a:off x="2209800" y="6096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19" name="Oval 172"/>
            <p:cNvSpPr>
              <a:spLocks noChangeArrowheads="1"/>
            </p:cNvSpPr>
            <p:nvPr/>
          </p:nvSpPr>
          <p:spPr bwMode="auto">
            <a:xfrm>
              <a:off x="2362200" y="6096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20" name="Oval 173"/>
            <p:cNvSpPr>
              <a:spLocks noChangeArrowheads="1"/>
            </p:cNvSpPr>
            <p:nvPr/>
          </p:nvSpPr>
          <p:spPr bwMode="auto">
            <a:xfrm>
              <a:off x="3124200" y="60960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21" name="Oval 174"/>
            <p:cNvSpPr>
              <a:spLocks noChangeArrowheads="1"/>
            </p:cNvSpPr>
            <p:nvPr/>
          </p:nvSpPr>
          <p:spPr bwMode="auto">
            <a:xfrm>
              <a:off x="3276600" y="60960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22" name="Text Box 175"/>
            <p:cNvSpPr txBox="1">
              <a:spLocks noChangeArrowheads="1"/>
            </p:cNvSpPr>
            <p:nvPr/>
          </p:nvSpPr>
          <p:spPr bwMode="auto">
            <a:xfrm>
              <a:off x="381000" y="4343400"/>
              <a:ext cx="3487738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b="1"/>
                <a:t>4:2:2 - </a:t>
              </a:r>
              <a:r>
                <a:rPr lang="en-GB"/>
                <a:t>Used in Studio recordings</a:t>
              </a:r>
            </a:p>
          </p:txBody>
        </p:sp>
        <p:sp>
          <p:nvSpPr>
            <p:cNvPr id="10249" name="Oval 177"/>
            <p:cNvSpPr>
              <a:spLocks noChangeArrowheads="1"/>
            </p:cNvSpPr>
            <p:nvPr/>
          </p:nvSpPr>
          <p:spPr bwMode="auto">
            <a:xfrm>
              <a:off x="4572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50" name="Oval 178"/>
            <p:cNvSpPr>
              <a:spLocks noChangeArrowheads="1"/>
            </p:cNvSpPr>
            <p:nvPr/>
          </p:nvSpPr>
          <p:spPr bwMode="auto">
            <a:xfrm>
              <a:off x="4572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51" name="Oval 179"/>
            <p:cNvSpPr>
              <a:spLocks noChangeArrowheads="1"/>
            </p:cNvSpPr>
            <p:nvPr/>
          </p:nvSpPr>
          <p:spPr bwMode="auto">
            <a:xfrm>
              <a:off x="12192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52" name="Oval 180"/>
            <p:cNvSpPr>
              <a:spLocks noChangeArrowheads="1"/>
            </p:cNvSpPr>
            <p:nvPr/>
          </p:nvSpPr>
          <p:spPr bwMode="auto">
            <a:xfrm>
              <a:off x="12192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53" name="Oval 181"/>
            <p:cNvSpPr>
              <a:spLocks noChangeArrowheads="1"/>
            </p:cNvSpPr>
            <p:nvPr/>
          </p:nvSpPr>
          <p:spPr bwMode="auto">
            <a:xfrm>
              <a:off x="381000" y="2514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54" name="Oval 182"/>
            <p:cNvSpPr>
              <a:spLocks noChangeArrowheads="1"/>
            </p:cNvSpPr>
            <p:nvPr/>
          </p:nvSpPr>
          <p:spPr bwMode="auto">
            <a:xfrm>
              <a:off x="533400" y="2514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55" name="Oval 183"/>
            <p:cNvSpPr>
              <a:spLocks noChangeArrowheads="1"/>
            </p:cNvSpPr>
            <p:nvPr/>
          </p:nvSpPr>
          <p:spPr bwMode="auto">
            <a:xfrm>
              <a:off x="381000" y="2895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56" name="Oval 184"/>
            <p:cNvSpPr>
              <a:spLocks noChangeArrowheads="1"/>
            </p:cNvSpPr>
            <p:nvPr/>
          </p:nvSpPr>
          <p:spPr bwMode="auto">
            <a:xfrm>
              <a:off x="533400" y="2895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57" name="Oval 185"/>
            <p:cNvSpPr>
              <a:spLocks noChangeArrowheads="1"/>
            </p:cNvSpPr>
            <p:nvPr/>
          </p:nvSpPr>
          <p:spPr bwMode="auto">
            <a:xfrm>
              <a:off x="1143000" y="2514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58" name="Oval 186"/>
            <p:cNvSpPr>
              <a:spLocks noChangeArrowheads="1"/>
            </p:cNvSpPr>
            <p:nvPr/>
          </p:nvSpPr>
          <p:spPr bwMode="auto">
            <a:xfrm>
              <a:off x="1295400" y="2514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59" name="Oval 187"/>
            <p:cNvSpPr>
              <a:spLocks noChangeArrowheads="1"/>
            </p:cNvSpPr>
            <p:nvPr/>
          </p:nvSpPr>
          <p:spPr bwMode="auto">
            <a:xfrm>
              <a:off x="1143000" y="2895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60" name="Oval 188"/>
            <p:cNvSpPr>
              <a:spLocks noChangeArrowheads="1"/>
            </p:cNvSpPr>
            <p:nvPr/>
          </p:nvSpPr>
          <p:spPr bwMode="auto">
            <a:xfrm>
              <a:off x="1295400" y="2895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61" name="Oval 189"/>
            <p:cNvSpPr>
              <a:spLocks noChangeArrowheads="1"/>
            </p:cNvSpPr>
            <p:nvPr/>
          </p:nvSpPr>
          <p:spPr bwMode="auto">
            <a:xfrm>
              <a:off x="8382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62" name="Oval 190"/>
            <p:cNvSpPr>
              <a:spLocks noChangeArrowheads="1"/>
            </p:cNvSpPr>
            <p:nvPr/>
          </p:nvSpPr>
          <p:spPr bwMode="auto">
            <a:xfrm>
              <a:off x="8382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63" name="Oval 191"/>
            <p:cNvSpPr>
              <a:spLocks noChangeArrowheads="1"/>
            </p:cNvSpPr>
            <p:nvPr/>
          </p:nvSpPr>
          <p:spPr bwMode="auto">
            <a:xfrm>
              <a:off x="762000" y="2514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64" name="Oval 192"/>
            <p:cNvSpPr>
              <a:spLocks noChangeArrowheads="1"/>
            </p:cNvSpPr>
            <p:nvPr/>
          </p:nvSpPr>
          <p:spPr bwMode="auto">
            <a:xfrm>
              <a:off x="914400" y="2514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65" name="Oval 193"/>
            <p:cNvSpPr>
              <a:spLocks noChangeArrowheads="1"/>
            </p:cNvSpPr>
            <p:nvPr/>
          </p:nvSpPr>
          <p:spPr bwMode="auto">
            <a:xfrm>
              <a:off x="762000" y="2895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66" name="Oval 194"/>
            <p:cNvSpPr>
              <a:spLocks noChangeArrowheads="1"/>
            </p:cNvSpPr>
            <p:nvPr/>
          </p:nvSpPr>
          <p:spPr bwMode="auto">
            <a:xfrm>
              <a:off x="914400" y="2895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67" name="Oval 195"/>
            <p:cNvSpPr>
              <a:spLocks noChangeArrowheads="1"/>
            </p:cNvSpPr>
            <p:nvPr/>
          </p:nvSpPr>
          <p:spPr bwMode="auto">
            <a:xfrm>
              <a:off x="4572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68" name="Oval 196"/>
            <p:cNvSpPr>
              <a:spLocks noChangeArrowheads="1"/>
            </p:cNvSpPr>
            <p:nvPr/>
          </p:nvSpPr>
          <p:spPr bwMode="auto">
            <a:xfrm>
              <a:off x="12192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69" name="Oval 197"/>
            <p:cNvSpPr>
              <a:spLocks noChangeArrowheads="1"/>
            </p:cNvSpPr>
            <p:nvPr/>
          </p:nvSpPr>
          <p:spPr bwMode="auto">
            <a:xfrm>
              <a:off x="381000" y="3276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0" name="Oval 198"/>
            <p:cNvSpPr>
              <a:spLocks noChangeArrowheads="1"/>
            </p:cNvSpPr>
            <p:nvPr/>
          </p:nvSpPr>
          <p:spPr bwMode="auto">
            <a:xfrm>
              <a:off x="533400" y="3276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1" name="Oval 199"/>
            <p:cNvSpPr>
              <a:spLocks noChangeArrowheads="1"/>
            </p:cNvSpPr>
            <p:nvPr/>
          </p:nvSpPr>
          <p:spPr bwMode="auto">
            <a:xfrm>
              <a:off x="1143000" y="3276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2" name="Oval 200"/>
            <p:cNvSpPr>
              <a:spLocks noChangeArrowheads="1"/>
            </p:cNvSpPr>
            <p:nvPr/>
          </p:nvSpPr>
          <p:spPr bwMode="auto">
            <a:xfrm>
              <a:off x="1295400" y="3276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3" name="Oval 201"/>
            <p:cNvSpPr>
              <a:spLocks noChangeArrowheads="1"/>
            </p:cNvSpPr>
            <p:nvPr/>
          </p:nvSpPr>
          <p:spPr bwMode="auto">
            <a:xfrm>
              <a:off x="8382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4" name="Oval 202"/>
            <p:cNvSpPr>
              <a:spLocks noChangeArrowheads="1"/>
            </p:cNvSpPr>
            <p:nvPr/>
          </p:nvSpPr>
          <p:spPr bwMode="auto">
            <a:xfrm>
              <a:off x="762000" y="3276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5" name="Oval 203"/>
            <p:cNvSpPr>
              <a:spLocks noChangeArrowheads="1"/>
            </p:cNvSpPr>
            <p:nvPr/>
          </p:nvSpPr>
          <p:spPr bwMode="auto">
            <a:xfrm>
              <a:off x="914400" y="3276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6" name="Oval 204"/>
            <p:cNvSpPr>
              <a:spLocks noChangeArrowheads="1"/>
            </p:cNvSpPr>
            <p:nvPr/>
          </p:nvSpPr>
          <p:spPr bwMode="auto">
            <a:xfrm>
              <a:off x="16002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7" name="Oval 205"/>
            <p:cNvSpPr>
              <a:spLocks noChangeArrowheads="1"/>
            </p:cNvSpPr>
            <p:nvPr/>
          </p:nvSpPr>
          <p:spPr bwMode="auto">
            <a:xfrm>
              <a:off x="16002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8" name="Oval 206"/>
            <p:cNvSpPr>
              <a:spLocks noChangeArrowheads="1"/>
            </p:cNvSpPr>
            <p:nvPr/>
          </p:nvSpPr>
          <p:spPr bwMode="auto">
            <a:xfrm>
              <a:off x="1524000" y="2514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9" name="Oval 207"/>
            <p:cNvSpPr>
              <a:spLocks noChangeArrowheads="1"/>
            </p:cNvSpPr>
            <p:nvPr/>
          </p:nvSpPr>
          <p:spPr bwMode="auto">
            <a:xfrm>
              <a:off x="1676400" y="2514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80" name="Oval 208"/>
            <p:cNvSpPr>
              <a:spLocks noChangeArrowheads="1"/>
            </p:cNvSpPr>
            <p:nvPr/>
          </p:nvSpPr>
          <p:spPr bwMode="auto">
            <a:xfrm>
              <a:off x="1524000" y="2895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81" name="Oval 209"/>
            <p:cNvSpPr>
              <a:spLocks noChangeArrowheads="1"/>
            </p:cNvSpPr>
            <p:nvPr/>
          </p:nvSpPr>
          <p:spPr bwMode="auto">
            <a:xfrm>
              <a:off x="1676400" y="2895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82" name="Oval 210"/>
            <p:cNvSpPr>
              <a:spLocks noChangeArrowheads="1"/>
            </p:cNvSpPr>
            <p:nvPr/>
          </p:nvSpPr>
          <p:spPr bwMode="auto">
            <a:xfrm>
              <a:off x="16002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83" name="Oval 211"/>
            <p:cNvSpPr>
              <a:spLocks noChangeArrowheads="1"/>
            </p:cNvSpPr>
            <p:nvPr/>
          </p:nvSpPr>
          <p:spPr bwMode="auto">
            <a:xfrm>
              <a:off x="1524000" y="3276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84" name="Oval 212"/>
            <p:cNvSpPr>
              <a:spLocks noChangeArrowheads="1"/>
            </p:cNvSpPr>
            <p:nvPr/>
          </p:nvSpPr>
          <p:spPr bwMode="auto">
            <a:xfrm>
              <a:off x="1676400" y="3276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85" name="Text Box 213"/>
            <p:cNvSpPr txBox="1">
              <a:spLocks noChangeArrowheads="1"/>
            </p:cNvSpPr>
            <p:nvPr/>
          </p:nvSpPr>
          <p:spPr bwMode="auto">
            <a:xfrm>
              <a:off x="381000" y="1905000"/>
              <a:ext cx="30988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b="1"/>
                <a:t>4:4:4 </a:t>
              </a:r>
              <a:r>
                <a:rPr lang="en-GB"/>
                <a:t>- High end applications</a:t>
              </a:r>
            </a:p>
          </p:txBody>
        </p:sp>
        <p:sp>
          <p:nvSpPr>
            <p:cNvPr id="10286" name="Oval 214"/>
            <p:cNvSpPr>
              <a:spLocks noChangeArrowheads="1"/>
            </p:cNvSpPr>
            <p:nvPr/>
          </p:nvSpPr>
          <p:spPr bwMode="auto">
            <a:xfrm>
              <a:off x="19812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87" name="Oval 215"/>
            <p:cNvSpPr>
              <a:spLocks noChangeArrowheads="1"/>
            </p:cNvSpPr>
            <p:nvPr/>
          </p:nvSpPr>
          <p:spPr bwMode="auto">
            <a:xfrm>
              <a:off x="19812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88" name="Oval 216"/>
            <p:cNvSpPr>
              <a:spLocks noChangeArrowheads="1"/>
            </p:cNvSpPr>
            <p:nvPr/>
          </p:nvSpPr>
          <p:spPr bwMode="auto">
            <a:xfrm>
              <a:off x="1905000" y="2514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89" name="Oval 217"/>
            <p:cNvSpPr>
              <a:spLocks noChangeArrowheads="1"/>
            </p:cNvSpPr>
            <p:nvPr/>
          </p:nvSpPr>
          <p:spPr bwMode="auto">
            <a:xfrm>
              <a:off x="2057400" y="2514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90" name="Oval 218"/>
            <p:cNvSpPr>
              <a:spLocks noChangeArrowheads="1"/>
            </p:cNvSpPr>
            <p:nvPr/>
          </p:nvSpPr>
          <p:spPr bwMode="auto">
            <a:xfrm>
              <a:off x="1905000" y="2895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91" name="Oval 219"/>
            <p:cNvSpPr>
              <a:spLocks noChangeArrowheads="1"/>
            </p:cNvSpPr>
            <p:nvPr/>
          </p:nvSpPr>
          <p:spPr bwMode="auto">
            <a:xfrm>
              <a:off x="2057400" y="2895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92" name="Oval 220"/>
            <p:cNvSpPr>
              <a:spLocks noChangeArrowheads="1"/>
            </p:cNvSpPr>
            <p:nvPr/>
          </p:nvSpPr>
          <p:spPr bwMode="auto">
            <a:xfrm>
              <a:off x="19812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93" name="Oval 221"/>
            <p:cNvSpPr>
              <a:spLocks noChangeArrowheads="1"/>
            </p:cNvSpPr>
            <p:nvPr/>
          </p:nvSpPr>
          <p:spPr bwMode="auto">
            <a:xfrm>
              <a:off x="1905000" y="3276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94" name="Oval 222"/>
            <p:cNvSpPr>
              <a:spLocks noChangeArrowheads="1"/>
            </p:cNvSpPr>
            <p:nvPr/>
          </p:nvSpPr>
          <p:spPr bwMode="auto">
            <a:xfrm>
              <a:off x="2057400" y="3276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95" name="Oval 223"/>
            <p:cNvSpPr>
              <a:spLocks noChangeArrowheads="1"/>
            </p:cNvSpPr>
            <p:nvPr/>
          </p:nvSpPr>
          <p:spPr bwMode="auto">
            <a:xfrm>
              <a:off x="23622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96" name="Oval 224"/>
            <p:cNvSpPr>
              <a:spLocks noChangeArrowheads="1"/>
            </p:cNvSpPr>
            <p:nvPr/>
          </p:nvSpPr>
          <p:spPr bwMode="auto">
            <a:xfrm>
              <a:off x="23622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97" name="Oval 225"/>
            <p:cNvSpPr>
              <a:spLocks noChangeArrowheads="1"/>
            </p:cNvSpPr>
            <p:nvPr/>
          </p:nvSpPr>
          <p:spPr bwMode="auto">
            <a:xfrm>
              <a:off x="2286000" y="2514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98" name="Oval 226"/>
            <p:cNvSpPr>
              <a:spLocks noChangeArrowheads="1"/>
            </p:cNvSpPr>
            <p:nvPr/>
          </p:nvSpPr>
          <p:spPr bwMode="auto">
            <a:xfrm>
              <a:off x="2438400" y="2514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99" name="Oval 227"/>
            <p:cNvSpPr>
              <a:spLocks noChangeArrowheads="1"/>
            </p:cNvSpPr>
            <p:nvPr/>
          </p:nvSpPr>
          <p:spPr bwMode="auto">
            <a:xfrm>
              <a:off x="2286000" y="2895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00" name="Oval 228"/>
            <p:cNvSpPr>
              <a:spLocks noChangeArrowheads="1"/>
            </p:cNvSpPr>
            <p:nvPr/>
          </p:nvSpPr>
          <p:spPr bwMode="auto">
            <a:xfrm>
              <a:off x="2438400" y="2895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01" name="Oval 229"/>
            <p:cNvSpPr>
              <a:spLocks noChangeArrowheads="1"/>
            </p:cNvSpPr>
            <p:nvPr/>
          </p:nvSpPr>
          <p:spPr bwMode="auto">
            <a:xfrm>
              <a:off x="23622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02" name="Oval 230"/>
            <p:cNvSpPr>
              <a:spLocks noChangeArrowheads="1"/>
            </p:cNvSpPr>
            <p:nvPr/>
          </p:nvSpPr>
          <p:spPr bwMode="auto">
            <a:xfrm>
              <a:off x="2286000" y="3276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03" name="Oval 231"/>
            <p:cNvSpPr>
              <a:spLocks noChangeArrowheads="1"/>
            </p:cNvSpPr>
            <p:nvPr/>
          </p:nvSpPr>
          <p:spPr bwMode="auto">
            <a:xfrm>
              <a:off x="2438400" y="3276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04" name="Oval 232"/>
            <p:cNvSpPr>
              <a:spLocks noChangeArrowheads="1"/>
            </p:cNvSpPr>
            <p:nvPr/>
          </p:nvSpPr>
          <p:spPr bwMode="auto">
            <a:xfrm>
              <a:off x="27432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05" name="Oval 233"/>
            <p:cNvSpPr>
              <a:spLocks noChangeArrowheads="1"/>
            </p:cNvSpPr>
            <p:nvPr/>
          </p:nvSpPr>
          <p:spPr bwMode="auto">
            <a:xfrm>
              <a:off x="27432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06" name="Oval 234"/>
            <p:cNvSpPr>
              <a:spLocks noChangeArrowheads="1"/>
            </p:cNvSpPr>
            <p:nvPr/>
          </p:nvSpPr>
          <p:spPr bwMode="auto">
            <a:xfrm>
              <a:off x="2667000" y="2514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07" name="Oval 235"/>
            <p:cNvSpPr>
              <a:spLocks noChangeArrowheads="1"/>
            </p:cNvSpPr>
            <p:nvPr/>
          </p:nvSpPr>
          <p:spPr bwMode="auto">
            <a:xfrm>
              <a:off x="2819400" y="2514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08" name="Oval 236"/>
            <p:cNvSpPr>
              <a:spLocks noChangeArrowheads="1"/>
            </p:cNvSpPr>
            <p:nvPr/>
          </p:nvSpPr>
          <p:spPr bwMode="auto">
            <a:xfrm>
              <a:off x="2667000" y="2895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09" name="Oval 237"/>
            <p:cNvSpPr>
              <a:spLocks noChangeArrowheads="1"/>
            </p:cNvSpPr>
            <p:nvPr/>
          </p:nvSpPr>
          <p:spPr bwMode="auto">
            <a:xfrm>
              <a:off x="2819400" y="2895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10" name="Oval 238"/>
            <p:cNvSpPr>
              <a:spLocks noChangeArrowheads="1"/>
            </p:cNvSpPr>
            <p:nvPr/>
          </p:nvSpPr>
          <p:spPr bwMode="auto">
            <a:xfrm>
              <a:off x="27432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11" name="Oval 239"/>
            <p:cNvSpPr>
              <a:spLocks noChangeArrowheads="1"/>
            </p:cNvSpPr>
            <p:nvPr/>
          </p:nvSpPr>
          <p:spPr bwMode="auto">
            <a:xfrm>
              <a:off x="2667000" y="3276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12" name="Oval 240"/>
            <p:cNvSpPr>
              <a:spLocks noChangeArrowheads="1"/>
            </p:cNvSpPr>
            <p:nvPr/>
          </p:nvSpPr>
          <p:spPr bwMode="auto">
            <a:xfrm>
              <a:off x="2819400" y="3276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13" name="Oval 241"/>
            <p:cNvSpPr>
              <a:spLocks noChangeArrowheads="1"/>
            </p:cNvSpPr>
            <p:nvPr/>
          </p:nvSpPr>
          <p:spPr bwMode="auto">
            <a:xfrm>
              <a:off x="31242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14" name="Oval 242"/>
            <p:cNvSpPr>
              <a:spLocks noChangeArrowheads="1"/>
            </p:cNvSpPr>
            <p:nvPr/>
          </p:nvSpPr>
          <p:spPr bwMode="auto">
            <a:xfrm>
              <a:off x="31242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15" name="Oval 243"/>
            <p:cNvSpPr>
              <a:spLocks noChangeArrowheads="1"/>
            </p:cNvSpPr>
            <p:nvPr/>
          </p:nvSpPr>
          <p:spPr bwMode="auto">
            <a:xfrm>
              <a:off x="3048000" y="2514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16" name="Oval 244"/>
            <p:cNvSpPr>
              <a:spLocks noChangeArrowheads="1"/>
            </p:cNvSpPr>
            <p:nvPr/>
          </p:nvSpPr>
          <p:spPr bwMode="auto">
            <a:xfrm>
              <a:off x="3200400" y="2514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17" name="Oval 245"/>
            <p:cNvSpPr>
              <a:spLocks noChangeArrowheads="1"/>
            </p:cNvSpPr>
            <p:nvPr/>
          </p:nvSpPr>
          <p:spPr bwMode="auto">
            <a:xfrm>
              <a:off x="3048000" y="2895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18" name="Oval 246"/>
            <p:cNvSpPr>
              <a:spLocks noChangeArrowheads="1"/>
            </p:cNvSpPr>
            <p:nvPr/>
          </p:nvSpPr>
          <p:spPr bwMode="auto">
            <a:xfrm>
              <a:off x="3200400" y="2895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19" name="Oval 247"/>
            <p:cNvSpPr>
              <a:spLocks noChangeArrowheads="1"/>
            </p:cNvSpPr>
            <p:nvPr/>
          </p:nvSpPr>
          <p:spPr bwMode="auto">
            <a:xfrm>
              <a:off x="31242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20" name="Oval 248"/>
            <p:cNvSpPr>
              <a:spLocks noChangeArrowheads="1"/>
            </p:cNvSpPr>
            <p:nvPr/>
          </p:nvSpPr>
          <p:spPr bwMode="auto">
            <a:xfrm>
              <a:off x="3048000" y="3276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21" name="Oval 249"/>
            <p:cNvSpPr>
              <a:spLocks noChangeArrowheads="1"/>
            </p:cNvSpPr>
            <p:nvPr/>
          </p:nvSpPr>
          <p:spPr bwMode="auto">
            <a:xfrm>
              <a:off x="3200400" y="3276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22" name="Oval 250"/>
            <p:cNvSpPr>
              <a:spLocks noChangeArrowheads="1"/>
            </p:cNvSpPr>
            <p:nvPr/>
          </p:nvSpPr>
          <p:spPr bwMode="auto">
            <a:xfrm>
              <a:off x="3505200" y="2362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23" name="Oval 251"/>
            <p:cNvSpPr>
              <a:spLocks noChangeArrowheads="1"/>
            </p:cNvSpPr>
            <p:nvPr/>
          </p:nvSpPr>
          <p:spPr bwMode="auto">
            <a:xfrm>
              <a:off x="3505200" y="2743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24" name="Oval 252"/>
            <p:cNvSpPr>
              <a:spLocks noChangeArrowheads="1"/>
            </p:cNvSpPr>
            <p:nvPr/>
          </p:nvSpPr>
          <p:spPr bwMode="auto">
            <a:xfrm>
              <a:off x="3429000" y="2514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25" name="Oval 253"/>
            <p:cNvSpPr>
              <a:spLocks noChangeArrowheads="1"/>
            </p:cNvSpPr>
            <p:nvPr/>
          </p:nvSpPr>
          <p:spPr bwMode="auto">
            <a:xfrm>
              <a:off x="3581400" y="2514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26" name="Oval 254"/>
            <p:cNvSpPr>
              <a:spLocks noChangeArrowheads="1"/>
            </p:cNvSpPr>
            <p:nvPr/>
          </p:nvSpPr>
          <p:spPr bwMode="auto">
            <a:xfrm>
              <a:off x="3429000" y="2895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27" name="Oval 255"/>
            <p:cNvSpPr>
              <a:spLocks noChangeArrowheads="1"/>
            </p:cNvSpPr>
            <p:nvPr/>
          </p:nvSpPr>
          <p:spPr bwMode="auto">
            <a:xfrm>
              <a:off x="3581400" y="2895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28" name="Oval 256"/>
            <p:cNvSpPr>
              <a:spLocks noChangeArrowheads="1"/>
            </p:cNvSpPr>
            <p:nvPr/>
          </p:nvSpPr>
          <p:spPr bwMode="auto">
            <a:xfrm>
              <a:off x="3505200" y="3124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29" name="Oval 257"/>
            <p:cNvSpPr>
              <a:spLocks noChangeArrowheads="1"/>
            </p:cNvSpPr>
            <p:nvPr/>
          </p:nvSpPr>
          <p:spPr bwMode="auto">
            <a:xfrm>
              <a:off x="3429000" y="3276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30" name="Oval 258"/>
            <p:cNvSpPr>
              <a:spLocks noChangeArrowheads="1"/>
            </p:cNvSpPr>
            <p:nvPr/>
          </p:nvSpPr>
          <p:spPr bwMode="auto">
            <a:xfrm>
              <a:off x="3581400" y="3276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31" name="Oval 259"/>
            <p:cNvSpPr>
              <a:spLocks noChangeArrowheads="1"/>
            </p:cNvSpPr>
            <p:nvPr/>
          </p:nvSpPr>
          <p:spPr bwMode="auto">
            <a:xfrm>
              <a:off x="4572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32" name="Oval 260"/>
            <p:cNvSpPr>
              <a:spLocks noChangeArrowheads="1"/>
            </p:cNvSpPr>
            <p:nvPr/>
          </p:nvSpPr>
          <p:spPr bwMode="auto">
            <a:xfrm>
              <a:off x="12192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33" name="Oval 261"/>
            <p:cNvSpPr>
              <a:spLocks noChangeArrowheads="1"/>
            </p:cNvSpPr>
            <p:nvPr/>
          </p:nvSpPr>
          <p:spPr bwMode="auto">
            <a:xfrm>
              <a:off x="381000" y="3657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34" name="Oval 262"/>
            <p:cNvSpPr>
              <a:spLocks noChangeArrowheads="1"/>
            </p:cNvSpPr>
            <p:nvPr/>
          </p:nvSpPr>
          <p:spPr bwMode="auto">
            <a:xfrm>
              <a:off x="533400" y="3657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35" name="Oval 263"/>
            <p:cNvSpPr>
              <a:spLocks noChangeArrowheads="1"/>
            </p:cNvSpPr>
            <p:nvPr/>
          </p:nvSpPr>
          <p:spPr bwMode="auto">
            <a:xfrm>
              <a:off x="1143000" y="3657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36" name="Oval 264"/>
            <p:cNvSpPr>
              <a:spLocks noChangeArrowheads="1"/>
            </p:cNvSpPr>
            <p:nvPr/>
          </p:nvSpPr>
          <p:spPr bwMode="auto">
            <a:xfrm>
              <a:off x="1295400" y="3657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37" name="Oval 265"/>
            <p:cNvSpPr>
              <a:spLocks noChangeArrowheads="1"/>
            </p:cNvSpPr>
            <p:nvPr/>
          </p:nvSpPr>
          <p:spPr bwMode="auto">
            <a:xfrm>
              <a:off x="8382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38" name="Oval 266"/>
            <p:cNvSpPr>
              <a:spLocks noChangeArrowheads="1"/>
            </p:cNvSpPr>
            <p:nvPr/>
          </p:nvSpPr>
          <p:spPr bwMode="auto">
            <a:xfrm>
              <a:off x="762000" y="3657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39" name="Oval 267"/>
            <p:cNvSpPr>
              <a:spLocks noChangeArrowheads="1"/>
            </p:cNvSpPr>
            <p:nvPr/>
          </p:nvSpPr>
          <p:spPr bwMode="auto">
            <a:xfrm>
              <a:off x="914400" y="3657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40" name="Oval 268"/>
            <p:cNvSpPr>
              <a:spLocks noChangeArrowheads="1"/>
            </p:cNvSpPr>
            <p:nvPr/>
          </p:nvSpPr>
          <p:spPr bwMode="auto">
            <a:xfrm>
              <a:off x="16002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41" name="Oval 269"/>
            <p:cNvSpPr>
              <a:spLocks noChangeArrowheads="1"/>
            </p:cNvSpPr>
            <p:nvPr/>
          </p:nvSpPr>
          <p:spPr bwMode="auto">
            <a:xfrm>
              <a:off x="1524000" y="3657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42" name="Oval 270"/>
            <p:cNvSpPr>
              <a:spLocks noChangeArrowheads="1"/>
            </p:cNvSpPr>
            <p:nvPr/>
          </p:nvSpPr>
          <p:spPr bwMode="auto">
            <a:xfrm>
              <a:off x="1676400" y="3657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43" name="Oval 271"/>
            <p:cNvSpPr>
              <a:spLocks noChangeArrowheads="1"/>
            </p:cNvSpPr>
            <p:nvPr/>
          </p:nvSpPr>
          <p:spPr bwMode="auto">
            <a:xfrm>
              <a:off x="19812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44" name="Oval 272"/>
            <p:cNvSpPr>
              <a:spLocks noChangeArrowheads="1"/>
            </p:cNvSpPr>
            <p:nvPr/>
          </p:nvSpPr>
          <p:spPr bwMode="auto">
            <a:xfrm>
              <a:off x="1905000" y="3657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45" name="Oval 273"/>
            <p:cNvSpPr>
              <a:spLocks noChangeArrowheads="1"/>
            </p:cNvSpPr>
            <p:nvPr/>
          </p:nvSpPr>
          <p:spPr bwMode="auto">
            <a:xfrm>
              <a:off x="2057400" y="3657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46" name="Oval 274"/>
            <p:cNvSpPr>
              <a:spLocks noChangeArrowheads="1"/>
            </p:cNvSpPr>
            <p:nvPr/>
          </p:nvSpPr>
          <p:spPr bwMode="auto">
            <a:xfrm>
              <a:off x="23622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47" name="Oval 275"/>
            <p:cNvSpPr>
              <a:spLocks noChangeArrowheads="1"/>
            </p:cNvSpPr>
            <p:nvPr/>
          </p:nvSpPr>
          <p:spPr bwMode="auto">
            <a:xfrm>
              <a:off x="2286000" y="3657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48" name="Oval 276"/>
            <p:cNvSpPr>
              <a:spLocks noChangeArrowheads="1"/>
            </p:cNvSpPr>
            <p:nvPr/>
          </p:nvSpPr>
          <p:spPr bwMode="auto">
            <a:xfrm>
              <a:off x="2438400" y="3657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49" name="Oval 277"/>
            <p:cNvSpPr>
              <a:spLocks noChangeArrowheads="1"/>
            </p:cNvSpPr>
            <p:nvPr/>
          </p:nvSpPr>
          <p:spPr bwMode="auto">
            <a:xfrm>
              <a:off x="27432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50" name="Oval 278"/>
            <p:cNvSpPr>
              <a:spLocks noChangeArrowheads="1"/>
            </p:cNvSpPr>
            <p:nvPr/>
          </p:nvSpPr>
          <p:spPr bwMode="auto">
            <a:xfrm>
              <a:off x="2667000" y="3657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51" name="Oval 279"/>
            <p:cNvSpPr>
              <a:spLocks noChangeArrowheads="1"/>
            </p:cNvSpPr>
            <p:nvPr/>
          </p:nvSpPr>
          <p:spPr bwMode="auto">
            <a:xfrm>
              <a:off x="2819400" y="3657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52" name="Oval 280"/>
            <p:cNvSpPr>
              <a:spLocks noChangeArrowheads="1"/>
            </p:cNvSpPr>
            <p:nvPr/>
          </p:nvSpPr>
          <p:spPr bwMode="auto">
            <a:xfrm>
              <a:off x="31242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53" name="Oval 281"/>
            <p:cNvSpPr>
              <a:spLocks noChangeArrowheads="1"/>
            </p:cNvSpPr>
            <p:nvPr/>
          </p:nvSpPr>
          <p:spPr bwMode="auto">
            <a:xfrm>
              <a:off x="3048000" y="3657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54" name="Oval 282"/>
            <p:cNvSpPr>
              <a:spLocks noChangeArrowheads="1"/>
            </p:cNvSpPr>
            <p:nvPr/>
          </p:nvSpPr>
          <p:spPr bwMode="auto">
            <a:xfrm>
              <a:off x="3200400" y="3657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55" name="Oval 283"/>
            <p:cNvSpPr>
              <a:spLocks noChangeArrowheads="1"/>
            </p:cNvSpPr>
            <p:nvPr/>
          </p:nvSpPr>
          <p:spPr bwMode="auto">
            <a:xfrm>
              <a:off x="3505200" y="3505200"/>
              <a:ext cx="152400" cy="15240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56" name="Oval 284"/>
            <p:cNvSpPr>
              <a:spLocks noChangeArrowheads="1"/>
            </p:cNvSpPr>
            <p:nvPr/>
          </p:nvSpPr>
          <p:spPr bwMode="auto">
            <a:xfrm>
              <a:off x="3429000" y="3657600"/>
              <a:ext cx="152400" cy="152400"/>
            </a:xfrm>
            <a:prstGeom prst="ellipse">
              <a:avLst/>
            </a:prstGeom>
            <a:solidFill>
              <a:srgbClr val="639D8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57" name="Oval 285"/>
            <p:cNvSpPr>
              <a:spLocks noChangeArrowheads="1"/>
            </p:cNvSpPr>
            <p:nvPr/>
          </p:nvSpPr>
          <p:spPr bwMode="auto">
            <a:xfrm>
              <a:off x="3581400" y="3657600"/>
              <a:ext cx="152400" cy="152400"/>
            </a:xfrm>
            <a:prstGeom prst="ellipse">
              <a:avLst/>
            </a:prstGeom>
            <a:solidFill>
              <a:srgbClr val="E3A4EA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0248" name="Text Box 286"/>
          <p:cNvSpPr txBox="1">
            <a:spLocks noChangeArrowheads="1"/>
          </p:cNvSpPr>
          <p:nvPr/>
        </p:nvSpPr>
        <p:spPr bwMode="auto">
          <a:xfrm>
            <a:off x="6019800" y="990600"/>
            <a:ext cx="286861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000"/>
              <a:t>(Note - Cb and Cr is colour </a:t>
            </a:r>
            <a:r>
              <a:rPr lang="en-GB" sz="1000" u="sng"/>
              <a:t>difference </a:t>
            </a:r>
            <a:r>
              <a:rPr lang="en-GB" sz="1000"/>
              <a:t>information for the related pixel; </a:t>
            </a:r>
            <a:r>
              <a:rPr lang="en-GB" sz="1000" b="1" u="sng"/>
              <a:t>not</a:t>
            </a:r>
            <a:r>
              <a:rPr lang="en-GB" sz="1000"/>
              <a:t> the red/blue value itself!)</a:t>
            </a:r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2177986" y="3525192"/>
            <a:ext cx="2090738" cy="461665"/>
          </a:xfrm>
          <a:prstGeom prst="rect">
            <a:avLst/>
          </a:prstGeom>
          <a:solidFill>
            <a:srgbClr val="FFFF00">
              <a:alpha val="58039"/>
            </a:srgbClr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full horizontal resolution,</a:t>
            </a:r>
            <a:br>
              <a:rPr lang="en-GB" sz="1200" dirty="0"/>
            </a:br>
            <a:r>
              <a:rPr lang="en-GB" sz="1200" dirty="0"/>
              <a:t>full vertical resolution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697662" y="3595042"/>
            <a:ext cx="2090738" cy="461665"/>
          </a:xfrm>
          <a:prstGeom prst="rect">
            <a:avLst/>
          </a:prstGeom>
          <a:solidFill>
            <a:srgbClr val="FFFF00">
              <a:alpha val="58039"/>
            </a:srgbClr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¼ horizontal resolution,</a:t>
            </a:r>
            <a:br>
              <a:rPr lang="en-GB" sz="1200" dirty="0"/>
            </a:br>
            <a:r>
              <a:rPr lang="en-GB" sz="1200" dirty="0"/>
              <a:t>full vertical resolution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2177986" y="6017567"/>
            <a:ext cx="2090738" cy="461665"/>
          </a:xfrm>
          <a:prstGeom prst="rect">
            <a:avLst/>
          </a:prstGeom>
          <a:solidFill>
            <a:srgbClr val="FFFF00">
              <a:alpha val="58039"/>
            </a:srgbClr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½ horizontal resolution,</a:t>
            </a:r>
            <a:br>
              <a:rPr lang="en-GB" sz="1200" dirty="0"/>
            </a:br>
            <a:r>
              <a:rPr lang="en-GB" sz="1200" dirty="0"/>
              <a:t>full vertical resolution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6697662" y="5944415"/>
            <a:ext cx="2090738" cy="461665"/>
          </a:xfrm>
          <a:prstGeom prst="rect">
            <a:avLst/>
          </a:prstGeom>
          <a:solidFill>
            <a:srgbClr val="FFFF00">
              <a:alpha val="58039"/>
            </a:srgbClr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½ horizontal resolution,</a:t>
            </a:r>
            <a:br>
              <a:rPr lang="en-GB" sz="1200" dirty="0"/>
            </a:br>
            <a:r>
              <a:rPr lang="en-GB" sz="1200" dirty="0"/>
              <a:t>½ vertical resolution</a:t>
            </a:r>
          </a:p>
        </p:txBody>
      </p:sp>
    </p:spTree>
    <p:extLst>
      <p:ext uri="{BB962C8B-B14F-4D97-AF65-F5344CB8AC3E}">
        <p14:creationId xmlns:p14="http://schemas.microsoft.com/office/powerpoint/2010/main" val="243164839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0ECF7-FA6B-68E0-D89E-29DF2AD37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68.media.tumblr.com/3a08f3947b016dbac889a97c1eae06c7/tumblr_noe42t9Xdv1uvcudho1_1280.jpg">
            <a:extLst>
              <a:ext uri="{FF2B5EF4-FFF2-40B4-BE49-F238E27FC236}">
                <a16:creationId xmlns:a16="http://schemas.microsoft.com/office/drawing/2014/main" id="{D538062C-7361-C0F7-9318-BA21012B6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098809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2268</TotalTime>
  <Words>4650</Words>
  <Application>Microsoft Office PowerPoint</Application>
  <PresentationFormat>On-screen Show (4:3)</PresentationFormat>
  <Paragraphs>948</Paragraphs>
  <Slides>85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8" baseType="lpstr">
      <vt:lpstr>Arial</vt:lpstr>
      <vt:lpstr>Arial Rounded MT Bold</vt:lpstr>
      <vt:lpstr>Courier New</vt:lpstr>
      <vt:lpstr>Lato</vt:lpstr>
      <vt:lpstr>Lato Black</vt:lpstr>
      <vt:lpstr>Lato Heavy</vt:lpstr>
      <vt:lpstr>Lucida Sans Unicode</vt:lpstr>
      <vt:lpstr>Tahoma</vt:lpstr>
      <vt:lpstr>Verdana</vt:lpstr>
      <vt:lpstr>Wingdings</vt:lpstr>
      <vt:lpstr>Template</vt:lpstr>
      <vt:lpstr>Custom Design</vt:lpstr>
      <vt:lpstr>Photo Editor Photo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n/a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JFoss</dc:creator>
  <cp:lastModifiedBy>Jeremy Foss</cp:lastModifiedBy>
  <cp:revision>133</cp:revision>
  <cp:lastPrinted>2019-05-20T11:44:17Z</cp:lastPrinted>
  <dcterms:created xsi:type="dcterms:W3CDTF">2006-09-10T21:25:56Z</dcterms:created>
  <dcterms:modified xsi:type="dcterms:W3CDTF">2026-04-20T17:59:33Z</dcterms:modified>
</cp:coreProperties>
</file>